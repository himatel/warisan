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a Naidah Gani" initials="MNG" lastIdx="1" clrIdx="0">
    <p:extLst>
      <p:ext uri="{19B8F6BF-5375-455C-9EA6-DF929625EA0E}">
        <p15:presenceInfo xmlns:p15="http://schemas.microsoft.com/office/powerpoint/2012/main" userId="949d910cfffb80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13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1 396 6435,'0'0'11397,"5"0"-11106,1388 0 5,-1077-9-228,-286 8-67,290-21 31,19 0-2,-78 6-44,64-23 46,-155 13-23,214-26 1,-169 27 4,-175 21-30,272-17 62,-46 4-44,63 4 12,-110 7 17,227-8-107,-212 9 42,10-11 14,6 1-5,210-13 8,98-1-1,-280 21 59,-4 1-2,166 7 3280,-442 0-3772,-79 0-4675,24 0 59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0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84 704,'0'0'10002,"-2"-3"-9257,-3-7-145,0 0 0,1 0 0,-5-14 0,2 3-479,3 16 452,2 13-419,2 21-178,0-25 108,21 344 3266,-1-83-1356,-19-243-1735,-2-13-141,1-1-1,1 0 1,-1 0 0,1 0-1,1 0 1,0-1-1,3 12 1,2-12-679,-2-11-2101,0-16-806,-4-12-1358,-1-10-4416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5795,'0'0'4159,"-3"0"-3871,-15 0 5323,18 6-5409,1 5-89,1 0-1,0 0 1,1 0 0,0 0-1,7 16 1,4 15 172,7 39 166,-4 1-1,10 129 1,-15 169 339,-12 87-227,0-463-567,0-1-6,0-1-1,1 1 0,-1 0 0,-1-1 0,1 1 1,0 0-1,-1-1 0,1 1 0,-1 0 1,0-1-1,0 1 0,0-1 0,0 1 0,0-1 1,-2 3-1,2-5-45,1 0 21,-3 0-15,3 0 116,25-15-437,-13 11 416,0 0 0,0 1-1,1 0 1,-1 1-1,18 0 1,66 3 1,-40 0 43,-7 0-67,55-2 135,-100 0-152,0 1 0,0-1 0,0 0 1,0 0-1,0 0 0,0 0 0,0-1 0,0 1 0,0-1 1,-1 0-1,1 0 0,0-1 0,-1 1 0,6-6 0,-8 6-188,-1 0 0,0 0 0,1 0-1,-1-1 1,0 1 0,0 0 0,0 0-1,0 0 1,-1-3 0,1-3-570,-2-15-1952,-3-4-1870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0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10773,'0'0'6627,"216"76"-5795,-139-70-335,-7-3-145,-15-3 48,-16 0-160,-15 0-208,-13 0-64,-8 0 32,-10-12-5074,-21-7 1792,-3-6-1776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0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10053,'0'0'4946,"209"0"-3521,-122 0-673,-7 0-304,-6 6 0,-15-6-176,-17 10-240,-11-7-64,-13 0-96,-4 0-688,-11 0-1105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715 128 6787,'0'0'8025,"-18"-18"-7347,-53-59-105,68 73-490,-1 1 0,0-1 0,0 1 0,0-1 0,0 1 0,0 1 0,-9-5 0,12 6-45,-1 1-1,0-1 1,0 1-1,0 0 1,0-1-1,0 1 1,0 0-1,1 0 1,-1 0-1,0 1 1,-3-1-1,-8 2 154,2-2-121,7-1-26,1 1-1,0 0 1,-1 0-1,1 0 1,0 0 0,-1 0-1,1 1 1,0-1-1,0 1 1,-1 0 0,1 0-1,0 0 1,0 1-1,0-1 1,0 1-1,1 0 1,-1-1 0,0 1-1,-3 4 1,-5 7 34,0 0-1,2 1 1,-1 0 0,2 0 0,0 1 0,1 0 0,0 1 0,1 0-1,1 0 1,1 0 0,-5 27 0,2 15 297,1 116 1,6-162-362,0 17 57,-1 56 386,17 134 0,8-73-313,-2-19 120,11 239 0,-33-277 16,0-86-275,-1 1-1,0-1 1,1 1 0,-1-1-1,0 1 1,-1-1 0,1 1-1,-1-1 1,1 0 0,-1 0-1,0 0 1,0 0-1,0 0 1,-1 0 0,1-1-1,-1 1 1,1-1 0,-1 0-1,0 1 1,0-1 0,0 0-1,0-1 1,0 1 0,0-1-1,-6 3 1,-4 0-120,1 1-1,-1-2 1,0 0 0,0 0-1,-23 1 1,14-3-628,-1 0 1,1-2-1,-30-4 1,43 4 313,1-1 0,0 0 0,0-1 0,0 0 1,0 0-1,0-1 0,1 0 0,-1 0 1,1 0-1,0-1 0,-12-11 0,10 6-993,-1 0 0,-13-22 0,-10-24-2945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9668,'0'0'7860,"230"6"-7860,-160-18-16,-4-17-1889,-10-8-1969,-14-7-7859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639 179 7347,'0'0'6785,"-8"-22"-6686,-23-68 45,30 86-58,0 0 0,-1 0 0,1 1 0,-1-1 0,0 1 0,0-1 1,0 1-1,-1 0 0,1-1 0,-1 1 0,1 0 0,-1 1 0,0-1 1,0 1-1,0-1 0,-1 1 0,1 0 0,-5-3 0,2 4 44,0-1-1,0 1 0,0 0 1,-1 1-1,1-1 0,0 1 1,0 0-1,-7 2 0,-11-1-19,18-1-73,-1 1 0,1 0 0,0 1 0,0-1 0,0 1 0,0 1 0,0-1 0,0 1 0,1 0-1,-1 0 1,1 0 0,0 1 0,0 0 0,0 0 0,-5 6 0,-5 5-11,0 1 1,1 1-1,-12 21 1,17-23-9,0 1 0,2-1 0,0 1 0,1 1 0,0-1 0,1 1 0,1 0 0,-3 26 0,2 15 203,3 68 0,2-94-92,2 30 181,2-1 0,14 63 0,35 120 284,-9-49-328,-26-101-44,-4 1-1,4 143 1,-19-125-89,0-109-128,0 1-1,1-1 1,-1 1 0,-1-1-1,1 0 1,-1 1 0,1-1-1,-1 0 1,-1 0 0,1 0 0,0 0-1,-1-1 1,0 1 0,0-1-1,0 1 1,0-1 0,-1 0-1,1 0 1,-1-1 0,1 1-1,-1-1 1,0 1 0,0-1-1,0 0 1,-1-1 0,-7 3-1,-6 1-207,-1-1 1,1-1-1,-1-1 0,1-1 0,-22 0 0,32-1-52,0 0 1,-1-1 0,1 0-1,0 0 1,0-1-1,-8-2 1,11 2 109,1 0 0,0 0 0,0-1 0,-1 1 0,2-1 0,-1 0 0,0 0 0,1 0 0,-1 0 0,1-1 0,0 1 0,-3-6 0,-4-6-969,2 0 0,0-1-1,1 0 1,1 0 0,-5-20 0,-10-35-6330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13414,'0'0'3922,"212"19"-3922,-159-25-1377,-12-22-2977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1 384 11237,'0'0'5915,"27"-17"-5758,89-58 22,-107 69-211,0 0 0,0-1 0,-1-1 0,0 1 1,0-1-1,-1-1 0,0 1 0,-1-1 0,0 0 0,0-1 0,-1 1 0,0-1 0,0 0 1,-1-1-1,4-16 0,-8 27 30,3-12-341,0 0 0,-1 0 0,0 1 0,-1-1 1,0-24-1,-1 35 325,0 0 0,-1-1 1,1 1-1,0 0 0,0-1 0,-1 1 1,1 0-1,-1 0 0,1-1 0,-1 1 1,1 0-1,-1 0 0,0 0 0,1 0 1,-1 0-1,0-1 0,0 1 0,0 1 1,0-1-1,-1-1 0,-1 0 21,0 0 0,0 1 0,0-1-1,0 1 1,0 0 0,0 0 0,-7-2-1,-5 1 208,1 1 0,-29 0 0,33 1-73,5 0-40,0 0 0,0 0 1,0 0-1,1 1 0,-1 0 0,0 0 1,0 0-1,0 0 0,-6 4 0,9-4-40,-1 1 1,1 0-1,0 0 0,0 0 0,0 0 0,0 0 0,0 0 0,0 1 1,1-1-1,-1 1 0,1-1 0,-1 1 0,1-1 0,0 1 1,0 0-1,0 0 0,0 4 0,-4 20 513,2 0 0,1 0 0,2 48 0,1-31 279,-1-35-718,0 0-1,1 0 1,0 0 0,0 0-1,1 0 1,0 0-1,5 10 1,-6-15-109,1 0 0,1 0 0,-1 0 1,0 0-1,1-1 0,0 1 0,0-1 0,0 0 1,0 0-1,0 0 0,1 0 0,-1 0 1,1-1-1,0 0 0,0 1 0,6 1 0,-2-1-37,-1-1 1,0 1-1,1-2 0,-1 1 0,1-1 0,0-1 0,-1 1 0,1-1 0,0 0 0,-1-1 0,1 0 0,0 0 0,-1-1 0,1 0 1,-1 0-1,0-1 0,0 1 0,0-2 0,0 1 0,0-1 0,0 0 0,7-7 0,-1 1-478,0-2 0,-1 1 0,0-2 0,-1 0 0,-1 0-1,0-1 1,-1 0 0,0 0 0,7-17 0,15-53-5923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42 5699,'0'0'8596,"-3"-7"-8258,-11-27 1797,14 43-1578,0 69 616,15 120-1,61 351 1387,-71-507-2414,15 106 360,-15-124-430,0-1 0,2 0 0,1-1-1,11 24 1,-19-45-83,0 0-1,0-1 1,1 1-1,-1-1 0,0 1 1,0-1-1,1 1 1,-1-1-1,0 1 1,0-1-1,1 1 0,-1-1 1,1 0-1,-1 1 1,0-1-1,1 0 1,-1 1-1,1-1 0,-1 0 1,1 1-1,0-1 1,2-16-1279,-5-1-149,0 0 0,-1-1 1,0 1-1,-1 1 0,-13-33 0,-1-4-4764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3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0 10741,'0'0'7577,"-37"11"-7292,-124 35-202,130-36-134,0 1 0,-32 16 0,51-21-67,1 1 0,0 1 0,0 0-1,0 0 1,-14 16 0,20-18 77,0-1-1,0 1 0,1 0 1,0 0-1,0 0 1,0 0-1,1 1 1,0 0-1,0-1 0,1 1 1,0 0-1,0 1 1,1-1-1,-1 0 1,2 0-1,-1 1 1,1-1-1,0 0 0,0 1 1,1-1-1,0 0 1,1 0-1,-1 1 1,1-1-1,1 0 0,-1 0 1,1-1-1,0 1 1,1-1-1,7 11 1,3-1 65,0-2 1,0 0 0,2 0-1,-1-1 1,2-1 0,0-1-1,20 10 1,137 56-255,-92-43-733,-47-17-1518,-21-8-2382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61 7235,'0'0'6798,"-4"-10"-6312,-10-28-108,14 38-328,0-1-1,0 1 0,0-1 1,0 1-1,0-1 0,0 1 0,0-1 1,0 1-1,0-1 0,0 1 0,-1-1 1,1 1-1,0-1 0,0 1 1,-1 0-1,1-1 0,0 1 0,-1-1 1,1 1-1,0 0 0,-1-1 0,1 1 1,0 0-1,-1-1 0,1 1 1,-1 0-1,1 0 0,0 0 0,-1-1 1,1 1-1,-1 0 0,1 0 0,-1 0 1,0 0-1,-6 13 385,4 13-392,0 0 1,2 1 0,3 36-1,-1 0 137,-1 132 822,1 238 1997,-1-401-2693,2 0 1,9 54-1,-7-76-288,-2-11-402,-1-8-709,-2-74-6030,-8 33 849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4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8388,'0'0'3772,"3"-28"-2819,14-89-265,-17 114-635,1 0-1,-1 0 1,1 0-1,0-1 1,0 1-1,1 0 1,-1 0-1,1 0 1,-1 1 0,1-1-1,0 0 1,0 1-1,0-1 1,0 1-1,1-1 1,-1 1-1,1 0 1,-1 0 0,1 0-1,0 0 1,0 1-1,-1-1 1,7-1-1,3-3 146,1 0 65,0 0 0,1 1 0,0 0 0,0 1 0,27-4 0,-7 4 199,48 1 1,-74 3-384,1 1 0,-1 0 0,1 0 0,-1 0 0,0 1 0,1 1 1,-1 0-1,0 0 0,-1 0 0,1 1 0,0 0 0,-1 0 0,0 1 0,0 0 0,0 0 0,-1 1 1,0 0-1,0 0 0,0 0 0,-1 1 0,0 0 0,0 0 0,6 13 0,-4-6 75,0 1 0,-2 0 0,1 0 0,-2 0 0,0 1 0,-1 0 0,-1 0 0,0 0 0,-1 0 0,-1 0 0,-3 30 0,1-37-93,-1 1 0,0-1 1,0 1-1,-1-1 1,0-1-1,0 1 1,-1 0-1,-1-1 1,1 0-1,-1 0 1,-1-1-1,1 0 1,-1 0-1,-1 0 1,-10 7-1,-3 2-35,-1-1 1,-1-1-1,0-2 0,-37 16 1,47-22-268,0-2-1,1 0 1,-1 0 0,0-1 0,-1-1 0,1 0-1,0-1 1,-1 0 0,-13-2 0,26 1 131,-1 0-1,1 0 1,0 0 0,0 0 0,0-1-1,0 1 1,0 0 0,-1-1 0,1 1-1,0-1 1,0 1 0,0-1 0,0 0-1,0 1 1,0-1 0,1 0 0,-1 0-1,0 0 1,0 0 0,0 0-1,1 0 1,-1 0 0,0-1 0,-1-2-262,1 1 0,1-1-1,-1 1 1,0-1 0,1 1 0,0-5 0,-1 2-316,0-46-5805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0 261 5987,'0'0'9351,"16"-6"-8668,51-20-246,-59 23-423,-1-1-1,1 1 0,-1-1 1,0-1-1,0 1 0,-1-1 1,1 0-1,-1-1 1,0 0-1,-1 0 0,6-7 1,-7 7-165,-1 0-1,0 0 1,-1 0 0,1 0 0,-1-1-1,0 1 1,0-1 0,-1 1 0,0-1 0,0 0-1,-1-12 1,0 15-32,0 0 0,0 0 0,0 0 0,-1 0 0,0 0 1,1 1-1,-1-1 0,-1 0 0,1 1 0,-1-1 0,-2-6 0,2 8 167,0 0-1,0 1 1,1-1-1,-1 0 1,0 0-1,-1 1 1,1-1 0,0 1-1,0 0 1,-1 0-1,1 0 1,0 0-1,-1 0 1,1 0-1,-1 0 1,1 1 0,-1-1-1,1 1 1,-4 0-1,-76-1 199,80 2-173,0-1 1,0 0 0,0 1 0,0-1 0,0 1-1,1 0 1,-1-1 0,0 1 0,1 0-1,-1 0 1,0 0 0,1 1 0,-1-1-1,1 0 1,0 0 0,-1 1 0,1-1-1,0 1 1,0-1 0,0 1 0,0 0-1,0-1 1,0 1 0,0 0 0,1-1 0,-1 1-1,1 0 1,-1 0 0,0 3 0,-1 6 204,0 1 0,1-1 0,0 22 1,1-10 297,-1 19 902,7 42 0,-5-71-1171,1 0 0,1 0 0,1 0 0,0-1 0,0 1 1,1-1-1,10 17 0,-7-15 0,1-1 0,0 0-1,1-1 1,12 13 0,-17-20-191,1-1 1,-1 1-1,1-1 0,0 0 0,0 0 0,0 0 1,1-1-1,-1 0 0,1-1 0,0 1 0,7 1 1,-3-2-73,0 0 1,0-1 0,1 0 0,-1-1 0,0 0 0,1-1 0,-1 0 0,16-4 0,-20 3-153,-1 0-1,1-1 0,0 0 1,-1 0-1,1 0 1,-1 0-1,0-1 0,0 0 1,-1-1-1,1 1 0,-1-1 1,0 0-1,9-12 1,-7 8-745,-1-1-1,0 0 1,5-13 0,6-30-4904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5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21 6787,'0'0'4720,"-2"-2"-4155,2 2-527,0 0-1,-1 0 1,1 0-1,0-1 1,-1 1-1,1 0 1,0 0-1,0 0 1,-1 0-1,1 0 1,0 0-1,0 0 1,-1 0-1,1 0 1,0 0-1,-1 0 1,1 0-1,0 1 1,0-1-1,-1 0 1,1 0-1,0 0 1,0 0-1,-1 0 1,1 0-1,0 1 1,0-1-1,0 0 1,-1 0-1,1 0 1,0 1-1,0-1 1,0 0-1,0 0 1,-1 1-1,1-1 1,0 0-1,0 0 1,0 1-1,0-1 1,0 0-1,0 0 1,0 1-1,0-1 1,0 0-1,0 0 1,0 1-1,0-1 1,0 1-1,-4 27 931,8 38 383,7-2 356,25 80-1,-16-70-754,-17-64-831,6 26 541,20 52 1,-28-87-652,-1 0 1,1 0-1,-1 0 1,1 0-1,0 0 0,-1 0 1,1 0-1,0 0 1,0 0-1,0 0 1,0-1-1,0 1 1,0 0-1,1 1 0,5-4 16,-3-12-62,-1-33-1273,-3-63 0,-2 36-887,2-218-6521,0 292 8808,0-1-1,1 1 0,-1-1 1,0 1-1,0-1 1,0 1-1,0-1 0,0 1 1,0-1-1,1 1 0,-1-1 1,0 1-1,0-1 1,1 1-1,-1-1 0,0 1 1,1 0-1,-1-1 0,1 1 1,-1 0-1,0-1 1,1 1-1,-1 0 0,1-1 1,-1 1-1,1 0 1,-1 0-1,1 0 0,-1-1 1,1 1-1,-1 0 0,1 0 1,-1 0-1,1 0 1,-1 0-1,1 0 0,-1 0 1,1 0-1,-1 0 0,1 0 1,-1 0-1,1 1 1,-1-1-1,1 0 0,-1 0 1,1 0-1,0 1 0,1 0 103,1 0 0,-1-1-1,0 1 1,0 1 0,0-1-1,0 0 1,1 1 0,-2-1-1,1 1 1,0-1-1,2 3 1,2 5 288,0 1-1,0 0 1,-1 0-1,0 0 0,3 12 1,17 59 1480,-24-76-1840,41 201 2847,-7-23-1709,-33-179-1391,0-11-37,-2-22-198,0 22 260,-7-113-1849,0-3-746,7 111 2409,-1 0 49,1 1 0,1-1 0,0 0 0,0 1 0,5-17 0,-5 25 237,1-1 0,-1 1 1,1 0-1,-1 0 0,1 0 0,0 0 0,0 1 1,1-1-1,-1 0 0,0 1 0,1 0 0,0-1 1,-1 1-1,1 0 0,0 0 0,0 1 0,0-1 1,0 1-1,0-1 0,1 1 0,-1 0 0,6-1 1,-3 0 110,0 1 1,1 0 0,0 0-1,-1 0 1,1 1 0,0 0-1,-1 0 1,1 1 0,-1 0-1,11 2 1,-13-2-32,0 1 0,0 0 0,0 0-1,0 0 1,0 0 0,0 1 0,-1 0 0,1-1-1,-1 1 1,0 0 0,0 1 0,0-1 0,0 1-1,-1-1 1,1 1 0,1 4 0,3 5 106,-1 1-1,0 0 1,-1 1 0,-1-1 0,0 1 0,3 30-1,-3 92 336,-4-109-592,0-26-1171,-1-20-5622,-8-21-245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6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8708,'0'0'8294,"-3"0"-7147,2 0-1131,1 0-1,0 0 1,0 1 0,-1-1 0,1 0 0,0 0 0,0 1 0,0-1-1,0 0 1,-1 1 0,1-1 0,0 0 0,0 1 0,0-1 0,0 0 0,0 1-1,0-1 1,0 0 0,0 1 0,0-1 0,0 0 0,0 1 0,0-1-1,0 0 1,0 1 0,0-1 0,1 0 0,-1 1 0,0-1 0,0 1 0,22 75 769,11 45-317,15 209 538,-28 1 237,-11-151-557,-8-153-575,-1-15-31,0 1 1,1 0 0,1 0-1,0 0 1,1-1-1,7 24 1,-9-34-69,1 1 103,-1-13-42,-14-371-7348,9 241 3319,4 131 3710,0 8 282,1 1 0,-1-1 0,1 1 1,-1-1-1,1 1 0,-1-1 0,1 1 0,-1 0 1,1-1-1,0 1 0,-1-1 0,1 1 0,0 0 0,-1 0 1,1-1-1,0 1 0,-1 0 0,1 0 0,0 0 1,0 0-1,-1 0 0,1 0 0,0 0 0,-1 0 0,1 0 1,0 0-1,1 1 0,22 1 1139,-18 0-937,1 1 0,-1-1 0,0 1 0,0 0 0,0 1 1,0-1-1,-1 1 0,1 0 0,-1 1 0,6 5 0,7 9 357,20 26-1,-30-35-451,-2-3-87,-1 1 0,1 0 0,-1 0 0,-1 1 1,1-1-1,-1 1 0,-1 0 0,0 0 0,0 0 0,-1 1 1,0-1-1,0 1 0,-1-1 0,-1 1 0,1-1 0,-2 1 1,1-1-1,-4 16 0,3-20-40,-1-1 0,0 1 0,0-1 0,0 0 0,-1 1 0,1-1 0,-1 0 0,0-1 0,0 1 0,-1 0 0,1-1 0,-1 0 1,1 0-1,-1 0 0,0 0 0,0 0 0,-1-1 0,1 0 0,0 0 0,-9 3 0,0-1-113,0 0 1,-1 0-1,1-2 1,-1 1-1,1-2 1,-17 1-1,23-2-267,0 0-1,0 0 1,0 0 0,0-1-1,1 0 1,-13-4-1,16 4 97,1-1-1,0 1 1,0-1-1,-1 1 1,1-1-1,0 0 1,1 0-1,-1 0 1,0 0-1,0 0 1,1 0-1,-1 0 1,1-1-1,0 1 1,0 0-1,0-1 1,0 1-1,0-1 1,-1-3-1,-9-44-7206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6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 9156,'0'0'7065,"17"-11"-6556,4 0-359,-10 5-70,0-1-1,-1 0 1,0 0 0,0-1-1,0 0 1,-1 0 0,11-13-1,-12 12-162,-1 1-1,0-1 0,0 0 1,-1-1-1,-1 1 0,1-1 1,-2 0-1,1-1 1,-1 1-1,-1-1 0,0 0 1,0 0-1,-1 0 0,0 0 1,-1 0-1,-1-13 0,1 13-224,-1 10 284,0-1 0,1 1 0,-1-1 0,0 1 0,0-1 0,0 1-1,0-1 1,0 1 0,0-1 0,-1 1 0,1-1 0,0 1 0,-1-1 0,1 1 0,-1 0 0,1-1 0,-1 1 0,0 0 0,0-1 0,1 1 0,-1 0 0,0 0 0,0 0 0,0-1 0,0 1 0,-1 0 0,1 1 0,-2-3 0,-4 1 108,0-1 0,1 1 0,-1 1 0,0-1 0,0 1 0,0 0 0,-13 1 0,18 0-57,1 0 0,-1 0 0,0 1 0,0-1 0,1 1 0,-1-1 0,0 1 0,1 0 0,-1 0 0,0 0 0,1 0 0,-1 0 0,1 0 0,0 0 0,-1 0 0,1 1 0,0-1 0,0 0 0,0 1 0,0-1 0,0 1 0,0-1 0,0 1 0,0 0 0,0-1 0,1 1 0,-1 0 0,0 2 0,-1 6 101,-1 1 1,1 0 0,0 15 0,2-25-117,-4 58 1284,3 1-1,7 64 1,-5-113-1192,1 0 1,0 0-1,1-1 1,0 1-1,1-1 1,0 0-1,0 0 0,1 0 1,1 0-1,7 10 1,-8-14-80,-1 0 0,1-1 0,0 0 0,1 0 0,-1 0 0,1-1 0,0 0 0,0 0 0,0 0 0,1-1 0,-1 1 0,1-2 0,0 1 0,0-1 0,0 0 0,9 1 0,-6-1-42,1-1-1,-1 0 1,1-1-1,-1 0 1,1-1-1,-1 0 1,11-2-1,-15 1-52,-1 0 0,1 0 0,0-1-1,-1 1 1,0-1 0,0-1 0,0 1-1,0 0 1,0-1 0,-1 0 0,0 0-1,1-1 1,3-5 0,2-3-650,-2 0 1,0-1-1,0 1 1,-1-1 0,-1-1-1,0 1 1,-1-1-1,3-16 1,5-42-6276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6147,'0'0'6736,"0"-2"-5970,0 8-422,28 156 2591,-4-41-1644,32 458 2975,-53-496-3903,15 186 509,-15-309-1219,-10-66-1093,0-45-2021,7 128 2750,0 5-33,0 1 0,1-1 0,4-22 1,-3 34 624,-1 0 0,1 0 0,0 0 0,1 1 0,-1-1 0,1 1 0,1-1 0,-1 1 0,1 0 0,-1 0 0,1 1 1,1-1-1,5-4 0,1 0 112,0 1 1,0 0-1,1 1 1,0 1 0,1 0-1,-1 0 1,1 1-1,1 1 1,19-5 0,-11 5 192,1 2-1,-1 0 1,1 1 0,0 0 0,22 4 0,-41-2-126,0-1 0,0 1 1,-1 0-1,1 0 0,0 0 1,-1 1-1,1-1 0,-1 1 0,1 0 1,-1 0-1,0 0 0,0 0 1,0 0-1,0 1 0,0-1 0,0 1 1,-1 0-1,1 0 0,-1 0 1,0 0-1,0 0 0,0 1 0,0-1 1,-1 1-1,1-1 0,-1 1 1,0 0-1,1 3 0,1 7 150,-1 0 1,-1 0-1,0 0 0,-1 0 0,0 0 1,-4 20-1,2-21-18,-1-1 0,0 0-1,-1 0 1,-1 0 0,0 0 0,-1-1 0,0 0 0,0 0-1,-1 0 1,-1-1 0,1 0 0,-2 0 0,-9 8 0,5-5-79,-1-1 0,0-1 0,-1 0 0,0-1 0,0-1 0,-1 0 0,0-1 0,-28 9 0,34-14-210,0 0-1,0-1 1,-1 0-1,1-1 1,0 0 0,-1 0-1,1-1 1,0-1 0,-12-1-1,21 2 28,0 0-1,0-1 0,0 1 0,0 0 1,0-1-1,0 1 0,0-1 1,0 1-1,0-1 0,1 1 1,-1-1-1,0 0 0,0 1 1,0-1-1,1 0 0,-1 0 1,0 0-1,1 1 0,-1-1 1,1 0-1,-1 0 0,1 0 1,-1-2-1,-2-24-1355,3 20 1003,-1-46-2920,1-8-1742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264 100 5635,'0'0'6541,"-11"-11"-5623,1 1-740,0 1 0,0 0 0,-1 0-1,0 1 1,0 1 0,-15-8 0,19 11-39,0 1 0,0 0 0,-1 1 0,1-1 0,-1 1 0,1 1 0,-1 0 0,0 0 0,1 0 0,-1 1 0,0 0 0,-12 2 0,17-1-108,1 0 0,0 0 0,-1 0 0,1 1 0,0-1 0,0 1 0,0-1 0,0 1 0,0 0 0,0 0 0,1 0 0,-1 0 0,1 0 0,-1 0 0,1 0 0,0 1 0,0-1 0,0 0 0,0 1 0,-1 3 0,-2 4 171,1 1-1,1 0 0,-3 16 1,2 22 1094,4 56-1,0-34-250,-1-46-784,-1-1 183,2 0 0,4 34 0,-4-52-372,1 1 1,-1-1-1,1 0 1,0 0 0,0 0-1,1 0 1,0-1-1,0 1 1,0-1-1,1 1 1,0-1 0,0 0-1,0 0 1,5 4-1,-6-7-68,1 0-1,-1 0 0,0 0 0,1 0 1,-1 0-1,1-1 0,0 1 1,-1-1-1,1 0 0,0 0 1,0-1-1,0 1 0,0-1 0,-1 0 1,1 0-1,0 0 0,0 0 1,0-1-1,0 0 0,0 1 0,-1-1 1,1-1-1,0 1 0,-1-1 1,1 1-1,-1-1 0,1 0 1,-1 0-1,0 0 0,0-1 0,0 1 1,0-1-1,4-5 0,4-6-261,-1-1 0,0 0 0,-1 0 0,-1-1 0,-1 0 0,0-1 0,-1 1 0,-1-1 0,0-1 0,2-20 0,0-17-1500,0-109-1,-7 163 2453,0 10 621,-1 86 407,3 132-101,-1-207-1634,2 0 0,0-1 1,1 1-1,1-1 0,9 24 0,-13-42-108,-1 0-1,1-1 1,-1 1-1,1 0 1,-1-1 0,1 1-1,-1 0 1,1-1 0,-1 1-1,1-1 1,0 1 0,-1-1-1,1 1 1,0-1 0,0 1-1,-1-1 1,1 0 0,0 1-1,0-1 1,0 0 0,-1 0-1,1 0 1,0 0 0,0 1-1,0-1 1,0 0 0,-1 0-1,1-1 1,0 1 0,0 0-1,0 0 1,0 0 0,-1-1-1,1 1 1,0 0 0,0 0-1,-1-1 1,1 1 0,0-1-1,0 1 1,-1-1 0,1 1-1,0-1 1,-1 1 0,1-1-1,-1 0 1,1 1 0,-1-1-1,1 0 1,-1 0 0,1 0-1,19-37-4077,1-13-3346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10533,'0'0'5434,"-1"39"-2611,-1 6-2063,-2 190 2220,4 14-360,0-245-2598,0-1 0,0 0 0,0 0 0,0 0 0,1 0-1,-1 0 1,1 0 0,0 0 0,2 4 0,-2-4 2,-1-13-315,0-262-7086,0 261 6788,1 0-1,0 0 0,0 0 0,2 1 0,-1-1 0,1 1 0,0 0 0,1-1 0,1 2 0,-1-1 0,2 0 0,-1 1 0,1 0 0,11-13 0,-11 15 518,1 1 0,0-1 0,0 2 0,0-1 0,1 0 0,0 1 0,11-5-1,-10 7 663,-1-1-1,1 1 0,-1 1 1,1 0-1,0 0 1,0 0-1,0 2 0,10-1 1,-15 0-318,1 1-1,-1 0 1,1 1 0,-1-1 0,0 1 0,1 0 0,-1 0 0,0 0 0,6 3 0,-8-3-168,1 1 0,-1 0 0,0 0 0,0 0 0,0 0 0,0 0 0,0 1 0,-1-1 0,1 1 0,-1-1 0,1 1 0,-1-1 0,0 1 0,0 0 0,1 3 0,4 17 393,0 0 0,-1 0-1,-1 0 1,0 25 0,-3 94 1297,-2-73-1056,1 30-624,0-102-300,-1-23-3152,2-1 1,7-39-1,5 10-6507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9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335 115 4594,'0'0'7014,"0"-3"-5541,0 2-1337,0 0 1,0 0 0,-1 0 0,1 0-1,-1 0 1,1-1 0,-1 1 0,1 0-1,-1 0 1,0 0 0,1 1 0,-1-1 0,0 0-1,0 0 1,0 0 0,0 0 0,1 1-1,-1-1 1,0 0 0,0 1 0,-1-1-1,1 1 1,-2-1 0,-12-9 100,9 5-210,-5-4 0,-1-1 0,0 2 0,-1 0 0,0 0 0,0 1 0,-26-9 0,24 13 42,1 0 1,-1 1 0,0 1 0,0 1-1,-16 1 1,1-1 387,28 1-424,1 0 0,0-1 0,0 1 0,-1 0 0,1-1 0,0 1 0,0 0 0,0 0 0,0 0 0,0 0 0,0 0 0,0 0 0,1 0 0,-1 0 0,0 1 0,0-1 0,1 0 0,-1 0 0,1 1 0,-1 1 0,-10 31 404,10-33-407,-4 29 494,0 0 1,3 0-1,0 0 0,4 49 0,-1-19 321,-1-27-408,-1-8-83,1-1 1,4 27-1,-3-45-287,0 0-1,0 0 1,1 0 0,0 0-1,0 0 1,0 0 0,1 0-1,0-1 1,0 1-1,1-1 1,-1 0 0,1 0-1,5 5 1,-6-7-54,1-1 1,0 1-1,-1-1 0,1 0 0,0 0 1,0 0-1,1 0 0,-1-1 0,0 0 1,1 0-1,-1 0 0,0 0 0,1-1 1,8 1-1,-8-1-29,1 0 0,-1-1 0,1 0 0,-1 1 0,1-2 0,-1 1 1,0-1-1,1 0 0,-1 0 0,0 0 0,7-5 0,-3 0-81,-1 0 1,0-1 0,-1 0-1,0 0 1,0-1-1,-1 0 1,0 0-1,0 0 1,4-11-1,0-4-714,0 1-1,11-46 1,-14 37-504,-2 0 1,3-38-1,-6-20 5187,-2 95-3218,-1 87 195,3 125 1226,-2-210-2095,1 0 0,0-1 0,0 1 1,0 0-1,1-1 0,0 1 1,0-1-1,1 0 0,4 8 0,-6-13-70,-1-1-1,1 1 0,0 0 0,0-1 0,0 1 1,0-1-1,0 0 0,0 1 0,-1-1 0,1 0 1,0 1-1,0-1 0,0 0 0,0 0 1,0 0-1,0 0 0,0 0 0,0 0 0,0 0 1,0 0-1,0 0 0,0 0 0,0-1 0,0 1 1,0 0-1,0-1 0,0 1 0,0-1 1,0 1-1,0-1 0,-1 1 0,1-1 0,0 1 1,0-2-1,7-9-1435,-1 0 0,0-1 0,-1 0 0,10-25 0,2-21-7356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0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13542,'0'0'3124,"0"31"-208,0 207 1017,2-142-2036,17 106 0,-36-464-4848,17 249 2638,0 1 1,1-1-1,1 1 1,5-25 0,-4 30 147,-1 0 0,1 1 0,0-1 0,1 1 1,-1 0-1,1 0 0,1 0 0,-1 1 1,1-1-1,5-4 0,-4 5 137,1 0 0,-1 0 0,1 0 0,0 1 0,0 0 0,1 1 0,-1 0 0,1 0 0,-1 0 0,1 1 0,0 0 0,0 0 0,9 0 0,-10 2 95,-1 0 1,1 0-1,0 0 1,-1 0-1,1 1 1,0 0-1,-1 1 1,1 0-1,-1 0 1,1 0-1,-1 0 1,0 1-1,0 0 0,0 1 1,-1-1-1,8 6 1,-2 3 99,1 0 0,-2 1-1,1 0 1,-2 1 0,0 0 0,0 0 0,-2 1-1,0 0 1,0 0 0,-2 1 0,1 0 0,4 32-1,-1 6 306,-3-1-1,-1 89 1,-6-165-1960,-1 0 0,-5-25 1,-15-36-3780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6211,'0'0'6125,"0"-9"-5741,0-22-69,0 7 2161,21 367-1919,-1-82 663,-15 165 251,-6-307-4468,1-147 105,0-21-2487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2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87 128 5491,'0'0'4297,"28"-20"-3947,-28 20-350,120-81 405,-115 78-365,0 0-1,1 0 1,-1 0-1,1 0 0,-1 1 1,1 0-1,0 0 0,0 1 1,0-1-1,0 1 0,0 1 1,0-1-1,1 1 1,8 1-1,2-1 99,-3 0 81,-1 0-1,1 1 1,0 1 0,15 3 0,-22-3-110,-1 0 0,0 1 1,0-1-1,0 1 0,-1 1 1,1-1-1,-1 1 1,1 0-1,-1 0 0,7 9 1,5 6 78,-2 0 0,-1 1 0,0 1 0,-1 0 1,-1 1-1,-2 0 0,0 1 0,-1 0 0,-1 1 0,-2 0 0,5 25 1,0 21 406,-3 1 1,-2 112-1,-4-101-250,0-30-166,-3 0 1,-9 75-1,7-111-123,-1 0-1,-1 0 1,0-1-1,-1 1 0,0-2 1,-2 1-1,0-1 0,0 0 1,-1 0-1,-20 23 0,20-28-4,-1 1-1,0-1 0,0-1 0,-1 0 1,0 0-1,0-1 0,-1-1 0,1 0 1,-2 0-1,1-1 0,-1-1 1,1 0-1,-21 3 0,6-3-195,1-1 0,-1-1 0,0-2 1,-46-4-1,59 2-182,0-1 1,-1 0 0,1-1-1,0-1 1,1 0 0,-1-1-1,1 0 1,0-1 0,1-1-1,-13-8 1,21 13 204,0-1-1,0 1 1,1 0 0,-1-1-1,1 0 1,0 0 0,0 0-1,0 0 1,0 0 0,1-1-1,-3-4 1,3 1-145,0 1-1,1-1 1,0 1-1,0-1 1,0 0-1,1-9 1,0 14 64,0 1-1,0-1 1,1 0-1,-1 1 1,1-1 0,-1 0-1,1 1 1,0-1-1,0 1 1,0-1 0,0 1-1,0-1 1,1 1-1,-1 0 1,1-1 0,0 1-1,-1 0 1,1 0-1,0 0 1,4-3 0,28-22-4576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2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2385,'0'0'8225,"2"11"-7102,12 137 2837,-6 185-1,-8-333-4389,0-5-1208,-1-27-1817,-8-19-3295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11157,'0'0'1313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0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 9316,'0'0'4968,"-16"4"-4725,0 1-155,5-2 4,-1 0 0,1 1 0,0 0-1,1 1 1,-1 0 0,-18 12 0,21-11 13,-1 0 0,2 0 0,-1 1 0,0 0 0,1 0 0,1 1 0,-8 10 0,10-12-89,0 1 0,1-1 0,0 1 0,1-1 0,0 1 0,0 0 0,0 0 0,1 0 0,-1 0 0,2 0 0,-1 11 0,1-17-20,3 53-226,-2-49 195,0-1 1,0 1-1,1-1 1,0 0 0,-1 0-1,2 0 1,-1 0-1,0 0 1,5 5-1,9 12-19,23 30 118,-37-47-61,1 1 0,-1-1 1,0 1-1,0-1 0,-1 1 0,1 0 1,-1-1-1,0 1 0,0 0 0,0 7 1,-1-8 6,0 0 0,1 0 0,-1-1 1,-1 1-1,1 0 0,-1 0 0,1 0 1,-1-1-1,0 1 0,0 0 0,-1-1 1,1 1-1,-1-1 0,0 1 0,0-1 1,0 0-1,0 0 0,-4 4 0,-18 18 134,-1-2 0,-1 0 0,-47 30 1,72-51-149,-1-1 1,0 0 0,0 0-1,0 0 1,0 0 0,-1 0-1,1 0 1,0-1 0,0 1-1,0-1 1,-1 1 0,1-1-1,0 0 1,-1 0 0,-3 0-1,5-1-120,0 1 0,0-1 0,0 1 0,0-1 0,0 0 0,0 0 0,0 0 0,0 0 0,0 1 0,0-1 0,0 0 0,0-1 0,1 1 0,-1 0 0,0 0 0,1 0 0,-1 0 0,1 0 0,0-1 0,-1 1 0,1 0 0,0 0 0,-1-1 0,1 1 0,0 0 0,0-1 0,0 1 0,1-2 0,-2-46-7151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325 169 1825,'0'0'7355,"-1"-3"-6501,-2-22 1563,3 21-2037,0 0 0,0 0-1,-1 0 1,1 0 0,-1 0 0,0 0 0,-2-6 0,-4-5-283,6 12-82,0 1 1,0 0-1,0 0 1,0 0-1,0 0 1,-1 0-1,1 0 1,0 0-1,-1 0 1,0 0 0,1 0-1,-4-2 1,-18-13 111,17 11-131,-1 1-1,0 0 0,0 0 0,-9-3 1,6 5-4,0 0 0,0 1 1,0 0-1,0 0 1,0 2-1,0-1 0,0 1 1,-15 2-1,-7-1-1,30-1 12,0 1 0,0-1-1,0 1 1,0 0 0,0-1 0,0 1-1,0 0 1,0 0 0,0 0 0,1 1-1,-1-1 1,0 0 0,1 1 0,-1-1-1,1 1 1,0-1 0,-1 1 0,0 3-1,-2 1 10,0 0 0,0 0 0,1 0 0,-3 9 0,-1 10 323,1 0 0,0 0 0,-2 51 0,6 78 1986,2-94-1260,0-30-519,-1-8 161,4 31 0,-3-51-677,1 0 0,-1 0 1,1 0-1,-1 0 0,1 0 0,0 0 0,0 0 1,0 0-1,0 0 0,0 0 0,0-1 0,1 1 0,-1-1 1,0 1-1,1-1 0,0 1 0,-1-1 0,1 0 1,0 1-1,-1-1 0,1 0 0,0 0 0,0-1 1,0 1-1,0 0 0,0-1 0,0 1 0,3 0 0,-1-1-24,0 1-1,1-1 0,-1 0 0,1 0 1,-1 0-1,1-1 0,-1 0 0,0 1 0,1-2 1,-1 1-1,0 0 0,0-1 0,5-2 0,1-3-4,-1 1 0,0-1 1,-1 0-1,0-1 0,0 0 0,0-1 0,8-13 0,2-3-435,22-44 0,-27 43-457,-1 1-1,-2-2 1,0 1-1,-2-2 1,-1 1-1,-1-1 1,-1 0-1,2-56 2239,-13 102 42,0 21-475,1 0-1,3 0 1,3 52 0,-1-31-238,1 129 600,-1-184-1290,0-1-1,0 1 0,0 0 0,1-1 0,0 1 0,0-1 0,0 1 0,0-1 0,1 1 0,0-1 0,0 0 0,0 0 0,0 0 0,1 0 0,-1 0 0,1 0 0,5 5 0,-8-9-47,1 0 1,-1 0-1,0 1 1,1-1-1,-1 0 1,0 0-1,1 0 1,-1 1-1,0-1 1,1 0-1,-1 0 1,1 0-1,-1 0 1,0 0-1,1 0 1,-1 0-1,1 0 1,-1 0-1,1 0 1,-1 0-1,0 0 1,1 0-1,-1 0 1,1-1-1,-1 1 1,0 0-1,1 0 1,-1 0-1,0-1 1,1 1-1,-1 0 1,0 0-1,1-1 1,-1 1-1,0 0 1,1-1-1,-1 1 0,0 0 1,0-1-1,1 0 1,8-17-2350,1-23-2040,-6-8-3538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8292,'0'0'6504,"11"35"-4914,32 121 48,-37-123-959,0 0-1,-3 0 0,0 66 1,-4-72-360,2 0 1,1 0-1,7 41 0,-8-64-335,-1-162-8561,0 87 1814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12726,'0'0'3425,"164"-3"-15542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81 2609,'0'0'2321,"-1"-3"-1403,-5-30 9068,7 52-9398,1 0 1,5 26-1,3 10 550,3 126 1951,-5-37-1059,-7-140-1994,-1 0 85,0 1 0,1-1 0,0 1 0,0-1 0,0 1 0,0-1-1,3 7 1,-3-10-49,-1-3 0,7-27-453,-3-1-1,2-35 1,-3 27-113,0 4-292,2-1 0,1 1 0,2 0 0,12-35 0,-16 56 683,1 1-1,1-1 1,0 1-1,1 1 1,1-1 0,-1 1-1,2 0 1,-1 1-1,2-1 1,-1 2-1,1 0 1,1 0-1,15-10 1,-20 15 151,0 1 1,1 0 0,-1 1-1,0-1 1,1 1-1,0 1 1,-1-1-1,9 0 1,-12 2-15,0-1 0,0 1 1,0 0-1,0 0 0,0 0 0,1 1 0,-1-1 1,0 1-1,0 0 0,0 0 0,0 0 0,-1 0 1,1 0-1,0 0 0,0 1 0,-1 0 0,1-1 1,0 1-1,-1 0 0,3 3 0,0 3 73,1 0 0,-2 0 0,1 1 1,-1 0-1,0 0 0,-1 0 0,0 0 0,0 1 0,2 16 0,5 92 884,-9-115-972,6 236 2009,-7-229-1941,0-7-73,0 0 1,0-1-1,0 1 0,1 0 0,-1-1 0,1 1 1,-1-1-1,1 1 0,0 0 0,0-1 0,0 0 1,2 5-1,-2-6-137,-1-16-2235,0-12-1167,0-3-1394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7043,'0'0'3874,"4"0"-3252,-2 1-542,-1 0 1,1 0 0,0 0 0,-1 0-1,1 0 1,0 0 0,-1 0 0,1 0-1,-1 1 1,0-1 0,1 0 0,-1 1 0,0-1-1,0 1 1,0 0 0,0-1 0,0 1-1,0 0 1,-1 0 0,1-1 0,0 1-1,0 3 1,12 55 1030,-9-37-878,47 363 2426,-40-275-2055,18 250 1708,-12-136-678,-17-213-1455,1-1 0,1 1 0,0 0 0,0-1 0,1 1 0,6 15 1,-4-23-213,-3-11-180,-1-14-389,-1 20 545,0-24-937,-1-4-1729,2 1-1,7-46 1,1 30-2952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255 193 4274,'0'0'8014,"6"-2"-7101,21-7 4,-26 9-807,-1-1-1,1 1 0,0-1 1,0 1-1,0-1 0,0 0 1,0 1-1,0-1 0,-1 0 1,1 0-1,0 0 0,-1 0 1,1 1-1,-1-1 0,1 0 1,-1 0-1,1 0 0,-1 0 1,0 0-1,1 0 0,-1-2 1,2-20 543,-2 20-579,0-10-15,1 11-32,-1-1-1,1 1 1,-1-1 0,0 1-1,0-1 1,0 1-1,-1 0 1,1-1 0,0 1-1,-1-1 1,1 1 0,-1 0-1,0-1 1,0 1 0,0 0-1,0 0 1,0-1 0,-1 1-1,1 0 1,-1 0 0,-2-2-1,-36-24 254,19 14-235,17 11-39,-1-1-1,0 1 0,1 1 1,-1-1-1,-11-3 1,8 4-13,-1 0 0,1 0 0,-1 2 0,0-1 0,-16 1 0,5 1-5,18-1 15,1 1 1,-1 0-1,1-1 0,-1 1 0,1 0 0,-1 0 0,1 0 0,-1 0 0,1 0 0,0 0 0,0 0 0,-1 1 0,1-1 1,0 0-1,0 1 0,0-1 0,0 2 0,-20 32 84,17-27-91,-3 4 65,1 1 0,0 0 0,0 0 0,1 0 0,1 1 0,1 0 0,-4 24 0,-1 204 3012,8-183-2197,0-54-787,0 0 0,1 0 0,-1 0 0,1 0 0,0 0 0,0 0 0,1 0 0,-1 0 0,1 0 0,4 8 0,-4-10-73,0-1-1,0 1 1,0-1 0,0 0-1,1 0 1,-1 0-1,0 0 1,1 0 0,0 0-1,-1-1 1,1 1-1,0-1 1,0 0-1,-1 0 1,1 0 0,0 0-1,0-1 1,0 1-1,6 0 1,-3-1-16,0 1 1,-1-1-1,1-1 0,0 1 1,0-1-1,0 0 0,-1 0 1,1-1-1,0 1 1,-1-1-1,0-1 0,1 1 1,-1-1-1,0 0 0,0 0 1,0 0-1,-1-1 0,1 1 1,-1-1-1,0 0 0,0-1 1,4-5-1,8-9-409,-1-1 1,0-1-1,-2 0 1,-1-1-1,0 0 1,-2-1-1,0 0 1,-2-1-1,-1 0 1,0 0-1,-2-1 1,-1 0-1,-1 0 0,0-36 1,-3 60 544,0 5 192,9 176 2550,-3-98-1962,-5-65-737,10 106 834,-9-110-950,1 0 0,0-1 0,1 1 0,0-1 0,1 0 0,0 0 1,8 13-1,-11-22-71,0 0 1,1 1-1,-1-1 1,1-1 0,0 1-1,0 0 1,0-1-1,0 1 1,0-1 0,1 0-1,-1 0 1,4 1-1,-6-2-54,0-1 0,1 1 0,-1-1 0,0 0 0,0 0 0,1 0-1,-1 0 1,0 0 0,0 0 0,0 0 0,1 0 0,-1 0 0,0-1-1,0 1 1,0 0 0,1-1 0,-1 1 0,0-1 0,0 1 0,0-1-1,0 0 1,0 1 0,0-1 0,0 0 0,0 0 0,0 0 0,0 1 0,-1-1-1,1 0 1,0 0 0,0 0 0,-1 0 0,1-1 0,-1 1 0,1 0-1,-1 0 1,0 0 0,1 0 0,-1-1 0,0-1 0,4-16-1795,-1 0 1,0 0-1,-1-30 0,-2 48 1750,0-67-9007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7940,'0'0'6160,"-1"-5"-5210,3 13-134,47 326 4439,-22 5-2217,-21-244-2436,-4-62-381,-1-13-80,0 0 1,1 0-1,1 0 1,1-1-1,11 35 0,-5-38-92,-10-16-50,0 1 1,1-1-1,-1 0 0,0 1 0,1-1 0,-1 0 0,0 0 0,1 1 1,-1-1-1,0 0 0,1 0 0,-1 0 0,0 0 0,1 0 0,-1 1 1,1-1-1,-1 0 0,0 0 0,1 0 0,-1 0 0,0 0 1,1 0-1,-1 0 0,1 0 0,-1 0 0,0 0 0,1-1 0,-1 1 1,1 0-1,-1 0 0,0 0 0,1 0 0,-1-1 0,0 1 0,1 0 1,-1 0-1,0 0 0,0-1 0,1 1 0,-1 0 0,0-1 1,1 1-1,-1 0 0,0-1 0,0 1 0,0 0 0,1-1 0,3-7-41,0-1 0,-1 1-1,0 0 1,0-1-1,2-17 1,1 2-82,11-52-426,16-60-1122,-26 113 875,1 1 0,1 0-1,19-36 1,-26 55 725,0 0 0,-1 1 0,1-1 0,0 1-1,0-1 1,0 1 0,1 0 0,-1-1 0,1 1 0,-1 0 0,1 1-1,-1-1 1,1 0 0,0 1 0,0 0 0,5-2 0,-6 3 80,0 0 1,0 0-1,0 0 1,1 0-1,-1 0 1,0 0-1,0 1 0,0-1 1,0 1-1,0 0 1,0 0-1,0 0 1,0 0-1,0 0 1,0 0-1,0 0 1,0 0-1,-1 1 1,1-1-1,-1 1 1,1-1-1,-1 1 0,1 0 1,-1 0-1,0-1 1,1 3-1,10 16 338,-1-1-1,0 2 1,-2-1-1,8 24 0,22 93 1251,-9-29-674,-30-108-931,9 23 190,-9-22-226,0-1-1,0 1 1,0 0-1,0-1 1,1 1 0,-1 0-1,0-1 1,1 1-1,-1 0 1,0-1 0,1 1-1,-1-1 1,1 1-1,-1-1 1,1 1 0,-1-1-1,1 1 1,0-1-1,-1 1 1,1-1 0,-1 0-1,1 1 1,0-1-1,-1 0 1,2 1 0,1-10-2621,-2-26-2982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7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491 103 2577,'0'0'10709,"0"-15"-9895,0-49-238,-2 48-343,-3 12-7,-6 2-172,0 1 0,0 1 1,0 0-1,0 0 0,0 1 0,0 0 0,0 1 0,1 0 1,-1 1-1,-15 6 0,-10 6-139,-54 31 1,70-35 94,-18 9-36,16-9 19,1 0 1,0 2 0,1 0-1,-36 31 1,53-42-3,1 1 1,0-1 0,0 0-1,0 1 1,0-1 0,1 1-1,-1-1 1,1 1-1,-1 0 1,1 0 0,0 0-1,0 0 1,0 0 0,1 0-1,-1 0 1,1 0 0,-1 0-1,1 0 1,0 0-1,0 0 1,0 0 0,1 0-1,-1 0 1,1 0 0,0 0-1,0 0 1,0 0 0,0 0-1,0 0 1,0 0-1,1-1 1,0 1 0,3 4-1,4 4-1,0-1 0,0 0-1,1-1 1,1 0-1,22 15 1,71 36 297,-78-48-190,-1 2 1,-1 1-1,0 0 0,31 28 1,-54-41-73,1-1 1,-1 0-1,1 0 1,-1 1 0,0-1-1,0 1 1,0-1 0,0 1-1,0 0 1,0-1-1,0 1 1,-1 0 0,1-1-1,-1 1 1,1 0-1,-1 0 1,1 0 0,-1-1-1,0 5 1,0-6-53,-1 0 0,1 1 1,-1-1-1,1 1 0,-1-1 0,1 0 1,0 1-1,-1-1 0,1 0 0,-1 0 1,1 1-1,-1-1 0,0 0 0,1 0 1,-1 0-1,1 0 0,-1 0 0,1 0 0,-1 0 1,1 0-1,-1 0 0,0 0 0,1 0 1,-1 0-1,1 0 0,-1 0 0,1 0 1,-2-1-1,-17-3-2327,-5-17-4230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7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11 347 15191,'0'0'4047,"21"-23"-3743,66-77-563,-76 88-63,-1-1-1,0 0 0,-1-1 0,14-26 0,-20 32-207,0-1-1,-1 1 1,0-1 0,0 0 0,-1 1 0,0-1 0,-1-16-1,0 23 351,1 0-1,-1 0 0,-1 0 0,1 0 0,0 0 0,0 0 0,-1 0 0,1 0 0,-1 0 0,1 0 0,-1 0 0,0 0 0,0 0 0,0 0 0,-2-3 0,1 4 103,0 0 0,1 0 0,-1 0 0,0 0 0,0 0 0,0 0 0,0 0 0,0 1 0,0-1 0,0 1 0,0 0 0,0-1 0,0 1 0,-4 0 0,-2 0 30,1-1 131,-1 1 1,0 0-1,-15 2 1,20-1-8,1-1-1,-1 1 1,0 0 0,1 0-1,-1 0 1,1 1 0,-1-1 0,1 0-1,-1 1 1,1 0 0,0 0-1,0-1 1,0 1 0,-3 4 0,-3 5 310,2 0 1,-1 0-1,1 1 0,1 0 1,0 0-1,1 0 1,0 0-1,1 1 1,0-1-1,-1 17 1,0 21 1342,3 65 0,1-74-947,0-31-614,-1 8 144,2-1 1,0 1-1,5 26 1,-5-40-292,0 0 1,0 0 0,1 0-1,-1 0 1,1 0-1,0 0 1,0 0-1,0 0 1,1-1 0,-1 1-1,1-1 1,0 0-1,0 0 1,0 0-1,0 0 1,0 0 0,1-1-1,-1 1 1,7 2-1,-1-2-68,-1 0 0,1-1-1,-1 0 1,1-1-1,0 0 1,-1 0-1,1-1 1,0 0 0,0-1-1,-1 1 1,1-2-1,0 1 1,-1-1 0,1-1-1,-1 1 1,0-1-1,0-1 1,0 0-1,0 0 1,-1 0 0,8-7-1,-2 1-747,0-1 1,-1 0-1,-1-1 0,1-1 1,-2 0-1,0 0 0,-1-1 0,9-18 1,-10 14-4366,10-34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8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 6771,'0'0'7606,"-1"-2"-6811,-2 0 628,2 7-561,-1 15-293,3 35-376,33 199 1204,-7-64-259,-1 39 174,35 247 1023,-58-457-2175,-3-13-95,1 0 1,-1 0 0,1-1-1,1 1 1,-1 0-1,1-1 1,0 1-1,0-1 1,0 0 0,1 0-1,6 9 1,-5-13 37,-4-9-57,0 4-43,-13-302-2949,9 128-341,4 171 3215,1 1 0,0-1 0,0 1-1,0 0 1,0 0 0,1 0 0,0 0-1,1 0 1,-1 0 0,5-7-1,-5 10 67,1 0-1,-1 0 1,1 0-1,0 0 1,0 0-1,0 0 1,0 1-1,0-1 1,0 1-1,1 0 1,-1 0-1,1 0 1,-1 1-1,1-1 1,0 1-1,0 0 1,6-1-1,2 0 46,0 0 1,1 1-1,-1 1 0,0 0 0,1 1 0,-1 0 1,0 1-1,0 0 0,0 1 0,0 0 1,18 8-1,-22-7 61,-1-1 1,0 2-1,0-1 1,0 1-1,0 0 0,-1 0 1,0 1-1,0 0 1,0 0-1,-1 0 1,0 1-1,0 0 0,-1 0 1,0 0-1,0 1 1,0-1-1,4 17 0,-4-7 109,0 1-1,-1-1 1,-2 1-1,1 0 0,-2 0 1,-1 0-1,0 0 1,-4 18-1,3-26-157,-1-1 1,0 1-1,-1-1 1,0 0-1,0 1 0,-1-2 1,0 1-1,-1-1 1,0 0-1,0 0 0,-1 0 1,0-1-1,0 0 1,0 0-1,-1-1 0,-17 11 1,13-10-240,1-1 0,-1 0 0,0-1 0,-1 0 0,1-1 0,-1 0 1,0-1-1,0 0 0,0-1 0,0-1 0,0 0 0,-18-1 0,29 0 20,-1-1 0,1 1 0,0 0 0,0-1 0,0 1 0,0-1 0,0 1 0,0-1 0,0 0 0,0 0 0,0 0 0,0 0-1,1 0 1,-1-1 0,0 1 0,1 0 0,-1-1 0,1 1 0,-1-1 0,1 0 0,0 1 0,-1-1 0,1 0 0,-1-4 0,-1 0-735,2-1 0,-1 0 0,1 0 0,0 0 0,0 0 0,1-8 0,-1-32-8010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4882,'0'0'8353,"1"-7"-7189,1-18-183,-1 19 1047,-1 12-1476,18 239 4045,-16-224-4315,10 69 798,-10-78-955,1-1 1,0 1 0,1-1-1,1 0 1,7 15 0,-11-23-117,1 0 0,0 0 1,0-1-1,0 1 0,0 0 0,0-1 1,0 0-1,0 1 0,1-1 1,0 0-1,-1 0 0,1-1 1,0 1-1,0 0 0,0-1 1,0 0-1,0 1 0,0-1 0,0 0 1,0-1-1,0 1 0,1-1 1,-1 1-1,0-1 0,0 0 1,1 0-1,-1 0 0,0-1 1,0 1-1,1-1 0,-1 0 0,0 0 1,5-2-1,0-1-18,1 0-1,-1 0 1,1-1 0,-2-1-1,1 1 1,0-1 0,-1 0-1,0-1 1,-1 0-1,7-8 1,4-7-361,-1-1 1,-2 0-1,0 0 1,-2-2-1,0 0 0,-2 0 1,0-1-1,-2 0 1,-1 0-1,-1-1 0,-2 0 1,2-35-1,-4 27-355,-1 14 364,0 0 0,-5-37-1,4 57 424,0 1 0,0-1 0,0 0 0,-1 0 0,1 0 0,0 0 0,0 0 0,-1 0 0,1 0 0,0 1 0,-1-1 0,1 0 0,-1 0 0,1 0 0,-1 1 0,1-1 0,-1 0 0,0 1 0,1-1 0,-1 1 0,0-1 0,0 0-1,1 1 1,-1-1 0,0 1 0,0 0 0,0-1 0,1 1 0,-1 0 0,0-1 0,0 1 0,0 0 0,0 0 0,0 0 0,0 0 0,0 0 0,0 0 0,0 0 0,-1 0 0,1 0-100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9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55 3922,'0'0'7486,"-3"0"-6603,-2 0 474,-18-1 2626,19 1-3957,0 0 0,0-1 0,0 1 0,0-1-1,0 0 1,0 0 0,0-1 0,0 1 0,1-1 0,-1 0 0,-6-4 0,3 1-21,0 0 1,0 1-1,-1 1 1,1-1-1,-1 1 1,0 0-1,0 1 1,0 0-1,0 0 1,-1 1-1,1 0 1,0 0-1,-1 1 1,-10 1-1,17 0 2,1 1-1,-1 0 0,1 0 0,-1 0 1,1 0-1,0 0 0,0 0 0,0 0 1,0 0-1,-1 5 0,-1-1 16,-2 9 118,0 0 0,1 0 0,0 0 0,1 1 0,-1 24 1,1 83 1620,4-83-1146,-2 25 261,-1-17 107,7 61 0,-5-105-947,1 0 1,-1 1 0,1-1 0,0 0-1,0 0 1,1 0 0,-1-1 0,1 1-1,0 0 1,0 0 0,0-1-1,0 1 1,1-1 0,0 0 0,-1 0-1,7 5 1,-5-5-21,0-1 0,1 1 0,-1-1 0,1 0 0,0 0 0,0-1 0,0 1 0,0-1 0,0 0 0,0-1 0,0 1 0,0-1 0,5 0 0,-4-1-10,-1 0 0,1 0 0,-1 0 0,1-1 0,-1 0 0,0 0 0,0 0-1,0 0 1,0-1 0,0 0 0,-1 0 0,1-1 0,-1 1 0,0-1 0,0 0 0,0 0 0,6-8 0,6-10-139,0 0 1,16-33 0,-30 51 94,9-17-308,-2 1 0,0-2-1,-1 0 1,-1 0 0,7-40 0,-8 17-398,1-88 1,-6 133 767,-1 0 1,1 0-1,0 0 0,-1 0 1,1 0-1,0 0 1,0 0-1,-1 0 1,1 1-1,0-1 1,-1 0-1,1 0 1,0 1-1,-1-1 1,1 1-1,-1-1 0,1 0 1,0 1-1,-1-1 1,1 1-1,-1-1 1,1 1-1,-1 0 1,0-1-1,1 1 1,-1-1-1,0 1 0,1 0 1,-1 0-1,10 27 304,-2 1-1,7 48 1,1 2 197,-3-30-251,1-1 1,35 77 0,-49-125-368,0-1 0,0 1 0,1 0 0,-1 0 0,0-1 0,0 1 0,0 0 0,0 0 0,0-1 1,0 1-1,1 0 0,-1 0 0,0-1 0,0 1 0,0 0 0,1 0 0,-1 0 0,0 0 0,0-1 0,1 1 0,-1 0 0,0 0 0,0 0 0,1 0 0,-1 0 0,0 0 0,0 0 0,1 0 0,-1 0 0,0 0 0,0 0 0,1 0 1,-1 0-1,0 0 0,1 0 0,-1 0 0,0 0 0,0 0 0,1 0 0,-1 0 0,0 0 0,0 0 0,1 0 0,-1 0 0,0 1 0,0-1 0,1 0 0,-1 0 0,0 0 0,0 1 0,0-1 0,1 0 0,-1 0 0,0 0 0,0 1 1,0-1-1,0 0 0,0 0 0,1 1 0,3-27-3267,-3-21-3574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3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6211,'0'0'8913,"0"24"-7357,16 196 1609,-4-70-1160,-2 348 2052,-10-410-3579,0-64-372,-1-6-20,2 0 1,-1 0-1,8 34 0,-8-50-81,1 0 1,0 1-1,0-1 0,0 0 0,0 0 0,0 0 0,1 0 0,-1 0 0,2 2 0,-2-3-2,-1-1 0,0 1 0,1-1 0,-1 0 0,1 1 0,-1-1 0,1 0 0,-1 1 0,1-1 0,-1 0 0,1 0 0,0 1 0,-1-1 1,1 0-1,-1 0 0,1 0 0,-1 0 0,1 0 0,0 0 0,-1 0 0,1 0 0,-1 0 0,1 0 0,0 0 0,-1 0 0,1-1 0,-1 1 0,1 0 0,-1 0 0,1 0 0,-1-1 0,1 1 0,-1 0 0,1-1 0,-1 1 0,1 0 0,-1-1 0,1 1 0,-1-1 0,0 1 0,1-1 0,-1 1 0,0-1 0,1 1 0,-1-1 0,6-10 10,0 0 1,-1-1-1,-1 1 0,0-1 1,4-14-1,-3 8-51,62-239-1770,-51 193 1135,-11 41 180,1 1 0,1 0 0,1 0 0,0 1 0,17-27 0,-24 46 480,-1 0 1,2 0 0,-1 1 0,0-1 0,0 0 0,0 1 0,1-1 0,-1 1 0,1 0-1,-1-1 1,1 1 0,-1 0 0,1 0 0,0 0 0,0 0 0,0 0 0,-1 0 0,1 1-1,0-1 1,0 0 0,0 1 0,0 0 0,0-1 0,0 1 0,0 0 0,0 0 0,0 0-1,0 1 1,0-1 0,0 0 0,0 1 0,0-1 0,0 1 0,0 0 0,0-1 0,0 1-1,-1 0 1,1 0 0,0 0 0,1 2 0,5 3 49,0 0 1,-1 1-1,0 0 1,0 1-1,0 0 0,7 12 1,5 10 347,-1 1 1,-2 0-1,-1 1 0,19 61 1,-19-39 111,-2 0 1,7 75 0,-19-124-958,-1 1 1256,-29-31-17766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0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5763,'0'0'5215,"7"1"-4625,19 5 133,-25-5-656,0-1-1,-1 1 1,1-1 0,0 1 0,0 0-1,-1 0 1,1-1 0,-1 1-1,1 0 1,-1 0 0,1-1-1,-1 1 1,1 0 0,-1 0 0,1 0-1,-1 0 1,0 0 0,0 0-1,1 0 1,-1 0 0,0 0 0,0 0-1,0 1 1,-2 26 1177,2-23-1040,-1-1-138,0-1 0,0 1 0,0-1 0,-1 1 0,1-1 0,-1 1 0,0-1 0,0 0 0,0 0 0,0 0 0,-1 0 0,1 0 0,-1-1 0,-5 5 0,-6 5 51,-27 16-1,35-24-93,-5 3-104,-1-1-1,1 0 1,-1-1-1,0 0 1,0-1-1,-24 6 1,-14-6-6864,35-4 419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4466,'0'0'6771,"3"-9"-5661,9-27-104,-12 34-675,0 1 0,1-1 0,-1 0 0,1 0 0,0 1 0,-1-1 0,1 0 0,0 1 1,0-1-1,0 1 0,0-1 0,2-1 0,-2 3-299,0 0 0,-1 1 0,1-1 0,0 1 0,0-1 0,-1 1 1,1-1-1,0 1 0,-1-1 0,1 1 0,0 0 0,-1-1 0,1 1 0,-1 0 0,1 0 0,-1-1 0,0 1 1,1 0-1,-1 0 0,0 0 0,1-1 0,-1 1 0,0 2 0,26 66 934,-4 2 0,15 83-1,3 5 730,-32-129-1403,-4-10-76,2-1 0,0 0 0,1 0-1,1-1 1,12 21 0,-19-37-208,0 0 1,0-1-1,1 1 0,-1 0 1,0 0-1,1-1 0,0 1 1,-1-1-1,1 1 0,0-1 1,0 1-1,0-1 0,0 0 1,0 0-1,0 0 0,0 0 1,0-1-1,0 1 0,0 0 1,0-1-1,1 0 0,-1 1 1,0-1-1,0 0 0,1 0 1,-1 0-1,0 0 0,0-1 1,1 1-1,-1-1 0,0 1 0,0-1 1,0 0-1,0 0 0,0 0 1,0 0-1,0 0 0,0 0 1,0 0-1,2-3 0,3-4-4,-1 0 0,0-1 0,0 0 0,-1 0-1,0-1 1,6-14 0,19-67-439,-15 27-718,11-94-1,-19 102 927,2 1 0,25-82 0,-31 127 197,4-9-2312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61 171 9044,'1'4'11745,"-3"3"-11530,-6 4-167,1 1 0,1 0 0,0 0-1,0 1 1,1-1 0,1 1 0,0 0-1,1 1 1,-3 23 0,2 11 620,4 68 0,1-58 5,-2-37-465,0-6-1,1 1 0,1-1 0,4 25 0,-4-37-190,-1 0-1,1 1 1,0-1 0,0-1-1,0 1 1,1 0 0,-1 0-1,1 0 1,-1-1-1,1 1 1,0 0 0,0-1-1,0 0 1,0 1-1,1-1 1,-1 0 0,0 0-1,1-1 1,0 1 0,-1 0-1,1-1 1,0 1-1,4 0 1,-1 0-4,-1-1-1,1 0 1,-1 0-1,1-1 0,0 1 1,0-1-1,-1 0 1,1-1-1,0 0 1,0 0-1,-1 0 1,1 0-1,-1-1 1,1 0-1,-1 0 1,0-1-1,0 1 1,0-1-1,0 0 1,0 0-1,-1-1 0,1 1 1,-1-1-1,0 0 1,0-1-1,4-4 1,2-4-73,-1 0 1,0-1-1,-1 0 0,-1 0 1,0-1-1,0 0 0,-2-1 1,5-18-1,-4 3-406,-2 0 1,-1 1-1,-3-59 0,0 51 80,0 23 317,-1-1 1,0 1-1,-1-1 1,-1 1-1,-1 0 1,0 0-1,0 1 1,-2-1-1,0 1 1,0 0-1,-2 0 1,1 1-1,-2 0 1,0 0-1,0 1 1,-1 0-1,-1 1 1,-20-17-1,27 25 82,1 0-1,-1 1 1,0 0 0,-1 0-1,1 0 1,0 0 0,-1 1-1,1-1 1,0 1 0,-1 0-1,-5 0 1,8 1-109,1 0 0,-1 0 0,1 0 0,-1 0 0,1 0 0,-1 1 0,1-1 0,-1 0 0,1 1 0,-1-1 0,1 1-1,0-1 1,-1 1 0,1 0 0,0 0 0,-1 0 0,1 0 0,0 0 0,0 0 0,0 0 0,0 0 0,0 0 0,0 0 0,0 0 0,0 1 0,1-1 0,-1 0 0,0 1 0,1-1 0,-1 0 0,1 1 0,-1-1 0,1 1 0,-1 2 0,0 14-4725,1-5-4402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3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2673,'0'0'8756,"0"-10"-7609,1-28-159,-1 37-877,0 0 0,0 0 0,0-1 0,0 1 0,0 0 1,1 0-1,-1 0 0,0 0 0,1 0 0,-1 0 0,1 0 1,0 0-1,-1 0 0,1 0 0,0 0 0,0-1 0,-1 2-63,1 0 0,-1 0-1,0-1 1,0 1 0,0 0-1,1 0 1,-1 0 0,0 0-1,0 0 1,1-1 0,-1 1-1,0 0 1,0 0 0,1 0-1,-1 0 1,0 0 0,0 0-1,1 0 1,-1 0 0,0 0-1,0 0 1,1 0-1,-1 0 1,0 0 0,1 0-1,-1 0 1,0 0 0,0 0-1,1 0 1,-1 0 0,0 1-1,0-1 1,1 0 0,-1 0-1,0 0 1,0 0 0,0 1-1,1-1 1,2 6 44,-1 1-1,0-1 1,0 1 0,0-1-1,-1 1 1,0 0 0,0-1 0,0 12-1,1 8 122,16 480 3351,-19-406-3113,0-6-2,0-5 23,14 134 0,-12-214-409,1-1 0,1 1 0,3 9 0,2 6 154,-9-34-652,0 0-1,1-1 1,1-17 0,1-2-764,-2-68-5543,0 48 505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7700,'0'0'5215,"1"2"-4556,2 8-231,-1 0 0,0 0 0,-1 0 0,0 1 0,-1-1 0,0 0 0,-2 14 0,1 10 102,37 679 5462,-27-638-5420,25 96 1,-32-164-678,0 0-180,-1 1 0,1-1-1,-1 16 1,-19-24-2463,11-1 1855,0 0 1,0-1-1,0 1 0,0-2 1,1 1-1,-1-1 1,1 1-1,0-2 0,0 1 1,1-1-1,-1 0 1,1 0-1,-6-8 0,-10-14-3503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11333,'0'0'5790,"35"0"-5273,117 0-271,40 0-161,-174-2-146,1-1 0,-1 0 1,0-2-1,0 0 0,24-10 0,-22 8-108,-20 7 178,0-1-1,1 1 1,-1 0-1,0 0 1,0 0-1,1 0 1,-1 0-1,0 0 1,1 0-1,-1 0 1,0 0-1,1 0 0,-1 0 1,0 0-1,0 0 1,1 0-1,-1 0 1,0 1-1,1-1 1,-1 0-1,0 0 1,0 0-1,1 0 1,-1 0-1,0 1 1,0-1-1,0 0 0,1 0 1,-1 1-1,0-1 1,0 0-1,0 0 1,0 0-1,1 1 1,-1-1-1,0 0 1,0 1-1,0-1 1,0 0-1,0 0 1,0 1-1,0-1 1,0 0-1,0 1 0,0-1 1,0 1-1,0 21 413,-1-8-199,1 74 1184,7 271 3070,-3-330-4006,-4-504-7190,0 464 6527,1-27-304,-1 35 493,0 1 0,1 0-1,-1 0 1,1 0 0,-1 0-1,1-1 1,0 1 0,0 0 0,0 0-1,0 1 1,0-1 0,0 0-1,3-3 1,-2 4 68,-1 1-1,1 0 1,0-1 0,-1 1 0,1 0-1,0 0 1,-1 0 0,1 0 0,0 0-1,-1 0 1,1 0 0,0 0 0,-1 1-1,1-1 1,0 1 0,-1-1 0,1 1-1,-1 0 1,1 0 0,-1 0 0,1 0-1,-1 0 1,1 0 0,-1 0 0,0 0-1,0 0 1,2 3 0,8 16 354,-1 0 0,-1 1 0,-1 0 0,-1 0 0,5 25 0,-10-39-320,96 467 4176,-100-498-4385,3-36 0,0 6-358,-2-21-214,-1 19-693,7-70-1,-3 112 1043,1 0-1,0 0 1,0 1 0,11-24-1,-13 34 330,0-1-1,0 1 1,1 0 0,0 0-1,-1 0 1,1 0 0,0 1-1,1-1 1,-1 0-1,0 1 1,1 0 0,-1-1-1,1 1 1,0 0 0,0 0-1,-1 1 1,1-1-1,1 0 1,-1 1 0,0 0-1,0 0 1,0 0 0,1 0-1,5 0 1,-4 0 96,-1 1 1,1 0-1,0 1 0,-1-1 1,1 1-1,-1 0 0,1 0 1,-1 1-1,6 1 1,-7-1-32,-1 0 0,1 0 1,0 0-1,-1 1 0,0-1 0,1 1 1,-1-1-1,0 1 0,0 0 1,-1-1-1,1 1 0,0 0 1,1 5-1,6 14 429,-2 1 0,0 0 0,7 42 0,1 73 340,-14-133-810,-1 10 156,0-4-434,4-35-14466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1 506 6451,'0'0'9607,"-1"-2"-8372,1 1-1187,0 0 0,0 0 0,0 0 0,0 0-1,1 1 1,-1-1 0,0 0 0,0 0 0,1 0 0,-1 0-1,1 1 1,-1-1 0,0 0 0,1 0 0,-1 1 0,1-1-1,0 0 1,-1 1 0,1-1 0,0 1 0,-1-1-1,2 0 1,24-18 284,-7 6-88,90-85 240,-95 84-601,-2 0 1,1-2-1,-2 1 0,0-1 0,14-29 1,-21 34-199,-1 0 1,0 0 0,-1-1 0,0 1 0,0-1 0,-2 1 0,1-1-1,-2-13 1,1 7-263,-1 14 545,1 0 0,0 0 0,-1 0 0,0 0 0,0 1 0,0-1 0,-1 0 0,1 1 0,-1-1-1,1 1 1,-1 0 0,0-1 0,-1 1 0,1 0 0,-1 0 0,1 0 0,-1 1 0,0-1 0,0 1-1,0-1 1,0 1 0,0 0 0,-1 0 0,1 0 0,-1 1 0,1-1 0,-6-1 0,-5-1 70,0 0 0,0 1 0,-1 0 0,1 2 1,-30-1-1,42 2-6,-1 0-1,1 1 1,-1-1 0,1 1 0,-1 0 0,1 0 0,-1 0-1,1 0 1,-1 0 0,1 1 0,0-1 0,0 1 0,0-1 0,0 1-1,0 0 1,0 0 0,0 0 0,1 0 0,-1 0 0,1 0-1,-1 0 1,1 0 0,0 1 0,0-1 0,0 1 0,0-1 0,-1 6-1,-2 7 273,0 0 0,1 1 0,-1 22 0,4-34-218,-4 271 4353,5-253-4101,1-1 0,1 0 1,1 0-1,1-1 0,13 36 0,-13-42-195,1-1-1,0-1 1,1 1-1,1-1 1,0-1 0,0 1-1,1-1 1,1-1-1,15 14 1,-18-19-138,-1 0 0,1-1 0,0 0 0,0-1 0,0 1 0,1-1 0,-1-1 0,1 1 0,-1-1 0,1-1 0,0 0 0,0 0 1,0 0-1,0-1 0,0 0 0,0 0 0,0-1 0,0 0 0,-1-1 0,1 1 0,0-1 0,-1-1 0,1 0 0,-1 0 0,0 0 0,13-9 0,-4-1-319,-1-1 0,-1 0 0,-1-1 0,0-1 1,0 0-1,-2 0 0,16-30 0,-10 12-1964,-1-2-1,-1 0 1,10-42 0,-6 3-5686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5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 8580,'0'0'5522,"-7"-4"-3849,9 386 5016,21 188-3693,-15-506-2795,-4-45-557,1 35 1,-4-102-1618,-2-53-3271,0 84 1687,-7-32-1,-8-1-6436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11973,'0'0'9621,"230"0"-9157,-171-4-384,-10-2-80,-3 6-112,-15-3-752,-7 3-1345,-13 0-2241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1 421 11589,'0'0'8049,"14"-9"-7534,36-27-392,-1-3 0,77-80-1,-115 108-292,-1-1-1,-1 0 1,0-1-1,10-19 1,-16 26-21,-1 0 1,1-1-1,-1 1 0,0-1 1,0 0-1,-1 0 0,0 0 1,0 0-1,-1 1 1,0-1-1,-1-14 0,1 19 173,-1 0 1,0 0-1,0 0 0,0 0 0,0 0 0,0 0 0,-1 0 0,1 1 0,0-1 1,-1 0-1,1 1 0,-1-1 0,0 1 0,1-1 0,-1 1 0,0 0 0,0 0 1,0 0-1,0 0 0,0 0 0,0 0 0,0 1 0,0-1 0,-4 0 1,-5-2-39,1 2 0,0-1 0,-21 0 1,25 2 50,1 0 3,1 0 1,0 0-1,-1 1 1,1-1-1,0 1 1,-5 1-1,7-1 4,0 0 1,0 0-1,1 0 0,-1 0 1,0 0-1,1 0 0,-1 1 1,1-1-1,0 1 0,-1-1 1,1 1-1,0-1 0,0 1 1,0 0-1,0 0 0,-1 2 1,-4 10 124,1 1 0,0 0 0,1 0 0,1 0 0,-3 28 0,3 82 1607,3-91-1096,0 22 204,-2-11 327,9 75 0,-6-108-1031,1 0 0,0-1 1,1 1-1,1-1 0,-1 0 1,2 0-1,0 0 1,0 0-1,1-1 0,0 0 1,11 13-1,-13-19-131,0 1 1,1-1-1,-1-1 0,1 1 1,0-1-1,0 0 0,1 0 1,-1 0-1,1-1 0,-1 1 1,1-1-1,0-1 0,-1 1 1,1-1-1,0 0 0,0 0 1,0-1-1,0 0 0,12-1 1,-9 0-94,0 0-1,0-1 1,0 0 0,0-1-1,-1 0 1,1 0 0,-1-1 0,1 0-1,-1-1 1,-1 0 0,15-11 0,-6 2-1019,-1 0 0,-1-2 0,-1 0 0,0 0 0,-1-1 1,-1-1-1,17-33 0,-6-8-4994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46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9188,'0'0'9501,"0"34"-7615,1 221 1385,0-205-2600,-1 15 461,13 89-1,-6-131-894,-2-16-128,-4-7-102,-1 0-1,0-1 1,0 1 0,1 0-1,-1 0 1,0 0-1,1-1 1,-1 1-1,0 0 1,0 0-1,0-1 1,1 1-1,-1 0 1,0 0-1,0-1 1,0 1-1,1 0 1,-1-1-1,0 1 1,0 0-1,0-1 1,0 1-1,0 0 1,0-1-1,0 1 1,0 0-1,0-1 1,0 1-1,0-1 1,23-140-791,-13 75-1183,30-117 1,-35 169 1504,0-1 1,1 1-1,0 0 0,9-13 0,-12 22 416,0 1 0,0 0 0,0 0 0,0 0 0,1 1 0,0-1 0,-1 1 0,1 0 0,1 0-1,-1 0 1,0 1 0,1-1 0,-1 1 0,1 0 0,0 0 0,4 0 0,2 0 270,-1 0 0,0 1 0,1 0 0,-1 1 0,1 0-1,-1 1 1,0 0 0,1 1 0,-1 0 0,0 0 0,0 1 0,0 1 0,0 0 0,16 9 0,-15-8-803,40 19 1743,-34-20-3701,2-2-3798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0 268 7571,'0'0'6198,"0"-8"-3585,0-29-2601,2 23-206,0 1 0,0 0 0,1 0 0,1 0 0,0 0 0,1 0 0,0 1-1,1 0 1,11-18 0,6-14 201,-22 42-3,-1 1 0,1 0 0,-1 0-1,1-1 1,0 1 0,0 0 0,0 0 0,0 0 0,-1 0 0,1 0 0,1 0 0,-1 0-1,0 0 1,0 0 0,2 0 0,-3 1 0,1-1 0,-1 1 0,1 0-1,0 0 1,-1 0 0,1 0 0,0 0 0,-1 0-1,1 0 1,-1 0 0,1 0 0,0 1 0,-1-1 0,1 0-1,0 0 1,-1 0 0,1 1 0,-1-1 0,1 0-1,-1 1 1,1-1 0,-1 1 0,1 0 0,2 2 20,0 1 1,0-1-1,0 1 1,-1 0-1,1 0 1,-1 0-1,3 8 0,11 32 948,19 88-1,-3 50 1430,-11-60-926,-19-108-1265,1 0-1,0 0 0,1-1 1,1 1-1,8 18 1,-12-31-191,0 1 0,-1-1 0,1 0 1,0 1-1,0-1 0,0 0 0,0 0 1,0 0-1,0 1 0,0-1 0,0 0 1,1-1-1,-1 1 0,0 0 0,1 0 1,-1 0-1,0-1 0,1 1 0,-1-1 1,1 1-1,-1-1 0,1 0 0,1 1 1,-1-1-9,-1-1 1,1 1 0,0-1 0,-1 1-1,1-1 1,0 0 0,-1 0 0,1 1-1,-1-1 1,1 0 0,-1-1 0,1 1-1,-1 0 1,0 0 0,0 0 0,0-1-1,1 1 1,-1-1 0,0 1 0,-1-1-1,2-2 1,17-31-467,-1 0-1,20-63 1,-27 66-829,-2-2 0,-2 1 0,5-54 0,-5-81-4898,-7 56 11417,0 135-4197,18 397 2276,100 270-678,-85-521-2250,-25-120-21,-2 1 0,0 76-1,-7-123-362,1 0 0,-1 0-1,1-1 1,-1 1 0,0 0 0,0 0 0,0-1-1,-1 1 1,1-1 0,-1 1 0,1-1 0,-1 0-1,0 0 1,1 1 0,-1-1 0,-1 0-1,1-1 1,0 1 0,0 0 0,-1-1 0,1 1-1,-1-1 1,1 1 0,-1-1 0,1 0 0,-6 1-1,-5 2-26,-1 0 0,0-1-1,-27 3 1,3-4-427,-66-3-1,99 0 449,0 1 0,0-1-1,0 0 1,0 0-1,1-1 1,-1 1-1,1-1 1,-1 0 0,1 0-1,-1 0 1,1-1-1,0 0 1,0 0-1,-6-5 1,5 2 0,1 1-1,-1-1 1,1 0 0,0 0-1,1 0 1,0 0 0,0-1-1,0 1 1,-2-9 0,0-10-122,0 0 0,2 0 0,0-1 0,2-39 0,1 28-395,6-46 0,-4 70 382,0 0 1,1 0-1,1 0 0,0 1 0,1-1 0,0 1 0,7-11 0,-1 5 40,0 0-1,1 2 1,1-1 0,0 1-1,30-26 1,-35 36 124,-1-1 0,2 2 0,-1-1 0,1 1 0,-1 1 0,1-1 0,1 1 0,-1 1 0,1 0 0,-1 0 0,1 1 0,0 0 0,0 1 0,11-1 0,-19 3-156,0-1-1,0 0 1,0 0 0,0-1-1,0 1 1,0 0 0,0-1-1,-1 1 1,1-1 0,0 1-1,0-1 1,0 0 0,-1 0-1,1 0 1,0 0 0,-1 0-1,1 0 1,-1 0 0,1-1-1,-1 1 1,1 0 0,-1-1-1,0 0 1,0 1 0,0-1-1,0 1 1,0-1 0,0 0-1,0 0 1,0-2 0,10-26-5234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297 102 5507,'0'0'8854,"0"-6"-8187,0 3-614,0 1-20,0-1-1,0 1 1,0-1 0,0 1 0,0 0-1,0-1 1,-1 1 0,1-1 0,-1 1-1,0 0 1,0 0 0,0-1 0,0 1-1,0 0 1,0 0 0,-1 0-1,1 0 1,-1 0 0,1 0 0,-1 0-1,0 1 1,-2-3 0,-1 0 33,-1 0 0,1 0-1,-1 0 1,0 1 0,-1-1 0,1 2 0,0-1 0,-1 1 0,0-1-1,1 2 1,-9-2 0,-1 1-56,0 1 0,0 0 0,-26 3 0,40-2-5,0 1 0,-1-1 1,1 1-1,0 0 1,0 0-1,0 0 0,0 0 1,0 0-1,0 0 1,1 0-1,-1 1 0,0-1 1,1 1-1,-1-1 0,1 1 1,-1 0-1,1 0 1,0-1-1,-1 1 0,0 2 1,-3 7 88,0-1 0,-6 19 1,10-26-65,-9 29 421,2 0-1,1 0 1,-5 58-1,7 101 2457,4-190-2888,1 0 1,0 0-1,0-1 0,0 1 0,0 0 0,1 0 0,-1-1 1,0 1-1,0 0 0,0 0 0,1-1 0,-1 1 0,0 0 1,0-1-1,1 1 0,-1 0 0,1-1 0,-1 1 0,1-1 1,-1 1-1,1-1 0,-1 1 0,1-1 0,-1 1 0,1-1 0,1 1 1,-1-1 5,0 1-1,1-1 1,-1 0 0,0 0 0,1 1 0,-1-1 0,1 0 0,-1-1 0,0 1 0,1 0-1,-1 0 1,0-1 0,3 0 0,1-1 12,0 0-1,1 0 0,-1-1 1,0 0-1,0 0 0,8-7 1,6-8-468,-2-1-1,0 0 1,-1-1 0,0-1 0,-2-1-1,-1 0 1,0 0 0,-2-2 0,-1 1-1,0-1 1,-2-1 0,-1 0-1,-1 0 1,-1 0 0,-1-1 0,1-30-1,-5 55 544,1 1 0,0-1-1,0 1 1,0 0-1,-1-1 1,1 1-1,0 0 1,0-1 0,0 1-1,0 0 1,0 0-1,0 0 1,0 0 0,0 0-1,0 0 1,-1 0-1,1 0 1,0 0-1,0 1 1,0-1 0,0 0-1,0 1 1,0-1-1,-1 0 1,1 1-1,0-1 1,1 2 0,7 8 144,-1 0 0,0 0 0,-1 1 0,0 1 0,8 17 0,-3-5-18,15 29 394,30 90 0,7 64 291,-37-100-597,-4 0-1,-6 1 1,-4 1-1,-1 132 1,-12-199-208,-2 54 63,2-93-181,0 0 0,-1 0 0,1 0 0,-1-1 0,0 1 0,0 0 1,0-1-1,0 1 0,0 0 0,0-1 0,-1 1 0,1-1 0,-1 0 0,0 0 1,0 1-1,1-1 0,-2 0 0,1-1 0,0 1 0,0 0 0,0 0 0,-1-1 1,-3 2-1,0-1-16,-1 0 0,1 0 0,-1-1 0,0 0-1,1 0 1,-1 0 0,0-1 0,-9-1 0,10 1-2,1-1 0,-1 0-1,1 0 1,-1-1 0,1 1 0,-1-1-1,1-1 1,0 1 0,0-1 0,0 1-1,0-2 1,0 1 0,1 0 0,-1-1-1,-3-5 1,-7-6-213,1-2-1,-20-30 1,31 43 182,-11-18-216,0 0 0,2-1-1,0-1 1,1 0 0,2 0-1,0-1 1,2 0 0,1-1 0,0 1-1,2-1 1,1 0 0,2 0 0,2-51-1,1 65 260,0 1 0,1-1 0,0 1-1,1 0 1,0 0 0,1 0 0,0 0 0,1 1-1,0 0 1,1 0 0,0 1 0,0-1 0,11-8-1,7-8 100,1 2-1,2 1 1,31-20-1,6 6-17,-44 27-473,26-19 1,-42 25-411,0 0 0,-1 0 0,1 0 0,-1 0 0,0-1 0,4-6 0,10-16-6294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11 107 2465,'0'0'8721,"-2"-9"-7899,-2-11 1218,-1-42 610,7 289-582,-3-80-187,1-87-1246,0-14 293,10 80 1,-4-110-352,-3-16-310,-2-12-154,-1-443-6198,0 443 5963,1 0 1,0 1-1,0-1 0,1 0 1,1 1-1,0-1 1,5-13-1,-6 21 165,-1 1 0,1-1-1,0 1 1,0 0 0,0 0 0,0 0-1,0 0 1,1 0 0,0 0 0,-1 0-1,1 1 1,0-1 0,0 1 0,0 0-1,1 0 1,-1 0 0,0 1 0,1-1-1,-1 1 1,1-1 0,-1 1 0,1 1-1,0-1 1,0 0 0,-1 1 0,6-1-1,-5 1 31,-1 1 0,1-1-1,0 1 1,0-1 0,-1 1-1,1 0 1,0 0 0,-1 1-1,1-1 1,-1 1 0,0-1 0,1 1-1,-1 0 1,0 1 0,0-1-1,0 0 1,-1 1 0,6 5-1,0 4 223,0-1 0,-1 1 0,11 26 0,-14-30-177,12 28 448,-2 1 0,-1 1-1,7 38 1,15 120 1042,-14-65-717,-19-127-701,-1-14-189,-1-25-194,0 32 179,0-25-238,-5-315-4850,3 195 1964,2 145 3118,0-1-1,0 1 0,1 0 1,-1 0-1,1-1 0,-1 1 1,1 0-1,0 0 0,0 0 1,1 0-1,-1 0 1,3-5-1,-2 6 63,0 1 1,-1-1-1,1 0 0,0 1 0,0-1 1,0 1-1,0-1 0,1 1 1,-1 0-1,0 0 0,1 0 1,-1 0-1,0 0 0,1 1 1,-1-1-1,1 1 0,2-1 1,0 0 59,1 0 0,0 1 1,-1-1-1,1 1 0,-1 0 1,1 0-1,0 1 0,-1 0 0,1 0 1,-1 0-1,1 0 0,-1 1 1,0 0-1,0 0 0,0 1 1,0-1-1,0 1 0,0 0 1,0 1-1,-1-1 0,0 1 0,5 5 1,2 4 131,-1 1 0,-1 0 1,0 1-1,-1 0 0,0 0 0,-1 1 1,-1-1-1,-1 2 0,5 20 0,-3 1-294,-2-1 0,-1 1 0,-2 43 0,-2-81-208,0 0 1,-1 1-1,1-1 1,-1 0-1,1 1 0,-1-1 1,1 0-1,-1 1 1,1-1-1,-1 0 0,1 0 1,-1 0-1,1 1 0,-1-1 1,0 0-1,1 0 1,-1 0-1,1 0 0,-1 0 1,1 0-1,-1 0 0,0 0 1,1-1-1,-1 1 1,1 0-1,-1 0 0,1 0 1,-1 0-1,1-1 0,-1 1 1,0-1-1,-13-9-9208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1 371 3282,'0'0'13302,"10"-13"-13164,6-9-78,43-55 219,-44 59-263,-1 0 0,24-41 0,-33 50-344,-1 0 1,0-1-1,0 0 0,-1 1 1,0-1-1,-1 0 1,-1-1-1,1 1 1,-1-14-1,-1 17-80,0 4 198,1 0 0,-1 1 0,-1-1 0,1 0 0,0 0 0,-1 1 0,1-1 0,-2-3 0,1 5 200,1 0 0,-1 0 1,0 0-1,0 0 0,0 1 0,1-1 0,-1 0 0,0 0 1,0 1-1,0-1 0,0 1 0,0-1 0,-1 1 1,1-1-1,0 1 0,0-1 0,0 1 0,0 0 0,0 0 1,0 0-1,-1 0 0,-1 0 0,-88-4 1240,90 4-1195,-1 0 0,1 1-1,0-1 1,-1 0 0,1 1 0,0-1-1,0 1 1,-1 0 0,1-1-1,0 1 1,0 0 0,0 0 0,0 0-1,0 0 1,0-1 0,0 2 0,0-1-1,0 0 1,0 0 0,1 0 0,-1 0-1,0 0 1,1 1 0,-1-1 0,1 0-1,-1 0 1,1 1 0,0-1 0,-1 3-1,-1 6 196,0 0 0,0 20 0,2-28-190,-2 67 2026,8 100 1,-3-144-1650,0-1 1,2 0 0,1-1 0,1 1 0,1-1-1,1 0 1,20 35 0,-24-50-348,0 0 1,1 0-1,0 0 1,0-1-1,1 0 1,0 0-1,0-1 1,0 0-1,1 0 1,0 0-1,1-1 1,9 4-1,-13-7-65,0 0 0,0 0-1,0 0 1,0-1 0,0 0 0,1 0-1,-1-1 1,1 1 0,-1-1 0,0 0-1,1-1 1,-1 1 0,0-1-1,1 0 1,-1 0 0,0-1 0,0 0-1,0 1 1,0-2 0,0 1 0,0-1-1,-1 1 1,8-7 0,-1 0-219,-1-1 0,0 0 0,-1-1 0,0 0 0,-1 0 0,0-1 0,-1 0 0,7-15 0,-5 8-931,-1 0 0,-1 0 0,-1-1 0,-1 0 0,4-23 0,-6-21-4583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3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33 7251,'0'0'9666,"-1"8"-8911,-5 55 1470,5 89 0,2-80-1358,0-27-411,2-1-1,17 85 0,-20-198-695,-1-8-586,5-106-3257,-2 168 3480,0 0-1,2 1 1,0-1-1,0 1 1,1 0-1,1 0 1,13-22-1,-16 31 575,0-1-1,1 1 0,-1 0 0,1 0 0,0 0 0,1 0 0,-1 1 0,1 0 0,0 0 0,0 0 0,0 0 0,1 1 1,-1 0-1,1 0 0,0 1 0,0-1 0,0 1 0,0 0 0,0 1 0,8-2 0,-6 3 251,1-1 221,0 1 1,0 0 0,16 2-1,-22-2-354,-1 1 0,1 0 0,0-1 0,-1 1 0,1 1 0,-1-1 0,1 0 0,-1 1 0,0-1 0,1 1 0,-1-1 0,0 1 0,0 0 0,0 0 0,0 0 0,1 3 0,5 8 280,0 0 0,-1 0 1,-1 0-1,0 1 0,-1 0 0,0 1 0,-1-1 0,-1 1 0,2 18 0,0 20 727,-3 67-1,-2-82-886,0-46-4800,0-22 380,0-10-2391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4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220 154 7716,'0'0'4143,"0"-11"-3015,1-2-791,0 1 307,0-1 0,-1 1 0,0 0 0,-4-19 0,4 28-639,-1 1 0,0 0 1,0-1-1,1 1 0,-2 0 1,1-1-1,0 1 0,0 0 1,-1 0-1,1 0 0,-1 0 1,1 0-1,-1 1 0,0-1 1,0 0-1,0 1 0,0-1 1,0 1-1,-4-3 0,1 2 5,-1 1 0,1-1-1,-1 1 1,0 0 0,1 1-1,-1-1 1,-8 1 0,11 0-3,1 1 1,0-1 0,-1 0-1,1 1 1,0 0-1,0 0 1,-1-1 0,1 1-1,0 0 1,0 1-1,0-1 1,0 0 0,0 1-1,0-1 1,1 1 0,-1-1-1,0 1 1,1 0-1,-1 0 1,1 0 0,0 0-1,-2 3 1,-3 6 78,1 0 0,0 0 1,-3 15-1,3-10 63,-9 25 674,2 1-1,2 0 1,2 1 0,1 0-1,0 76 1,7-118-814,0-1 1,0 1-1,1-1 0,-1 1 0,1-1 1,-1 1-1,0-1 0,1 1 1,-1-1-1,1 0 0,-1 1 1,1-1-1,-1 0 0,1 1 0,-1-1 1,1 0-1,0 0 0,-1 1 1,1-1-1,-1 0 0,1 0 1,0 0-1,-1 0 0,1 0 1,-1 0-1,1 0 0,0 0 0,-1 0 1,1 0-1,-1 0 0,1 0 1,0-1-1,0 1 0,3 0 27,-1-1-32,-1 1 1,1-1-1,0 1 0,0-1 1,0 0-1,-1 0 0,1 0 0,0-1 1,-1 1-1,1-1 0,-1 1 1,1-1-1,-1 0 0,0 0 0,0 0 1,0 0-1,2-2 0,6-8-93,-1-1-1,9-14 1,-6 9-115,3-6-660,-1-1 1,18-41-1,-20 33-1157,-1-1-1,-1-1 1,7-49-1,-17 83 2103,0 1 0,0-1 1,0 1-1,0 0 0,0-1 0,1 1 0,-1 0 0,0-1 0,0 1 0,0 0 0,0-1 0,1 1 0,-1 0 0,0-1 1,0 1-1,1 0 0,-1-1 0,0 1 0,1 0 0,-1 0 0,0-1 0,0 1 0,1 0 0,-1 0 0,1 0 0,-1 0 0,0-1 1,1 1-1,-1 0 0,0 0 0,1 0 0,0 0 29,0 0 0,0 0 0,0 1 0,0-1 0,-1 0 0,1 0 0,0 1 0,0-1 0,-1 1 0,1-1 0,0 0 0,-1 1 0,1 0 0,0-1 0,-1 1 0,1-1 0,-1 1 0,2 1 0,57 85 3090,-14-17-2193,-17-31-790,-2 1 0,-2 2-1,-2 0 1,-1 2 0,-3 0-1,-1 1 1,-3 1-1,-1 0 1,11 85 0,-16-53 171,-4 0 1,-7 112 0,1-170-356,-1 0 1,-1 0 0,-1 0-1,-1-1 1,0 1-1,-2-2 1,0 1 0,-1-1-1,-1 0 1,0 0 0,-1-1-1,-2-1 1,1 0 0,-2-1-1,0 0 1,0-1 0,-18 12-1,25-21-42,0 0 0,-1-1-1,1 0 1,-1-1 0,0 0-1,0 0 1,0 0 0,-1-1 0,1-1-1,0 1 1,-1-1 0,0-1-1,1 1 1,-1-1 0,-15-3 0,17 2-83,0-1 0,-1 0 0,1 0 0,0 0 0,1-1 0,-1 0 0,0-1 1,1 1-1,-1-1 0,1 0 0,0-1 0,1 0 0,-1 0 0,1 0 0,0 0 1,0-1-1,1 0 0,-5-7 0,3 3-293,1 0 1,0-1-1,1 1 1,0-1-1,1 0 1,-3-19-1,3 3-2113,0-47-1,3-10-4677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48 8820,'0'0'6630,"-3"-6"-5961,2 2-507,-10-19 316,10 22-388,1 0-1,-1 0 1,0 0 0,0 0 0,0 0 0,0 1 0,0-1 0,0 0 0,0 0-1,0 0 1,0 1 0,0-1 0,0 1 0,0-1 0,0 1 0,-1-1-1,1 1 1,0 0 0,0-1 0,-3 1 0,-15 0 250,12-1-283,-1 1 0,0 0 0,0 1 0,-9 2 0,14-3-55,0 1 0,0 1 0,0-1 0,0 0 0,0 1-1,0 0 1,0-1 0,1 1 0,-1 0 0,1 1-1,-1-1 1,1 0 0,-3 4 0,-10 15 93,1 0-1,0 0 1,2 2 0,1-1 0,-11 31 0,10-18 393,1 2 0,-11 68 0,19-73 89,0 41 1,3-68-535,0-5-38,0 1 0,0-1 0,0 1 1,-1-1-1,1 1 0,0 0 1,0-1-1,0 1 0,0-1 0,0 1 1,0 0-1,0-1 0,0 1 1,0-1-1,1 1 0,-1-1 0,0 1 1,0 0-1,0-1 0,1 1 1,-1-1-1,0 1 0,1-1 0,-1 1 1,0-1-1,1 1 0,-1-1 1,1 0-1,-1 1 0,1-1 0,-1 0 1,1 1-1,-1-1 0,1 0 1,-1 1-1,1-1 0,-1 0 0,1 0 1,-1 0-1,1 1 0,-1-1 1,1 0-1,0 0 0,-1 0 0,1 0 1,-1 0-1,1 0 0,0 0 1,-1 0-1,1 0 0,-1-1 0,2 1 1,3-1 1,1 0 0,-1 0 0,1-1 0,-1 0 0,0 0 0,0 0 0,1 0 0,-2-1 0,1 0 0,0 0 0,-1 0 0,1-1 0,-1 0 0,0 1 0,0-1 0,5-7 0,11-13-322,27-45 1,-38 56 130,15-25-1247,25-54-1,-41 74 986,0 0 0,-2 0-1,0 0 1,-1-1-1,4-31 1,-9 49 585,0 0 0,0-1 1,0 1-1,0 0 0,1 0 0,-1 0 1,0 0-1,1-1 0,-1 1 0,1 0 1,-1 0-1,1 0 0,-1 0 0,1 0 1,0 0-1,-1 0 0,2-1 0,-1 2-90,-1-1-1,1 1 0,-1 0 1,1 0-1,0 0 1,-1 0-1,1 0 1,-1 0-1,1 0 0,0 0 1,-1 0-1,1 0 1,-1 0-1,1 0 0,-1 0 1,1 0-1,-1 0 1,1 1-1,0-1 0,-1 0 1,1 0-1,-1 1 1,1-1-1,0 1 1,3 2 31,0 0 0,-1 1 1,1 0-1,-1 0 0,0-1 1,4 6-1,98 169 742,-89-144-792,-2 0 1,-1 1 0,14 55 0,-17-27-1,-3 0 0,-2 0 1,-5 65-1,0-99-10,0 0 10,-1 0 1,-2 0-1,-1 0 1,-1-1-1,-13 44 1,13-58-34,-1 0 0,0 1 1,-1-2-1,-1 1 1,0-1-1,0 0 1,-1-1-1,-1 0 1,0-1-1,-1 1 1,0-2-1,-16 12 0,20-17-10,-1-1 0,0 1 0,0-1-1,0-1 1,-1 1 0,0-2 0,1 1-1,-11 1 1,14-3-58,-1 0 0,1-1 1,-1 1-1,0-1 0,1 0 0,-1-1 0,0 1 0,1-1 1,-1 0-1,1-1 0,-1 1 0,1-1 0,0 0 0,-7-4 1,5 2-119,1-2 1,0 1 0,1 0 0,-1-1 0,1 0-1,0 0 1,0-1 0,1 1 0,-5-12 0,0 2-839,2-1 0,0-1 0,-5-21 0,-4-37-3932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5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9076,'0'0'8153,"3"-5"-7611,1 0-390,10-14 2257,-14 33-2262,3 44 564,2 0 1,3-1 0,16 60-1,-20-99-505,0 1 0,2-1 0,0 0-1,1 0 1,1-1 0,0 1 0,17 23-1,-23-38-187,1 0 0,-1-1 0,0 1-1,1-1 1,-1 1 0,1-1-1,0 0 1,0 0 0,0 0-1,0 0 1,0-1 0,0 1-1,0-1 1,5 1 0,-5-1-10,-1-1 1,1 0-1,0 1 1,0-2-1,-1 1 1,1 0-1,0 0 1,0-1-1,0 0 1,-1 1-1,1-1 1,0 0-1,-1 0 1,4-2-1,2-2-12,-1-1 0,1 0 0,-1 0 0,-1 0 0,1-1 0,-1 0 0,0-1 0,-1 1 0,6-10 0,4-8-463,0-1 0,-2-1 1,-1 0-1,-1-1 0,-1 0 1,-2-1-1,-1 0 0,-1 0 1,-1 0-1,1-59 1,-6 23 1941,-7 77-1219,7-3-1029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5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88 11221,'-1'0'9094,"-1"12"-8277,2 471 3740,0-474-4464,0 17 97,0-26-182,0 1-1,0-1 1,0 1-1,0-1 1,0 1-1,0-1 1,0 1-1,1-1 1,-1 1-1,0-1 1,0 1-1,0-1 1,1 1-1,-1-1 1,0 1-1,0-1 1,1 1-1,-1-1 1,0 1-1,1-1 1,-1 0-1,1 1 1,-1-1-1,1 0 1,-1 1-1,0-1 1,1 0-1,-1 0 1,1 1-1,-1-1 0,2 0 1,3-6 13,37-135-668,-18 53-288,-8 34-816,41-91 0,-49 128 1377,1 0 1,1 1-1,1 0 1,0 0-1,1 1 1,0 0-1,1 1 0,29-23 1,-37 33 390,1 0 1,0 1-1,0-1 1,0 1-1,0 0 0,0 1 1,1-1-1,-1 1 1,1 1-1,0-1 1,0 1-1,-1 0 0,1 1 1,13 0-1,-17 0 64,-1 0 1,1 1-1,0-1 0,-1 1 0,1 0 0,-1 0 0,1 0 1,-1 0-1,1 0 0,-1 1 0,1-1 0,-1 1 0,0-1 1,4 5-1,-2-2 52,0 1 0,0 0 0,-1-1 0,0 1 0,0 1 0,4 7 1,0 6 263,-1 0 0,-1 0 0,4 23 0,0 25 473,-4 1 0,-3 82 0,-2-104-777,-24-45-1241,23-1 1051,1 0 0,-1 0 0,0 0 0,0 0 0,0 0-1,1 0 1,-1 0 0,0-1 0,0 1 0,1 0 0,-1 0-1,0-1 1,0 1 0,1-1 0,-1 1 0,0 0 0,1-1-1,-1 1 1,0-1 0,1 0 0,-1 1 0,1-1 0,-1 1-1,1-1 1,0 0 0,-1 1 0,1-1 0,-1 0 0,1-1-1,-3-26-2081,4 20 1273,-1-31-3405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213 123 2193,'0'0'11461,"0"-6"-9953,0-1-1024,-1 0 0,0 1 1,0-1-1,-1 0 1,0 1-1,-5-13 0,-11-16 1018,17 34-1482,0-1 0,0 1-1,0 0 1,0-1-1,0 1 1,0 0 0,0 0-1,0 0 1,0 0 0,-1 0-1,1 0 1,0 0-1,-1 1 1,1-1 0,-1 0-1,1 1 1,0-1-1,-1 1 1,-2-1 0,-69-2 22,71 3-41,0 1-1,0-1 0,0 1 1,0-1-1,0 1 0,0 0 1,1 0-1,-1 0 0,0 0 0,0 0 1,1 0-1,-1 0 0,1 1 1,-1-1-1,1 1 0,-1-1 1,1 1-1,0-1 0,0 1 0,-2 2 1,-1 4 6,-1 0 1,1 0 0,-3 11 0,0 7 292,1 0 1,2 0-1,0 0 1,2 1-1,1 36 1,1-33 86,-1-9-93,2 165 1776,-1-181-2035,1-1 1,-1 0-1,1 1 1,0-1-1,0 0 0,0 0 1,0 0-1,1 0 1,-1 0-1,1 0 1,0 0-1,5 6 1,-5-8-18,1 0 0,-1 0 0,0 0 1,1 0-1,0 0 0,-1-1 1,1 1-1,0-1 0,0 0 1,0 0-1,0 0 0,0 0 0,0-1 1,0 1-1,0-1 0,0 1 1,0-1-1,4-1 0,-3 1-16,1-1 1,-1 0-1,0 0 0,0 0 0,0-1 0,0 1 0,0-1 0,0 0 1,-1 0-1,1-1 0,0 1 0,-1-1 0,0 0 0,0 0 1,0 0-1,0 0 0,0 0 0,3-6 0,8-10-194,-2-1 0,12-24 0,-19 34 58,4-7-254,-2 0 1,0-1-1,-1 0 1,0 0-1,5-36 1,-7 10-1147,-1-60 1,-3 11 2080,1 97 149,16 216 1899,-3-22-1844,-13-194-768,-1 1 0,1 0 1,0 0-1,0 0 1,1 0-1,0-1 1,-1 1-1,1-1 1,4 7-1,-4-10-118,-1 1 0,0-1 0,1 0 0,-1 1-1,1-1 1,0 0 0,-1 0 0,1 0 0,0 0 0,0 0 0,-1-1-1,1 1 1,0-1 0,0 1 0,0-1 0,0 1 0,0-1 0,0 0 0,0 0-1,0 0 1,0 0 0,0 0 0,-1-1 0,1 1 0,3-1 0,0-1-251,-1 0 1,0 1-1,0-1 1,-1-1-1,1 1 1,0 0-1,-1-1 1,1 0 0,-1 0-1,0 0 1,0 0-1,0 0 1,0-1-1,2-4 1,-5 8 367,29-40-4643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7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 8244,'0'0'6301,"-2"-3"-5927,2 2-342,0 1 1,-1-1-1,1 1 0,0 0 1,0-1-1,0 1 1,0-1-1,0 1 0,-1-1 1,1 1-1,0 0 1,0-1-1,-1 1 0,1 0 1,0-1-1,-1 1 1,1 0-1,0-1 0,-1 1 1,1 0-1,-1 0 1,1-1-1,0 1 0,-1 0 1,1 0-1,-1 0 1,1 0-1,-1-1 0,1 1 1,-1 0-1,-1 18 1143,1-5-1118,-3 547 5444,6-325-4677,-2 21-208,-1-251-578,1 1 0,0-1 0,0 0 0,1 1 0,0-1 0,0 0 0,3 10 1,2-9-30,-5-11-70,0 5 48,23-167-3605,4-22-6917,-14 136 5394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7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41 5763,'0'0'12080,"13"-6"-11419,51-28 201,-76 34-200,-17 0-556,-12-1 75,-74 9 0,103-6-180,0 0-1,0 1 0,1 0 1,-1 1-1,1 0 0,0 1 1,0 0-1,1 1 0,0 0 0,0 0 1,-11 10-1,18-13-1,0 0-1,0 1 1,0-1 0,1 1-1,-1-1 1,1 1-1,0 0 1,0 0 0,0 0-1,1 0 1,-1 0 0,1 0-1,-1 8 1,0 1 83,1 1-1,2 26 1,-1-29-14,1-3 4,1-1 1,0 1 0,0-1 0,0 1 0,1-1 0,0 0-1,0 0 1,1 0 0,0 0 0,0 0 0,1-1 0,0 0 0,0 0-1,0 0 1,1-1 0,-1 1 0,13 7 0,-1-1 43,1 0 0,0-1 1,1-1-1,0 0 0,29 9 0,-40-16-199,0 0 0,0-1-1,1 0 1,-1 0-1,1-1 1,8 0-1,-16-1 26,-1 0 0,1 0 0,-1 0 0,1 0 0,-1-1 0,1 1 0,-1 0 0,1 0 0,-1-1 0,1 1 0,-1 0 0,1-1 0,-1 1 0,0 0 0,1-1 0,-1 1 0,0-1 0,1 1 0,-1-1 0,0 1 0,1-1 0,-1 1 0,0-1 0,0 1 0,0-1 0,1 1 0,-1-1 0,0 1 0,0-1 0,0 1 0,0-2 0,0 2-7,18-66-5815,-4 26-677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99 4130,'0'0'12254,"-5"-9"-11758,-13-28-336,12 25-39,6 10-45,0 1 0,-1 0 0,1-1 1,-1 1-1,0 0 0,1-1 0,-1 1 1,0 0-1,0 0 0,1 0 1,-1 0-1,0-1 0,0 1 0,0 1 1,0-1-1,-1 0 0,1 0 0,0 0 1,0 0-1,-1 1 0,-1-2 0,0 1-15,-7-3 31,0 1 0,0 1 0,0 0 0,0 0 0,0 1 0,0 1-1,-1-1 1,-11 2 0,7 0-38,7-1-52,4-1-2,-1 1-1,0 0 1,0 1 0,0-1 0,1 1-1,-9 2 1,11-2 12,0 0-1,0 0 1,0 1 0,0-1 0,0 1-1,1-1 1,-1 1 0,0-1 0,1 1 0,-1 0-1,1 0 1,0 0 0,-1 0 0,1 0-1,0 0 1,-1 4 0,-4 14 206,0 1 0,1-1 0,1 1 0,1 1 0,1-1 0,1 31 1,0-22 223,-2 272 2762,3-299-3177,0 0 1,0 1-1,1-1 1,-1 0 0,0 0-1,1 0 1,0 0-1,0 0 1,0 0-1,0 0 1,0 0-1,1 0 1,-1-1-1,1 1 1,0-1-1,0 1 1,4 4-1,-4-6-17,1 1-1,0-1 0,0 0 1,-1 0-1,1 0 0,0 0 1,0 0-1,0 0 0,0-1 0,0 0 1,0 0-1,0 0 0,0 0 1,0 0-1,0 0 0,0-1 1,0 1-1,5-3 0,-1 1-7,0 0-1,0-1 1,0 0 0,0-1-1,0 0 1,-1 0 0,1 0-1,-1 0 1,0-1 0,8-9-1,5-6-272,24-36 0,-39 52 211,11-17-506,-1 0 0,0 0 1,-2-1-1,-1-1 0,0 0 0,-2-1 0,0 0 1,-2 0-1,-1-1 0,-1 0 0,-1 0 0,-1 0 1,0-36-1,-3 15 3399,0 65-1275,-2 17-740,-8 44 0,-1 17 91,9 50-145,3-88-703,-2-54-82,1 0 1,1 0 0,-1 1 0,1-1-1,0 0 1,0 0 0,0 0-1,4 7 1,-5-11-118,2 1-1,-1 0 1,0-1 0,0 1 0,0-1-1,1 1 1,-1-1 0,0 0 0,1 0-1,0 0 1,-1 1 0,1-1 0,0 0-1,-1-1 1,1 1 0,0 0-1,0-1 1,0 1 0,0-1 0,-1 1-1,1-1 1,0 0 0,0 0 0,0 1-1,2-2 1,4 2-678,-6-1 474,0 0-1,0 0 1,0 1 0,0-1-1,-1-1 1,1 1 0,0 0 0,0 0-1,0-1 1,0 1 0,-1-1-1,1 1 1,0-1 0,0 0 0,-1 0-1,3 0 1,-2-3-801,0 1 1,0-1-1,0 1 0,0-1 0,3-7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0:5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14263,'0'0'2929,"0"38"-24,0 125-501,-1-54-668,2 33 394,2-115-1738,-3-26-320,0-2-21,0-52-985,2 1 1,13-83 0,-12 121 610,0-1 1,1 0-1,0 1 1,2 0-1,-1 0 1,2 1-1,0-1 0,0 1 1,1 1-1,1 0 1,0 0-1,1 0 1,21-19-1,-26 27 315,1 0 0,0 0 0,0 1 1,0 0-1,1 0 0,-1 1 0,1-1 0,8-1 0,-10 3 78,-1 0 1,0 1 0,0-1-1,0 1 1,0 0 0,0 0-1,1 0 1,-1 1 0,0-1-1,0 1 1,0 0 0,0 0-1,0 1 1,0-1 0,5 4-1,-2 0 75,0 1-1,-1 0 0,1 0 0,-1 0 0,-1 1 0,0 0 0,1 0 1,3 10-1,33 67 906,18 69 30,-51-124-937,0 1 0,-3 0 0,5 40 0,-10-56-138,-1-11-186,0-10-1714,0 3 1507,0-7-1263,0-1 0,-1 1-1,0 0 1,-5-18 0,-18-21-12259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2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1217,'0'0'6320,"0"-3"-5736,0-13 4237,0-16-2231,7 935 1847,-7-892-4629,1-16-1518,1-15-400,-1-35-2412,2 19 418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23 3986,'0'0'5264,"3"-4"-3960,8-10-141,-8 10-77,-12 8 4212,-9 13-4912,4-3-155,-62 44-543,-137 80 0,207-134 148,5-3 132,1-1 0,-1 1-1,0 0 1,0-1 0,0 1-1,-1-1 1,1 1-1,0-1 1,0 1 0,0-1-1,0 0 1,-2 1-1,2-1-65,14 11-76,0 0 86,21 14 0,11 8 424,1 9 1132,67 80 0,-47-48 6,-62-70-1383,-3-3-54,0 1 0,0-1-1,0 1 1,1-1 0,-1 0 0,0 1 0,1-1-1,0 0 1,-1 0 0,1 0 0,-1 0-1,1 0 1,0 0 0,0-1 0,0 1 0,-1-1-1,1 1 1,3 0 0,-1-15-467,20-113-6541,-14 79 1059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35 9780,'0'0'4309,"0"-5"-3842,0-12-243,0 5 4290,-10 14-4322,6 1-178,1 1-1,0 0 1,0 0-1,0 0 1,1 1-1,0-1 1,0 0 0,0 1-1,0 0 1,0-1-1,1 1 1,-1 7-1,-1 8 261,-1 35-1,3 148 2270,1-193-2418,1-1 0,0 0 1,0 0-1,0 1 0,1-1 0,1 0 1,4 12-1,-5-17-93,0 0 0,0-1 0,-1 0 0,2 1 0,-1-1 0,0 0 0,1 0 0,0 0 0,-1 0 0,1-1 1,0 1-1,0-1 0,1 0 0,-1 0 0,0 0 0,1 0 0,-1 0 0,1-1 0,0 0 0,6 2 0,-5-2-6,1 0 0,0 0 0,0-1 0,-1 0 0,1 0 0,0 0 0,0-1-1,0 0 1,-1 0 0,1 0 0,-1-1 0,1 1 0,-1-2 0,1 1 0,-1 0 0,0-1 0,0 0 0,7-5 0,0-4-46,1 0-1,-1 0 1,-1-1 0,19-28 0,-22 29-184,1-1 0,-2 0-1,0 0 1,-1-1-1,0 0 1,-1 0 0,0-1-1,-1 1 1,-1-1-1,0 0 1,-1 0 0,0-27-1,-2 28-65,0 2 75,0 1 1,-1-1-1,0 1 1,-3-12-1,3 19 187,0 0 0,0 1-1,0-1 1,-1 1 0,0 0-1,0-1 1,0 1 0,0 0-1,0 0 1,-1 0 0,1 1-1,-1-1 1,0 0 0,0 1-1,0 0 1,-4-3 0,1 2 23,-1 0 1,1 0 0,-1 0 0,0 1 0,0 0 0,0 0 0,0 1 0,-1 0 0,-6-1 0,-8 2 41,-37 3 1,52-2-36,-1 1 0,1 0 0,-1 0 0,1 1 0,0 0 0,0 0 0,-10 6 0,-29 12-1510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3922,'0'0'8780,"0"0"-8689,0 0 0,0-1 0,0 1 0,0 0 0,0-1 0,0 1 0,0 0-1,0 0 1,0-1 0,0 1 0,0 0 0,0-1 0,1 1 0,-1 0 0,0 0 0,0-1 0,0 1 0,0 0 0,0 0 0,1-1 0,-1 1 0,0 0 0,0 0 0,0 0 0,1-1 0,-1 1 0,0 0 0,0 0 0,0 0 0,1 0 0,-1-1-1,7 14 409,0 24 420,-1 1 0,-3-1-1,0 46 1,-1-29-90,-1-7-221,-1-24-309,0-1 1,2 1 0,0-1 0,2 1-1,8 29 1,-11-50-245,-1-1-48,0 0 0,0 0 1,0-1-1,0 1 0,0 0 0,1-1 0,-1 1 0,0 0 0,0-1 0,1 1 0,-1-1 0,1 1 0,-1 0 0,1-1 1,-1 1-1,0-1 0,1 1 0,0-1 0,-1 1 0,1-1 0,-1 0 0,1 1 0,0-1 0,-1 0 0,1 1 1,0-1-1,0 0 0,4-19-1317,3-12-1547,3-39 0,-6-1-4142,-5 18-2253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35 302 7347</inkml:trace>
  <inkml:trace contextRef="#ctx0" brushRef="#br0" timeOffset="1">35 302 7347,'-34'-235'5507,"34"229"-4371,20-7-287,8 4-145,-3-1-704,-4 1-368,-7-1-2385,-11 1-5459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6755,'0'0'7934,"9"2"-7347,29 7 62,-36-7-605,-1-1 0,0 0 1,0 0-1,0 1 1,0-1-1,0 1 0,0-1 1,0 1-1,0-1 1,0 1-1,-1 0 0,1-1 1,0 1-1,-1 0 1,0-1-1,1 1 0,-1 0 1,0 0-1,0-1 1,0 1-1,0 0 0,0 0 1,-1 0-1,1-1 1,-1 3-1,0 7 160,0 184 1914,4 255 1046,10-277-2092,-10-152-949,1 1 1,1-1 0,1 0 0,1-1-1,17 38 1,-21-53-122,0 0-1,0 0 0,1 0 1,0 0-1,0 0 1,0-1-1,0 0 0,0 1 1,1-2-1,0 1 1,0 0-1,0-1 0,0 0 1,1 0-1,-1-1 1,1 0-1,0 1 0,-1-2 1,1 1-1,0-1 1,0 0-1,0 0 0,0 0 1,0-1-1,0 0 1,0-1-1,0 1 0,0-1 1,0 0-1,0 0 1,0-1-1,0 0 0,0 0 1,-1 0-1,1-1 1,-1 0-1,7-4 1,1-2-146,-1-1 0,0 0 1,0-1-1,-1 0 1,-1-1-1,0 0 0,-1-1 1,14-23-1,-14 20-1104,0-2-1,-1 1 1,0-1-1,-2 0 1,0 0 0,6-37-1,-10 16-5020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6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3586,'0'0'5602,"0"-5"-4833,0-17 4401,3 97-3164,16 87 0,-3-42-210,1 5-203,-16-124-1557,-1 0 0,0 0 0,1 0 0,-1 0 0,0 0 0,1 0 0,-1 0 0,1 0 0,-1 0 0,1 0 0,0-1 0,-1 1 0,1 0 0,0 0 0,1 0 0,-2 0-32,1-1-1,-1 0 0,1 0 1,-1 0-1,1 1 0,-1-1 1,0 0-1,1 0 1,-1 0-1,1 0 0,-1 0 1,1 0-1,-1 0 0,1 0 1,-1 0-1,0 0 0,1 0 1,-1-1-1,1 1 0,-1 0 1,1 0-1,-1 0 1,0 0-1,1-1 0,-1 1 1,1 0-1,-1-1 0,0 1 1,1 0-1,-1 0 0,0-1 1,0 1-1,1-1 1,-1 1-1,0 0 0,0-1 1,1 0-1,4-8-2,-1 0 0,0-1 0,4-18 0,-1 7-88,8-35-1422,15-100-1,-19 85 157,-4 42 601,15-44 1,-3 14 594,-19 59 168,0 0-1,0 0 1,0-1-1,0 1 1,0 0-1,0 0 1,0 0-1,1-1 1,-1 1 0,0 0-1,0 0 1,0 0-1,0-1 1,0 1-1,1 0 1,-1 0-1,0 0 1,0 0-1,0-1 1,1 1-1,-1 0 1,0 0 0,0 0-1,1 0 1,-1 0-1,0 0 1,0 0-1,0 0 1,1 0-1,-1 0 1,0-1-1,0 1 1,1 0-1,-1 1 1,0-1 0,0 0-1,1 0 1,-1 0-1,0 0 1,0 0-1,1 0 1,-1 0-1,0 0 1,0 0-1,1 0 1,-1 1-1,0-1 1,0 0 0,0 0-1,1 0 1,-1 0-1,0 1 1,0-1-1,0 0 1,0 0-1,12 16 529,7 31 766,-1 1 1,18 86-1,8 107 1044,-33-174-1782,-6-27-202,-4-28-237,0 0 0,1-1 0,0 1 1,1 0-1,8 19 0,-6-24 25,-1-8-16,1-18-88,14-129-718,4-28-1125,-16 133 582,3 1 0,15-43 0,-21 74 828,0 0 0,1 0-1,11-19 1,-14 28 384,0-1 0,-1 1-1,1 0 1,0 0 0,0 0 0,0 0-1,0 0 1,0 0 0,1 0 0,-1 0-1,1 1 1,-1-1 0,1 1 0,-1 0-1,1 0 1,0 0 0,0 0 0,-1 0-1,1 1 1,6-1 0,-5 1 63,-1-1-2,-1 1 1,0 0 0,1 0-1,-1 0 1,1 0-1,-1 0 1,0 0-1,1 1 1,-1-1-1,0 1 1,1 0-1,-1-1 1,0 1-1,0 0 1,0 1-1,0-1 1,0 0-1,0 0 1,0 1-1,0-1 1,0 1-1,0 0 1,-1-1-1,1 1 1,2 4-1,4 9 195,0 0-1,-1 0 1,0 1-1,-1 0 1,-1 0 0,4 20-1,13 104 1054,-14 55-2024,-2-236-6639,-4 32 5362,7-25-6927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6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10853,'0'0'8321,"15"-15"-8110,6-5-183,5-6-20,30-36-1,-43 46-167,-1 0-1,-1-1 1,15-29 0,-21 36-64,-1 0 0,0 0-1,-1-1 1,0 0-1,-1 1 1,0-1-1,0 0 1,-1-13 0,-1 19 119,0 0 0,0 0 0,0 1 0,-1-1 0,1 0 1,-1 0-1,-1 1 0,1-1 0,-1 1 0,-3-8 0,3 10 101,1-1 0,-1 1-1,-1 0 1,1 0-1,0 0 1,-1 0 0,1 0-1,-1 0 1,1 1-1,-1-1 1,0 1 0,0 0-1,1 0 1,-1 0-1,0 0 1,0 0 0,-6 0-1,1-1 28,1 1 0,0 0 0,-1 1 1,1 0-1,-11 0 0,16 1 6,0-1-1,0 1 1,-1-1 0,1 1 0,0 0 0,0 0 0,0-1 0,0 2 0,0-1 0,0 0-1,1 0 1,-1 1 0,0-1 0,1 1 0,-1-1 0,1 1 0,-1 0 0,1-1 0,0 1-1,0 0 1,-1 0 0,0 4 0,-5 15 399,1 1 1,1 1-1,2-1 0,0 1 1,1-1-1,1 24 0,0-22 21,0 134 2147,1-150-2497,0-1 0,0 1-1,1 0 1,0 0 0,1-1 0,-1 1 0,2 0-1,-1-1 1,1 0 0,4 9 0,-5-13-79,1 1 0,-1-1 0,1 0 0,0 0 0,0 1 0,0-2 0,1 1 0,-1 0 0,1-1 0,-1 0 0,1 1 0,0-1 0,0-1 0,0 1 0,0-1 0,0 1 0,0-1 0,0 0 0,0-1 0,6 1 0,-3 0-9,1 0 0,-1-1-1,1 0 1,0-1-1,-1 0 1,1 0 0,-1-1-1,1 1 1,-1-2-1,0 1 1,0-1 0,0 0-1,0 0 1,9-7-1,-1-1-203,-1 0-1,0-2 1,-1 1-1,22-29 1,-13 14-1019,-2-1 0,0-1 0,23-49 0,-32 56-736,-2-1 0,-1 0 0,7-32-1,-5-19-6873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6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73 4034,'0'0'10365,"-5"-12"-9400,-14-37-143,15 37-171,4 24-390,0 3-33,4 365 4637,27-2-2309,-27-348-2442,15 85 138,-15-96-232,1-1 1,1 0 0,15 34 0,-8-32-83,-12-43-1274,-1-9-54,1 5-1611,-1 0-1,-8-52 0,-13 11-7344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14006,'0'0'7204,"216"25"-6916,-160-25-288,-4 0-112,-6-18-1905,-15-1-1841,-13 3-5026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15 421 7267,'0'0'6401,"15"-15"-5980,49-51-133,-51 51-376,0 0 0,-2-1-1,0-1 1,0 0 0,-2 0 0,0-1-1,-1 0 1,10-33 0,-17 47 10,2-6-166,-1 0 1,-1-1 0,0 1-1,0-1 1,-1 1-1,-1-1 1,-1-14-1,1 22 234,1 1-1,-1 0 1,0-1-1,0 1 0,0 0 1,0 0-1,-1 0 1,1 0-1,0 0 1,-1 0-1,0 0 1,1 0-1,-1 0 0,0 1 1,0-1-1,0 1 1,0-1-1,0 1 1,0 0-1,0 0 1,0 0-1,-1 0 0,1 0 1,-4-1-1,-4 0 289,1-1-1,0 2 1,-1-1-1,1 1 0,-11 0 1,17 2-198,1 0 0,-1-1 0,0 1 1,0 0-1,1 0 0,-1 1 0,0-1 0,1 0 1,-1 1-1,1 0 0,0-1 0,-1 1 0,1 0 0,0 0 1,0 0-1,0 1 0,1-1 0,-1 0 0,-2 5 1,-1 0 55,1 1 0,0 0 1,0 0-1,1 0 1,-4 14-1,0 16 839,3 0-1,0 0 0,4 55 0,0-58-255,0-13-265,1 0 0,0-1 1,2 1-1,0-1 0,2 0 1,8 25-1,-11-41-400,0 1 1,0 0-1,1 0 1,0-1-1,0 1 1,1-1-1,-1 0 1,1 0-1,0-1 1,1 1-1,-1-1 1,1 1-1,0-2 1,0 1-1,0 0 1,0-1-1,1 0 1,-1 0-1,1-1 1,0 1-1,-1-1 1,1 0-1,0-1 1,1 0-1,10 2 1,-7-3-54,-1 1 1,0-1 0,1-1 0,-1 0-1,1 0 1,-1 0 0,0-1 0,0-1 0,0 0-1,0 0 1,0-1 0,-1 0 0,1 0-1,-1-1 1,0 0 0,-1 0 0,8-7 0,12-9-731,-2-1 1,43-49 0,-60 61 118,0 0 0,-1-1 0,0 0 0,-1 0 0,0 0 0,0-1 0,-1 0 0,-1 0 0,0-1 0,3-20 0,-4 9-1680,0 0 0,-2-38 0,-2 53 2136,0 1 0,-1-1 0,1 1 1,-5-11-1,4 14 662,1 1 0,-1 0 0,0 0 0,-1 0 0,1 1 0,-1-1 0,1 0 0,-1 1 0,-4-4 0,7 7-419,-1-1 0,1 1 0,0 0 0,0 0 0,0 0 0,0 0 0,0 0 0,0 0-1,-1 0 1,1 0 0,0-1 0,0 1 0,0 0 0,0 0 0,-1 0 0,1 0 0,0 0 0,0 0-1,0 0 1,0 0 0,-1 0 0,1 0 0,0 0 0,0 0 0,0 0 0,0 0 0,-1 0 0,1 0 0,0 0-1,0 0 1,0 1 0,0-1 0,0 0 0,-1 0 0,1 0 0,0 0 0,0 0 0,0 0 0,0 0-1,0 0 1,0 1 0,-1-1 0,1 0 0,0 0 0,0 0 0,0 0 0,0 0 0,0 1 0,0-1-1,0 0 1,0 0 0,0 0 0,0 0 0,0 1 0,0-1 0,0 0 0,0 0 0,-2 14 578,-9 511 7150,11-518-7752,0 15 47,1-21-110,-1 0 0,0-1-1,0 1 1,0 0 0,0-1 0,0 1-1,1-1 1,-1 1 0,0 0 0,0-1 0,1 1-1,-1-1 1,1 1 0,-1 0 0,0-1 0,1 1-1,-1-1 1,1 0 0,-1 1 0,1-1 0,-1 1-1,1-1 1,0 0 0,0 1 0,-1-2-3,1 1 0,0-1 0,-1 1 0,1-1 0,-1 1 0,1-1 0,-1 0 0,1 1 0,-1-1 0,1 0 0,-1 1 0,0-1 0,1 0 0,-1 0 1,0 1-1,0-1 0,0 0 0,1 0 0,-1 0 0,0 1 0,0-1 0,0 0 0,0 0 0,-1-1 0,2-3-21,12-77-1207,3-1 0,32-90 0,-44 160 998,1 0-1,1 0 0,0 0 1,1 1-1,0 0 0,1 0 1,1 1-1,13-15 0,-16 21 301,-1-1-1,2 2 1,-1-1-1,0 1 1,1 0-1,0 0 1,0 0-1,0 1 1,1 0-1,-1 1 1,1 0-1,-1 0 1,1 0-1,0 1 1,0 0-1,10 1 1,-9-1 76,1 1 0,-1 1-1,1-1 1,-1 2 0,1-1 0,-1 1-1,0 1 1,0-1 0,0 2 0,13 5 0,6 4 58,-26-13-434,-1 1 1,1-1 0,-1 1-1,1-1 1,-1 0 0,1 1-1,-1-1 1,1 0 0,-1 0-1,1 0 1,-1 0 0,1-1-1,-1 1 1,1 0 0,-1-1-1,1 1 1,1-1 0,4-7-5747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0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377 694 9732,'0'0'4000,"-3"-14"-3840,-11-45 18,13 57-156,0-1 0,0 1 0,0 0 0,0 0 1,0-1-1,0 1 0,-1 0 0,1 0 0,-1 0 0,0 1 0,1-1 0,-1 0 0,0 1 0,0-1 0,0 1 0,0-1 0,0 1 0,-1 0 0,1 0 0,0 0 0,0 0 0,-1 0 0,-3 0 0,-3-2 47,-3 0-19,0 1 1,-1 0-1,1 0 1,0 2-1,-1-1 1,-19 3-1,-3-1-32,30-1-9,0 0 0,0 0 1,0 0-1,0 1 0,0-1 0,0 1 0,0 1 1,1-1-1,-1 0 0,0 1 0,1 0 1,-1 0-1,1 1 0,0-1 0,0 1 1,0 0-1,0 0 0,0 0 0,0 1 0,1-1 1,0 1-1,0 0 0,-5 7 0,1 0 142,0 1 0,1 0 0,0 1 0,1 0 0,0-1 0,1 2 0,1-1 0,-4 26 0,3 7 1324,1 58-1,3-86-865,0-17-576,0-1 1,0 1-1,0 0 0,1-1 1,-1 1-1,0-1 0,0 1 0,0-1 1,1 1-1,-1-1 0,0 1 0,1-1 1,-1 1-1,0-1 0,1 1 0,-1-1 1,0 1-1,1-1 0,-1 0 0,1 1 1,-1-1-1,1 0 0,-1 1 0,1-1 1,-1 0-1,1 0 0,-1 1 1,1-1-1,-1 0 0,1 0 0,0 0 1,-1 0-1,1 0 0,-1 0 0,1 0 1,-1 0-1,1 0 0,0 0 0,-1 0 1,1 0-1,-1 0 0,1 0 0,-1-1 1,1 1-1,1-1 0,1 0 4,1 0 0,0 0 1,0-1-1,0 0 0,6-4 0,2-3 3,-1-1 0,0-1 0,0 0 1,-1 0-1,16-25 0,38-69-225,-49 76-140,-1-1 0,-1 0 0,-2 0 0,-1-1 0,-1-1 0,-2 0 0,-1 0 0,-1 0 0,-2 0 0,-1-35 0,-2 16-284,-2-71-1195,1 105 1549,-1 0 1,-1 1-1,-1-1 1,0 1-1,-8-19 1,2 4 66,-5-8 2382,15 43-2154,5 76 1144,26 150 0,-14-132-241,12 111 667,53 266 507,-81-470-2101,1 3 6,-1 0 0,1-1 0,1 1 0,-1-1 0,1 1 0,0-1 0,1 0 0,0 0 0,0-1 0,8 11 1,-12-17-36,0 0 1,0 0-1,0 0 1,0 0 0,0 0-1,0 0 1,0 0-1,0 0 1,1 0 0,-1 0-1,0 0 1,0 1-1,0-1 1,0 0 0,0 0-1,0 0 1,0 0 0,0 0-1,0 0 1,1 0-1,-1 0 1,0 0 0,0 0-1,0 0 1,0 0-1,0 0 1,0 0 0,0 0-1,0 0 1,1 0-1,-1 0 1,0 0 0,0 0-1,0 0 1,0 0 0,0 0-1,0 0 1,0 0-1,0 0 1,0-1 0,1 1-1,-1 0 1,0 0-1,0 0 1,0 0 0,0 0-1,0 0 1,0 0-1,0 0 1,0 0 0,0 0-1,0 0 1,0-1-1,0 1 1,0 0 0,0 0-1,0 0 1,0 0 0,0 0-1,0 0 1,0 0-1,0 0 1,0-1 0,1-8-525,-1 5 228,-3-66-4645,-4 22-1355,-1 4-4603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0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32 7892,'0'0'6368,"-1"-8"-5605,0 7-729,1-1 0,0 1 0,0-1 1,-1 1-1,1-1 0,-1 1 0,1 0 0,-1-1 1,0 1-1,1 0 0,-1-1 0,0 1 0,0 0 1,0 0-1,-2-2 0,2 3 1,0 0 1,-1 0-1,1 0 0,0 0 1,-1 0-1,1 0 0,0 1 1,-1-1-1,1 0 0,0 1 1,0-1-1,-1 1 0,1-1 1,0 1-1,0-1 0,0 1 1,0 0-1,0 0 0,0 0 1,0 0-1,0-1 1,0 1-1,-1 2 0,-103 98 2433,16-13-710,88-87-1758,21 0-10,0 1-1,0 0 0,0 2 1,-1 0-1,1 1 1,-1 1-1,0 1 0,-1 1 1,0 0-1,0 1 1,0 1-1,-1 1 1,-1 0-1,28 26 0,-24-18 97,-1 1-1,-1 0 1,-1 1-1,-1 1 1,0 1-1,-2 0 1,-1 1-1,-1 0 1,-1 1-1,11 36 1,-10-11 178,-3 0 0,-1 1 0,-3 1 0,-4 97 0,-1-125-185,-2 0 0,0 0-1,-11 44 1,8-54-52,0 0 0,0 0 0,-1 0 0,-1 0 0,0-1 0,-1 0 0,-11 14 0,15-22-34,0 0 0,-1 0 0,1-1 0,-1 0 0,0 0 0,0 0 0,0 0 0,-1-1 0,1 0-1,-1 0 1,1 0 0,-1-1 0,0 0 0,0 0 0,-1 0 0,1-1 0,0 0 0,0 0 0,-1-1 0,1 0 0,0 0-1,-1 0 1,1-1 0,0 1 0,0-2 0,-1 1 0,1-1 0,0 0 0,0 0 0,1 0 0,-12-7 0,8 2-82,0-1 1,0 0 0,1 0-1,0-1 1,0 0 0,1 0-1,0-1 1,0 0 0,1 0 0,1 0-1,0-1 1,0 0 0,1 0-1,-4-16 1,1-4-366,1 0-1,1-1 1,2 1 0,1-41-1,2 52 251,1 1-1,0-1 1,6-22 0,-4 30 176,0 1 0,1 0 0,0 0-1,1 0 1,0 1 0,12-17 0,-1 4 26,2 2 0,0 0 0,2 1 0,0 1 0,1 1 0,1 1 0,40-25 0,-28 22 5,-1 3 0,2 1-1,0 1 1,1 2 0,38-9-1,-50 18-589,-1 0-1,1 1 1,45 2 0,-58 1 253,1 2-3353,-10 8-3709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 1601,'0'0'5712,"-14"-1"-5582,-46 1-76,56 0 8,0 0 1,1 1-1,-1-1 1,0 1-1,1 0 0,-1 0 1,1 0-1,-1 1 1,1 0-1,-1-1 1,1 1-1,0 0 1,0 0-1,0 1 0,0-1 1,0 1-1,0-1 1,1 1-1,-1 0 1,1 0-1,0 0 1,0 0-1,0 0 0,0 1 1,1-1-1,-3 7 1,1 1 331,0 0 1,1 0-1,0 0 1,1 1-1,0-1 1,2 22-1,-1-28-305,1 0 0,0 0 0,0 0 0,1-1 0,-1 1 0,1 0 0,0-1 0,1 1 0,-1-1 0,1 0 0,-1 0 0,1 0 0,5 5 1,8 7 205,30 25 0,-14-16 109,-6-1-100,-6-7-77,33 35-1,-48-46-147,-1-1 0,1 2 0,-1-1-1,0 0 1,-1 1 0,0 0 0,0-1-1,0 1 1,-1 1 0,0-1 0,2 8-1,-2 0 174,-1 1 0,0 0 0,-1 0-1,-1-1 1,-4 28 0,3-36-237,1 0 0,-1-1 0,0 1 0,-1-1 0,1 0 0,-1 0 0,-1 0 0,1 0 0,-1-1 0,0 1 0,0-1 0,0 0 0,-1 0-1,0 0 1,-8 6 0,12-11-18,0 1-1,0 0 1,0-1-1,0 1 1,0 0-1,0-1 1,0 1-1,0-1 1,-1 0-1,1 1 1,0-1-1,0 0 1,0 0-1,-2 0 1,2 0-60,1 0-1,-1 0 1,1-1 0,-1 1 0,1 0 0,-1-1-1,1 1 1,-1-1 0,1 1 0,0 0-1,-1-1 1,1 1 0,-1-1 0,1 1 0,0-1-1,0 0 1,-1 1 0,1-1 0,0 1-1,0-1 1,0 1 0,-1-1 0,1 0 0,0 1-1,0-1 1,0 1 0,0-1 0,0 0-1,0 1 1,0-1 0,1 0 0,-1-42-3195,0-15-3411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43 192 5715,'0'0'4588,"-3"-14"-3328,-13-46-172,16 58-919,-1-1 0,0 0-1,0 1 1,0 0 0,0-1 0,0 1-1,0-1 1,-1 1 0,-1-2 0,2 3-93,1 1 0,0-1 1,-1 1-1,1-1 1,0 1-1,-1-1 0,1 1 1,0-1-1,0 1 0,0-1 1,-1 1-1,1-1 0,0 0 1,0 1-1,0-1 0,0 1 1,0-1-1,0 0 1,0 0-1,-6 0 1090,5 23-1051,1 24-99,0 35 285,10 86 0,27 70 801,-1-9-203,20 195 323,-51-391-822,10 41 1,-13-67-302,-2-6-81,0 1 1,0-1-1,0 1 1,0-1-1,0 1 1,0 0-1,0-1 1,0 1-1,0-1 1,1 1-1,-1-1 1,0 1-1,0-1 1,1 0-1,-1 1 1,0-1-1,1 1 1,-1-1-1,0 1 1,1-1-1,-1 0 1,0 1-1,1-1 1,-1 0-1,1 1 1,-1-1-1,1 0 0,-1 0 1,1 1-1,0-1 1,0 0 272,0-49-214,0 14-532,-2 0 0,-1 0 0,-9-51 1,-12-13-980,-39-226-2610,52 219 3269,4-1 0,9-116-1,-1 208 722,1 1 0,0 0 0,0 0 0,2 1 0,0-1-1,0 1 1,1 0 0,1 0 0,10-14 0,-4 8 32,1 0-1,1 1 0,0 1 1,34-29-1,-43 41 103,-1 1-1,1 0 1,0 1-1,0 0 0,0 0 1,1 0-1,-1 0 1,1 1-1,-1 0 0,1 1 1,0-1-1,0 1 1,-1 0-1,1 1 1,0 0-1,12 1 0,-16-1-10,0 1 0,1-1 0,-1 1 0,0 0 0,0 0 0,0 0 0,-1 0-1,1 0 1,0 1 0,0-1 0,-1 1 0,1 0 0,-1 0 0,1 0 0,3 4-1,-3-2 57,1 1 0,-1 0 0,0-1 0,0 1 0,-1 0 0,1 1 0,-1-1 0,1 6 0,2 8 310,-2-1 0,0 0 0,-1 1 0,-1 25 0,-1-42-392,-5 118 1356,3-106-1324,0-1 0,-1 0 0,-1 1 0,0-1 0,0-1 0,-11 21 0,-28 38 13,39-64-79,-2-1 0,1 1 1,-1-1-1,1 0 0,-2-1 1,1 0-1,-12 8 0,17-12-62,-1 0-1,0 1 1,0-1-1,0 0 1,0 0-1,0-1 0,0 1 1,0 0-1,0-1 1,-1 1-1,1-1 1,0 0-1,0 1 0,0-1 1,0 0-1,-1 0 1,1-1-1,0 1 1,0 0-1,0-1 0,0 1 1,-1-1-1,1 0 1,0 0-1,0 0 1,0 0-1,1 0 1,-1 0-1,0 0 0,0-1 1,1 1-1,-1-1 1,0 1-1,1-1 1,0 0-1,-1 1 0,1-1 1,0 0-1,-2-4 1,-2-4-940,0-1 1,1 0 0,0-1-1,1 1 1,-3-22-1,-2-32-6781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2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53 422 7395,'0'0'6566,"19"-34"-6072,59-109-324,-66 121-167,-1 0 0,12-35 1,-20 46-229,-1 0 1,-1 1 0,0-1-1,-1-21 1,0 28 106,0 1-20,0 0 0,0 0 0,0 0 0,0 1 0,0-1 0,-1 0 0,0 0 0,1 1 0,-1-1 0,0 0 0,0 1 0,-1-1 0,1 0 0,0 1 0,-3-4 0,1 4 88,1 1 1,0-1-1,-1 1 1,1-1-1,-1 1 1,1 0-1,-1-1 0,1 1 1,-1 1-1,0-1 1,0 0-1,0 1 1,1-1-1,-1 1 1,-5 0-1,0-1 39,-1 1-1,0 0 0,1 0 1,-1 1-1,1 0 1,-11 3-1,15-3 27,1 1 0,0-1 0,0 1 0,0-1 1,0 1-1,0 0 0,0 0 0,0 1 0,1-1 0,-1 1 0,1-1 0,-1 1 0,1 0 0,0 0 0,0 0 0,1 0 0,-1 0 0,-1 3 1,-1 5 248,0 0 1,0-1 0,1 1 0,1 0-1,-3 22 1,4 58 1722,2-47-1048,-1-17-178,2 0-1,0-1 1,2 1 0,10 39 0,-10-53-506,1-1 0,-1 1 0,2-1 0,0 1 0,0-2 0,1 1 0,1-1 0,0 0 0,0 0 0,1-1 0,11 9 0,-14-14-166,0 0 1,0-1-1,0 0 1,1 0-1,0-1 1,0 0-1,0 0 0,0 0 1,14 2-1,-7-3 2,0 0 0,0-1 1,0 0-1,19-3 0,-23 1-94,-1-1-1,1-1 1,-1 1-1,0-1 1,0-1-1,0 0 1,-1 0-1,1-1 1,-1 0 0,0 0-1,-1-1 1,1 0-1,-1 0 1,0-1-1,0 0 1,10-15-1,-4 4-644,0-1-1,-2 0 0,0 0 1,-1-1-1,-1-1 0,9-29 1,-5-12-3869,-11 7-2396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3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8676,'0'0'6862,"-28"34"-6107,-88 112 29,106-133-605,1 0-1,1 1 0,-11 22 1,16-28-44,0-1 0,1 1 0,0 0 0,0 12 0,0-12-51,1 2 28,0 0 0,0 0 0,1 16 0,1-24-113,-1 1-1,0-1 1,1 1-1,-1-1 0,1 0 1,0 0-1,-1 1 0,1-1 1,0 0-1,1 0 1,-1 0-1,0 0 0,1 0 1,-1 0-1,1 0 1,-1 0-1,1 0 0,0-1 1,4 3-1,8 3-16,1 0 1,0-2-1,1 0 0,0 0 1,21 2-1,34 11 68,-61-15-48,-1 1-1,0 0 1,1 1-1,-1 0 1,-1 0-1,13 10 1,-17-12-2,0 1 1,0-1 0,-1 1 0,1 0-1,-1 0 1,0 1 0,0-1-1,0 1 1,-1-1 0,1 1-1,-1 0 1,0 0 0,-1 0 0,2 6-1,-1-1 97,0 0 0,-1 0 0,-1 1 0,0-1-1,0 0 1,-1 1 0,-2 10 0,3-19-61,-1 1 1,1-1-1,-1 1 1,0-1 0,0 1-1,0-1 1,0 0-1,0 1 1,0-1-1,-1 0 1,1 0 0,-1 0-1,0 0 1,0 0-1,1 0 1,-1-1 0,0 1-1,0-1 1,-1 1-1,1-1 1,0 0-1,0 1 1,-1-1 0,1 0-1,-1-1 1,1 1-1,-1 0 1,1-1-1,-1 1 1,1-1 0,-6 0-1,7 0-16,0 0 1,0 0-1,-1 0 0,1-1 0,0 1 0,0 0 0,0-1 1,0 1-1,0-1 0,0 1 0,0-1 0,0 0 0,0 1 1,0-1-1,0 0 0,0 0 0,0 1 0,0-1 0,0 0 1,1 0-1,-1 0 0,0 0 0,1 0 0,-1 0 0,1 0 1,-1-1-1,1 1 0,0 0 0,-1 0 0,1 0 1,0 0-1,0-2 0,-2-5-20,1-1 1,1 0-1,0-13 1,1 8-66,-1-12-139,-2 1-246,2-1 0,1 1 0,2-1 0,0 1 1,1 0-1,13-40 0,-8 42-428,1 0 1,1 1-1,25-37 0,-32 52 756,1 1 0,0 0 0,0 0 0,0 0 0,0 1 0,1 0-1,0 0 1,0 0 0,1 1 0,-1 0 0,1 0 0,0 0 0,0 1-1,0 0 1,1 1 0,9-3 0,-14 4 221,0 1-1,0 0 1,0-1 0,0 1-1,0 1 1,0-1-1,0 0 1,0 1 0,0-1-1,0 1 1,0 0 0,0 0-1,0 0 1,0 0-1,-1 1 1,1-1 0,-1 1-1,1 0 1,-1-1 0,1 1-1,-1 0 1,0 1-1,0-1 1,0 0 0,0 1-1,2 2 1,2 6 458,-1 0 0,0 0 1,-1 1-1,0 0 0,3 15 0,-5-18-291,6 29 1205,-2 0-1,2 69 0,0-5-302,-8-96-1157,3 13 215,-3-19-246,0 1 0,0-1-1,0 0 1,1 1 0,-1-1-1,0 1 1,0-1 0,0 1-1,1-1 1,-1 0 0,0 1-1,1-1 1,-1 0 0,0 1-1,1-1 1,-1 0 0,0 1-1,1-1 1,-1 0 0,0 1-1,1-1 1,-1 0 0,1 0-1,-1 0 1,1 0 0,-1 1-1,1-1 1,0 0 0,-1-5-1002,-1-64-6392,-5 14-745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14263,'0'0'3585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20 4194,'0'0'10498,"-9"-1"-9823,-53-11 851,53 10-1488,0 1 0,0-1 0,1 1 0,-1 1 0,0 0 0,0 0 0,0 1 0,0 0 1,1 1-1,-1-1 0,0 2 0,1-1 0,-1 1 0,1 1 0,0-1 0,0 1 0,0 1 0,-11 8 0,9-4 22,-1 0 0,1 1-1,0 1 1,1 0 0,1 0 0,0 1-1,0 0 1,-10 21 0,11-15-31,0-1 1,2 1-1,0 1 1,1-1-1,0 1 1,0 21-1,0 214 260,5-237-247,1 40 216,4-1 1,19 90-1,42 107 719,-40-157-677,-2-7 15,17 56 729,34 224 1,-72-288-282,-4-81-771,0 1 1,-1-1-1,1 1 1,0-1 0,-1 0-1,1 1 1,-1-1-1,1 0 1,-1 1-1,1-1 1,-1 0 0,1 1-1,-1-1 1,1 0-1,-1 0 1,1 0 0,-1 0-1,0 1 1,1-1-1,-1 0 1,1 0 0,-1 0-1,1 0 1,-1 0-1,0 0 1,1-1-1,-1 1 1,1 0 0,-1 0-1,1 0 1,-1 0-1,0-1 1,-2 0-82,-4 0-103,1 0 0,0-1 1,0 1-1,0-1 0,0-1 0,1 1 0,-1-1 0,1 0 1,-1-1-1,-5-5 0,-8-6-1164,-22-25 0,28 26 509,-43-45-4051,3-3-3021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3362,'0'0'9212,"31"-17"-8492,100-57-482,-89 50-228,-25 14-267,0 1 0,1 0 1,32-10-1,-44 17 210,-1 0 0,1 1 0,0 0 1,0 0-1,0 1 0,8-1 0,-13 2 96,0-1-1,-1 1 1,1-1-1,0 1 1,-1-1 0,1 1-1,-1-1 1,1 1-1,-1 0 1,1-1 0,-1 1-1,1 0 1,-1-1-1,1 1 1,-1 0 0,0 0-1,0 0 1,1-1-1,-1 1 1,0 0-1,0 0 1,0 0 0,0 1-1,1 2 208,12 56 2510,6 83 1,-8-49-1476,-2-67-573,-3-10-2458,-5-8-4569,-1-20 826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14391,'0'0'2961,"0"-10"-10837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 3169,'0'0'9402,"-3"0"-8591,-15-3 763,18 14-1483,11 295 1774,42 276 1379,-50-550-2799,11 41 1,-5-52 60,-9-21-507,0 0-1,0 1 1,1-1-1,-1 0 1,0 0-1,0 1 1,0-1-1,0 0 1,1 1-1,-1-1 1,0 0-1,0 0 1,1 1-1,-1-1 1,0 0-1,0 0 1,1 0-1,-1 1 1,0-1-1,0 0 1,1 0-1,-1 0 1,0 0-1,1 0 1,-1 0-1,0 1 1,1-1-1,-1 0 1,0 0-1,1 0 1,-1 0-1,0 0 1,1 0-1,-1 0 1,0-1-1,1 1 1,-1 0-1,0 0 1,1 0-1,-1 0 1,0 0-1,1 0 0,-1-1 1,0 1-1,0 0 1,1 0-1,-1 0 1,0-1-1,0 1 1,1 0-1,-1 0 1,0-1-1,0 1 1,0 0-1,1-1 1,-1 1-1,0-1 1,2-4-319,1-1 1,-2 0-1,1 0 1,1-11-1,1-5-713,16-75-5356,-13 44 474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5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 3666,'0'0'11832,"-33"17"-11680,-110 58-131,51-26-6,-46 26 16,136-74-41,-21 16 0,22-16 3,1-1-1,-1 1 1,1-1 0,-1 1-1,1 0 1,-1 0-1,1-1 1,0 1-1,-1 0 1,1 0-1,0-1 1,0 1-1,-1 0 1,1 0-1,0-1 1,0 1-1,0 0 1,0 0-1,0 0 1,0 0 0,0-1-1,0 1 1,1 0-1,-1 0 1,0-1-1,0 1 1,1 0-1,-1 0 1,0-1-1,1 1 1,-1 0-1,1 0 1,-1-1-1,1 1 1,0 0-1,6 6 65,1-1-1,0-1 0,0 1 1,0-1-1,12 5 1,-6-3 87,53 27 714,142 50 0,-202-81-878,1-1 0,0 0 0,0 0 0,0-1 1,0-1-1,13 1 0,-21-2-84,1 1-1,0-1 1,-1 0-1,1 1 1,0-1-1,-1 0 1,1 0-1,-1 0 1,0 1-1,1-1 1,-1 0-1,0 0 1,1 0 0,-1 0-1,0 0 1,0 0-1,0 0 1,0 0-1,0 1 1,0-1-1,0 0 1,0-2-1,0-1-565,4-34-3676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82 3378,'0'0'7312,"-14"-1"-4785,13-2-2303,-1 0 1,1 0-1,-1 0 1,0 0-1,0 1 1,0-1-1,0 0 1,0 1-1,-1-1 1,1 1-1,-1 0 1,-5-4-1,-2-2-77,6 5-124,0-1 0,0 1 0,-1 0 1,1 0-1,-1 1 0,0-1 0,0 1 0,0 0 0,0 1 0,-9-3 0,-1 2 11,0 1-1,-24 0 1,35 2-29,-1 1 0,1 0 0,0 1 0,-1-1 0,1 1 0,0 0 0,1 0 0,-1 0 0,0 0 0,-5 7 0,0-1 4,2-2 3,0 0 1,1 1 0,0 0-1,0 1 1,0-1-1,1 1 1,1 0-1,-1 0 1,2 1-1,-1-1 1,1 1-1,1 0 1,-3 14-1,1 12 465,1 1 0,2 48 0,1-50 129,0 14 201,-1-8 87,4 45 0,-2-75-727,1 0 0,0 0 0,0 0 0,1 0 0,1-1 0,0 1 0,0-1 0,11 18 0,-12-24-135,0 0 1,1-1 0,-1 1 0,1-1 0,-1 0 0,1 0-1,0-1 1,0 1 0,1-1 0,-1 0 0,0 0 0,1 0 0,-1-1-1,1 1 1,-1-1 0,1 0 0,0 0 0,0-1 0,-1 1 0,1-1-1,0 0 1,0-1 0,-1 1 0,1-1 0,0 0 0,-1 0-1,1 0 1,0-1 0,-1 0 0,0 1 0,6-4 0,-2-2-33,0 1 0,0-1 0,-1-1 1,0 1-1,0-1 0,-1 0 0,8-14 1,35-68-670,-37 62-341,-1-1 0,-1-1 1,-2 0-1,-1 0 0,-1 0 1,-2-1-1,0 0 1,-2-45-1,-2 47-138,1 21 1157,0 0-1,-1-1 1,0 1-1,-1-1 1,0 1-1,0 0 1,-1-1-1,0 1 1,0 0 0,-5-10-1,7 17 838,0 19 936,0 352 4581,-1-352-6318,1-1 1,1 1 0,0 0-1,2-1 1,0 0 0,1 1-1,0-1 1,2-1-1,10 26 1,-15-41-785,-1-14-2982,0-13 1279,0-16-2520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7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15 288,'0'0'15346,"1"-4"-14554,1-6-64,-4 9 489,-16 22-366,-2 6-624,1 1 1,2 1-1,-28 60 0,36-68-95,2 0 0,0 1 0,1-1 1,1 1-1,2 1 0,0-1 0,0 23 0,3-43-132,0 0-1,0 0 1,1 0-1,-1 0 0,0 0 1,1 1-1,-1-1 1,1-1-1,0 1 1,0 0-1,0 0 0,0 0 1,0 0-1,0 0 1,0-1-1,0 1 1,3 2-1,-1-2-22,0 0 0,0 0-1,0 0 1,0 0 0,0-1 0,1 1 0,-1-1 0,0 0-1,7 2 1,8-1-98,-1-1 0,0 0 0,30-2-1,-18 0 140,-3 0 4,-7 1-17,0 0 0,0 0 0,-1 2 1,35 7-1,-48-7 25,1 0-1,-1 0 1,0 0 0,0 1-1,0 0 1,0 0 0,0 0 0,-1 0-1,1 1 1,-1 0 0,0 0 0,0 0-1,0 0 1,-1 0 0,0 1-1,1 0 1,-1 0 0,-1 0 0,1 0-1,2 8 1,-1 3 130,-1 0 0,0-1 0,-1 1 0,-1 0 0,0 0 0,-1 0 1,-3 22-1,2-31-125,0 0 0,-1 0 0,1 0 1,-2 0-1,1 0 0,-1-1 1,0 1-1,0-1 0,0 1 1,-1-1-1,0 0 0,-7 7 0,7-9-18,1 0 0,-1 0-1,0 0 1,0-1-1,0 0 1,-1 0 0,1 0-1,-1 0 1,0-1-1,1 0 1,-1 0 0,0 0-1,0 0 1,-1-1-1,1 0 1,0 0 0,-8 0-1,12-1-15,1 0-1,-1 0 1,0 0 0,1 0-1,-1 0 1,0 0-1,1 0 1,-1 0-1,0-1 1,1 1 0,-1 0-1,0-1 1,1 1-1,-1 0 1,0-1-1,1 1 1,-1-1 0,1 1-1,-1-1 1,1 1-1,-1-1 1,1 1-1,0-1 1,-1 0-1,1 1 1,0-1 0,-1 1-1,1-2 1,-4-21-52,3 14-13,-3-31-659,2 1 1,2-1 0,8-66 0,-4 78-201,2 1 1,0 0 0,2 0 0,1 0-1,25-50 1,-29 69 744,3-8-193,1 0-1,1 0 1,18-22-1,-26 34 486,1 1-1,0 0 1,0 0-1,0 0 1,1 0-1,-1 1 1,1 0-1,0-1 1,-1 1-1,1 0 0,0 1 1,0-1-1,0 1 1,0-1-1,0 1 1,1 1-1,-1-1 1,0 0-1,0 1 1,1 0-1,4 0 0,-7 1 12,1 0-1,-1 0 1,1-1 0,-1 1-1,1 1 1,-1-1-1,0 0 1,0 1-1,0-1 1,0 1-1,0-1 1,0 1-1,0 0 1,0 0-1,-1 0 1,1 0-1,-1 0 1,1 0 0,1 4-1,3 6 210,-1 0 0,7 20 0,-8-19 39,22 72 1128,15 92 0,-36-160-1555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1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15399,'0'0'6515,"0"-13"-8340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91 4402,'0'0'6945,"-8"-4"-6556,-22-13 123,30 17-468,-1-1-1,0 1 0,1 0 0,-1-1 1,1 1-1,-1 0 0,1-1 1,-1 1-1,1-1 0,-1 1 0,1-1 1,0 1-1,-1-1 0,1 0 1,0 1-1,-1-1 0,1 1 0,0-1 1,0 0-1,-1 1 0,1-1 0,0 0 1,0 1-1,0-1 0,0 0 1,0 1-1,0-1 0,0 0 0,0 1 1,0-1-1,0 0 0,1 0-9,-1 1-1,0-1 1,0 1-1,0-1 1,0 1-1,0 0 0,0-1 1,0 1-1,0-1 1,0 1-1,0-1 1,0 1-1,0 0 1,0-1-1,-1 1 0,1-1 1,0 1-1,0 0 1,0-1-1,-1 1 1,1-1-1,0 1 0,-1-1 1,0-1 67,0 0 1,0 0-1,0-1 1,0 1-1,1-1 0,-1 1 1,0 0-1,1-1 1,0 1-1,0-1 0,0 1 1,0-1-1,0-2 1,0 0 1295,0 15-1040,0 5-3067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5475,'0'0'3820,"1"-5"-3447,2-28 4125,-1 37-4068,-1 0 0,1 0 0,-1 0 0,0 0 0,0 0 0,1 6-1,2 9-156,23 90 828,16 136 0,-9 112 899,-27-40-383,-7-306-1553,0-3-11,0-7-34,-1 1 0,1-1 0,0 0 0,0 1 0,0-1 0,0 1 0,0-1-1,0 0 1,0 1 0,1-1 0,-1 1 0,0-1 0,1 0 0,-1 1 0,1-1 0,-1 0-1,1 1 1,0-1 0,0 0 0,-1 0 0,1 0 0,0 0 0,2 2 0,-2-3 39,-1-50-6802,0 29 936,0 8-1550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1 245 7075,'0'0'5483,"0"-24"-5083,7-76 166,-7 97-528,0 0 1,1 0 0,0 0 0,-1 0 0,1 1 0,0-1 0,1 0 0,-1 0 0,0 1 0,1-1 0,-1 1 0,1 0 0,0-1 0,0 1-1,0 0 1,0 0 0,0 0 0,0 0 0,1 1 0,-1-1 0,1 0 0,-1 1 0,6-2 0,-1 1 86,0 0-1,0 1 1,1 0 0,-1 0-1,1 0 1,11 2 0,-10-1 55,1 0-37,-1-1 63,1 1 0,0 0 0,0 1 0,0 0 0,0 0 0,-1 1 0,1 0 1,-1 1-1,18 7 0,19 21 819,-38-24-680,1-1 0,-1-1 0,1 1 0,0-1 0,16 6 0,-23-10 7,-12-17-2214,-36-63-4248,19 26-357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9716,'0'0'8901,"237"50"-7397,-153-31-607,-1-10-561,-6-9-288,-18 0 144,-6-3-192,-18-22-144,-15 0-1553,-13 6-1456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5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102 107 3602,'0'0'5434,"0"-9"-4465,0-38 599,-2 45-1407,1 1 0,0 0-1,-1 0 1,1-1 0,-1 1-1,1 0 1,-1 0 0,1 0-1,-1 1 1,-2-2 0,-12-7 198,-12-19 2951,27 31-3216,-10 102 1193,2 145 0,2-17 359,4-116-421,3-116-1188,-2-5-2275,0-9 1148,0 0-1,1-1 1,0 1 0,1-13-1,1 10-412,-1-30-3566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22 6275,'0'0'4877,"-7"-2"-4336,-1-1-282,5 1-8,0 1 0,1 0 1,-1 0-1,0 0 1,0 1-1,0-1 0,0 1 1,0 0-1,-5-1 923,27-1-688,0 0 0,0 0 0,0 2 0,20 2 0,6-1 40,16 1-488,-22-1 22,49-4 0,-73 0-589,-36 0-8213,3 3 3193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5282,'0'0'9570,"13"-1"-8818,190-7 3082,-175 9-3533,25-1 269,-50 0-726,1 0 0,-1-1 0,0 1 0,1-1 1,-1 0-1,0 0 0,0-1 0,0 1 0,0-1 0,0 1 1,0-1-1,4-3 0,18-14-6284,-12 7-1113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7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367 166 4402,'0'0'7011,"0"-7"-5978,0 0-899,1 0 173,-1 1 0,0 0 0,0-1 0,0 1 0,-1 0 0,0 0 0,0-1 0,-4-9 0,2 10-283,-1 1 1,0-1-1,0 1 1,-1 0-1,1 0 1,-1 1-1,0 0 0,0-1 1,-1 1-1,1 1 1,-1-1-1,0 1 1,0 0-1,0 1 0,0-1 1,-8-1-1,-5 0-54,0 0 0,1 1 0,-1 1-1,-29 1 1,46 1 32,-1 0-1,1 1 1,-1-1 0,1 1-1,0 0 1,-1-1 0,1 1-1,0 0 1,-1 0 0,1 0-1,0 1 1,0-1 0,0 1-1,0-1 1,0 1 0,0-1-1,1 1 1,-4 4-1,-1 2 9,0 1 0,0 1 0,-4 10 0,3-6 7,-4 6 152,2 0 0,0 1 1,2 0-1,0 0 0,1 1 0,1 0 0,1 0 0,1 0 0,0 25 1,3-45-141,0 3 37,0-1 0,0 0 0,0 0 0,1 0 0,0 0 1,1 6-1,-1-8-56,0 0 1,0 0-1,0-1 1,1 1 0,-1-1-1,0 1 1,1-1-1,-1 1 1,1-1 0,-1 0-1,1 0 1,0 0-1,0 0 1,0 0 0,1 1-1,14 5 46,0-2-1,0 1 1,1-2 0,-1 0-1,33 2 1,33 7-13,-73-11-58,-1 1 0,0 0 0,0 0 0,-1 1 0,1 0 0,12 8 0,-18-9 23,1 0-1,-1 0 0,0 0 0,0 1 0,0-1 0,0 1 0,-1-1 1,1 1-1,-1 0 0,0 0 0,0 0 0,-1 0 0,1 1 1,-1-1-1,0 0 0,1 5 0,-1 1 116,0 0 0,0 0 0,-1 0 0,0 0-1,-1 0 1,-2 12 0,2-19-119,0-1-1,-1 1 0,1 0 1,-1-1-1,1 1 1,-1-1-1,0 0 1,0 1-1,0-1 0,0 0 1,-1 0-1,1 0 1,0 0-1,-1-1 1,1 1-1,-6 2 0,-47 18 35,35-15-72,0-2 0,-1 0-1,-32 2 1,39-6-1021,1-1-1,0 0 0,-24-4 1,12-4-3035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2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 6867,'0'0'10987,"-4"0"-10142,-7 0-552,7 0 247,9 0 1682,48 0-1858,7-1-234,98 11 0,-108-6-100,-29-5-3090,-33-6-900,-4-7-271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2369,'0'0'9871,"4"0"-8409,21 2-464,0 1 0,27 7 1,-9-2-280,12 1-242,47 8 388,-33-13-5419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2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10 506 5715,'0'0'10925,"-2"-16"-10605,0-2-232,-1 0-13,1 1 1,1-1-1,2-30 0,11-36-27,-6 56-271,-2 1 0,1-35 0,-5-107 175,0 169 98,0 19-42,7 771 4677,-7-790-4741,13-22-16189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4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1494 9941,'0'0'4311,"13"-29"-3201,39-97-579,-25 62-646,-4-1 0,-2-1-1,-3-1 1,-3-1 0,-3 0 0,-3-1 0,0-136 0,-10 106-1290,-1 21 161,9-82 1,-3 136 1450,9-33 0,1 1 192,-13 50 409,1 0-1,0 1 1,1-1-1,4-8 0,-4 8-776,0 0-1,0 0 0,0-1 1,2-11-1,-2-4-226,-1-1-1,-1-34 1,-1 46 873,0 32-552,2 20 402,2 0 0,1 0 0,2 0 0,2-1-1,2 0 1,1-1 0,2-1 0,24 46-1,-32-72-354,0 0 0,1-1-1,1 0 1,0 0 0,17 18 0,-22-26-143,0 0 1,0 0-1,0-1 1,0 1 0,1-1-1,-1 0 1,1 0 0,0 0-1,-1-1 1,1 1 0,0-1-1,0 0 1,0 0 0,0 0-1,0 0 1,0-1 0,0 0-1,0 0 1,0 0 0,0 0-1,0-1 1,0 1 0,7-3-1,-9 2-14,1 0-1,-1-1 0,0 1 0,0 0 0,1-1 1,-1 0-1,0 0 0,-1 1 0,1-1 0,0 0 1,0 0-1,-1-1 0,0 1 0,1 0 0,1-4 1,13-39-48,-11 24-161,0-1 0,-2 1 0,2-33 0,-6-69-885,-1 47 624,3 49 374,0 13 66,-1 0 0,0 0 0,-1 0 0,-1 1-1,0-1 1,-5-16 0,9 79 317,31 125 445,-5 59 357,-27-229-1074,-1-2-8,0 1 0,0-1-1,1 0 1,-1 1 0,1-1-1,-1 0 1,1 1 0,0-1-1,0 0 1,0 0 0,0 0-1,0 0 1,4 4 0,-5-6-28,0 0 1,0 0-1,0 0 1,0 1-1,0-1 1,0 0-1,1 0 1,-1 0 0,0 0-1,0 0 1,0 0-1,0 0 1,0 0-1,1 1 1,-1-1-1,0 0 1,0 0 0,0 0-1,1 0 1,-1 0-1,0 0 1,0 0-1,0 0 1,0 0 0,1 0-1,-1 0 1,0 0-1,0 0 1,0 0-1,1-1 1,-1 1-1,0 0 1,0 0 0,0 0-1,0 0 1,0 0-1,1 0 1,-1 0-1,0 0 1,0-1 0,0 1-1,0 0 1,0 0-1,0 0 1,1 0-1,-1 0 1,0-1-1,0 1 1,0 0 0,0 0-1,0 0 1,0 0-1,0-1 1,0 1-1,0 0 1,0 0-1,0 0 1,0 0 0,0-1-1,0 1 1,0 0-1,0 0 1,0 0-1,0-1 1,0 1 0,0 0-1,0-3-206,20-106-8544,-9 62 232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4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7 6451,'0'0'6117,"-5"-2"-5716,1 1-336,3 1-46,1-1 0,-1 1-1,0-1 1,0 1 0,0 0 0,0 0 0,0-1 0,0 1 0,1 0-1,-1 0 1,0 0 0,0 0 0,0 0 0,0 0 0,0 0-1,0 0 1,0 0 0,0 1 0,1-1 0,-1 0 0,0 1 0,0-1-1,0 0 1,0 1 0,1-1 0,-1 1 0,0-1 0,0 1-1,1 0 1,-1-1 0,1 1 0,-1 0 0,0-1 0,1 1 0,-1 0-1,1 0 1,-1-1 0,0 3 0,-13 26 483,-12 20 640,-34 92-1,-175 523 3099,234-662-4218,-1 0 28,1 1 0,0 0-1,0 0 1,0 0 0,1 0-1,-1 0 1,1 0-1,-1 3 1,1-5-18,0-3-331,0-29-1258,-1 6-550,1 1 1,2-1-1,0 1 0,10-44 0,5 12-2620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6067,'0'0'4975,"5"-7"-4294,16-18 26,-20 25-651,-1-1 1,1 0-1,-1 1 0,1-1 1,-1 1-1,1-1 1,-1 1-1,1-1 0,-1 1 1,1-1-1,0 1 1,-1 0-1,1-1 0,0 1 1,-1 0-1,1-1 1,0 1-1,0 0 0,-1 0 1,1 0-1,0 0 1,0 0-1,-1 0 0,1 0 1,0 0-1,0 0 1,-1 0-1,1 0 0,0 0 1,-1 0-1,1 1 1,0-1-1,0 0 0,-1 1 1,1-1-1,-1 0 1,1 1-1,0-1 1,-1 1-1,1-1 0,-1 1 1,1-1-1,-1 1 1,1-1-1,0 2 0,12 24 1015,-13-25-1015,4 9 220,98 322 4888,-78-220-4278,59 234 1462,-42-245-1951,-40-97-399,-1-4-199,-8-17-1527,-53-82-5845,35 58 2441,2 7-860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5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12470,'0'0'5058,"202"19"-3729,-125-19-337,-4 0-576,-3 0-208,-15-3-208,-9-6-144,-15 5-1344,-17 4-1042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54 111 4402,'0'0'4333,"-14"-4"-3381,9-18-239,-5-9 367,4 22-808,5 8-139,0 0 0,0-1 0,0 1 0,0 0 0,0-1 0,0 1 0,0-1 0,1 1 0,-1-1 0,1 1 0,-1-1 0,1 0 0,-1-2 0,-6-17 3896,7 23-4115,0 185 87,1 234 476,30-25 1136,-17-267-1255,-10-86-179,12 48 0,-16-91-185,0 0 1,0 0-1,0 0 1,0 0-1,0 0 1,0 0-1,1 0 1,-1 0-1,0 0 1,0 0-1,0 0 1,0 0-1,0 0 1,0 0-1,0 0 1,0 0-1,0 0 1,1 0-1,-1 0 1,0 0-1,0 0 0,0 0 1,0 0-1,0 0 1,0 0-1,0 0 1,0 0-1,0 0 1,0 0-1,0 0 1,1 0-1,-1 0 1,0 0-1,0 0 1,0 1-1,0-1 1,0 0-1,0 0 1,0 0-1,0 0 1,0 0-1,0 0 0,0 0 1,0 0-1,0 0 1,0 0-1,0 1 1,0-1-1,0 0 1,0 0-1,0 0 1,0 0-1,0 0 1,0 0-1,0 0 1,0 0-1,0 0 1,0 0-1,0 1 1,0-1-1,0 0 1,0 0-1,0 0 1,0 0-1,0 0 0,0 0 1,1-9-553,-1-191-8292,0 125 1962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3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7 355 5507,'0'0'5266,"-1"-13"-4479,0 3-642,-2-19 486,2-45-1,2 67-551,0-1 0,1 1 0,0-1 1,0 1-1,1 0 0,0 0 0,0 0 0,1 0 0,-1 0 1,2 1-1,-1 0 0,1 0 0,0 0 0,0 0 0,0 1 0,1 0 1,0 0-1,10-7 0,7-3 26,2 1 1,-1 1 0,46-16-1,-54 23 74,1 1 0,0 0-1,0 2 1,26-3 0,70 2 1211,-108 5-1346,0-1 0,0 1 0,0 1 0,0-1 0,0 1 0,0 0 0,-1 0 0,1 0 0,-1 0 0,1 1 0,-1 0 1,0 0-1,0 0 0,0 1 0,0-1 0,5 8 0,2 2 95,0 1 1,-1 0 0,15 27-1,-14-17 92,-1 1 0,-1 0-1,0 1 1,-2-1 0,-2 1 0,0 1 0,-1-1-1,-2 1 1,-1 40 0,-2-52-204,0 0 0,-2 0 0,1 0 0,-2 0 0,0 0 1,-1-1-1,0 0 0,-1 0 0,-1 0 0,-9 15 0,-1-3-14,-1-1-1,-1 0 0,-1-1 1,-24 22-1,35-38-4,0 1 1,-1-2-1,0 0 1,-1 0-1,1 0 1,-1-2-1,0 1 1,-22 6-1,15-7-52,0-1 1,-1 0-1,1-2 0,-1 0 0,-20-1 0,35-1-37,0 0-1,0 0 0,1-1 1,-1 1-1,0-1 0,0 0 0,1 0 1,-1 0-1,1-1 0,-1 1 1,1-1-1,-1 1 0,1-1 1,0 0-1,0-1 0,0 1 1,0-1-1,-4-3 0,4 1-46,0 1 1,0-1-1,1 1 0,-1-1 1,1 0-1,0 0 0,1 0 1,-1 0-1,1 0 0,0-1 1,0 1-1,0-10 0,0 10 53,1 1 0,0-1 0,0 1-1,1-1 1,-1 1 0,1-1 0,0 1 0,2-7 0,-2 9 66,0 0 0,0 0 0,1 0 0,-1 0 1,1 1-1,-1-1 0,1 0 0,0 1 0,0-1 1,-1 1-1,1-1 0,0 1 0,0 0 0,0 0 1,1 0-1,-1 0 0,3-1 0,8-1 62,0 0 1,0 0-1,1 1 1,-1 1-1,0 0 0,1 1 1,-1 0-1,0 1 0,1 1 1,-1 0-1,0 0 0,0 2 1,0-1-1,-1 2 0,1 0 1,13 7-1,-1 3 238,0 1-1,-2 2 1,0 0-1,-1 1 1,-1 1-1,0 1 1,22 31-1,-4 1 405,-3 1-1,33 71 1,-59-110-644,-8-13-53,0 0 1,0 1 0,0-1-1,-1 1 1,0 0-1,1-1 1,-1 1 0,0 0-1,1 4 1,-2-7-359,-2 1-1118,2-1 1423,0 0-1,0 0 1,-1 0-1,1 0 1,0 0-1,0 0 1,0 0-1,0 0 1,-1 0-1,1 0 1,0 0 0,0 0-1,0 0 1,-1-1-1,1 1 1,0 0-1,0 0 1,0 0-1,0 0 1,-1 0-1,1 0 1,0 0 0,0-1-1,0 1 1,0 0-1,0 0 1,0 0-1,0 0 1,-1 0-1,1-1 1,0 1-1,0 0 1,0 0-1,0 0 1,0-1 0,0 1-1,-6-17-2735,2-7-1608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41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8 129 2865,'0'0'6894,"0"-5"-6061,0-55 4745,-1 60-5522,1 0 0,0 0 0,-1 0 0,1 0 0,0 0 0,0 0 0,-1 0 0,1 0 0,0 0 0,-1 0 0,1 1 0,0-1 0,0 0 0,-1 0 0,1 0 0,0 1 1,0-1-1,-1 0 0,1 0 0,0 1 0,0-1 0,0 0 0,0 0 0,-1 1 0,1-1 0,0 0 0,0 1 0,0-1 0,0 0 0,0 1 0,0-1 0,0 0 0,0 1 0,0-1 0,0 0 0,0 1 0,18 273 1236,-1-50-252,-14-103 14,-3-176-1673,-13-96 0,8 106 249,1-1-1,4-57 1,1 42 131,0 54 225,0 0-1,0 0 1,1 0 0,0 0 0,0 0 0,1 1-1,-1-1 1,1 1 0,1-1 0,-1 1 0,1 0 0,1 0-1,-1 1 1,1-1 0,-1 1 0,7-4 0,12-12 52,1 1 1,33-20 0,-54 38-48,4-3 5,-1 1 1,1 0-1,0 0 0,0 1 0,0 0 0,1 0 0,-1 1 0,1 0 0,-1 0 0,1 1 0,0 0 0,0 0 0,-1 0 1,16 2-1,-21 0 4,-1-1 1,1 1 0,-1-1-1,0 1 1,1-1 0,-1 1-1,1 0 1,-1 0 0,0 0-1,0 0 1,1 0 0,-1 0-1,0 0 1,0 0-1,0 0 1,0 0 0,1 3-1,13 26 86,-11-21-42,26 60 351,-4 1 0,-2 0 0,-4 2-1,-2 1 1,13 130 0,-29-183-538,-1-19-225,0-12 236,-2-82-226,2-102-1450,0 182 1743,0 1 0,1-1 1,1 1-1,-1 0 0,2 0 0,0 0 1,0 1-1,1-1 0,1 1 1,9-15-1,-11 19 65,2 0-1,-1 1 1,1-1-1,0 1 1,0 0 0,1 1-1,0 0 1,0 0 0,0 0-1,1 1 1,-1 0 0,1 1-1,0-1 1,0 1 0,16-3-1,-1 3 2,0 0-1,38 2 1,-47 1 8,-13 0-3,0 1 1,0-1-1,0 1 1,0-1 0,0 1-1,0-1 1,0 1-1,0 0 1,0-1-1,0 1 1,0 0-1,0 0 1,-1-1-1,1 1 1,0 0-1,-1 0 1,1 0-1,-1 0 1,1 0 0,-1 0-1,1 2 1,11 27 131,-10-23-103,11 38 510,-2 1-1,-3 1 0,6 71 0,-10-66 157,3 1 0,17 65 0,-23-114-657,0-1 0,0 0 1,1 1-1,-1-1 0,1 0 1,3 6-1,-4-8-49,0 0 0,0 0 0,0-1 1,0 1-1,0 0 0,0 0 0,0 0 0,0-1 0,0 1 1,0 0-1,0-1 0,1 1 0,-1-1 0,0 0 0,0 1 0,1-1 1,-1 0-1,0 0 0,3 0 0,-4 0-44,1 0 0,0 0 1,-1 0-1,1 0 0,-1 0 0,1 0 1,-1 0-1,1-1 0,-1 1 0,1 0 0,-1 0 1,1-1-1,-1 1 0,1 0 0,-1-1 1,1 1-1,-1-1 0,1 1 0,-1 0 0,0-1 1,1 1-1,-1-1 0,0 1 0,1-1 0,-1 1 1,0-1-1,0 0 0,1 0 0,2-20-1069,-3 16 626,1-37-4615,-1-2-5748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45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3650,'0'0'13478,"12"0"-12323,10 1-885,1 1 1,-1 2-1,34 9 0,-33-7-122,-1-1-1,1-1 0,34 1 0,-50-3-571,-16-16-8492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4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3121,'0'0'8746,"-9"0"-5302,191 1-27,4 1-4702,-175-21-10619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51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2849,'2'0'8037,"4"1"-6648,14 1-5442,-10-2 521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5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66 3858,'0'0'5904,"-2"-2"-5675,-7-14 325,2 3 648,0 3 234,6 9-1315,0 0 0,0 0 0,0 0 0,0 0 0,1 0 1,-1-1-1,0 1 0,1 0 0,-1 0 0,1 0 0,0-1 0,-1 1 1,1 0-1,0-1 0,0 1 0,-1 0 0,1-1 0,0-1 0,0 44 1034,3 129 1181,0-135-2029,1 0 0,2 0 1,10 35-1,-16-68-291,3 5 72,-1 0 1,0 1-1,-1 0 1,1 13 0,-2-20-36,18-54-1552,-14 46 1446,-1 0 1,1 1 0,0 0-1,1 0 1,-1 0-1,1 1 1,0-1 0,1 1-1,-1 0 1,1 1-1,0-1 1,0 1 0,0 1-1,1-1 1,-1 1-1,1 0 1,0 0 0,0 1-1,0 0 1,0 0-1,1 1 1,-1-1 0,0 2-1,14-1 1,6 0 106,-21 0-19,1 1 0,0-1 1,-1 1-1,1 0 0,0 1 1,-1 0-1,1 0 0,0 0 1,-1 1-1,1 0 0,11 5 0,-13-4 11,-1 0-1,0 0 1,0 1-1,0-1 1,-1 1-1,1 0 1,-1 0-1,0 0 1,0 0-1,0 1 1,0-1-1,-1 1 1,0-1-1,0 1 1,0 0-1,-1 0 0,1 0 1,-1 0-1,0 0 1,-1 1-1,1 6 1,2 120 584,-3-89-494,0-39-131,0-1 1,-1 1 0,1 0 0,-1 0 0,0-1 0,0 1 0,0-1 0,0 1 0,-1-1 0,0 1 0,1-1 0,-1 0-1,0 1 1,-4 3 0,2-3 3,-1 1-1,0 0 1,0-1-1,0 0 0,-1 0 1,0-1-1,-9 5 1,-2 0-24,0-2 0,-1 0 1,0-1-1,-35 5 0,-201 14-1756,187-23 1744,67-1-154,1-7-619,0 1 0,-1-1 1,0 1-1,-1-12 0,0-11-3162,4 1-1305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5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 5987,'0'0'5424,"-3"-2"-4632,2 1-373,-7-4-510,8 5 152,0 0 0,0 0 0,0 0 0,0 0 0,0 0 0,0 0 0,0 0-1,0 0 1,1 0 0,-1 0 0,0 0 0,0 0 0,0 0 0,0 0 0,0 0 0,0 0 0,1 0 0,-1 0 0,0 0 0,0 0 0,0 0 0,0 0 0,0 0 0,0 0 0,0 0 0,1 0-1,-1 0 1,0 0 0,0 0 0,0 0 0,0-1 0,0 1 0,0 0 0,0 0 0,0 0 0,0 0 0,1 0 0,-1 0 0,0 0 0,0 0 0,0-1 0,0 1 0,0 0 0,0 0 0,0 0-1,0 0 1,0 0 0,0 0 0,0-1 0,0 1 0,0 0 0,0 0 0,0 0 0,0 0 0,0 0 0,0 0 0,0 0 0,0-1 0,0 1 0,0 0 0,0 0 0,0 0 0,-1 0 0,15 1 264,-1 0 1,0 1-1,0 1 1,24 8-1,-21-6-223,0 0-1,32 3 0,143-7 11,-136-8-1266,-20-4-3161,-17 4-1824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5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48 1409,'0'0'8756,"0"-7"-7735,0-15-181,0 4 2186,-25 18-2217,23 0-751,0 0 0,-1 0 0,1 0 1,0 0-1,-1 0 0,1 1 0,0-1 1,0 1-1,-1 0 0,1 0 0,0-1 0,0 1 1,-3 2-1,2 0-11,0 0-1,0 1 1,1-1 0,-1 0-1,1 1 1,-4 7-1,-18 32 336,-24 62-1,41-87-276,1 1 0,1 0 1,0 0-1,2 1 0,0-1 0,0 30 1,3-14 242,6 48 0,-3-68-185,0 0-1,0-1 0,2 0 0,-1 0 1,14 26-1,-7-20 70,0 0 0,2-1 0,0 0 0,1 0 0,1-2 0,28 26-1,-34-35-153,1 0 0,0-1-1,1 0 1,0-1 0,0 0-1,0 0 1,1-2 0,-1 1-1,1-1 1,0-1 0,1 0-1,-1-1 1,22 1-1,-33-3-76,9 1 37,1-1 0,-1 0 0,1-1 1,10-1-1,-17 0-33,1 1 0,-1 0 1,0-1-1,-1 0 0,1 0 0,0 0 0,0-1 0,-1 1 1,0-1-1,1 0 0,-1 0 0,4-5 0,5-7-156,0 0 0,-1 0 0,-1-2 0,-1 1-1,-1-1 1,0 0 0,-1-1 0,0 0 0,-2 0 0,0-1 0,2-19-1,1-25-239,-2-124 0,-6 164 519,-1 13-116,-1-1 0,1 1 0,-2 0 0,1 0 0,-2 0 0,1 1 0,-1-1 0,-1 1 0,0 0-1,0 0 1,0 0 0,-1 1 0,-1 0 0,1 0 0,-2 1 0,1-1 0,-1 2 0,1-1 0,-2 1 0,1 0-1,-1 1 1,0-1 0,0 2 0,0 0 0,-12-4 0,4 5-281,1 1 1,0 1-1,0 0 1,-1 1-1,-23 4 1,39-4 119,0 0 1,0 0 0,0 1 0,0-1 0,0 0 0,0 1 0,0-1 0,0 1 0,0-1 0,0 1 0,1 0 0,-1-1 0,0 1 0,0 0 0,1 0 0,-2 1 0,0 5-5304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5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89 3794,'0'0'5898,"-15"0"-4894,-45 0-137,54 0-699,1 0 0,0 1 0,0-1 1,-1 1-1,1 1 0,0-1 1,0 1-1,0-1 0,0 2 0,1-1 1,-1 0-1,0 1 0,1 0 0,0 0 1,-1 0-1,1 0 0,1 1 1,-1 0-1,-4 6 0,1-2-45,1 1-1,1 1 1,0-1-1,0 1 1,1 0-1,0 0 1,-3 15 0,3-5 173,1 2 0,1-1 0,1 0 0,2 35 0,0-7 267,0-28-269,0-1-1,1 1 0,1 0 1,1-1-1,12 37 1,-13-47-200,1 0 1,1-1-1,-1 1 1,1-1-1,1 0 1,-1-1-1,2 0 1,-1 1 0,1-2-1,0 1 1,1-1-1,0 0 1,17 11-1,-19-15-53,1-1 0,-1 1 0,1-1 0,0 0 0,0 0 0,0-1 0,0 0 0,0-1 0,0 1 0,0-1 0,0 0 0,0-1 0,0 0 0,0 0-1,0-1 1,0 1 0,0-2 0,-1 1 0,1-1 0,0 0 0,-1 0 0,6-4 0,2-6-139,0 0 0,-2-1-1,1 0 1,-2-1 0,0 0 0,-1 0-1,0-2 1,-1 1 0,-1-1 0,6-20 0,-5 9-75,-2 0 1,0 0 0,-2-1 0,-2 1 0,1-55 0,-4 81 180,0-22 69,-5-43 0,4 59-82,-1 0 1,0 0-1,0 0 1,-1 0 0,0 0-1,-1 1 1,0-1-1,0 1 1,-5-7-1,1 3 3,-1 1-1,1 0 0,-2 1 1,1 0-1,-1 0 0,-16-10 1,19 15 2,0 0-1,-1 0 1,0 0 0,0 1 0,0 1-1,0-1 1,0 1 0,0 0 0,0 1 0,-1 0-1,-8 0 1,6 1-14,0 0 1,1 1-1,-17 3 0,23-3 8,0 0 0,1 0 0,-1 1 0,0 0 0,0 0 0,1 0 0,-1 0 0,1 0 0,0 1 0,0-1 0,0 1 0,-3 4 0,-5 4-432,2 1 1,0 0 0,0 0 0,-6 15 0,10-18-898,1 0 0,1 0 0,0 0 0,-3 13 1,2 6-5344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5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34 616 6851,'0'0'9455,"-7"2"-8542,-18 7-100,25-9-793,0 0-1,0 0 1,0 0-1,0 0 1,0 0 0,0 0-1,0 0 1,0 0-1,0 0 1,0 0-1,0 1 1,0-1-1,0 0 1,0 0 0,0 0-1,0 0 1,0 0-1,0 0 1,0 0-1,0 0 1,0 0-1,0 0 1,0 1-1,0-1 1,0 0 0,0 0-1,0 0 1,0 0-1,0 0 1,0 0-1,0 0 1,0 0-1,0 0 1,0 0 0,0 0-1,0 1 1,0-1-1,0 0 1,0 0-1,0 0 1,0 0-1,-1 0 1,1 0-1,0 0 1,0 0 0,0 0-1,0 0 1,0 0-1,0 0 1,0 0-1,0 0 1,0 0-1,0 0 1,-1 0 0,10 2 178,-9-2-146,52 9 815,61 7 38,122-13-438,-232-3-465,-1 0 1,1 0-1,-1-1 1,1 1-1,-1-1 0,1 1 1,-1-1-1,1 0 1,-1 0-1,1 0 1,-1 0-1,0 0 1,0 0-1,1-1 1,2-2-1,-4 2-6,1 0 0,-1 0-1,0-1 1,1 1 0,-1 0-1,-1-1 1,1 1 0,0-1-1,0 1 1,-1-1 0,0 0-1,1 1 1,-1-1 0,0 1 0,0-4-1,0-4-17,-1 0 1,0 0-1,0 0 0,-1 0 0,0 1 0,0-1 0,-1 1 1,0-1-1,-1 1 0,-9-17 0,7 17 35,-17-31-33,2-1 0,1-1 0,-24-76 0,41 100-2,0 0 0,1 0-1,2-31 1,0 30 2,0 17 17,0 0-1,1 0 1,-1 0 0,0 0-1,1 0 1,-1 0-1,1 0 1,0 0 0,0 0-1,0 0 1,0 1 0,0-1-1,0 0 1,0 1 0,0-1-1,2-1 1,1 0 4,0 0 1,-1 0-1,1 0 1,0 0-1,1 1 1,6-4-1,6 0 30,1 0 0,31-5-1,-38 8-19,57-8 96,1 3-1,127 2 1,-195 6-97,0 0 0,-1 0 0,1 0 1,0 0-1,0 0 0,0 0 0,0 0 0,0 0 0,0 0 0,0 1 0,0-1 0,-1 0 0,1 1 0,0-1 0,0 0 0,0 1 1,0-1-1,-1 1 0,1-1 0,0 1 0,0 1 0,2 18 128,-3-14-132,0 37 208,-1-1 0,-2 1 0,-11 54 0,-13 42 69,24-116-109,1 0 0,1 0 0,1 1 0,4 25 0,-4-46-164,1 1 0,0-1 0,0 0 0,0 1 1,0-1-1,0 0 0,1 0 0,-1 0 0,1 0 1,0 0-1,0 0 0,0-1 0,0 1 0,1-1 1,4 4-1,-2-2-5,0 0 1,1-1-1,-1 0 1,1 0-1,0-1 1,0 1-1,11 2 1,6-1-18,-1-1-1,1 0 1,35-2 0,-55-1 11,14-1-152,1 0 0,0-1 0,0-1-1,-1 0 1,0-1 0,0-1 0,0-1 0,17-8-1,-15 4-1910,0 0 0,-1-1-1,28-22 1,-31 20-4627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1:56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20393,'0'0'2978,"7"22"-4243,-4-16-592,-3 0-1984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1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1345,'0'0'4287,"-3"0"-3807,-33 0 7193,41 3-7449,-1 2-93,0 1 0,0-1-1,-1 1 1,0 0 0,0 0 0,-1 0 0,1 0-1,-1 0 1,-1 1 0,1-1 0,-1 1-1,0 6 1,1 7 150,-2-1 0,-3 39 0,2-52-273,0 0 1,-1 0 0,0 0-1,0 0 1,-1 0 0,0-1-1,0 1 1,0-1 0,0 0-1,-1 0 1,-6 6 0,4-4-4,0 0 0,0-1 0,-1 0 0,0-1 0,0 0 0,-1 0 0,-11 6 0,19-11-7,-7 3-810,7-3 763,-1 0-1,1 0 1,0 0 0,0 1-1,0-1 1,-1 0 0,1 0-1,0 0 1,0 0 0,0 0-1,0 0 1,-1 0-1,1 0 1,0 0 0,0 0-1,0 0 1,-1 0 0,1 0-1,0 0 1,0 0 0,0 0-1,0-1 1,-1 1-1,1 0 1,0 0 0,0 0-1,0 0 1,0 0 0,-1 0-1,1 0 1,0-1 0,0 1-1,0 0 1,0 0 0,0 0-1,0 0 1,0 0-1,-1-1 1,1 1 0,0 0-1,0 0 1,0 0 0,0-1-1,0 1 1,0 0 0,0-21-3943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1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252 860 1921,'0'0'2889,"3"0"-2160,2 0-1084,-4 0 504,-1 0 0,1 0 0,-1 0 0,1 0 0,0 1 0,-1-1 0,1 0 0,0 0 1,0 0-1,-1-1 0,1 1 0,0 0 0,-1 0 0,1 0 0,-1 0 0,1-1 0,0 1 0,-1 0 0,1 0 0,0-1 0,-1 1 0,1-1 1,-1 1-1,1 0 0,-1-1 0,1 1 0,-1-1 0,1 1 0,-1-1 0,0 0 0,1 1 0,-1-1 0,0 1 0,1-1 0,-1 0 0,0 1 1,0-1-1,0 0 0,1 1 0,-1-1 0,0 0 0,0 1 0,0-1 0,0 0 0,0 1 0,0-1 0,0 0 0,-1 0 0,1-13 277,1 11-398,-1-1 0,0 0 0,1 1-1,-2-1 1,1 0 0,0 0-1,-1 1 1,0-1 0,1 0 0,-2 1-1,1-1 1,0 1 0,-1-1-1,1 1 1,-1 0 0,0 0-1,0 0 1,-4-5 0,0 2-22,1 0-1,-1 1 1,0 0 0,0 0 0,-1 1-1,1-1 1,-1 1 0,0 0 0,0 1-1,0 0 1,-1 0 0,1 1 0,-1 0-1,0 0 1,1 0 0,-1 1 0,0 1-1,-12-1 1,18 1-4,-1 0 0,0 0 0,0 0 0,1 1-1,-1-1 1,0 1 0,1 0 0,-1-1 0,1 1 0,-1 0-1,1 0 1,-1 1 0,1-1 0,0 0 0,-1 1 0,1 0-1,0-1 1,0 1 0,0 0 0,-2 3 0,0 2 30,-1 1 1,1-1 0,0 1-1,1 1 1,-3 9 0,6-18-33,-8 25 551,1 0 0,1 0 0,-4 49 0,5 80 2333,5-153-2839,0 0 1,0 1 0,0-1 0,0 1 0,0-1 0,0 0-1,0 1 1,1-1 0,-1 0 0,0 1 0,1-1 0,-1 0-1,1 1 1,0-1 0,-1 0 0,1 0 0,0 1-1,0-1 1,-1 0 0,1 0 0,0 0 0,0 0 0,0 0-1,1-1 1,-1 1 0,0 0 0,2 1 0,1-1 8,1 0 0,-1 0 0,0-1 0,1 1 0,-1-1 0,1 0 1,5-1-1,6 1 207,-7-1-234,0 0 1,0-1-1,0 0 1,-1 0 0,1 0-1,-1-2 1,1 1-1,-1-1 1,0 0-1,-1 0 1,1-1 0,-1 0-1,0-1 1,0 1-1,0-1 1,-1-1 0,11-12-1,-6 5-128,-1 0-1,0 0 1,-1-1 0,-1 0-1,0-1 1,-2 1-1,1-2 1,6-27-1,-6 4-386,-1-1 0,1-45-1,-7-84-1148,-1 78 807,2 37 8,0 21 46,0 1 1,-3 0-1,0-1 0,-14-58 0,6 54 618,6 23 193,0-1 1,-1 1-1,0 0 0,-1 1 0,-12-21 0,18 34-13,0 1-1,-1-1 0,1 1 0,0-1 0,0 1 0,-1-1 0,1 1 0,0 0 1,0-1-1,-1 1 0,1-1 0,0 1 0,-1 0 0,1-1 0,0 1 1,-1 0-1,1 0 0,-1-1 0,1 1 0,-1 0 0,1 0 0,-1-1 0,1 1 1,0 0-1,-1 0 0,1 0 0,-1 0 0,1 0 0,-1 0 0,1 0 0,-1 0 1,1 0-1,-1 0 0,1 0 0,-1 0 0,1 0 0,-1 0 0,1 1 1,-1-1-1,1 0 0,-1 0 0,1 0 0,0 1 0,-1-1 0,1 0 0,-1 1 1,1-1-1,0 0 0,-1 1 0,1-1 0,0 0 0,-1 1 0,1-1 0,0 1 1,0-1-1,-1 1 0,1-1 0,0 0 0,0 2 0,-2 1 77,0 1 1,1-1-1,0 1 0,0 0 0,0-1 1,-1 8-1,2 175 2023,4-145-1787,2 0 1,2 0 0,13 41-1,5 28 305,24 201 1369,-4-20-294,-45-284-1596,0-1-17,-1-1 0,1 0 0,1 0 0,-1 0 0,1 0 0,0 0 0,0 0 0,0 0 0,5 6 0,6-9 251,-13-6-506,1-22-1783,6-43 1,-3 48-649,1 0-1,11-33 0,7 4-5329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1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70 422 7780,'0'0'6696,"3"-5"-6261,15-22-217,31-33 0,-26 33-242,23-36 0,-39 53-115,-1-1 0,-1 1 0,0-1 0,0-1 0,-1 1 1,-1-1-1,4-18 0,-5 16-145,0 0 0,-1-1 1,0 1-1,-1 0 0,-3-21 1,2 34 283,1-1 0,-1 1 0,0-1 0,0 1 0,0 0 0,0-1 0,0 1 0,0 0-1,0 0 1,0 0 0,-1 0 0,1 0 0,0 0 0,-1 0 0,1 0 0,-1 0 0,1 1 0,-1-1 0,1 1 0,-1-1 0,1 1 0,-1-1 0,0 1 0,-2 0 0,-45-3 14,42 3-6,-11 0 20,10-1 34,-1 1 0,1 1-1,-14 1 1,20-1-33,-1-1 0,0 1-1,0 0 1,1 0 0,-1 1 0,1-1 0,-1 0-1,1 1 1,-1 0 0,1-1 0,0 1 0,0 0-1,0 0 1,-3 3 0,-2 5 172,1 0 1,-1 0-1,2 1 0,-1 0 0,2 0 1,-1 0-1,2 1 0,-1-1 0,1 1 1,-1 15-1,0 13 1068,2 69 0,3-67-552,-2-33-523,2 1-1,-1-1 0,1 0 1,0 0-1,1 1 1,0-1-1,1 0 0,7 16 1,-7-20-128,0 0 1,0 0 0,1 0-1,0 0 1,0-1 0,0 0-1,0 0 1,1 0-1,0 0 1,-1-1 0,1 1-1,1-1 1,-1-1 0,11 5-1,-2-3 15,-1 0 0,1-2-1,0 1 1,-1-2 0,1 0 0,0 0-1,16-2 1,-3 0-23,-16 1-154,-1-1 0,1 0 0,-1-1 0,1-1-1,-1 1 1,0-2 0,0 1 0,0-1 0,-1-1-1,1 0 1,-1 0 0,0-1 0,0 0 0,-1 0-1,0-1 1,0 0 0,12-15 0,-10 9-652,1 0 1,-2-1-1,0 0 1,-1-1-1,0 0 1,-1 0-1,-1-1 1,0 0 0,-1 0-1,5-27 1,-4-12-3007,-5 3-232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19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41 2209,'0'0'7329,"-6"-6"-6374,-20-22-83,16 22-37,7 10-180,3-2-499,-3 17 658,1 0-1,1-1 0,2 35 1,0-10 94,-2 76 957,4 141 1016,-3-250-2749,1 0-1,1 0 0,0-1 0,0 1 0,7 14 0,-9-24-125,0 1 0,0-1 0,0 0 0,0 0 0,0 1 0,1-1 0,-1 0 0,0 1 0,0-1 0,0 0-1,0 0 1,1 1 0,-1-1 0,0 0 0,0 0 0,1 0 0,-1 1 0,0-1 0,0 0 0,1 0 0,-1 0-1,0 0 1,1 0 0,-1 1 0,0-1 0,1 0 0,-1 0 0,0 0 0,0 0 0,1 0 0,-1 0 0,0 0-1,1 0 1,-1 0 0,0 0 0,1 0 0,-1 0 0,0-1 0,1 1 0,-1 0 0,0 0 0,1 0 0,0-1-3,0 0 1,0 0 0,-1 1 0,1-1-1,0 0 1,0 0 0,-1 0 0,1 0-1,0 0 1,-1 0 0,1 0 0,-1 0-1,1-2 1,10-37-687,7-55-1,-11 53-927,21-70 0,-22 95 1027,1 0-1,1 0 0,0 1 0,2 0 0,0 1 0,0 0 0,1 0 0,1 1 0,1 1 0,21-19 0,-16 17 214,1 2 0,1 0-1,0 1 1,1 1 0,0 1 0,0 0-1,42-11 1,-50 18 573,1-1-1,0 2 1,14-1 0,-26 2-83,1 1 1,0 0-1,0 0 1,-1 0 0,1 0-1,0 0 1,0 1-1,-1-1 1,1 1-1,0 0 1,-1-1-1,1 1 1,0 1-1,-1-1 1,0 0 0,1 1-1,-1-1 1,0 1-1,1 0 1,-1-1-1,0 1 1,3 4-1,-1 3 251,1 1-1,-1-1 1,-1 1-1,0 0 1,0 0-1,-1 0 1,0 0-1,0 14 1,-1 92 2148,-2-67-1663,1-44-760,1 44 780,-3 1-1,-10 61 1,12-106-828,-6 21 196,2 1 0,-1 39 0,5-65-507,2-3 39,0 0 0,-1 0 0,0 0 0,1 0 0,-1 0 0,0 0 0,0 0-1,1-3 1,4-8-566,17-30-2808,2-9-2663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19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81 9925,'0'0'2558,"0"-7"-2187,0 5-292,-1-1 0,1 0 1,-1 1-1,1-1 0,-1 1 0,0-1 1,0 1-1,0-1 0,0 1 0,0-1 1,-1 1-1,1 0 0,-1 0 0,1 0 1,-1 0-1,0 0 0,0 0 0,0 0 1,0 0-1,0 1 0,-1-1 0,1 1 1,0 0-1,-1-1 0,1 1 0,-6-1 1,-6-3 48,0 2 0,0-1 0,-1 2 0,0 0 0,1 1 0,-1 0 0,0 1 0,-18 3 0,31-3-119,-1 1 1,1-1-1,-1 1 0,1 0 0,0 0 1,0 0-1,-1 0 0,1 0 0,0 1 1,0-1-1,0 0 0,0 1 0,0 0 1,1 0-1,-1-1 0,0 1 1,1 0-1,0 0 0,-3 4 0,-1 4 141,-1 0 0,-6 21 0,12-31-150,-19 57 988,3 1-1,2 1 1,3 1 0,-6 92-1,16-137-844,0-3 11,1 0-1,0 1 0,0-1 1,3 18-1,-2-29-144,0 1-1,-1-1 1,1 1-1,0-1 1,-1 1-1,1-1 1,0 0-1,0 1 1,0-1 0,0 0-1,0 0 1,1 0-1,-1 0 1,0 0-1,1 0 1,-1 0-1,0 0 1,1 0 0,-1-1-1,1 1 1,-1 0-1,1-1 1,-1 0-1,1 1 1,1-1-1,6 2 21,-1-2-1,1 1 0,13-2 0,-9 1 3,-7 0-18,0 0 0,0-1 0,0 0 1,0 0-1,0-1 0,0 0 1,0 0-1,-1 0 0,1 0 1,-1-1-1,10-6 0,-7 3-111,0 0-1,0-1 1,-1 0-1,0-1 0,0 1 1,9-15-1,-5 4-368,-1 0 0,0-1-1,-2 0 1,0-1-1,-1 0 1,6-29 0,-4-8-600,-3 1 1,-2-1 0,-4-59-1,0 63 3516,14 92-835,8 42-705,42 172 194,-49-178-978,8 108 0,-19 100 110,-4-272-212,0 0 0,-1 0 0,-1 0-1,0 0 1,-1 0 0,0-1 0,0 1 0,-1-1 0,-5 11-1,5-15-4,0 0 0,0-1 0,0 1-1,0-1 1,-1 0 0,0 0 0,0-1-1,0 1 1,-1-1 0,1 0 0,-1-1-1,0 1 1,0-1 0,0 0 0,-13 3-1,7-3-91,0 0-1,0-2 0,0 1 1,0-2-1,0 1 0,-23-4 1,32 3-41,1-1 0,-1 1 0,1-1 0,-1 0 0,1 1 0,-1-1 0,1 0 0,0-1 0,-1 1 0,1 0 0,0-1 0,0 1 0,0-1 1,0 0-1,0 0 0,0 0 0,1 0 0,-1 0 0,0 0 0,-1-3 0,0-2-381,0 0 0,0 0 0,0 0 0,1 0 0,0 0 0,-1-9 0,-2-38-4530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391 210 6307,'0'0'7964,"-3"-10"-6780,3-32 219,1 37-1359,0 1 0,-1-1 0,0 1 0,0-1 0,0 0 0,0 1 0,-1-1 0,1 1 0,-1-1 0,0 1 0,-1-1 0,1 1-1,-1 0 1,-3-7 0,-2 3-35,0 1-1,-1-1 0,0 1 0,0 0 0,-1 1 1,0 0-1,0 0 0,0 1 0,-1 0 0,1 1 1,-1 0-1,-16-4 0,12 7-4,0 0-1,0 0 1,-16 3 0,-2-1-24,30-1 22,0 0 0,0 1 1,0-1-1,1 1 0,-1-1 0,0 1 1,0 0-1,0 0 0,0 0 1,1 0-1,-1 0 0,0 0 0,1 0 1,-1 1-1,1-1 0,-1 0 0,1 1 1,0 0-1,-1-1 0,1 1 1,0 0-1,-1 2 0,-3 5 42,1 1 0,0-1 0,-3 11 0,5-13 16,-19 64 913,2 0 0,4 2 0,3-1-1,3 2 1,1 105 0,8-177-958,0-1 0,1 1 0,-1 0 0,0 0 1,1 0-1,-1 0 0,1 0 0,-1 0 0,1-1 0,0 1 0,0 0 0,0 0 0,0-1 0,0 1 0,0-1 0,1 1 0,-1-1 0,0 0 0,1 1 1,-1-1-1,1 0 0,-1 0 0,1 0 0,0 0 0,-1 0 0,1 0 0,0 0 0,0-1 0,0 1 0,0-1 0,-1 1 0,1-1 0,0 0 1,3 0-1,7 1 45,-1-1-1,1 0 1,-1 0 0,21-5 0,-22 2-82,0 0 0,0 0 0,-1-1 0,1-1 0,-1 1 0,0-2 0,0 1-1,0-1 1,-1 0 0,0-1 0,0 0 0,-1 0 0,9-12 0,-1 1-378,-1-1-1,-1-1 1,0 0 0,18-41 0,-19 31-101,-2-1-1,-1 0 1,-1-1 0,-2 0 0,-1 0-1,-1 0 1,-1-43 1003,-3 82-14,-2 21 205,-11 54 0,3-23-83,-1 29 286,1 111 1,10-198-967,0 0 0,0 0 1,0 0-1,0 0 0,0 1 1,0-1-1,0 0 0,1 0 1,-1 0-1,0 0 0,0 0 0,1 0 1,-1 0-1,1 0 0,-1 0 1,1 0-1,-1 0 0,1 0 1,0 0-1,-1-1 0,1 1 1,0 0-1,0 0 0,0-1 0,0 1 1,-1 0-1,1-1 0,0 1 1,0-1-1,0 1 0,0-1 1,0 1-1,0-1 0,0 0 1,1 0-1,-1 1 0,0-1 0,0 0 1,0 0-1,0 0 0,0 0 1,0 0-1,0-1 0,0 1 1,0 0-1,0 0 0,1-1 1,-1 1-1,0 0 0,0-1 0,0 1 1,-1-1-1,1 0 0,0 1 1,0-1-1,1-1 0,0 1-397,1-2 1,-1 1-1,0 0 0,0 0 0,0-1 0,0 1 0,3-6 0,13-30-6296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11141,'0'0'6811,"6"27"-5215,-3-10-1308,5 23 548,-2 0 0,3 75 0,-13 176 2672,4-290-3407,-2-37-476,2-1-1,2 1 1,1 0 0,1 0-1,18-68 1,-16 85-79,1-1 0,0 1 1,2 0-1,0 1 0,1 0 1,0 0-1,2 1 0,0 0 0,1 1 1,0 1-1,29-26 0,-32 34 323,0 0 0,1 0 0,0 1 0,0 0 0,0 1 0,1 0 0,0 1 0,15-4 0,-22 7 191,-1 0 0,1 0-1,0 0 1,0 1 0,0-1-1,0 1 1,0 0 0,0 1-1,0-1 1,0 1 0,-1 0 0,1 0-1,0 1 1,0-1 0,-1 1-1,1 0 1,-1 1 0,0-1-1,1 1 1,-1-1 0,0 1-1,-1 0 1,8 7 0,-2 3 255,-1 0 1,0 0-1,-1 0 0,0 1 1,-1 0-1,0 1 1,6 24-1,-4 0 767,8 71 0,-11 86 894,-6-142-1860,2-44 699,0-7-3315,1-16-5387,-2-10-595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73 816,'0'0'10656,"0"-7"-9986,0-22 117,0 28-748,0 0 0,0 0-1,0-1 1,0 1 0,1 0 0,-1 0 0,0-1 0,1 1 0,-1 0 0,1 0 0,-1 0 0,1 0 0,0 0 0,-1 0 0,1 0 0,0 0 0,0 0 0,0 0 0,0 0 0,-1 0 0,1 1 0,1-1 0,-1 0 0,0 1 0,0-1 0,0 0 0,0 1 0,0 0 0,2-1-1,2-1 114,1 1-1,0 0 1,0 0-1,10 1 1,-7-1 24,151-2 974,-112 4-1068,-44-1-80,0 0 0,0 0 0,0 1-1,0-1 1,0 1 0,0 0-1,0 0 1,0 0 0,-1 1 0,1 0-1,0-1 1,-1 1 0,1 0-1,-1 1 1,0-1 0,0 1 0,0-1-1,0 1 1,5 5 0,-5-3 91,0 1 0,0-1 0,0 0 0,-1 1 1,0-1-1,0 1 0,0 0 0,0 0 1,-1 0-1,0 0 0,-1 0 0,1 11 0,-1 7 270,1-10-129,-1-1 1,-2 20-1,1-29-212,0 0 0,0 1 0,0-1 1,-1 0-1,1 1 0,-1-1 0,0 0 0,0 0 0,-1-1 0,1 1 1,-5 5-1,-1 0-9,-1-1 1,0 0-1,0 0 0,-1 0 1,0-2-1,0 1 1,-1-1-1,0 0 1,-16 5-1,10-6-18,1 0 1,-1-1-1,0-1 0,-1 0 0,1-2 1,-19 0-1,35-1-31,-1 0 0,1 0 0,0-1 0,-1 1 0,1-1 0,0 1 0,0-1 0,0 0 0,-1 0 0,1 1-1,0-1 1,0 0 0,0 0 0,0 0 0,0 0 0,0 0 0,1 0 0,-1 0 0,0-1 0,0 1 0,1 0 0,-1 0 0,1 0 0,-1-1 0,1 1 0,0 0 0,-1-1 0,1 1 0,0 0 0,0-1 0,0-1-1,-2-9-1363,1 0 0,1-19-1,0 21-829,0-6-2484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3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77 5619,'0'0'5853,"0"-7"-2534,-3-21-1574,3 26-1708,0 1 0,0-1 1,0 0-1,0 0 0,0 1 1,0-1-1,-1 0 0,1 1 1,-1-1-1,1 0 0,-1 1 1,1-1-1,-1 0 1,0 1-1,0-1 0,0 1 1,0 0-1,-2-3 0,1 3-54,0 0 0,0 0 0,0 0 0,0 0 1,0 0-1,-1 1 0,1-1 0,0 1 0,-1-1 0,1 1 0,0 0 0,-1 0 0,-2 0 0,-99 0 67,102 1-48,0 0 0,1 0-1,-1 0 1,0 0 0,1 1 0,-1-1-1,1 0 1,-1 1 0,1-1-1,0 1 1,-1-1 0,-1 4-1,-1 0 4,-3 3 16,1-1 0,0 1 0,1 0 0,-1 0-1,2 1 1,-1 0 0,1-1 0,0 2 0,1-1 0,0 0-1,1 1 1,-1-1 0,2 1 0,0 0 0,-1 11 0,1 119 1920,2-79-934,-1-50-779,0 0 0,0-1 0,2 1 0,-1 0 0,1 0 0,7 19 0,-8-27-195,1 0 0,-1 0 0,1 0 0,0 0 0,0 0 0,0-1 0,0 1-1,0 0 1,0-1 0,1 0 0,0 0 0,-1 1 0,1-1 0,0-1 0,0 1 0,0 0-1,0-1 1,0 0 0,0 1 0,1-1 0,-1 0 0,0-1 0,0 1 0,1-1 0,6 1-1,-5-1-13,1 1 0,-1-1 0,1-1 0,-1 1-1,1-1 1,-1 0 0,1 0 0,-1 0 0,0-1-1,1 0 1,-1 0 0,0 0 0,0-1 0,0 0-1,-1 0 1,1 0 0,-1 0 0,0-1 0,1 0-1,-2 1 1,6-7 0,4-5-275,0-1-1,-1 0 1,-1 0 0,-1-2 0,0 1-1,-1-1 1,-1 0 0,8-28 0,-8 16-744,-2 0 0,0 0 1,-3-1-1,1-54 0,-4 22-806,0 40 4133,-1 147 962,3 148-557,-2-267-2706,0 1 1,1-1-1,0 0 0,0 1 1,1-1-1,0 0 0,-1 0 1,2 0-1,-1 0 1,4 7-1,-4-10-42,-1 0 0,1-1-1,-1 1 1,1 0 0,-1 0 0,1-1 0,0 1-1,0-1 1,0 1 0,0-1 0,0 0 0,0 0 0,0 0-1,1 0 1,-1 0 0,0 0 0,0-1 0,1 1 0,-1-1-1,0 1 1,1-1 0,-1 0 0,1 0 0,-1 0-1,5-1 1,-4 0-73,0 0-1,0 0 0,0-1 1,-1 1-1,1-1 1,0 1-1,-1-1 0,1 0 1,-1 0-1,1 0 1,-1 0-1,0 0 0,0-1 1,0 1-1,1-4 0,27-45-1945,-22 36 1190,21-47-2890,-9-6-2038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13 8964,'0'0'6016,"-2"-2"-5424,-3-8 873,5 18-905,1 7-345,0-1-1,2 1 0,0-1 0,8 25 1,2 3 117,7 48 919,10 106 1,-5 93 421,-14-129-943,-9-135-648,7 57 318,-8-72-349,1 0 0,1-1 1,0 1-1,0 0 0,8 15 1,-10-24-15,-1-10-923,-2-18-920,-1-1-1,-2 0 1,0 1-1,-2 0 1,-1 0-1,-15-32 0,3 11-5025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11989,'0'0'7444,"219"-9"-6644,-156 2-560,-7 1-160,-7-3-80,-11 6-176,-6-4-1024,-12 4-833,-9 0-2817,-1-3-4018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85 6771,'0'0'4946,"2"-6"-3951,0 0-694,-1 4-176,0-1 1,0 1-1,0 0 0,0 0 0,-1-1 0,1 1 1,-1 0-1,0 0 0,1-4 1273,-2-8-126,1 13-1271,0 1 1,0-1-1,1 0 0,-1 0 0,0 1 0,0-1 1,0 0-1,0 0 0,0 1 0,0-1 0,0 0 0,0 0 1,0 1-1,-1-1 0,1 0 0,0 1 0,0-1 1,-1 0-1,1 0 0,0 1 0,-1-1 0,1 0 1,-1 1-1,1-1 0,-1 1 0,1-1 0,-1 1 1,1-1-1,-1 1 0,1-1 0,-1 1 0,0-1 0,1 1 1,-1 0-1,0-1 0,1 1 0,-1 0 0,0 0 1,0 0-1,1-1 0,-1 1 0,0 0 0,0 0 1,-1 0-1,-37-4 59,32 2-55,0 1 0,0 0 0,0 0-1,0 1 1,0 0 0,0 0 0,0 1 0,-9 1 0,13 1 12,0-1 1,1 1-1,-1-1 1,0 1-1,1 0 1,0 0-1,0 0 0,0 0 1,0 1-1,-2 5 1,-3 7 155,1 0 1,0 0-1,1 1 0,1 0 1,-4 31-1,0 89 1993,8-116-1797,-2 22 217,1-8 291,5 70 0,-4-102-856,0-1 1,1 1 0,-1-1 0,1 1 0,-1 0 0,1-1 0,0 1 0,0-1 0,0 0 0,1 1 0,-1-1 0,0 0-1,1 1 1,0-1 0,-1 0 0,1 0 0,0-1 0,0 1 0,0 0 0,0 0 0,0-1 0,1 0 0,-1 1 0,0-1-1,1 0 1,-1 0 0,1 0 0,-1 0 0,1-1 0,-1 1 0,1 0 0,0-1 0,-1 0 0,1 0 0,0 0 0,-1 0-1,1 0 1,0-1 0,-1 1 0,1-1 0,-1 1 0,1-1 0,-1 0 0,1 0 0,-1 0 0,1-1 0,-1 1-1,0 0 1,0-1 0,0 1 0,0-1 0,0 0 0,0 0 0,0 0 0,1-2 0,8-11-266,0-1 0,-2 0 0,0 0 1,0-1-1,-2-1 0,0 1 0,-1-1 0,-1 0 1,-1 0-1,4-27 0,-1-24-1597,-3-100 0,-4 151 1786,0 10 169,0 5 538,0 5 181,0 16-263,0 69 435,2 162 853,20 0-906,-21-242-947,-1-6-77,0-65-6128,0 18 1086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5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0 6867,'0'0'9460,"-20"10"-9145,-65 34-45,81-41-230,0-1 0,0 1 1,0-1-1,0 1 0,1 0 0,-1 0 1,1 1-1,0-1 0,0 1 0,0-1 1,1 1-1,-1 0 0,1 0 0,0 1 1,0-1-1,-2 6 0,1-2 31,-2 10 122,1-1-1,0 1 1,2 0 0,0 0 0,1 0-1,1 0 1,3 35 0,-1-42-149,0 0 0,0 0 1,1 0-1,1 0 0,-1-1 0,2 0 1,-1 0-1,1 0 0,8 11 0,10 12 54,33 35 0,-36-44-29,4 3-26,-14-16-13,0 1 0,11 16 0,-18-24-29,-1 0 0,1 0-1,-1 1 1,-1-1 0,1 1-1,0 0 1,-1-1 0,0 1-1,0 0 1,-1 0 0,1 6-1,-1-10 0,-1-1 0,1 1-1,-1 0 1,1 0 0,-1-1-1,0 1 1,1 0 0,-1-1 0,1 1-1,-1 0 1,0-1 0,0 1-1,1-1 1,-1 1 0,0-1 0,0 0-1,0 1 1,0-1 0,1 0-1,-1 0 1,0 1 0,0-1 0,0 0-1,0 0 1,0 0 0,0 0-1,0 0 1,0 0 0,-1-1-1,-1 2-3,-42 2-392,1-2 0,-55-6 1,90 4 230,-1-1 1,1 0 0,0 0 0,0-1 0,0-1 0,1 1 0,-1-1-1,-9-7 1,12 8-273,1-1-1,-1 0 1,1 0-1,0 0 0,1-1 1,-1 0-1,1 0 1,0 0-1,0 0 0,1-1 1,-1 1-1,-3-11 1,1-14-3811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13334,'0'0'4498,"192"0"-4050,-147 0-384,-10 0-64,-7 0-624,-11 6-1377,-10 0-2689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30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2209,'0'0'1739,"6"-1"-1632,19-1-277,52-5 4716,-71 7-4308,0 0 1,0 1 0,0-1 0,-1 1 0,1 0-1,0 1 1,7 2 0,-9-2-169,-1-1 0,0 1 0,0 1 0,0-1 0,0 0 0,0 1 0,0-1 0,0 1 0,-1 0 0,1 0 0,-1 0 0,2 4-1,1 1 145,-1 0 0,0 0-1,-1 0 1,0 1-1,0-1 1,-1 1-1,3 16 1,-3 2 654,-1 34 0,-1-44-612,0-12-216,-1 1 1,1 0-1,-2-1 0,1 1 1,0-1-1,-1 0 0,0 1 1,-1-1-1,1 0 1,-1 0-1,0 0 0,-3 4 1,-9 10-19,-27 27 1,0 0 39,32-35-66,8-10-178,0 1-1,1-1 0,-1 1 0,1-1 0,-1 1 1,1 0-1,0 0 0,0-1 0,-1 1 1,1 0-1,1 0 0,-2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4002,'0'0'5965,"-11"-4"411,8 493-1757,3-444-4122,2-1 0,16 86 1,-15-112-371,2 0 0,0-1 0,1 0 1,1 0-1,1 0 0,0-1 0,1 0 1,0 0-1,2-1 0,13 15 1,-20-25-91,1-1 0,0 0 1,0 0-1,0 0 0,1 0 1,0-1-1,-1 0 0,1 0 1,0-1-1,9 3 0,-11-3-12,1-1-1,-1 0 1,0-1-1,1 1 1,-1-1-1,1 0 1,-1 0-1,1 0 1,-1-1-1,1 0 1,-1 0-1,0 0 1,1 0-1,-1 0 1,0-1-1,4-2 1,0-1-10,-1 0 0,0-1 0,-1 0 0,1 0 0,-1 0 0,0-1 0,-1 0 0,0 0 0,7-12-1,2-7-90,18-43 0,-19 34-131,-2 0 1,-1-1-1,-2 0 1,-1 0-1,1-41 1,-4-186 34,-5 148 1204,1 115-1140,1-1 0,0 1 0,0-1 0,-1 1 0,1-1 0,0 1 0,0 0 0,0 0 0,-1-1 0,1 1 0,0 0 0,0 0 0,0 0 0,0 0 0,0 0 0,-1 0 0,1 0 0,2 0 0,-2 0-116,50 0-10484,-33 0 2242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4946,'0'0'6326,"3"-12"-5150,8-37-122,-2 25 1769,-8 24-2801,-1 0 0,0 0-1,0 0 1,0 0 0,0 0-1,1 0 1,-1 0 0,0-1-1,0 1 1,0 0 0,1 0-1,-1 0 1,0 0 0,0 0-1,0 0 1,1 0 0,-1 0-1,0 0 1,0 0 0,0 0-1,1 1 1,-1-1 0,0 0-1,0 0 1,0 0 0,0 0-1,1 0 1,-1 0 0,0 0-1,0 0 1,0 1 0,0-1-1,1 0 1,-1 0 0,0 0-1,0 0 1,0 0 0,0 1-1,0-1 1,0 0 0,0 0-1,0 0 1,1 1 0,-1-1-1,0 0 1,0 0 0,0 0-1,0 1 1,10 38-77,-9-30 238,58 375 1816,-45-266-1232,-3-4-28,13 80 304,-24-191-1022,0-1 11,1 0 0,-1 0 0,1 0 0,-1 0 0,1 0 0,-1 0 0,1 0 0,0 0 1,0 0-1,0 0 0,0 0 0,0 0 0,1-1 0,1 3 0,-3-4-34,0 0 0,0 1 0,0-1 0,0 0 0,0 0 0,0 0-1,1 1 1,-1-1 0,0 0 0,0 0 0,0 0 0,0 0 0,1 0 0,-1 1 0,0-1 0,0 0 0,0 0 0,0 0 0,1 0 0,-1 0-1,0 0 1,0 0 0,0 0 0,1 0 0,-1 1 0,0-1 0,0 0 0,1 0 0,-1 0 0,0 0 0,0 0 0,0 0 0,1-1-1,-1 1 1,0 0 0,0 0 0,1 0 0,-1 0 0,0 0 0,0 0 0,0 0 0,1 0 0,-1 0 0,0-1 0,0 1 0,0 0 0,0 0-1,1 0 1,-1 0 0,0-1 0,0 1 0,0 0 0,0 0 0,0 0 0,0-1 0,0 1 0,0 0 0,1 0 0,-1 0 0,0-1-1,0 1 1,0 0 0,0 0 0,0 0 0,0-1 0,0 1 0,0 0 0,0-1-22,2-31-2069,-3-53 1,0 32-849,1 2-1141,0 0-2276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13 9204,'0'0'6545,"9"-2"-5793,25-7-144,-33 9-586,-1 0-1,0 0 0,0-1 1,0 1-1,0 0 0,0 0 1,1 0-1,-1 0 0,0 0 1,0 0-1,0 0 1,1-1-1,-1 1 0,0 0 1,0 0-1,0 0 0,1 0 1,-1 0-1,0 0 1,0 0-1,0 0 0,1 0 1,-1 0-1,0 0 0,0 0 1,0 0-1,1 0 0,-1 0 1,0 0-1,0 0 1,0 1-1,1-1 0,-1 0 1,0 0-1,0 0 0,0 0 1,1 0-1,-1 0 1,0 1-1,0-1 0,0 0 1,0 0-1,0 0 0,1 0 1,-1 1-1,0-1 0,0 0 1,0 0-1,0 0 1,0 1-1,0-1 0,0 0 1,0 0-1,-5 8 209,5-7-152,-20 18 149,-1-1 0,0-1 0,-1 0 0,-47 25 1,18-11-193,-146 105-3,196-136-47,0 1 0,1-1 0,-1 1-1,0 0 1,0-1 0,0 1 0,0 0 0,0-1-1,1 1 1,-1 0 0,0 0 0,1 0-1,-1 0 1,0 0 0,1 0 0,0 0 0,-1 0-1,1 0 1,-1 0 0,1 0 0,0 0-1,0 0 1,-1 0 0,1 0 0,0 0-1,0 0 1,0 0 0,0 0 0,1 1 0,-1-1-1,0 0 1,0 0 0,1 0 0,-1 0-1,0 0 1,1 0 0,-1 0 0,1 0-1,1 1 1,2 3-20,0-1 0,1 0-1,-1 0 1,1 0 0,11 6 0,-7-4 90,-4-3-38,46 32 280,2-2-1,107 48 1,-160-80-314,0-1 1,1 0-1,-1 0 1,1 0-1,-1 0 1,0 0-1,1 0 1,-1 1-1,0-1 1,1 0-1,-1 0 1,1 0-1,-1 0 1,0-1-1,1 1 1,-1 0-1,1 0 1,-1 0-1,0 0 1,1 0-1,-1 0 1,0-1-1,1 1 1,-1 0-1,0 0 1,1 0-1,-1-1 1,0 1-1,1 0 1,-1 0-1,0-1 1,0 1-1,0 0 1,1-1-1,-1 1 1,0 0-1,0-1 1,0 1-1,1-1 1,-1 1-1,0 0 1,0-1-1,0 1 1,0 0-1,0-1 1,0 1-1,0-1 1,0-27-1686,-1 13 648,1-30-3309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6403,'0'0'8911,"0"-3"-8436,-1 75 4326,3 235-2306,-1-275-2178,1-1-1,13 58 1,-13-81-291,0 0 0,0 0 1,1-1-1,0 1 0,0-1 0,1 1 0,0-1 1,0 0-1,1-1 0,0 1 0,0-1 0,0 0 1,1 0-1,0 0 0,0-1 0,11 8 1,-14-11-11,1-1 1,-1 1-1,1 0 1,0-1-1,0 1 1,0-1 0,0 0-1,0-1 1,0 1-1,0-1 1,0 1-1,0-1 1,0-1 0,0 1-1,0 0 1,0-1-1,6-1 1,-6 0-12,0 0 1,1 0-1,-1-1 0,0 1 1,0-1-1,0 0 0,0 0 1,-1 0-1,1-1 1,-1 1-1,0-1 0,0 0 1,4-6-1,8-14-277,-1-1 0,-2-1 0,0 0 0,-2 0 0,-1-1-1,-1 0 1,7-40 0,-8 12-669,-2 0 0,-4-104 0,-1 153 992,-1 1 1,1 0-1,-1 0 0,0-1 0,0 1 0,0 0 0,-1 0 0,0 0 0,0 0 0,0 1 0,0-1 0,-1 0 0,0 1 0,-6-8 0,8 11 830,0 1-911,0 0 1,1 0-1,-1 0 0,0 0 1,0 0-1,0 0 1,1 0-1,-1 0 1,0 1-1,0-1 1,1 0-1,-1 1 1,0-1-1,0 0 1,1 1-1,-2 0 1,2 15-5200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2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7139,'-1'1'9602,"0"1"-9486,0 0 0,1 0-1,-1-1 1,1 1 0,-1 0 0,1 0 0,0 0-1,0 0 1,0 0 0,0-1 0,0 1 0,0 3-1,1 9 314,-3 113 1938,2 102 112,3-174-1907,2-1-1,13 61 1,-17-111-516,-1-3-36,0 1 0,0-1 0,1 1 1,-1-1-1,0 1 0,1-1 1,-1 0-1,0 1 0,1-1 0,0 0 1,-1 1-1,1-1 0,0 0 0,0 0 1,-1 0-1,1 1 0,0-1 1,0 0-1,2 1 0,1-6 7,4-28-238,-1 0-1,-2 0 1,-1 0 0,-1-41 0,-2 64 130,0-60-645,3-41-632,-3 94 1157,2 0 0,0 1 0,0-1 0,10-25 0,-11 37 210,-1 1 1,1 0 0,-1 0-1,1 0 1,0 0-1,0 0 1,0 0-1,1 1 1,-1-1 0,1 1-1,-1-1 1,1 1-1,0 0 1,0 0-1,0 0 1,0 1-1,0-1 1,0 1 0,1-1-1,4 0 1,3 0 215,0 0 0,1 1 0,0 0 0,20 2 1,-3 0 0,53 4 410,-1-1-3679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3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10981,'0'0'8228,"0"-88"-7892,0 82-160,0 3-144,0-1-64,4 4-1217,-1 0-239,4 0-1249,-3 10-1858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3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36 9604,'0'0'7892,"-35"-7"-7172,35-2-79,0-1-177,3 4-96,4 3-368,-3 3-208,-4 25-4978,0 3-1538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3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14 141 3394,'0'0'7504,"-1"-5"-6666,-3-16 5,-2 8 1990,3 2-2136,3 9-677,0-1 1,0 1 0,1 0 0,-1 0 0,0 0-1,1 0 1,-1 0 0,1 0 0,0 0 0,-1 0-1,1 0 1,0 0 0,0 0 0,1 0-1,-1 0 1,2-2 0,1 1-36,0-1-1,1 1 1,-1 0-1,1 0 1,6-2-1,-3 0-12,1 1 64,0 0 1,0 0-1,1 1 1,-1 0 0,1 1-1,16-3 1,61 2 111,-69 3-155,-15 0 14,0 0 0,0 1 0,0-1 0,0 0 0,0 1 0,0 0-1,0 0 1,0 0 0,0 0 0,0 0 0,-1 1 0,1-1 0,-1 1 0,1 0 0,-1-1-1,1 1 1,2 3 0,-2-1 0,1 1 0,-1 0 0,0-1 0,0 1 0,-1 0 0,1 0 0,-1 0 0,3 10 0,-1 5 41,0-1 1,-2 1 0,0 0-1,-1 24 1,0-35-28,-1 0 1,0 0 0,-1 0-1,0-1 1,0 1-1,-1 0 1,0-1 0,-1 1-1,0-1 1,-6 14-1,-5 2-7,-3 7 6,-32 42 1,42-65-24,1 0 0,-1-1-1,-1 0 1,1 0 0,-1 0 0,0-1 0,-1 0 0,1-1 0,-17 8 0,14-9-81,0 0-1,-1-1 0,1-1 0,0 0 1,-1 0-1,1-1 0,-22-1 1,35-15-164,0 12 221,0 0 1,1 1 0,-1-1 0,0 1 0,1 0 0,-1-1 0,1 1 0,0 0 0,0 1 0,0-1 0,0 0 0,0 1-1,5-2 1,50-13-47,-42 12 42,10-1 64,-1 1 0,1 1 0,0 2 0,0 0 0,33 3-1,-56-1-2,0 0-1,0 0 1,0 0-1,0 0 0,0 0 1,0 1-1,0-1 0,0 1 1,0 0-1,0 0 1,-1 0-1,1 0 0,3 5 1,28 36 257,-28-34-220,2 2 95,-1 1 0,0-1-1,0 1 1,-1 0 0,-1 1-1,0-1 1,-1 1 0,0 0 0,-1 0-1,-1 1 1,0-1 0,1 24-1,-3-28-72,0 1-45,0 1 0,-1-1 0,-2 11 0,2-17-43,0 0 1,0 0-1,0-1 1,-1 1-1,0 0 1,0-1 0,0 1-1,0-1 1,-1 0-1,1 0 1,-4 4-1,-3 2 8,-1 0 0,1-1-1,-2 0 1,1-1-1,-1 0 1,0 0 0,-1-1-1,-22 8 1,16-8-35,0-2 0,0 0 0,0-1 1,0-1-1,-32 1 0,30-3-303,11 1 75,0-1 0,0 0 0,0 0 0,-18-4 0,26 4 127,-1-1 0,0 1 0,1-1 0,-1 0-1,1 1 1,-1-1 0,0 0 0,1 0 0,-1 0-1,1 0 1,0 0 0,-1 0 0,1 0-1,0-1 1,0 1 0,0 0 0,0-1 0,0 1-1,0-1 1,0 1 0,0-1 0,1 1 0,-1-1-1,0 0 1,1 1 0,-1-1 0,1 0-1,0 1 1,0-1 0,0 0 0,0-2 0,0-15-2464,0-5-1731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3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2753,'0'0'7617,"1"-6"-6227,4-17 27,-5 22-1210,1 0 1,-1 1 0,1-1-1,-1 1 1,1-1-1,-1 0 1,1 1 0,-1-1-1,1 1 1,-1-1-1,1 1 1,0-1 0,-1 1-1,1 0 1,0-1 0,-1 1-1,1 0 1,0 0-1,0-1 1,-1 1 0,1 0-1,0 0 1,0 0-1,0 0 1,-1 0 0,1 0-1,1 0 1,11 5 419,-7 2-530,-1 1-1,0 0 1,-1 0 0,0 1-1,5 14 1,3 5 177,32 76 1093,59 217 0,-101-312-1327,0 1 0,1-1 0,1 0 0,-1 0 0,1-1 0,1 1 0,0-1 0,0 0 0,11 13 0,-13-20-17,-1 1 0,1-2-1,0 1 1,0 0-1,0-1 1,0 1 0,0-1-1,0 0 1,1 0-1,-1 0 1,0 0 0,0-1-1,0 1 1,0-1-1,0 0 1,5-2 0,2-7-27,0-1 1,-1 0-1,11-18 1,-7 12-66,10-18-295,-1-1 0,32-70 0,19-84-746,-49 126 796,-18 45 210,-1 0 1,0-1-1,-1 1 0,-1-1 0,-1 0 1,-1 0-1,-1 0 0,-3-31 0,2 48 97,0 1 0,0-1-1,0 1 1,0 0 0,-1 0 0,1 0-1,-1 0 1,1 0 0,-1 0-1,0 0 1,0 0 0,0 0 0,0 1-1,0-1 1,-1 1 0,1 0-1,0 0 1,0 0 0,-1 0 0,1 0-1,-1 0 1,-3 0 0,-3-2-60,0 0 1,-1 1 0,0 1 0,-17-2-1,26 3 63,0 0-1,0 0 0,0 0 0,0 0 1,0 0-1,0 0 0,0 0 0,0 0 0,0 1 1,0-1-1,0 0 0,0 1 0,0-1 0,0 0 1,1 1-1,-1-1 0,0 1 0,0 0 0,0-1 1,-1 2-1,1 0 5,1 0 1,-1 0-1,1-1 1,-1 1-1,1 0 1,0 0-1,0 0 1,0 0-1,0 3 0,0 15-8,-1-1 183,2 0-1,4 33 1,-4-45-79,1-1 0,0 0 0,0 1 0,1-1 0,-1 0 0,1-1 0,0 1 0,1 0 0,-1-1 0,1 0 0,9 10 0,-6-9 1,1 0 0,-1 0 0,1 0 0,0-1 0,1-1 0,-1 1 0,1-1 0,0 0 0,0-1 0,0 0 0,0-1 0,13 2 0,6 0 91,1-2 0,51-3 0,-75 1-236,1-1 1,0 0-1,-1 0 0,1 0 1,-1-1-1,0 0 1,1 0-1,-1-1 0,0 1 1,0-1-1,8-6 1,24-12-5092,-31 20 484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3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16952,'0'0'2993,"24"35"-3633,-24-26-1073,0 4-1648,0-4-2626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3249,'0'0'7879,"3"-28"-2776,-3 27-4884,-2 32-622,2 58 413,2-29 12,22 323 308,-7-188-11,-3-56 258,-10-110-192,1-1 1,18 50 0,-21-73-1666,-3-10-2334,0-6 1990,1-15-2140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9396,'0'0'6841,"10"-5"-6422,0 0-335,1 1 0,0 0 0,0 0 0,0 1 1,1 1-1,-1 0 0,1 1 0,19 0 0,29 0 391,0 3 0,72 12 0,-117-11-421,56 11 164,0-3-1,93 2 1,-163-12-527,-1-1 1,0 1-1,0 0 1,0-1-1,0 1 0,0 0 1,0-1-1,0 1 1,0 0-1,0-1 0,0 1 1,-1 0-1,1-1 1,0 1-1,0 0 1,0-1-1,-1 2 0,-11 4-4173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1 538 11557,'0'0'6099,"34"-15"-5771,108-50-109,-135 62-207,0-1-1,-1 1 1,0-1-1,1 0 1,-1-1-1,-1 0 1,1 0 0,-1 0-1,0 0 1,0-1-1,0 0 1,-1 0-1,6-10 1,-4 6 13,-1-1-20,0 1 0,0-1 0,-1 0 0,0 0 0,-1 0 0,0 0 0,2-20 1,-2-6-289,-3-39 1,0 40-219,0 32 464,-1-1 0,1 1 0,-1-1 0,0 0 0,-1 1 0,1 0 0,-1-1 0,0 1 0,0 0 0,0 0 0,0 0 0,-1 0 0,1 0 0,-1 1 0,0-1 0,-1 1 0,1 0 0,-6-5 0,3 4 40,1 0 1,0 1-1,-1-1 0,0 2 1,1-1-1,-1 0 1,0 1-1,-1 0 1,1 0-1,0 1 0,0 0 1,-14-1-1,18 2-2,-1 0 0,0 0 0,0 0-1,0 0 1,0 0 0,1 0-1,-1 1 1,0 0 0,0-1 0,1 1-1,-1 0 1,0 0 0,1 1 0,-1-1-1,1 0 1,0 1 0,-1 0-1,1-1 1,0 1 0,0 0 0,0 0-1,0 0 1,0 1 0,0-1 0,1 0-1,-1 1 1,1-1 0,0 1-1,0-1 1,-1 1 0,2-1 0,-2 5-1,-3 7 1,1 1 0,1-1 0,0 1 0,-1 25 0,4 62 191,1-48 17,-1-44-93,0 1 1,1-1-1,0 0 1,0 0-1,1 0 1,1 0-1,-1-1 1,2 1-1,-1 0 0,2-1 1,-1 0-1,1 0 1,0 0-1,1-1 1,0 0-1,0 0 1,1 0-1,0-1 1,1 0-1,-1 0 0,1-1 1,16 11-1,-17-14-27,0-1-1,1 1 0,-1-1 0,0 0 1,1-1-1,-1 1 0,1-2 1,11 1-1,-14-1-86,0 0-1,0 0 1,-1-1 0,1 1 0,0-1 0,-1 0 0,1-1-1,0 1 1,-1-1 0,0 0 0,1 0 0,-1 0-1,0-1 1,6-4 0,0-3-963,-1-1 0,-1-1 1,0 1-1,0-1 0,-2-1 0,11-24 0,-5 5-4193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6515,'0'0'7828,"0"-11"-6033,20 74-519,15 88 1,-28-119-877,5 24 800,25 72-1,-37-126-1012,1-6-317,-1-1 67,1 1 1,-1 0-1,0-1 0,-1 1 0,1 0 0,-1-1 1,-1-3-1,-1-13-156,1-122-1323,2 81 901,1 49 498,0 1 1,0 0-1,1-1 0,1 1 1,0 0-1,0 0 0,1 1 0,1-1 1,8-14-1,-8 17 121,0 1 0,0 0 1,1 0-1,0 1 0,0-1 0,1 2 1,0-1-1,0 1 0,1 0 0,0 0 1,0 0-1,14-6 0,-19 11 58,-1 0 0,0 0 0,0 0 0,0 0 0,1 1 0,-1-1 0,0 1-1,1-1 1,-1 1 0,1 0 0,-1 0 0,0 0 0,1 0 0,-1 1 0,1-1 0,-1 0 0,0 1 0,0 0 0,1 0 0,-1-1-1,0 1 1,0 1 0,0-1 0,0 0 0,0 0 0,0 1 0,0-1 0,0 1 0,0 0 0,-1-1 0,1 1 0,-1 0-1,1 0 1,1 4 0,4 6 130,-2 0-1,1 1 0,-1 0 0,6 26 1,-5-19 47,11 47 597,13 84 0,-4 70 147,-16-132-770,-10-70-195,0-18-139,0-7-955,0-68-3529,0 22-606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4370,'0'0'8604,"9"-15"-7910,29-47 82,-27 46-276,-9 14 430,0 3-719,-2-1 205,4 13-413,13 216 1160,2 79-121,18 153 2267,-33-445-3168,-4-16-160,0 0 1,0 0 0,0 0-1,0 0 1,0 0 0,0 0-1,0 0 1,0 0-1,0 0 1,0 0 0,0 0-1,0 0 1,0 0 0,0-1-1,0 1 1,0 0 0,0 0-1,0 0 1,0 0-1,0 0 1,0 0 0,0 0-1,0 0 1,0 0 0,0 0-1,0 0 1,0 0 0,0 0-1,0 0 1,0 0-1,0 0 1,0 0 0,1-1-1,-1 1 1,0 0 0,0 0-1,0 0 1,0 0 0,0 0-1,0 0 1,0 0 0,0 0-1,0 0 1,0 0-1,0 0 1,0 0 0,0 0-1,0 0 1,1 0 0,-1 0-1,0 0 1,0 0 0,0 0-1,0 0 1,0 0-1,0 0 1,0 1 0,0-1-1,0-30-3018,-8-4-536,-7-6-1896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4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8244,'0'0'2030,"33"-14"-1710,106-45-269,-128 55-47,-1 0 0,1 1 0,16-3-1,-23 6 6,0 0 0,0 0 0,0 0 0,0 0-1,0 1 1,5 1 0,-2-1 23,-2 1 61,0-1-1,0 1 0,0 0 1,0 0-1,-1 1 0,1-1 1,-1 1-1,0 0 0,0 0 1,0 0-1,0 1 0,0-1 1,-1 1-1,0 0 0,1 0 1,-1 1-1,-1-1 0,1 0 1,3 10-1,2 4 593,-1 1 1,-1 0-1,6 35 1,4 34 1177,-10-43-838,3-1 0,27 82 0,-34-119-918,1-1-1,0 0 1,1 1 0,0-2-1,0 1 1,0 0-1,6 5 1,-9-9-83,1-1 0,-1 0 0,1 1 0,-1-1 0,1 0 0,0 1 0,-1-1 0,1 0 0,0 0 0,0-1 0,0 1 0,0 0-1,0-1 1,0 1 0,0-1 0,0 1 0,0-1 0,0 0 0,0 0 0,1 0 0,-1 0 0,0 0 0,0-1 0,0 1 0,0-1 0,0 1 0,0-1 0,2-1 0,-1 0-29,0-1 1,0 1 0,-1-1 0,1 0 0,-1 0 0,0 0-1,0 0 1,0 0 0,0 0 0,0-1 0,-1 1 0,1 0-1,-1-1 1,0 1 0,1-6 0,-1 4-17,14-52-1362,13-105 1,-26 146 1201,4-53 1008,-3-99 0,-4 100-221,1 59-958,-3-43 428,3 49-900,-1-1-1,1 1 0,-1 1 0,0-1 0,0 0 0,-1 0 0,1 0 0,-3-3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5426,'0'0'6985,"0"-4"-5808,0 2-1420,0 2 325,0-1-1,0 1 0,0-1 1,0 1-1,0-1 1,0 1-1,0-1 1,0 1-1,0-1 1,0 1-1,0-1 0,0 1 1,0 0-1,0-1 1,0 1-1,1-1 1,-1 1-1,0-1 1,0 1-1,1 0 0,-1-1 1,0 1-1,0 0 1,1-1-1,-1 1 1,1 0-1,-1-1 1,0 1-1,1 0 0,-1-1 1,1 1-1,-1 0 1,0 0-1,1 0 1,-1 0-1,1-1 1,-1 1-1,1 0 0,-1 0 1,1 0-1,-1 0 1,1 0-1,-1 0 1,1 0-1,-1 0 1,0 0-1,1 0 0,0 1 1,0-1-75,-1 1 1,1 0-1,0 0 1,-1-1-1,1 1 0,-1 0 1,1 0-1,-1 0 1,0 0-1,1 0 0,-1 0 1,0 0-1,0 0 1,1 0-1,-1 0 0,0-1 1,0 1-1,0 2 1,0 2 8,22 138 781,4 213-1,-12-103 127,-10-189-559,-2-29-83,1 0-1,1 0 1,15 56-1,-19-91-293,0 0 0,0 0 0,0 0 0,0 0 0,0 0 0,1 0 0,-1-1 0,0 1 0,0 0 0,0 0 0,0 0 0,0 0 0,0 0 0,0 0 0,0 0 0,0 0 0,1 0 0,-1 0 0,0 0 0,0 0 0,0 0 0,0 0 0,0 0 0,0 0 0,0 1 0,0-1 0,0 0 0,0 0 0,0 0 0,1 0 0,-1 0 0,0 0 0,0 0 0,0 0 0,0 0 0,0 0 0,0 0 0,0 0 0,0 0 0,0 0 0,0 0 0,0 1 0,0-1-1,0 0 1,0 0 0,0 0 0,0 0 0,0 0 0,0 0 0,0 0 0,0 0 0,2-15-1063,0-36-1567,-1 31 1407,0 3-529,1-1-1,0 1 1,7-19-1,4-10-4986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5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92 9524,'0'0'6908,"11"-14"-6282,33-41-41,-30 33 3198,-15 22-3754,-1 0-25,0 0 0,0 1 0,0-1-1,0 1 1,0 0 0,0-1 0,1 1 0,-1 0 0,0 0-1,1 0 1,-1 1 0,1-1 0,-3 2 0,-21 23 63,11-12-49,-14 12-714,0-3 0,-2 0 1,0-2-1,-44 23 0,74-44 662,-1 0 0,1 0 0,0 0-1,-1 0 1,1 1 0,0-1 0,0 0 0,-1 0 0,1 0 0,0 0-1,0 1 1,0-1 0,-1 0 0,1 0 0,0 0 0,0 1 0,0-1 0,0 0-1,-1 0 1,1 1 0,0-1 0,0 0 0,0 0 0,0 1 0,0-1-1,0 0 1,0 1 0,0-1 0,0 0 0,0 0 0,0 1 0,0-1-1,0 0 1,0 1 0,0-1 0,0 0 0,0 0 0,0 1 0,0-1 0,0 0-1,0 0 1,0 1 0,1-1 0,-1 0 0,0 0 0,0 1 0,0-1-1,1 0 1,-1 0 0,0 0 0,0 1 0,0-1 0,1 0 0,-1 0-1,0 0 1,0 0 0,1 0 0,-1 1 0,24 11 76,-12-6-140,42 28 456,-3 3 0,-1 1 0,57 57 0,-99-86-116,0-1-1,-1 1 1,8 12 0,-2-2 296,-7-18-633,-5-10-7875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283 129 4034,'0'0'8772,"0"-7"-8473,0-53 1896,-1 59-2163,1 0-1,-1-1 1,1 1-1,-1 0 1,1-1-1,-1 1 1,0 0-1,1 0 1,-1 0-1,0-1 1,0 1-1,0 0 0,0 0 1,0 0-1,0 1 1,0-1-1,0 0 1,0 0-1,-1 0 1,1 1-1,0-1 1,0 1-1,-1-1 1,1 1-1,-1-1 1,-1 1-1,-39-9 75,39 9-96,-37-7 11,24 4-3,-1 1 0,-23-1 0,34 3-23,4-1 3,0 1-1,0 0 1,0 0 0,0 0 0,0 0 0,0 0 0,1 0-1,-1 1 1,0-1 0,0 1 0,0-1 0,0 1 0,1 0-1,-1-1 1,0 1 0,0 0 0,1 0 0,-1 0 0,1 0-1,-1 1 1,1-1 0,-1 0 0,1 1 0,0-1 0,-2 3-1,-2 5 64,-1 0-1,1 0 1,0 1-1,1 0 1,0 0-1,1 0 1,0 0-1,1 1 1,0-1-1,-1 14 1,1 16 562,3 56-1,1-55-289,-1-24-9,1 0 0,1 0-1,0 0 1,1-1 0,1 1 0,0-1 0,2 0-1,-1-1 1,2 1 0,18 27 0,-23-39-241,0-1 1,1 1 0,-1-1-1,1 1 1,-1-1-1,1-1 1,0 1 0,1 0-1,-1-1 1,0 0 0,8 3-1,-9-4-54,0 0-1,-1 0 1,1 0-1,0-1 0,0 0 1,0 1-1,1-1 1,-1 0-1,0 0 1,0 0-1,0-1 1,0 1-1,0-1 0,0 0 1,-1 0-1,1 0 1,0 0-1,0 0 1,0 0-1,2-3 1,0 0-48,-1 0 0,1-1 0,-1 0 0,0 0 0,-1 0 0,1 0 0,-1-1 0,0 1 0,2-8 0,21-57-725,-15 31-231,-2 0 1,-2-1 0,4-53-1,-6-123-775,-5 202 1851,0 13-143,0 5-183,0 83 1128,18 140 1,-12-188-465,2 18 330,2 0-1,35 106 1,-44-161-761,16 34 106,-16-34-117,0 0 0,0 0 0,0-1-1,1 1 1,-1 0 0,1-1 0,-1 1 0,1-1 0,0 1-1,-1-1 1,1 0 0,0 0 0,0 0 0,3 2 0,3-3-491,-3-11-885,0-25-1369,-4-10-2126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6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6643,'0'0'7478,"8"23"-5941,-3-7-1222,45 157 2382,-6 61 745,-22-102-1895,-17-118-1376,-3-32-444,-2-214-3832,1 219 3898,0 0 0,1 0 0,1-1 0,0 1 0,0 1 0,1-1 0,1 0 0,0 1 0,1 0 0,13-21 0,-13 23 210,1 1-1,0 0 0,0 0 1,1 1-1,0 0 0,1 0 1,-1 1-1,2 0 0,-1 0 1,1 1-1,0 0 0,0 1 1,11-4-1,-12 7 12,1 0-1,-1 0 1,1 1 0,-1 0-1,17 2 1,-13-1-13,-10 0 1,0 0 0,0 0 0,0 1 0,0-1 0,0 1 0,0 0 1,0 0-1,-1 0 0,1 0 0,0 1 0,-1-1 0,1 1 0,-1-1 0,5 5 1,-2-2 24,-1 1 0,0-1 0,0 1 0,-1 0 0,1 0 0,4 11 0,1 4 248,-2 1 1,0 0-1,4 23 0,-10-42-229,9 53 887,-1 1-1,1 81 1,-8-28-7858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4 164 4610,'0'0'6624,"0"-8"-5986,-3-21 98,3 22 3931,0 11-4653,3 43 326,11 59-1,38 332 2108,-31-196-1399,-19-227-981,-2-7 2,1-1 0,0 0-1,0 0 1,0 0 0,1 0 0,0 0-1,0 0 1,7 11 0,-9-18-66,0 0 0,0 0 0,0-1 0,0 1 0,0 0 0,0 0 0,0 0 0,0 0 0,0 0 0,0-1 0,0 1 1,1 0-1,-1 0 0,0 0 0,0 0 0,0 0 0,0 0 0,0-1 0,0 1 0,1 0 0,-1 0 0,0 0 0,0 0 0,0 0 0,0 0 0,0 0 0,1 0 0,-1 0 1,0 0-1,0 0 0,0 0 0,0 0 0,1 0 0,-1 0 0,0 0 0,0 0 0,0 0 0,0 0 0,1 0 0,-1 0 0,0 0 0,0 0 0,0 0 0,0 0 1,0 0-1,1 0 0,-1 1 0,0-1 0,0 0 0,0 0 0,0 0 0,0 0 0,0 0 0,1 0 0,-1 1 0,0-1 0,0 0 0,0 0 0,0 0 0,0 0 0,0 0 1,0 1-1,0-1 0,0 0 0,0 0 0,0 0 0,0 1 0,-14-261-4712,4 179 3334,-6-33-444,0-124 0,6-44 4044,10 279-2201,1 1 0,-1-1 0,1 1 0,0-1 0,0 1 0,-1 0 0,2-1 0,-1 1 0,0 0-1,0 0 1,1 0 0,-1 0 0,1 0 0,0 0 0,-1 0 0,1 0 0,4-2 0,-1 0 30,-1 1 1,2 0-1,-1 0 0,0 0 1,1 0-1,8-2 0,0 2 56,1 1 0,0 1 0,0 1-1,-1 0 1,24 3 0,-32-2-53,0 1 1,-1-1-1,1 1 0,-1 0 0,0 1 1,1-1-1,-1 1 0,0 0 0,0 0 0,8 8 1,15 9 14,-23-18-56,0 1 0,-1 0 0,1 0 0,-1 1 0,0-1 0,1 1 0,-2 0 0,1 0 0,0 0 0,-1 1 0,0-1 0,0 1 0,0 0 0,-1-1 0,1 1 0,-1 1 0,2 8 0,1 3 195,-1 0-1,-1 0 1,0 1 0,-1-1 0,-1 1 0,-2 19-1,1 63 204,0-95-414,-1 1 0,0 0 0,0-1 1,-1 1-1,1 0 0,-1-1 0,-1 0 1,1 1-1,-1-1 0,-3 5 0,-38 51 31,29-42-27,-1-1-4,-1 0-1,-1-1 0,0-1 1,-2-1-1,1 0 1,-2-1-1,0-2 0,-26 13 1,40-22-70,1-1 0,-1 1 0,0-1-1,0 0 1,0-1 0,0 0 0,0 0 0,0 0 0,0-1 0,-14-1 0,21 1 27,-1 0 0,0-1-1,1 1 1,-1-1 0,1 1 0,-1 0 0,1-1 0,-1 0 0,1 1-1,-1-1 1,1 1 0,-1-1 0,1 1 0,0-1 0,-1 0 0,1 1 0,0-1-1,-1 0 1,1 1 0,0-1 0,0 0 0,0 0 0,0 1 0,0-1 0,0 0-1,0 0 1,0 0 0,0-27-480,1 21 178,-1 4 283,0 0 1,1 0-1,-1 0 0,1 1 0,0-1 0,0 0 1,0 0-1,0 0 0,0 1 0,1-1 1,-1 1-1,1-1 0,0 1 0,-1 0 0,1-1 1,0 1-1,1 0 0,-1 0 0,0 0 1,0 1-1,1-1 0,-1 1 0,1-1 0,0 1 1,-1 0-1,1 0 0,0 0 0,3-1 1,7-1 60,-1 0 1,1 0 0,0 1 0,0 1 0,17 0-1,-26 2 15,1 0-1,-1-1 0,0 2 0,1-1 1,-1 0-1,0 1 0,0 0 0,0 0 1,0 0-1,0 1 0,0-1 1,-1 1-1,1 0 0,-1 0 0,0 0 1,0 0-1,0 1 0,0-1 0,0 1 1,2 5-1,8 11 402,-1 2-1,13 34 1,-21-46-228,62 164 2810,-21-48-951,-43-124-2003,-1 5 48,2-1 0,-1 1 0,1-1 0,0 0 0,0 0 0,0 0 0,1 0 1,0-1-1,0 1 0,1-1 0,-1 0 0,11 8 0,-14-13-116,-1 1 0,1 0 1,0-1-1,0 1 0,0-1 0,0 0 0,0 1 1,0-1-1,0 0 0,0 1 0,0-1 0,0 0 1,0 0-1,0 0 0,0 0 0,0 0 0,1 0 0,-1 0 1,0 0-1,0-1 0,0 1 0,0 0 0,0-1 1,0 1-1,0 0 0,0-1 0,-1 1 0,1-1 1,0 0-1,0 1 0,0-1 0,0 0 0,-1 1 1,1-1-1,0 0 0,-1 0 0,2-1 0,1-2-571,-1-1 0,1 0 0,0 0 0,-1 0 0,2-9 0,7-27-3988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19 457 11701,'0'0'4707,"25"-34"-4577,80-111-103,-58 85-46,-41 55-57,-2-1 0,1 0 0,-1 0 0,1 0 0,-2-1 1,1 1-1,-1-1 0,0 0 0,0 0 0,2-11 0,-2 9-128,-1 0 0,-1 0-1,1 0 1,-1 0 0,-1 0 0,0-1-1,0 1 1,-2-12 0,1 19 188,-1 0-1,1 0 1,0 0-1,0 0 1,-1 0-1,1 1 1,-1-1-1,1 0 1,-1 1 0,0-1-1,0 1 1,0 0-1,0-1 1,0 1-1,0 0 1,0 0-1,0 0 1,0 1-1,0-1 1,-5 0 0,-4-2-38,-1 0 0,-21-1 0,26 3 54,-5 0-1,0 0-1,0 1 1,0 1 0,-16 1-1,25-1 4,0-1-1,0 1 1,0 0-1,0 0 1,0 0-1,1 0 1,-1 1-1,0-1 1,1 1-1,0 0 0,-1-1 1,1 1-1,0 0 1,0 0-1,-1 1 1,2-1-1,-1 0 1,0 1-1,0-1 0,1 1 1,-1-1-1,-1 6 1,0 7 208,-1 0 0,2 1 1,0-1-1,1 1 0,1-1 1,0 1-1,5 30 0,-4-36 23,2 13 261,2 0-1,0 1 1,1-2 0,2 1-1,0-1 1,1 0-1,1 0 1,2-1-1,0-1 1,1 0-1,0-1 1,2 0 0,0-1-1,2-1 1,22 20-1,-29-30-415,-1 0-1,2-1 0,-1 0 1,1-1-1,-1 0 1,2-1-1,-1 0 0,0-1 1,1 0-1,-1-1 0,1 0 1,0 0-1,21-1 0,-29-2-109,-1 1-1,0-1 1,0 0-1,0 1 1,0-1-1,-1 0 1,1-1-1,0 1 1,0-1-1,-1 1 1,1-1-1,0 0 1,-1 0-1,0 0 1,1 0-1,-1 0 1,0 0-1,0-1 1,0 1-1,-1-1 1,1 1-1,-1-1 1,1 0-1,-1 0 1,2-4-1,2-8-1104,0-1 0,-1 1-1,4-27 1,0-14-3687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2:5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39 6499,'0'0'7878,"0"-34"-5103,0 33-2578,-1 0-190,1 1 0,-1 0 0,1-1 0,-1 1 0,1 0 0,-1 0 0,1-1 0,-1 1 0,0 0 0,1 0 0,-1 0 0,0 0 0,1 0 1,-1-1-1,1 1 0,-1 0 0,0 1 0,1-1 0,-1 0 0,0 0 0,0 0 0,0 0 9,-11 0-2,7 0-13,0-1 1,0 1-1,0 0 0,-1 1 1,1-1-1,0 1 1,1 0-1,-1 1 0,0-1 1,0 1-1,0 0 1,-6 3-1,0 3-6,1-1 0,0 1-1,0 1 1,1 0 0,-15 18 0,20-21 10,0-1 0,0 1 0,1 0 0,0 0 0,0 1 0,0-1 0,1 0 0,0 1 0,0 0 0,1-1 1,0 1-1,-1 12 0,2-15-2,0 3 105,0 0-1,0 0 1,3 14-1,-2-18-53,0 0 1,1 0-1,-1 0 1,0-1-1,1 1 0,0 0 1,-1-1-1,1 1 0,0-1 1,0 1-1,5 3 1,23 18 360,1-2 0,43 25 0,22 15-229,-81-51-192,-1 0 1,-1 1-1,0 1 1,14 17-1,-22-25 14,-1 1 0,0 0 1,-1 0-1,1 1 0,-1-1 1,-1 1-1,1-1 0,-1 1 1,0 0-1,0 0 0,-1 0 1,0 0-1,0 0 0,-1 0 1,0 0-1,-1 10 0,1-15 0,0 1-1,-1-1 0,1 0 0,-1 0 1,1 0-1,-1 0 0,0 0 0,0 1 1,0-2-1,0 1 0,0 0 1,-1 0-1,1 0 0,0 0 0,-1-1 1,1 1-1,-1-1 0,-2 2 0,0 0 3,-1 0 0,1 0 0,-1-1 0,0 0-1,1 0 1,-1 0 0,-9 1 0,-6 0 25,0 0 1,0-1 0,-21-2-1,37 0-23,1 0-2,1 0 0,-1 1 1,1-2-1,-1 1 0,1 0 0,-1-1 0,1 1 1,-1-1-1,-4-1 0,6 1-7,1 0 0,-1 0 1,0 0-1,0 0 0,0 0 1,1 0-1,-1 0 0,0 0 0,1 0 1,-1-1-1,1 1 0,0 0 1,-1 0-1,1-1 0,0 1 0,0 0 1,-1 0-1,1-1 0,0 1 1,1-2-1,-3-9-50,2 0-1,0-1 1,0 1 0,1 0-1,1-1 1,0 1 0,0 0-1,1 0 1,1 0 0,0 0-1,1 1 1,0 0 0,1 0-1,11-17 1,3 2-498,0 0-1,2 2 1,1 1-1,1 1 1,1 0 0,0 2-1,2 1 1,49-26-1,-67 41 469,-1 0-1,1 1 0,0 0 1,0 1-1,0 0 0,0 0 1,0 1-1,0 0 1,16 1-1,-23 0 130,0 0 0,-1 1-1,1-1 1,0 0 0,-1 1 0,1-1 0,0 1-1,-1 0 1,1-1 0,-1 1 0,1 0 0,-1 0-1,0 0 1,1 0 0,-1 0 0,0 0 0,0 0-1,1 0 1,-1 1 0,0-1 0,0 1 0,0-1-1,-1 0 1,2 3 0,2 4 364,-1 0 0,0 0 0,3 14 0,-3-9 50,20 112 2838,-19-91-2607,2-1 0,1 0-1,18 50 1,-18-72-1713,-6-28-996,-1-24-1336,0-11-1814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20 3890,'0'0'15655,"-7"-19"-18712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11381,'0'0'6126,"-9"6"-5902,-15 12 132,1 0 0,-30 31 0,46-41-298,0-1 0,1 1 0,0 0 0,0 0 0,0 1 0,1 0 0,1-1 0,0 2 0,0-1 0,0 0 0,1 1 0,-2 13 0,4-14-62,0 0 1,1 0-1,-1 1 0,2-1 1,0 0-1,0 0 0,0 0 0,5 15 1,-3-18-125,0 1 0,0-1 0,0 0 0,1 0 0,0-1 0,0 1 0,0-1 0,1 0 0,0 0 0,0 0 0,11 8 0,66 38-2251,-57-37 1926,0 2-1,24 19 0,-46-33 536,-1 0 0,0 1 0,0-1 0,1 0 1,-2 1-1,1 0 0,0 0 0,0-1 0,-1 1 0,1 0 1,-1 0-1,0 0 0,0 1 0,0-1 0,-1 0 0,1 0 1,-1 0-1,0 1 0,1-1 0,-1 0 0,-1 0 0,1 1 0,0-1 1,-1 0-1,0 0 0,0 0 0,0 1 0,0-1 0,0 0 1,0 0-1,-1-1 0,0 1 0,1 0 0,-1 0 0,0-1 1,0 1-1,-1-1 0,-2 3 0,-10 6 88,-1-1 1,0-1-1,0 0 1,-19 6-1,24-11-615,1 0 0,-1-1-1,0 0 1,1-1-1,-1-1 1,0 1 0,-1-2-1,-10 0 1,21 0 245,0 0-1,0 0 1,0 0 0,1 0-1,-1 0 1,0 0 0,0-1-1,1 1 1,-1 0 0,0-1-1,0 1 1,1 0 0,-1-1-1,0 1 1,1-1 0,-1 1-1,0-1 1,1 1 0,-1-1-1,1 1 1,-2-2 0,-6-27-7908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1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4882,'0'0'7294,"0"-4"-6515,-4-9 1024,2 15-106,1 9-1096,0 45 527,0 20-391,3 0-1,16 99 0,59 274 1168,-51-290-1305,-18-112-332,1-1-1,23 65 1,-31-110-339,0-12-714,-1-1 0,0 0 1,0 0-1,-1 1 0,-1-1 0,0 1 0,0-1 0,-5-11 1,-15-33-4258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1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12230,'0'0'6339,"185"0"-5011,-126 0-1184,-7 0-144,-3 0-176,-7 0-1489,-7 0-1808,-7 0-4723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260 157 1585,'0'0'10634,"0"-6"-9580,0-72 1446,0 76-2494,-1 0 0,1 0 0,-1 1 0,0-1 0,0 0 0,0 1 0,0-1 0,0 0 0,0 1 0,0 0 0,0-1 0,-1 1 0,1 0 0,0-1 0,-1 1 0,1 0 0,-1 0 0,0 0 0,1 0 0,-4 0 0,-41-19 87,39 17-43,0 0-28,1 0-17,0 1 0,0 0-1,0 0 1,0 1 0,0 0 0,0 0 0,-7 0 0,-8-1 18,-10 1 127,30 1-144,0 0-1,0 0 0,0 1 0,-1-1 0,1 1 0,0-1 0,0 1 0,0 0 0,0-1 1,0 1-1,0 0 0,0 0 0,0 0 0,1 0 0,-1-1 0,0 1 0,0 0 1,1 1-1,-1-1 0,0 0 0,1 0 0,-1 1 0,-7 15 94,1 0 0,1 1 0,0-1 0,2 1 0,0 0 0,1 1 0,-2 25 1,5-5 476,-1-8 39,1 0 1,2-1 0,0 1 0,14 56 0,-14-80-520,32 94 1237,-30-92-1179,0 0 0,0 0 0,1-1 1,0 0-1,1 0 0,0 0 0,0 0 1,11 10-1,-16-17-134,1 0-1,0 1 1,-1-1 0,1 0-1,0 0 1,-1 0 0,1 0 0,0 0-1,0 0 1,0 0 0,0-1-1,0 1 1,0-1 0,0 1-1,0-1 1,0 0 0,0 0 0,0 0-1,0 0 1,0 0 0,0 0-1,0-1 1,0 1 0,0-1 0,0 1-1,0-1 1,0 0 0,0 0-1,-1 0 1,1 0 0,0 0 0,0 0-1,-1 0 1,1 0 0,-1-1-1,1 1 1,-1-1 0,0 1 0,2-3-1,4-6-29,0 0 0,-1 0-1,0-1 1,0 0 0,3-12 0,-8 22 6,13-32-734,-1-2 1,-2 1 0,-1-1-1,-2-1 1,-1 1 0,-2-1-1,0-44 1,-5-100 863,0 179-33,2 9 21,-1 0 0,-1 1 0,1-1 0,-1 0 0,-2 11 0,0 11 186,2 275 1442,0-297-1694,-1 0 0,1 0-1,1 0 1,0 0-1,0-1 1,0 1 0,1 0-1,0 0 1,1 0-1,-1-1 1,7 12-1,-8-17-68,0-1-1,0 0 0,0 0 1,0 0-1,0 0 0,0 0 0,0 0 1,1 0-1,-1 0 0,0-1 1,0 1-1,1 0 0,-1-1 1,1 1-1,-1-1 0,0 1 0,1-1 1,-1 0-1,1 0 0,-1 1 1,1-1-1,-1 0 0,1 0 1,-1-1-1,1 1 0,-1 0 0,1 0 1,-1-1-1,1 1 0,-1-1 1,3 0-1,0-1-287,0 0 0,-1 0 0,1 0-1,-1-1 1,1 1 0,-1-1 0,0 1 0,0-1 0,5-6 0,15-29-4056,-4-7-3801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2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86 992,'0'0'10571,"-3"-15"-10118,-9-41 401,9 42 1024,4 22-1487,0 0 1,0 0-1,-1 0 0,0 0 1,-1 10-1,-1 11 300,2 54 1012,4-1-1,4 0 1,22 102 0,-29-178-1586,0-2-46,-1 0-1,1 0 1,0-1 0,0 1-1,0 0 1,1-1 0,-1 1 0,1 0-1,0-1 1,0 0 0,0 1 0,1-1-1,4 5 1,-7-7-28,3 0 13,-2-7 203,-1-293-4181,0 289 3642,1-1 1,0 1 0,1-1-1,-1 1 1,2 0 0,0-1-1,0 1 1,1 0 0,0 1-1,0-1 1,9-11-1,-11 17 308,1 0 0,0 0 0,1 0-1,-1 0 1,1 1 0,-1 0 0,1-1-1,0 2 1,1-1 0,-1 0-1,0 1 1,1 0 0,-1 0 0,1 0-1,0 0 1,-1 1 0,1-1-1,0 1 1,0 1 0,0-1 0,0 1-1,0 0 1,0 0 0,0 0 0,0 1-1,7 1 1,-5 0 76,0 1 0,0 0 0,0 0 0,0 1 0,-1-1 1,1 2-1,-1-1 0,0 1 0,0 0 0,-1 0 0,1 0 0,-1 1 0,-1 0 0,6 6 0,4 9 168,0 1 0,21 45 0,-24-43-130,-1 1 0,-1 0 0,-2 0 0,0 1 0,-2 0 0,-1 0 0,2 52 1,-6 51-149,-7-148-3617,4-19 291,-1-11-3538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3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9012,'0'0'7964,"-17"5"-7665,-55 16 266,68-19-479,0 0 0,0 0 0,0 1-1,0-1 1,0 1 0,0 0 0,1 0 0,-1 1-1,1-1 1,0 1 0,0-1 0,0 1 0,1 0 0,-4 6-1,1 0 161,1 0-1,1 1 0,-1-1 0,-1 13 0,2-2 82,0-1-1,2 1 1,0 0 0,4 36-1,-2-53-303,0 1 0,0-1 0,1 0 0,-1 1-1,1-1 1,0 0 0,0 0 0,0 0 0,0 0 0,1 0 0,0-1 0,-1 1-1,2-1 1,-1 0 0,0 0 0,0 0 0,1 0 0,4 2 0,9 6-80,0-1 0,35 14 1,-27-12-49,-6-4 18,0 0-49,0 1 1,29 20 0,-44-26 114,0-1 1,0 1 0,-1 0 0,1 1 0,-1-1 0,1 1-1,-1 0 1,-1-1 0,1 1 0,0 1 0,-1-1 0,0 0 0,0 0-1,0 1 1,0 0 0,-1-1 0,1 7 0,-1-7 37,0 1-1,-1 0 1,0 0 0,0 0 0,0-1 0,0 1-1,-1 0 1,0 0 0,0-1 0,0 1 0,-1-1-1,0 1 1,0-1 0,0 1 0,-4 6 0,3-8-4,0 0 1,0-1-1,0 1 1,0-1 0,0 1-1,0-1 1,-1 0 0,1 0-1,-1-1 1,0 1 0,1-1-1,-1 1 1,0-1 0,0 0-1,0-1 1,0 1-1,0-1 1,0 0 0,-6 0-1,8 0-5,1 0 0,-1 0-1,0 0 1,1-1 0,-1 1 0,0-1-1,1 1 1,-1-1 0,1 0-1,-1 1 1,1-1 0,-1 0 0,1 0-1,-1 0 1,1 0 0,0 0-1,0 0 1,-2-2 0,0-1 3,1 0 0,-1 1 0,1-1 1,0 0-1,0 0 0,1 0 0,-2-5 0,-1-7-107,1 1 0,0-1-1,0-20 1,1 12-540,2 0 1,3-44 0,-1 60 370,-1 0 1,1 0 0,0 1 0,0-1 0,1 1-1,0 0 1,0 0 0,1 0 0,0 0-1,0 0 1,1 1 0,8-10 0,-6 9 254,1 0-1,-1 0 1,1 1 0,0 0-1,0 1 1,1 0 0,0 0-1,0 1 1,0 0 0,0 0 0,1 1-1,-1 1 1,1-1 0,0 1-1,0 1 1,0 0 0,-1 1 0,1-1-1,0 2 1,19 2 0,-23-1 205,0 1 0,0 0 0,0-1 0,0 2 0,0-1 0,-1 1 0,1 0 0,-1 0 0,0 1 0,0-1 0,-1 1 0,1 0 0,-1 0 0,0 1 0,-1-1 0,6 11 0,3 8 625,0 0 1,15 46-1,-25-63-713,41 149 1557,-41-148-5474,-4-20-1125,0-21-1108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3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18520,'0'0'5283,"0"-7"-7988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4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4 3025,'0'0'11971,"0"-3"-11064,1 47 2550,6 142-2789,11-11 184,29 334 1401,-46-498-2201,2 35 535,18 84-1,-15-111-377,-6-19-205,0 1 0,0-1 0,1 1 1,-1-1-1,0 1 0,0-1 0,1 1 1,-1-1-1,1 1 0,-1-1 0,0 1 1,1-1-1,-1 1 0,1-1 0,-1 0 1,1 1-1,-1-1 0,1 0 0,-1 0 0,1 1 1,-1-1-1,1 0 0,0 0 0,0 1 1,-1-1-56,1-33-381,-3-55-851,1 78 1067,-1 0 0,0 0 1,0 0-1,-1 1 0,0-1 0,-7-13 0,1 4-67,-2 1-1,0 1 0,-1 0 0,0 1 1,-1 0-1,-16-14 0,21 23 265,1 0 0,-1 1 0,-1 0 0,1 1 0,-1 0 0,0 0-1,0 0 1,0 2 0,-1-1 0,1 1 0,-1 0 0,0 1 0,0 0 0,-13-1-1,12 3 10,-2-1-10,0 1-1,0 0 1,-20 3 0,29-2 17,0 0 0,1 0 1,-1 0-1,1 0 1,-1 0-1,1 1 0,0 0 1,0 0-1,0 0 1,0 0-1,0 0 0,0 1 1,0-1-1,0 1 1,1-1-1,0 1 0,-3 4 1,1-1 27,0 1 0,1 0 0,0 1 0,0-1 0,1 0 0,0 1 0,0 0 0,-1 9 0,1 7 286,1 32 1,1-38-125,0-9-57,1 0 0,-1 1 0,2-1 0,-1 0 0,1 0 0,1 0 0,0 0 0,0 0 0,1 0 0,0-1 0,0 0 0,1 1 0,0-2 0,0 1 0,1-1 0,0 1 0,0-2 0,1 1 0,0-1 0,0 0 0,0 0 0,1-1 0,0 0 0,0 0 0,13 5 0,-9-6-87,1 0-1,0-1 1,0 0 0,0 0-1,0-2 1,1 0 0,-1 0 0,0-1-1,22-3 1,-31 2-109,1 1-1,-1-1 1,0 0 0,1-1-1,-1 1 1,0-1 0,0 0-1,0 0 1,0 0 0,-1 0-1,1 0 1,0-1 0,-1 0-1,0 0 1,1 0 0,2-4-1,2-3-1762,0-1 0,0-1 0,12-24 0,-3 2-6175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5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213 204 12726,'0'0'4389,"11"-11"-3909,32-34 248,-42 44-630,1 0-1,-1-1 1,1 1 0,-1-1-1,0 1 1,0 0 0,1-1-1,-1 0 1,0 1 0,0-1-1,-1 0 1,1 1 0,0-1-1,-1 0 1,1 0 0,-1 0-1,1 0 1,-1 0 0,0 0 0,0 1-1,0-4 1,1-7-83,0 6-58,0 0 0,-1 1 0,0-1-1,0 0 1,0 0 0,-2-9 0,0 14 57,-1-1 0,1 1 0,-1 0 1,1-1-1,-1 1 0,0 0 0,1 1 0,-1-1 0,0 0 0,-3 0 0,-17-2 24,0 1 0,-44 3 0,28-1-75,36 0 37,0 0-1,1 1 1,-1-1-1,0 1 0,1-1 1,-1 1-1,0 0 1,1 0-1,-1 0 0,1 0 1,0 1-1,-1-1 1,1 0-1,0 1 0,-4 3 1,3-1 3,-1 0 1,0 0 0,1 1-1,0-1 1,0 1 0,0 0-1,-2 7 1,-1 3 24,1 2-1,1-1 1,0 0-1,-2 21 1,2 15 567,3 55 0,2-59-128,-1-37-313,0 1 0,1-1 1,1 1-1,0-1 0,1 0 1,0 0-1,0 0 0,7 12 1,-8-18-114,0 0 0,1 0 1,0-1-1,0 1 1,0-1-1,1 0 0,-1 0 1,1 0-1,0-1 1,0 1-1,0-1 0,1 0 1,-1 0-1,1 0 1,0-1-1,-1 1 0,1-1 1,0-1-1,11 4 1,-11-4-4,1 0 0,-1-1 1,1 1-1,0-1 0,-1 0 1,1-1-1,-1 1 1,1-1-1,8-2 0,-11 2-34,0-1 0,0 1 0,1-1 0,-1 1 0,-1-1 0,1 0 0,0 0 0,0 0 0,-1-1 0,1 1 0,-1-1 0,0 1 0,0-1 0,0 0 0,0 0-1,2-4 1,3-7-202,-2-1 0,1 0-1,-2 1 1,0-1 0,0-1-1,1-26 1,-3-95-2139,-3 74 1228,0 45 931,-1 1-1,-1 0 1,0 0-1,-1 0 1,-1 1-1,0-1 1,-1 1-1,-1 0 1,-1 0-1,-11-18 1,17 32 153,-3-6-72,5 19 99,0-4 19,1 26 243,2 0 0,1 0 0,2-1-1,12 41 1,-1-21 214,41 91 1,-54-135-443,0-1 1,0 1 0,0-1 0,1 0 0,0 0 0,7 6 0,-10-11-227,1 0 1,-1 0-1,1 0 1,-1 0 0,1-1-1,0 1 1,-1-1-1,5 1 1,-5-1-402,1 0 1,0-1-1,0 1 1,-1-1-1,1 0 1,0 0-1,0 0 1,-1 0-1,1 0 1,4-1-1,7-5-6543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56 3089,'0'0'10475,"-1"-12"-9430,1-3-1429,-2-13 3404,1 63-221,4 25-2268,3 0-1,23 101 1,-5-37-90,57 496 1357,-78-583-1712,-3-24-60,1 0 1,0 0-1,1 0 0,1 0 0,0 0 1,1 0-1,10 23 0,-10-30-87,-4-26-1132,1-14-633,0 13-785,-2-1-1,-2-25 1,-9-2-5300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6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56 7876,'0'0'4324,"-2"-5"-3238,0 2-949,0-1 1,-1 1-1,1 0 1,-1 0-1,1 0 0,-1 0 1,0 0-1,0 1 1,0-1-1,-1 1 0,1 0 1,0 0-1,-1 0 1,0 0-1,1 1 0,-1-1 1,0 1-1,0 0 1,0 0-1,0 1 0,-7-2 1,-14 1 162,1 0 1,-38 3 0,59-1-262,1 0 0,-1 0 1,1 0-1,-1 0 0,1 1 1,-1-1-1,1 1 1,0-1-1,-1 1 0,1 0 1,0 0-1,0 0 0,0 0 1,1 0-1,-1 0 0,0 0 1,-1 3-1,-24 46 235,25-46-243,-6 13 188,2-1 0,0 1-1,1 0 1,1 0-1,1 0 1,-2 21 0,4 112 1527,1-134-1578,0-3 9,2 0 0,-1-1 1,2 1-1,-1 0 1,2-1-1,0 0 0,1 0 1,11 23-1,-13-31-136,0 0 0,0 0 0,0 0 0,1 0 0,-1-1-1,1 1 1,1-1 0,-1 0 0,1 0 0,-1-1 0,1 1 0,0-1-1,0 0 1,0-1 0,1 1 0,-1-1 0,1 0 0,-1 0 0,1-1-1,0 1 1,0-1 0,0 0 0,7-1 0,-7 0-32,-1-1-1,1 0 1,-1 0 0,0-1 0,0 1-1,0-1 1,0 0 0,0-1-1,0 1 1,0-1 0,-1 0 0,1 0-1,-1-1 1,0 1 0,0-1 0,0 0-1,4-6 1,6-7-220,-1 0-1,-2-1 1,13-22-1,-12 16-239,-1 0 0,-1 0 0,-1-1 0,-1 0 0,-1 0 0,-2-1 0,0 0 0,-1 0-1,-2 0 1,-1-29 0,-1 16 278,1-3 2173,-2 41-1480,0 6-112,-2 26-159,-1 199 1084,5-147-969,-1-75-338,0 12 61,1 0 0,3 22 1,-4-37-80,1 0-1,1 0 1,-1 0-1,1 0 1,0 0 0,0-1-1,0 1 1,0-1 0,1 1-1,0-1 1,0 0 0,0 0-1,5 5 1,-7-8-62,1 0 1,-1 0 0,1 0-1,-1 0 1,1 0-1,0 0 1,-1 0-1,1-1 1,0 1 0,-1 0-1,1-1 1,0 0-1,0 1 1,0-1 0,0 0-1,-1 0 1,1 0-1,0 0 1,0 0-1,0-1 1,-1 1 0,1 0-1,2-2 1,-1 1-168,0 0 0,0-1 1,0 1-1,0-1 0,0 0 1,-1 0-1,1 0 0,-1 0 0,1 0 1,-1 0-1,0-1 0,3-2 1,18-37-4342,-1-7-3693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6563,'0'0'9354,"4"30"-8199,-1-4-849,24 158 1818,-3-37 39,16 76-4,-39-216-2067,0-4-72,-1-1 1,0 0 0,1 0 0,-1 0-1,1 0 1,0 0 0,0 0 0,0 0-1,0 0 1,0 0 0,0 0 0,0-1 0,1 1-1,2 2 1,-4-22-194,-1-91-1681,3-136-2919,-2 230 4732,1-1 0,1 0 1,1 1-1,0 0 0,1-1 1,0 1-1,1 0 0,1 1 0,1-1 1,0 1-1,10-14 0,-16 26 115,0 0-1,1 0 1,0 0-1,-1 1 0,1-1 1,0 1-1,0-1 1,0 1-1,0-1 0,0 1 1,0 0-1,0 0 1,0 0-1,1 0 0,-1 1 1,0-1-1,0 1 1,1-1-1,-1 1 0,1 0 1,-1 0-1,0 0 1,1 0-1,-1 0 0,1 0 1,-1 1-1,0-1 1,1 1-1,-1-1 0,0 1 1,0 0-1,0 0 1,1 0-1,-1 1 0,0-1 1,0 0-1,0 1 1,-1-1-1,1 1 0,0-1 1,-1 1-1,4 4 1,5 13 380,-1 0 1,0 1 0,-2 0 0,0 1-1,5 24 1,15 112 1209,-25-141-1510,8 52 1010,1 91 1,-11-158-989,0-10-86,-1-52-376,0 2-448,9-84 0,-5 124 514,0 0 0,1 0-1,1 0 1,1 1-1,1 0 1,0 0 0,1 1-1,17-27 1,-16 31 109,0 0 0,1 1 1,0 0-1,1 1 0,16-14 1,-23 22 126,0 0 0,0 0 0,0 1 0,0-1 0,0 1 0,1 0 0,-1 0 0,1 0 0,0 1 0,0 0 0,-1 0 0,1 0 0,0 0 0,0 1 0,0 0 0,0 0 0,0 0 0,0 0 0,0 1 0,-1 0 0,8 2 0,-8-1 23,0 0 0,1 0 0,-1 0-1,0 1 1,-1 0 0,1-1 0,0 2 0,-1-1 0,0 0 0,0 1 0,5 5 0,27 48 363,-28-44-311,13 25 50,-1 2 0,-2 0-1,-2 2 1,-2-1 0,-1 2-1,-2-1 1,5 59 0,-15-87 320,-1-7-1375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3730,'0'0'9249,"0"-2"-7998,0 4 750,0 8-1905,2 0 0,-1 0 0,1 0-1,1-1 1,7 18 0,3 15 164,35 151 656,5 16 499,-38-156-343,43 93 0,-52-133-846,1 0 0,0 0 1,1-1-1,0 0 0,14 16 1,-20-25-189,1-1 1,0 1-1,0 0 1,0-1-1,1 0 1,-1 0-1,0 0 0,1 0 1,-1-1-1,1 1 1,0-1-1,0 0 1,-1 0-1,1 0 1,0 0-1,0-1 1,0 1-1,0-1 1,0 0-1,0-1 1,0 1-1,-1-1 1,1 1-1,0-1 0,4-1 1,-2-1-28,0 0 1,-1 0 0,1 0-1,0 0 1,-1-1-1,0 0 1,0 0-1,0 0 1,-1-1-1,1 1 1,4-8-1,6-8-3,19-34 0,-27 41-45,14-25-520,-1 0 1,-2-2-1,-2-1 0,-2 0 0,-2 0 0,-1-1 0,-2-1 0,-2 0 1,-2 0-1,-1-69 0,-4 103 475,0-18-395,-4-39 1,2 57 371,0-1 1,0 0 0,-1 1-1,0 0 1,-1 0-1,0 0 1,-7-12 0,6 13 102,0 0 0,0 0 0,-1 1 1,0 0-1,-11-10 0,14 15 29,0-1 1,-1 1-1,1 0 0,-1 0 0,0 0 0,1 0 1,-1 1-1,0 0 0,0-1 0,0 1 0,0 1 1,0-1-1,-1 1 0,-5-1 0,10 2-1,-1-1 0,0 1 0,0-1-1,0 1 1,1-1 0,-1 1 0,0-1 0,0 1-1,1 0 1,-1 0 0,1-1 0,-1 1 0,1 0-1,-1 0 1,1 0 0,-1-1 0,1 1 0,-1 0 0,1 0-1,0 0 1,0 0 0,0 0 0,-1 0 0,1 0-1,0 0 1,0 0 0,0 0 0,0 0 0,1 1-1,-1 2 91,0 1-1,0-1 1,0 0-1,1 0 0,0 1 1,1 5-1,0-7-37,0 0-1,-1 0 0,1-1 1,1 1-1,-1 0 0,0-1 1,1 0-1,-1 1 0,1-1 1,-1 0-1,1 0 1,0-1-1,0 1 0,5 2 1,49 16 531,-43-16-501,21 4-45,0-2-1,1-1 1,0-1-1,41-2 0,38 3-1022,-106-4 858,0 0 0,0 1-1,-1 0 1,1 0 0,-1 1 0,11 4-1,-16-5 94,1 0 0,-1 0 0,0 0 0,0 0 0,0 1 0,0-1-1,0 1 1,-1-1 0,1 1 0,-1 0 0,0 0 0,0 0-1,0 1 1,0-1 0,0 0 0,-1 1 0,3 6 0,0 12 129,0 0 0,-2 1 0,-1-1 0,-1 26 0,0-4 296,1 60 477,7 130 925,-7-223-1680,1 1 0,0-1 1,1 1-1,6 13 1,-9-22-123,1-1 1,0 0 0,0 0 0,0 0 0,0 1 0,0-1 0,1 0 0,-1 0 0,0-1 0,1 1-1,0 0 1,-1 0 0,1-1 0,0 1 0,0-1 0,0 1 0,0-1 0,0 0 0,0 0 0,1 0-1,-1 0 1,0 0 0,0-1 0,1 1 0,3 0 0,-2-1 0,-1 0 0,1 0-1,-1 0 1,1-1 0,-1 1 0,1-1 0,-1 0-1,0 0 1,1 0 0,-1 0 0,0-1 0,0 1-1,5-4 1,-4 1-18,-1 1-1,1-1 1,0-1-1,-1 1 1,0-1-1,0 1 0,0-1 1,3-8-1,10-24-422,-2-2-1,-2 0 0,-1 0 0,-2-1 1,-1-1-1,-3 1 0,-1-1 1,-2 0-1,-4-63 0,1 99 421,1-1 1,-1 1-1,0 0 0,0 0 0,-1 0 0,1 0 1,-1 0-1,0 0 0,-1 0 0,1 1 1,-1-1-1,0 1 0,0-1 0,-6-6 0,3 6 59,1 1 0,-1-1 0,0 1 0,0 0 0,-1 1-1,1-1 1,-1 1 0,0 0 0,-10-2 0,-11-1 66,1 1 1,-1 2 0,0 0 0,-39 3-1,54 0-212,13 0 76,-1 0 0,1 0 0,-1 0 0,1 0 0,-1 0 0,1 0 0,-1 0 0,1 0 0,-1 0 0,1 1 0,0-1 0,-1 0 0,1 0 0,-1 0 0,1 1 0,0-1 0,-1 0 0,1 1 0,-1-1 0,1 0 0,0 0 0,0 1 0,-1-1 0,1 1 0,0-1 0,-1 0 0,1 1 0,0-1 0,0 1 0,0-1 0,-1 1 0,1 17-1597,0-10 270,0 8-3121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09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1153,'0'0'10719,"0"-11"-9598,0-33 18,0 33 4511,0 19-5111,3 55 82,15 87 0,-5-56-259,-3-17-38,5 52 339,35 135 1,-49-261-651,4 18 119,1 0 0,0-1-1,19 37 1,-23-53-119,0 0-1,0 0 0,1 0 1,0 0-1,0 0 1,0-1-1,0 1 0,0-1 1,1 0-1,0 0 1,-1 0-1,1 0 0,0-1 1,0 0-1,1 1 1,-1-1-1,0-1 0,1 1 1,-1-1-1,1 0 1,-1 0-1,1 0 0,7 0 1,-9-1-14,0 0 1,0-1-1,0 1 1,0-1-1,0 0 1,0 0-1,0 0 1,0 0 0,0-1-1,-1 1 1,1-1-1,0 1 1,-1-1-1,0 0 1,1 0-1,-1 0 1,0 0-1,3-5 1,3-3-71,-1-1 0,0 0 0,6-14 0,-8 15-10,12-28-466,-1-1-1,-1 0 0,-3-1 0,-1-1 0,-2 0 1,6-67-1,-7-257-2253,-10 229 3044,2 62 2460,0 74-2691,0 0 1,0 0-1,0 0 1,0 0-1,0 0 0,-1 0 1,1-1-1,0 1 1,0 0-1,0 0 1,0 0-1,0 0 1,-1 0-1,1 0 1,0 0-1,0 0 1,0 0-1,-1 0 0,1 0 1,0 0-1,0 0 1,0 0-1,0 0 1,-1 0-1,1 0 1,0 0-1,0 0 1,0 1-1,0-1 1,-1 0-1,1 0 1,0 0-1,0 0 0,0 0 1,0 0-1,0 0 1,0 0-1,-1 1 1,1-1-1,0 0 1,0 0-1,0 0 1,0 0-1,0 1 1,0-1-1,0 0 0,0 0 1,0 0-1,0 0 1,0 1-1,0-1 1,0 0-1,0 0 1,0 0-1,0 0 1,0 1-1,0-1 1,0 0-1,0 0 1,0 0-1,0 0 0,0 1 1,0-1-1,-2 28 85,2 41 0,2-19 43,-2 46 564,20 153 0,-10-189-492,6 52 436,46 162 0,-56-254-577,1 0 0,14 26 0,-10-33-66,-6-14-332,-3-9-885,-2-2 530,0 1-1,0-1 1,-1 1-1,-1 0 1,0-1-1,0 1 1,-1 0-1,-1 0 1,0 1-1,-7-15 1,-23-34-4339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13158,'0'0'7315,"223"3"-6994,-157-3-321,4 0-465,-14 0-2464,-4-3-4739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4402,'0'0'4599,"0"-1"-4567,1 1 0,-1 0 0,0 0 1,0 0-1,1 0 0,-1-1 0,0 1 0,0 0 0,1 0 0,-1 0 0,0 0 0,0 0 0,1 0 0,-1 0 0,0 0 0,0 0 0,1 0 0,-1 0 0,0 0 0,1 0 0,-1 0 0,0 0 0,0 0 0,1 0 0,-1 0 0,0 0 0,0 1 0,1-1 0,-1 0 0,0 0 0,0 0 0,1 1 0,0 1 83,0 1-1,-1-1 1,1 1-1,0-1 1,-1 1-1,0 0 1,0-1 0,0 4-1,2 10 346,10 63 1614,4 20 373,3 112 1,-19-171-2048,-1-27-217,1 0 1,0 0-1,1 0 0,1 0 1,0 0-1,5 20 0,-6-32-154,-1-1-28,-1 0 0,1 0 1,0 0-1,0 0 0,0 0 0,0 1 1,0-1-1,0 0 0,0 0 0,0 0 1,0 0-1,0 0 0,0 1 0,1-1 1,-1 0-1,0 0 0,0 0 0,0 0 0,0 0 1,0 1-1,0-1 0,0 0 0,0 0 1,0 0-1,0 0 0,0 0 0,1 0 1,-1 0-1,0 1 0,0-1 0,0 0 1,0 0-1,0 0 0,0 0 0,1 0 1,-1 0-1,0 0 0,0 0 0,0 0 1,0 0-1,0 0 0,1 0 0,-1 0 1,0 0-1,0 0 0,0 0 0,0 0 1,1 0-1,-1 0 0,0 0 0,0 0 1,0 0-1,0 0 0,0 0 0,0 0 1,1 0-1,-1 0 0,0-1 0,0 1 1,0 0-1,0 0 0,0 0 0,0 0 1,0 0-1,1 0 0,-1-1 0,2-33-1623,-2-61-1,-2 34-177,2 50 1625,8-176-6983,-5 164 6067,2-1-1,11-36 1,-9 42 1311,0 1-1,10-18 1,-16 34 100,0-1 1,0 0-1,0 0 1,0 0 0,0 1-1,1-1 1,-1 0-1,0 1 1,1-1-1,-1 1 1,1 0-1,0-1 1,-1 1 0,1 0-1,0 0 1,0 0-1,3-1 1,-4 2-130,1 0 1,-1 0-1,0 0 1,1 0-1,-1 0 0,1 1 1,-1-1-1,0 0 1,1 1-1,-1-1 1,0 1-1,0-1 0,1 1 1,-1-1-1,0 1 1,0 0-1,0 0 1,0 0-1,2 1 0,4 6 332,-1 0 0,1 0 0,-2 1 0,1-1 0,5 14 0,-10-20-507,21 44 1295,-2 2 0,15 52 0,21 103 1144,-51-181-2208,-2-9-77,9 28 220,-12-38-365,1-1 1,1 1-1,-1-1 1,0 1 0,1-1-1,-1 1 1,1-1 0,-1 0-1,1 1 1,0-1 0,3 2-1,-5-4-24,7 3 27,-7-3-33,0-1 1,1 1 0,-1 0 0,0-1-1,1 1 1,-1 0 0,0-1 0,0 1-1,1 0 1,-1-1 0,0 1 0,0-1-1,0 1 1,1 0 0,-1-1 0,0 1-1,0-1 1,0 1 0,0-1 0,0 1-1,0 0 1,0-1 0,0 1 0,0-1-1,0 1 1,0-1 0,0 0 0,-1-92-742,3-144-2878,-1 222 3116,0 0 0,2 0 0,-1 0 0,2 0 1,6-17-1,-7 24 346,0 0 0,1 1 0,0-1 1,1 1-1,-1-1 0,1 2 0,1-1 1,-1 0-1,1 1 0,10-8 0,-14 12 216,1 0-1,-1 0 0,1 1 1,0-1-1,-1 1 0,1-1 0,0 1 1,0 0-1,0 0 0,0 0 0,0 1 1,0-1-1,0 1 0,0 0 0,0 0 1,1 0-1,-1 0 0,0 0 0,0 1 1,0-1-1,0 1 0,0 0 0,5 2 1,-3-1 101,0 1 0,1 0 0,-2 1-1,1-1 1,0 1 0,-1 0 0,0 0 0,0 0 0,0 0 0,0 1 0,3 6 0,6 10 295,-1 1 0,-1 1 0,-1 0 0,-1 1 0,8 33 0,-3 4 189,5 62 0,-19-112-2325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1 443 11749,'0'0'7452,"21"-27"-7209,68-90-238,-77 101-166,0 0 0,-1-1 0,-1-1 1,15-35-1,-21 41-278,-1-2 1,0 1-1,-1 0 1,0 0-1,-1-1 1,-1-15-1,0 26 267,0-1 0,0 1 1,0 0-1,-1 0 0,1 0 0,-1 0 0,0 0 1,1 0-1,-2 0 0,-1-5 0,2 6 125,-1 1 1,1-1-1,-1 0 0,1 1 1,-1-1-1,0 1 0,0-1 0,1 1 1,-1 0-1,0 0 0,0 0 1,0 0-1,-1 0 0,-3-1 1,-5-1 113,-1 1 0,0 0 1,0 1-1,0 0 0,0 1 1,0 0-1,-15 3 1,26-3-20,-1 1 1,0-1 0,1 1 0,-1 0-1,1 0 1,-1 0 0,1-1 0,-1 2-1,1-1 1,0 0 0,-1 0 0,1 0-1,0 0 1,0 1 0,0-1 0,0 1 0,0-1-1,0 1 1,0-1 0,0 1 0,1-1-1,-1 1 1,1 0 0,-1-1 0,0 4-1,-1 6 244,1-1-1,0 1 1,0 11-1,1-15-107,-1 23 679,1 0 1,1 0 0,2 0 0,12 52-1,-12-70-709,1-1 0,0 1 0,0-1 0,1-1 0,1 1 0,0-1 0,0 1 0,1-2 0,0 1 0,1-1 0,0 0 0,0-1 0,1 1 0,0-2 0,11 8-1,-14-11-135,1-1-1,-1 0 1,1 0-1,-1 0 1,1-1-1,0 0 1,0 0-1,0-1 0,0 0 1,0 0-1,0 0 1,0-1-1,1 0 1,-1-1-1,0 0 1,0 0-1,0 0 0,0-1 1,0 0-1,0 0 1,-1-1-1,1 0 1,-1 0-1,0 0 1,12-9-1,-4-1-344,-1 0-1,-1-1 1,0 0-1,-1-1 1,0 0-1,-1-1 1,13-28-1,-14 25-684,-2 0-1,0-1 0,-1 0 1,0 0-1,-2 0 0,3-37 1,-6-12-3673,-1 0-2489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4466,'0'0'11336,"0"-8"-10568,0-17-237,0 22-286,0 5 15,0 19 246,3 44 474,3 0 1,20 89-1,-2-20-194,-4 7-105,43 243 581,-59-363-1175,12 43 177,-14-59-237,1 1 0,-1 0 0,1-1 0,0 1 0,0-1 0,0 0 0,1 0 0,4 5 0,-7-9-30,-1-1-1,1 1 1,-1 0-1,1-1 0,0 1 1,-1-1-1,1 1 0,0-1 1,-1 1-1,1-1 0,0 0 1,-1 1-1,1-1 0,0 0 1,0 0-1,0 1 0,0-1-1,-1 0-1,0-1 1,1 1 0,-1 0-1,0 0 1,1 0-1,-1 0 1,0 0-1,0-1 1,1 1-1,-1 0 1,0 0-1,0 0 1,1-1-1,-1 1 1,0 0-1,0 0 1,0-1 0,0 1-1,1 0 1,-1-1-1,0 1 1,0 0-1,0 0 1,0-1-1,0 0 1,2-27-396,-3 21 286,-4-117-3755,3 108 2778,0 1 0,-2-1-1,0 1 1,-1 0 0,-12-27-1,-17-24-5811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22 768,'0'0'22154,"181"0"-21961,-125 0-177,3 0-32,-6-9-1393,-1 2-2209,-7 1-3169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9812,'0'0'9946,"16"-17"-9521,6-6-362,0 0-46,-2 0 0,25-36 0,-38 50-189,0-1 0,-1 0 0,0 0 0,-1-1-1,0 1 1,-1-1 0,0 0 0,-1-1 0,0 1-1,-1 0 1,0-1 0,1-21 0,-3 17-198,0 10 124,0 0 0,0 1 0,0-1 0,-1 0 1,-1-8-1,1 12 208,1 1 0,-1-1 0,0 0 1,0 1-1,0-1 0,0 1 0,0-1 1,0 1-1,0-1 0,-1 1 0,1 0 1,0 0-1,-1-1 0,1 1 0,-1 0 1,1 0-1,-1 1 0,1-1 0,-1 0 1,0 0-1,-2 0 0,-10-2 72,1 0 1,-1 0-1,0 2 0,0-1 0,-16 2 0,28 0-5,1 0 0,0 0 0,0 1-1,0-1 1,0 0 0,0 1 0,0-1-1,0 1 1,0-1 0,0 1 0,0-1-1,0 1 1,0-1 0,0 1 0,0 0-1,0 0 1,0 0 0,1-1 0,-1 1-1,0 0 1,1 0 0,-1 0 0,1 0-1,-1 0 1,1 0 0,-1 0 0,1 0-1,-1 1 1,1 0 0,-6 40 709,6-34-610,-2 20 429,2-1 0,0 1-1,2-1 1,2 0-1,7 34 1,-8-48-376,1-1-1,0 1 1,1-1-1,0 0 1,1 0-1,1-1 1,0 1-1,0-2 0,1 1 1,0-1-1,1 0 1,0 0-1,11 8 1,-13-14-177,-1 0 1,1 0-1,0 0 1,1-1-1,-1 0 0,0-1 1,1 0-1,-1 0 1,1 0-1,0-1 0,0 0 1,0 0-1,-1-1 1,1 0-1,0-1 1,0 0-1,0 0 0,-1 0 1,1-1-1,0 0 1,-1-1-1,0 0 0,1 0 1,-1 0-1,8-7 1,0 0-374,-1-2 0,-1 0 0,0-1 1,-1 0-1,13-19 0,-6 5-1229,-1-1-1,15-31 0,-24 40-1333,13-38 0,-5-18-6293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8228,'0'0'7392,"0"37"-4705,-1 2-2021,0 4 162,2-1 0,2 1 0,13 71 0,-11-88-440,10 50 1212,42 128 0,-57-202-1575,12 26 291,-11-27-307,-1 0 0,1 0 0,-1 0 0,1 0 0,0 0 0,-1 0 0,1 0 0,0 0 0,0 0 0,-1 0 0,1 0 0,0-1 0,0 1 0,0 0 0,0 0 0,0-1 0,0 1 0,2 0 0,-2-5-46,-1-350-3839,0 343 3622,0 1 1,1-1 0,0 1-1,0 0 1,5-18 0,-5 25 229,1 0 0,-1 0 0,1-1 0,0 2 0,0-1 0,0 0 0,0 0 0,0 0 1,1 1-1,-1 0 0,1-1 0,-1 1 0,1 0 0,0 0 0,0 0 0,0 1 0,0-1 0,0 1 0,1-1 0,3 0 0,8-1 241,1 0 0,0 1 0,-1 1-1,1 0 1,30 3 0,-35-1-152,-6-1-141,0 1-1,-1 0 1,1 0 0,-1 0-1,1 0 1,-1 1-1,1-1 1,-1 1 0,0 1-1,0-1 1,0 0-1,0 1 1,0 0 0,0 0-1,-1 0 1,0 0-1,1 1 1,-1-1-1,0 1 1,-1 0 0,1 0-1,-1 0 1,0 0-1,0 0 1,0 1 0,0-1-1,2 10 1,1 15-4089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5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9604,'0'0'5643,"2"-1"-4305,-1 5-515,17 517 15,-14-470-572,34 389 1986,-36-419-2198,0-5 64,-1 0 1,2 0-1,0 0 0,10 28 1,-13-44-129,-1 0 0,1 0 0,0 0 0,0 0 1,0 0-1,0 0 0,0 0 0,0 1 0,0-1 0,0 0 0,0 0 0,0 0 1,0 0-1,0 0 0,0 0 0,0 0 0,0 1 0,0-1 0,0 0 1,0 0-1,0 0 0,1 0 0,-1 0 0,0 0 0,0 0 0,0 0 1,0 1-1,0-1 0,0 0 0,0 0 0,0 0 0,0 0 0,0 0 1,0 0-1,1 0 0,-1 0 0,0 0 0,0 0 0,0 0 0,0 0 1,0 0-1,0 0 0,0 0 0,1 0 0,-1 0 0,0 0 0,0 1 0,0-1 1,0-1-1,0 1 0,0 0 0,0 0 0,1 0 0,-1 0 0,0 0 1,0 0-1,0 0 0,0 0 0,0 0 0,0 0 0,0 0 0,0 0 1,1 0-1,-1 0 0,0 0 0,0 0 0,0-1 0,2-11-920,-1-21-1035,-1 32 1836,0-6-517,0 0-1,0 0 1,-1 0 0,-2-8 0,0 5-934,-1 0 0,-9-16 0,13 26 1568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12134,'0'0'5570,"216"0"-4497,-150 0-929,-3-4-144,-14 1-224,-11 0-1201,-13-3-2033,-11 3-3473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6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9588,'0'0'7505,"-15"11"-7011,-50 36-35,61-44-395,-1 1 1,1 0 0,0 0 0,0 0 0,0 1-1,0-1 1,1 1 0,0 0 0,0 0 0,0 0-1,1 1 1,0-1 0,-3 8 0,4-2 45,-1-1 1,2 1 0,-1 0 0,1-1-1,2 15 1,-1-17-77,1-1-1,0 0 1,-1 0-1,2-1 1,-1 1-1,1 0 1,0-1 0,1 1-1,-1-1 1,1 0-1,1 0 1,9 10-1,5 4 79,2-1 1,23 16-1,-23-18-93,19 15 37,-18-16 15,-2 0 1,25 27-1,-41-39-72,-1-1 0,0 1 0,-1 1 1,1-1-1,-1 0 0,3 8 0,-4-10-2,-1-1-1,1 1 0,0-1 1,-1 1-1,0-1 0,1 1 0,-1 0 1,0-1-1,0 1 0,0 0 1,0-1-1,0 1 0,0 0 0,-1-1 1,1 1-1,-1-1 0,1 1 1,-1 0-1,1-1 0,-1 1 0,0-1 1,-1 3-1,-1-2 2,0 0 0,0 0 0,0 0 0,0 0 0,0 0 0,-1 0 0,1-1 0,-1 0 0,1 0 0,-1 0 0,1 0 0,-7 1 0,-49 2-629,59-4 624,-21 1-428,-6 0-880,-34-2 0,54 0 802,0 0 1,-1 0-1,1-1 0,0 0 0,0 0 0,0-1 0,0 1 0,0-1 1,-9-6-1,-17-19-4015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6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12950,'0'0'6035,"195"0"-5971,-153 0 0,-11 0-64,-3 0-384,-7 0-993,-3 0-1857,-1-18-3793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28 11477,'0'0'4939,"-2"-4"-4643,-8-15-94,10 19-194,0 0 0,0-1 0,0 1 0,0 0 0,0 0 0,0 0 0,0 0 0,0 0 0,0-1 0,0 1 0,0 0 0,0 0 0,0 0 0,0 0 0,0 0 0,0-1 0,0 1 0,0 0 0,-1 0 0,1 0 0,0 0 0,0 0 0,0 0 0,0-1 0,0 1 0,0 0 0,0 0 0,-1 0 0,1 0 0,0 0 0,0 0 0,0 0 0,0 0 0,0 0 0,-1 0 0,1 0 0,0 0 0,0 0 0,0 0 0,0 0 0,0 0 0,-1 0 0,1 0 0,0 0 0,0 0 0,0 0 0,0 0 0,0 0 0,-1 0 0,1 0 0,0 0 0,0 0 0,0 0 0,0 0 0,0 0 0,0 0 0,-1 0 0,1 1 0,0-1 0,0 0 0,0 0 0,0 0 0,0 0 0,0 0 0,-2 11 169,2-10-183,0 229 1834,0-206-1617,10 92 787,32 153 0,-12-92-372,-12-47-118,30 160 937,-46-288-998,-1-10-383,1-18-175,-2-2-70,1-2-318,-1 0 0,-2 0 0,-1 1 0,-1-1 0,-9-33 0,5 39-50,2 1-1,0-1 1,2 0-1,0-1 1,0-32-1,4 50 480,0 2 17,0 0 0,0 0 1,0 0-1,1 0 0,0-1 0,2-9 0,-2 14 57,0-1 0,0 1 0,0-1 1,0 1-1,0 0 0,1-1 0,-1 1 0,0 0 0,0 0 0,1 0 0,-1 0 0,1 0 0,-1 0 0,1 0 0,0 0 0,-1 1 0,1-1 0,-1 1 0,1-1 0,0 1 0,0 0 0,-1-1 0,1 1 0,2 0 0,13-2 263,1 1 1,0 1-1,30 3 0,-41-2-204,0 1 0,0-1 0,0 1 0,0 0 0,0 1 0,0 0 0,-1 0 0,1 0 0,-1 1 0,0 0 0,9 7 0,-7-4 3,0 1 1,0 0-1,0 0 1,-1 1-1,-1 0 0,0 0 1,0 1-1,0 0 1,-1 0-1,-1 0 1,0 0-1,0 1 0,-1 0 1,0-1-1,-1 1 1,0 0-1,-1 0 0,0 22 1,-1-19 72,0 9 85,-4 37 0,3-53-209,-1 1 0,0 0 0,0 0 0,-1-1 1,0 1-1,0-1 0,0 0 0,-7 9 0,2-4 11,-1 0 0,0-1 0,-1 0 0,0-1 0,-1 0 1,0 0-1,-21 12 0,26-18-248,-1 0-1,1-1 1,-1 0 0,0 0 0,0 0-1,0-1 1,0 0 0,0-1 0,0 1 0,0-1-1,-1-1 1,1 1 0,0-1 0,-1-1-1,1 1 1,0-1 0,-9-3 0,15 4-69,-1-1 1,0 1 0,0-1-1,1 0 1,-1 0-1,0 0 1,1 0-1,-1 0 1,1 0 0,0 0-1,-1-1 1,1 1-1,-2-3 1,-13-30-7020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7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5507,'0'0'8830,"0"8"-6898,0 6-1551,-1 0 0,-1 0 0,0-1 0,0 1 1,-2-1-1,1 0 0,-8 17 0,-12 32-132,3 1 0,3 0-1,3 1 1,3 1 0,2 0-1,3 1 1,3-1 0,9 102 0,-2-137-82,1 0 1,2-1 0,1 0-1,2 0 1,0-1 0,2 0 0,1-1-1,1 0 1,2-1 0,0-1-1,2 0 1,0-1 0,2-1 0,27 25-1,-33-36-103,0-1 0,0-1-1,20 12 1,-27-19-19,1 1 0,-1-1 0,1 0 0,-1-1 0,1 0 0,0 0 0,0-1 0,0 0 0,12 1 0,-17-21-960,-2-98-7073,-1 71 2519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88 134 7139,'0'-1'9956,"0"8"-9123,15 220 160,-2-60 130,8 243 1153,-20-394-2174,1 23 173,-2-37-230,1 1 1,-1-1-1,1 0 0,-1 0 0,1 1 1,0-1-1,0 0 0,0 0 0,0 0 1,0 0-1,1 0 0,-1 0 0,2 1 1,-3-3-42,0 1 0,0-1 1,0 0-1,0 0 1,0 0-1,1 0 0,-1 0 1,0 0-1,0 1 1,0-1-1,0 0 0,0 0 1,0 0-1,1 0 1,-1 0-1,0 0 0,0 0 1,0 0-1,0 0 1,0 0-1,1 0 0,-1 1 1,0-1-1,0 0 1,0 0-1,0 0 0,1 0 1,-1 0-1,0 0 1,0 0-1,0-1 0,0 1 1,1 0-1,-1 0 1,0 0-1,0 0 0,0 0 1,0 0-1,1 0 1,-1 0-1,0 0 0,0 0 1,0 0-1,0-1 1,0 1-1,0 0 0,1 0 1,-1 0-1,0 0 1,0 0-1,0 0 0,0-1 1,0 1-1,0 0 1,0 0-1,0 0 0,0 0 1,0-1-1,0 1 1,0 0-1,0 0 0,0 0 1,0-1-1,1-13-68,-2 10 55,2-17-158,0-3-808,-2-1-1,0 0 0,-1 0 0,-1 0 0,-12-43 0,-1 25-517,-8-22-1206,2-1-1,-14-81 1,18 68 2560,11 57 687,2-1 1,0 0 0,2 0-1,-1-24 1,4 17 651,1-45 1250,-1 72-2439,1 0-1,0 0 1,0 0 0,0 0-1,0 1 1,0-1 0,1 0 0,-1 1-1,1-1 1,0 1 0,0 0-1,0-1 1,3-2 0,34-26 141,-27 22-129,0 1 15,1 0 0,-1 1-1,2 1 1,-1 0 0,28-8 0,-16 7 146,1 1 0,40-3 0,-65 9-173,12-1 291,0 0-1,0 1 1,14 1 0,-23 0-242,-1-1 0,1 1-1,0 0 1,-1 0 0,1 1 0,0-1 0,-1 1 0,0-1 0,1 1 0,-1 0-1,0 1 1,0-1 0,0 0 0,5 6 0,14 18 128,0 2 1,-2 1-1,-1 1 0,-1 0 0,-2 1 1,12 33-1,-23-46 24,-1 0 1,0 1-1,-2-1 1,0 1-1,-1-1 1,-3 38-1,1-9 166,1-40-364,-1-1 0,0 1 1,0 0-1,-1-1 1,0 1-1,0-1 0,0 0 1,-1 0-1,1 0 0,-2 0 1,1 0-1,-1 0 0,-5 6 1,-7 6-2,0 0-1,-26 20 1,29-26 12,-18 16-22,-66 44 0,84-64-23,-1 1-1,0-2 1,-1 0 0,0-1 0,0 0 0,0-1-1,0-1 1,-17 2 0,28-5-78,1 0 0,0-1 0,0 0 0,-1 0 0,1 0 0,0 0 0,-1 0-1,1-1 1,-6-1 0,8 2 43,0-1-1,0 0 0,0 0 0,0 0 0,1 0 0,-1 0 0,0 0 0,0 0 1,1 0-1,-1 0 0,0 0 0,1 0 0,-1 0 0,1-1 0,0 1 0,-1 0 1,1 0-1,0-1 0,0 1 0,0 0 0,-1 0 0,1-1 0,1 1 0,-1 0 1,0-2-1,0-13-294,-1 8-34,1 0-1,0 0 0,1 0 0,0 1 0,0-1 0,3-9 1,-3 15 296,0-1 0,0 1 0,0 0 0,1 0 0,-1 0 0,0 0 0,1 0 1,0 0-1,-1 0 0,1 1 0,0-1 0,0 1 0,0-1 0,0 1 1,0 0-1,0-1 0,1 1 0,-1 0 0,0 1 0,0-1 0,1 0 1,-1 1-1,1-1 0,3 0 0,0 0 113,-1 0 0,1 0 0,0 1 0,0 0 0,0 0 0,0 0 0,0 0 0,0 1 0,-1 0 0,1 0 0,0 1 0,0 0 0,-1 0 0,1 0 1,-1 0-1,0 1 0,0 0 0,0 0 0,0 1 0,0-1 0,-1 1 0,1 0 0,-1 0 0,0 1 0,5 7 0,8 11 502,-2 0 0,-1 1 1,15 32-1,26 81 2021,17 37 182,-68-166-2633,1 0 1,0 0-1,0 0 0,1-1 0,0 0 0,0 0 0,10 8 0,-15-14-93,1 1-1,-1-1 0,1 0 1,0 0-1,0 0 0,0 0 0,0 0 1,0 0-1,0 0 0,0-1 0,0 1 1,0-1-1,0 0 0,0 1 0,0-1 1,0 0-1,0 0 0,0 0 0,0 0 1,0-1-1,0 1 0,0-1 1,0 1-1,0-1 0,0 0 0,0 1 1,0-1-1,0 0 0,0 0 0,0-1 1,-1 1-1,1 0 0,0 0 0,-1-1 1,1 1-1,-1-1 0,0 0 0,2-2 1,6-9-670,-1 0 0,0 0 1,-1-1-1,-1 0 1,7-20-1,5-21-4379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1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6755,'0'0'9858,"0"0"-9796,0 0 0,0 0 0,1 0 0,-1-1 0,0 1 0,0 0-1,1 0 1,-1 0 0,0 0 0,0 0 0,1 0 0,-1-1 0,0 1 0,0 0 0,1 0 0,-1 0 0,0 0 0,1 0 0,-1 0 0,0 0-1,0 0 1,1 0 0,-1 1 0,0-1 0,1 0 0,-1 0 0,0 0 0,0 0 0,1 0 0,-1 0 0,0 0 0,0 1 0,0-1 0,1 0-1,-1 0 1,0 0 0,0 1 0,0-1 0,1 0 0,-1 0 0,0 1 0,0-1 0,0 0 0,0 0 0,0 1 0,1-1 0,4 8 160,0 0 1,0 0 0,0 0-1,-1 0 1,-1 1 0,1 0-1,3 16 1,-1-6 87,99 320 2113,-101-326-2327,0 4-2,1 0 0,0 0 0,2-1-1,14 28 1,-21-43-85,1 1 0,0-1-1,-1 0 1,1 0-1,0 0 1,-1 0 0,1 0-1,0 0 1,0 0 0,0 0-1,0 0 1,0-1 0,0 1-1,0 0 1,0-1 0,0 1-1,0 0 1,0-1-1,1 0 1,-1 1 0,0-1-1,0 0 1,1 1 0,-1-1-1,0 0 1,0 0 0,1 0-1,-1 0 1,0 0 0,0 0-1,1 0 1,-1-1 0,2 0-1,0 0 0,-1-1-1,1 0 1,-1 1-1,0-1 1,1 0 0,-1-1-1,0 1 1,0 0-1,0-1 1,-1 1-1,1-1 1,1-2-1,19-35-284,-3 0-1,-1-2 0,-2 0 0,-2 0 1,-1-2-1,-3 1 0,-1-2 0,2-49 1,-7-88-1182,-4 139 1095,0 42 357,0-1-1,0 1 1,-1 0-1,1-1 0,0 1 1,0 0-1,-1-1 0,1 1 1,-1 0-1,1-1 1,-1 1-1,0 0 0,1 0 1,-1-1-1,0 1 0,0 0 1,0 0-1,0 0 1,0 0-1,0 0 0,0 0 1,0 1-1,0-1 1,-1 0-1,1 0 0,0 1 1,0-1-1,-1 1 0,1-1 1,0 1-1,-1 0 1,-2-1-1,-4 0-13,-1 0 0,-1 1 0,1 0 0,-11 1 0,-2 0-41,21-1 62,0 1 0,0-1-1,0 0 1,0 0 0,0 1 0,0-1 0,0 0 0,0 1 0,0-1 0,1 1 0,-1-1 0,0 1 0,0 0 0,0-1 0,1 1 0,-1 0 0,0-1 0,0 1 0,1 0 0,-1 0 0,1 0 0,-1 0 0,1-1-1,-1 1 1,1 0 0,0 0 0,-1 0 0,1 0 0,0 0 0,0 0 0,0 0 0,-1 2 0,1 43 235,1-30-26,-1-9-91,0-1 0,0 0 0,1 1 0,0-1-1,1 1 1,-1-1 0,1 0 0,1 0-1,-1 0 1,1 0 0,6 10 0,-4-9 20,1 0 0,0 0 0,0-1 0,1 1 1,0-2-1,0 1 0,15 9 0,-14-11-106,-1 0-1,1 0 1,-1-1 0,1 0-1,0-1 1,1 0 0,11 2-1,4-2-8,31 0 0,-52-2-26,2 0-108,1-1 0,0 1-1,-1-1 1,1 0 0,0 0-1,-1-1 1,0 1 0,1-1-1,-1-1 1,0 1 0,9-6-1,-3 0-1663,0-1 0,-1 0 0,17-19 0,-3 0-5361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2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11605,'0'0'7791,"27"36"-6639,-5-6-928,15 19 147,-2 2-1,-3 1 0,34 71 0,-37-56-255,-3 0 0,-2 2 0,-4 0 0,-3 2 0,-3 0 0,7 103 1,-18 61-436,-5-203 186,-1 0 0,-2 0-1,-2-1 1,0 1-1,-15 36 1,8-34-402,-2-1 1,-1 0-1,-1-1 1,-2-1-1,-1-1 1,-2-1 0,-1-1-1,0-1 1,-40 33-1,-35 10-4859,98-70 5369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3:31.509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122 179 1489,'0'0'896,"0"-5"-466,0-3-229,0-4 1623,0 1 0,3-19 0,4 9-2290,-3-2 1523,-1 1-892,7-10 96,-9 18 2664,-1 14-2586,0 24 776,0-19-1026,1 7 6,-1 0-1,0 1 1,-1-1-1,0 0 1,-1 0 0,0 0-1,-1 0 1,0 0-1,-7 15 1,4-13-61,1 1 1,1-1-1,-4 23 1,3-13-5,-2 26 400,1 0 0,3 1 0,4 75 0,0-39 51,-1 221 20,2-282-371,0-1-1,9 35 1,-1 2 23,13 239 192,-21 2-193,0 32 143,0 160 225,-3-256-116,-6 354 356,7 467-408,-4-407-299,-24-42-56,11-349 4,8 331 15,8-179-3,-12-64 22,-2 327-51,24-483 51,0-41-62,3 224 35,-10 87-21,-3-241 18,11 148-8,0 341 51,32-87 120,-21-336-225,-17-189 47,7 511-45,-11-545 94,14 421-121,-9-317 61,3 39 68,6 133-65,-11-198 20,0 56-20,9 154-196,-4 99-116,-9-282 455,2 10-40,-3 197 185,-3-324-288,-17 76 1,8-55 22,-43 438-301,50-416 290,-23 467-193,30-493 274,-11 421-689,5-250 270,3-32-262,0 141 639,5-185-15,-16 101-106,6-165-8,5 124 1,4-108-88,-1-118 181,0 1 1,0-1-1,0 1 0,0-1 0,0 1 1,0-1-1,0 1 0,0-1 0,-1 1 0,1-1 1,0 1-1,0-1 0,0 1 0,0-1 0,-1 0 1,1 1-1,0-1 0,0 1 0,-1-1 0,1 0 1,0 1-1,-1-1 0,1 0 0,-1 1 1,-13 1-171,9-2 148,4-2 48,1-2-83,0 3-73,0 1-1,0-1 0,0 0 0,-1 0 0,1 0 0,0 0 0,-1 1 0,1-1 0,0 0 0,-1 0 0,1 1 0,-1-1 0,1 0 0,-1 1 1,0-1-1,1 0 0,-1 1 0,0-1 0,1 1 0,-1-1 0,0 1 0,1-1 0,-1 1 0,0 0 0,0-1 0,0 1 0,0 0 0,-5-3-1864,-8-6-6690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13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526 118 7732,'0'0'6421,"-3"0"-5484,-5 0 1913,29 0-2040,40 0-508,239-9 20,-277 6-313,188-27-2,-169 21-37,58-11-23,-72 19-11,-26 1 6,-31 0-310,-13 0-9,0-3 1,0-1 0,-43-10 0,-51-8 120,129 21 244,1 0 1,-1 1-1,0 0 1,0 0-1,1 0 0,-1 1 1,-8 1-1,13-1 8,-1 0 0,2 0-1,-1 0 1,0 0 0,0 0-1,0 0 1,0 0 0,1 1-1,-1-1 1,0 1 0,1-1-1,-1 1 1,1 0 0,0-1-1,0 1 1,0 0 0,0 0-1,0 0 1,0 0-1,0 0 1,0 0 0,1 0-1,-1 0 1,1 0 0,-1 4-1,-1 17-30,1-1-1,2 35 0,0-9-14,-1 619 845,0-651-746,-1 0 0,0 0 0,-1 0-1,0 1 1,-2-2 0,0 1 0,-1 0 0,0-1 0,-1 0 0,-1 0-1,0-1 1,-1 0 0,-1 0 0,0 0 0,-16 16 0,12-16-26,-2 0 1,1-1 0,-2-1 0,1 0-1,-2-1 1,0-1 0,0 0-1,0-1 1,-25 8 0,20-10-21,0-2 1,0 0-1,-1-1 0,0-1 1,0-1-1,0-1 0,-37-4 1,46 1-41,-1-1 0,1 0 1,0-1-1,0 0 0,0-1 1,1-1-1,0 0 0,0-1 1,0 0-1,1-1 0,0-1 0,0 1 1,1-2-1,-14-14 0,12 9 27,0 0 0,1 0-1,0-2 1,1 1 0,1-1-1,1-1 1,1 1 0,0-2-1,1 1 1,-6-24 0,12 38-1,-1-5 22,1 1 0,-1 0-1,1-13 1,0 20-31,1 0 0,0 0-1,0-1 1,0 1 0,0 0 0,0 0 0,0 0-1,1 0 1,-1 0 0,0 0 0,1 0 0,-1 0-1,0-1 1,1 1 0,-1 0 0,1 0-1,0 1 1,-1-1 0,1 0 0,0 0 0,0 0-1,-1 0 1,1 1 0,0-1 0,0 0-1,0 0 1,0 1 0,0-1 0,0 1 0,0-1-1,0 1 1,0 0 0,0-1 0,2 1 0,94-1-2768,-32 1-1134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14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1 5619,'0'0'4316,"-6"7"-3924,-169 227 1359,12-15-578,155-209-1147,1-3-10,1 1 0,0 0 0,1 1-1,-1-1 1,1 1 0,1 0 0,-5 14-1,8-13-2681,10-22 199,6-13-8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14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421 1 2849,'0'0'5192,"-11"6"-2943,7-6-1951,-1 0 0,1 0 1,-1 1-1,1-1 0,0 1 0,-1 0 0,1 0 1,0 1-1,-7 3 0,4-1-232,0 0 0,1 1-1,0 0 1,-10 10 0,-25 30 14,-61 87 1,-21 23 155,71-98 143,72-86-2038,5 5-1086,5 2-1417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15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 11573,'0'0'4514,"0"-22"-9268,0-6-2673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15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16087,'0'0'5043,"0"-10"-5556,0 4-127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0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9 2689,'0'0'10562,"0"-3"-10124,0-2 801,1 8-543,3 21-411,4 46-453,7 605 3256,-15-528-2329,0 262 1340,0-408-2408,-3-1-24,0-1 1,0 0 0,0 1 0,0-1-1,1 0 1,-1 0 0,0-1-1,1 1 1,-1 0 0,1-1-1,-1 0 1,1 1 0,-4-5-1,-29-30-2245,28 28 1506,-25-35-3887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0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21 415 7491,'0'0'5299,"-4"-21"-4971,-11-67-176,14 83-127,1 0-1,-1 0 1,1 0 0,0-1-1,1 1 1,-1 0-1,1 0 1,0 0 0,0 0-1,1 0 1,-1 0-1,1 1 1,0-1 0,0 0-1,5-6 1,1-4-19,-1 2-6,-1 0-1,2 0 0,-1 1 1,2 0-1,0 1 0,0 0 1,1 0-1,0 1 1,1 0-1,0 1 0,1 0 1,-1 1-1,2 0 0,-1 1 1,1 0-1,17-5 1,-17 7 32,1 0-14,-1 1-1,2 0 1,-1 0 0,0 2 0,21-2-1,-20 4-21,-4 0-11,0 0-1,0 0 0,11 3 1,-19-2 12,1 0 0,-1 0-1,1 0 1,-1 0 0,0 1 0,0 0 0,1-1 0,-1 1 0,0 0 0,-1 0 0,1 1 0,5 4 0,12 16 191,0 1 1,-2 1-1,0 1 1,-2 0 0,-1 1-1,-1 1 1,-1 0 0,-2 1-1,12 43 1,-13-22 298,-2 1 1,-2 0-1,-2 95 1,-5-138-450,1 0-1,-1 0 1,0-1 0,0 1-1,-1 0 1,0 0 0,-1-1-1,0 0 1,0 1-1,0-1 1,-7 10 0,1-5 4,0 0 0,-1-1 0,0 0 0,-1 0 0,-13 9 0,4-4 11,-2-1-1,0-1 0,0-1 1,-1-1-1,-1 0 0,0-2 1,-40 11-1,25-12-77,0-1-1,0-2 0,-1-1 1,-50-2-1,89-3 2,0 0-1,0 0 0,0 0 1,0 0-1,1 0 1,-1 0-1,0 0 0,0 0 1,0-1-1,0 1 1,1 0-1,-1 0 0,0-1 1,0 1-1,0-1 1,1 1-1,-1-1 0,0 1 1,1-1-1,-1 1 1,0-1-1,1 0 0,-1 1 1,1-1-1,-1 0 1,1 0-1,-1 1 0,1-1 1,0 0-1,-1 0 1,1 0-1,-1-1 1,1-2-69,0-1 0,-1 1 0,1-1 0,1 1 0,0-8 0,0 6-64,0 3 90,0-1-1,0 1 1,1 0 0,-1-1-1,1 1 1,0 0-1,0 0 1,0 0 0,0 1-1,0-1 1,1 0-1,-1 1 1,1-1 0,0 1-1,0 0 1,0 0-1,0 0 1,0 0 0,0 1-1,0-1 1,1 1-1,4-2 1,7-2 58,1 0 1,0 1-1,27-3 0,-26 5 7,0 1 0,29 1 0,-39 1 0,-1 0 0,1 0 1,-1 0-1,1 1 0,-1 0 0,0 0 0,1 0 0,-1 1 0,0 0 1,5 4-1,-1 1 32,-1 0 1,0 0-1,-1 1 1,0 0-1,0 0 1,-1 1-1,9 16 1,36 81 1112,3 52 755,-5-13-213,-47-139-1614,0 1 1,1-1-1,-1 0 1,2 0-1,-1 0 1,1 0-1,0-1 1,7 8-1,-9-12-210,0 0-1,0 1 1,0-1 0,1 0 0,-1 0-1,1-1 1,-1 1 0,1-1 0,-1 1-1,1-1 1,0 0 0,-1-1 0,1 1-1,0-1 1,0 1 0,0-1-1,0 0 1,-1 0 0,7-2 0,-9 2-106,1 0 0,-1-1 0,0 1 1,0 0-1,0-1 0,0 1 1,1-1-1,-1 1 0,0-1 0,0 1 1,0-1-1,0 0 0,0 0 0,1-1 1,12-22-6119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1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1 110 4114,'0'0'8564,"2"-16"-7390,9-50-291,-3 42 365,-8 24-1199,0-1 0,1 1 0,-1 0 0,0 0 0,0-1 0,0 1 0,1 0 0,-1 0 0,0 0 0,0-1 0,1 1 0,-1 0 1,0 0-1,0 0 0,1 0 0,-1 0 0,0 0 0,1 0 0,-1-1 0,0 1 0,1 0 0,-1 0 0,0 0 0,1 0 0,-1 0 0,0 0 0,0 0 0,1 0 0,-1 1 0,0-1 0,1 0 1,-1 0-1,1 0 0,0 2 40,1-1 1,-1 0-1,1 1 1,-1-1 0,0 1-1,0 0 1,0 0-1,0-1 1,0 1 0,0 0-1,1 2 1,23 69 1070,-3 1 0,17 108 0,17 58 103,-46-205-1132,20 58 274,-27-83-351,1-1 1,1 0-1,0 0 1,0-1-1,0 1 1,1-1-1,8 8 1,-13-15-46,0 0 1,0 0 0,0 0-1,-1 0 1,1 0 0,0 0-1,0 0 1,0-1 0,1 1-1,-1 0 1,0-1 0,0 1-1,0-1 1,0 1 0,1-1-1,-1 1 1,0-1 0,0 0-1,1 0 1,-1 0 0,0 1-1,0-1 1,1-1 0,-1 1 0,0 0-1,0 0 1,1 0 0,-1-1-1,0 1 1,0 0 0,1-1-1,-1 1 1,0-1 0,0 0-1,0 1 1,0-1 0,0 0-1,0 0 1,0 1 0,0-1-1,1-2 1,3-4 13,0 1 0,-1-1-1,0 0 1,0-1 0,3-10 0,-2 8-4,1-4-1,115-249-1241,-100 219 1014,-2-1 1,-2-1 0,21-94 0,-35 132 248,1-7-32,-4 14-93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2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7 6851,'-6'-7'11875,"248"7"-11224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2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3185,'0'0'8442,"17"1"-6999,4 1-984,-8-2-127,1 2 1,-1-1 0,0 2-1,0 0 1,16 6-1,-3-3-10,0-1-1,1-1 0,-1-1 1,1-1-1,32-2 0,-45 0-712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4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 29 4066,'0'0'6979,"0"-4"-6368,0-20 1529,-24 24-1930,22 0-213,-1 0 0,1 0 0,0 0-1,0 0 1,-1 0 0,1 0 0,0 1 0,0-1-1,0 1 1,-1-1 0,1 1 0,0 0-1,0 0 1,0 0 0,0 0 0,0 0 0,1 1-1,-1-1 1,0 1 0,0-1 0,1 1-1,-1-1 1,1 1 0,-1 0 0,1 0-1,0 0 1,0 0 0,0 0 0,0 0 0,0 0-1,0 0 1,1 0 0,-1 0 0,1 1-1,-1-1 1,1 0 0,0 3 0,-4 28-32,3 0 0,1 34 1,1-17 66,3 88 1799,27 177 1,-29-297-1634,-1-8-8,1 0-1,0 1 1,0-1 0,1 0 0,5 14-1,-7-22 51,-1-78-9583,0 39 3221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5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70 109 4034,'0'0'3412,"4"-10"-3335,-3 8-88,0-4 67,1 0 0,1 0-1,-1 1 1,1-1-1,0 1 1,0 0 0,0 0-1,1 0 1,0 0 0,0 0-1,9-7 1,-8 9-18,1-1 0,0 1 0,0 1 0,1-1 0,-1 1 0,1 0 1,-1 0-1,1 1 0,13-2 0,4 2 59,35 3 0,-45-1-77,-6 0 73,-1 0-1,1 0 1,-1 0 0,0 1 0,0 0 0,1 0-1,-1 1 1,-1 0 0,1 0 0,0 1 0,-1 0 0,0 0-1,0 0 1,0 1 0,0 0 0,-1 0 0,0 1 0,0-1-1,0 1 1,-1 0 0,1 0 0,-1 1 0,-1-1-1,0 1 1,0 0 0,0 0 0,0 0 0,1 9 0,-1 3 373,-1 0 1,0 1-1,-2 29 1,0-22-111,-1-13-205,0-1 1,-1 1-1,-1-1 1,0 1-1,-1-1 0,0 0 1,-1 0-1,0 0 1,-13 21-1,2-8 82,-2-1 0,0-1 0,-30 32 0,42-50-191,1 0-1,0-1 0,0 1 0,0-1 0,-1 0 1,0-1-1,0 1 0,0-1 0,0 0 0,-1-1 0,-13 6 0,20-9-41,0 0-1,0 0 1,0 0-1,-1 0 1,1 0-1,0 0 1,0 1-1,0-1 1,-1 0 0,1 0-1,0 0 1,0 0-1,-1 0 1,1 0-1,0 0 1,0 0 0,0 0-1,-1-1 1,1 1-1,0 0 1,0 0-1,0 0 1,-1 0-1,1 0 1,0 0 0,0 0-1,0 0 1,-1-1-1,1 1 1,0 0-1,0 0 1,0 0 0,0 0-1,0-1 1,-1 1-1,1 0 1,0 0-1,0 0 1,0 0 0,0-1-1,0 1 1,0 0-1,0 0 1,0-1-1,0 1 1,0 0-1,0 0 1,0-1 0,-1-2-97,1 0 0,0 0 1,0 1-1,0-1 1,0 0-1,1 0 1,-1 0-1,1 0 0,0 0 1,-1 0-1,1 1 1,1-1-1,-1 0 1,2-2-1,0-1-196,1 0 0,0 1 1,0-1-1,1 1 0,0 0 1,5-4-1,-4 3 40,1 1 1,-1 0 0,1 1 0,0-1-1,0 2 1,0-1 0,1 1-1,0 0 1,-1 0 0,1 1-1,10-2 1,-10 3 175,0 0 0,0 1-1,-1 1 1,1-1 0,0 1 0,-1 0-1,1 1 1,-1 0 0,15 5 0,-16-4 107,0 1 0,0 0-1,0 0 1,-1 0 0,1 0 0,-1 1 0,0 0 0,-1 0 0,1 1 0,-1-1 0,4 7-1,-2-1 335,0 0 0,0 0 0,-1 0 0,0 1-1,-1 0 1,5 24 0,-5-11 615,-1 0-1,-1 38 1,-2-56-865,0 0 0,-1 0 1,1 0-1,-2 0 0,1 0 0,-1-1 0,0 1 1,0 0-1,-1-1 0,0 0 0,0 1 0,-1-1 1,1 0-1,-1-1 0,-1 1 0,1-1 1,-1 0-1,0 0 0,0 0 0,-8 6 0,-2 0-41,1 0 0,-2-1-1,0-1 1,0 0 0,0-1 0,-1-1-1,0-1 1,-31 8 0,22-9-420,0-1 1,0-1-1,0-1 1,0-2-1,-39-3 1,59 2-9,0 1 1,0-1-1,0 0 1,0 0-1,0-1 1,0 0-1,0 0 1,1 0-1,-1-1 0,1 1 1,0-1-1,-1-1 1,1 1-1,1-1 1,-1 0-1,0 0 1,1 0-1,0-1 1,0 1-1,0-1 1,1 0-1,0 0 1,0 0-1,0-1 1,-3-6-1,4 3-667,1 1-1,-1-1 1,0-11-1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49 5491,'0'0'8510,"0"3"-7984,-3 199 2750,3 162-942,2-344-2128,0 1-1,1-1 0,1 0 1,1 0-1,8 24 1,-9-34-128,0-1 0,0 1 0,1-1 0,0 0 0,1-1 0,0 1 0,0-1 0,1 0 0,0-1 0,0 0 0,1 0 0,9 7 0,-11-10-65,0-1 1,0 0 0,0 0-1,0-1 1,1 1 0,-1-2 0,0 1-1,1-1 1,0 0 0,-1 0-1,1 0 1,0-1 0,-1 0 0,1-1-1,0 1 1,-1-1 0,1-1 0,8-2-1,-5 1-32,0-1 1,0 0-1,-1-1 0,0 0 0,1 0 0,-2-1 0,1-1 0,-1 1 1,0-1-1,12-14 0,4-8-479,-1-1-1,-2-1 1,-1-1 0,-2-1-1,-1-1 1,-1 0 0,-2-1 0,15-57-1,-21 44 477,-2 0 0,-2-1 0,-3-81 0,-2 67-149,1 51 148,0-1 0,-1 1 0,-5-22 0,5 29 10,-1 0-1,1 1 0,-1-1 1,0 0-1,-1 1 0,1-1 1,-1 1-1,0 0 0,0 0 1,0 0-1,-7-6 0,10 10 28,0-1-1,0 1 0,0 0 0,-1 0 0,1-1 1,0 1-1,0 0 0,-1 0 0,1 0 1,0 0-1,0-1 0,-1 1 0,1 0 1,0 0-1,-1 0 0,1 0 0,0 0 0,0 0 1,-1 0-1,1 0 0,0 0 0,-1 0 1,1 0-1,0 0 0,-1 0 0,1 0 1,0 0-1,0 0 0,-1 0 0,1 0 1,0 0-1,-1 0 0,1 0 0,0 1 0,0-1 1,-1 0-1,1 0 0,0 0 0,0 1 1,-1-1-1,1 0 0,0 0 0,0 0 1,0 1-1,-1-1 0,1 0 0,0 0 0,0 1 1,0-1-1,0 0 0,0 1 0,0 0 1,-5 18 151,5-17-162,-6 63 507,4 96-1,3-87-231,19 288 1125,-9-116-680,-11-245-760,-46-1-8349,23 0 634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8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5907,'0'0'10468,"19"-3"-10003,36 3-281,0-2 0,78-12 0,-4-4-136,36 15-72,-41 2 29,232-1-1,-186 4 59,-150 0-46,1 1 1,-1 0-1,0 2 0,-1 0 1,1 1-1,23 12 0,-4-4 145,-33-12-99,0 0 1,0-1-1,1 0 1,-1 0 0,0-1-1,12 0 1,-6 0 617,-12 0-543,-21 0-4756,-17 0-163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8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5859,'0'0'4458,"3"-3"-3890,-2 2-362,1-1-1,-1 1 1,1 0-1,-1 0 1,1 0-1,0 0 1,-1 0 0,1 1-1,0-1 1,0 0-1,2 0 1,-3 1-161,0 0-1,0 0 1,0 0-1,0 0 1,0 1-1,0-1 1,0 0 0,0 0-1,0 1 1,0-1-1,0 1 1,0-1-1,0 1 1,-1-1 0,1 1-1,0-1 1,0 1-1,0 0 1,-1-1 0,1 1-1,-1 0 1,1 0-1,0-1 1,-1 1-1,1 0 1,-1 0 0,1 0-1,-1 0 1,1 1-1,4 12 159,-1-1 0,0 1 0,0 0-1,1 19 1,3 62 727,-6-72-723,3 204 1225,-1-19-314,5-141-274,-6-52-2030,0 0 0,0 24 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97 6003,'0'0'6675,"0"0"-6571,0-1 0,-1 1 0,1-1 0,0 1-1,0-1 1,1 0 0,-1 1 0,0-1 0,0 1 0,0-1 0,0 1 0,0-1 0,0 0 0,1 1 0,-1-1 0,0 1 0,1-1 0,-1 1 0,0 0-1,1-1 1,-1 1 0,1-1 0,9-5 20,0 0 0,0 1 0,0 0 0,1 0 0,0 1 0,0 1 0,0 0 0,15-2 0,4 1-160,58 0-1,-72 3 36,-13 1 46,0-1-1,0 1 1,-1 0 0,1 0 0,0 0-1,0 0 1,0 0 0,0 1 0,0-1-1,-1 1 1,1 0 0,0 0 0,0 0 0,-1 0-1,1 0 1,-1 1 0,1-1 0,-1 1-1,5 3 1,-3-3 62,-4-2-98,1 1 0,-1-1 1,1 0-1,0 1 1,-1-1-1,1 1 1,-1-1-1,1 0 0,-1 1 1,1-1-1,-1 1 1,1-1-1,-1 1 0,0 0 1,1-1-1,-1 1 1,0-1-1,1 2 1,0-1-48,-7-3-2167,6 2 1991,-1-1 0,0 1 0,0-1 0,0 0 0,0 1-1,0-1 1,0 0 0,1 1 0,-2-3 0,1 3 27,-18-25-3636,-2-3-1664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29.5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7796,'0'0'8419,"69"22"-7682,-34-10-433,7-2 80,0-10-176,7 0-176,7 0-64,-1-10-912,1-12-3218,-11 10-4754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30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15 3970,'0'0'4799,"-1"-4"-3798,-4-7 162,3 16 656,2 28 1127,1-13-3485,-1 540 6152,-5-564-7168,1-5 467,0 0 0,0 0 0,1-1 0,0 1 0,0-1 0,1 0 0,1 0 0,-1 1 0,2-21 0,0 1-2975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30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 5539,'-1'-1'4614,"1"1"-4564,0 0 0,0 0 0,0 0 0,0 0 0,0 0 0,0 0 0,0-1 0,0 1 0,0 0 0,0 0 0,0 0 1,0 0-1,0 0 0,0-1 0,0 1 0,0 0 0,0 0 0,0 0 0,0 0 0,0-1 0,0 1 0,0 0 0,0 0 0,0 0 0,0 0 0,0 0 0,0-1 0,1 1 351,-1-1-351,0 1 0,0 0 0,0 0 0,0 0 0,1 0 0,-1 0 0,0 0 0,0 0 0,0 0 0,0 0 1,0 0-1,1 0 0,-1 0 0,0 0 0,0 0 0,0 0 0,238 12 2866,-213-9-2795,0-1 1,1-1-1,49-4 0,-75 3-128,1 0 0,0 0 0,0 0 0,-1-1 0,1 1 0,0 0 0,0 0 0,-1-1 0,1 1 0,0 0 0,-1-1 0,1 1 0,0 0 1,-1-1-1,1 1 0,0-1 0,-1 0 0,1 1 0,-1-1 0,1 1 0,-1-1 0,1 0 0,-1 1 0,0-1 0,1 0 0,-1 1 0,0-1 0,0 0 0,1 0 0,-1 1 0,0-1 0,0 0 0,0 0 0,0 1 0,0-1 0,0-1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30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5763,'0'0'6877,"36"0"-5868,111 0-254,-10 0 600,-104-3-1005,-16 1-1203,0 1-3374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31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323 72 1297,'0'0'7216,"0"-6"-6341,0-18-56,0 23-751,-1 0-1,1 0 1,0 0 0,0 0-1,-1 0 1,1 0-1,-1 0 1,1 0-1,-1 0 1,1 0 0,-1 0-1,0 0 1,1 0-1,-1 0 1,0 1-1,1-1 1,-1 0 0,0 0-1,0 1 1,0-1-1,0 1 1,-2-2-1,-22-8 141,20 9-99,-10-2-49,1 0 0,-1 1 0,1 1 1,-1 1-1,-20 1 0,4 0-32,26-1-11,0 1 1,0 0-1,0 0 0,0 1 1,0 0-1,0 0 1,1 0-1,-1 0 0,1 1 1,-1-1-1,1 1 0,0 0 1,0 1-1,0-1 0,1 1 1,-1-1-1,1 1 0,0 0 1,0 0-1,-4 9 1,0-2 68,1 1 0,0-1 0,1 1 0,0 0 0,1 1 1,0-1-1,-2 18 0,5-18 210,0 0 0,0 18-1,2-26-212,-1 0 0,0 0 0,1-1-1,0 1 1,0 0 0,0 0 0,0-1 0,0 1-1,1-1 1,0 1 0,0-1 0,3 6-1,4 0 20,0 0 0,1-1-1,0 0 1,1 0-1,15 9 1,62 25 133,-67-33-172,1 1-1,-2 0 0,1 2 1,-2 0-1,21 18 1,-37-27-48,-1 0 0,1 0 1,-1 1-1,0-1 0,-1 1 1,1 0-1,-1-1 0,1 1 1,-1 0-1,0 0 0,0 0 1,-1 0-1,1 0 0,-1 0 1,0 0-1,0 0 0,0 0 1,-2 6-1,2 7 107,-1-15-108,1 0-1,-1 1 1,1-1-1,-1 0 1,0 0-1,0 0 1,0 0-1,0 0 1,0 0-1,-1 0 1,1 0-1,0 0 1,-1 0-1,1 0 1,-1-1-1,0 1 1,0-1-1,0 0 1,1 1-1,-1-1 1,0 0-1,-1 0 1,1 0-1,0 0 1,-3 0-1,-8 4 46,0 0 0,-26 3 0,38-7-59,-27 2 14,0 0-1,-45-2 1,44-2-89,26 2 3,0-1 1,0-1 0,0 1 0,0 0-1,0-1 1,0 1 0,0-1-1,0 0 1,0 0 0,0 0-1,1 0 1,-1-1 0,0 1 0,1-1-1,-1 1 1,1-1 0,0 0-1,-5-4 1,5 3-277,1 1 0,-1-1 0,1 1 0,0-1 1,-1 0-1,1 0 0,0 1 0,1-1 0,-1 0 0,0 0 0,1 0 0,-1-3 0,1-17-5574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40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2673,'-11'6'13606,"240"-6"-12901,-159 6-657,-69-6-50,-1 0 2,0 0 0,1 0 0,-1 0 0,0 0 1,0 0-1,1 0 0,-1 0 0,0 0 0,0 0 0,1 0 1,-1 0-1,0 0 0,0 0 0,0 0 0,1 0 0,-1 0 1,0 0-1,0 1 0,1-1 0,-1 0 0,0 0 0,0 0 1,0 0-1,0 0 0,1 1 0,-1-1 0,0 0 0,0 0 1,0 0-1,0 0 0,1 1 0,-1-1 0,0 0 0,0 0 1,0 1-1,0-1 0,0 0 0,0 0 0,0 0 0,0 1 0,0-1 1,0 0-1,0 0 0,0 1 0,0-1-51,0 3 290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41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4914,'0'0'8257,"4"0"-7632,52-4 99,-1 3 1,83 8 0,16 1-704,-139-8-421,5 0-1214,-7 0-3217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53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77 100 560,'0'0'8724,"17"-13"-8049,-15 8-570,1-1 0,0 1 0,0-1 1,0 1-1,1 0 0,-1 0 0,1 0 0,1 1 0,-1-1 0,1 1 0,-1 0 0,9-5 0,-8 6-101,1 0-1,-1 1 1,0 0 0,1 0-1,-1 0 1,1 1-1,0 0 1,-1 0-1,11 0 1,1 0 13,0 1 1,17 3-1,-31-2 3,0 0-1,-1-1 1,1 1-1,0 1 0,0-1 1,-1 0-1,1 1 1,0-1-1,-1 1 1,4 3-1,26 26 495,-14-13-60,-14-14-401,-1 0 0,1 1 0,-1-1-1,0 1 1,0 0 0,0 0 0,-1 0 0,1 0 0,-1 0-1,-1 1 1,1-1 0,-1 1 0,2 10 0,-1 8 143,-2 47-1,0-39-48,-1-26-139,1 0-1,-1 1 1,0-1-1,-1 0 1,1 1-1,-1-1 1,-1 0-1,1 0 1,-1-1-1,0 1 1,0 0-1,-6 6 1,-5 6 15,-1 0 0,-19 16 1,19-19-13,-7 4 0,0 0 0,-2-2 0,0 0 0,-1-2 0,0-1 0,-1-1 0,-41 15 0,63-27-53,1 0 1,-1 0-1,1 0 1,-1-1-1,0 1 1,1-1-1,-7 0 1,5 0-222,5-17-351,0 15 547,0 0 0,0 0-1,1 0 1,-1 0 0,0 0 0,1 0-1,-1 0 1,1 0 0,0 0 0,0 0-1,-1 0 1,1 0 0,1 0 0,-1 1-1,0-1 1,0 0 0,1 1 0,-1-1-1,1 1 1,1-2 0,2-1 23,1 1 0,0 0 0,-1 0-1,1 0 1,8-1 0,5-4 126,-6 4-49,1 0 0,0 1 0,0 1-1,0 0 1,0 1 0,0 0 0,20 2 0,-12-1 67,-18 1-53,0-1 0,-1 1 0,1 0 1,0 0-1,-1 0 0,1 0 0,-1 0 1,1 1-1,-1 0 0,0 0 0,0 0 0,0 0 1,0 0-1,0 1 0,0-1 0,-1 1 1,1 0-1,-1 0 0,4 4 0,4 8 296,-1 0 0,14 30 0,-17-31-145,-1 0-15,0 0-1,-1 0 0,-1 1 0,0 0 0,-2-1 1,1 1-1,-2 0 0,-1 23 0,1-14-42,0-19-118,-1-1 0,1 0 0,-1 1 0,0-1 0,0 0 0,-1 0 1,1 0-1,-1 0 0,0 0 0,0 0 0,0 0 0,-1-1 0,1 1 0,-1-1 0,0 1 1,-4 3-1,-5 4 30,-1-1 1,-27 18 0,32-23-56,-5 4 80,-1-2 1,-1 1 0,1-2-1,-1 0 1,0-1 0,-24 6-1,16-7-680,-34 2 1,1-4-3426,32-2-3285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55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3073,'7'0'12295,"29"0"-11928,12 1 27,-11 0-277,-1-1 0,1-2 0,61-11 0,-51 1-70,1 2-1,0 2 1,79-2 0,482 4 809,-271 6 2620,-348 0-4031,-59 8-3884,16-7-1422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55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0 421 3105,'0'0'8298,"14"-25"-7709,42-86-597,-50 99-188,-1-1 0,0-1-1,0 1 1,-2-1 0,1 0-1,1-18 1,1-7-666,17-72-154,-23 104 1018,0 7 85,0-1 1,0 1-1,0-1 1,0 1 0,0-1-1,0 0 1,0 1 0,0-1-1,0 1 1,0-1-1,0 1 1,0-1 0,1 1-1,-1-1 1,0 0 0,0 1-1,1-1 1,-1 1 0,0-1-1,0 1 1,1-1-1,-1 1 1,1 0 0,-1-1-1,0 1 1,1-1 0,-1 1-1,1 0 1,0-1 0,3 16 429,4 370 2537,-9-266-2402,-16 175 904,-1 2 983,18-294-2342,0-6-354,0-8-502,1-11-3491,-6-35 0,-1 23-4403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56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1155 8132,'0'0'7086,"22"-16"-6539,69-56-78,-84 65-424,1 0 1,-1-1-1,0 0 0,-1 0 1,0 0-1,0-1 0,-1 1 1,6-14-1,2-3 35,38-75-273,65-183-1,-96 222-118,-2-2 0,-4 0 0,-2-1 0,-3 0 0,-2-1 0,-3-79 843,-4 152-470,0 276 2455,1-265-2160,1 1 1,0 0-1,1-1 1,8 25 0,-9-36-236,1 0 0,0 0 0,1 0 0,-1 0 0,2 0 0,-1-1 0,1 1 0,0-1 0,1-1 0,-1 1 0,1-1 0,9 8 0,-12-12-84,1 1 0,0-1 1,0 0-1,0 0 0,0 0 1,1 0-1,-1-1 0,0 0 0,1 0 1,-1 0-1,1 0 0,-1-1 0,1 0 1,-1 0-1,1 0 0,0 0 1,-1-1-1,1 1 0,-1-1 0,0 0 1,1-1-1,-1 1 0,0-1 1,1 0-1,-1 0 0,0 0 0,-1 0 1,1-1-1,0 0 0,-1 0 0,1 0 1,-1 0-1,0 0 0,5-8 1,8-9-75,-2-2 0,0 0 0,-2-1 0,0 0 0,13-39 0,-9 10-739,18-89-1,-28 100 178,-1-1 0,-2-51-1,-3 92 742,0 7 95,-8 203 1927,-1 12-1436,8-174-673,-1-30-56,1 1 1,1 0-1,1 0 0,1 0 0,6 28 1,5-22-16,-12-23-254,6-25-5834,3-8 1190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57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35 4402,'0'0'8623,"-3"0"-7628,-12 0 3140,25 0-3497,-3 0-605,38 0 249,0-1 1,61-11-1,-84 8-288,57-13 84,-110 16-9664,10 1 3637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6:57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5250,'0'0'7956,"90"-9"-7892,-48-4 224,0 13-160,-7 0-16,-4 0-112,-6 0 0,-8 0 0,-7 0-80,-6 0-672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01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0 3730,'-13'0'11682,"354"0"-10660,-342 24-1113,-4-13 101,1-1 0,-1 0 0,0 0-1,-1 0 1,-1-1 0,1 0-1,-10 11 1,0-1 3,-78 86 38,81-92-51,12-11-1,-30 26 8,28-26-14,1-1 0,-1 1 0,0 0 0,1-1 0,-1 0 0,0 0 0,0 1 0,0-2 0,0 1 0,0 0 0,0 0 0,-4-1 0,7 0-68,4-10-1179,1 9 1211,-1-1 1,0 1-1,1 0 1,0 0-1,-1 0 1,1 1-1,-1-1 1,1 1-1,0 0 0,9 2 1,6-1 99,-18-1-54,1 0 0,0 0 1,-1 1-1,1-1 0,-1 1 0,1 0 0,-1 0 0,1 0 0,-1 0 1,0 0-1,0 0 0,1 1 0,-1-1 0,3 4 0,0-1 6,-1 1 0,1 0 0,-1 0 0,-1 0 0,6 10 0,-1 1 49,-1-1 0,-1 1 1,8 29-1,-9-16 211,0 0 0,-3 0 1,0 49-1,-3-71-230,0 0-1,0 0 1,-1 0-1,0 0 1,0 0-1,0-1 1,-1 1-1,0-1 1,0 1-1,-1-1 0,0 0 1,0-1-1,0 1 1,-1-1-1,-7 8 1,-1-1-19,0-1 0,-1 0 0,0 0 0,0-1 1,-19 8-1,21-12-16,-1-1 1,1 0-1,-1-1 1,0 0-1,0-1 1,-16 2-1,-82-1 53,108-4-55,-6 0 1,1 0-1,0-1 1,0 0-1,0 0 1,-1-1-1,-14-5 1,21 6-4,0 0 1,-1 0 0,1 0-1,0-1 1,0 1 0,0 0-1,0-1 1,0 0 0,0 1-1,0-1 1,0 0 0,1 0-1,-1 0 1,1 0-1,-1 0 1,1-1 0,0 1-1,0 0 1,0 0 0,0-1-1,0 1 1,1-1 0,-1 1-1,1-1 1,-1 1 0,1-5-1,0 5-178,0 0-1,-1 0 0,1 0 1,0 0-1,1 0 1,-1 0-1,0 0 0,0 0 1,1 0-1,-1 0 0,1 0 1,0 1-1,-1-1 0,1 0 1,0 0-1,0 0 1,0 1-1,1-1 0,-1 1 1,3-3-1,21-13-5174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01.8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2049,'0'0'5880,"0"-10"-5301,0-43 5034,1 60-5202,7 17-136,-2 0 1,0 0-1,-2 1 0,3 41 0,-6 104 230,-3-84-153,2 106 190,1-212-1931,-1 7-907,0 1 1,-2-22-1,-4 13-1533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02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82 3666,'0'0'5944,"5"-2"-4845,-4 2-1077,37-8 2088,-36 8-2030,0 0 1,0 0-1,0-1 0,0 2 0,1-1 0,-1 0 0,0 0 0,0 1 1,0-1-1,0 1 0,0-1 0,0 1 0,0 0 0,0 0 0,0 0 1,0 0-1,3 3 0,4 5 24,-2 1 0,1-1 0,-1 1 0,-1 1 0,0-1 0,0 1 0,7 21 0,-2 2 451,8 46 1,-13-50-196,1 0 0,16 40 0,-22-68-322,-1-1 0,1 1 0,0 0 1,0-1-1,0 1 0,0 0 1,0-1-1,0 1 0,0-1 1,0 1-1,0-1 0,1 0 0,-1 0 1,1 1-1,-1-1 0,1 0 1,2 1-1,-3-2-23,0 0 0,0 0 1,0 0-1,0 0 0,0-1 1,0 1-1,0 0 0,0-1 0,0 1 1,0-1-1,0 1 0,0-1 1,0 1-1,0-1 0,-1 0 0,1 1 1,0-1-1,0 0 0,-1 0 1,1 1-1,-1-1 0,1 0 1,-1 0-1,1 0 0,-1 0 0,1 0 1,-1 0-1,0 0 0,1 0 1,-1-1-1,45-133-14,-35 99-206,2 0 0,1 0 0,1 1 0,22-35-1,-27 52 134,-8 15 33,1-1 0,0 0 1,0 1-1,0-1 0,1 1 0,-1 0 0,1 0 1,-1 0-1,1 0 0,4-3 0,27-24 87,-34 29 3,1 84 49,-19 405 731,1-231-17,17-256-702,-1-1-103,1 0 0,-1 0 1,1-1-1,0 1 0,-1 0 0,1 0 0,0 0 0,0-1 1,-1 1-1,1 0 0,0 0 0,-1-1 0,1 1 0,0 0 1,0-1-1,-1 1 0,1 0 0,0-1 0,0 1 1,0 0-1,0-1 0,-1 1 0,1 0 0,0-1 0,-1-11-1027,0 1-1,2-24 0,0 7-3227,-1-5-2253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03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6 490 4930,'-6'0'11640,"181"0"-10586,-172 0-1061,-1 0 1,0 0-1,0-1 0,1 1 0,-1-1 1,0 1-1,0-1 0,0 0 0,0 0 1,1 0-1,-1 0 0,0 0 0,-1 0 1,1 0-1,0-1 0,0 1 0,-1-1 1,1 1-1,0-1 0,-1 0 0,0 0 1,1 0-1,-1 1 0,0-1 0,0 0 1,0-1-1,0 1 0,0 0 0,-1 0 1,1 0-1,0-3 0,1-8-120,0 0 0,-1-1-1,0 1 1,-2-17 0,0 10 80,0 4 47,-1 0 1,0 0-1,-2 1 0,0-1 0,-11-27 1,10 28 34,-1 0 0,2 0 1,0-1-1,1 1 0,-2-30 0,4 42-36,1 0 0,0 0 0,0 0 0,1 0 0,-1 0 0,1 0 0,-1 0 0,1 0-1,0 0 1,0 0 0,0 0 0,1 0 0,2-4 0,-2 5 2,0 0 0,1 0 1,-1 0-1,1 0 0,0 1 0,0-1 0,-1 1 0,1-1 1,0 1-1,0 0 0,0 0 0,6-1 0,34-11 40,-32 9-30,-1 0 1,1 1-1,0 1 1,0 0-1,21-2 1,55 4-36,-84 1 24,0 0 1,0-1-1,0 1 0,0 0 1,0 0-1,0 1 1,0-1-1,0 1 1,0 0-1,0-1 0,-1 1 1,5 4-1,28 30 104,-28-27-87,-1 0 0,0 1 0,-1-1 0,0 1 0,0 0 0,-1 1 0,0-1 0,-1 1 0,3 18 0,-3-9 15,-1-1 0,0 0 1,-2 0-1,-4 37 0,2-46-14,0-1 1,-1 1-1,-1 0 1,0-1-1,0 0 1,-1 0-1,-6 10 1,-8 15-7,11-18 39,0-2-38,-10 30 1,17-40 76,-1 1 1,1 0 0,0 0-1,1 0 1,-1 0 0,1 0-1,0 0 1,0 0 0,0 0 0,3 9-1,-2-12-25,0 0-1,1 0 1,-1 1-1,1-1 1,0 0-1,-1 0 1,1-1-1,0 1 1,0 0 0,0-1-1,1 1 1,-1-1-1,0 0 1,1 1-1,-1-1 1,0 0-1,1-1 1,-1 1-1,1 0 1,2 0-1,61 11 484,-60-11-517,23 2 97,37-2 0,18 2-362,-83-3 80,-1 0 0,1 0 0,-1 0 0,1 1 0,-1-1 0,1 0 0,-1 0 0,1 1 0,-1-1 0,0 0 0,1 1 0,-1-1 0,1 0 0,-1 1 0,0-1 0,1 0 0,-1 1 0,0-1 0,1 1 1,-1-1-1,0 1 0,0-1 0,1 1 0,-1-1 0,0 1 0,0-1 0,0 1 0,0-1 0,0 1 0,0-1 0,0 1 0,0 0 0,0-1 0,0 1 0,0-1 0,0 1 0,0-1 0,0 1 0,0-1 0,0 1 0,-1-1 0,1 1 0,0-1 0,0 1 1,-1-1-1,1 1 0,0-1 0,-1 0 0,1 1 0,0-1 0,-1 1 0,1-1 0,-1 0 0,0 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06.7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0 399 5955,'0'0'10340,"2"0"-9737,69-4 25,0-2 0,93-23 0,-32 6-516,239-28-33,181-31-323,-104-8 305,-411 82 306,1 2 1,0 2-1,56 0 1,-93 3-299,0 1 1,0 0-1,-1-1 1,1 1-1,0-1 0,0 1 1,-1-1-1,1 0 1,0 1-1,-1-1 0,1 1 1,-1-1-1,1 0 1,-1 0-1,1 1 0,-1-1 1,1 0-1,-1 0 1,0 0-1,0 0 0,1 1 1,-1-1-1,0 0 1,0 0-1,0 0 0,0-1 1,1 0-204,-1 0 0,0-1 0,0 1-1,0 0 1,0 0 0,0 0 0,0 0 0,-1 0 0,1 0 0,-1 0 0,1 0 0,-2-4 0,-1 3-444,0 0 1,0 0-1,0 1 1,-1-1-1,1 1 1,0 0-1,-1 0 1,0 0-1,1 0 1,-6-1-1,-27-10-6545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07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75 2353,'0'0'8081,"3"-5"-7059,2-3-811,-2 3 174,-1 0 0,1-1 0,-1 1 1,1-1-1,-2 1 0,1-1 0,0 0 1,-1 1-1,0-8 632,3 34-977,-3 51 80,-3 86 836,2-153-945,-1 1 1,1-1 0,-1 0 0,-1 1-1,1-1 1,-1 0 0,0 0-1,0 0 1,-4 7 0,4-11 239,1 0-1126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07.8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98 16 448,'0'0'7497,"0"-3"-6539,0-10 3017,0 22-3289,0 90 1475,-1 126-361,1-209-1786,-1 0 0,-1-1 0,0 1 0,-2-1 0,1 1 0,-2-1-1,0 0 1,-1-1 0,-11 22 0,16-34-232,0-1 0,0 1 1,0-1-1,0 1 0,-1-1 0,1 1 0,0-1 0,-1 0 1,1 0-1,-1 0 0,1 0 0,-1 0 0,1 0 0,-1 0 1,0 0-1,0 0 0,1-1 0,-1 1 0,-2 0 0,-17 0-7759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25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3618,'9'0'10936,"35"0"-10705,-9-1-144,-17 0-78,1 1 0,0 1 0,37 6 0,-18 0 45,73 4-1,-68-8-57,54 10 0,-29-2 16,111 4 0,-19-3-268,-135-9 153,188 17-53,121-17-447,-202-4 566,-101 2 49,1 0 1,-1 2 0,33 8-1,-45-8-4,-1-1-1,1-1 1,36-3 0,-9 1-7,-43 2-17,1 1 686,-3 8-628,0 0 0,0 0 0,5 11 0,3 29 17,-3 56 10,5 58 22,-5-27 0,2 5 18,0-65-76,11 78 38,-9-67 6,-4 1 0,-6 99 0,-1-79-25,1 167 543,0-267-552,1 1 0,1-1 0,-1 0 1,7 16-1,-5-16 210,-1 0 1,0 0-1,0 1 1,1 17-1,-3-6 275,0-20-712,0-15-4786,0-16-3090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27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1472 362 6819,'0'0'4968,"-7"-8"-3938,-12-14-444,-1 0 0,-1 2 0,-27-21 1,13 16-70,-102-68 658,107 75-1007,-1 1-1,-56-21 1,40 20-71,31 11-64,1 0 0,-1 2 0,0 0 0,0 0 0,-1 2 0,1 0-1,-18-1 1,-10 4 67,-66 2 83,96 0-172,-1 0 0,1 1 1,-1 0-1,1 1 0,-21 9 0,8 1 42,1 0 1,0 2-1,1 0 0,-34 32 1,-81 88 351,116-108-357,1 0-1,1 2 0,2 0 1,-22 44-1,14-17-9,-33 99-1,47-108 102,2 0 0,1 0 0,3 1-1,2 0 1,1 82 0,4-85-105,0-25-25,0 0 1,1 0 0,2 0-1,0 0 1,1-1 0,9 34-1,3-19 8,1 0-1,2-2 0,1 0 1,31 40-1,-17-31 30,3-1-1,58 53 1,-42-50 112,1-3 1,75 43-1,-82-60-57,0-2 0,2-2 0,0-2 0,1-3-1,80 16 1,-90-26-14,0-1-1,0-2 1,44-3-1,-21 0-23,-33 1-56,0-2 1,0-1 0,-1-1-1,1-1 1,-1-2 0,0-1 0,0-1-1,-1-1 1,0-2 0,-1-1-1,0 0 1,-1-2 0,-1-1 0,-1-1-1,0-1 1,-1-1 0,22-24-1,-10 6-20,-2-2 0,-1-1 0,-2-1-1,26-48 1,-42 62 2,0 0-1,-1 0 1,-2-1 0,-1-1-1,-2 1 1,0-1 0,-2-1 0,2-37-1,-3-208 231,-5 250-186,-1 0 0,-1 0-1,-11-39 1,-29-72 28,29 99-65,-1 0-1,-1 1 0,-3 0 1,0 2-1,-3 0 1,-47-57-1,56 76-2,0 2 0,-1-1-1,-21-13 1,27 22-4,1 0 1,-1 1-1,0 0 0,-1 0 1,1 1-1,-1 0 0,0 0 0,1 1 1,-15-1-1,-47-2 2,43 4 18,-1-2 1,-43-8-1,51 7 172,0 0 1,0 2 0,-31-1-1,4 3-3206,15 0-2797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30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2689 0 1953,'0'0'5952,"10"0"-5458,60 0 5919,-56 2-5647,-8 7-636,-1 0-1,-1 0 1,0 0 0,0 0 0,-1 1 0,0 0-1,0 0 1,-1 0 0,1 14 0,2 96 167,-5-112-267,1 104 233,-2 127-118,-14-104-95,-10 4-68,-1 6 50,23-108-51,-5 51 28,-29 137 1,31-202-32,-12 45 22,3 0 0,-6 74 0,19 135 64,4-146-101,-2 86 341,0-217-289,0 0 0,0 1 0,0-1 0,0 0 0,0 0 0,0 1 0,0-1 0,0 0-1,0 1 1,0-1 0,-1 0 0,1 1 0,0-1 0,0 0 0,0 0 0,0 1 0,0-1 0,-1 0 0,1 0-1,0 1 1,0-1 0,-1 0 0,1 0 0,0 0 0,0 0 0,-1 1 0,1-1 0,0 0 0,0 0 0,-1 0-1,1 0 1,0 0 0,-1 0 0,1 0 0,0 1 0,0-1 0,-1 0 0,1 0 0,0 0 0,-1 0 0,1 0 0,0-1-1,-1 1 1,1 0 0,0 0 0,0 0 0,-1 0 0,1 0 0,-1 0 0,-18-9 294,11 4-259,4 4-45,1 0-1,0-1 1,0 0 0,0 1 0,0-1 0,1 0 0,-6-5-1,-9-6-72,8 7 43,-1 1-1,0 1 1,0-1 0,-1 1-1,1 1 1,-1 0-1,0 1 1,0 0-1,0 0 1,-21 1-1,-23 1 24,-157-5 56,176 2-23,0-1 1,0-2 0,-63-20 0,91 23-32,-18-7-3,-1 1 1,0 1-1,0 2 0,-1 0 1,-53-2-1,-197-2 134,103 6 30,109 5-77,7 3-25,1 2-1,-1 3 1,-75 21-1,64-13 98,13-9-6,0-1 0,0-3 0,-87-6 1,48 1 248,-2-2-384,44 0 12,-71 7 1,114-2-24,0 0 1,0 1-1,0 0 1,-11 6-1,13-5 8,0 0-1,0-1 0,0-1 0,-1 1 0,1-1 1,-15 0 1143,35-3-1051,1-6-104,0 0-1,-1-1 0,15-14 0,-16 14-57,41-45-948,-49 52 993,-1 0 0,0 0-1,1-1 1,-1 1-1,0 0 1,0-1-1,0 1 1,0-1 0,0 1-1,0-1 1,0 0-1,0 1 1,-1-1 0,1 0-1,-1 1 1,1-1-1,-1 0 1,0 0 0,0 0-1,0-1 1,0 1 18,-1 1 0,0 0 1,1 0-1,-1-1 0,0 1 1,0 0-1,0 0 0,0 0 0,0 0 1,0 0-1,0 0 0,-1 1 0,1-1 1,0 0-1,0 1 0,-1-1 1,1 0-1,-1 1 0,1 0 0,0-1 1,-1 1-1,1 0 0,-2-1 1,-3 0-18,-3-1 12,1 0 0,-1 0-1,0 1 1,0 0 0,0 1-1,-15 0 1,23 1 2,0-1 1,0 1-1,0 0 0,0-1 0,0 1 1,1 0-1,-1 0 0,0-1 0,0 1 1,1 0-1,-1 0 0,1 0 0,-1 0 0,1 0 1,-1 0-1,1 0 0,-1 0 0,1 0 1,0 0-1,0 0 0,-1 0 0,1 0 0,0 0 1,0 0-1,0 2 0,0 2 2,-3 18 122,1 0 0,2 39 1,1-24-10,-2-28-81,1 0-1,1 0 1,0 0 0,0 0 0,1-1 0,0 1-1,1 0 1,0-1 0,0 0 0,1 0 0,0 0-1,1 0 1,0 0 0,0-1 0,1 0 0,0 0 0,0 0-1,8 6 1,-6-7-24,-1-1 0,1 0-1,0 0 1,0-1 0,0 0 0,1-1 0,0 0-1,0 0 1,0-1 0,0 0 0,1 0-1,-1-1 1,1 0 0,0-1 0,-1 0-1,14-1 1,-18 0-20,1 0 0,0 0 0,0-1-1,-1 0 1,1 0 0,0 0 0,-1-1-1,1 0 1,-1 0 0,0-1 0,1 1 0,-1-1-1,0 0 1,4-4 0,-2 1-31,-1 0 0,0 0-1,-1-1 1,0 0 0,0 0 0,0 0 0,-1 0 0,0-1-1,3-8 1,-1-2-197,0 1 0,-2-1 0,0 0 0,-1 0 0,-1 0 0,-1 0 0,0 0 0,-1 0 0,-1-1 0,-4-20 0,3 31 247,0 1 0,0-1-1,0 1 1,-1 0-1,0 0 1,0 0-1,-1 0 1,0 1-1,0 0 1,-1-1-1,1 1 1,-1 1-1,-1-1 1,1 1-1,-1 0 1,0 0-1,0 0 1,0 1-1,-1 0 1,1 1 0,-1-1-1,0 1 1,0 0-1,-1 1 1,1 0-1,0 0 1,-1 0-1,1 1 1,-1 0-1,1 1 1,-1 0-1,0 0 1,1 0-1,-1 1 1,1 0-1,-11 3 1,11-1 10,0 1 0,-1 0 1,1 1-1,1-1 0,-1 1 0,1 1 0,-1-1 1,2 1-1,-1 0 0,1 0 0,-1 1 0,2 0 1,-1-1-1,1 2 0,0-1 0,1 0 0,-4 9 0,7-16-46,0 0 0,0 0-1,0 0 1,0 0 0,0 1-1,0-1 1,0 0-1,0 0 1,-1 0 0,1 0-1,0 0 1,0 1-1,0-1 1,0 0 0,0 0-1,0 0 1,0 0 0,0 0-1,0 1 1,0-1-1,0 0 1,0 0 0,0 0-1,0 0 1,0 1-1,0-1 1,0 0 0,0 0-1,0 0 1,0 0-1,1 0 1,-1 1 0,0-1-1,0 0 1,0 0 0,0 0-1,0 0 1,0 0-1,0 0 1,0 1 0,1-1-1,-1 0 1,0 0-1,0 0 1,0 0 0,1 0-1,9-8-1795,26-31-2061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31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88 2385,'0'0'4800,"4"0"-4576,22 0 699,-8-18 101,4 9-1979,-19 8 878,0 0 0,-1 0 0,1 0 0,0 0 0,-1 0 0,1 0 0,-1-1-1,0 0 1,3-1 0,49-35-4621,-42 29 1958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32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636 143 2001,'191'-94'1195,"-152"74"-314,-20-4 7840,-20 23-8537,1 1 0,-1 0-1,0-1 1,0 1-1,0 0 1,1-1-1,-1 1 1,0 0 0,0 0-1,0 0 1,0 0-1,0-1 1,0 1 0,1 1-1,-1-1 1,-2 0-1,-15 0 32,-1-1-151,0 1-1,0 1 1,0 0-1,0 1 1,0 2-1,1-1 1,-31 12-1,28-8-52,0-1 1,0-1-1,-1 0 0,-34 1 0,9 0-3,13-3-8,-52-3 0,41 0 3,39-1-3,-1 1 1,0-1-1,1-1 1,-8-2-1,7 2-8,0 0-1,-1 1 1,1 0-1,-11-1 1,5 2 9,-18 0-30,0 0-1,1 3 0,-38 6 1,57-7 45,1-1 1,-21 0-1,27-1 1170,5 0-1675,0 0 67,1 0 0,-1 0 0,0 0 0,0 0 0,1 0 1,-1 0-1,0 0 0,0-1 0,1 1 0,-1 0 0,1-1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32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4258,'0'0'1697,"70"116"-1713,-63-100-641,-7-1-767,0 1-913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32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73 2865,'0'0'8612,"-5"-4"-7614,-25-23 259,28 26-1215,-1 0 0,0 0 1,1 1-1,-1-1 1,0 1-1,1-1 1,-1 1-1,0 0 0,0 0 1,1 0-1,-1 0 1,0 1-1,1-1 0,-1 1 1,0 0-1,1 0 1,-1 0-1,1 0 1,-4 2-1,3 2 92,-1 1 0,1 0-1,0 0 1,1 0 0,0 0 0,0 0 0,0 1 0,1-1-1,-2 11 1,1 9 839,1 28 1,1-35-668,0-18-286,0 1 0,1-1 0,-1 0-1,0 1 1,0-1 0,1 0 0,-1 0 0,1 1 0,-1-1 0,1 0-1,-1 0 1,1 0 0,0 0 0,0 0 0,-1 0 0,1 0 0,0 0-1,0 0 1,0 0 0,0 0 0,0 0 0,0-1 0,0 1 0,0 0-1,1-1 1,-1 1 0,0-1 0,0 1 0,1-1 0,-1 0-1,2 1 1,5 0 47,0 1 0,0-2 0,1 1 0,7-2 0,-4 1-2,-8 0-116,0-1 0,1 1 0,-1-1 0,0 0 0,0 0 0,1-1 0,-1 1 0,0-1 0,0 0 0,-1 0-1,1 0 1,0-1 0,-1 1 0,1-1 0,-1 0 0,0 0 0,0 0 0,0 0 0,0 0 0,0-1 0,-1 0 0,0 1 0,1-1 0,-1 0 0,-1 0 0,3-5-1,1-4-968,-1 0-1,0-1 0,-1 0 0,-1 0 1,0 0-1,1-27 0,-3 39 892,0-1 0,0 1 0,0-1 0,0 1 0,0-1 0,-1 1 0,1-1 0,-1 1 0,0-1 0,0 1 0,1 0 0,-1 0 0,-1-1 1,1 1-1,0 0 0,-3-4 0,2 5 253,-1-1 0,1 1 0,0 0 0,-1 0 0,1 0 0,-1 0 0,1 0 0,-1 0 0,1 1 0,-1-1 0,0 1 0,1 0 0,-1 0 0,0 0 0,-2 0 0,0 0 94,0 1 0,1 0-1,-1-1 1,1 2 0,-1-1 0,1 0 0,-1 1-1,1 0 1,0 0 0,0 0 0,0 0-1,0 1 1,0 0 0,0 0 0,1 0-1,0 0 1,-6 6 0,7-6-329,-1 0 0,1 1 0,0-1-1,0 1 1,0-1 0,1 1 0,-1-1 0,1 1 0,0 0-1,0 0 1,0 0 0,1 0 0,-1 6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33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379 0 4274,'0'0'8855,"-1"10"-7396,-1-2-1191,-1-1 0,0 1-1,0-1 1,-1 0 0,0 0 0,0 0 0,0 0-1,-9 8 1,3-1-7,-32 41-13,-2-1 1,-3-3 0,-1-2-1,-78 61 1,121-106-126,3-3-180,1 0-1,-1 0 1,1 0-1,-1 0 1,1 0-1,0 1 1,0-1-1,-1 1 1,0 1-1,2-2 1,-1 0 0,1 0 0,0-1 0,0 1 0,0 0-1,0-1 1,0 1 0,0 0 0,0 0 0,1-1 0,-1 1 0,0 0 0,0 0-1,0-1 1,1 1 0,-1 0 0,0-1 0,1 1 0,-1-1 0,1 1-1,-1 0 1,1-1 0,-1 1 0,1-1 0,-1 1 0,1-1 0,-1 1-1,1-1 1,0 0 0,-1 1 0,1-1 0,0 1 0,28 18-35,-2 2 1,0 1 0,37 41-1,-32-26 196,-3 2-1,-1 1 0,-2 2 0,-2 0 1,-1 2-1,23 65 0,-42-99-103,-1 0-1,-1 0 1,1 1 0,-2-1-1,1 1 1,-1 12 0,-3-18-1382,-10-5-3095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34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403 1 6099,'7'0'11154,"-7"18"-10707,0 1 0,-5 22 0,4-34-408,-1 1 0,0-1 0,-1 0 0,0 1 0,0-1 0,0-1 0,-1 1 0,-7 9 0,-11 13-4,-2-1 1,-1-1-1,-50 41 1,-97 58-716,131-97 273,40-28 393,0 0 0,0 0 0,-1 0 0,1 1 0,0-1 0,0 0 0,1 1 0,-1-1 0,0 1 0,0-1 0,1 1 1,-1-1-1,1 1 0,-1 0 0,1-1 0,0 1 0,-1 0 0,1-1 0,0 1 0,0 0 0,0-1 0,0 1 0,1 0 0,-1-1 0,0 1 0,1-1 0,-1 1 0,1 0 0,0-1 0,-1 1 0,2 1 0,3 8 6,1-1 0,0 0 0,10 13 0,-9-14 15,70 105 329,-29-40 112,75 88 1,-85-124-555,-34-34-415,-21-26-3065,-4-3-989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43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55 3650,'0'0'6533,"0"-4"-5471,0 3-1046,-2-36 1778,3 24 250,0 26 801,2 1-2815,0-1 0,1 0 0,1 1 0,0-2 0,0 1 0,11 16-1,12 32 117,43 172 865,-61-193-861,13 31 211,48 101 0,-22-59 10,-28-56-96,-20-57-258,-1 1-1,1-1 1,0 1 0,-1-1-1,1 1 1,0-1 0,0 1-1,-1-1 1,1 0 0,0 0-1,0 1 1,0-1 0,-1 0-1,1 0 1,0 0 0,0 0-1,0 0 1,0 0-1,0 0 1,-1 0 0,1 0-1,0 0 1,1-1 0,-1 1 10,1 0 0,0 0 0,-1-1-1,1 1 1,-1 0 0,1-1 0,-1 1 0,1-1 0,-1 0 0,1 0 0,-1 1 0,2-3 0,0-2-17,0-1-1,-1 0 1,0 1 0,0-1-1,0 0 1,-1 0 0,0 0-1,0 0 1,-1-1 0,1-10 0,3-27-8,13-22-94,2 0-1,36-78 1,10-33-448,-54 143 467,-2-1-1,-2 0 1,4-46 0,-7 41-20,-4 39 58,0 20-170,0-17 79,0 1 0,0-1 0,-1 0 0,1 0 0,-1 0 0,1 0 0,-1 0 0,0 0 1,0 0-1,-1 3 0,-15 15-5271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45.5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1313,'0'0'0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46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25 135 5218,'0'0'2599,"0"-3"-2108,0 0-252,1 1 14,-1 1 0,0-1 1,0 0-1,0 0 0,0 0 1,0 0-1,0 1 0,-1-1 1,1 0-1,-1 0 0,-1-4 1959,2 9-2116,0 36-44,10 287 2065,-1-208-1270,-6-62-490,2 1 0,2-1 0,22 78 1,-28-130-329,-1-3-23,0-1 0,0 1 0,0 0 1,0-1-1,0 1 0,0-1 0,1 1 0,-1 0 1,0-1-1,0 1 0,1-1 0,-1 1 0,0-1 1,1 1-1,-1-1 0,1 1 0,-1-1 1,0 0-1,1 1 0,-1-1 0,1 0 0,-1 1 1,1-1-1,-1 0 0,1 1 0,0-1 0,-1 0 1,1 0-1,-1 0 0,1 1 0,-1-1 0,1 0 1,0 0-1,-1 0 0,1 0 0,0 0 0,0-4-32,-1-6-62,-6-158-3301,0 101-247,6-92 0,2 68 1077,-1 39 1923,1 29 723,-2 0 0,0 0 0,-5-28 0,2 42-52,0 0 0,0 1-1,-1 0 1,0 0 0,0 0-1,-1 0 1,0 1 0,-8-11 0,8 13 136,0-1 0,1 0 0,0 0 1,0 0-1,0 0 0,1-1 1,0 1-1,0-1 0,1 0 1,0 0-1,0 0 0,0 0 0,0-10 1,2 16-112,0-1 0,0 0-1,0 1 1,0-1 0,0 1 0,0-1 0,1 0 0,-1 1 0,1-1 0,-1 1-1,1-1 1,-1 1 0,1-1 0,0 1 0,0 0 0,0-1 0,2-1 0,-1 1-44,1 0 0,0 0 0,1 0 0,-1 1 0,0-1 0,0 1 0,5-1 0,8-2 33,0 1 0,0 0 0,0 1 0,1 1 0,-1 1 0,20 2 0,5-1 10,-33 0 68,0 0-1,1 1 0,-1 0 0,0 0 0,0 1 0,0 0 0,0 0 1,-1 1-1,11 7 0,24 10 773,-24-14-277,29 18 0,-41-22-452,0 1 0,0 1 0,0-1 0,0 1 0,-1 0 0,0 0 0,8 11 0,-10-10-91,-1 0 0,0 1 0,0-1 1,0 1-1,-1-1 0,0 1 0,-1-1 0,1 1 0,-1-1 0,0 1 0,-2 10 0,1 8 194,1-20-225,-1 0-1,0 0 1,0 0-1,0 0 0,-1 0 1,1-1-1,-1 1 1,0 0-1,-1-1 1,1 0-1,-4 5 0,-37 45 299,31-41-271,-6 9 25,-2-1-1,0-2 1,-2 0 0,-39 27-1,49-38-154,-1-1 0,1 0-1,-2-1 1,1-1 0,-1 0-1,1 0 1,-1-2 0,0 0-1,-1 0 1,1-2 0,-17 1 0,31-2-4,-1-1 58,1 0 0,0 0 0,-1-1 0,1 1 0,0 0 0,0 0 1,0-1-1,0 1 0,0 0 0,0 0 0,1-1 0,-1 1 0,0 0 0,0 0 0,1 0 0,-1-1 1,1 1-1,-1 0 0,1 0 0,0 0 0,-1 0 0,1 0 0,0 0 0,0 0 0,0 0 0,0 0 1,0 1-1,0-1 0,1-1 0,2 1 12,-1 0-1,1 0 1,0 1 0,0-1-1,0 1 1,-1 0 0,9 0-1,1 1-36,20-2 5,33 2-22,-60-1 33,0 1-1,0 0 0,1 1 0,-1-1 1,0 1-1,-1 1 0,1-1 1,7 5-1,3 3 43,-1 2 0,0 0 0,-1 0 1,0 1-1,-1 1 0,-1 0 0,13 19 0,64 117 1726,-62-99-991,-24-47-674,-1 0-1,1 1 0,0-1 1,0 0-1,6 5 0,-8-7-67,1-1-1,0 0 1,-1 0-1,1 0 1,0 0 0,0 0-1,-1 0 1,1 0-1,0-1 1,0 1 0,0-1-1,0 1 1,0-1-1,0 0 1,3 0 0,-4-12-842,-1-37-4369,0 26-940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47.5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3426,'0'0'5543,"17"0"-2109,-13 16-2524,11 39 351,-2 1 0,8 91-1,-15-94-352,2 1-1,30 103 0,-22-121-543,-15-35-353,-1 0-1,1 0 1,-1-1 0,1 1 0,-1 0 0,1 0-1,-1 0 1,1 0 0,0 0 0,0-1 0,-1 1-1,1 0 1,0-1 0,0 1 0,0 0 0,0-1-1,0 1 1,-1-1 0,1 1 0,0-1 0,0 0 0,0 1-1,0-1 1,1 0 0,-1 0 0,0 0 0,0 0-1,0 0 1,0 0 0,0 0 0,0 0 0,1 0-1,3-7 6,3-15-146,-2 0 0,7-33 0,-3 10-80,19-64-1122,50-125-1,-60 201 1467,-4 4-599,-11 4-3123,-4 10-1201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48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7395,'0'0'6852,"-5"4"-5609,23 0-828,1-1 1,0-1 0,0-1-1,33-1 1,24 1-280,-41 0-45,-20-1-2370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49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3330,'-6'9'13827,"280"-9"-12936,-273 0-939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1.0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2289,'0'0'5061,"0"-12"-4530,0-64 347,0 76-765,0-1 0,0 0 0,0 0 0,0 0-1,0 1 1,1-1 0,-1 0 0,0 0 0,0 1 0,0-1 0,1 0 0,-1 0 0,0 1 0,1-1 0,-1 0 0,1 1 0,-1-1 0,0 0 0,1 1 0,0-1 0,-1 1 0,1-1 0,-1 1 0,1-1 0,0 1 0,-1-1 0,1 1 0,0 0 0,-1-1 0,1 1 0,1 0 0,26-1 3981,-14 2-5032,185 2 1517,-126 7-619,-73-10 16,0 29-184,1-25 216,-1-1 1,0 1 0,-1 0 0,1-1 0,-1 1-1,1 0 1,-1-1 0,0 1 0,0-1 0,-1 1-1,1-1 1,-1 1 0,0-1 0,1 0 0,-2 0-1,1 0 1,0 0 0,0 0 0,-5 3 0,-1 3-11,-44 47-35,-113 94 1,165-150 13,0 0 1,0 0-1,0 1 1,0-1-1,-1 0 1,1 0-1,0 0 1,0 0-1,0 1 1,0-1-1,0 0 1,0 0-1,0 0 1,-1 0-1,1 0 1,0 1-1,0-1 1,0 0-1,0 0 1,0 0-1,-1 0 0,1 0 1,0 0-1,0 0 1,0 0-1,0 0 1,-1 0-1,1 0 1,0 0-1,0 0 1,0 0-1,-1 0 1,1 0-1,0 0 1,0 0-1,0 0 1,0 0-1,-1 0 1,1 0-1,0 0 1,0 0-1,0 0 1,0 0-1,-1 0 0,1 0 1,0-1-1,0 1 1,0 0-1,0 0 1,0 0-1,-1 0 1,1 0-1,0-1 1,0 1-1,0 0 1,0 0-1,0 0 1,0 0-1,0-1 1,0 1-1,3-11-828,-2 8 833,1 0 0,0 1 0,0-1-1,1 1 1,-1-1 0,0 1 0,1 0 0,-1 0 0,1 0 0,0 0-1,0 1 1,0-1 0,0 1 0,0-1 0,0 1 0,0 0 0,7-1-1,3 0 6,1 0 0,0 1 0,15 1 0,-18 0 13,-5 1 7,0 0 0,-1 1 0,1-1-1,0 1 1,-1 1 0,1-1 0,-1 1 0,0-1-1,1 2 1,4 3 0,24 12 41,-30-17-21,1 0 1,-1 0 0,0 0-1,0 0 1,0 1-1,0 0 1,0 0-1,0 0 1,-1 0 0,0 0-1,1 1 1,-1 0-1,-1-1 1,1 1-1,0 0 1,-1 0-1,0 1 1,0-1 0,0 0-1,0 1 1,-1-1-1,0 1 1,0 0-1,0-1 1,0 1 0,-1 6-1,1 13 361,-3 32 88,1-52-436,1 1 1,-1-1-1,-1 0 0,1 0 1,0 0-1,-1 0 0,0 0 1,0 0-1,0 0 0,-4 4 0,-6 7 117,-1-1-1,0-1 0,-1 0 1,-24 18-1,30-26-136,1 0 0,-1-1 1,0 0-1,0 0 0,0 0 0,-1-1 1,0 0-1,1-1 0,-1 0 0,0 0 1,-15 0-1,19-2-42,0 0-1,-1 0 1,1 0 0,0-1 0,0 0-1,0 0 1,0-1 0,-6-1-1,8 1-91,-1 0 0,1 0 0,0-1-1,0 1 1,0-1 0,0 0 0,1 1-1,-1-1 1,1-1 0,-1 1 0,-1-3 0,-26-38-3792,22 27 117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2.5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22 114 3153,'0'0'3389,"-3"-2"-2837,-15-7 6290,18 47-6513,13 172 1838,-1-50-721,-11-137-1304,-2-7 31,2-1-1,0 1 1,7 27-1,-4-35-56,-2-15-346,-1-15-320,-1 21 544,0-77-1871,-6-188-4119,4 95 5352,3 96 1584,-1 74-909,0 1 0,0-1 0,0 1 0,0 0 0,0-1 0,0 1 0,0-1 0,1 1-1,-1-1 1,0 1 0,0-1 0,0 1 0,1 0 0,-1-1 0,0 1 0,1 0 0,-1-1-1,0 1 1,1 0 0,-1-1 0,0 1 0,1 0 0,-1-1 0,0 1 0,1 0-1,-1 0 1,1 0 0,-1-1 0,1 1 0,-1 0 0,1 0 0,-1 0 0,1 0 0,19 0 631,-12 0-96,-7 2-500,0 0 1,1-1-1,-1 1 0,0 0 1,0 0-1,0 0 0,0 0 1,0 0-1,0 0 1,-1 0-1,1 0 0,-1 0 1,1 0-1,-1 3 0,1 0 57,29 133 1644,-15-62-404,31 95-1,-43-164-1281,0 2 52,0 1 1,1-1 0,10 17-1,-13-24-114,1 0 0,-1-1 0,1 1-1,-1 0 1,1 0 0,-1-1 0,1 1-1,0-1 1,0 1 0,0-1-1,0 0 1,0 0 0,0 0 0,0 0-1,1 0 1,-1 0 0,0-1 0,0 1-1,1-1 1,-1 0 0,4 1 0,-4-1-4,0 0 1,1 0-1,-1 0 1,0 0-1,0-1 1,0 1-1,0 0 1,0-1-1,0 0 1,0 1-1,0-1 1,4-2 0,-4 1-14,1-1 0,-1 1 1,0-1-1,0 0 1,0 1-1,0-1 1,1-5-1,16-27-562,-3-2 0,15-43 1,16-80-1129,-38 126 1536,4-3 173,-12 35-6,0-1 0,0 1 0,0 0 1,0 0-1,0 0 0,1 0 0,-1 0 1,1 0-1,-1 0 0,1 0 0,0 0 1,4-2-1,-3 3 1,-2 1 18,1 0 33,-1 0-16,0 0-43,1 0 0,0 0 0,-1 0 0,1 0 0,-1 0 0,1 0 1,0 1-1,-1-1 0,1 0 0,-1 1 0,1-1 0,-1 1 0,1 0 0,-1-1 0,0 1 0,1 0 1,-1 0-1,0 0 0,1 0 0,-1 0 0,1 2 0,0 0 7,0 1-1,-1 0 1,1 0-1,-1 0 1,0 0 0,0 0-1,0 6 1,-1-8-3,10 73 466,-4 0 1,-4 79-1,5 81 1390,-6-223-1715,-1-9-130,0 0 0,0-1 0,1 1 0,-1 0 0,0 0-1,1-1 1,0 1 0,-1 0 0,1 0 0,0-1-1,1 1 1,-1-1 0,0 1 0,3 2 0,-4-4 75,0-39-16033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3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0 566 5298,'2'0'10315,"18"0"-9518,206 0 663,-223 0-1459,1 0 0,-1 0 1,0 0-1,1-1 1,-1 0-1,0 0 1,1 0-1,-1 0 1,0 0-1,0 0 1,0-1-1,0 0 1,0 0-1,0 1 1,0-2-1,0 1 1,-1 0-1,1 0 1,3-6-1,-3 4-24,-1 0 0,1-1-1,-1 0 1,0 1 0,0-1 0,0 0 0,0 0-1,-1 0 1,0 0 0,0 0 0,-1-1 0,1-9-1,0-25-211,0-32 65,-2 64 152,0 1 1,0-1-1,0 1 1,-1-1-1,0 1 1,-6-14-1,-20-31-162,-15-36-16,39 78 188,0-1 0,1 1 0,0-1 0,1 0 0,0 0 0,0-20 0,2 29-12,1 1-1,-1-1 1,1 1 0,-1-1-1,1 1 1,-1-1-1,1 1 1,0-1 0,0 1-1,0 0 1,-1-1 0,1 1-1,1 0 1,-1 0 0,0 0-1,0 0 1,0 0 0,1 0-1,-1 0 1,0 0-1,1 0 1,-1 0 0,1 1-1,-1-1 1,1 1 0,2-1-1,6-3 36,1 2-1,19-4 1,-21 5-21,16-2 24,0 2 0,28 1 0,-19 0-30,-30 1 19,1 0 0,-1 0-1,0 0 1,0 1 0,0-1-1,0 1 1,0 0-1,0 0 1,0 0 0,0 1-1,-1-1 1,1 1 0,-1 0-1,0 0 1,0 0-1,0 0 1,0 1 0,-1-1-1,1 1 1,2 4 0,-1 0 45,1 0 1,-1 0-1,0 0 1,0 1-1,-1-1 1,0 1-1,-1 0 1,0 0-1,1 10 1,-1 18 185,-2-1 0,-1 1 0,-2 0 0,-14 66 0,13-82 133,1 1 0,2-1 1,0 37-1,2-30 182,-1-26-531,0 0 0,0 0 0,0 0 0,0-1 0,1 1 0,-1 0 0,1 0 0,0-1 0,-1 1 0,1 0 0,0-1 0,0 1 0,0 0 0,0-1 0,0 0 0,0 1 0,1-1 1,-1 1-1,0-1 0,1 0 0,-1 0 0,1 0 0,-1 0 0,1 0 0,0 0 0,-1 0 0,1-1 0,0 1 0,0-1 0,3 2 0,6 0 8,0-1 0,0 0 1,1 0-1,12-1 0,-13 0 40,11-1-135,-1 0 1,1-1-1,-1-1 0,0-1 0,0-1 1,26-10-1,19-6-1532,-21 16-3257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3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 17560,'0'0'720,"-49"0"-3473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5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71 3506,'0'0'7782,"0"-26"-6200,0-17-1150,0 43-336,-1-1-91,1 1-1,0 0 1,0 0-1,0 0 1,0 0 0,0 0-1,0 0 1,0 0-1,0 0 1,0 0 0,0 0-1,-1 0 1,1 0-1,0 0 1,0 0 0,0 0-1,0 0 1,0 0-1,0 0 1,0 0-1,0 0 1,0 0 0,-1 0-1,1 0 1,0 0-1,0 0 1,0 0 0,0 0-1,0 0 1,0 0-1,0 0 1,0 0-1,0 0 1,-1 0 0,1 1-1,0-1 1,0 0-1,0 0 1,0 0 0,0 0-1,0 0 1,0 0-1,0 0 1,0 0-1,0 0 1,0 0 0,0 0-1,0 1 1,0-1-1,0 0 1,0 0 0,0 0-1,0 0 1,0 0-1,0 0 1,0 0 0,0 0-1,0 1 1,0-1-1,0 0 1,0 0-1,0 0 1,0 0 0,-1 122 129,9 218 1687,-1-269-1394,24 163 776,-29-226-1157,-1-1 0,2 1 0,-1-1-1,1 1 1,0-1 0,0 0 0,1 0-1,0 0 1,0-1 0,0 1 0,1-1-1,9 9 1,-13-13-67,-1-26-6964,0 5 1321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6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98 161 5651,'0'0'3599,"-12"2"-3423,-36 6-78,47-7-62,-1-1-1,1 0 0,0 1 0,0-1 0,0 0 0,0 0 1,0 0-1,-1 0 0,1 0 0,0 0 0,0 0 0,0 0 1,-1 0-1,1-1 0,0 1 0,0 0 0,0-1 1,0 1-1,0-1 0,0 1 0,0-1 0,0 0 0,0 1 1,0-1-1,0 0 0,0 0 0,0 0 0,1 1 0,-1-1 1,0 0-1,1 0 0,-1 0 0,0 0 0,1 0 1,-1-1-1,0-1 0,1 0 231,0-1 1,-1 0 0,1 0-1,1 1 1,-1-1-1,0 0 1,1 1-1,2-7 1,-3 8-248,1 0 1,0 0 0,0 0-1,1 1 1,-1-1-1,0 0 1,1 1-1,-1-1 1,1 1 0,-1-1-1,1 1 1,0 0-1,-1 0 1,1 0 0,0 0-1,0 0 1,0 0-1,3-1 1,40-10 49,-42 11-46,43-6 123,1 2 0,84 1 0,-123 4-85,-7 0 304,-14-11-4121,1-8 1566,-1-7-462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6.5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2865,'0'0'7708,"-4"0"-6201,-7 3-433,15 3-293,25 9 0,-11-10-485,0-2 0,-1 0 0,1-1 0,1 0 0,34-3 0,-20 0-162,-15 0-60,-1 0 0,0-2-1,34-9 1,-34 7-1272,0 1 0,0 1-1,35-2 1,-50 5 725,1 0-1,-1 0 1,1 0-1,-1 0 0,1 0 1,-1 1-1,0 0 1,1-1-1,3 3 1,-2-1-759,-1 1-1,1 0 1,-1 0 0,0 0 0,5 6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7.3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2801,'0'0'6667,"0"-35"-2990,16 218-649,-15 159-1660,-1-337-1349,0-5-16,0 1 1,-1-1 0,1 1 0,0-1-1,0 1 1,0-1 0,0 1 0,0-1-1,0 1 1,0-1 0,0 1 0,0-1 0,0 1-1,0-1 1,0 1 0,0-1 0,0 1-1,1-1 1,-1 1 0,0-1 0,0 1-1,1-1 1,-1 1 0,0-1 0,1 1-1,-1-1 1,0 0 0,1 1 0,-1-1-1,0 0 1,1 1 0,-1-1 0,1 0 0,-1 1-1,1-1 1,0 0 0,-1 0-8,0 0-1,1 0 1,-1 0 0,0 0 0,0 0 0,0 0 0,1 0 0,-1 0-1,0 0 1,0 0 0,0-1 0,0 1 0,1 0 0,-1 0 0,0 0-1,0 0 1,0 0 0,0-1 0,0 1 0,1 0 0,-1 0-1,0 0 1,0-1 0,0 1 0,0 0 0,0 0 0,0 0 0,0-1-1,0 1 1,0 0 0,0 0 0,0 0 0,0-1 0,0 1 0,0 0-1,0 0 1,0 0 0,0-1 0,0 1 0,0 0 0,0 0-1,0-1 1,-1-1-81,1-125-9201,0 122 8599,0-29-4454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7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3474,'0'0'4847,"-3"0"-3969,160 3 3804,50-3-4119,-206 0-587,-22 0-8954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8.2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 4002,'0'0'5600,"11"0"-4277,256 9 2940,-225-9-4316,-39-9-2575,-2-10-1379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9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 32 3906,'0'0'2950,"0"-3"-2637,0 2-229,0 0 1,0 0 0,0 0-1,0 0 1,0-1 0,0 1-1,0 0 1,0 0-1,-1 0 1,1 0 0,0 0-1,-1 0 1,1 0 0,0 1-1,-1-1 1,1 0 0,-1 0-1,0 0 1,1 0 0,-1 0-1,0 1 1,0-1 0,-1-1-1,0 1 227,-1 0 1,0 1-1,0-1 0,0 0 0,0 1 0,0-1 1,0 1-1,0 0 0,-3 0 0,-147 0 951,151 1-1256,0-1-1,0 1 1,0 0-1,0-1 0,0 1 1,0 0-1,1 0 1,-1 0-1,0 1 1,0-1-1,1 0 0,-1 0 1,1 1-1,-1-1 1,1 1-1,-3 3 1,1-1 23,0 1 1,0 0-1,0-1 1,0 1-1,-2 7 1,2 1 87,0 0 1,1 0 0,1 1 0,0-1-1,1 1 1,2 15 0,-2 6 450,0-30-519,1-1-1,-1 0 1,0 0-1,1 0 1,0 0-1,0 0 0,0 0 1,1 0-1,-1 0 1,1 0-1,0 0 1,0-1-1,0 1 0,0-1 1,6 7-1,-3-5-38,0-1 0,0 0 0,1 0 0,-1-1 0,1 1 0,0-1 0,0 0 0,0-1 0,9 4 0,76 16 279,-61-16-154,46 17-1,-75-23-131,0 1 0,0 0 0,1 0 0,-1 0 1,-1 0-1,1 0 0,0 0 0,0 0 0,0 0 0,0 0 0,-1 0 0,1 0 0,-1 0 1,1 1-1,0-1 0,-1 0 0,0 0 0,1 1 0,-1-1 0,0 0 0,0 1 1,0-1-1,0 0 0,0 1 0,0-1 0,0 0 0,0 1 0,-1 0 0,1 1 27,-1 1 0,1-1 0,-1 0 0,0 0 0,0 0 0,0 0-1,0 0 1,-1 0 0,1 0 0,-4 4 0,-2 0-6,0-1 0,-1 0 0,1-1 0,-1 0 1,-1 0-1,1 0 0,-1-1 0,1 0 0,-18 4 0,7-2-35,-1-2 0,1 0 0,-36 1 0,33-4-141,11 1-267,0-2 0,0 0 0,0 0 1,-1-1-1,-10-2 0,21 2 271,-1 1 1,1-1-1,0 1 0,-1-1 0,1 0 1,0 1-1,0-1 0,0 0 0,0 0 1,0 0-1,0 0 0,0 0 0,0 0 1,0 0-1,-1-1 0,-12-29-4392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7:59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28 5827,'0'0'7843,"7"-28"-7138,-7 59-369,0 10-176,-14 6-160,-3 3-512,3-6-2258,3-9-4321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00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7892,'0'0'6691,"19"0"-6171,142 3 102,-77-3-436,-83 0-252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00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3602,'-9'3'9319,"196"-3"-7628,-152 4-1655,-33-4-343,0 1 0,0-1 0,0 1 0,0 0-1,0-1 1,0 1 0,0 0 0,-1 0 0,1 0 0,0 0 0,-1 1 0,1-1 0,-1 0 0,1 1 0,1 2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12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4 280 6563,'0'0'10374,"-3"-14"-10431,3-10-480,1 1 0,1-1 0,9-38 0,-6 39-123,-2 0-1,0-1 1,0-38 0,-3 62 745,0 0-69,1 1 1,-1 0-1,1-1 0,-1 1 0,0 0 1,1 0-1,-1-1 0,0 1 0,1 0 1,-1 0-1,0-1 0,0 1 0,0 0 1,0 0-1,0 0 0,0-1 0,0 1 1,0 0-1,0 0 0,0 0 0,0 0 0,-1 0 1,1 3 28,0 671 4429,0-673-4479,2 26 142,-2-27-144,0 0 0,0-1-1,1 1 1,-1 0 0,0 0 0,0-1 0,0 1 0,1 0-1,-1-1 1,0 1 0,1 0 0,-1-1 0,0 1-1,1-1 1,-1 1 0,1-1 0,-1 1 0,1-1 0,0 1-1,-1-1 1,1 1 0,-1-1 0,1 1 0,0-1-1,-1 0 1,1 1 0,0-1 0,-1 0 0,1 0 0,1 1-1,-1-23-2105,-1-13-394,0-3-1799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13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1053 4530,'0'0'6953,"1"0"-6916,-1 0 0,0 0 1,1 1-1,-1-1 0,0 0 1,1 0-1,-1 0 0,0 0 1,1 0-1,-1 0 0,0 0 1,1 0-1,-1 0 0,0 0 1,1 0-1,-1 0 1,0-1-1,1 1 0,-1 0 1,0 0-1,1 0 0,-1 0 1,0 0-1,0-1 0,1 1 1,-1 0-1,0 0 0,1-1 1,-1 1-1,0 0 0,0 0 1,1-1-1,5-8 39,0 1 0,0-1 0,0-1 0,-1 1-1,-1-1 1,0 0 0,4-13 0,3-4-13,3-11-58,-2 0 0,11-56 0,6-85-1232,-11 57-971,59-237 48,-74 343 2415,-1 0-1,0 0 1,-1-21 0,2 17 1065,-2 21-1211,-1-1 1,1 1 0,-1 0 0,1-1 0,-1 1-1,0-1 1,1 1 0,-1 0 0,0-1 0,0 1-1,0 0 1,1 0 0,-1-1 0,0 1 0,0 0-1,0-1 1,0 1 0,0 0 0,0 0 0,0-1 0,0 1-1,0 0 1,-1-1 0,1 2 0,0 13 11,5 131 1575,-3-129-1414,0 0-1,1 0 1,1 0 0,1-1-1,0 1 1,11 20 0,-16-35-272,1-1 0,0 1 0,0-1 0,0 0 0,0 1 0,0-1 0,0 0 0,0 1 0,1-1 0,-1 0 0,0 0-1,1 0 1,-1 0 0,0 0 0,1-1 0,-1 1 0,1 0 0,0-1 0,-1 1 0,1-1 0,0 1 0,-1-1 0,1 0 0,0 0 0,-1 1 0,1-1 0,0 0 0,-1-1 0,1 1 0,0 0 0,-1 0 0,1-1 0,0 1 0,-1-1 0,2 0 0,2-1 11,-1 0 0,1-1 0,-1 1 0,0-1 1,0 0-1,0 0 0,-1 0 0,1 0 0,-1 0 0,6-8 1,17-28-795,-2-2 0,23-53 0,-44 86 805,-1 1 0,-1-1 1,1 0-1,-2 1 1,1-1-1,-1 0 1,0 0-1,-1-8 1,0-7 17,9 25-100,-3 5 52,-1 0 0,0 0 0,0 0 0,0 1-1,-1-1 1,0 1 0,3 12 0,9 60 120,-9-27 108,-1 67 0,-5-158-13320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1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 9 2625,'3'-8'11272,"-4"21"-11173,-1 1 0,0 0 0,-2-1-1,1 1 1,-1-1 0,-12 24 0,0 5 41,-158 419 1771,166-436-1695,1-2-744,5-25-44,1-15-193,1-101-8946,0 92 5632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15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3169,'0'0'6961,"7"-2"-6270,-1-2-368,-4 3-130,1 0 1,-1 0 0,0-1 0,0 2-1,0-1 1,1 0 0,-1 0 0,0 1-1,1-1 1,-1 1 0,1 0 0,2 0-1,-4 0-110,1 1 1,-1 0-1,1 0 0,-1 0 0,1 0 1,-1 0-1,0 0 0,0 0 0,1 0 0,-1 0 1,0 1-1,0-1 0,0 0 0,0 1 0,0-1 1,-1 1-1,1-1 0,0 1 0,-1 0 0,1-1 1,0 3-1,3 6 191,12 24 84,-1 1 0,-2 1 0,12 47 0,15 117 901,-16-70-57,-16-96-843,-5-24-277,0 0 0,-1 1 0,0-1-1,0 16 1,-2-25-210,0-13-4303,-1 7 3541,0-1-1,0 1 1,0-1-1,-1 1 0,0-1 1,0 1-1,0 0 1,-4-6-1,-7-11-4194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15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5827,'0'0'6851,"98"0"-5875,-53 0-223,0-6-241,-6-4-128,-5 4-208,-9 0-176,-11 3-80,-4 3-608,-3 0-945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15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13126,'0'0'3185,"49"32"-3185,-46-29-384,-3 3-880,0 0-289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2.843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 65 3810,'0'0'2897,"18"6"-587,176-6 965,99 0-2870,-143 0-267,1553-3 228,-1254 12-361,-392-9-11,321-11-124,674-18 154,-967 31-53,603-5-1999,-493-6 2072,143-10 64,67 12-82,-255 8-20,-9 7 2,1 0 0,-137-8-8,649 15 75,189 35 77,-451-45-130,-225-6-15,515 1 1621,-604-13-1025,164 11-387,342 8 1051,-550-5-813,0 1 0,0 2 1,36 10-1,-68-14-222,-2 1-297,0-1 0,0 0 0,0 1 0,0-1-1,0 1 1,0-1 0,0 0 0,-1 1 0,1-1 0,0 0 0,0 1 0,0-1 0,-1 0 0,1 1-1,0-1 1,0 0 0,-1 1 0,1-1 0,0 0 0,0 0 0,-1 1 0,1-1 0,0 0 0,-1 0-1,1 0 1,0 1 0,-1-1 0,1 0 0,-1 0 0,1 0 0,0 0 0,-1 0 0,1 0 0,0 0 0,-1 0-1,1 0 1,-1 0 0,1 0 0,-1 0 0,-26 1-3465,-1-1-3382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7.6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6275,'0'0'6563,"1"11"-5979,36 441 5466,5-3-3282,-41-440-2728,10 103 529,33 149 1,-40-247-498,-4-8-42,1 0-1,1-1 1,-1 1 0,1-1-1,0 1 1,0-1-1,1 0 1,0 0-1,0 0 1,5 7-1,-8-11-28,1-1 0,-1 1 1,0-1-1,0 1 0,1-1 0,-1 0 0,0 1 0,1-1 0,-1 0 0,1 1 0,-1-1 1,1 0-1,-1 1 0,0-1 0,1 0 0,-1 0 0,1 0 0,-1 1 0,1-1 0,-1 0 1,1 0-1,-1 0 0,1 0 0,-1 0 0,1 0 0,-1 0 0,1 0 0,-1 0 1,2 0-1,-2-1-10,1 0 1,-1 0-1,1 0 0,-1 0 1,1 0-1,-1 0 1,0 0-1,1 0 1,-1 0-1,0 0 1,0 0-1,0 0 0,0-1 1,0 1-1,0 0 1,0-1-1,0-67-416,2-6-1470,-4 1 0,-19-131 1,-20 23-2670,-17-97-5107,44 185 10355,6-1 3895,7 86-4050,0-5 628,1 0 0,1-18 1,0 28-1002,0 0 0,-1 0 0,1-1-1,1 1 1,-1 0 0,1 0 0,-1 1 0,1-1 0,0 0 0,1 0 0,4-6 0,1 3-43,-1-1 1,1 1-1,1 1 1,-1 0-1,1 0 1,0 0 0,1 1-1,-1 1 1,1 0-1,0 0 1,0 0-1,14-2 1,-4 3 46,0 0 0,-1 1 0,1 1 0,0 1 0,35 4-1,-43-2-40,0 0 1,0 1-1,0 1 0,0 0 0,-1 0 0,0 2 0,1-1 0,-2 1 0,1 1 0,18 14 0,-20-14-10,-1 1 0,0 0 1,-1 0-1,0 0 0,0 1 0,-1 0 0,0 0 1,0 1-1,-1 0 0,0 0 0,-1 0 0,5 17 1,-7-16-30,0 0 0,0 0 0,-1 0 1,0 0-1,-1 0 0,0 0 0,-1 0 1,0 0-1,-1 0 0,0 0 1,-1 0-1,0-1 0,-1 1 0,0-1 1,0 0-1,-1 0 0,-1-1 0,1 1 1,-2-1-1,1 0 0,-1-1 0,-1 1 1,-9 8-1,5-6-77,0 0-1,-1-1 1,-1 0 0,1-1-1,-1 0 1,-1-1 0,0-1-1,0 0 1,0-1 0,-1-1-1,0 0 1,0-1 0,0-1-1,-1 0 1,-17 0 0,31-3-68,0 0-1,0 0 1,1 0 0,-1 0 0,0-1 0,0 1 0,0-1 0,1 0 0,-1 1 0,0-1 0,-4-3 0,6 3-14,-1-1 0,1 1 0,0-1 1,-1 0-1,1 1 0,0-1 0,0 0 0,0 0 0,0 0 0,1 0 1,-1 0-1,0 0 0,1 0 0,0 0 0,-1 0 0,1-4 1,-2-61-2788,5-18-1706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8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446 713 12294,'0'0'3761,"-5"0"-3240,1-1-399,-1 0 0,0 0 1,1-1-1,-1 1 0,1-1 1,0 0-1,0 0 0,0-1 1,-7-4-1,3 2 105,0 0 0,-1 0 0,-13-5 0,6 5-124,-1 1 0,1 0 0,-24-1 0,34 4-103,1 1 0,-1 0 0,0 0 0,0 0 0,0 1 1,0 0-1,1 0 0,-1 0 0,0 1 0,1 0 0,-1 0 0,1 0 1,-10 6-1,5 1 65,0 0 1,1 1 0,0 0-1,0 0 1,1 1 0,1 0-1,0 0 1,0 1 0,-9 24-1,2 0 385,1 2 0,-9 45 0,13-40 34,2 0 0,2 0 0,2 1 0,3 75 0,0-115-466,1 0 1,-1 0-1,1 0 1,0 0-1,0 0 1,0 0-1,1 0 1,-1 0-1,1 0 1,0-1 0,0 1-1,0-1 1,1 1-1,-1-1 1,1 0-1,0 0 1,0 0-1,0 0 1,0 0-1,0-1 1,1 1-1,-1-1 1,1 0-1,-1 0 1,1-1-1,7 3 1,0-1-4,1 0 1,0-1-1,0 0 1,0-1-1,0-1 1,0 0 0,23-3-1,-24 1 2,0-1 0,-1 0 0,1 0-1,-1-1 1,0 0 0,0-1 0,0 0 0,-1-1-1,0 0 1,0 0 0,0-1 0,-1 0 0,0-1 0,0 0-1,11-14 1,-6 4-165,0 0 1,-1-1-1,-1 0 0,-1-1 0,-1 0 0,13-42 0,-15 34-217,-1 0-1,-1 0 0,0-33 0,-3-87-1388,-3 88 1050,0-110-1340,-29-211 0,-4 236 2911,30 128 604,4 35-527,2 17-653,1 1 1,2-1-1,12 41 1,1 11 31,5 66 457,3 167 1,-19 152 494,-7-392-1126,0-71-115,3 107 556,-2-110-565,1 13 65,-1-18-87,-1-1 1,0 1 0,0-1 0,0 1-1,0-1 1,1 1 0,-1-1 0,0 1-1,0-1 1,1 1 0,-1-1 0,0 0-1,1 1 1,-1-1 0,1 0 0,-1 1-1,0-1 1,1 0 0,-1 1 0,1-1-1,-1 0 1,1 0 0,-1 1 0,1-1-1,-1 0 1,1 0 0,-1 0 0,1 0-1,0 0 1,-1 0-7,0 0 0,0 0-1,1 0 1,-1 0 0,0 0 0,0 0 0,1 0-1,-1 0 1,0 0 0,0 0 0,1 0 0,-1-1-1,0 1 1,0 0 0,0 0 0,1 0 0,-1 0-1,0 0 1,0-1 0,0 1 0,0 0 0,1 0-1,-1 0 1,0-1 0,0 1 0,0 0 0,0 0-1,0-1 1,0 1 0,0 0 0,0 0 0,0 0-1,0-1 1,1 1 0,3-19-634,-1 0-1,-1 0 1,0-25 0,0 2-1301,3-26-2865,-2-1-2771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9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 79 5202,'0'0'5795,"0"0"-5749,0 0 0,-1 0-1,1-1 1,0 1 0,0 0 0,0 0 0,0 0-1,0 0 1,-1 0 0,1-1 0,0 1-1,0 0 1,0 0 0,0 0 0,-1 0 0,1 0-1,0 0 1,0 0 0,0 0 0,-1 0 0,1 0-1,0 0 1,0 0 0,0 0 0,-1 0 0,1 0-1,0 0 1,0 0 0,0 0 0,-1 0-1,1 0 1,0 0 0,0 0 0,0 0 0,0 0-1,-1 0 1,1 1 0,0-1 0,0 0 0,0 0-1,0 0 1,-1 0 0,-3 31 942,0 0 0,2 56 1,2-36-376,-4 613 4552,5-412-3346,6-269-1680,-2-17-685,-2-1 0,-3-58 0,-1 37-239,1-53-1423,0-201-1196,0-156 3158,0 464 261,0-1 1,0 1-1,0 0 1,1-1-1,-1 1 1,1 0-1,0-1 1,-1 1-1,1 0 1,0 0-1,0 0 1,1-1-1,-1 1 0,0 0 1,1 1-1,-1-1 1,4-3-1,-1 2 13,-1 0 0,1 1 0,0-1-1,0 1 1,0 0 0,0 0 0,0 1-1,9-3 1,4 1-2,1 0 0,0 1 0,31 1 0,-48 1-33,10-1 8,0 1 0,0 1 0,20 4-1,-26-4 33,-1 0-1,0 1 1,0 0-1,-1 0 1,1 0-1,0 0 1,-1 1-1,1-1 1,-1 1-1,1 0 0,-1 0 1,0 0-1,2 4 1,8 8 85,-2 1-1,0 0 1,-1 1 0,0 0-1,-1 0 1,-2 1 0,1 1-1,7 31 1,-9-15 217,-1 0 0,-2 1 0,-3 51 0,0-61-181,0-18-102,0 0 0,0 0 1,-1 0-1,-1 0 0,1 0 0,-2 0 1,1 0-1,-1 0 0,0-1 0,0 1 0,-1-1 1,0 0-1,0 0 0,-1 0 0,0-1 0,0 0 1,0 0-1,-1 0 0,0 0 0,-13 9 1,5-5-14,-1-1 1,0-1-1,0 0 1,0 0 0,-1-2-1,-1 0 1,1-1 0,-1 0-1,0-2 1,0 0 0,0 0-1,0-2 1,-28 0-1,24-1-93,13 1 24,-1-1-1,1 0 0,-1 0 0,-14-3 0,21 2-2,1 1-1,-1-1 0,0 1 0,1-1 0,-1 0 0,0 1 1,1-1-1,-1 0 0,1 0 0,-1 0 0,1 0 1,0-1-1,0 1 0,-1 0 0,1 0 0,0-1 0,0 1 1,0-1-1,0 1 0,0-1 0,1 1 0,-1-1 0,0 0 1,1 1-1,-1-1 0,1 0 0,-1-3 0,1 2-37,-1 0 0,1-1 0,-1 1 0,1 0 0,0-1 0,1 1 0,-1 0 0,0-1 0,1 1 0,0 0 0,0 0 0,0 0 0,2-6 0,-1 7 41,-1 1-1,1-1 0,0 1 0,-1-1 0,1 1 0,0-1 0,0 1 0,0 0 0,0 0 0,0 0 0,0 0 0,0 0 0,1 0 0,-1 1 0,0-1 1,0 1-1,1-1 0,-1 1 0,0 0 0,5 0 0,0 0 46,0 0 1,0 0 0,1 1-1,-1-1 1,0 2 0,0-1-1,0 1 1,0 0 0,0 0-1,0 1 1,0 0 0,-1 1-1,1-1 1,-1 1 0,0 0-1,0 1 1,0-1-1,-1 1 1,0 0 0,0 1-1,6 7 1,17 21 249,-2 2 1,-1 0-1,-2 1 1,-2 2-1,18 43 1,-19-32 291,-2 1 1,-3 1-1,17 96 1,-31-122-419,-1-24-123,0-6-592,0-98-8650,0 67-688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0.2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 8052,'0'0'5928,"17"1"-5064,-5 0-610,-6-1-152,-1 0 0,0 0 0,1 0-1,-1 1 1,0 0 0,1 0 0,-1 0 0,0 1-1,0 0 1,0 0 0,0 0 0,0 0 0,-1 1-1,1 0 1,-1 0 0,0 0 0,8 7-1,-6-2 129,1 1-1,-2-1 0,1 1 0,-1 0 1,-1 0-1,1 1 0,-2-1 0,1 1 0,-1 0 1,2 11-1,-4-14-155,0 0 1,0 0-1,-1 1 0,0-1 1,0 0-1,0 0 1,-1 0-1,0 0 0,0 0 1,-1 0-1,0 0 0,0-1 1,-1 1-1,0-1 0,0 1 1,-4 5-1,-5 3 25,0-1-1,-1-1 1,-25 20-1,25-22-67,0-1 1,2 1-1,-1 1 1,1 0-1,1 0 0,-10 16 1,20-27-32,0-1 0,-1 0 1,1 0-1,0 1 0,0-1 0,0 0 1,-1 0-1,1 1 0,0-1 0,0 0 1,0 1-1,0-1 0,0 0 0,0 1 1,-1-1-1,1 0 0,0 1 1,0-1-1,0 0 0,0 1 0,0-1 1,0 0-1,0 1 0,1-1 0,-1 0 1,0 1-1,0-1 0,0 0 0,0 1 1,0-1-1,0 0 0,1 1 1,6-1-3,-6 0 3,15 0 9,0-1 1,-1-1 0,1 0-1,-1-1 1,1 0 0,27-11-1,-19 4-577,1 1-1,28-6 0,-38 13-1874,-1 0-1,27-1 1,-21 3-5602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5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44 3890,'0'0'5979,"-3"-5"-4824,0 0-648,2 3-298,0 1 1,0-1 0,0 1 0,0-1 0,1 0 0,-1 1 0,1-1 0,-1 0-1,1 1 1,-1-1 0,1 0 0,0 0 0,0 1 0,0-4 2862,4 14-2896,5 7-16,-2 2-1,0-1 1,-1 1-1,0 0 0,-2 0 1,0 1-1,1 19 0,1 139 615,-5-63-317,3-50-273,3 0 1,2 0 0,4-1-1,2 0 1,3-1 0,2-1-1,4-1 1,50 96 0,-66-141-102,1 0 1,1-1 0,0 0 0,0-1 0,2 0-1,-1-1 1,2 0 0,0-1 0,21 15-1,-30-24-77,0 0 0,0 0 0,0 0 0,1 0 0,-1-1 0,1 0 0,-1 0 0,1 0 0,8 0 0,-11-1-6,0 0 0,0 0 0,1 0 0,-1-1 0,0 1 0,0 0 0,0-1 0,0 0 0,0 0 0,0 1 0,0-1 0,0 0 0,0 0 0,0-1-1,0 1 1,-1 0 0,1-1 0,-1 1 0,1-1 0,-1 1 0,1-1 0,-1 0 0,2-3 0,14-27-44,-2-2 0,14-42-1,16-79-436,-15 51 55,-15 50 243,-3 0 0,-1-1 0,-3 0 0,1-104 0,-7 88 170,0 38-17,-2-1 0,-1 1 0,-1 0 0,-13-58 0,10 72-1,-1-4 45,0 0-1,-2 0 1,0 1 0,-21-38-1,22 46 433,7 13-273,0 4-1280,0 4-1366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5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49 2225,'0'0'3004,"13"-9"-1851,4-2-625,-7 5 86,0-1 0,-1 1 1,11-4 7489,-19 38-6987,0-3-968,-1 111 327,-17 638 1884,10-658-1802,6-68-3160,1-148-7109,0 54 875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6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35 4498,'0'0'5877,"9"-5"-5210,27-12-48,-17 5 4230,-24 19-3356,-12 10-1339,0 0 0,-1-1 0,-1-1 1,-40 25-1,58-40-154,-30 20 5,-65 30 1,82-43-63,-1-2 0,0 0 0,0 0 0,-1-2 0,1 1-1,-1-2 1,-20 1 0,35-3-52,14 0-94,-4 0 229,0 2 0,0-1 0,0 1 0,-1 0 0,1 1 0,-1 0 0,1 1 0,-1-1 0,0 1-1,0 1 1,-1 0 0,1 0 0,12 12 0,8 9 347,48 58 0,-68-74-295,74 98 1072,-24-29-224,-56-76-857,-2-2-56,0 0 0,1 0 0,-1-1 0,1 1 0,-1 0 0,1 0 0,-1-1 0,1 1 0,-1-1 0,1 1 0,0 0 0,-1-1 0,1 1 0,0-1 0,0 1 0,-1-1 0,1 0 0,0 1 0,0-1 0,0 0 0,1 1 0,2-1 62,-4-9-894,0-76-7089,0 48 465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7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4 108 6787,'0'0'1577,"-1"-11"-513,0-5-698,0-5 182,0-3 5816,11 35-5945,-2 7-184,-1 1 0,0 0 0,-2 0 0,-1 0 1,0 1-1,1 20 0,2 7 157,2 3 27,3 28 348,4-1-1,27 75 1,-40-142-682,0-1 0,2 0 0,-1 0-1,1 0 1,0 0 0,1-1 0,0 0 0,12 13-1,-15-18-68,1 0 0,-1 0 0,1-1 0,0 1-1,-1-1 1,1 0 0,0 0 0,1-1-1,-1 1 1,0-1 0,0 0 0,1 0-1,-1 0 1,0 0 0,1-1 0,-1 0-1,1 0 1,-1 0 0,1-1 0,-1 1-1,0-1 1,8-2 0,-8 1-5,0 1 0,1-1 0,-1 0 0,0 0 0,0-1 0,0 1 0,0-1 0,0 0 0,-1 0 0,6-6 0,1-2-14,-1-1 0,9-13 0,0-6-367,-1 0-1,-1-2 1,-2 0-1,-1 0 1,-2-1 0,-1-1-1,-2 1 1,-1-2-1,-2 1 1,-1-1 0,-1-45-1,-3-98 627,-1 178-162,1 1 0,0-1-1,-1 1 1,1-1 0,0 1 0,-1-1-1,1 1 1,-1-1 0,1 1-1,-1-1 1,1 1 0,-1 0-1,1-1 1,-1 1 0,1 0 0,-1-1-1,0 1 1,1 0 0,-1 0-1,0-1 1,1 1 0,-1 0-1,0 0 1,1 0 0,-1 0 0,1 0-1,-1 0 1,0 0 0,1 0-1,-2 0 1,-10 4-776,12-4 343,-1 0 0,1 1 0,-3 3-3391,3-4 3391,-1 1 0,1-1 0,0 1 0,0-1 0,0 1-1,0-1 1,0 2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7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6435,'0'0'10986,"0"3"-10908,2 32 477,1-1 1,10 38 0,0 2 284,29 288 2103,-42-360-2919,0 1 32,0 0 0,1 0 0,-1-1 0,1 1 0,-1 0 0,1 0 0,0-1 0,0 1 0,0 0 0,2 3 0,-3-6-50,1 1 0,-1-1 0,0 0 0,0 0 0,0 0-1,0 0 1,0 0 0,1 0 0,-1 0 0,0 1-1,0-1 1,0 0 0,0 0 0,1 0 0,-1 0-1,0 0 1,0 0 0,0 0 0,1 0 0,-1 0 0,0 0-1,0 0 1,0 0 0,1 0 0,-1 0 0,0 0-1,0 0 1,0 0 0,0-1 0,1 1 0,-1 0-1,0 0 1,0 0 0,0 0 0,0 0 0,1 0 0,-1 0-1,0-1 1,0 1 0,0 0 0,0 0 0,0 0-1,0 0 1,0 0 0,0-1 0,1 1 0,-1 0-1,0 0 1,0 0 0,0-1 0,0 1 0,0 0 0,0 0-1,0 0 1,0-1 0,2-7 0,0-1-1,-1 0 1,0 0 0,0 0-1,-1-11 1,0 2-29,1-304-3271,-2 167 2402,15 154 1540,15 1-253,0 2 0,0 1 0,34 8-1,-38-6-305,52 4-1,-33-8-5667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8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5378,'0'0'8212,"7"14"-5731,4 11-2169,-2-1 0,0 1 0,-1 1 0,6 40 0,7 109 399,-8 237 1825,-9-170-1276,-4-229-1174,0 10 80,1 0 0,1 0-1,0 0 1,2-1 0,1 1-1,8 23 1,-1-27 28,-12-19-192,1 0 0,-1 0 0,1 1 0,-1-1 0,1 0 0,-1 0-1,0 1 1,1-1 0,-1 0 0,1 0 0,-1 0 0,1 0 0,-1 0-1,1 0 1,-1 1 0,1-1 0,-1 0 0,1-1 0,-1 1 0,1 0-1,-1 0 1,1 0 0,0 0 0,1-1-17,-1-1 1,0 1-1,1 0 0,-1 0 1,0-1-1,0 1 0,0-1 1,0 1-1,0-1 0,0 1 0,0-1 1,0 1-1,0-1 0,-1 0 1,1 0-1,0-3 0,4-21-1015,0-1 0,1-50 0,-5-13-4154,-1 60 2688,0-10-1991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9.0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335 242 7603,'0'0'4149,"-7"-25"-422,4 15-3571,0 1-1,0 0 1,0 1-1,-1-1 1,-1 0-1,1 1 1,-1 0-1,-1 0 1,-10-12-1,-5 2 141,-39-39-181,53 49-101,5 6-9,0-1-1,0 1 1,0 0 0,0 0 0,0 0 0,-1 0 0,1 0 0,-1 0 0,0 0 0,1 1 0,-1 0 0,-3-2 0,2 1-3,-1 1 0,1-1 0,0 1 0,-1 0 0,1 0 0,-1 1 0,1-1 0,-1 1 0,0 0 0,-5 1 0,8-1 3,-1 1-1,1 0 1,-1 0-1,1 0 0,0 1 1,-1-1-1,1 0 1,0 1-1,0 0 1,0-1-1,0 1 0,0 0 1,1 0-1,-1 0 1,0 0-1,1 0 1,-1 1-1,-1 3 0,-5 14 131,0-1-1,1 1 1,1 1-1,-6 39 1,3 13 965,3 1 1,3 0-1,7 80 1,-3-148-1020,-1 1 0,1 0 0,0-1 0,0 0 0,1 1 0,0-1 0,0 0 0,1 0 0,5 12 0,-5-15-55,0 1 1,0-1-1,0 1 1,0-1-1,0 0 1,1 0 0,-1-1-1,1 1 1,0-1-1,-1 1 1,1-1 0,0 0-1,1-1 1,-1 1-1,8 1 1,1 0 5,-1-1 0,1 0 0,0-1-1,0 0 1,0-1 0,0-1 0,0 0 0,0-1 0,0 0 0,-1-1 0,1 0-1,-1-1 1,1 0 0,-1-1 0,-1-1 0,1 0 0,-1 0 0,14-11 0,-11 5-137,0 0 1,-2 0 0,1-2 0,-2 1-1,1-2 1,-2 1 0,0-2 0,-1 1-1,-1-1 1,8-19 0,-6 7-293,-2 1 0,-1-2 1,-1 1-1,-1-1 0,1-43 1,-5-70 1348,-8 594 1759,7-440-2701,1 1 0,0-1 0,1 0 0,5 21 0,-7-30-30,1-1 1,0 1 0,0 0-1,0-1 1,0 1 0,0-1-1,0 1 1,1-1 0,-1 0-1,1 1 1,0-1 0,-1 0-1,1 0 1,0 0 0,0 0-1,1-1 1,-1 1 0,0 0-1,1-1 1,-1 0-1,1 1 1,-1-1 0,1 0-1,-1 0 1,1-1 0,4 2-1,-3-1-187,0-1 0,0 0-1,0 1 1,0-1 0,0-1-1,0 1 1,0-1 0,-1 1 0,1-1-1,0 0 1,0 0 0,0-1-1,-1 1 1,1-1 0,0 0-1,-1 0 1,0 0 0,1 0-1,-1-1 1,0 1 0,0-1-1,0 0 1,-1 0 0,1 0-1,-1 0 1,1 0 0,-1-1-1,0 1 1,0-1 0,1-4-1,22-47-4303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8:59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10885,'0'0'7166,"-1"23"-5869,-2 284 2390,2-144-2403,12 305 868,-9-452-2109,-2-8 1,1 0-1,0 0 0,0 0 0,1 0 0,0 0 0,0 0 1,1 0-1,4 8 0,-7-15-38,1-1 1,-1 1 0,0 0-1,1 0 1,-1-1-1,1 1 1,-1 0-1,1-1 1,-1 1-1,1-1 1,0 1-1,-1-1 1,1 1-1,-1-1 1,1 1-1,0-1 1,0 0-1,-1 1 1,1-1-1,0 0 1,0 1-1,-1-1 1,1 0-1,0 0 1,0 0-1,0 0 1,-1 0 0,1 0-1,1 0 1,0-1-4,-1 1 0,1-1 0,-1 0 0,1 0 0,-1 0 0,1 0 0,-1 0 1,0-1-1,0 1 0,1 0 0,-1-1 0,0 1 0,0 0 0,1-3 0,17-29-151,28-68-1,-13 23-436,-12 32-103,2 0 1,2 1 0,2 2-1,34-41 1,-57 78 604,-1 1 0,2 1 0,-1-1 0,1 1 0,-1 0 0,1 0 1,8-4-1,-13 7 92,1 1 0,0-1 0,0 0 0,-1 0 0,1 1 0,0-1 0,0 1 0,0 0 0,0 0 0,0-1 0,0 1 0,0 0 0,0 1 0,0-1 1,-1 0-1,1 1 0,0-1 0,0 1 0,0-1 0,0 1 0,-1 0 0,1-1 0,0 1 0,-1 0 0,1 0 0,0 1 0,-1-1 0,1 0 0,-1 0 0,0 1 0,1-1 1,0 3-1,5 9 166,-1 0 1,0 0-1,-1 1 1,0 0 0,-1 0-1,3 18 1,-4-19-53,33 216 1251,-24-131-993,-10-88-366,-1 1 0,1 0 1,1 0-1,0-1 0,7 16 0,-9-25-58,0 1-1,0-1 0,0 0 1,0 1-1,0-1 0,0 0 1,0 0-1,1 0 0,-1 0 1,0 0-1,3 1 0,-4-2-37,1 0 0,-1 1 0,0-1 0,1 0 0,-1 0 0,1 1 0,-1-1 0,1 0 0,-1 0-1,1 0 1,-1 0 0,1 0 0,-1 0 0,1 0 0,-1 0 0,1 0 0,0 0 0,-1 0 0,1 0 0,-1 0-1,1 0 1,-1-1 0,1 1 0,-1 0 0,0 0 0,1-1 0,-1 1 0,1 0 0,-1 0 0,1-1-1,-1 1 1,0-1 0,1 1 0,-1 0 0,0-1 0,1 1 0,-1-1 0,0 0 0,4-24-4256,-3-11-3373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0.5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8 198 3602,'0'0'7326,"-1"-13"-6755,-5-105 1395,6 116-1809,1 0-1,-1 0 1,1 0 0,-1 0 0,1 0-1,0 1 1,-1-1 0,1 0 0,0 0-1,0 1 1,0-1 0,1 1 0,-1-1-1,0 1 1,0-1 0,1 1 0,1-1-1,32-22 806,-23 16-599,-11 8-350,-1-1 1,1 1-1,-1 0 0,1-1 1,-1 1-1,1 0 1,0-1-1,-1 1 1,1 0-1,-1 0 0,1 0 1,0 0-1,-1-1 1,1 1-1,0 0 1,-1 0-1,1 0 0,0 0 1,-1 0-1,1 0 1,0 1-1,-1-1 1,1 0-1,0 0 1,-1 0-1,1 1 0,-1-1 1,1 0-1,0 1 1,-1-1-1,1 0 1,-1 1-1,1-1 0,-1 1 1,1-1-1,-1 1 1,1-1-1,-1 1 1,0-1-1,1 1 0,-1 0 1,1 0-1,9 32 21,-8-27 32,7 41 316,-2 1 1,1 75-1,-4-55-69,9 211 1056,19 232 1181,-30-488-2460,1 9 53,2 0 1,10 43-1,-13-69-124,0 1 0,1-1 0,0 1 0,5 8-1,-7-13-27,-1-1-1,1 0 0,0 0 0,0 1 0,0-1 0,0 0 0,1 0 0,-1 0 0,0 0 1,0 0-1,1 0 0,-1-1 0,0 1 0,1 0 0,-1-1 0,1 1 0,-1-1 0,1 1 1,-1-1-1,1 0 0,-1 1 0,1-1 0,0 0 0,-1 0 0,4-1 0,-5 1-14,0 0 0,1 0 0,-1 0 0,1 0 0,-1 0 0,1 0 0,-1 0-1,0-1 1,1 1 0,-1 0 0,1 0 0,-1-1 0,0 1 0,1 0 0,-1 0 0,0-1 0,1 1-1,-1 0 1,0-1 0,0 1 0,1-1 0,-1 1 0,0 0 0,0-1 0,0 1 0,1-1-1,-1 0 1,2-12-557,1-1 0,-2 0-1,0 1 1,-1-1-1,-2-17 1,1-5-1141,0-21-2093,-8-2-1881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0.8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1 123 14535,'0'0'3985,"223"-53"-3360,-122 34-481,-7 0-144,-14 7-1121,-20-1-1584,-22 7-4114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1.2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1 506 4306,'0'0'9164,"28"-28"-8588,90-92-271,-98 100-256,-2-2 0,20-27 0,-31 37-96,-1 0 1,0 0-1,-1 0 1,6-21-1,-8 21-344,1-1-1,-2-1 0,0 1 1,-1 0-1,0-1 1,0 1-1,-2-1 1,-2-20-1,2 32 416,0 0 1,0-1-1,0 1 1,0 0-1,-1-1 1,1 1-1,-1 0 0,1 0 1,-1 0-1,0 1 1,1-1-1,-1 0 1,0 0-1,0 1 0,0 0 1,-1-1-1,1 1 1,0 0-1,0 0 1,-1 0-1,1 0 1,-1 0-1,1 1 0,-1-1 1,-2 0-1,-9-1 371,0 1 1,0 0-1,-18 1 0,19 0-127,9 0-159,0-1 0,0 2 1,0-1-1,0 0 0,0 1 1,0 0-1,0 0 0,1 0 1,-1 0-1,0 1 0,-6 3 1,6-3-1,1 1 0,1 0 0,-1 0 1,0 0-1,1 0 0,-1 1 0,1-1 0,0 1 1,0-1-1,1 1 0,-3 7 0,-2 5 247,2-1 0,0 1 0,1 0 0,-2 31 0,5 70 1304,1-58-826,-1-39-567,1 1 0,0-1 0,2 0 0,0 0 0,2 0 0,6 21 0,-8-34-234,-1-1 0,1 0-1,0 0 1,0 0 0,0 0 0,1 0 0,0-1 0,0 1 0,1-1 0,0 0 0,-1-1 0,2 1-1,-1-1 1,0 0 0,1 0 0,0-1 0,0 1 0,0-1 0,0-1 0,0 1 0,1-1 0,7 2-1,-7-3-146,0 0 0,0 0 0,0 0 0,1-1 0,-1 0 0,0 0 0,1-1-1,-1 0 1,0 0 0,0-1 0,0 0 0,0 0 0,0-1 0,-1 1 0,1-2-1,-1 1 1,1-1 0,-1 0 0,0 0 0,-1 0 0,1-1 0,-1 0-1,0 0 1,0-1 0,0 1 0,5-10 0,26-44-3848,-4-6-2921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1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203 131 10501,'0'0'2900,"4"-19"-2772,9-58 16,-12 75-14,0 0 0,-1 0-1,0 0 1,1 0 0,-1 0 0,0 0 0,0 0-1,0 0 1,0 0 0,-1 0 0,1 0 0,-1 0 0,0-3-1,0 5-20,1 0 0,-1-1 1,1 1-1,-1 0 0,1-1 0,-1 1 0,1 0 0,-1 0 0,1-1 0,-1 1 0,1 0 0,-1 0 0,0 0 0,1 0 0,-1 0 0,1 0 0,-1 0 0,0 0 1,1 0-1,-1 0 0,1 0 0,-2 1 0,-6-1-68,6 0 21,-1 0 0,1 0 0,-1 0 0,1 0 0,-1 0 0,1 0 0,-1 1 0,1-1 0,-1 1 0,1 0 0,-1 0 0,1-1 0,0 2 0,-1-1 0,1 0 0,0 0 0,0 1 0,0-1 0,0 1 0,0 0 0,0 0 0,0-1 0,1 1 0,-3 3 0,-10 16 268,1 1-1,1 0 0,-12 29 0,-23 74 937,40-106-1107,1 0-1,1 1 1,1-1 0,1 1 0,-1 36-1,4-55-160,0 0 0,0 0 0,0-1-1,0 1 1,0 0 0,0-1 0,0 1 0,0 0 0,0 0-1,0-1 1,0 1 0,1 0 0,-1-1 0,0 1-1,1 0 1,-1-1 0,0 1 0,1 0 0,-1-1-1,1 1 1,-1-1 0,1 1 0,-1-1 0,1 1-1,0-1 1,-1 1 0,1-1 0,-1 0 0,1 1-1,0-1 1,-1 0 0,1 1 0,0-1 0,0 0-1,-1 0 1,2 0 0,1 0-9,0 0-1,0 0 1,0 0-1,1-1 0,-1 0 1,0 1-1,3-2 1,1-2-29,1 1 0,-1-1 0,0 0 0,0 0 1,0-1-1,0 0 0,-1 0 0,0-1 0,8-8 0,4-7-321,21-32 0,-19 22-571,-2 0 0,-1-2 0,-1 0 0,12-38 0,-20 55 521,-7 13 404,1 1 0,-1-1 0,0 0 0,0 1 0,0-1 0,0 0 0,1-4 0,-2 6 375,1 1-268,0 1-1,1-1 1,-1 0 0,0 1-1,0-1 1,0 1 0,1-1-1,-1 1 1,0-1 0,0 1-1,0 0 1,0 0 0,0-1 0,0 1-1,0 0 1,0 0 0,-1 0-1,1 0 1,0 0 0,0 2-1,15 26 280,-12-19-87,66 123 538,-35-69-608,-2 1 0,30 87 0,-47-97-2,-3-1 0,-2 2-1,5 81 1,-8 170 340,-8-256-497,-1-9 28,0 0 0,-3 0 0,-2 0-1,-1 0 1,-3-1 0,-1 0-1,-1-1 1,-3 0 0,-20 39 0,24-57-29,-1-1 1,-1-1-1,-1 1 1,0-2-1,-2 0 1,-25 24-1,33-36-78,0 0 0,0-1 0,0 0 0,-1-1 0,0 0 0,0 0 0,0-1 0,-1 0 0,0 0 0,0-1 0,0 0 0,0-1 0,0-1 0,0 1 0,0-1 0,-1-1 0,-16-1 0,20 0-41,-1-1 1,1 0 0,0-1-1,-1 1 1,1-1-1,0 0 1,1-1-1,-1 0 1,1 0 0,0-1-1,0 1 1,0-1-1,0 0 1,1-1-1,0 1 1,0-1 0,0 0-1,-3-7 1,-1-2-51,0 0 1,1-1-1,1 0 1,0 0 0,2 0-1,-1-1 1,-2-18-1,3-4-78,1 1 0,3-1-1,2-39 1,0 59 95,1 0 0,1 0 0,0 0 1,2 0-1,0 0 0,15-33 0,-5 21-44,1 1 0,2 0-1,23-28 1,-18 27 26,2 1 1,1 1 0,1 1-1,47-37 1,-56 51-216,1 2 0,0 1 1,34-16-1,-36 21-471,0 0 1,0 1-1,0 1 0,0 0 1,23-1-1,-25 2-3520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2.7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234 222 4338,'0'0'6125,"8"-10"-5362,25-29-74,-32 38-609,0-1 0,0 1 0,0 0 0,0-1 0,0 1-1,0-1 1,-1 0 0,1 1 0,0-1 0,-1 0 0,0 1 0,1-1 0,-1 0 0,0 0 0,0 1 0,0-1 0,0 0 0,0 0 0,0 1 0,-1-3 0,0-6 122,1 2-156,-1 0 0,1 1 0,-1-1 1,-1 1-1,0-1 0,0 1 0,0 0 1,-1 0-1,0 0 0,0 0 0,-1 0 1,0 1-1,0-1 0,-7-6 0,8 11 182,-1 0 1,0 0-1,0 1 0,1-1 0,-1 1 0,0 0 0,0 1 1,0-1-1,0 1 0,0-1 0,0 1 0,-1 0 0,-6 2 1,-3-2-217,12 0 13,0 1 0,0-1 0,0 1 0,0-1 0,0 1 0,1 0 0,-1 0-1,0-1 1,0 1 0,1 0 0,-1 1 0,1-1 0,-1 0 0,1 0 0,-1 1 0,1-1 0,-2 4 0,-20 31 289,21-33-271,-14 29 409,1 1-1,1 0 1,2 1 0,-14 62 0,17-47 418,2 1 0,-1 91 0,7-137-817,1 0 0,0-1 1,0 1-1,0 0 1,1-1-1,-1 1 1,1 0-1,0-1 0,0 1 1,0-1-1,3 5 1,-2-6-46,-1-1 0,1 1 1,0-1-1,0 0 1,-1 0-1,1 0 0,0 0 1,0 0-1,0 0 0,0 0 1,1-1-1,-1 1 1,0-1-1,0 1 0,0-1 1,0 0-1,1 0 1,3 0-1,2-1-6,0 1 1,0-1-1,-1 0 1,1-1-1,0 0 0,-1 0 1,0-1-1,1 0 0,-1 0 1,0-1-1,0 1 1,-1-2-1,1 1 0,-1-1 1,0 0-1,5-5 1,6-8-184,0 1 1,-2-2 0,26-40 0,-28 37-389,-1-1 0,0-1 0,-2 0 0,-1-1 0,-1 0 0,-1 0 0,-1-1 0,-1 1 0,-2-1 0,0 0 1,-2-32-1,-1 58 597,0 0 0,0-1-1,0 1 1,0 0 0,0 0 0,0 0 0,0 0 0,0 0 0,0 0 0,0 0 0,0-1 0,0 1 0,0 0 0,0 0 0,0 0 0,0 0 0,0 0 0,0 0 0,0 0 0,0 0 0,-1-1 0,1 1 0,0 0 0,0 0-1,0 0 1,0 0 0,0 0 0,0 0 0,0 0 0,0 0 0,-1 0 0,1 0 0,0 0 0,0 0 0,0 0 0,0 0 0,0 0 0,0 0 0,0 0 0,-1 0 0,1 0 0,0 0 0,0 0 0,0 0 0,0 0 0,0 0-1,0 0 1,0 0 0,-1 0 0,1 0 0,0 0 0,0 0 0,0 0 0,0 0 0,0 1 0,0-1 0,0 0 0,-1 0 0,-5 6 580,1 1-363,1 1 1,1 0 0,-1-1 0,1 1-1,1 1 1,-3 11 0,-8 59 851,8-39-518,-5 33 213,4 0 1,5 94-1,1-162-788,0 0 0,1 0 0,-1 1 0,1-1-1,0 0 1,1 0 0,-1-1 0,1 1 0,0 0 0,4 5 0,-4-7-9,0 0 0,0 0 1,0-1-1,0 0 0,1 1 0,-1-1 1,1 0-1,0 0 0,0 0 1,-1-1-1,1 1 0,0-1 0,1 1 1,-1-1-1,0 0 0,6 1 1,0 0-118,1 0 0,-1-1 0,1 0 0,-1-1 1,1 0-1,-1 0 0,0-1 0,1 0 1,-1-1-1,0 0 0,1-1 0,-1 0 0,0 0 1,-1 0-1,1-1 0,-1-1 0,1 0 0,-2 0 1,13-10-1,-9 5-664,-1-1-1,0-1 1,-1 1 0,-1-1 0,0-1 0,0 0-1,-1 0 1,-1 0 0,0-1 0,-1 0 0,0 0-1,3-21 1,4-42-8909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3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9716,'0'0'10048,"0"34"-8602,0 239 1059,0 91 440,2-350-2908,1-12-30,0-10 29,22-127-457,-11 55-819,27-90 0,-34 147 987,1 0 1,1 1-1,1 0 1,2 0 0,0 1-1,1 1 1,0 0 0,24-25-1,-32 39 253,1 1 0,-1 0 0,1 1 0,1-1 0,-1 1 1,0 0-1,12-4 0,-16 7 23,1 0 0,-1 0-1,0 0 1,0 0 0,1 1 0,-1 0 0,0-1 0,1 1 0,-1 0 0,0 0 0,1 0 0,-1 0 0,0 0 0,1 1 0,-1-1 0,0 1-1,0-1 1,1 1 0,-1 0 0,0 0 0,0 0 0,0 0 0,0 0 0,0 1 0,0-1 0,0 1 0,-1-1 0,1 1 0,1 1 0,7 13 166,-2 0 0,0 0 1,-1 0-1,-1 1 1,7 26-1,-6-12 23,-1 0 0,-1 0-1,0 38 1,-4 100 565,-3-79-571,2-76-638,0-12-423,0-4-214,1-22-2153,2-24-2352,0-7-4238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3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426 136 10277,'0'0'8110,"-4"-19"-7584,-12-60-35,12 52 404,2 18 433,-4 8-308,-1 1-867,3 0-99,-1 0 0,1 1-1,0 0 1,0-1 0,0 1 0,0 1 0,0-1 0,0 1 0,0-1 0,0 1 0,1 0-1,-1 0 1,1 1 0,-1-1 0,1 1 0,0 0 0,-5 4 0,-2 5-19,1 1 0,0 0 0,-10 21 0,11-20 63,-67 130 581,63-117-575,1 0-1,2 1 1,-10 44 0,16-34-74,3-38-38,0 1 0,0 0 0,0 0 0,1 0 0,-1 0 0,0 0 1,0 0-1,1 0 0,-1 0 0,1-1 0,-1 1 0,0 0 0,1 0 1,0 0-1,-1-1 0,1 1 0,-1 0 0,1-1 0,0 1 0,0 0 1,-1-1-1,1 1 0,0-1 0,0 1 0,0-1 0,-1 0 0,1 1 1,0-1-1,0 0 0,0 0 0,0 1 0,0-1 0,0 0 0,0 0 1,0 0-1,0 0 0,0 0 0,-1 0 0,1 0 0,2-1 0,3 0-78,-1 0 0,1 0-1,0 0 1,0-1-1,8-4 1,4-3-49,-1-2 0,-1 0 1,24-21-1,-3 2-332,-13 13-65,0 0 0,1 1 0,28-12 0,-45 24 455,0 1 0,1 0 0,-1 0 0,1 0 0,0 1 0,0 0 1,0 1-1,0 0 0,0 1 0,0 0 0,0 0 0,0 1 1,0 0-1,12 3 0,-16-3 80,-1 1 0,1 0 0,-1 0 0,1 1 0,-1-1 0,0 1 0,0 0 0,0 0 0,-1 0 0,1 1-1,-1-1 1,1 1 0,2 4 0,1 3 62,-1-1 0,0 1 0,0 0 0,4 14-1,0 8 299,0-1-1,-2 2 1,-2-1-1,5 69 1,-15 141 1138,1-209-1371,-1 0 0,-2 0 0,-2-1-1,0 0 1,-3 0 0,0-1 0,-2 0 0,-2-1 0,0 0 0,-2-2 0,-2 0 0,-30 38 0,41-58-132,0-1 0,-1 0-1,0 0 1,0-1 0,-1 0 0,0-1 0,0 0 0,-1 0 0,1-1 0,-1 0 0,0-1 0,-1-1 0,-14 4 0,17-6-84,-1 0-1,1 0 1,0-1 0,-1 0-1,1 0 1,0-1 0,-1 0 0,1-1-1,0 0 1,0-1 0,0 0-1,0 0 1,1-1 0,-1 0-1,1 0 1,0-1 0,-9-7 0,-4-5-712,1-1 0,1-1 1,1 0-1,-21-29 1,-25-47-5836,15 11-3879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4.3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289 409 12982,'0'0'1435,"1"-33"-2187,2-107-390,0-62-1577,-3 201 2838,0-1 0,0 0 0,0 1 0,0-1-1,0 1 1,0-1 0,0 0 0,0 1-1,1-1 1,-1 1 0,1-1 0,-1 0 0,1 1-1,0 0 1,-1-1 0,3-2 0,-1 3 30,0 0 1,0 1-1,0-1 1,0 0-1,0 1 1,1 0-1,-1-1 1,0 1-1,0 0 1,0 0-1,4 1 1,-6-1-151,6 0 122,-1 1 0,0 0 1,0 0-1,0 1 0,0 0 1,0 0-1,-1 0 0,1 0 1,-1 1-1,1-1 0,-1 1 0,0 0 1,0 0-1,0 1 0,5 5 1,9 10 341,27 38 0,-34-41-294,26 35 242,-2 1 0,-3 2 0,-2 2 0,25 65 0,-37-75-123,-3 2 0,-1 0 0,-3 0 0,-2 2 0,5 82 0,-13-108-229,1 8 84,-1 1 0,-2 0 0,-7 47-1,6-70-73,0-1-1,-1 1 0,0 0 1,0-1-1,-1 0 0,-1 0 1,1 0-1,-2-1 0,1 1 1,-1-1-1,0 0 0,-1-1 1,0 1-1,0-2 0,-13 11 0,11-11-23,0 0 0,-1-1 0,0 0 0,0-1 0,-1 0-1,1 0 1,-1-1 0,0 0 0,1-1 0,-1-1-1,0 0 1,-14 0 0,12-1-53,0 0-1,0-2 1,-1 1 0,1-2-1,1 0 1,-1 0 0,0-1-1,1-1 1,0 0 0,-13-7-1,2-3-202,1 0 0,1-2 0,0-1 0,1 0 0,1-1 0,-20-27 0,1-4-1774,-49-86 0,45 53-1617,15 7-1579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4.7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17448,'0'0'2465,"136"22"-7203,-91 6-2337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5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273 170 4322,'0'0'6128,"0"-11"-5426,3-51 533,-3 61-1141,0 0-1,-1-1 1,1 1 0,0 0-1,-1 0 1,1-1 0,-1 1 0,0 0-1,1 0 1,-1 0 0,0 0-1,0 0 1,0 0 0,0 0-1,0 0 1,0 0 0,0 0-1,-1-1 1,-27-15 567,17 9-399,4 3-145,-1-1 1,1 1 0,-1 0 0,0 1 0,0 0 0,0 0-1,-1 1 1,1 0 0,-1 1 0,1 0 0,-14-1 0,-23 0 1031,45 3-1128,0 0-1,1 0 0,-1 0 1,1 1-1,-1-1 0,1 0 1,-1 0-1,1 1 0,-1-1 1,1 0-1,0 1 0,-1-1 1,1 0-1,-1 1 0,1-1 1,0 1-1,-1-1 0,1 0 1,0 1-1,-1-1 0,1 1 0,0-1 1,0 1-1,-1 1 0,-4 17 161,4-13-51,-10 46 933,2 2-1,-2 65 0,7 108 1145,4-188-1969,-1-34-203,1 0 1,0 1-1,1-1 0,-1 0 0,1 1 0,0-1 0,0 0 0,1 0 0,-1 0 0,1 0 0,3 5 0,-3-8-27,0 0 0,0 0 0,0 0 0,0 0 0,1 0 0,-1 0 0,1-1 1,-1 1-1,1-1 0,-1 0 0,1 0 0,0 0 0,0 0 0,0 0 0,-1 0 0,1-1 0,0 0 0,0 1 0,0-1 0,5-1 0,0 1-20,0 0-1,1-1 1,-1-1-1,0 1 1,0-1 0,0-1-1,-1 1 1,1-1-1,0-1 1,-1 1 0,0-1-1,0-1 1,0 1-1,0-1 1,-1 0 0,9-10-1,2-2-99,-1-2-1,-1 0 0,-1-1 1,17-30-1,-19 28-262,-2-1-1,0 0 0,-2 0 1,-1-1-1,-1 0 0,0 0 0,-2-1 1,-1 0-1,-1 1 0,-2-34 1,1 43 119,-1-19-193,0 33 467,0 0 0,0 1 1,0-1-1,0 0 0,0 1 0,0-1 1,-1 0-1,1 1 0,0-1 0,0 0 0,-1 1 1,1-1-1,0 1 0,-1-1 0,1 0 0,0 1 1,-1-1-1,1 1 0,-1-1 0,1 1 1,-1-1-1,1 1 0,-1 0 0,1-1 0,-1 1 1,0 0-1,1-1 0,-1 1 0,0 0 1,1-1-1,-1 1 0,1 0 0,-2 0 0,2 0-2,-1 0 0,1 0 0,0 0-1,-1 0 1,1 0 0,-1 0-1,1 0 1,0 0 0,-1 0 0,1 0-1,0 1 1,-1-1 0,1 0 0,0 0-1,-1 0 1,1 0 0,0 1 0,-1-1-1,1 0 1,0 0 0,-1 1 0,1-1-1,0 0 1,0 1 0,0-1-1,-1 0 1,1 1 0,0-1 0,0 0-1,0 1 1,0-1 0,-1 0 0,1 1-1,0-1 1,0 1 0,0-1 0,0 0-1,0 1 1,-3 24 387,0-1-1,2 35 1,1-34-101,-2 36 328,0 13 243,9 104 1,-5-162-802,1-1 0,1 0 0,0-1 0,1 1 0,0-1 0,2 0 0,13 24 0,-17-33-60,1 0-1,0 0 1,0 0 0,0-1-1,0 1 1,1-1 0,0 0-1,0 0 1,9 5 0,-10-7-18,0-1 0,0 1 0,0-1 1,0 0-1,0 0 0,0 0 0,0 0 1,0-1-1,1 0 0,-1 0 0,0 0 0,0 0 1,1-1-1,-1 1 0,7-3 0,-7 1-10,1 1 0,-1-2 0,1 1 0,-1 0 0,0-1 0,0 0 0,0 0 0,0 0 0,0 0-1,-1-1 1,1 0 0,-1 1 0,0-1 0,0 0 0,-1-1 0,1 1 0,2-6 0,3-9-240,0-1 0,9-35 0,-16 51 193,10-44-1679,-3 0 0,-2-1-1,-3 1 1,-2-60 0,-1-4-5018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5.7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6499,'0'0'10442,"11"3"-10063,-4-2-297,-4 0-44,1-1 1,-1 1-1,0-1 0,0 1 1,0 0-1,0 0 0,0 1 0,0-1 1,0 1-1,0-1 0,-1 1 1,1 0-1,0 0 0,-1 0 1,0 0-1,1 1 0,-1-1 0,0 1 1,0-1-1,0 1 0,-1 0 1,4 5-1,10 37 681,-3 0 0,-1 1 0,9 79 0,-17-99-482,26 496 2797,-22-265-2354,-6-226-663,-2-21-4,1 1 1,1 0 0,0 0 0,1 0-1,4 17 1,-3-23-33,-2-11-138,-2-17-744,-1 0 0,-1 0 0,-11-42 0,-30-71-6338,21 70 1229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6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11941,'0'0'5374,"29"1"-4481,13-1-594,134 6 411,-155-4-707,-1 1 1,1 1-1,-1 0 1,1 2-1,35 15 0,-45-16-19,0 1-1,0 0 1,0 1-1,-1 0 0,-1 1 1,1 0-1,-1 1 1,0 0-1,-1 0 0,0 1 1,8 12-1,-6-4 100,0 0 0,-1 1 1,-1 0-1,-1 0 0,7 29 0,14 106 1498,2 7 250,-28-154-1742,0-1-1,0 1 1,1-1-1,0 1 1,0-1-1,0 0 1,1 0-1,6 8 1,-8-11-78,1-1 0,0 0 0,-1 1 1,1-1-1,0 0 0,0-1 0,0 1 0,0 0 0,1-1 0,-1 0 1,0 0-1,1 0 0,-1 0 0,0 0 0,1-1 0,-1 1 0,1-1 0,3 0 1,-3 0-12,-1-1 0,1 1 1,-1-1-1,1 0 1,-1 0-1,1 0 1,-1 0-1,0-1 0,0 1 1,0-1-1,0 0 1,0 0-1,0 0 1,0 0-1,0-1 0,-1 1 1,1-1-1,2-3 1,5-7-68,-1-1 1,14-25-1,-17 28 8,11-21-576,-1-1 0,-2-1 0,-2 0 0,0-1 0,-3 0 0,-1-1 0,-1 0 0,-2 0 0,0-58 0,-4 88 624,-1-1 0,-1 0-1,1 0 1,-1 1-1,0-1 1,-1 0 0,1 1-1,-5-10 1,5 13 91,-1 1 1,1 0-1,-1-1 1,0 1-1,0 0 1,0 0-1,0 0 1,0 0-1,-1 1 0,1-1 1,-1 1-1,1-1 1,-1 1-1,1 0 1,-1 0-1,0 0 1,1 0-1,-1 0 0,0 1 1,0-1-1,-3 1 1,1-1 170,1 0-1,0 1 1,0 0 0,-1 0 0,1 0 0,0 1-1,0-1 1,-5 2 0,8-2-316,0 1 0,-1-1 0,1 1 0,0 0 0,0-1 0,0 1 0,0 0 0,0-1 0,0 1 0,0 0 0,0 0 1,-1 2-1,1-2-555,0 0 1,1 1 0,-1-1-1,0 1 1,1-1 0,-1 1 0,1-1-1,0 1 1,-1-1 0,1 1 0,0 0-1,0 1 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06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35 7379,'0'0'6833,"-2"-6"-6121,-13-23 3527,16 31-4208,-1 0-1,1 0 0,-1 0 1,0 0-1,0 0 0,0 0 0,1 0 1,-2 0-1,1 0 0,0-1 1,-1 4-1,0 9 113,11 602 4638,-10-151-2919,0-457-1828,1 11 17,0-19-48,-1 1 0,0-1-1,0 1 1,0-1-1,1 1 1,-1-1-1,0 1 1,0-1 0,1 1-1,-1-1 1,1 1-1,-1-1 1,0 0-1,1 1 1,-1-1 0,1 0-1,-1 1 1,1-1-1,-1 0 1,1 0-1,-1 1 1,1-1 0,-1 0-1,2 0 1,-2 1-4,1-1 1,-1 0-1,1 0 1,-1 0-1,1 0 1,0 0-1,-1 0 1,1 0-1,-1 0 1,1-1 0,0 1-1,-1 0 1,1 0-1,-1 0 1,1-1-1,-1 1 1,1 0-1,-1 0 1,1-1-1,-1 1 1,1 0-1,-1-1 1,1 1-1,-1-1 1,1 1-1,-1-1 1,1 0-1,6-10-35,0-1-1,0-1 1,-1 1 0,-1-1-1,7-20 1,-5 13-15,31-96-546,31-76-1429,-67 187 1916,1-3-68,1 1 0,0-1 1,9-12-1,-13 19 170,1 0 0,-1 0 0,1 0 1,0 1-1,-1-1 0,1 0 0,0 0 0,0 0 0,0 1 0,-1-1 0,1 1 1,0-1-1,0 0 0,0 1 0,0-1 0,0 1 0,0 0 0,0-1 0,0 1 1,0 0-1,0 0 0,0 0 0,1 0 0,-1-1 0,0 1 0,0 1 0,0-1 0,0 0 1,0 0-1,0 0 0,0 1 0,0-1 0,0 0 0,0 1 0,0-1 0,0 1 1,0-1-1,0 1 0,1 0 0,2 3 32,-1 1 0,1 0 0,-1 0 0,0 0 0,0 0 0,0 0 0,-1 0 0,0 1 0,0-1 0,1 8 0,3 4 149,53 197 972,-27-87-758,-31-122-394,10 29-223,-11-33 190,1 0 1,-1 1 0,1-1-1,-1 0 1,1 1-1,0-1 1,0 0-1,0 0 1,-1 1-1,1-1 1,0 0-1,0 0 1,1 0-1,-1 0 1,0-1-1,0 1 1,0 0-1,3 1 1,-3-2-159,8-1-2001,-6-9-2215,1-19-3790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1.7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98 10 6627,'0'0'6198,"-3"-1"-5748,1 0-88,0-1 0,0 1-1,0 1 1,-1-1-1,1 0 1,0 0 0,0 1-1,-1-1 1,1 1-1,-1 0 1,-3 0 0,4 0-335,0 1 0,0-1 1,0 1-1,1 0 0,-1-1 1,0 1-1,0 0 1,1 0-1,-1 0 0,1 1 1,-1-1-1,1 0 0,-1 0 1,1 1-1,0-1 1,0 1-1,-1-1 0,1 1 1,0 0-1,0-1 1,1 1-1,-1 0 0,0 0 1,0 1-1,-5 15 7,0 1 1,1-1-1,1 1 0,1 0 0,-1 20 0,3 98 655,2-99-396,1 15 52,3 0-1,2 0 1,2-1-1,2 0 1,3-1-1,29 73 1,-39-113-278,1 1 1,1-1-1,0 0 0,1-1 1,-1 0-1,11 12 1,-15-20-56,0 1 0,1-1 0,-1 0 1,1 0-1,0 0 0,0 0 1,-1 0-1,1 0 0,0-1 0,1 1 1,-1-1-1,0 0 0,0 0 0,0 0 1,1-1-1,-1 1 0,0-1 1,1 1-1,-1-1 0,1 0 0,-1-1 1,0 1-1,1 0 0,-1-1 0,0 0 1,7-2-1,-6 1 5,1 0 0,-1-1 0,1 1 1,-1-1-1,0 0 0,0 0 0,0-1 0,-1 1 0,1-1 0,-1 0 0,3-4 0,4-6 80,-2 0 0,9-19 0,3-11-237,-1-2-1,-3 0 1,-2-1-1,-2 0 1,-2-1-1,-3-1 1,-1 1-1,-1-80 1,-5 101 8,-1 0 0,-1 0 0,-2 0 1,-6-26-1,8 43-7,1 0 0,0 1 1,0-1-1,2-10 1,-1 4-1813,9 15-2907,6 4 386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2.4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11 106 3394,'0'0'7568,"-2"-13"-7111,0-4-130,-3-20-482,3-1 4222,7 200-956,43 270-1,-45-411-2951,-1-7-17,0 0-1,1 0 1,0 0 0,1 0-1,8 16 1,-12-28-127,1-1 0,0 1 0,0-1 0,0 1 0,0-1 0,0 0 0,0 1 0,0-1 0,0 0 0,1 0 0,-1 0 0,0 0 0,1 0 0,-1 0 0,1 0 0,-1 0 0,1-1 0,-1 1 0,1 0 0,-1-1 0,1 1 0,0-1 0,-1 0 0,1 0 0,0 1 0,0-1 0,-1 0 0,1-1 0,0 1 0,-1 0 0,1 0 0,0-1 0,-1 1 0,1-1 0,0 1 0,-1-1 0,1 0 0,-1 1 0,3-3 0,4-7 15,0 0 0,-1 0 0,0-1 0,-1 0 0,0 0 0,-1-1-1,5-14 1,-9 25-29,21-59-584,-3-1 0,-3-1 0,14-100 0,-28 152 391,-2 4 67,1 0-1,-1 1 1,1-1 0,1 0-1,-1 0 1,1 1 0,0-1-1,1 1 1,-1-1-1,7-8 1,-8 13 119,0 0 0,0 1 0,0-1 1,0 0-1,0 1 0,1 0 0,-1-1 0,0 1 0,0 0 0,1-1 0,-1 1 0,0 0 1,1 0-1,-1 0 0,0 0 0,0 0 0,1 0 0,-1 1 0,0-1 0,0 0 0,1 1 1,-1-1-1,0 1 0,0-1 0,0 1 0,0-1 0,0 1 0,2 1 0,7 10 122,1 0 0,-2 0 0,0 1-1,-1 1 1,0 0 0,8 20 0,-5-12 4,16 35 75,-2 1-1,-3 1 0,-3 1 1,-2 1-1,16 111 0,-32-165-185,2 17 38,-3-24-56,0 1 1,0 0-1,0-1 1,0 1-1,0 0 0,0-1 1,0 1-1,1-1 1,-1 1-1,0 0 0,0-1 1,1 1-1,-1-1 1,0 1-1,1-1 0,-1 1 1,1-1-1,-1 1 1,0-1-1,1 1 0,0 0 1,0-7-624,7-111-3882,-5 55 770,3-33-4566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2.8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52 7828,'0'0'4396,"0"-10"-3521,-1-1-1208,-1-19 4501,2 52-3739,4 68 742,19 112 1,-1-36-7,-6 45 76,13 114-129,-27-314-1092,-1 3 16,1 1-1,0-1 0,1 0 1,0-1-1,1 1 1,1-1-1,0 1 0,9 13 1,-6-18-57,-4-11-386,-1-18-577,-3-139-6798,0 99 1625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3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1 119 8772,'0'0'2620,"30"-4"-1067,97-15-684,-119 18-787,0 1-1,-1-1 0,1 1 1,-1 0-1,1 1 0,-1 0 0,1 0 1,-1 1-1,1 0 0,-1 0 1,0 1-1,0-1 0,7 5 1,-3 0 120,-2 1 1,1 0 0,-1 0 0,0 1 0,12 14 0,-10-10 11,7 8 242,-2 1 0,0 1 1,-1 0-1,13 29 0,38 103 2073,-30-65-1430,-31-79-952,0 0-1,1 0 1,0-1 0,1 1-1,7 9 1,-12-19-135,-1 1 0,1 0-1,-1 0 1,1 0 0,0-1-1,-1 1 1,1-1 0,0 1-1,0-1 1,0 0 0,0 0 0,0 0-1,0 0 1,1 0 0,-1 0-1,0-1 1,0 1 0,1-1-1,-1 1 1,0-1 0,1 0-1,-1 0 1,0 0 0,1 0 0,-1-1-1,0 1 1,0 0 0,1-1-1,-1 0 1,0 1 0,0-1-1,0 0 1,4-2 0,-1-2-11,0 0 0,0-1 0,0 1 1,-1-1-1,0 0 0,0 0 0,0 0 1,-1-1-1,0 1 0,3-11 0,-3 9-22,15-38-661,-2-1 1,-3-1 0,-1 0 0,-3 0-1,-2-1 1,-2 0 0,-1-67-1,-4 115 1245,-11-3 1097,8-1-1937,-1 0 0,1 0 0,1 0 0,-1-1 0,1 1 0,0-1 1,0 1-1,-1-9 0,-4-27-7097,4 10-2583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3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21 320,'0'0'11000,"0"-5"-10250,2-11 1028,3 38 640,1 6-2538,5 26 736,6 99 1,-13-108-420,11 168 740,27 233 1066,-35-397-1628,16 60 0,-21-105-357,11 31 243,-13-34-257,1 0-1,0 1 0,-1-1 1,1 0-1,0 0 0,0 0 1,0 0-1,0 0 1,0 0-1,0 0 0,0 0 1,1-1-1,-1 1 0,0 0 1,0-1-1,1 1 0,-1-1 1,0 1-1,1-1 0,-1 0 1,0 1-1,1-1 1,1 0-1,-3 0-8,0 0 1,1 0-1,-1 0 0,1-1 1,-1 1-1,0 0 1,0 0-1,1 0 0,-1-1 1,0 1-1,1 0 0,-1 0 1,0-1-1,0 1 1,1 0-1,-1-1 0,0 1 1,0 0-1,0-1 1,1 1-1,-1 0 0,0-1 1,0 1-1,0 0 0,0-1 1,0 1-1,0 0 1,0-1-1,0 1 0,0-1 1,0 1-1,0-18-145,0 12 64,2-64-1186,0-9-1816,-7 1-3413,-1 53 2987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4.2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467 0 9124,'0'0'9340,"-38"26"-8795,-126 83-367,6-23-106,65-38-349,92-47 245,0-1 0,0 1 0,0-1 1,0 1-1,0 0 0,0-1 0,0 1 0,0 0 0,1 0 1,-1-1-1,0 1 0,1 0 0,-1 0 0,1 0 0,-1 0 0,0 1 1,1-1 19,0-1 0,0 0 0,0 1 0,0-1 1,0 1-1,0-1 0,0 1 0,1-1 0,-1 1 1,0-1-1,0 1 0,0-1 0,1 1 0,-1-1 1,0 0-1,0 1 0,1-1 0,-1 0 1,0 1-1,1-1 0,-1 0 0,0 1 0,1-1 1,0 1-1,4 1-17,-1 1 0,1-1 1,0 0-1,0-1 0,5 2 0,-2-1 14,29 10 170,189 66 1563,-181-60-1666,-1 3-1,81 49 0,-121-66-785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5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61 5042,'0'0'7014,"0"-5"-6366,0-9 42,0 14-663,0 0-1,0 0 1,0 0-1,0 0 1,0 0-1,0 0 1,0 0 0,0 0-1,0 0 1,1 0-1,-1 0 1,0 0-1,0 0 1,0 0 0,0 0-1,0 0 1,0 0-1,0 0 1,0 0-1,0 0 1,0 0 0,0 0-1,0 0 1,0 0-1,0 0 1,0 0-1,0 0 1,0 0-1,0 0 1,0 0 0,0 0-1,0 0 1,1 0-1,-1 0 1,0 0-1,0 0 1,0 0 0,0 0-1,0 0 1,0 0-1,0 0 1,0 0-1,0 0 1,0 0 0,0 0-1,0 0 1,0-1-1,9 35 1059,42 255 2283,11 41-427,-55-313-2616,-7-16-321,0-1 0,0 0-1,0 0 1,0 1-1,1-1 1,-1 0-1,0 0 1,0 0-1,0 1 1,1-1 0,-1 0-1,0 0 1,0 0-1,1 0 1,-1 1-1,0-1 1,0 0 0,1 0-1,-1 0 1,0 0-1,1 0 1,-1 0-1,0 0 1,0 0 0,1 0-1,-1 0 1,0 0-1,1 0 1,-1 0-1,0 0 1,0 0-1,1 0 1,-1 0 0,0 0-1,0-1 1,1 1-1,-1 0 1,0 0-1,0 0 1,1 0 0,-1-1-1,0 1 1,0 0-1,1 0 1,-1 0-1,0-1 1,0 1 0,0 0-1,0 0 1,0-1-1,1 1 1,-1 0-1,0 0 1,0-1 0,0 1-1,0 0 1,0 0-1,0-1 1,0 1-1,4-9 0,-1-1 0,0 1 0,-1 0-1,0-1 1,2-18 0,-2 10-25,10-159-923,-3 16-902,-6 136 1517,1 0 0,1 0 0,2 0 0,10-27 0,-14 43 327,1 0 0,1 0 0,0 1 0,0 0-1,0-1 1,1 2 0,0-1 0,13-11 0,-14 14 63,0 1-1,1 0 1,-1 1-1,1 0 1,0 0-1,0 0 1,0 0-1,0 1 1,1 0 0,-1 0-1,1 1 1,-1 0-1,12-1 1,-13 1-11,1 1 1,0-1 0,-1 1 0,1 1-1,0-1 1,-1 1 0,1 0-1,-1 0 1,1 0 0,-1 1 0,1 0-1,-1 0 1,0 1 0,0-1-1,0 1 1,0 0 0,-1 0 0,1 1-1,-1-1 1,0 1 0,5 5 0,16 18-7,15 15-3725,-35-35-1033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5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433 50 6739,'0'0'4005,"-4"0"-2922,-8 2-811,-1-1 0,1 0 0,-1-1-1,1-1 1,0 0 0,-1-1 0,1 0 0,0 0 0,0-2 0,0 1 0,1-2 0,-1 1 0,-11-8 0,14 8-169,0 1 1,0 0 0,0 1-1,-1 0 1,1 0-1,-1 1 1,0 0 0,1 1-1,-1 0 1,1 1-1,-13 1 1,19-1-84,0 0 0,0 1 0,0-1 0,0 0 0,0 1 0,0 0 0,0-1 0,1 1 0,-1 0 0,1 1 0,-1-1 0,-3 5-1,-25 32 99,31-39-116,-5 8 84,1 0 0,0 0 1,0 0-1,0 0 0,1 1 0,-3 16 1,-7 57 892,12-72-841,-7 210 2468,8-185-2267,0-34-336,0 11 134,0 0 0,1 1-1,0-1 1,1 0 0,3 13 0,-4-22-123,0 0 1,0 0-1,1 0 1,-1 0-1,1 0 1,0 0-1,-1-1 0,1 1 1,1-1-1,-1 1 1,0-1-1,0 0 1,1 0-1,0 0 1,-1 0-1,1 0 1,0 0-1,0-1 1,0 1-1,0-1 1,0 0-1,0 0 1,6 1-1,-1 0-9,1-1 0,-1 0 0,0-1 0,1 0 0,-1 0 0,1-1 0,-1 0 0,0 0 0,1-1 1,11-4-1,-8 2-4,-1-1 0,1-1 0,-1 0 1,-1 0-1,1-1 0,12-12 1,1-4-244,-1 0 1,-1-2 0,-1 0 0,25-43-1,-27 39-691,26-57-1,-39 71 402,0 0 0,-1 0 1,-1 0-1,0-1 0,3-30 0,-6 27 431,-8 237 4580,5-140-3697,0-35-387,2-1 0,1 0-1,10 52 1,-9-84-346,1 0-1,0-1 0,0 1 1,1-1-1,0 0 0,1 0 1,0-1-1,9 12 1,-12-16-43,2 0 0,-1-1 0,0 0 0,1 1 0,-1-1 0,1 0 0,0 0 0,0-1 0,0 1 0,0-1 0,1 0 0,-1 0 0,0-1 0,1 1 0,0-1 0,-1 0 0,1 0 0,9 0 0,-11-1-8,0 0 1,0 0 0,-1-1 0,1 1-1,0-1 1,0 0 0,-1 1 0,1-1-1,0-1 1,-1 1 0,1 0 0,-1-1-1,0 1 1,1-1 0,2-2 0,-1 0-13,-1 0 1,1 0 0,-1-1 0,0 1 0,0-1 0,0 0 0,3-7 0,1-8-261,-1-1 0,0 1 0,3-27 0,-8 40 94,5-43-2576,-2 1 0,-2-61 0,-2 74-162,0-43-6820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6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7876,'0'0'9540,"19"23"-8110,-1-3-1055,-7-9-183,0 0 0,-1 1 0,-1 0 0,0 0 0,0 1 0,-1 0 0,-1 1 0,-1 0 0,0 0 0,0 0 0,4 20 0,35 306 2852,-44-330-2967,-1-4-32,0 0 0,1 1-1,0-1 1,0 0 0,0-1 0,1 1-1,0 0 1,3 6 0,-5-11-45,0-1 1,0 0-1,0 1 0,0-1 1,0 0-1,1 1 1,-1-1-1,0 0 0,0 1 1,0-1-1,1 0 1,-1 1-1,0-1 0,0 0 1,1 0-1,-1 1 1,0-1-1,1 0 0,-1 0 1,0 0-1,1 0 1,-1 1-1,0-1 0,1 0 1,-1 0-1,0 0 1,1 0-1,-1 0 0,0 0 1,1 0-1,-1 0 1,0 0-1,1 0 0,-1 0 1,1 0-1,-1 0 1,0 0-1,1 0 0,-1 0 1,0 0-1,1 0 1,-1-1-1,0 1 1,1 0-1,-1 0 0,0 0 1,0-1-1,1 1 1,-1 0-1,0 0 0,1-1 1,-1 1-1,0-1 1,10-21-87,32-142-507,0-6-900,-30 132 775,1 1 0,24-48 1,-31 73 606,0 1 1,1 0-1,1 0 1,16-19-1,-22 28 123,0 0-1,1-1 1,-1 1-1,1 0 0,-1 0 1,1 1-1,0-1 1,-1 0-1,1 1 1,0 0-1,0 0 0,0 0 1,0 0-1,0 0 1,1 0-1,-1 1 0,0-1 1,0 1-1,0 0 1,1 0-1,-1 0 0,0 1 1,0-1-1,6 2 1,-6 0 25,0-1 0,0 0 0,-1 1 0,1-1 0,-1 1 1,1 0-1,-1 0 0,0 0 0,0 0 0,0 0 0,0 0 1,0 1-1,3 4 0,15 38 542,-16-37-467,8 26 305,-2 1 0,-1 0 1,-2 0-1,5 61 0,-6 147 629,-7-172-870,1-65-199,0-6 14,0 0 0,0 1-1,0-1 1,-1 0 0,1 1-1,0-1 1,0 1 0,0-1-1,0 0 1,0 1 0,0-1-1,0 1 1,0-1 0,0 0-1,0 1 1,0-1 0,0 1-1,0-1 1,1 0 0,-1 1-1,0-1 1,0 1 0,0-1-1,1 0 1,-1 1 0,0-1-1,0 0 1,1 1 0,-1-1-1,0 0 1,0 0 0,1 1-1,-1-1 1,0 0 0,1 0-1,-1 1 1,0-1 0,1 0-1,-1 0 1,1 0 0,-1 0-1,0 0 1,1 0 0,0 1-1,-1-1-35,1 0 0,-1 0-1,1 0 1,-1-1 0,1 1 0,-1 0-1,1 0 1,-1 0 0,0 0 0,1 0 0,-1-1-1,1 1 1,-1 0 0,0 0 0,1-1-1,-1 1 1,0 0 0,1-1 0,-1 1-1,0 0 1,1-1 0,-1 1 0,0 0-1,0-1 1,1 1 0,-1-1 0,0 1-1,0-1 1,3-17-636,-2 8 158,23-121-5634,-10 56-249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6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302 123 13830,'0'0'5224,"-1"-19"-4816,-3-58 22,4 58-109,0 12-35,-3 8 2119,-13 16-2292,1 2 1,1 0-1,-21 36 0,-28 72-51,48-92-28,-20 70 0,30-88-60,2 1 0,0-1 0,1 1 0,1 0-1,0 0 1,3 22 0,-2-36-4,1 0 0,0-1 0,0 1-1,0-1 1,1 1 0,-1-1 0,1 0 0,-1 0 0,1 1-1,0-1 1,0-1 0,1 1 0,-1 0 0,1 0 0,-1-1 0,1 1-1,0-1 1,5 3 0,5 3-68,0-2 1,0 1-1,20 6 0,7 2-75,-22-6 177,0 1 0,0 1-1,-1 0 1,-1 1-1,0 1 1,-1 0-1,0 1 1,-1 1-1,0 0 1,-1 1 0,-1 1-1,-1 0 1,0 0-1,15 36 1,-20-37 11,-1-1-1,-1 1 1,0 0 0,-2 0 0,1 1 0,-2-1-1,0 0 1,-1 1 0,-1-1 0,-3 19 0,3-26-15,-1 0 0,0 0 0,-1 0 0,0-1 0,0 1 0,-1-1 0,0 1 0,0-1 0,-1 0 0,0-1 0,-1 1 0,1-1 0,-1 0 0,-1 0 1,1-1-1,-1 0 0,-1 0 0,1 0 0,-1-1 0,0 0 0,-9 4 0,1-2-60,0 0 1,0-1-1,0-1 1,-1-1-1,1 0 1,-1-1-1,0 0 1,0-2-1,0 0 0,-28-2 1,38 0 24,-1 0 0,1 0 0,0-1 0,-1 0 0,1 0 0,0 0 0,0-1 0,1 0 0,-1-1 0,1 1 0,-1-1 0,1 0 0,0-1 0,1 0 0,-1 0 0,1 0 0,0 0 0,0-1 0,0 0 0,1 0 0,0 0 0,0-1 0,1 1 0,0-1 0,0 0 0,0 0 0,1 0-1,0 0 1,0 0 0,1 0 0,-1-10 0,1 6 7,0 1 0,0-1-1,1 0 1,0 1-1,1-1 1,0 0-1,1 1 1,6-20-1,4 8-20,1 0-1,2 1 0,0 0 1,1 1-1,23-22 0,-3 2-428,75-92-5319,-58 67-620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54 1649,'0'0'12013,"-1"-9"-11519,-4-27 218,4 27 2444,1 16-2886,0 12-231,11 264 661,23 398 1506,-34-668-2190,4 121 181,-4-129-190,0-4-2,0 0 0,-1 1 0,1-1 0,0 0 0,0 1 0,1-1 0,-1 0 0,0 1 0,0-1 0,1 0 0,-1 0 0,0 1 0,1-1 0,-1 0 0,1 0 0,0 0 0,-1 0 0,1 1 0,0-1 0,0 0 0,0 0 0,0-1 0,0 1 0,0 0 0,1 1 0,-2-2-10,1 0 1,-1 0 0,0 0 0,1 0 0,-1 0 0,0 0-1,1 0 1,-1 0 0,0 0 0,0 0 0,1 0 0,-1 0 0,0 0-1,1 0 1,-1 0 0,0 0 0,1 0 0,-1-1 0,0 1-1,1 0 1,-1 0 0,0 0 0,0-1 0,1 1 0,-1 0 0,0 0-1,0-1 1,0 1 0,1 0 0,-1 0 0,0-1 0,0 1-1,0 0 1,0 0 0,0-1 0,1 1 0,-1-1 0,4-15-323,-4 12 225,6-42-2303,-2 0 1,-3-47 0,-1 83 1738,0-66-5942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7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0 13334,'0'0'3306,"-25"19"-3426,-10 6-15,-106 85-400,132-102 539,0 1 0,0 0 0,1 0 0,0 1 0,0 0 0,1 1 0,1-1 0,-9 19 0,11-19 124,1 0 1,0 0-1,1 0 0,0 0 0,0 0 0,1 0 0,0 0 0,1 1 1,1-1-1,2 19 0,-2-22-16,1-1 1,1 0-1,-1 0 1,1-1-1,0 1 1,0 0-1,0-1 1,1 0-1,0 0 1,0 0-1,0 0 1,1-1-1,0 1 1,0-1-1,0 0 1,0-1-1,11 7 1,5 1 115,1-1 1,-1 0 0,37 9 0,-35-13-583,0-2 0,0-1 1,0 0-1,45-2 0,-67-1 313,1 0-270,0 0-1,1 0 0,-1 0 1,0 0-1,1 0 1,-1-1-1,0 1 1,1-1-1,-1 1 0,0-1 1,0 0-1,0 0 1,0 0-1,0 0 0,3-2 1,9-9-5655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8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339 198 6163,'0'0'5200,"0"-18"-4176,0-59-90,1 75-781,-1 0 1,0-1-1,0 1 0,-1 0 1,1-1-1,0 1 0,-1 0 1,0-1-1,0-1 0,1 4-111,-1-1-1,1 1 1,0 0-1,0-1 1,-1 1-1,1 0 0,0 0 1,-1 0-1,1-1 1,0 1-1,-1 0 1,1 0-1,0 0 0,-1 0 1,1-1-1,-1 1 1,1 0-1,0 0 0,-1 0 1,1 0-1,-1 0 1,1 0-1,0 0 1,-1 0-1,-8-2 439,-31-23 105,31 19-432,0 0 1,0 0-1,-1 1 0,0 0 1,-20-7-1,17 10 55,0 0 1,0 0 0,1 1-1,-16 2 1,12-1 44,14 0-229,1 0 0,0 0-1,-1 0 1,1 0-1,0 1 1,-1-1 0,1 1-1,0-1 1,0 1-1,-1-1 1,1 1 0,0 0-1,0-1 1,0 1-1,0 0 1,0 0-1,0 0 1,0 0 0,0 0-1,0 0 1,-1 2-1,-12 29 415,12-26-351,-14 52 582,1 2 1,4 0 0,2 1-1,2-1 1,3 89-1,4-144-626,0 0 0,0-1 0,0 1 0,0-1-1,1 1 1,0-1 0,0 1 0,3 7 0,-3-11-36,0 1-1,0-1 1,0 0 0,1 0 0,-1 0 0,0 0 0,1 0 0,-1 0 0,1 0 0,-1 0-1,1-1 1,-1 1 0,1-1 0,0 1 0,-1-1 0,1 1 0,0-1 0,-1 0 0,1 0 0,0 0-1,-1 0 1,1 0 0,0 0 0,2-1 0,1 1-5,1-1-1,-1 0 1,0-1 0,1 1 0,-1-1-1,0 0 1,0 0 0,0 0 0,0-1-1,0 0 1,-1 0 0,1 0-1,7-8 1,3-4-15,0-1-1,16-22 1,-15 16-27,80-108-744,-83 109 528,0 0 1,-2-2-1,0 1 0,11-37 1,-20 48 335,1-1 0,-1 1 0,-1-1 0,0-20 0,-3 184 733,5 171 188,-3-316-990,1 1-1,0-1 1,0 1-1,1-1 1,0 0 0,0 0-1,5 10 1,-6-16-65,0 1 1,-1-1 0,1 1-1,0-1 1,0 1 0,0-1-1,0 0 1,1 0 0,-1 0-1,0 0 1,0 0 0,1 0-1,-1 0 1,1 0 0,-1 0-1,1 0 1,-1-1 0,1 1-1,-1-1 1,1 1 0,0-1-1,-1 1 1,1-1 0,-1 0-1,1 0 1,0 0 0,-1 0-1,1 0 1,0 0 0,-1-1-1,1 1 1,0 0 0,-1-1-1,1 1 1,-1-1-1,1 0 1,-1 0 0,3 0-1,0-3-482,0 1-1,1-1 1,-1 0-1,0 0 0,-1 0 1,1-1-1,-1 1 0,0-1 1,0 0-1,0 1 0,-1-2 1,3-7-1,17-41-7822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8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12886,'0'0'2241,"0"163"-400,0-81-609,0 15 353,0 6-721,4 1-223,-4-13 111,3-19-512,1-22-224,-1-18-16,8-26-96,-4-6-864,7-13-1473,-4-34-1665,1-12-3554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8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 13670,'0'0'4690,"167"-3"-11413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9.1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353 70 5218,'0'0'7743,"-11"-7"-4590,-18-6-2068,-19-6-820,9 7-2,27 8-104,1 0-1,-1 1 1,1 1-1,-1 0 0,-23-1 1,32 2-117,-1 1 0,1 0 0,0 1 0,0-1 0,0 0 0,0 1 0,-1 0 0,1 0 1,0 0-1,0 0 0,0 0 0,0 0 0,1 1 0,-1 0 0,0-1 0,-3 4 0,2 0 57,0 0 1,1 0-1,-1 0 0,1 1 1,0-1-1,1 1 1,-4 11-1,-6 17 309,3 1 0,1 0 0,1 0 0,-2 49 0,6 143 1271,3-219-1613,0 0 0,1 0 0,0 0 0,0 0 0,1 0 1,0 0-1,4 7 0,-5-12-60,0 0 0,1 0 1,0-1-1,-1 1 0,1-1 0,0 1 1,0-1-1,1 0 0,-1 0 1,0 0-1,1 0 0,-1 0 0,1 0 1,0-1-1,0 1 0,-1-1 1,1 0-1,0 0 0,0 0 0,0 0 1,3 0-1,3 0-7,-1 0 1,0 0-1,1-1 1,-1 0-1,1-1 1,-1 0-1,0 0 1,0-1-1,1 0 1,-1 0-1,0-1 1,-1 0-1,1 0 1,0-1-1,-1 0 1,0-1-1,0 1 1,8-8 0,8-9-278,-1 0 0,0-1 0,28-40 0,-34 41-171,-1-1 0,0-1 0,-2 0 0,11-27 0,-17 33-47,-1 1 0,-1-1 1,0 0-1,-2 0 0,0 0 1,0-1-1,-1-19 1,-2 1 900,-4 44 1657,-11 73-525,-4 84 0,13-96-932,1 61-215,5-129-419,0 0 0,0-1-1,0 1 1,0 0 0,0-1 0,1 1 0,-1 0 0,0-1-1,0 1 1,1-1 0,-1 1 0,0-1 0,1 1-1,-1 0 1,1-1 0,-1 1 0,1-1 0,-1 0 0,1 1-1,-1-1 1,1 1 0,-1-1 0,1 0 0,-1 1 0,1-1-1,0 0 1,-1 0 0,1 1 0,-1-1 0,1 0 0,0 0-1,-1 0 1,1 0 0,0 0 0,-1 0 0,1 0 0,0 0-1,-1 0 1,1 0 0,0 0 0,-1-1 0,1 1 0,-1 0-1,1 0 1,0 0 0,0-1 0,3 0-260,-1-1 1,1 1-1,-1-1 1,1 1-1,-1-1 1,0 0-1,6-4 1,-3-1-567,0 0 1,-1 0 0,6-10-1,20-35-4606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19.5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0 14567,'0'0'3361,"-2"42"-1058,0-6-1802,-5 246 2618,8-22-854,-1-252-2218,3 25 102,-3-32-149,0-1 0,0 1 0,1 0 0,-1 0 0,0 0 0,1 0 0,-1-1 0,0 1 0,1 0 0,-1 0-1,1-1 1,-1 1 0,1 0 0,-1-1 0,1 1 0,0-1 0,-1 1 0,1 0 0,0-1 0,-1 1 0,1-1 0,0 0 0,0 1 0,-1-1 0,1 0 0,0 1 0,0-1 0,0 0 0,0 0 0,1 0 0,-1 0-9,-1 0 1,1 0 0,0 0-1,-1 0 1,1 0 0,0 0-1,0 0 1,-1 0 0,1-1-1,0 1 1,-1 0 0,1-1 0,-1 1-1,1 0 1,0-1 0,-1 1-1,1-1 1,-1 1 0,1-1-1,-1 1 1,1-1 0,-1 1-1,1-1 1,0-1 0,6-13-103,0 0 0,0-1 1,4-19-1,3-7-97,22-65-674,25-62-2665,-48 135 2250,3 1-1,35-57 1,-44 80 1199,1 0 1,0 0 0,0 0-1,18-15 1,-23 23 144,0-1 0,0 1 0,0 0 0,0 0 0,0 1 0,0-1 0,1 0-1,-1 1 1,1 0 0,-1 0 0,1 0 0,-1 0 0,1 1 0,0-1 0,-1 1 0,1 0 0,0 0 0,-1 0 0,1 1-1,5 0 1,-7 0 34,0 0 0,0 0-1,0 0 1,0 0-1,0 0 1,-1 0 0,1 0-1,0 1 1,-1-1-1,1 1 1,-1-1 0,1 1-1,-1 0 1,0-1-1,2 4 1,12 32 662,-11-26-468,7 26 418,-1 0 0,8 60 0,-1 79 421,-7-54-719,-9-117-491,2 17 255,-3-21-226,0-1 0,0 1 0,0 0 0,0-1 0,0 1 0,0 0 0,0-1 0,0 1-1,1-1 1,-1 1 0,0-1 0,0 1 0,1-1 0,-1 1 0,0-1 0,1 1 0,-1-1 0,1 1 0,-1-1-1,1 1 1,-1-1 0,1 1 0,0-1 0,2-4-1659,-1-9-476,-1 1 0,0-23 0,-1 27 650,0-39-10542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0.7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57 3986,'0'0'6509,"-3"-6"-5665,2 3-656,-1-2 117,0 1 1,0-1-1,0 1 1,1-1-1,0 0 1,0 1-1,0-1 0,0-6 1351,1 17-1798,1 29 269,12 61-1,-3-30 315,28 576 3381,-23-264-2065,-14-357-1641,1 12 353,9 51-1,-3-63-134,-8-21-331,1 0 0,-1 0 0,0 1 0,0-1 0,1 0 0,-1 1 0,0-1 0,1 0 0,-1 0 0,0 0 0,1 1 0,-1-1 0,0 0 0,1 0 0,-1 0 0,1 0 1,-1 0-1,0 0 0,1 0 0,-1 1 0,0-1 0,1 0 0,-1 0 0,1-1 0,-1 1 0,0 0 0,1 0 0,-1 0 0,1 0 0,-1 0 0,0 0 0,1 0 0,-1-1 0,0 1 0,1 0 0,-1 0 0,0-1 0,1 1 0,-1 0 0,0 0 0,1-1 0,-1 1 0,0 0 0,0-1 0,0 1 1,1 0-1,-1-1 0,0 1 0,0 0 0,1-1 0,4-10-42,-1 1 1,1-1-1,-1 0 1,-1 0-1,4-22 1,-5 25-6,9-62-965,-3-1 1,-1-97 0,-4 58-575,-2 93 1390,7-81-810,-7 88 928,1 0 0,0 0 0,1 0 0,0 1 0,0-1 1,1 1-1,7-12 0,-10 19 78,1 0 0,0 0 0,0-1 0,0 1 0,1 0 0,-1 1 0,0-1 0,1 0 0,-1 1 0,1-1 0,0 1 1,-1 0-1,1 0 0,0 0 0,0 0 0,0 0 0,0 1 0,0-1 0,3 1 0,3-1 23,1 1 0,0 0 1,-1 1-1,16 3 0,-13-1-4,0 0 0,0 2-1,-1-1 1,1 1 0,-1 1 0,0 0 0,12 9-1,-4-2 20,-2 1-1,0 1 1,18 20-1,-28-28-5,-1 1-1,0 0 1,-1 0 0,1 1-1,-2 0 1,1 0-1,-1 0 1,-1 0 0,4 13-1,-3-4 160,-1 1-1,0 0 1,-1 36 0,-3-43-77,0 1-1,-1-1 1,0 0 0,-1 0 0,0-1 0,-1 1 0,-1 0 0,1-1 0,-2 0 0,0 0-1,0-1 1,-12 16 0,-2-2 159,0 0 0,-2-2-1,-43 36 1,46-42-63,-42 25 0,54-37-200,-1-1-1,1 1 0,-1-1 1,1 0-1,-1-1 0,0 0 1,0 0-1,0 0 0,-12 0 1,19-2-36,0 0-1,1-1 1,-1 1 0,0 0-1,0 0 1,1 0 0,-1 0-1,0-1 1,0 1 0,1 0 0,-1-1-1,0 1 1,1-1 0,-1 1-1,1-1 1,-1 1 0,0-1 0,1 1-1,-1-1 1,1 1 0,0-1-1,-1 0 1,1 1 0,-1-1-1,1 0 1,0 0 0,0 1 0,-1-1-1,1 0 1,0 1 0,0-1-1,0 0 1,0 0 0,0 0 0,0-33-1184,1 22 718,0 1-370,0-1 0,1 1 0,0 0 0,1 0 0,0 0 0,1 0 0,7-16 0,14-24-8223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1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1 452 12166,'0'0'3236,"35"-24"-2935,116-78-253,-131 88-126,0-1-1,0 0 1,32-37 0,-45 45 15,-1 1-22,0 0-1,0-1 1,-1 0-1,0 0 0,-1 0 1,1-1-1,-1 1 1,-1-1-1,1 0 1,-1 0-1,-1-1 1,1 1-1,-1 0 1,-1-1-1,0 0 1,0 1-1,-1-1 1,-1-16-1,0 23 99,0-1 0,0 1 1,-1-1-1,1 1 0,-1-1 0,0 1 0,0 0 0,0 0 0,0 0 0,0 0 0,0 0 0,0 0 0,-1 1 0,1-1 0,-1 1 1,1-1-1,-4 0 0,-1-2 31,1 1 0,-1 1-1,0-1 1,0 1 0,-14-3 0,11 5-26,0-1 77,0 0-1,0 1 1,-17 2-1,24-2-56,0 1-1,0-1 0,1 1 0,-1 0 1,0 0-1,0 1 0,1-1 0,-1 1 1,1-1-1,-1 1 0,1 0 1,0-1-1,-1 1 0,1 1 0,0-1 1,-3 4-1,-4 8 206,1 1 1,1 0-1,0 0 0,1 0 0,0 1 1,1 0-1,-3 22 0,0 8 766,-2 66 0,11 91 819,0-192-1750,0-1 1,1 0-1,0 0 0,0 0 0,1 0 1,1 0-1,0 0 0,8 15 0,-8-19-58,0 0 0,0 0 0,1-1 0,0 1-1,0-1 1,0-1 0,0 1 0,1-1 0,0 1 0,0-2-1,0 1 1,0-1 0,10 4 0,-8-4-21,0 0 1,0-1 0,0 0-1,1-1 1,-1 1-1,0-2 1,1 1 0,-1-1-1,0 0 1,1-1 0,-1 0-1,0 0 1,1-1-1,13-5 1,-12 3-80,0-1 1,0 0-1,-1 0 0,0-1 0,0 0 0,-1-1 1,0 0-1,0 0 0,0-1 0,12-16 1,-4 2-913,-2-1 0,-1 0 0,0-1 1,-2 0-1,-1-1 0,-1 0 0,10-42 0,-6-12-4367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1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6323,'0'0'6752,"0"33"-4404,1 5-1677,5 185 2489,26 233 1856,-32-453-4990,0 4 36,1 0-1,0-1 1,0 1 0,0-1 0,1 0 0,4 12 0,-5-18-60,-1 1 1,0-1 0,0 0-1,0 0 1,0 0-1,0 1 1,1-1 0,-1 0-1,0 0 1,0 0 0,0 0-1,0 1 1,1-1-1,-1 0 1,0 0 0,0 0-1,1 0 1,-1 0 0,0 0-1,0 0 1,1 0-1,-1 0 1,0 1 0,0-1-1,1 0 1,-1 0 0,0 0-1,0 0 1,1-1-1,-1 1 1,0 0 0,0 0-1,1 0 1,-1 0 0,0 0-1,0 0 1,0 0-1,1 0 1,-1 0 0,0-1-1,0 1 1,0 0 0,1 0-1,-1 0 1,0 0-1,0-1 1,0 1 0,0 0-1,1 0 1,-1 0 0,0-1-1,0 1 1,0 0-1,0 0 1,0-1 0,0 1-1,0 0 1,0 0 0,0-1-1,0 1 1,5-12 17,-2-1 1,1 1-1,-2-1 1,2-12-1,-1 4-64,9-62-315,18-96-1230,-23 145 1095,2 1 1,1 0 0,18-37 0,-25 62 456,1 0 1,1 1 0,-1 0 0,1 0 0,0 0 0,1 0-1,0 1 1,0 0 0,0 0 0,10-7 0,-13 11 69,1 1 1,-1-1-1,0 0 1,1 1-1,-1-1 1,0 1-1,1 0 1,0 0-1,-1 1 1,1-1-1,-1 1 1,1 0-1,0-1 1,-1 2-1,1-1 1,0 0-1,-1 1 1,1 0-1,-1-1 1,1 1-1,-1 1 1,1-1-1,-1 1 1,1-1-1,-1 1 1,5 4 0,34 29 37,-28-23 30,25 19 0,-35-29-584,1 1 0,-1-1 1,0 0-1,1 0 1,0 0-1,-1 0 1,1-1-1,0 0 1,0 0-1,-1 0 1,7 0-1,-2-1-5768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1.9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10485,'0'0'5570,"0"229"-4049,0-135 48,0 7-177,-3-4-623,-1-15-369,4-20 0,0-24-352,0-19-32,7-19-448,7-28-448,7-35-737,-7-12-1905,-4-10-3617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2.2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54 16103,'0'0'3746,"154"-41"-8548,-144 28-4290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2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5731,'0'0'6779,"3"19"-5733,18 228 2459,-19 105-568,1 45-1202,-3-388-1717,0 2 13,0 0-1,1-1 1,0 1 0,0 0 0,1-1-1,1 1 1,0-1 0,0 0-1,6 11 1,-9-21-36,0 0-1,0-1 0,0 1 1,0-1-1,0 1 1,0 0-1,0-1 1,0 1-1,0 0 1,1-1-1,-1 1 1,0 0-1,0 0 1,0-1-1,0 1 0,1 0 1,-1-1-1,0 1 1,0 0-1,1 0 1,-1-1-1,0 1 1,0 0-1,1 0 1,-1 0-1,0-1 0,1 1 1,-1 0-1,0 0 1,1 0-1,-1 0 1,0 0-1,1 0 1,-1 0-1,0 0 1,1 0-1,-1 0 1,0 0-1,1 0 0,-1 0 1,0 0-1,1 0 1,-1 0-1,0 0 1,1 0-1,-1 0 1,0 0-1,1 0 1,-1 1-1,0-1 1,1 0-1,-1 0 0,0 0 1,0 1-1,1-1 1,-1 0-1,0 0 1,0 1-1,1-1 1,-1 0-1,0 1 1,0-1-1,0 0 0,0 1 1,1-1-1,-1 0 1,0 1-1,0-1 1,0 1-1,5-28-678,9-127-7646,-11 100 2397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2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472 1 12230,'0'0'3697,"-42"22"-3435,-138 76-198,50-21 6,116-67-28,1 1 1,1 0 0,0 1-1,-18 22 1,25-28 59,1 1 1,0-1 0,0 1 0,0 0 0,1 0 0,0 0 0,1 0 0,-1 1-1,1-1 1,1 1 0,-1-1 0,1 1 0,1 0 0,-1-1 0,2 15 0,0-17 2,0 1 0,0-1 0,0 0 1,1 1-1,-1-1 0,1 0 0,1 0 0,-1 0 1,1-1-1,-1 1 0,1 0 0,1-1 1,-1 0-1,1 0 0,6 7 0,7 3 109,0 0 0,30 18 0,-31-22-144,2 1-53,0-1 0,0 0-1,1-1 1,1-2 0,-1 0-1,23 5 1,-21-7-869,0-2 0,1 0-1,26-1 1,-47-2 660,0 0 0,0 0-1,1 0 1,-1 0 0,0 0 0,0 0-1,1-1 1,-1 1 0,0 0-1,0-1 1,0 1 0,0 0 0,2-2-1,9-16-4251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3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12246,'0'0'4991,"0"26"-3908,0 184 1543,0 129 981,0-332-3568,0 1 0,1 0 0,0-1 0,0 1 1,0 0-1,1-1 0,0 0 0,1 1 1,-1-1-1,5 7 0,-5-11-31,0 1-1,1-1 0,-1 0 1,1 0-1,0 0 1,0-1-1,0 1 1,0-1-1,0 0 0,0 1 1,1-1-1,-1-1 1,1 1-1,0 0 1,-1-1-1,1 0 0,0 0 1,0 0-1,0 0 1,0-1-1,4 1 1,1-1-25,-1 0 1,1 0-1,-1-1 1,1 0 0,-1-1-1,0 0 1,0 0-1,1-1 1,-1 0 0,-1 0-1,1-1 1,-1 0-1,12-7 1,0-4-121,1 0-1,-2-2 1,24-26-1,-27 27-218,0-1 0,-1-1-1,-1-1 1,0 0-1,-1 0 1,-2-1-1,0-1 1,-1 1-1,-1-2 1,0 1-1,-2-1 1,6-43-1,-9-54-1604,-3 73 1961,0 45 1,0 0 53,0 0 1,1 0 0,-1 0 0,0-1 0,0 1 0,0 0-1,0 0 1,0 0 0,0 0 0,-1-1 0,1 1 0,0 0 0,0 0-1,-1 0 1,1 0 0,-1 0 0,1 0 0,-1 0 0,1 0-1,-1 0 1,0 0 0,1 0 0,-1 0 0,0 0 0,0 1 0,0-1-1,0 0 1,0 0 0,1 1 0,-1-1 0,-1 1 0,1-1 0,-2 0-1,1-1-275,1 1-1,-1-1 1,0 1 0,1-1-1,-1 0 1,1 0-1,0 0 1,-1 0-1,0-3 1,-7-12-4467,-1-4-4334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3.7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248 0 9620,'0'0'7551,"0"6"-6452,2 516 4106,0 4-4069,-2-517-1140,0 14 27,0-22-30,0 0 1,0 0 0,0-1-1,0 1 1,0 0 0,0 0-1,0-1 1,1 1 0,-1 0-1,0 0 1,1-1 0,-1 1-1,0 0 1,1-1 0,-1 1-1,1 0 1,-1-1 0,1 1-1,-1-1 1,2 2 0,-1-2-18,1 0-322,-2-9-565,1-30-690,-4-84-6437,-9 46 48</inkml:trace>
  <inkml:trace contextRef="#ctx0" brushRef="#br0" timeOffset="1">1 503 16023,'0'0'3442,"192"28"-2178,-102-28-255,-3 0-801,-6 0-208,-19 0-816,-16-6-849,-22-4-1825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24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22122,'0'0'2401,"32"40"-4370,-32-18-2065,0 3-816,-32-6-7651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33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15 546 1761,'-5'-3'12377,"-4"-3"-10035,9 6-2323,0 0 0,1-1 1,-1 1-1,0 0 0,1 0 0,-1-1 1,0 1-1,1 0 0,-1 0 1,0-1-1,1 1 0,-1 0 1,0 0-1,1 0 0,-1 0 1,1 0-1,-1 0 0,0 0 1,1 0-1,-1 0 0,1 0 1,0 0-1,0 0 14,183-3 412,-96 5-428,-10-3-12,-25-1-7,0 3 0,105 14 1,-91-1 16,0-3 0,113 4 0,-154-14-5,0-1 0,-1-2-1,1 0 1,0-2 0,47-13 0,-51 10-24,0 2 1,1 0 0,0 1-1,0 2 1,35-1 1283,-58 3-1220,1 0 1,-1 0 0,1 0-1,-1 0 1,1 0-1,-1 0 1,1 0-1,-1 0 1,1 0 0,-1 0-1,1-1 1,-1 1-1,1 0 1,-1 0-1,1 0 1,-1-1 0,0 1-1,1 0 1,-1-1-1,1 1 1,-1-1-1,20-36-314,-2-2 0,-2 0 0,20-74 0,-27 79 47,2 1-1,1-1 1,1 2 0,2 0 0,1 1-1,38-55 1,-53 87 196,-1-1 0,1 1 1,-1-1-1,1 1 0,-1-1 0,1 1 0,-1 0 0,0-1 0,1 1 0,-1 0 0,0-1 1,1 1-1,-1 0 0,0-1 0,0 1 0,0 0 0,0 0 0,0-1 0,0 1 0,0 0 1,0 1-1,5 23 91,22 136 429,5 36 288,-26-119-412,14 117 272,-13-153-439,1 1 0,21 61 0,-11-67-34,-17-36-149,0 1-1,0-1 1,0 1-1,0-1 1,0 0 0,0 1-1,0-1 1,1 0-1,-1 0 1,0 0 0,1 0-1,-1 0 1,1 0-1,-1 0 1,1-1 0,-1 1-1,1 0 1,0-1 0,-1 0-1,3 1 1,-4-1 36,5-2 78,4-8-147,0-1 0,-1 0 1,-1-1-1,0 0 1,6-14-1,-8 18-5,4-12-78,0 0 1,-2 0-1,0-1 0,5-26 1,10-91-540,-11 59 128,54-234-2140,-43 215 2075,-21 93 533,-1 4 33,0 0 0,0 0 0,0 0 0,0 0 0,0 0 0,0 0 0,1 0 0,-1 1 0,0-1 0,1 0 0,-1 0 0,0 0 0,1 0 0,-1 0 0,1 0 0,-1 1 0,1-1 0,0 0 0,-1 0 0,1 1 0,0-1 0,0 0 0,-1 1 0,1-1 0,0 1 0,2-1 0,-3 1 3,1 1 0,-1-1 1,1 1-1,-1-1 1,1 1-1,-1 0 1,1-1-1,-1 1 0,0 0 1,1-1-1,-1 1 1,0 0-1,0 0 1,1-1-1,-1 1 1,0 0-1,0 0 0,0 0 1,0-1-1,0 2 1,0-1 7,6 40 367,0 42-1,-1-2 109,4 34 168,-4-40-125,4 0-1,17 75 1,-20-129-249,11 28 0,-14-41-204,0-1 1,1-1-1,0 1 0,0 0 0,0-1 1,1 0-1,8 9 0,-12-14-67,-1-1 0,1 1 0,-1-1 0,1 1 0,-1-1-1,1 0 1,0 1 0,-1-1 0,1 0 0,-1 0 0,1 1 0,0-1 0,-1 0 0,1 0 0,0 0-1,0 0 1,-1 0 0,1 0 0,0 0 0,-1 0 0,1 0 0,0 0 0,-1 0 0,1-1 0,0 1-1,-1 0 1,1 0 0,0-1 0,-1 1 0,1 0 0,-1-1 0,1 1 0,-1-1 0,1 1 0,-1 0-1,1-1 1,-1 1 0,1-1 0,-1 0 0,1 1 0,-1-1 0,1 0 0,16-32-36,-13 25 44,12-27-2,71-153-1188,-70 144 632,-1 0-1,13-66 0,10-142-567,-38 240 1084,1 1-1,1-1 0,0 1 1,0-1-1,1 1 0,0 0 1,1 0-1,8-14 0,-13 25 28,0 0 0,0 1 0,0-1 1,0 0-1,0 0 0,0 0 0,0 0 0,0 1 0,0-1 0,0 0 0,0 0 0,1 0 0,-1 0 0,0 1 0,0-1 0,0 0 0,0 0 0,0 0 0,0 0 0,0 0 1,0 1-1,0-1 0,0 0 0,1 0 0,-1 0 0,0 0 0,0 0 0,0 0 0,0 0 0,0 1 0,1-1 0,-1 0 0,0 0 0,0 0 0,0 0 0,0 0 0,1 0 1,-1 0-1,0 0 0,0 0 0,0 0 0,0 0 0,1 0 0,-1 0 0,0 0 0,0 0 0,0 0 0,0 0 0,1 0 0,-1 0 0,0 0 0,0 0 0,0-1 0,0 1 1,0 0-1,1 0 0,-1 0 0,0 0 0,0 0 0,0 0 0,0 0 0,0-1 0,15 262 1392,-10-219-1120,-1-3 148,15 61 0,-18-99-434,0 0 0,0 0 0,1-1 0,-1 1 0,0 0 0,0-1 1,1 1-1,-1-1 0,0 1 0,1-1 0,-1 0 0,1 0 0,-1 0 0,0 1 0,1-1 0,-1 0 1,1-1-1,-1 1 0,2 0 0,0 0-60,23-2 185,37-5 1,-58 6-109,253-27-33,216 12 339,-346 5 107,-2 0-154,318 11 1023,-420 0-1200,0 2 0,46 8 1,-57-8-74,-10-2-8,-1 0 0,0 1 0,0-1 0,0 0-1,0 1 1,1 0 0,-1 0 0,0-1 0,0 1-1,1 2 1,1-1 9,1-1 0,-1 1 0,0-1 0,0 1 1,1-1-1,-1 0 0,0-1 0,1 1 0,-1-1 0,1 0 0,-1 0 0,5-1 0,27 3 345,-30-1-88,9 5-665,-15-5 303,0 0-1,0-1 1,0 1-1,0 0 0,0-1 1,0 1-1,-1 0 1,1 0-1,0-1 1,-1 1-1,1-1 0,0 1 1,-1 0-1,1-1 1,-1 1-1,1-1 1,-1 1-1,1-1 0,-1 1 1,1-1-1,-1 1 1,0-1-1,1 0 1,-1 1-1,0-1 0,1 0 1,-2 1-1,-22 10-4726,-9-3-4984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36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312 8 1953,'0'-8'10301,"1"36"-9688,8 49 1,-5-42-296,-2 0-1,-3 57 1,0-28 9,10 127 749,-1 1-620,-1 79 61,0 0-258,-17 46 317,10-302-511,1 25 49,-2 0 0,-2 0 0,-9 42 0,12-82-122,0 1 14,0-1 0,0 1 0,0-1-1,0 0 1,0 1 0,0-1 0,-1 1 0,1-1 0,0 0-1,0 1 1,0-1 0,-1 1 0,1-1 0,0 0-1,-1 1 1,1-1 0,0 0 0,-1 1 0,1-1-1,0 0 1,-1 0 0,1 1 0,0-1 0,-1 0 0,1 0-1,-1 0 1,1 0 0,-1 1 0,1-1 0,0 0-1,-1 0 1,1 0 0,-1 0 0,1 0 0,-1 0-1,1 0 1,-1 0 0,0 0 138,2-1-173,0 0 19,0 1 0,0 0-1,0-1 1,0 1 0,0-1 0,0 1-1,0 0 1,0 0 0,0 0 0,0 0-1,0 0 1,0 0 0,0 0 0,0 0-1,0 0 1,1 0 0,1 0-16,46 0 51,0 3 0,60 9-1,17 5-25,-57-10-6,-61-6-1,-1 1 0,1-1 0,-1 1 0,0 1 0,13 5 0,-16-7-5,-1-1-46,-4 22-282,0-19 352,-1 0-1,0-1 1,1 1 0,-1-1-1,0 0 1,0 0 0,0 1-1,-1-1 1,1-1 0,0 1-1,-6 3 1,-34 18 84,36-20-94,-22 10 76,-37 12-1,-19 7-37,24-4 5,-158 67 5,186-86-51,-43 7 0,25-6 1,17-8-10,14-3 51,18 1 35,7 1-190,147 34 355,-60-15-183,-41-8-51,146 40-4,-180-44-10,0 0 0,25 16 0,21 11 25,-57-32-8,0 0 0,1-1 0,-1 0-1,1 0 1,-1-1 0,1 0 0,10 1 0,10 4 906,-46-6-806,-37-1-42,13 0-43,1 2 0,-79 10 0,109-8-17,-43 7-12,1 2 1,0 2 0,-61 26-1,8-2 12,80-31-8,-1 2 0,2 1 0,-35 18 0,60-28-7,0 0 0,0 0 0,0 0 1,0 0-1,0 0 0,0 0 0,-1 0 1,1 1-1,0-1 0,0 0 0,0 0 0,0 0 1,0 0-1,0 0 0,0 0 0,0 0 1,0 1-1,0-1 0,0 0 0,0 0 0,-1 0 1,1 0-1,0 0 0,0 0 0,0 1 1,0-1-1,0 0 0,0 0 0,0 0 0,0 0 1,0 0-1,0 0 0,1 1 0,-1-1 1,0 0-1,0 0 0,0 0 0,0 0 0,0 0 1,0 0-1,0 0 0,0 1 0,0-1 1,0 0-1,0 0 0,0 0 0,1 0 0,-1 0 1,0 0-1,10 7-74,18 3 228,-23-9-157,88 29 129,158 28 1,-214-52-127,-1 2 0,1 2 0,-2 1 0,35 17 0,-21 0 13,-48-28-4,0 0 0,0 0 0,-1 1 0,1-1 0,0 0 0,-1 1 0,1-1 0,0 0 0,-1 1 0,1-1-1,0 1 1,-1-1 0,1 1 0,-1-1 0,1 1 0,-1 0 0,1-1 0,-1 1 0,1-1 0,-1 1 0,0 0-1,1 0 1,-1-1 0,0 1 0,0 0 0,1 0 0,-1-1 0,0 1 0,0 0 0,0 0 0,0-1 0,0 1 0,0 0-1,0 1 1,0-1-17,-173 12-24,78-3-18,76-9 31,-1 1 0,1 1 1,-37 11-1,54-13-50,2 24-294,7 283 515,-7 321-120,-1-604-2,-2 0 0,0-1 1,-13 44-1,0 1 6,6-17-21,-6 32 115,3 0 0,-3 113 1,16 99 309,0-296-454,1 0 0,-1 0 0,0 0 0,0 0 0,1 0-1,-1 0 1,0 0 0,1 0 0,-1 0 0,0 0 0,0-1 0,1 1 0,-1 0 0,0 0 0,0 0 0,1 0 0,-1 0-1,0-1 1,0 1 0,0 0 0,1 0 0,-1 0 0,0-1 0,0 1 0,0 0 0,1 0 0,-1 0 0,0-1 0,0 1-1,0 0 1,0-1 0,0 1 0,0 0 0,0 0 0,0-1 0,0 1 0,0 0 0,0 0 0,0-1 0,0 1 0,0 0 0,0-1-1,0 1 1,0 0 0,0 0 0,0-1 0,-1-20-2198,-2-12-2080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47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13 2049,'0'0'3276,"-14"-12"633,13 14-3797,1 1 0,-1-1 0,0 1 1,1-1-1,-1 1 0,1-1 1,0 1-1,0 0 0,0-1 1,0 1-1,1 3 0,-1 1 208,-1 1 24,1-6-283,0 1 0,-1-1 0,1 0 0,0 1 1,0-1-1,0 0 0,1 0 0,-1 1 1,0-1-1,1 0 0,0 0 0,-1 1 0,3 3 1,-2-4 1,1 0 1,-1 0 0,0 0 0,0 0 0,0 0 0,0 0 0,0 0 0,-1 0 0,1 0 0,-1 1 0,1-1 0,-1 0 0,0 0 0,0 1 0,0 3 0,0-3-41,0 0 1,0 0-1,1 0 1,-1 0-1,1 0 1,-1 0-1,3 5 1,-2-5-31,0 0 0,-1 0-1,1 0 1,-1 0 0,0 0 0,1 0 0,-2-1 0,1 1 0,0 0 0,-1 4-1,0 6 71,1-12-52,0-1 1,0 1 0,0-1-1,0 1 1,0 0 0,0-1-1,0 1 1,0-1-1,0 1 1,0 0 0,0-1-1,1 1 1,-1-1 0,0 1-1,0-1 1,1 1 0,-1-1-1,0 1 1,1-1-1,-1 1 1,0-1 0,1 1-1,-1-1 1,1 0 0,0 1-1,15 0 421,-7-1-390,-6 0 21,0 0 0,1-1 1,-1 0-1,0 1 0,1-1 0,-1 0 0,5-3 0,-5 3-63,0 0 0,1-1 0,-1 1 0,1 1 0,-1-1 0,1 0-1,5 0 1,318 1 777,-258 10-60,78 2 54,10-5-677,271-7 189,-393 1-205,61 12 1,-5 0-60,469-1 577,-369-14-483,414 2 231,-373-14-280,-128 6-63,119 7 0,-103 2-13,58-10 14,-101 0 6,-53 5-4,42-2 0,109 0-4,55-4 48,-215 11-47,-4-1 2,0 0 1,-1-1 0,1 0 0,19-4-1,-16 2 2,1 1 0,24-2 0,-4 2-17,96-8 12,142 8 1,-136 3 1297,-163-1-4311,-33 3-1,5 10-5470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39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701 44 560,'0'0'4848,"-28"-3"-2122,-418 3 1663,421-2-4373,0 0 0,-44-10 0,43-1 137,10 4 52,12 8-77,0 1 0,0-1 1,-1 1-1,1 0 1,0 0-1,-1 0 0,-5 1 1,-5 0 92,15-1-167,-4 37 2565,4 504-1229,4-166-1152,-11-207-75,7-115-67,0-53-124,0 0 0,0 0 1,0 0-1,0 0 1,0 0-1,0 0 1,0 0-1,0 0 0,0 1 1,0-1-1,0 0 1,0 0-1,0 0 1,0 0-1,0 0 0,0 0 1,0 0-1,-1 0 1,1 0-1,0 0 1,0 1-1,0-1 1,0 0-1,0 0 0,0 0 1,0 0-1,0 0 1,0 0-1,0 0 1,0 0-1,0 0 0,0 0 1,-1 0-1,1 0 1,0 0-1,0 0 1,0 0-1,0 0 0,0 0 1,0 0-1,0 0 1,0 0-1,0 0 1,0 0-1,-1 0 0,1 0 1,0 0-1,0 0 1,0 0-1,0 0 1,0 0-1,0 0 0,0 0 1,0 0-1,0 0 1,0 0-1,-1 0 1,1 0-1,0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41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1296 274 3362,'0'0'9937,"0"-10"-9262,0-44 633,0 52-1206,-1 0 0,1-1 0,-1 1 0,0 0 0,0 0 0,0 0 0,0 0 0,0 0 0,0 0 0,-1 0 0,1 0 0,-1 1 0,1-1 0,-1 0 0,0 1 0,-2-3 0,-39-26 381,25 18-310,-9-8 82,-83-57 21,100 73-240,1 0 1,-1 0-1,0 1 1,0 0-1,-20-2 1,1 0 19,7 1 71,-1 2-1,0 1 1,-43 2 0,12 1 172,3 1-61,1 2 1,-69 16 0,88-15-251,-45 19 161,52-18-102,0 1 0,1 1 0,0 1 0,1 1 0,0 1 0,0 1 0,2 1 0,0 1 0,0 1 0,1 0 0,1 2 0,1 0 1,1 1-1,0 0 0,-14 25 0,11-10 57,0 1 1,2 1-1,2 0 1,-16 58-1,25-64 60,2 0-1,0 0 0,2 0 0,4 50 0,-2-25-114,1-38-37,1 0 0,1-1-1,0 1 1,1-1 0,7 18 0,4 20 32,34 96 22,-41-116 16,3 0 0,0 0 0,2-2 0,2 1 0,1-2 0,1 0 0,2-1 0,1-1-1,38 44 1,-43-61-48,-1 0-1,1-1 0,1-1 1,0-1-1,0 0 0,1-1 1,25 9-1,53 15 70,-38-14 16,-13-5-5,0-2 1,1-2 0,49 4-1,22-11 231,-64-3-308,-44 1-27,0-1 1,1 0-1,-1 0 1,0-1-1,0 0 0,0-1 1,8-3-1,53-30 65,-17 8-44,93-46 1,-126 62-42,-1-1 0,-1-1 0,0-1 0,-1 0 0,26-33 0,-23 26 6,-4 6-17,-2-1 0,0 0-1,-1-1 1,-1 0 0,-1-1-1,0 0 1,-2 0 0,8-25-1,-12 17 35,0 0-1,-2 0 0,-3-55 0,0 25-2,1 7-6,-3-116-25,1 132 54,-2-1 0,-15-59 1,1 16-49,-6-20 0,18 78-9,0 1 0,-2 0 0,0 0-1,-1 1 1,0 0 0,-2 0 0,0 1-1,-1 1 1,-1 0 0,-27-27 0,12 18 44,8 8-14,-26-28 0,43 42-8,1 1 1,-1-1 0,0 1-1,0-1 1,0 1 0,0 0 0,0 1-1,0-1 1,-1 0 0,1 1 0,-1 0-1,1 0 1,-1 0 0,-3-1-1,-5 1-74,-1 0 0,-23 1-1,9 1-352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42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4786,'0'0'7003,"29"4"-3470,35 11-3044,1-3 1,0-3-1,70 1 1,-22 0-434,-108-8-813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42.6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35 2113,'0'0'5941,"0"-6"-5356,0-23 2648,0 37-2264,1 88 500,1-15-104,-15 143 0,12-218-1342,-2 39 79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43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5234,'0'0'5744,"3"0"-4962,280 0 4576,-91 0-10727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44.3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3105,'0'0'5328,"0"-4"-4762,-1-14 1373,3 35 2282,9 504-2818,-13-337-1368,2 197 200,0 98-3474,0-491-1198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50.5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4306,'1'-5'11872,"5"16"-11718,0 0-1,-1 0 1,0 0-1,-1 1 1,0 0-1,2 12 1,6 15 137,74 305 1346,-54-193-1086,-25-119-503,31 111 213,-37-142-252,-1 0-1,0 0 1,1 0-1,-1-1 1,0 1-1,1 0 1,-1 0-1,1 0 1,0 0-1,-1-1 1,1 1-1,0 0 1,-1-1-1,1 1 1,0-1-1,0 1 1,-1 0 0,1-1-1,0 0 1,0 1-1,0-1 1,0 1-1,0-1 1,0 0-1,0 0 1,0 0-1,0 0 1,0 1-1,0-1 1,-1 0-1,1 0 1,0-1-1,0 1 1,0 0-1,0 0 1,0 0-1,0-1 1,0 1-1,0 0 1,0-1-1,0 1 1,-1-1 0,1 1-1,0-1 1,0 1-1,0-1 1,-1 0-1,1 1 1,0-1-1,-1 0 1,1 0-1,-1 1 1,1-1-1,-1 0 1,1 0-1,0-1 1,16-30 43,-2 1 0,-1-2 0,-1 0 1,-2 0-1,11-55 0,-10 19-309,6-130 1,1 37-17,-5 61 346,-9 72-92,-5 28 22,0 15-697,-1 12 646,1 4-919,3 35 1,-1-56-63,-1 1 1,1-1-1,1 0 0,-1 0 1,2 1-1,-1-2 0,10 18 1,14 10-6354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51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57 3890,'0'0'5824,"-1"-3"-5176,0 1-589,0 0-1,-1 0 0,1 0 1,-1 1-1,1-1 1,-1 0-1,0 1 1,1-1-1,-1 1 1,0 0-1,0-1 1,0 1-1,0 0 0,0 0 1,0 0-1,-1 0 1,1 1-1,0-1 1,0 1-1,-1-1 1,1 1-1,-4 0 1,-29-11 648,25 8-701,1 0 0,-1 0 0,0 1 0,0 0 0,0 1 0,0 0 0,-19 1 0,27 0-1,1 1 0,0-1 0,-1 1 0,1-1-1,0 1 1,-1 0 0,1 0 0,0-1 0,0 1 0,0 0 0,-1 0 0,1 0 0,0 0 0,0 1 0,0-1 0,1 0 0,-1 0 0,0 0 0,0 1 0,1-1 0,-2 3 0,-11 34 294,9-17 160,1 0 1,1 0 0,0 36-1,3-56-426,0 1 0,0-1 1,0 0-1,0 0 0,0 0 0,0 0 1,1 0-1,-1 0 0,0 0 0,1-1 0,-1 1 1,0 0-1,1-1 0,-1 1 0,1-1 0,-1 1 1,1-1-1,-1 0 0,3 0 0,-1 1 18,22 7 19,-1 0 0,36 17 0,-53-21-57,1 0-1,-1 1 1,0 0-1,0 0 1,-1 1-1,1 0 1,-1 0-1,-1 0 1,1 1-1,-1 0 1,7 11-1,-9-9 7,1 0-1,-1 0 0,-1 0 0,1 0 1,-2 1-1,1-1 0,-1 1 1,-1-1-1,0 1 0,-1 12 1,1 1 35,-1-17 8,0 1-1,0 0 0,0-1 0,-1 1 1,0-1-1,0 0 0,0 1 0,-1-1 1,0 0-1,-1-1 0,1 1 0,-1 0 1,0-1-1,0 0 0,-9 9 0,7-9-11,0 1-1,0-1 1,-1 0 0,0-1-1,1 1 1,-2-1-1,1 0 1,0-1 0,-1 0-1,0 0 1,1-1-1,-14 3 1,12-4-25,1 0 0,-1-1 0,1 0-1,-11-1 1,17 1-40,-1-1 0,1 1 0,0-1 0,0 1 0,-1-1 0,1 0 0,0 0 0,0 0 0,0 0 0,0-1 0,0 1 0,0 0 0,0-1 0,1 0 0,-1 1 0,0-1 0,1 0 0,-1 0 0,0-2 0,-2-2-294,1 0 1,0-1-1,1 1 1,-1-1-1,1 1 1,-1-8-1,2 8-1143,1 1 0,-1 0 0,1-1 0,1-9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52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0 4322,'0'0'6870,"-3"1"-5691,-9 4 1095,24 2-137,-4-3-2557,7 1 413,0 1-1,0-2 1,1 0 0,-1-1-1,1-1 1,0 0 0,21-1-1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52.7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2225,'11'-18'14699,"22"23"-15024,-24-4 784,34 3-187,68-2-1,-61-3-504,-49 1 161,-1 19-4794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56.4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0 704,'0'0'12822,"0"3"-12558,0 273 3253,3-281-3601,0 1 1,0 0 0,1 0 0,-1 0-1,1 0 1,0 1 0,8-6 0,-3 1 68,-5 5 25,0 1 0,0-1 0,1 1 0,-1 1 0,0-1 0,1 0 0,-1 1 0,1 0 0,-1 0 0,1 0 0,0 1 0,-1 0 0,1 0 0,0 0 0,0 0 0,4 1 0,12 0-4,-18-1 10,1 1-1,-1-1 0,0 1 1,1 0-1,-1 0 0,0 1 1,0-1-1,0 0 0,0 1 1,0 0-1,0 0 1,0 0-1,-1 0 0,1 0 1,-1 0-1,1 1 0,-1-1 1,0 1-1,0 0 0,0-1 1,0 1-1,1 4 0,1 0 37,-1 0 0,0 0 0,0 0 0,-1 0 0,0 0 0,0 0 0,-1 1 0,0-1 0,1 9 0,-3-3-5,1-9-2,0 1-1,0 0 1,0 0-1,1-1 1,-1 1-1,1 0 1,0 0-1,4 8 1,-4-7-26,1 0 1,-1 1-1,0-1 1,-1 1-1,1-1 1,-1 0-1,-1 1 1,1-1-1,-3 8 1,2-11-1,0 0 0,0 0 0,-1 0 0,1 0 0,-1 0 0,0-1 0,0 1 0,0-1 0,0 1 0,0-1 0,0 0 0,-1 0 0,1 0 0,-1 0 0,1 0 0,-1 0 0,0-1 0,0 1 0,0-1 0,0 0 0,0 0 0,0 0 0,0 0 0,-5 0 0,-9 1 146,0 0 1,0-1 0,-25-2 0,13 0-93,-124 1-492,153-1 388,-1 1 0,0-1 0,1 1-1,-1-1 1,0 1 0,1-1 0,-1 1 0,1-1 0,-1 0-1,1 1 1,-1-1 0,1 0 0,-1 1 0,1-1 0,0 0-1,-1 0 1,1 1 0,0-1 0,0 0 0,-1 0 0,1 0-1,0 1 1,0-1 0,0 0 0,0 0 0,0-1 0,-1-30-1216,1 28 849,0-7-656,0 7 333,0 1 1,-1-1 0,2 1-1,-1-1 1,0 1 0,2-6-1,7-4-4123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56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13 5106,'0'0'4178,"-5"0"-3284,-16 0 293,20 0-1121,1 0-1,0 0 1,0 0-1,-1 0 0,1 0 1,0 0-1,0-1 1,-1 1-1,1 0 1,0 0-1,-1 0 0,1 0 1,0-1-1,0 1 1,0 0-1,-1 0 1,1-1-1,0 1 1,0 0-1,0 0 0,0-1 1,-1 1-1,1 0 1,0 0-1,0-1 1,0 1-1,0 0 0,0-1 1,0 1-1,0 0 1,0 0-1,0-1 1,0 1-1,0 0 1,0-1-1,0 1 0,0 0 1,0-1-1,0 1 1,0 0-1,0 0 1,1-1-1,-1 1 0,0 0 1,0 0-1,0-1 1,0 1-1,1 0 1,-1 0-1,0-1 1,0 1-1,1 0 0,172 0 1956,-56 0-4386,-115 0 2068,-1 1 0,0 0 0,1 0 0,-1 0 0,0 0-1,0 0 1,0 0 0,0 1 0,0-1 0,0 0 0,0 0-1,0 1 1,-1-1 0,1 0 0,0 1 0,-1-1 0,1 1 0,-1-1-1,0 1 1,1 2 0,1 3-1685,5 14-4285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39:58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2625,'0'0'6635,"0"-3"-6093,0 2-470,0 0 0,0 1 0,0-1 0,0 0 0,0 1 0,0-1 0,0 0 0,0 1 0,1-1 0,-1 0 0,0 1 0,0-1 0,0 0 0,1 1 0,-1-1 0,0 1 0,1-1 0,-1 1 0,1-1 0,-1 1 0,0-1 0,1 1 0,-1-1 0,1 1 0,-1-1 0,1 1 0,1-1 0,23-1 3174,-20 2-2906,-2 0-250,-1 0-1,0 1 1,0 0-1,0-1 1,0 1-1,0 0 1,1 0-1,-1 0 1,-1 0-1,1 0 0,0 0 1,0 1-1,0-1 1,-1 1-1,1-1 1,0 1-1,-1 0 1,0 0-1,1 0 1,-1-1-1,2 5 1,4 7-5,-1 0 0,7 20 1,-4-9 171,22 52 1043,39 142 1,-70-217-1289,0 0 1,0 0-1,0 0 1,0 0-1,0 0 1,1-1-1,-1 1 1,0 0-1,1 0 1,-1 0-1,1 0 1,-1-1-1,1 1 1,-1 0-1,1 0 1,-1-1-1,1 1 1,0-1-1,-1 1 1,1 0-1,0-1 1,-1 1-1,1-1 1,0 1-1,0-1 1,0 0-1,0 1 1,-1-1-1,1 0 1,0 0-1,0 0 1,0 1-1,0-1 1,0 0-1,0 0 1,0 0-1,0 0 1,-1-1-1,1 1 1,0 0-1,1 0 1,2 0 59,-2-2-56,0 1-1,-1-1 0,1 0 0,0 0 0,-1 1 1,1-1-1,-1 0 0,0 0 0,0-1 0,1 1 1,0-4-1,-1 4-6,30-65-173,29-95 0,-53 143 105,17-29-1,-16 33-11,-1 0-1,10-28 1,-16 20-44,-2 14-293,1 9 234,0-32-18,-1 30 190,1 1-1,0 0 0,-1 0 0,0 0 0,1-1 0,-1 1 1,1 0-1,-1 0 0,0 0 0,0 0 0,0 0 0,0 0 1,0 0-1,0 1 0,-2-3 0,0 1-17,2 2-26,1 0 1,-1-1-1,1 1 1,-1-1 0,1 1-1,-1 0 1,1-1-1,-1 1 1,1 0 0,-1 0-1,1-1 1,-1 1-1,1 0 1,-1 0 0,0 0-1,1 0 1,-1 0-1,1 0 1,-1 0 0,0 0-1,1 0 1,-2 0 0,2 27 18,0-24 73,1 1 1,-1-1-1,1 0 0,0 0 1,0 1-1,1-1 0,-1 0 1,0 0-1,1 0 1,0 0-1,0 0 0,0-1 1,0 1-1,0 0 1,0-1-1,1 1 0,-1-1 1,1 0-1,0 0 0,0 0 1,6 3-1,0 0 42,1 0 0,1-1 0,-1 0 0,1 0-1,17 3 1,-27-7-199,30 8 404,-17-1-1639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2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38 158 4674,'0'0'6318,"0"-4"-4704,0-9-128,0 36-1129,0 84 397,7 250 2521,-3-250-1904,-11-269-2761,5-96 520,4 136 798,8 38 118,-9 79-60,-1 0 1,1 1 0,0-1-1,0 0 1,0 1 0,0 0-1,1-1 1,0 1 0,0 0-1,0-1 1,0 1 0,1 0-1,0 1 1,-1-1 0,1 0-1,1 1 1,-1 0 0,0 0-1,1 0 1,0 0 0,0 0-1,0 1 1,0-1 0,0 1-1,0 0 1,0 0 0,1 1-1,-1 0 1,1-1 0,-1 1-1,1 1 1,0-1 0,-1 1-1,7 0 1,28-2 33,-27 1-9,0 0 1,0 1-1,0 0 1,0 1-1,1 0 1,-2 1-1,15 4 1,-18-2-11,-1 1 0,1 0-1,-1 0 1,-1 1 0,1 0 0,-1 0 0,0 1 0,0 0 0,6 9 0,2 3 38,-10-14 25,0 1 0,-1-1 0,0 1 0,0 0 1,-1 0-1,0 0 0,0 0 0,0 1 0,-1-1 0,1 1 0,-1 6 0,0 5 91,0 0-1,-4 32 0,1-43-122,0-1 0,0 0-1,-1 0 1,0 0 0,0 0-1,-1-1 1,1 1-1,-1-1 1,-8 9 0,-3 4 62,7-7-62,0-1-1,-1 0 0,0 0 0,-1 0 0,0-1 1,-1-1-1,-17 12 0,18-15-17,1-1 0,-1 0-1,0 0 1,0 0 0,-1-2-1,1 1 1,0-1-1,-1-1 1,0 0 0,-13 0-1,4-1 15,13 1-39,0 0 1,1-1-1,-1 0 1,1-1-1,-1 1 1,0-1-1,1-1 1,-1 1-1,1-1 1,0 0-1,-9-4 1,6 1-4,-17-12-59,25 16 71,0 0-1,0 0 1,0 0 0,0 0-1,0 0 1,0 0 0,0 0-1,0 0 1,0 0 0,1-1 0,-1 1-1,0 0 1,1-1 0,-1 1-1,1 0 1,0-1 0,-1 1-1,1-2 1,0 2-75,12 1-59,12 0 181,67 3 94,-80-1-129,0 0 0,0 0 0,0 1 0,0 0-1,0 1 1,12 6 0,-5 0 75,1 1-1,-1 1 1,-1 0 0,0 2-1,-1 0 1,16 18 0,-11-8 206,-1 1 1,-2 0-1,23 42 0,-37-59-624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3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7123,'0'0'6160,"0"-3"-5653,0-10 2292,0 17-2698,0 396 3248,0-399-3472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5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 3858,'0'0'4263,"4"-6"-2716,-3 6-1452,0 1 0,-1-1 0,1 0-1,0 1 1,0-1 0,-1 1 0,1-1-1,0 1 1,-1-1 0,1 1 0,0 0-1,-1-1 1,1 1 0,-1 0 0,1-1-1,-1 1 1,1 0 0,-1 0 0,0-1-1,1 1 1,-1 0 0,0 1 0,8 25 453,-8-26-496,9 41 739,-2 1 0,1 56 0,-7 88 1009,-2-97-1053,1 93 1827,-7-549-7189,8 340 4537,7-37 0,-4 38 4,1-36 0,-5-31 149,0 89-71,0 0 1,1 0-1,0 0 1,-1 0 0,1 0-1,0 0 1,0 0 0,1 1-1,-1-1 1,1 1-1,-1-1 1,1 1 0,0-1-1,0 1 1,0 0 0,0 0-1,0 0 1,0 0-1,1 0 1,3-2 0,-2 1 28,1 1 0,-1-1 0,1 1 0,0 0 0,0 0 0,0 0 1,0 1-1,0 0 0,0 0 0,10-1 0,23 1 35,-16 0-55,38 4-1,-58-3-5,0 1-1,1 0 0,-1 0 0,0 0 0,0 0 0,0 0 0,0 1 0,0-1 0,0 1 0,0-1 0,0 1 0,0 0 0,-1-1 0,3 4 0,23 35 177,-14-19-102,-5-12 0,-1 1 0,0 0-1,-1 1 1,0-1-1,0 1 1,-1 0 0,-1 1-1,0-1 1,0 1-1,-1 0 1,-1 0 0,0 0-1,0 18 1,-1-10 5,-1 20-40,0-38-40,0 0 0,-1 0 0,1 0 0,-1 1 0,0-1 0,1 0 0,-1 0 0,0 0 0,0 0 0,0 0 0,-1-1-1,1 1 1,0 0 0,-3 2 0,-18 16 122,-1 0-1,-36 21 1,50-35-131,0-1-1,0-1 1,-1 1 0,0-2 0,0 1-1,0-1 1,0-1 0,0 0 0,0 0-1,-17 0 1,25-2 2,1 0 0,0 0 0,-1 0 0,1 0 0,0 0 0,-1 0 0,1 0 0,0 0 0,-1-1 0,1 1 0,0 0 0,0-1 0,-1 1 0,1-1 0,0 0 0,-1 0 0,1-1 1,0 1 0,1 0 1,0 0-1,-1-1 0,1 1 1,0 0-1,-1-1 0,1 1 1,0 0-1,0-1 1,0 1-1,0 0 0,1-2 1,-1-8-29,0 9 22,0 1-1,0-1 1,0 0-1,0 0 0,0 1 1,1-1-1,-1 0 1,0 0-1,1 1 1,0-1-1,-1 1 1,1-1-1,0 0 1,0 1-1,0-1 1,1-1-1,0 2 7,-1 0-1,1 0 0,0 0 0,-1 0 1,1 0-1,0 0 0,0 1 1,0-1-1,0 1 0,0-1 1,0 1-1,0-1 0,0 1 0,0 0 1,0 0-1,2 0 0,27-1 7,28 0 6,-55 2-11,1-1-1,-1 1 1,1 0 0,-1 0 0,1 0 0,-1 0 0,0 1-1,0 0 1,0 0 0,5 3 0,1 2 28,-1 1 0,0 0 0,0 1 0,0 0 0,-1 0 0,-1 1 0,1 0 0,-2 0 0,8 15 0,1 8 525,19 64 1,-9-21 802,-24-75-1581,0 0-1,0-1 1,0 1 0,0-1 0,0 1-1,1-1 1,-1 0 0,0 1 0,0-1-1,0 0 1,0 0 0,1 0-1,-1 0 1,0 0 0,0 0 0,0 0-1,1 0 1,0-1 0,5 1-1310,12 0-4351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5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 2 3265,'0'0'6054,"-8"0"-4966,-35 0 6628,43 0-7715,7-1 27,-1 1-1,0 0 1,0 0-1,1 0 1,-1 1-1,0 0 1,0 1 0,0-1-1,0 1 1,0 0-1,0 1 1,0-1-1,10 7 1,-12-6 15,1 1 0,-1-1 0,0 1 1,0 0-1,0 0 0,0 1 0,0-1 0,-1 1 0,0 0 1,0 0-1,-1 0 0,1 0 0,-1 0 0,0 0 1,0 1-1,-1-1 0,1 1 0,-1-1 0,-1 1 0,1 0 1,-1-1-1,0 1 0,0 0 0,0 0 0,-1-1 1,-2 9-1,2-10-33,-1 0 1,1 0 0,-1 0 0,0-1-1,0 1 1,0 0 0,-1-1 0,1 0-1,-1 1 1,0-1 0,0 0 0,-5 4-1,-49 33 116,28-21-103,-2 2 12,13-9 12,0 1 0,-32 31 0,50-44-38,0 0 0,0 0 0,0 0 0,-1 0 0,1 0 0,0 0 0,0 0 0,0 1 0,0-1 0,0 0 0,0 0 0,0 0 0,0 0 0,0 0 0,-1 1 0,1-1 0,0 0 0,0 0 0,0 0 0,0 0 0,0 1 0,0-1 0,0 0 0,0 0 0,0 0 0,0 0 0,0 1 0,0-1 0,0 0 0,1 0 0,-1 0 0,0 0-1,0 1 1,0-1 0,0 0 0,0 0 0,0 0 0,0 0 0,0 0 0,0 0 0,0 1 0,1-1 0,-1 0 0,0 0 0,0 0 0,0 0 0,0 0 0,0 0 0,1 0 0,-1 0 0,14 4 225,24-4 2,-32 0-132,301-3 294,-306 3-451,-1 0 1,0 0-1,0 0 0,1 0 1,-1 1-1,0-1 1,1 0-1,-1 0 0,0 0 1,0 0-1,1 1 0,-1-1 1,0 0-1,0 0 0,1 0 1,-1 1-1,0-1 1,0 0-1,0 0 0,0 1 1,1-1-1,-1 0 0,0 1 1,0-1-1,0 0 1,0 1-1,0-1 0,0 0 1,0 1-1,0-1 0,0 0 1,0 0-1,0 1 1,0-1-1,0 0 0,0 1 1,-2 12-3569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8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13 7123,'0'0'3855,"-17"-12"217,17 12-4051,-3 4-379,0 29 327,4 60 0,0-29 187,-1 607 2501,-5-558-1667,3-99-4621,2-45-739,0-11-3266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9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279 1 3330,'1'2'11050,"-14"17"-10981,-2 0 0,0-2 1,0 1-1,-2-2 0,-32 26 1,11-9-57,-79 63 65,122-94 148,13-1-53,-10-1-121,-1 0-1,1 1 0,-1 0 0,1 0 1,8 3-1,-9 1 21,0 1-1,0-1 1,-1 2 0,0-1 0,0 1-1,0 0 1,-1 0 0,0 1 0,6 10-1,-8-13-9,74 141 1223,-23-40 244,-53-104-1453,0 0-1,0 0 1,0-1-1,1 1 0,-1 0 1,0-1-1,1 1 0,-1-1 1,1 0-1,-1 1 1,1-1-1,2 1 0,-3-1-59,-1-1 0,1 0 0,-1 0 0,1 0 0,-1 0 0,1 0 0,-1 0 0,0 0 0,1 0 0,-1 0 0,1 0 0,-1 0-1,1 0 1,-1 0 0,1 0 0,-1 0 0,0 0 0,1-1 0,-1 1 0,1 0 0,-1 0 0,1-1 0,0 0-24,0 0 0,-1 0 1,1 0-1,0 0 0,0 0 0,-1 0 1,1 0-1,-1 0 0,1 0 1,-1 0-1,0 0 0,1-2 0,16-73-2440,-5 22-2918,-3 13-3779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9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3 297 6835,'0'0'7662,"21"-19"-7560,66-58-70,-82 72-182,-1 1 0,1-1-1,-1 0 1,0 0 0,0 0 0,-1 0 0,1 0 0,-1-1 0,0 0 0,-1 0 0,1 0 0,-1 0 0,0 0-1,-1 0 1,0 0 0,0-1 0,0 1 0,0 0 0,-1-1 0,0 1 0,-1-1 0,0-5 0,-1-17-376,2 27 509,0 1-1,0 0 1,0-1 0,0 1-1,0 0 1,-1 0 0,1-1 0,-1 1-1,1 0 1,-1 0 0,1 0 0,-1-1-1,1 1 1,-1 0 0,0 0-1,0 0 1,0 0 0,0 0 0,0 0-1,1 1 1,-2-1 0,1 0-1,0 0 1,0 1 0,0-1 0,0 0-1,0 1 1,0 0 0,-1-1 0,1 1-1,0-1 1,-2 1 0,-5-1 107,0 0 0,1 0 0,-1 1 1,-11 1-1,2 0 141,15-1-169,0 0 0,-1 1 0,1-1 0,0 1-1,-1-1 1,1 1 0,0 0 0,0 0 0,0 0 0,0 0 0,0 1 0,0-1 0,0 0 0,0 1 0,0-1-1,1 1 1,-1 0 0,0 0 0,1-1 0,0 1 0,-1 0 0,1 0 0,0 0 0,0 1 0,0-1 0,0 0-1,0 3 1,-3 6 295,1 0-1,1 1 1,0-1 0,0 18-1,-1 14 1051,2 0 0,7 71 0,-5-106-1299,1 0 1,0-1-1,0 1 0,1-1 1,0 0-1,0 0 0,1 0 1,-1 0-1,2 0 0,-1-1 1,1 1-1,0-1 0,0-1 1,1 1-1,-1-1 0,1 0 1,0 0-1,1 0 1,7 3-1,-4-2-57,0-2 0,1 0-1,-1 0 1,1 0 0,0-2 0,0 1 0,0-1 0,0-1-1,0 0 1,1-1 0,-1 0 0,18-2 0,-23 1-96,0-1 1,-1 0-1,1 1 1,0-2-1,-1 1 1,1-1-1,-1 0 1,0 0-1,0 0 1,0 0-1,-1-1 1,1 0-1,-1 0 1,1-1-1,-1 1 1,-1-1-1,1 0 1,-1 0-1,4-6 1,0-2-922,-1 0 0,0 0 0,-1-1 0,-1 0 0,0 0 0,4-28 0,-3-11-4324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09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6739,'-3'3'6599,"2"-3"-6558,48 778 7910,-46-761-7870,1-1 1,1 0-1,0 0 0,1 0 1,1-1-1,0 1 0,12 23 1,-16-38-53,-1-5-370,0-23-1049,-5-105-5304,-4 78 2185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0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2273,'0'0'12374,"189"-10"-12102,-137-2-256,-3 2-16,-11 7-1377,-13-6-3617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0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76 10229,'0'0'7395,"0"-16"-8563,0-12-1938,0-3-6274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1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 9284,'0'0'8084,"0"-12"-8820,0 9-225,0-4-1168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1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3 6243,'0'0'7675,"0"-3"-6709,0 7 107,0 799 4164,-1-818-6897,-1-1 0,0 1 1,-6-21-1,6 28 847,-11-38-4637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1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0 154 8836,'0'0'4717,"20"-23"-4597,64-70 64,-80 88-165,0 1 0,0 0 0,1 1 0,0-1 0,0 1 0,5-3 0,-8 5-12,0 0 0,1 1 0,-1-1 1,0 1-1,0-1 0,1 1 0,-1 0 0,3 0 0,5-1 7,2-1 100,-1 1 0,1 1 0,0 0 0,0 0-1,-1 1 1,19 4 0,-25-4 10,1 1 0,-1 0 1,0 0-1,1 1 0,-1 0 0,0 0 0,0 0 0,-1 0 0,1 1 0,-1-1 0,0 1 0,1 0 0,-2 1 0,1-1 0,4 7 0,-4-3 45,1-1-1,-1 1 1,-1 0-1,0 1 0,0-1 1,-1 0-1,1 1 1,0 11-1,0 10 409,-2 33 1,-1-60-549,0 7 60,0 0 1,-1-1-1,-1 1 0,1-1 0,-2 1 0,1-1 0,-1 0 1,0 1-1,-7 10 0,3-7-6,-1-1-1,-1 0 1,0 0-1,0-1 1,-20 17 0,15-15-24,0-1 0,-2 0 0,1-2 0,-18 10 0,24-15-58,-1-1-1,1 0 0,-1 0 1,0-1-1,0 0 0,0 0 0,0-2 1,-1 1-1,-10 0 0,20-2-18,0 0-1,0-1 0,-1 1 0,1 0 0,0 0 0,0 0 0,0-1 0,0 1 1,0-1-1,0 1 0,0-1 0,0 1 0,0-1 0,0 1 0,0-1 1,0 0-1,0 0 0,0 0 0,0 1 0,1-1 0,-1 0 0,0 0 0,1 0 1,-1 0-1,0 0 0,1 0 0,0 0 0,-1 0 0,1 0 0,-1-1 1,1 1-1,0 0 0,0 0 0,0-2 0,-1-3-173,1 0-1,0 1 1,0-1 0,1 0 0,2-9-1,-3 14 155,1-1 0,0 0-1,0 1 1,0-1-1,0 0 1,0 1 0,0-1-1,1 1 1,-1-1 0,0 1-1,1 0 1,-1 0 0,1 0-1,-1 0 1,1 0 0,0 0-1,-1 0 1,1 0-1,0 0 1,0 1 0,0-1-1,-1 1 1,1-1 0,0 1-1,3 0 1,-1-1 34,0 1-1,1 0 1,-1 0 0,0 0-1,0 0 1,0 0 0,0 1-1,0 0 1,0 0-1,0 0 1,-1 0 0,6 3-1,-2 1 62,1 1 0,-1 0-1,-1 0 1,1 1-1,-1 0 1,0 0 0,0 0-1,4 9 1,38 70 689,-46-83-716,48 107 1051,12 20-241,-60-126-853,-1-2-4,-1 0 1,1 0 0,0-1-1,0 1 1,0 0 0,0 0-1,0-1 1,1 1 0,-1-1-1,0 1 1,1-1 0,-1 0-1,1 1 1,0-1 0,2 1-1,-3-2-289,-1-1 0,1 0 0,0 0 0,-1 0 0,1 0 0,-1 0 0,1 0 0,-1 0 0,1 0 0,-1 0 0,0 0-1,0 0 1,1-1 0,3-24-6496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2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11141,'0'0'5944,"5"-3"-5392,-1 0-407,-3 2-98,1 0-1,-1 0 0,0 0 1,1-1-1,-1 1 1,1 1-1,0-1 0,-1 0 1,1 0-1,0 1 0,-1-1 1,1 1-1,0-1 0,2 1 1,0 4 316,1 31 280,-1-1 1,-2 1 0,-2 48 0,-1-36-237,0 46 268,3 106 326,-2-191-969,0-4-12,-1-1 0,1 0-1,1 1 1,-1-1 0,0 1 0,1-1 0,0 0 0,-1 0 0,1 1 0,1-1 0,-1 0 0,3 4 0,-4-6-19,0-1 1,0 0-1,0 0 1,0 0-1,1 0 1,-1 1-1,0-1 1,0 0-1,0 0 1,1 0-1,-1 0 1,0 0-1,0 0 1,0 0-1,1 1 1,-1-1-1,0 0 1,0 0-1,1 0 1,-1 0-1,0 0 1,0 0-1,1 0 1,-1 0-1,0 0 1,0 0-1,1 0 1,-1-1 0,0 1-1,0 0 1,0 0-1,1 0 1,-1 0-1,0 0 1,0 0-1,1 0 1,-1-1-1,5-10-96,-1-17-376,-4 26 363,15-118-8373,-9 77 2113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2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 4322,'-1'0'11453,"1"-1"-11399,0 1 1,0 0 0,0 0 0,0 0 0,0 0 0,0 0 0,0-1 0,0 1 0,0 0 0,0 0 0,0 0 0,0 0 0,0 0 0,1-3 1208,-1 3-1208,0-1 0,1 1 0,-1 0 0,0 0 0,0 0 0,0 0 0,0 0 0,0 0 0,1 0 0,-1 0 0,0 0 0,0 0 0,0 0 0,31 0 941,59 9 0,-42-4-966,0-1 0,68-5-1,-40 0-2956,-103 4-2473,2 3-1392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3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4834,'0'0'12702,"12"0"-11752,75 7 104,-57-3-875,30 0-1,-19-3-200,-15 0-234,0-1 0,0-1 0,0-2 0,51-10 0,-54 6-8521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4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6 219 6323,'0'0'5752,"-1"-8"-5056,-1-45 287,2 23 3522,4 64-4122,1-8-94,34 613 3812,-39-604-3746,0-34-307,0-6-51,0-79-2415,-18-128-1,13 157 2319,1-1 0,6-61 0,-1 35 8,-2 74 126,1 0 0,1 0 1,-1-1-1,1 1 0,0 0 0,1 0 1,0 0-1,0 0 0,1 0 0,0 0 1,8-14-1,5-7 49,23-34-252,-36 58 168,1 0 1,0 1 0,0-1 0,1 1 0,-1 0 0,1 0-1,0 1 1,0-1 0,8-4 0,-9 8 19,0-1 0,1 0 0,-1 1 0,0 0 0,0 0 0,0 0 1,5 1-1,6 0 49,-11-1-56,-1 1 0,1 0 0,-1 0 0,1 0 0,-1 1 0,0-1 0,1 1 0,-1 0 0,0 0 0,0 0-1,0 0 1,-1 0 0,1 0 0,0 1 0,-1 0 0,1-1 0,-1 1 0,3 5 0,3 4 24,0 0 0,-1 0 0,7 19 0,-1 0 322,17 63 0,-26-78-246,-1 0 0,-1 0 0,-1 1 0,0-1 0,-1 1 0,-2 17-1,2-31-105,-1-1 0,0 0 0,0 0 0,0 0 0,0 0 0,0 0 0,0 0 0,0 0 0,-1-1 0,1 1 0,-1 0-1,1-1 1,-1 1 0,0-1 0,1 1 0,-1-1 0,0 0 0,0 0 0,0 0 0,-3 1 0,-7 4 28,0-1 0,-17 4 0,17-5-36,-51 14-34,-127 20 0,180-39-69,9-4-46,13-7-95,-5 9 215,-1 0-1,1 1 1,0 0 0,0 1 0,0 0 0,1 0-1,-1 0 1,0 1 0,14 1 0,-9-1 25,-7 0 19,0 1-1,0 1 0,0-1 0,0 1 1,0-1-1,0 2 0,0-1 0,0 0 0,-1 1 1,0 0-1,1 0 0,-1 0 0,0 1 1,0-1-1,-1 1 0,1 0 0,-1 0 0,0 0 1,3 5-1,6 9 80,0 0 0,-2 1 1,11 28-1,-4-3 399,-3 2 0,16 89 0,-29-133-466,-1 2 13,1 0 0,0 0 0,0-1 0,0 1 0,0 0 0,0-1 0,1 1 0,-1-1 0,1 1 0,3 4 0,-4-8-40,-1 0 0,0 0 0,0 1 1,1-1-1,-1 0 0,0 0 0,0 1 1,1-1-1,-1 0 0,0 0 1,1 0-1,-1 0 0,0 0 0,1 0 1,-1 0-1,0 1 0,1-1 0,-1 0 1,0 0-1,1 0 0,-1 0 0,1 0 1,-1-1-1,0 1 0,1 0 1,-1 0-1,0 0 0,1 0 0,-1 0 1,0 0-1,0 0 0,1-1 0,-1 1 1,0 0-1,1 0 0,-1 0 0,0-1 1,0 1-1,1 0 0,-1 0 1,0-1-1,0 1 0,0 0 0,1-1 1,-1 1-1,0 0 0,0-1 0,0 1 1,0 0-1,0-1 0,0 1 0,0 0 1,1-1-1,-1 1 0,0 0 1,0-1-1,0 1 0,-1-1 0,4-24-1018,-3 23 806,1-75-9735,-1 54 2229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5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51 4306,'-7'-6'13742,"6"5"-13666,1 0 0,-1 0 1,1-1-1,-1 1 0,1 0 0,0 0 0,0 0 0,-1-1 0,1 1 0,0 0 0,0 0 1,0 0-1,0-1 0,1 1 0,-1 0 0,0 0 0,0-1 0,1 1 0,-1 0 0,1 0 0,-1 0 1,1 0-1,-1 0 0,1 0 0,0 0 0,-1 0 0,1 0 0,0 0 0,0 0 0,0 0 0,0 0 1,0 1-1,0-1 0,0 0 0,0 1 0,1-2 0,4 1-111,0 0-1,-1 0 0,1 0 1,0 0-1,0 1 1,9 1-1,-1-1 292,-11 0-235,1 0 0,0 1 0,0-1 0,0 1-1,0 0 1,0 0 0,0 0 0,0 0 0,-1 1 0,1-1 0,0 1 0,-1 0 0,5 3 0,-2 0 36,-1 0-1,0 0 1,-1 0 0,1 1 0,-1 0 0,7 11 0,-8-10 15,-1 0 0,1 0 0,-1 0 0,0 1-1,-1 0 1,0-1 0,0 1 0,0-1 0,-1 1 0,-1 11 0,1-3-15,-1-11-38,1 1 1,-1-1-1,0 1 0,-1-1 0,1 0 1,-1 0-1,0 0 0,0 0 0,-1 0 1,1 0-1,-1 0 0,0-1 0,0 1 0,-1-1 1,-4 5-1,-8 7 25,-2 0 0,-25 17 0,0 2-12,40-33-21,1-1 0,0 1 0,0 0-1,0 0 1,0 0 0,1 0-1,-1 1 1,1-1 0,-1 0-1,1 1 1,0-1 0,0 1-1,0-1 1,0 1 0,0-1-1,0 1 1,1 0 0,-1 0-1,1-1 1,0 5 0,0-6-5,0 0 1,1 0-1,-1-1 1,1 1-1,-1 0 1,0-1 0,1 1-1,0 0 1,-1-1-1,1 1 1,-1-1 0,1 1-1,0-1 1,-1 1-1,1-1 1,0 1-1,-1-1 1,1 1 0,0-1-1,0 0 1,-1 0-1,1 1 1,0-1 0,0 0-1,0 0 1,-1 0-1,1 0 1,0 0-1,0 0 1,1 0 0,3 1 34,24 3 33,1-1 0,-1-2 0,37-2 0,-13 0-274,-49 1 89,45-2-628,-45 2 357,-1-1 1,1 0 0,-1 1-1,1-1 1,-1-1 0,1 1-1,-1 0 1,0-1 0,0 1-1,1-1 1,2-3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0:15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0 11189,'0'0'13478,"-3"0"-13270,3 6-336,-4 7-576,-16 9-881,-8-6-3121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36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41 3618,'0'0'4559,"-4"-1"-4023,-13-2 606,24 2 3741,10-2-3648,32-4-1649,356-16-95,-344 22 442,-11 0 20,74 7 0,134 8-413,-123-10-309,-80-2 653,2 0 110,85 14 0,-40 2 110,133 28 138,-203-38 13,36 14 0,-63-20-96,0 0 0,1 0 0,-1 0 1,0-1-1,1 0 0,-1 0 0,0-1 0,8 1 1,-12-1-251,-14 0-4490,-16 0 843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37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426 1 5314,'0'0'4808,"-9"5"-3271,-27 21-464,-84 57-426,-4-17-577,28-16-41,89-46-35,-15 9 19,21-13-18,0 1 1,0-1-1,0 1 1,1-1 0,-1 1-1,0 0 1,1 0-1,-1-1 1,0 1 0,1 0-1,-1 0 1,1 0-1,-1-1 1,1 1-1,-1 0 1,1 0 0,0 0-1,-1 1 1,1-1 2,1 0 1,-1 0-1,0 0 1,0 0-1,1 0 0,-1 0 1,1 0-1,-1 0 1,1-1-1,-1 1 1,1 0-1,0 0 0,-1-1 1,1 1-1,0 0 1,0-1-1,-1 1 1,1-1-1,0 1 0,0-1 1,0 1-1,0-1 1,-1 1-1,3-1 1,3 3 18,44 26 370,-2 3-1,50 40 1,-69-47-155,0 1 0,-2 2 1,-1 1-1,27 39 1,-32-37-593,-1 1 0,-1 1 1,-2 1-1,25 69 0,-38-89-3543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38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7299,'0'0'4973,"12"0"-4546,6-1-291,-11 1-58,1-1 0,-1 1-1,1 0 1,-1 1 0,1 0-1,-1 0 1,9 3 0,12 0 426,1 0 0,-1-2 0,1-1 0,32-4 0,4 2-367,-23 1-120,155 6-13,-73 3 114,27 9 151,-114-15-126,74-3 0,-43-2 14,687 2 2009,-750 0-2026,-1 1 0,1 0 0,-1 0 0,0 0 0,1 0 0,-1 0 0,0 1 0,7 4 0,-79-5-6298,25-1 1588,-10 0-2868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39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92 2273,'0'0'4845,"-3"-7"-4111,-11-28 71,10 0 3477,4 34-4186,0 1 0,0-1 0,0 1 0,0-1 0,0 1 1,0-1-1,0 1 0,0-1 0,0 1 0,0-1 0,0 1 0,-1-1 0,1 1 0,0-1 0,0 1 0,0-1 0,-1 1 0,1 0 0,0-1 0,-1 1 0,1-1 0,0 1 0,-1 0 0,1-1 0,0 1 0,-1 0 0,1-1 0,-1 1 1,1 0-1,-1 0 0,1 0 0,0-1 0,-2 1 0,1 0-50,-1 0 0,1 0-1,-1 0 1,1 1 0,-1-1 0,1 1 0,-1-1 0,1 1 0,-1-1 0,1 1 0,0 0 0,-1-1 0,-1 3 0,-18 12 80,-21 21-1,22-19-69,-33 24 0,12-17-32,-1-1 0,-51 18 0,57-32-64,21-6-14,15-3 45,0 0 7,0 0 0,0 0 0,0 0 0,0 0 0,0 0 0,0 0 0,1 0 0,-1 0 0,0 0 0,0 0 0,0 0 0,0 1 0,0-1 0,0 0 0,0 0 0,0 0 0,0 0 0,0 0 0,0 0 0,1 0 0,-1 0 0,0 0 0,0 1 0,0-1 0,0 0 0,0 0 0,0 0 0,0 0 0,0 0 0,0 0 0,0 0 0,0 1 0,0-1 0,0 0 1,0 0-1,0 0 0,0 0 0,0 0 0,0 0 0,0 0 0,0 1 0,0-1 0,-1 0 0,1 0 0,0 0 0,0 0 0,0 0 0,0 0 0,0 0 0,0 0 0,0 0 0,0 0 0,0 1 0,0-1 0,0 0 0,-1 0 0,1 0 0,0 0 0,0 0 0,25 16-241,-10-6 296,0 0 1,0 1-1,18 19 1,121 149 508,-124-142-412,-23-29-143,-2 0 10,1-1 0,0-1-1,8 8 1,-11-12-30,-1-1 0,0 1 0,1-1 0,-1 1-1,1-1 1,0 0 0,-1 0 0,1 0 0,0 0 0,-1 0 0,1-1 0,0 1 0,0-1-1,3 0 1,-5 0-74,0 0 0,1 0-1,-1 0 1,0 0-1,0 0 1,1 0-1,-1-1 1,0 1 0,0-1-1,0 1 1,0-1-1,0 1 1,0-1-1,1 1 1,-1-1 0,0 0-1,-1 0 1,1 0-1,0 1 1,1-3-1,1-1-350,-1 0 0,0 1-1,-1-1 1,1 0 0,1-7-1,11-58-5961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40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4466,'0'0'7246,"22"-4"-4314,0 4-2293,-13-1-507,0 1 0,0 0-1,-1 1 1,1 0-1,0 0 1,10 3 0,3 2-57,0 0 0,1-2 0,35 3 0,72-5-81,-87-2-35,-15-2-182,-1-1 0,38-8 0,-38 6-168,1 1 1,37-2-1,33 6 170,-97 1 218,-1-1-1,1 1 1,0-1 0,0 1 0,0 0-1,-1-1 1,1 1 0,0 0-1,-1-1 1,1 1 0,0 0 0,-1 0-1,1 0 1,-1 0 0,0-1 0,1 1-1,-1 0 1,0 0 0,1 0-1,-1 0 1,0 0 0,0 0 0,0 0-1,0 0 1,0 0 0,0 0-1,0 2 1,1 39 370,-2-32-12,10 135 508,-1 3-310,-8 693 1475,0-841-2037,0 0 1,0 1-1,0-1 1,0 0-1,0 0 1,0 1-1,-1-1 1,1 0-1,0 0 1,0 1-1,0-1 1,0 0-1,-1 0 1,1 1-1,0-1 1,0 0-1,-1 0 0,1 0 1,0 0-1,0 1 1,-1-1-1,1 0 1,0 0-1,0 0 1,-1 0-1,1 0 1,0 0-1,0 0 1,-1 0-1,1 0 1,0 0-1,-1 0 1,1 0-1,0 0 1,0 0-1,-1 0 1,1 0-1,0 0 1,-1 0-1,1 0 1,0 0-1,0-1 1,-1 1-1,1 0 1,0 0-1,0 0 0,-1 0 1,1-1-1,0 1 1,0 0-1,-1-1 1,-3-5-731,1-1 0,-1 0-1,1-1 1,-4-14 0,4 11-762,-3-12-2653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42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1069 342 256,'0'0'13542,"0"-4"-12451,0-11-187,1 8-707,-1 1 0,0-1 0,0 1 0,0 0 0,-1-1 0,0 1 0,-1-1 0,1 1 0,-1 0 0,0 0 0,0 0-1,-1 0 1,0 0 0,-4-6 0,-3-1-169,-2 0 0,1 0-1,-2 2 1,0-1-1,0 1 1,-1 1 0,0 0-1,0 1 1,-1 1 0,-1 0-1,1 1 1,-1 1-1,-22-6 1,-10 3 72,0 2 1,-1 2-1,0 2 0,-73 5 1,108 0-97,1 0 0,-1 1 0,1 1 1,0 0-1,0 0 0,0 2 0,0-1 1,-13 10-1,-91 65 96,97-65-59,1 0 0,1 1 0,0 1-1,2 1 1,0 1 0,1 0 0,0 1-1,2 0 1,0 1 0,-14 34 0,23-46-16,-43 114 299,41-101-262,0-1 0,1 1 0,-2 43 0,5 70 620,3-76-262,0-48-359,0-1 0,1 1-1,0-1 1,0 0 0,1 0 0,1 0-1,0 0 1,0-1 0,1 0 0,0 1-1,1-1 1,0-1 0,11 13 0,5 4 93,1-1 0,1-1 0,28 19 0,-31-25-74,2-1 0,0-1 0,0-1 0,1-1-1,1-2 1,0 0 0,1-1 0,0-2 0,0-1 0,1-1-1,41 4 1,29-3 46,155-8-1,-240-1-124,-1 0-1,0 0 1,0-1 0,-1-1-1,1 0 1,13-7 0,3-3 6,29-21 0,-33 19-51,-1-2-1,-1 0 1,-1-1 0,-1-1 0,-1-1 0,0 0 0,-2-2 0,0 0 0,-2-1 0,17-35 0,-17 27-17,-1-1-1,-2-1 1,-2 1 0,0-2 0,-3 1 0,-1-1 0,2-66 0,-6 4 51,-3-113-26,1 202 30,-1-1 0,0 1-1,0-1 1,-1 1 0,0 0-1,0 0 1,-1 0 0,0 0-1,-1 1 1,-9-13-1,-4-2 2,-38-37 0,41 43-14,-1 2-1,-1 0 0,-34-22 0,41 31 13,0 0 1,-1 0-1,0 1 0,1 1 0,-1 0 1,-1 0-1,1 1 0,0 0 0,-14 0 1,-126 1-1221,79 2 271,72-1 815,0 0-1,-1 0 1,1 0-1,-1 0 1,1 0-1,0 0 0,-1 1 1,1-1-1,0 0 1,-1 0-1,1 0 1,0 1-1,0-1 1,-1 0-1,1 1 1,0-1-1,-1 0 0,1 0 1,0 1-1,0-1 1,0 0-1,0 1 1,-1-1-1,1 1 1,0-1-1,0 0 0,0 1 1,0 0-1,-1 1-1120,-3 7-4490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42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6307,'0'0'6117,"-1"0"-5929,1 0-1,-1 0 0,1-1 1,0 1-1,-1 0 0,1 0 1,-1 0-1,1 0 0,-1 0 0,1 0 1,-1 0-1,1 0 0,-1 1 1,1-1-1,-1 0 0,1 0 1,-1 0-1,1 0 0,0 1 1,-1-1-1,1 0 0,-1 0 0,1 1 1,5 8-24,1 1-1,-2-1 1,1 1 0,-1 0 0,4 18-1,2 1 122,8 22 102,107 260 2347,-124-308-2706,7 14 194,1-1 1,12 17-1,-19-30-173,0 0 0,0 0 0,1 0 0,0-1 0,-1 1 0,1-1 0,0 1 0,0-1 0,0 0 0,0 0 1,1 0-1,-1 0 0,0-1 0,1 1 0,-1-1 0,8 2 0,-8-3-22,0 1 0,1-1-1,-1 0 1,0 0 0,0 0-1,0-1 1,0 1 0,1-1-1,-1 0 1,0 1 0,0-1 0,5-3-1,-4 1-14,0 0-1,0 0 0,-1-1 0,1 0 1,-1 0-1,0 0 0,4-5 1,25-41-475,-2-2 0,36-85 0,-37 74-518,60-99 0,-88 160 983,0 0 0,0 0 1,1 0-1,-1 0 0,1 0 0,-1 1 1,1-1-1,0 0 0,-1 1 0,1 0 1,0-1-1,0 1 0,0 0 0,0 0 1,1 0-1,-1 0 0,0 0 0,3 0 1,18-1-6532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44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1458 0 5026,'0'0'8031,"0"7"-5306,0 32-2003,2 98 337,-5 156-374,-1-247-656,-12 48 0,-4 38 9,6 148 58,5-136 395,8-135-450,-1 1-1,0-1 0,-5 11 0,-1 10 23,3-13 2,3-9-57,0 1 0,1-1 0,-1 1 0,1 15-1,1-23 82,-11-2-258,4-10 99,7 10 67,-1 0-1,1-1 1,-1 1 0,0 0-1,1 0 1,-1 0-1,0-1 1,0 1-1,0 0 1,0 0 0,0 0-1,-2-1 1,-27-12 188,22 11-161,0 0 1,0-1-1,-14-9 1,13 5-34,-1 1 1,-1 0-1,1 0 1,-1 1-1,0 1 1,-1 0-1,1 1 1,-1 0-1,0 0 1,0 1 0,-19-2-1,-91-16 129,97 18-125,-8-2-86,6-4 42,-48-9-1,45 11 40,5 5-15,21 2 19,1 0 0,-1 0 0,0-1 0,0 1 0,1-1 0,-1 0 1,-4-2-1,3 1 7,0 1 1,-1 0-1,1-1 0,-1 2 1,-7-1-1,-10-3-4,-29-3-29,-44-1-301,69 2 365,-1-1 1,-39-16 0,49 11-26,16 10-7,1 1 0,-1 0-1,1-1 1,-1 1 0,1 0 0,-1 0-1,0 1 1,0-1 0,1 0 0,-1 0 0,0 1-1,0-1 1,0 1 0,0 0 0,0-1-1,0 1 1,-2 0 0,-222 0 208,220 1-203,0 0 0,1 0 0,-1 0 0,0 0 0,1 1 0,0 0 0,-1 0 0,1 1 0,0-1 0,0 1 0,-6 5 0,4-4-9,1 0 1,-2 0 0,1 0-1,-8 2 1,14-6-32,1 1-1,-1-1 1,1 1 0,-1-1 0,1 0 0,-1 1 0,1-1 0,0 1 0,-1-1-1,1 1 1,0 0 0,0-1 0,-1 1 0,1-1 0,0 1 0,0-1 0,0 1-1,0 0 1,-1-1 0,1 1 0,0 0 0,0-1 0,0 1 0,0-1 0,1 1-1,-1 0 1,0-1 0,0 1 0,0 0 0,1 2-1825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1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9220,'0'0'7748,"29"4"-7540,-20-4-64,-1 0-144,-3 0-144,-5-8-3874,-17-7-5810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3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3730,'0'0'5978,"-3"0"-5177,-11 0 4572,14 4-5413,0 95 206,-8 456 567,8-488-1984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3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8452,'0'0'5002,"-3"1"-4740,-6 9 449,17-8-354,30-9-265,-22 4-137,11 0-73,33 2-1,-36 2 209,-23-1-82,1 1 0,-1-1-1,0 1 1,0 0 0,0 0 0,1-1 0,-1 1-1,0 0 1,0 0 0,0 0 0,-1 0-1,1 0 1,0 1 0,0-1 0,-1 0 0,1 0-1,0 0 1,-1 1 0,1-1 0,-1 0-1,0 1 1,1-1 0,-1 2 0,8 35 224,-5 10 196,-6 90 0,1-120-403,-2-1 0,0 0 0,-1 0 0,-1 0 0,-1 0 0,0-1 0,-1 0 0,-1-1 0,0 0 0,-23 28 0,21-32-129,0-1 0,-1 0 0,0-1 0,-1-1 0,0 1 0,-27 11 0,37-19-18,0 0 0,0 0 1,0 0-1,0 0 0,0 0 0,0 0 0,-1-1 1,1 1-1,0-1 0,-4 0 0,6-1 82,1 0-1,-1 1 0,1-1 0,-1 0 0,1 1 0,-1-1 0,1 0 0,-1 0 0,1 0 0,0 0 0,-1 1 0,1-1 0,0 0 0,0 0 0,0 0 1,0 0-1,0 0 0,0 0 0,0 0 0,0 0 0,0-1 0,2-23 10,-1 24 46,0-1 0,0 1 0,0 0-1,0 0 1,0 0 0,0 0 0,0 0 0,0 0-1,1 0 1,-1 0 0,0 0 0,0 1-1,1-1 1,-1 0 0,1 1 0,-1-1-1,1 1 1,-1 0 0,0-1 0,1 1-1,-1 0 1,1 0 0,2 0 0,3 0 58,0 0 0,-1 0 0,1 1 1,8 1-1,-11-1-27,0 1-1,0 0 1,0 0 0,-1 0 0,1 1-1,0-1 1,-1 1 0,0 0 0,1 0 0,-1 0-1,-1 0 1,1 0 0,0 1 0,-1-1 0,3 6-1,-2-5 23,89 129 2101,-89-128-2084,1-1 0,0 1 0,0-1 0,0 0 0,6 3 0,-10-6-90,1-1 0,0 1 0,0-1 0,-1 1 0,1-1 0,0 0 0,0 0 0,0 1 0,-1-1 0,1 0 0,0 0-1,0 0 1,0 0 0,0 0 0,-1 0 0,1 0 0,0 0 0,1 0 0,-1 0-39,0-1-1,0 0 1,-1 1-1,1-1 1,0 1 0,-1-1-1,1 0 1,0 1-1,-1-1 1,1 0 0,-1 0-1,1 0 1,-1 1-1,0-1 1,1 0 0,-1 0-1,0 0 1,1 0-1,-1 0 1,0 0 0,0-1-1,4-45-2367,-3-9-3070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4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136 105 3217,'0'0'7959,"-3"-5"-7180,2 3-681,0-1 1,-1 0 0,1 0-1,0 0 1,0 0 0,1 0-1,-1 0 1,0 0-1,1 0 1,0 0 0,0 0-1,0 0 1,0-1-1,0 1 1,1 0 0,0 0-1,-1 0 1,1 0 0,0 0-1,0 0 1,0 0-1,1 1 1,-1-1 0,1 0-1,0 1 1,0-1-1,4-4 1,-4 5-105,0 1 1,1-1-1,-1 1 1,1 0-1,0 0 0,-1 0 1,1 0-1,0 0 1,-1 0-1,1 1 0,0-1 1,4 1-1,40 0-24,-23 1 0,-19-1 37,0-1 0,0 1 0,-1 1 1,1-1-1,0 1 0,-1-1 0,1 1 0,0 1 1,-1-1-1,1 1 0,-1-1 0,0 1 1,1 0-1,-1 1 0,0-1 0,0 1 1,-1 0-1,1 0 0,0 0 0,-1 0 0,0 1 1,0 0-1,5 6 0,-4-2 24,1 1 0,-1-1 0,0 2-1,-1-1 1,0 0 0,-1 0 0,0 1 0,0 0-1,0 9 1,0 17 365,-4 40 0,1-19 185,0-45-552,-1 1-1,0-1 1,-1 1-1,0-1 1,-1 0 0,0 0-1,-1 0 1,0-1 0,-1 0-1,0 0 1,-1 0 0,0-1-1,-1 0 1,0 0 0,-1-1-1,0 0 1,0 0-1,-20 13 1,26-20-71,-1 0 0,0 1 1,0-2-1,0 1 0,0 0 0,0-1 0,0 0 0,0 0 0,0 0 0,0 0 1,-1-1-1,-5 1 0,9-1-11,0-1 0,0 1 0,0 0 0,0 0 0,0 0 0,0-1 0,0 1 0,0 0 0,0-1 0,0 1 0,0-1 0,0 0 0,0 1 0,0-1 0,0 0 0,0 1 0,1-1 0,-1 0 0,0 0 0,0 0 0,1 0 0,-1 0 0,1 1 0,-1-1 0,1 0-1,-1 0 1,1-1 0,-1 1 0,1 0 0,0 0 0,-1-2 0,0-4-345,1 0-1,-1 0 0,1-13 0,1 10-130,-2-9-791,1 12 957,0 0 0,0 0 0,0 0 0,1 0 0,0 1 1,3-12-1,-4 16 341,1 0 1,0 0-1,0 1 1,0-1-1,1 0 1,-1 1-1,0-1 0,1 1 1,-1-1-1,1 1 1,-1 0-1,1-1 1,0 1-1,0 0 1,-1 0-1,1 0 1,0 0-1,0 1 1,0-1-1,0 0 1,0 1-1,0 0 1,0-1-1,0 1 0,0 0 1,3 0-1,0 0 82,-1-1 0,1 1 0,-1 1 0,1-1-1,-1 1 1,0 0 0,1 0 0,-1 0 0,1 0-1,-1 1 1,0-1 0,0 1 0,0 0-1,0 1 1,0-1 0,-1 1 0,1 0 0,5 5-1,0 3 301,1 1 0,-1 0-1,-1 1 1,9 18 0,-16-30-355,10 20 415,-1 2 0,-1-1 0,-1 1 0,-1 1 0,-1-1 0,-1 1 0,-1 0-1,-1 1 1,-1-1 0,-1 0 0,-1 1 0,-6 37 0,5-54-360,-1 1 0,0-1 0,-1 0-1,1 0 1,-2 0 0,1 0 0,-1 0 0,0-1 0,-1 1 0,0-1-1,0 0 1,0 0 0,-1-1 0,0 0 0,-1 0 0,1 0 0,-1-1-1,-14 9 1,9-7-127,-1-1 1,-1 0-1,0 0 0,1-1 0,-1-1 1,-1 0-1,1-1 0,-1-1 0,1 0 1,-21-1-1,3 0-888,19 0-213,1-1 1,-1 0 0,1-1 0,-1 0 0,-18-5-1,0-7-3463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4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6675,'0'0'7049,"0"4"-6526,0 33 66,-9 200 1001,0-169-1456,-1 0-42,0 82 0,11-150-150,0 1 0,0-1 0,0 0 0,0 1 0,1-1 0,-1 0 0,0 0 0,0 0 0,0 0 0,0 0 0,1 0 0,-1 0 1,2-1-1,3-1-108,-1 0 1,0 0 0,0 0-1,1-1 1,-1 0-1,-1 0 1,1 0 0,0-1-1,-1 1 1,0-1 0,8-9-1,-6 7-194,0 0 0,1 0-1,-1 1 1,16-9 0,-15 10 112,0 1 1,1 1-1,-1-1 1,1 1-1,0 1 1,14-2-1,-17 2 236,-1 1-1,1 0 1,-1 0-1,1 0 1,-1 1-1,1 0 1,-1-1-1,0 2 1,0-1-1,1 0 1,-1 1-1,0 0 1,6 3-1,4 7 224,23 24-1,-3-2 210,-34-34-468,0 0-1,0 0 1,0 0 0,0 0 0,0 0 0,0 0 0,1 0 0,-1 0-1,0 0 1,0 0 0,0 0 0,0 0 0,0 0 0,0 0 0,1 0 0,-1 0-1,0 0 1,0 0 0,0 0 0,0 0 0,0 0 0,0 0 0,1 0-1,-1 0 1,0 0 0,0-1 0,0 1 0,0 0 0,0 0 0,0 0-1,0 0 1,1 0 0,-1 0 0,0 0 0,0 0 0,0 0 0,0-1-1,0 1 1,0 0 0,0 0 0,0 0 0,0 0 0,0 0 0,0 0-1,0-1 1,0 1 0,0 0 0,0 0 0,0 0 0,0 0 0,0 0 0,0-1-1,0 1 1,0 0 0,0 0 0,0 0 0,0 0 0,0-1 0,0-9-1543,0 9 1126,0-21-4550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41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5859,'0'0'5015,"4"0"-4297,-3 0-672,0 1 0,0-1 0,0 0-1,0 1 1,1-1 0,-1 1 0,0-1 0,0 1 0,0 0-1,0-1 1,0 1 0,0 0 0,0 0 0,-1-1 0,1 1-1,0 0 1,0 0 0,0 0 0,-1 0 0,1 0 0,-1 0 0,1 1-1,-1-1 1,1 0 0,-1 0 0,0 0 0,1 0 0,-1 1-1,0 1 1,6 51 514,-5-34-286,29 646 2543,-30-639-3139,6 136 445,8-56-6996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4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9332,'0'0'4213,"-19"25"-4138,-60 83 29,74-101-79,0 1 0,1 0 0,0 0 0,0 1 1,-5 15-1,8-18-9,0 0 0,0 0 1,1 1-1,-1-1 1,2 8-1,0 7 1,-2-13-19,1 0 0,0 0 0,1 1 0,0-1 0,0 0 0,1 0 0,0 0 0,0 0 0,1 0-1,0 0 1,0-1 0,1 1 0,6 9 0,43 52-107,-30-40 247,0 1 0,23 42-1,-43-63-21,1 0 0,-1 0-1,-1 0 1,0 0 0,0 0 0,-1 1 0,0-1-1,0 0 1,-2 16 0,1-21-116,0 0-9,-1 1-1,0-1 1,0 0-1,0 0 1,0 0-1,0 0 1,-1 0-1,0 0 1,0 0-1,0 0 1,0-1-1,-1 1 1,1-1-1,-1 1 1,0-1-1,0 0 1,0 0-1,0 0 1,-1-1-1,1 1 1,-1-1-1,1 0 1,-6 2-1,-10 6-242,0-2-1,-1 0 0,-29 6 0,45-13 206,-13 4-424,0-2 0,-35 3 0,-8-4-4545,34-2 157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42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2465,'0'0'12582,"228"0"-12086,-190 0-496,-13 0-992,-17 8-1057,-8 22-3218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43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6195,'0'0'5589,"-7"2"-5271,-7 3-4,0 1 0,0 1 0,1 0 0,-1 0 0,2 1 0,-1 1 0,1 1 0,-17 16 0,15-12-95,1 0 0,1 1 0,0 0 0,1 1 0,0 0 0,-14 32 0,17-28-156,2-1 0,0 1 0,1 0 0,1 0-1,-2 25 1,2 103 723,4-117-455,0-7-128,2 0 1,1 0 0,0 0-1,2-1 1,0 1-1,2-1 1,1 0 0,0-1-1,2 0 1,1 0-1,0-1 1,26 35-1,-32-50-162,0-1 0,0 1 1,0-1-1,1-1 0,0 1 0,0-1 0,0 0 0,0 0 0,0 0 0,1-1 0,0 0 0,8 2 0,-11-4-33,0 0 1,0 0-1,-1 0 1,1-1-1,0 0 0,0 1 1,0-2-1,0 1 1,-1 0-1,1-1 1,0 0-1,0 1 1,-1-1-1,1-1 0,0 1 1,-1-1-1,1 1 1,-1-1-1,0 0 1,0 0-1,1 0 0,-1-1 1,0 1-1,4-6 1,0-2-33,0 0-1,-1 0 1,0 0 0,0-1 0,-1 0 0,-1 0 0,6-20 0,-3 4-222,-2 1 0,4-40 0,-7-43-1545,-2 79 1135,0 25 527,0 1 0,0 0 0,0-1 0,-1 1 0,0 0-1,1-1 1,-2 1 0,1 0 0,0 0 0,-1 0 0,0 0 0,0 0 0,0 0-1,0 1 1,-6-7 0,6 8 81,-1 0 0,0 0 0,0 0 0,1 0 0,-1 1 0,0-1 0,-1 1 0,1 0 0,0 0 0,0 0 0,0 0 0,-1 1 1,1-1-1,0 1 0,-1 0 0,1 0 0,0 0 0,-1 0 0,1 0 0,0 1 0,-6 1 0,6-1 71,0 0 0,-1 0 0,1 0 1,0 1-1,0-1 0,0 1 0,0 0 1,0 0-1,0 0 0,1 0 0,-1 0 1,1 0-1,-4 4 0,-1 3 110,1 1 0,-10 17 0,14-24-108,-34 66 441,4 1 0,-46 146 0,73-202-534,4-11-176,0 0-1,0 1 1,0-1-1,1 1 1,-1-1-1,1 7 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2:4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9428,'0'0'3461,"38"-7"-2794,123-23-715,-73 9-599,-75 17 364,1 1-1,0 1 0,0-1 0,26 1 1,-38 2 432,-2 18 294,0-1 1,-2 1-1,0 0 0,-1-1 1,-6 25-1,1-11-193,1 1 1,2-1 0,-3 55-1,6-54-158,-4 322 1092,7-226-810,-1 348-641,0-497-4156,0-23-5310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3:1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187 373 5202,'-2'0'9212,"-2"8"-5223,-8 15-3946,-27 42 0,2-5 90,27-42-119,-44 88 33,49-92-33,0 1 0,0-1-1,1 1 1,1 1 0,-2 26 0,4 115 125,1-153-132,0-1 0,1 0 1,-1 1-1,1-1 1,0 0-1,0 0 0,0 0 1,0 1-1,0-1 0,1 0 1,-1 0-1,1-1 1,0 1-1,0 0 0,0 0 1,0-1-1,0 0 0,1 1 1,-1-1-1,1 0 1,-1 0-1,1 0 0,5 2 1,-1 0 18,0-1 1,1 0-1,-1-1 1,1 0 0,-1 0-1,1 0 1,0-1-1,0-1 1,9 1 0,4-1 77,-13 1-90,0-1 0,0 0 0,1 0 0,-1-1 0,0 0 0,0 0 0,0-1 0,0 0 0,0 0 0,8-5 0,12-10-216,-1-2 1,0-1-1,-1-1 0,-1-1 0,22-27 0,-42 44 178,-1 0 0,0 0 0,0-1 0,0 1-1,-1-1 1,1 0 0,-1 0 0,-1 0 0,1-1 0,1-7 0,-1 0 127,-1-1 1,-1 0 0,0-24-1,0 8 157,-1-32 48,0 58-303,-1 0-1,0 0 1,0 1-1,0-1 0,0 0 1,-1 1-1,0-1 1,0 1-1,0-1 0,-5-6 1,-12-11 6,-37-33 1,23 23 13,-6-2-138,-1 2-1,-76-47 1,21 16 37,92 61 74,-32-26 33,34 26-25,-1 1 1,0-1 0,1 0-1,-1 0 1,1 0 0,0 0 0,0 0-1,0 0 1,0 0 0,0 0-1,0-1 1,0 1 0,1 0-1,-1-1 1,0-3 0,1 3 0,0 0 0,0-1 0,0 1 0,0 0-1,1-1 1,-1 1 0,1 0 0,0 0 0,0 0 0,0 0 0,0 0 0,1 0 0,-1 0 0,1 0 0,0 0 0,-1 0 0,1 1 0,1-1 0,-1 1 0,0 0 0,1-1 0,3-2 0,9-6-64,1 0 1,1 1-1,-1 1 0,2 0 1,-1 2-1,1 0 1,0 0-1,1 2 0,-1 0 1,1 1-1,0 1 1,0 1-1,35 1 0,-51 1 49,0 0 0,-1 0 0,1 0 0,-1 1-1,1-1 1,-1 1 0,1-1 0,-1 1 0,1 0-1,-1 0 1,0 0 0,1 1 0,-1-1 0,0 1-1,0-1 1,0 1 0,0-1 0,0 1-1,-1 0 1,1 0 0,0 0 0,-1 0 0,1 0-1,-1 1 1,0-1 0,0 0 0,0 1 0,0-1-1,1 3 1,1 8 8,0 1-1,0-1 1,-2 1-1,1 20 1,-2-28-5,2 32 103,-2 1 1,-1 0-1,-3 0 0,-1-1 1,-1 1-1,-2-1 1,-20 53-1,-65 121-37,62-157-834,31-53 524,-1-1 1,0 0 0,0 0-1,0 0 1,0 0 0,0 0 0,0 0-1,0 0 1,0 0 0,0 0-1,0-1 1,-1 1 0,1 0 0,-2 0-1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178 442 4210,'0'0'9055,"-1"2"-8994,-18 61 161,9-30 139,0 0 1,2 1-1,-7 61 1,14 41 707,2-77-658,-1-49-342,0 0 0,1 0 0,0-1 0,1 1-1,0 0 1,1-1 0,0 1 0,0-1 0,6 12 0,-5-15-22,0 0 0,0 0 0,0 0 1,1-1-1,0 1 0,0-1 0,0 0 1,1-1-1,-1 1 0,1-1 0,0 0 1,0 0-1,12 4 0,-6-3 12,-1-2 0,1 0-1,0 0 1,0-1 0,19 1 0,62-3 74,-87-1-140,1 0 1,0-1 0,0 0-1,-1 0 1,1 0 0,-1-1-1,0 0 1,0 0 0,0-1-1,0 0 1,0 0-1,-1 0 1,0-1 0,0 0-1,0 0 1,8-10 0,-1-1-154,0-1 0,0-1 0,-2 0 0,11-26 1,-12 21-127,0-1-1,-2-1 1,-1 1 0,-1-1 0,-1 0 0,-1 0 0,-1-45 0,-3 65 288,1 1 0,0 0 0,-1 0 0,0 0 0,0 0 0,0 0 0,0 0 0,-1 0-1,1 0 1,-1 0 0,0 1 0,0-1 0,0 1 0,-1-1 0,0 1 0,1 0 0,-6-5 0,-3-1 17,-1 0-1,0 1 0,-23-11 0,27 14-17,-168-75 44,26 13 21,120 51-55,1 0 0,-47-36 0,71 48-6,1 1 1,0-1-1,0 0 0,0 0 0,0-1 1,1 1-1,-1-1 0,1 1 1,1-1-1,-4-8 0,3 6 2,1-1-1,0 0 1,1 0-1,0 0 1,0 0 0,1-13-1,0 17-12,1 0 0,-1 0 0,1-1 0,0 1 0,1 0-1,-1 0 1,1 0 0,0 0 0,-1 0 0,2 1 0,-1-1 0,0 0 0,1 1-1,0 0 1,0-1 0,0 1 0,0 0 0,0 1 0,7-6 0,8-3-88,-1 1 0,38-17 0,-42 22 26,17-8-100,1 2 1,1 1-1,-1 1 1,36-4-1,-13 6-528,90 0 0,-139 7 680,-1 0 0,1 0 0,0 1 1,-1-1-1,1 1 0,-1 0 0,1 0 1,-1 1-1,1-1 0,3 3 0,-5-2 15,-1 0 0,0-1 0,0 1 0,1 0-1,-1 0 1,0 1 0,-1-1 0,1 0 0,0 1-1,-1-1 1,1 1 0,-1-1 0,0 1 0,0 0-1,0-1 1,0 1 0,0 3 0,3 18 148,-1 1 1,-1 0 0,-1 0-1,-1 0 1,-5 33-1,2-37 128,-1 0 0,0-1-1,-1 1 1,-11 25-1,-39 78 822,35-81-843,-25 44 83,44-85-350,0 0 0,0 0 0,0 0 0,1 1 0,-1-1-1,0 0 1,1 1 0,0-1 0,-1 0 0,1 3 0,5-34-12394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2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51 4770,'0'0'2689,"8"-7"-2467,-3 3-159,1 0 89,-1 0 0,1-1-1,0 2 1,0-1-1,0 1 1,0 0 0,1 0-1,-1 1 1,1-1 0,12-1-1,96 2 2215,-61 3-2064,-50 0-266,1-1 0,-1 1 0,0 0 0,1 1 1,-1-1-1,0 1 0,0 0 0,0 0 0,0 0 0,0 0 0,0 1 0,0 0 0,-1-1 0,1 1 0,-1 1 0,3 3 0,-1-2-7,-1-1-1,0 1 1,-1 1-1,1-1 1,-1 0-1,0 1 1,0 0-1,-1-1 1,0 1-1,0 0 1,2 7-1,-2 10 207,-1-1-1,-3 24 0,1-4 125,1-35-313,-1 0-1,0 0 1,0 0 0,0 0-1,-1 0 1,0-1 0,-1 1-1,-5 12 1,-5 2 78,-18 25-1,4-7-23,1 3-20,-3-2 0,-1-1 0,-44 44 0,60-70-69,-1 0-1,0-1 1,-1 0 0,-24 12-1,32-19-13,0-1-1,-1 0 1,0-1-1,0 0 1,0 0-1,0-1 0,0-1 1,-1 1-1,1-1 1,0-1-1,-12 0 1,19 0 2,1 0 1,0-1 0,-1 1 0,1 0 0,0-1 0,0 1 0,-1-1 0,1 1 0,0-1-1,0 0 1,0 0 0,0 1 0,0-1 0,0 0 0,0 0 0,0 0 0,0 0-1,0 0 1,-1-1 0,0-2-9,1 1-1,-1 0 0,1 0 1,-1-1-1,1 1 1,0-1-1,0-4 0,-1-8-163,1 0 0,1-26 0,0 26-87,0 1 43,-1 6-26,1 0 1,0 0-1,1 0 0,0 0 1,0 0-1,4-12 0,-4 19 228,0 0 0,0-1 0,1 1 1,-1 0-1,0 0 0,1 0 0,0 0 0,-1 0 0,1 1 0,0-1 0,0 0 0,0 1 0,0 0 0,0-1 1,0 1-1,0 0 0,0 0 0,1 0 0,-1 0 0,0 0 0,1 1 0,-1-1 0,1 1 0,-1-1 0,1 1 1,-1 0-1,1 0 0,2 0 0,-2 0 50,0 1 1,0-1-1,0 0 0,0 1 1,0 0-1,0-1 1,0 1-1,0 0 0,0 0 1,-1 1-1,1-1 1,0 1-1,-1-1 0,1 1 1,-1 0-1,0 0 1,3 3-1,1 2 105,0 0-1,-1 1 1,0-1 0,5 11-1,-4-6 9,69 143 2458,13 23 802,-83-171-3274,-1 1-1,2-1 1,-1 0 0,1 0 0,9 8 0,-12-13-130,-1 1 0,1-1 0,0-1 0,-1 1 0,1 0 0,0-1 1,0 0-1,0 1 0,0-1 0,1 0 0,-1-1 0,0 1 0,0 0 0,1-1 0,-1 0 0,5 0 0,-7 0-64,1 0 1,-1 0-1,0-1 1,1 1-1,-1 0 1,0-1-1,1 1 1,-1-1-1,0 1 1,0-1-1,0 0 1,0 0-1,1 1 1,-1-1-1,0 0 1,0 0-1,-1 0 1,1 0-1,0 0 1,0 0-1,0 0 1,0-2-1,9-30-2365,-9 29 1908,5-55-7292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3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1 620 4338,'0'0'12011,"9"0"-10744,19-1-556,-7 1-420,-1 0 1,1 1 0,-1 1-1,22 4 1,-3 4-99,0-2 0,1-1-1,76 1 1,-115-8-192,1 0 1,-1 0-1,1-1 0,-1 1 0,1 0 0,-1-1 1,0 1-1,1-1 0,-1 0 0,0 1 1,1-1-1,-1 0 0,0 0 0,0 0 1,0 0-1,0 0 0,0 0 0,0 0 0,0 0 1,0-1-1,0 1 0,0 0 0,-1-1 1,1 1-1,-1 0 0,1-1 0,-1 1 1,1 0-1,-1-1 0,0 1 0,1-3 0,0-5-46,0-1-1,0 0 0,-1-15 0,0 16-5,0-13-51,1 5 59,0 1 0,-2-1 0,0 0-1,-1 0 1,-1 1 0,0-1 0,-1 1 0,-8-22-1,4 21 28,-31-76 38,34 80-21,2 0 1,0-1-1,0 1 0,2-1 0,-2-19 1,3-42-474,1 73 449,-1 0 1,0 1 0,0-1 0,1 0 0,-1 0-1,1 0 1,0 0 0,-1 0 0,1 0 0,0 1-1,0-1 1,0 0 0,0 1 0,1-1 0,-1 1-1,2-3 1,1 1-1,0-1 1,1 1-1,-1 0 0,1 0 0,8-4 0,3 1-7,1 0-1,26-6 1,-23 8 8,0 1-1,0 2 1,37 0 0,-29 1-1,-24 1 28,1-1-1,0 0 1,-1 1-1,1 0 1,-1 0 0,1 1-1,-1-1 1,0 1 0,0 0-1,1 0 1,-1 0 0,-1 1-1,1-1 1,0 1 0,0 0-1,-1 0 1,0 0 0,1 1-1,-1-1 1,-1 1 0,1 0-1,0 0 1,-1 0-1,0 0 1,0 0 0,0 0-1,0 0 1,-1 1 0,0-1-1,0 1 1,0-1 0,0 1-1,-1 0 1,0 4 0,3 27 201,-2 0 1,-2 1 0,-1-1 0,-2 0-1,-17 70 1,14-74-2,1-1 0,2 1 0,1 0 0,2 52 0,0-81-195,1 1-1,0-1 1,0 0 0,1 0 0,-1 0 0,1 0 0,-1 0 0,1 0 0,0 0-1,0 0 1,0 0 0,1 0 0,-1-1 0,1 1 0,-1 0 0,1-1 0,0 1-1,0-1 1,0 0 0,0 1 0,0-1 0,1 0 0,-1 0 0,1-1 0,-1 1 0,1 0-1,0-1 1,0 0 0,0 1 0,-1-1 0,1 0 0,0-1 0,0 1 0,0 0-1,1-1 1,2 0 0,15 3-102,0-1 0,0-1 0,41-4 0,-50 2-328,0-1 0,0 0 0,0-1 0,0-1 1,0 0-1,-1 0 0,20-11 0,-25 11-610,0 0 1,0-1-1,0 0 0,5-5 0,9-14-8251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3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54 3314,'0'0'9668,"0"-34"-7993,1 32-1586,0 1 1,-1 0-1,1 0 0,0-1 0,0 1 0,0 0 0,-1 0 0,1 0 0,0 0 0,1 0 0,-1 0 0,0 0 0,0 0 0,0 1 1,0-1-1,1 0 0,1 0 0,-2 1 55,4 9-171,0 11 129,-1 0 0,-1 0 0,1 31 1,-3 68 642,-2-60-298,2 121 1482,21-260-2232,-11 45-189,-9 27 325,1 1 0,0 0 0,0-1 0,0 1 0,1 1 0,5-9 0,-7 12 125,-1 1 0,1 0 0,0 0 0,0 0 1,1 0-1,-1 0 0,0 1 0,0-1 1,1 1-1,-1-1 0,1 1 0,0 0 1,-1 0-1,1 0 0,0 0 0,-1 1 1,1-1-1,0 1 0,0-1 0,3 1 0,14 0 47,-10-1 12,-1 1 0,0 0 0,0 0 0,0 1 0,0 0-1,0 1 1,0 0 0,0 0 0,16 8 0,-4 0 15,-1 1 1,0 2-1,-1 0 0,0 1 1,22 21-1,-34-28-1,-1 0 0,0 0 0,-1 1 0,1-1 1,-1 1-1,-1 0 0,1 1 0,-1-1 0,-1 1 0,0 0 0,0 0 0,-1 0 0,0 0 1,0 0-1,-1 0 0,0 12 0,0-3 86,-1-14-89,1 1 0,-1 0 0,0-1 0,0 1 0,0 0-1,-1-1 1,0 1 0,0-1 0,0 1 0,0-1 0,-1 1-1,1-1 1,-1 0 0,-1 0 0,-3 7 0,-5 1 14,0 0 1,-1-1 0,0-1-1,-1 0 1,-17 10 0,-76 40-2,98-56-31,-33 17-7,-2-1 0,0-2 0,-1-3 0,-52 13 1,95-28-54,0 1 1,-1-1-1,1 0 1,0 1 0,0-1-1,0 0 1,-1 0-1,1 0 1,0 0 0,0 0-1,0 0 1,-1 0-1,1 0 1,0 0-1,0-1 1,0 1 0,0 0-1,-2-2 1,2 1-221,1-1 0,-1 0 0,0 1-1,1-1 1,0 0 0,-1 1 0,1-1 0,0 0 0,0 0 0,0 1 0,0-1 0,0-2 0,0-40-4781,0-7-3689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33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3265,'0'0'12998,"194"38"-12565,-143-23-321,-9-7-64,0-5-96,-8-3-561,-8 0-1600,-10-3-3457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3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5186,'0'0'7188,"-6"2"-4484,-22 12-2466,18-7-104,1 0-1,1 0 1,-1 1-1,1 0 0,1 0 1,-1 1-1,1 0 1,-7 14-1,4-5 13,5-7-74,-1-1-1,1 2 0,1-1 0,0 0 0,-5 24 0,0 19 173,3-20 86,-3 46 1,8 174 1987,1-247-2238,0 0-1,1 0 0,0 0 1,0 0-1,0-1 1,1 1-1,0 0 0,0-1 1,1 1-1,6 11 0,-6-15-55,0 1-1,-1 0 1,1-1 0,1 0-1,-1 1 1,0-1-1,1 0 1,-1-1-1,1 1 1,0-1-1,0 0 1,0 0-1,0 0 1,1 0-1,-1-1 1,0 1-1,7 0 1,2 0-3,0 0-1,0-1 1,0 0 0,17-2 0,-26 0-39,1 1 1,-1 0-1,0-1 1,0 0-1,1 0 0,-1 0 1,0-1-1,0 0 1,0 1-1,0-1 1,0 0-1,-1-1 0,1 1 1,-1-1-1,1 0 1,2-3-1,-2 1-108,-1 0-1,0 0 1,-1 0 0,1 0-1,-1 0 1,0-1-1,0 1 1,-1-1 0,2-11-1,-1-3-852,-1-30-1,-1 35 601,1 11 298,-2 0 0,1 0 0,0 0-1,-1 0 1,0 0 0,1 0-1,-1 1 1,-1-1 0,1 0-1,-1 1 1,1-1 0,-1 1 0,0-1-1,0 1 1,-6-6 0,4 5 76,0 1 1,0-1-1,-1 1 1,0 0-1,1 0 1,-1 1-1,-1-1 1,1 1-1,0 0 1,-10-2 0,-4 1 37,0 0 1,0 2 0,0 0 0,-27 2 0,5 0 175,36 0-192,1-1 0,-1 0-1,0 1 1,1 0 0,-1 0-1,1 1 1,-8 2 0,1 0-12,4-3-101,5-19-9794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3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6739,'0'0'6443,"0"0"-6331,1 1 1,-1-1-1,0 0 0,1 0 1,-1 1-1,0-1 0,0 0 1,1 0-1,-1 1 0,0-1 1,0 0-1,0 0 0,1 1 1,-1-1-1,0 0 0,0 1 1,0-1-1,0 0 0,0 1 1,0-1-1,0 1 0,0-1 1,0 0-1,0 1 0,0-1 1,0 0-1,0 1 0,1 22 197,-2 0-1,0-1 1,-1 1-1,-11 41 1,4-30-26,1 1 0,2 0 0,-3 48 0,6 106 1258,4-124-941,-2-63-575,1 1 0,0-1 0,0 0-1,1 1 1,-1-1 0,0 0 0,1 1 0,-1-1 0,1 0 0,0 1-1,0-1 1,0 0 0,0 0 0,0 0 0,0 0 0,1 0 0,-1 0-1,1 0 1,-1-1 0,1 1 0,2 1 0,0 0 6,0-1 0,0 0 0,1-1 0,-1 1 0,1-1 0,-1 0 0,1 0-1,-1 0 1,9 0 0,-4 0-19,0 0 0,0-1-1,1 0 1,-1 0-1,0-1 1,0 0-1,0-1 1,0 0-1,0 0 1,-1-1 0,1 0-1,-1-1 1,1 1-1,-1-2 1,0 1-1,-1-1 1,1 0-1,-1-1 1,0 0 0,0 0-1,-1 0 1,1-1-1,4-8 1,1 1-213,0-1-1,-1-1 1,-1 0 0,-1 0-1,0-1 1,-1 0 0,-1 0-1,-1-1 1,0 0-1,-2 0 1,0 0 0,0-1-1,-2 0 1,1-30 0,-3 25-197,0 9 200,0 0-1,-2-20 0,1 31 208,0 0 0,0 0-1,0 1 1,0-1 0,0 0-1,-1 1 1,1-1 0,-1 1-1,0 0 1,0-1-1,-1 1 1,1 0 0,-5-5-1,-3 0 38,-1 0 0,0 0 0,0 1 0,0 1 0,-1 0 0,0 0 0,0 1 0,0 1-1,-1 0 1,0 0 0,1 2 0,-1-1 0,0 2 0,-24-1 0,36 2-345,1 18-3353,0-2-841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3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18 488 5170,'0'0'8404,"-3"0"-7481,3 0-832,-1 0-1,1 0 0,-1 0 1,1 0-1,-1 0 0,1 0 1,-1 0-1,0 0 0,1 0 1,-1 0-1,1 0 0,-1 0 1,1 0-1,-1 0 0,1 1 1,-1-1-1,1 0 0,-1 0 1,1 1-1,-1-1 0,1 0 1,-1 0-1,1 1 0,0-1 1,-1 1-1,1-1 0,-1 1 1,1 0-21,0 0 0,1-1 0,-1 1 0,0 0 0,0-1 0,1 1 0,-1 0 0,1-1 1,-1 1-1,1-1 0,-1 1 0,1 0 0,-1-1 0,1 1 0,-1-1 0,2 1 0,33 21 758,-17-14-709,1 0 0,0-1 0,1-2 0,-1 1-1,1-2 1,0-1 0,0 0 0,38-1 0,-56-2-125,0 0 0,0-1-1,-1 1 1,1 0 0,0-1 0,0 1 0,-1-1-1,1 0 1,0 1 0,-1-1 0,1 0 0,-1 0 0,1 0-1,-1 0 1,0 0 0,1-1 0,-1 1 0,0 0-1,0 0 1,0-1 0,0 1 0,0-1 0,0 1 0,0-1-1,0 0 1,0 1 0,-1-1 0,1 0 0,-1 1-1,1-1 1,-1-2 0,2-8-85,-1 1-1,0 0 1,-1-22 0,0 19 3,0-19-9,1-11 108,-2 1 0,-10-64 0,7 82 5,1 1 1,2-1-1,0 0 1,5-33 0,-4 55-9,1 0 0,-1 0 1,1 0-1,0 0 1,0 0-1,0 0 1,0 0-1,1 1 1,-1-1-1,1 1 1,0-1-1,0 1 0,0-1 1,0 1-1,0 0 1,0 0-1,0 0 1,1 0-1,-1 0 1,1 0-1,0 1 1,-1 0-1,1-1 0,0 1 1,0 0-1,0 0 1,0 0-1,4 0 1,9-2-7,0 1 1,1 0-1,0 2 1,18 1-1,-11-1 37,-15 0-29,0 1-1,0 1 1,0-1 0,0 1 0,0 1 0,0-1 0,0 1 0,-1 1 0,1 0-1,10 7 1,-14-8 0,0 0 0,0 1 0,0-1 0,-1 1-1,1 0 1,-1 1 0,0-1 0,0 1 0,-1 0 0,1 0-1,-1 0 1,0 0 0,0 1 0,-1-1 0,0 1 0,0 0-1,2 7 1,-2 2 25,0 1 0,-1 0 0,-1-1 0,-1 1 0,0 0 0,-1-1 0,-4 18 0,-1-7 60,-1 0 0,-1-1-1,-15 30 1,23-51-85,-18 34 297,-17 52 0,32-77-228,1 0 0,0 0-1,0 0 1,2 0-1,-1 1 1,2-1-1,0 1 1,2 16-1,-2-29-74,0 1-1,0-1 0,1 0 0,-1 1 0,0-1 1,1 0-1,-1 0 0,1 1 0,0-1 0,-1 0 1,1 0-1,0 0 0,-1 0 0,1 0 0,0 0 1,0 0-1,0 0 0,0 0 0,0-1 0,0 1 1,0 0-1,1 0 0,1 0 0,1 1-10,1-1 0,-1 0 0,1-1 0,0 1 0,6-1 0,-4 1-17,23 0-421,-1 0 0,0-2 0,50-9-1,-61 7-504,1-2 0,23-9 0,-29 8-638,0 0 0,0 0 0,20-15-1,-12 1-6420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0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47 109 1185,'0'0'2974,"2"-2"-2696,7-6-166,-7 6-24,1-20 998,-2-9 1075,-1-1-143,0 21-578,0 19 1475,0 21-2436,1-9-216,-1-1 0,-1 0 0,-6 38 1,-11 12 207,8-35-201,1 2 0,2-1 0,1 1 1,0 39-1,6-67-192,-1-5-44,1 0 0,0-1 0,0 1 0,1 0-1,-1 0 1,0 0 0,1 0 0,1 4 0,-1-6-28,0 0 1,-1 0-1,1 0 1,0-1-1,0 1 1,0 0-1,0 0 1,0 0 0,0-1-1,0 1 1,1-1-1,-1 1 1,0-1-1,0 1 1,0-1-1,1 0 1,-1 1 0,0-1-1,0 0 1,1 0-1,-1 0 1,2 0-1,252 2 162,-132-3-90,-122-13-6164,-1 7 4963,0-26-2823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4802,'0'0'5936,"-1"15"-5261,-5 51 75,6-58-522,-1 0 1,1 0-1,1 0 0,-1-1 1,4 13-1,-1 12 416,-2 40 166,-5 179 860,0-185-1112,-22 115 0,-32 58 1321,55-226-1358,4-29-786,-1-77-6317,0 66 1500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6819,'0'0'6761,"12"10"-6140,38 35-101,-45-40-415,-1 0 0,0 0-1,0 0 1,0 1 0,-1-1 0,1 1-1,-1 0 1,-1 0 0,1 0-1,-1 1 1,2 12 0,-1-2 212,-1 0 0,-1 33 0,-2-35-161,2 3 82,-1-7-106,0 0 0,0 1 0,-1-1 0,0 0 0,-6 21-1,6-30-129,0 1 0,0-1 0,0 1-1,-1-1 1,1 1 0,-1-1-1,1 0 1,-1 0 0,0 0-1,0 0 1,0 0 0,0 0 0,0-1-1,-1 1 1,1 0 0,0-1-1,-1 0 1,1 0 0,-1 0 0,1 0-1,-1 0 1,0 0 0,1 0-1,-1-1 1,0 0 0,0 1 0,1-1-1,-1 0 1,-3-1 0,5 1-67,0 0 0,0 0 0,0 0 1,-1 0-1,1-1 0,0 1 0,0 0 1,0-1-1,0 1 0,0-1 0,0 0 1,0 1-1,0-1 0,0 0 0,0 1 1,1-1-1,-1 0 0,0 0 0,0 0 1,0 0-1,1 0 0,-1 0 0,1 0 1,-1 0-1,1 0 0,-1 0 0,1 0 1,-1 0-1,1 0 0,0 0 0,0 0 1,0-3-1,-2-5-712,2-1 0,-1 1 1,2-14-1,0 3-1321,-1-46-6613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9124,'0'0'7438,"25"10"-7062,81 34-240,-98-42-127,0 1 0,0-1-1,1 0 1,-1-1-1,0 0 1,1 0-1,-1-1 1,14-1-1,-2 0-2,-2 2 21,-6 0-131,-1-1 0,0-1 1,21-2-1,-30 3 6,0-1 0,-1 1 0,1 0 0,0-1 0,-1 1 0,1-1 0,-1 0 0,1 1 0,-1-1 0,1 0 0,-1 0 0,1 0 0,-1 0 0,0 0 0,0 0 0,1-1 0,-1 1 0,0 0 0,0-1 0,0 1 0,0-1 0,0 1 0,-1-1 0,1 1 0,0-1 0,-1 1 0,1-1 0,-1 0 0,0 1 0,1-1 0,-1-3 0,0-25-3485,-1 29 3591,1 1 0,-1-1 0,1 1 0,-1-1 0,0 1 0,1-1 0,-1 1 0,0 0 0,0-1 0,1 1 0,-1 0 0,0 0 0,0-1 0,0 1 0,1 0 0,-1 0 0,0 0 0,0 0 0,1 0 0,-1 0 0,0 0 0,0 0 0,0 1 0,-1-1 1,0 0 57,0 0-35,0 0-1,0 0 1,0 0 0,0 0 0,0 0 0,0 0 0,0 0 0,0 0 0,0 1-1,0-1 1,1 1 0,-1 0 0,0 0 0,0-1 0,0 1 0,1 0 0,-1 0-1,0 1 1,1-1 0,-1 0 0,1 0 0,-1 1 0,1-1 0,0 1 0,0-1-1,0 1 1,-1 0 0,1-1 0,1 1 0,-1 0 0,0 0 0,0 0-1,1 0 1,-1 3 0,-12 27 364,6-16-234,1 1 0,-8 33 0,5 20 787,1 100 1,5-80 123,-4 31 445,-3 129 1606,14-252-3708,-2-4 65,-1-1-1,1 1 0,-1-1 0,-1 1 0,1-1 1,-1 1-1,-2-13 0,1-6-1902,1-20-2732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2961,'0'0'12710,"232"23"-12710,-194-23-32,-12 0-1088,-10 0-1153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3522,'0'0'4210,"3"-8"-3909,18-44 1433,-21 52-1661,1-1 0,-1 1 0,0 0 0,0-1 1,1 1-1,-1 0 0,0-1 0,0 1 0,1 0 0,-1 0 0,0 0 0,1-1 0,-1 1 0,0 0 0,1 0 0,-1 0 1,0 0-1,1-1 0,-1 1 0,1 0 0,-1 0 0,0 0 0,1 0 0,-1 0 0,1 0 0,-1 0 0,0 0 0,1 0 1,-1 0-1,0 0 0,1 1 0,-1-1 0,1 0 0,-1 0 0,0 0 0,1 0 0,-1 1 0,0-1 0,1 0 0,-1 0 1,0 1-1,1-1 0,-1 0 0,0 0 0,0 1 0,1-1 0,-1 0 0,0 1 0,0-1 0,0 0 0,0 1 0,1-1 1,-1 1-1,0-1 0,0 0 0,0 1 0,0-1 0,0 0 0,0 1 0,0 0 0,6 49 53,-1 1 0,-4 67 0,-17 100 1431,4-78-146,9-98-1002,-3 58 980,6-99-1317,-1-9-1585,-3-11 29,1-1-1,1 1 0,0-21 0,2 2-2612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3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10 1889,'0'0'3545,"2"-3"-2747,9-4 4985,-15 20-2355,-3 0-4630,-9 10 1316,-1-2 0,-1 0-1,-22 21 1,-66 51 189,70-64-300,-1-1 1,-1-1-1,-49 25 0,72-43-139,16-8 99,-1-1-1,1 0 0,0 1 1,-1-1-1,1 1 1,0-1-1,0 0 1,-1 1-1,1-1 0,0 0 1,-1 0-1,1 0 1,0 0-1,0 0 0,0 1 1,-1-1-1,1-1 1,0 1-1,0 0 1,-1 0-1,1 0 0,1-1 1,13 1-85,0 0 134,0-1 1,1 2 0,-1 0-1,0 1 1,0 0 0,0 1-1,0 1 1,28 11 0,-26-5 198,0 1 0,0 0 0,-1 1 0,-1 1 0,0 1 0,-1 0 0,21 26 0,-9-5 312,-1 1 0,29 59 0,-50-88-660,-3-5-61,1 1 0,-1-1 0,1 1 0,-1 0-1,0-1 1,0 1 0,-1 0 0,2 5-1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0 437 5426,'0'0'6894,"3"3"-5907,5 3-671,0 0 0,0-1 0,0 0 0,1 0 0,0 0 0,0-1-1,0-1 1,1 1 0,-1-2 0,1 1 0,12 1 0,14 0-56,66-2 1,-70-2-173,-31 0-89,1 0 0,0 0 0,-1-1 0,1 1 1,0 0-1,-1-1 0,1 1 0,0-1 0,-1 1 0,1-1 0,-1 0 1,1 0-1,-1 0 0,0 0 0,1 0 0,-1 0 0,0 0 1,0 0-1,1 0 0,-1-1 0,0 1 0,0 0 0,0-1 0,-1 1 1,1-1-1,0 1 0,0-1 0,-1 1 0,1-1 0,-1 0 0,1-2 1,1-6-39,-1 0 1,0 0-1,-1 0 0,-1-13 1,1 6-22,0 14 59,0-6-34,1 1 0,-2-1 0,1 0 0,-1 1-1,0-1 1,-1 0 0,0 1 0,-1 0 0,-5-15-1,-5-2 42,-28-65 35,37 78-19,1 1 1,0-1-1,0 0 0,1 0 1,1-1-1,-1-12 0,2 22-19,0 1 0,0-1 0,0 0-1,0 1 1,1-1 0,-1 1 0,1-1 0,-1 0-1,1 1 1,0-1 0,0 1 0,0 0 0,2-3-1,-1 3 2,0 0 0,0 0 0,0 0 0,1 1 0,-1-1-1,0 1 1,1-1 0,0 1 0,-1 0 0,1 0 0,4-1 0,0 0-1,0 0 1,-1 0 0,1 0 0,0 1-1,0 0 1,0 0 0,0 1 0,-1 0 0,1 0-1,0 1 1,0 0 0,0 0 0,0 0-1,0 1 1,-1 0 0,1 0 0,-1 1-1,1 0 1,-1 0 0,0 1 0,0-1 0,-1 1-1,1 0 1,-1 1 0,0-1 0,0 1-1,0 0 1,7 10 0,-6-6 43,-1 0 0,1 0 0,-2 0 0,1 1 0,-1-1 0,-1 1 0,1 0 0,-2 0 0,1 1 0,0 13 0,-1 8 265,-1-1 1,-4 37-1,0-44-135,-1-1 0,-1 0-1,-1-1 1,-9 24 0,9-29 1,0 0 0,0 1 0,2 0 0,0 0 0,1 0 0,1 0 0,1 36 0,1-53-177,0 0 0,0-1 0,0 1 1,0-1-1,0 1 0,0 0 0,0-1 1,1 1-1,-1-1 0,0 1 0,0-1 1,1 1-1,-1 0 0,0-1 0,0 1 1,1-1-1,-1 0 0,1 1 0,-1-1 1,0 1-1,1-1 0,-1 0 0,1 1 1,-1-1-1,1 0 0,-1 1 0,1-1 1,0 0-1,-1 0 0,1 1 0,0-1 1,10 2-245,-1 0 0,1-1 1,-1 0-1,1-1 1,-1 0-1,1-1 0,0 0 1,16-4-1,-16 2-445,1 0 0,-1-1 0,1 0-1,-1 0 1,-1-1 0,1-1 0,15-10 0,8-15-7791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49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95 3506,'0'0'4495,"-5"-11"-333,5 11-4142,0 0 1,-1 0-1,1-1 1,0 1-1,-1 0 1,1 0-1,0 0 0,-1 0 1,1 0-1,0-1 1,-1 1-1,1 0 1,0 0-1,-1 0 1,1-1-1,0 1 0,0 0 1,-1 0-1,1-1 1,0 1-1,0 0 1,-1-1-1,1 1 1,0 0-1,0-1 0,0 1 1,0 0-1,0-1 1,0 1-1,-1-1 1,1 1-1,0-19 1143,1 16-1017,-1 1 0,1-1 0,0 0 0,0 0 0,0 0 0,0 0 0,0 1 0,0-1 0,1 0 0,1-2 0,1 2-128,0 1 0,0-1 0,1 1 0,-1 0 0,0 0 0,1 0 0,0 1 0,-1-1 0,1 1 0,0 0 0,-1 1 0,8-1 0,13 0 169,29 2 0,-17 1-99,-35-2-75,-1 1 1,1 0-1,-1 0 0,1 0 1,-1 0-1,1 0 0,-1 0 1,0 0-1,0 0 0,1 0 1,-1 0-1,0 1 0,0-1 0,0 1 1,1 2-1,0-2-8,-1 1-1,1-1 1,-1 1-1,1 0 1,-1 0-1,0-1 1,0 1-1,1 5 1,2 61 325,-4 14-215,-1-80-114,0 0 1,0 0-1,0 0 1,0 0-1,-1 0 0,1 0 1,-1 0-1,0-1 0,1 1 1,-2 0-1,1-1 1,0 0-1,0 1 0,-4 2 1,-37 29 28,42-33-30,-11 6-41,0 0 1,0-1 0,-1 0-1,0-1 1,0-1-1,0 0 1,-1 0-1,1-2 1,-1 1 0,0-2-1,0 0 1,-14-1-1,27 0 92,2 0-46,-1-1-1,0 0 1,1 0-1,-1 1 1,0-1 0,1 0-1,-1 0 1,1 1-1,-1-1 1,1 0 0,-1 1-1,1-1 1,0 1-1,-1-1 1,1 1 0,0-1-1,-1 1 1,1-1 0,0 1-1,0 0 1,-1-1-1,1 1 1,0 0 0,1-1-1,20-4-7,22 4-49,-26 0 48,-1 0 1,0 1-1,23 4 0,-37-3 8,0 0 0,1 1 0,-1-1 1,0 1-1,-1 0 0,1-1 0,0 1 0,0 1 0,-1-1 0,1 0 0,-1 1 0,0-1 0,0 1 0,0 0 0,0-1 1,0 1-1,0 0 0,-1 0 0,0 0 0,2 4 0,0 1 11,0 1 0,0-1-1,-1 0 1,0 1 0,-1 0 0,1 14 0,-2 98 460,0-116-458,-1-1 1,1 1 0,-1-1 0,0 1 0,-1-1-1,1 0 1,-1 0 0,1 0 0,-1 0 0,-1 0-1,-3 7 1,-4 2 76,-22 23 0,22-25-85,4-6-3,1 0-1,-1-1 1,1 0-1,-1 0 1,0 0-1,-1-1 1,1 0-1,-1 0 0,1 0 1,-1-1-1,0 0 1,0 0-1,-10 1 1,-11-1-106,1 0 0,-34-3 0,22 0-197,36 2 287,-1-1-1,1 0 0,0 0 0,0 0 1,-1-1-1,1 1 0,0-1 1,0 0-1,0 0 0,0 0 1,0 0-1,0-1 0,0 1 1,0-1-1,0 0 0,1 1 1,-1-1-1,0-1 0,1 1 1,0 0-1,0 0 0,-1-1 1,1 0-1,1 1 0,-1-1 1,0 0-1,1 0 0,-1 0 1,1 0-1,-1-3 0,-7-25-5597,5 9-2409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5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9 4690,'0'0'4685,"9"-1"2790,32-5-7579,-11 4 118,34 3-1,-23-1-42,-40 0 28,0 1 0,0-1 1,0 0-1,0 0 0,-1 0 1,1 0-1,0 1 0,0-1 1,0 0-1,0 1 0,0-1 1,-1 1-1,1-1 0,0 1 1,0-1-1,-1 1 0,1 0 1,0-1-1,-1 1 0,1 0 1,0 1-1,1 0 2,-1 0 0,0 1 0,0 0 0,0-1-1,0 1 1,0 0 0,0 3 0,1 7 21,-1 1-1,-1 18 1,0-22 1,0 13 0,1-6 76,-4 31 0,2-43-83,0 1 1,0-1 0,-1 0 0,1 0 0,-1 1 0,0-1 0,-1 0-1,0-1 1,-5 9 0,-2 0 17,-1 0 0,0-2-1,0 1 1,-2-1 0,-19 14-1,25-20-42,-1-1 1,1 1-1,-1-1 0,0-1 0,-1 0 0,1 0 0,0 0 1,-1-1-1,0 0 0,1-1 0,-15 1 0,23-3-21,-1 0 0,1 0 0,0 1 0,-1-1 1,1 0-1,0 0 0,0 0 0,0 0 0,0 0 0,0 0 0,-1 0 0,2 1 0,-1-1 0,0 0 0,0-2 0,0 2-56,0-3 5,0 1 0,1 0 0,-1 0 0,0-1 0,1 1 0,0 0 0,0 0 0,0 0 0,0 0 1,1 0-1,-1 0 0,1 0 0,-1 0 0,1 0 0,0 1 0,0-1 0,3-2 0,-1 2 41,-1 0-1,1 1 0,-1 0 1,1 0-1,0 0 1,0 0-1,0 0 0,0 1 1,0-1-1,0 1 1,0 0-1,1 1 0,5-1 1,-5 0 39,0 1 0,0-1 0,0 2 0,1-1-1,-1 0 1,0 1 0,0 0 0,0 0 0,0 1 0,0-1 0,0 1 0,7 4 0,-7-2 29,1 0 0,-1 0 0,-1 0 0,1 1 0,0 0 0,-1 0 0,0 0 0,-1 1 0,6 8 1,-4-4 84,0 0 1,0 1 0,-1-1-1,0 1 1,-1 0 0,3 18 0,-3-2 576,0 47 1,-3-69-653,0 0 1,-1 0 0,0 0-1,0 0 1,0 0 0,0 0-1,-1 0 1,0-1 0,0 1-1,0 0 1,-1-1 0,1 0-1,-1 1 1,0-1 0,0 0-1,-1 0 1,1-1 0,-1 1 0,-6 4-1,-4 4-75,0-2 1,-1 0-1,-1 0 0,1-1 0,-2-1 0,1-1 0,-1 0 1,0-1-1,0-1 0,-1-1 0,0 0 0,1-1 1,-1-1-1,-29 0 0,46-2-29,0 0 0,0 0 0,-1 0 0,1 0 0,0 0 0,0 0 0,0-1 0,-1 1 0,1 0 0,0-1 0,0 1 0,0 0 0,0-1 0,-1 0 0,1 1 0,0-1 0,0 0 0,0 1 0,0-1 0,1 0 0,-1 0 0,0 0 0,0 0 0,0 0 0,0-2 0,-1 0-200,1-1-1,0 1 1,1-1 0,-1 0 0,0 1 0,1-1 0,0-3-1,0 3 82,-1-40-3868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5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1 324 4866,'0'0'6286,"10"-20"-6062,33-67-379,-39 80 86,-1-1 0,0 0 0,0-1 0,-1 1 0,2-12 0,-1 1-125,4-10-87,-4 14 255,0 1 0,8-21-1,-9 32 141,-1 0 0,0-1 0,1 1 0,0 0 0,0 0 0,0 1 0,0-1 0,0 0 0,1 1 0,-1-1 0,1 1 0,-1 0 0,1 0 1,0 0-1,5-3 0,-8 6 12,1-1 1,-1 1 0,0-1 0,1 1-1,-1-1 1,1 1 0,-1-1 0,0 1 0,0-1-1,1 1 1,-1-1 0,0 1 0,0 0-1,0-1 1,0 1 0,0-1 0,0 1 0,1 0-1,-1-1 1,-1 1 0,1-1 0,0 1-1,0 1 1,0 26-321,0-20 419,0 5-181,0 100 888,-17 137-1,4-164-343,-15 124 911,27-147-557,1-62-793,0-5-130,0-85-2990,0-3-3641,0 42-971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5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3 1393,'0'0'6202,"21"-2"994,-21 4-7183,-1 0 1,1 1-1,-1-1 0,0 0 1,0 1-1,0-1 1,0 0-1,0 0 0,0 0 1,0 0-1,-1 0 1,1 0-1,-1 0 0,0 0 1,1 0-1,-1-1 0,0 1 1,-3 1-1,-46 29-40,26-18 51,-13 7 28,-1-2 1,-1-2 0,0-1-1,-64 16 1,77-24-60,22-7 11,4-1-3,0 0 1,0 0-1,0 0 0,0 1 1,1-1-1,-1 0 1,0 1-1,0-1 0,0 0 1,1 1-1,-1-1 1,0 1-1,1-1 1,-1 1-1,-1 1 0,2-2 69,6 0 28,2 0-92,-6 0-6,0-1 0,0 1 0,1 0 0,-1 0-1,0 0 1,0 0 0,0 0 0,0 1 0,0-1 0,0 1 0,0-1-1,0 1 1,0 0 0,0 0 0,0 0 0,0 0 0,-1 0 0,1 0 0,0 0-1,0 0 1,1 3 0,8 13 50,-1 0 1,-1 0-1,0 1 0,9 28 0,1 4 222,-12-34-64,51 104 1908,-51-108-1879,1-1 0,0 1-1,1-1 1,0-1 0,0 0 0,1 0-1,16 12 1,-24-20-200,9 1 73,-11-3-220,0-31-4768,0 17 2388,0 2-2475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4:5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0 435 3650,'0'0'10103,"1"7"-8977,-1-2-924,0-3-107,0 0 0,1 0 0,-1 1 0,0-1 0,1 0 1,-1 1-1,1-1 0,0 0 0,0 0 0,0 0 0,0 0 1,0 0-1,0 0 0,1 0 0,-1 0 0,1 0 0,-1-1 0,1 1 1,2 2-1,15 11 658,0 0 235,31 21 1,-44-32-910,1 0 0,0-1 1,1 0-1,-1 0 1,0-1-1,1 0 1,-1 0-1,1 0 1,8 0-1,66-2 185,-80 0-266,-1 0 1,1-1-1,0 1 0,-1 0 0,1-1 1,0 0-1,-1 1 0,1-1 0,-1 0 1,0 0-1,1 0 0,-1 0 0,1 0 0,-1 0 1,0 0-1,0 0 0,0 0 0,0-1 1,0 1-1,0-1 0,0 1 0,0 0 1,0-1-1,-1 0 0,1 1 0,-1-1 1,1 1-1,0-4 0,1-4-111,0-2 1,0 1-1,0-16 1,1-34-555,-7-67 0,2 113 562,-1 0 1,0 0-1,-1 1 1,-1-1 0,-7-13-1,6 13 33,0-1 0,1 1 0,1-1 0,-3-14 0,6 20 96,0-1 1,0 1 0,1 0 0,1-16 0,0 23-20,-1 0-1,1-1 0,-1 1 1,1 0-1,0-1 1,0 1-1,0 0 0,0 0 1,0 0-1,0-1 1,1 1-1,-1 1 0,1-1 1,-1 0-1,1 0 1,0 0-1,-1 1 0,1-1 1,0 1-1,0 0 1,5-3-1,6 0-7,0 0 0,1 1 0,0 1 0,0 0 0,0 1 0,0 0 1,23 3-1,-9-2 13,-23 0-2,-1 0 1,0 0 0,0 1-1,0 0 1,0-1-1,0 2 1,0-1 0,0 0-1,0 1 1,0-1 0,-1 1-1,1 0 1,0 1 0,-1-1-1,0 0 1,0 1-1,1 0 1,-1 0 0,-1 0-1,1 0 1,0 0 0,-1 1-1,4 6 1,-2-2 59,0 1 1,-1 0-1,0 1 0,0-1 1,-1 1-1,0-1 1,-1 1-1,0-1 0,0 14 1,-1-3 96,0 60 711,-12 99 1,6-126-190,2 66 0,4-112-634,0-6-47,0 0-1,-1 0 0,1 0 0,0 0 1,0 0-1,0 0 0,0 0 0,0 0 1,0 0-1,0 0 0,0 0 1,1 0-1,-1 0 0,0 1 0,1-1 1,-1-1-1,0 1 0,1 0 0,-1 0 1,1 0-1,0 0 0,-1 0 0,1 0 1,0 0-1,-1-1 0,1 1 0,0 0 1,0-1-1,0 1 0,0 0 0,0-1 1,-1 1-1,1-1 0,0 0 1,0 1-1,0-1 0,2 1 0,6 0-76,0 0 0,0 0 0,0-1 0,0 0 0,0-1 0,1 0 0,-1 0 0,0-1 0,-1 0 0,1-1 0,0 0 0,15-7-1,-13 4-571,1-1-1,-1 0 1,13-11-1,-12 8-1454,0-1-1,14-17 1,-6 0-8094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05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1825,'0'0'4186,"1"-27"2812,7 25-6884,0-1 1,0 1 0,0 1-1,0 0 1,10-1 0,58 2 50,-70 3-147,0 5 15,-5-7 402,-43-1-443,41 0-19,1 0 22,-3 0 13,2 0 29,-12 0 817,40-9-1009,4-2 223,-26 8-66,0 1 0,1 0 1,-1 0-1,1 1 0,-1-1 0,1 1 1,0 0-1,6 1 0,2-1-20,-8 1 27,0 0 0,0 0 0,0 0 0,0 1 0,0 0 0,8 2 0,-12-2-2,0 0-1,0 1 0,0-1 1,1 0-1,-1 1 0,-1-1 1,1 1-1,0 0 0,0-1 1,0 1-1,-1 0 0,1 0 1,-1 0-1,0 0 0,0 1 1,1-1-1,-1 0 0,1 5 1,1 5 71,0 1 1,-1-1 0,0 1 0,-1-1 0,-1 1-1,-1 23 1,0-3 55,1-19-88,-1-1 0,-1 0 0,0 0 0,-1 0 0,0-1 0,-1 1 0,0-1 0,-1 1 0,0-1 0,-1-1 0,-1 1 0,0-1 0,0 0 0,-1-1 0,0 1-1,-1-2 1,-16 15 0,21-21-44,0-1-1,0 1 1,0-1-1,-1 0 1,1 0-1,-1 0 1,1-1-1,-1 1 1,0-1-1,1-1 1,-8 2-1,8-2 1,1 0 1,0 0-1,0 0 0,0 0 1,-1 0-1,1-1 0,0 0 0,0 1 1,0-1-1,0 0 0,0-1 1,0 1-1,0 0 0,0-1 1,1 0-1,-1 1 0,1-1 0,-5-4 1,2-1-80,0 0 0,0 0-1,1 0 1,0-1 0,1 0 0,-1 1 0,1-1 0,1 0 0,0-1 0,-3-15 0,2-7-650,1-50 0,2 70 598,-1 10 124,1 1 0,0 0 1,0-1-1,0 1 0,0-1 0,0 1 0,0 0 0,0-1 0,0 1 0,0-1 0,0 1 0,0-1 0,0 1 0,0 0 1,0-1-1,0 1 0,0-1 0,0 1 0,0 0 0,1-1 0,-1 1 0,0-1 0,0 1 0,1 0 0,-1-1 0,0 1 1,0 0-1,1-1 0,-1 1 0,0 0 0,1 0 0,-1-1 0,0 1 0,1 0 0,-1 0 0,0 0 0,1-1 1,-1 1-1,1 0 0,-1 0 0,0 0 0,1 0 0,-1 0 0,1 0 0,-1 0 0,1 0 0,-1 0 0,0 0 0,1 0 1,-1 0-1,1 0 0,-1 0 0,0 0 0,2 1 0,-1-1-18,4 1 58,-1-1 1,0 1-1,0 0 1,0 1-1,1-1 0,-1 1 1,-1 0-1,1 0 1,0 0-1,0 0 1,-1 1-1,1-1 1,-1 1-1,0 0 0,0 0 1,5 6-1,6 8 607,24 38 0,-31-44-418,43 74 1158,-31-49-404,27 37 0,-44-70-936,0-1 1,1 1-1,-1-1 1,1 0-1,-1 1 1,1-1-1,0 0 1,0-1-1,0 1 1,0-1-1,0 1 1,0-1-1,0 0 1,1 0-1,5 1 1,-8-2-61,1 1 0,0-1 0,0 0 0,-1 0 1,1 0-1,0 0 0,-1-1 0,1 1 0,0 0 0,0-1 1,-1 1-1,1-1 0,-1 0 0,1 1 0,-1-1 0,1 0 1,-1 0-1,1 0 0,-1 0 0,0 0 0,1-1 0,-1 1 1,0 0-1,0 0 0,0-1 0,0 1 0,0-1 0,0 1 1,0-1-1,0 1 0,0-3 0,2-8-715,-1 0 0,0-1 0,0 1 0,-1-1 0,-1-19 0,0 24 190,0-53-4481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8308,'0'0'3180,"-6"1"-3087,-4 0-281,-1 1 1371,21 3-454,-5-4-710,-1 1 0,0-1 0,0 1 1,0 0-1,-1 0 0,1 0 0,0 1 1,-1-1-1,1 1 0,-1 0 0,0 0 1,0 0-1,0 0 0,0 1 0,-1-1 0,1 1 1,-1 0-1,0-1 0,0 1 0,0 0 1,-1 0-1,1 0 0,-1 1 0,1 4 1,1 11 230,0 0 0,-1 1 1,-3 40-1,1-31 47,0-13-170,-1 0-1,-1 1 1,-1-1-1,0 0 1,-1 0-1,-1 0 1,0-1 0,-2 0-1,1 0 1,-2 0-1,0-1 1,-1 0-1,-1 0 1,0-1-1,-1-1 1,0 1-1,-1-2 1,-1 0-1,0 0 1,-18 12-1,26-21-123,1-1-1,0 0 0,-1 0 0,1 0 1,-1 0-1,1-1 0,-1 1 0,0-1 0,0-1 1,1 1-1,-10 0 0,11-1-45,1-1-1,0 1 0,-1 0 1,1-1-1,0 1 1,0-1-1,-1 0 0,1 0 1,0 0-1,0 0 0,0 0 1,0 0-1,0-1 1,0 1-1,0-1 0,0 1 1,1-1-1,-1 0 1,1 1-1,-1-1 0,1 0 1,0 0-1,-1 0 0,1 0 1,-1-3-1,-1-6-676,-1-1 0,2 0-1,0 0 1,0 0 0,1 0-1,0 0 1,2-15-1,-1 17 7,0 9 671,0 0 0,0 0 1,0 1-1,0-1 0,0 0 1,1 0-1,-1 0 1,0 0-1,0 0 0,1 1 1,-1-1-1,0 0 0,1 0 1,-1 1-1,1-1 1,-1 0-1,1 0 0,-1 1 1,1-1-1,0 1 0,-1-1 1,1 0-1,0 1 0,-1-1 1,1 1-1,0 0 1,0-1-1,0 0 0,2 1 88,-1-1 0,1 1-1,-1-1 1,1 1 0,-1 0-1,1 0 1,-1 0 0,1 0-1,-1 1 1,4 0 0,1 0 236,0 1 0,-1 0-1,1 1 1,-1 0 0,1 0 0,-1 0 0,10 7 0,5 9 618,-2 1 0,-1 0 1,25 36-1,-26-33-150,1 0 1,1-1-1,27 25 1,-42-44-637,0 0 1,0-1-1,0 1 1,0-1-1,1 1 0,-1-1 1,1-1-1,-1 1 1,7 1-1,-9-3-100,0 1 0,0-1-1,0 0 1,0 0 0,0 0-1,0 0 1,0 0 0,0 0-1,0-1 1,0 1 0,0-1-1,0 1 1,0-1 0,0 0-1,0 1 1,-1-1 0,1 0-1,0-1 1,0 1 0,-1 0-1,1 0 1,-1-1 0,1 1-1,2-3 1,2-6-233,0 0 0,-1 0 0,0 0 0,-1 0 0,0-1 0,0 0 0,-1 0 0,0 0 0,1-15 0,0-13-2967,-1-55-1,-3 15-2435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0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1 0 7187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0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7187,'175'70'2537,"-139"-56"3816,-36-9-4931,1 7-1214,0 1 0,1-1 0,4 14 0,4 27 27,0 72 517,5 36 379,-11-132-906,2-1 0,1 0 0,16 43-1,-20-64-193,0 0-1,1 0 0,0 0 0,0 0 0,0-1 0,1 0 0,0 0 0,0 0 0,1-1 0,-1 1 1,10 5-1,-11-8-14,0-1 1,0 0-1,1 1 1,-1-2-1,0 1 0,1 0 1,-1-1-1,1 0 1,-1 0-1,1 0 1,-1-1-1,1 0 1,0 0-1,-1 0 1,1 0-1,0-1 1,-1 1-1,1-1 1,-1 0-1,7-3 0,-7 3-15,-1-1-1,1 0 1,-1 0-1,1-1 1,-1 1-1,0 0 1,0-1-1,0 0 1,-1 0 0,5-5-1,22-38-133,-29 45 127,12-21-331,-1-2 0,-2 1-1,0-2 1,-2 1 0,0-1 0,3-29 0,-5 18-810,-3 0 0,0-1 1,-7-62-1,4 88 950,-1 1 0,-1-1 0,0 0 1,0 1-1,-1 0 0,0 0 0,-1 0 0,0 0 0,0 1 1,-1 0-1,-1 0 0,1 0 0,-1 1 0,-9-8 1,9 9 258,0 1-1,-1 0 1,0 0 0,-1 0 0,1 1 0,-1 0 0,0 1 0,0 0 0,0 0 0,-1 1 0,1 0 0,-1 1 0,0 0 0,1 1 0,-16-1 0,-53 2 1824,66 2-1622,26 0-11170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0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4034,'0'0'8903,"0"4"-8666,1 166 1283,-6 276 2032,5-371-2899,0-74-575,0-8-892,-1-15-289,0 9-486,1 0 1,1 0-1,0 0 0,4-22 0,7 2-2613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07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 3217,'0'0'11512,"-2"0"-11360,-2 3-67,-1 0-1,1 0 1,0 0-1,0 1 0,0 0 1,-6 7-1,-9 8 123,-1-1-27,-108 90 343,111-96-521,0 0 0,-1-1 0,-1-1 0,0 0 0,-36 12 0,44-19-258,1-1-1,-1 0 1,0-1 0,0 0-1,-16-1 1,27 0 247,0-1-40,0 1 1,0 0 0,0-1-1,0 1 1,-1 0 0,1-1-1,0 1 1,0 0 0,0-1-1,0 1 1,0 0 0,0-1-1,1 1 1,-1 0 0,0-1-1,0 1 1,0 0 0,0-1-1,0 1 1,0 0 0,1 0-1,-1-1 1,0 1 0,0 0-1,0-1 1,1 1 0,-1 0-1,0 0 1,0 0 0,1-1-1,-1 1 1,0 0 0,0 0-1,1 0 1,-1 0 0,0-1-1,1 1 1,-1 0 0,0 0-1,1 0 1,-1 0 0,5-1 74,-1 1 1,1 0-1,0 0 1,-1 1-1,1-1 1,-1 1-1,1 0 1,-1 0-1,0 0 1,1 1-1,-1 0 1,0-1-1,0 2 1,0-1-1,0 0 1,0 1-1,-1-1 1,1 1-1,-1 0 1,0 1-1,1-1 1,4 7-1,4 8 306,0 0 0,-1 1 0,14 32 0,-10-20 177,-1 0 348,11 38 1,-15-40-36,18 37 0,-28-64-786,1-1 0,0 1 1,0-1-1,-1 1 0,1-1 1,0 1-1,0-1 0,1 0 1,-1 1-1,0-1 0,0 0 1,1 0-1,-1 0 0,0 0 0,1 0 1,-1 0-1,1 0 0,-1-1 1,1 1-1,0 0 0,-1-1 1,3 1-1,-4-1-39,1 0 0,-1 0 0,0 0-1,0 0 1,1 0 0,-1 0 0,0 0 0,1 0 0,-1 0 0,0 0 0,0 0 0,1 0-1,-1 0 1,0 0 0,1 0 0,-1 0 0,0 0 0,0 0 0,1-1 0,-1 1 0,0 0 0,0 0-1,1 0 1,-1 0 0,0-1 0,0 1 0,0 0 0,1 0 0,-1-1 0,0 1 0,0 0-1,0 0 1,0-1 0,0 1 0,1 0 0,-1 0 0,0-1 0,0 1 0,0 0 0,0-1-1,0 1 1,0 0 0,0 0 0,0-1 0,0 1 0,0 0 0,0-1 0,0 1 0,0 0-1,0 0 1,-1-1 0,1 1 0,0-4-126,0-101-5873,0 71 1613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0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3 431 5475,'0'0'7347,"-2"2"-6216,2-1-1075,0 0 1,0 0-1,0 0 0,0 0 1,0 0-1,0 0 0,0 0 0,0 0 1,0 0-1,1 0 0,-1 0 1,0 0-1,1 0 0,-1-1 1,1 1-1,-1 0 0,1 0 1,-1 0-1,1-1 0,-1 1 0,1 0 1,0 0-1,-1-1 0,1 1 1,0 0-1,0-1 0,-1 1 1,1-1-1,0 1 0,0-1 0,0 0 1,1 1-1,42 21 1082,-30-15-714,-3-3-202,-1 0-1,1 0 1,0-1-1,0 0 1,21 2 0,58-2 507,-89-3-725,3 0-2,0 0 0,0 0 0,0-1 0,0 1 0,1-1 0,-1 0 0,0 0 0,0-1 1,-1 1-1,1-1 0,0 0 0,0 0 0,-1 0 0,1 0 0,-1-1 0,0 1 1,0-1-1,0 0 0,0 0 0,0 0 0,0 0 0,-1-1 0,0 1 0,1-1 0,-1 1 1,-1-1-1,1 0 0,1-5 0,1-5-214,-1 0-1,0 0 1,-1 0-1,-1 0 1,0-1-1,-1 1 1,-3-25 0,2 14 89,-1 16 96,1 0 0,-1 0 0,-1 0 0,1 0 1,-1 0-1,-1 1 0,0-1 0,0 1 0,-1 0 0,-10-14 1,9 13 34,0 0 0,0-1 0,1 1 1,0-1-1,1-1 0,-6-19 0,9 21 41,0 1-1,1-1 1,0-12-1,1 2 116,-1 18-156,0 0-1,0 0 1,1 1 0,-1-1 0,0 0 0,1 0 0,-1 0-1,1 0 1,-1 0 0,1 1 0,0-1 0,-1 0 0,1 0 0,0 1-1,-1-1 1,1 0 0,0 1 0,0-1 0,-1 1 0,1-1-1,0 1 1,0-1 0,0 1 0,0 0 0,0 0 0,0-1-1,0 1 1,0 0 0,0 0 0,0 0 0,2 0 0,41-1 43,-31 1-33,-4 1 9,-1 0 0,0 0 0,0 1 0,0 0-1,0 0 1,0 1 0,0 0 0,0 0 0,-1 1 0,0 0 0,1 0 0,-1 1 0,-1 0 0,1 0 0,-1 0-1,0 1 1,0 0 0,-1 1 0,0-1 0,6 9 0,-3-2 75,0 0 0,0 1 0,-1 0 1,-1 0-1,0 0 0,-1 1 0,-1 0 0,0 0 0,-1 0 1,1 21-1,-2 212 1573,-3-140-1024,1-108-650,0 1-1,0-1 0,0 1 1,0-1-1,1 1 1,-1-1-1,0 1 0,0-1 1,0 1-1,0-1 1,1 0-1,-1 1 0,0-1 1,0 1-1,1-1 1,-1 0-1,0 1 0,1-1 1,-1 0-1,0 1 1,1-1-1,-1 0 0,0 0 1,1 1-1,-1-1 1,1 0-1,-1 0 1,1 0-1,-1 1 0,0-1 1,1 0-1,-1 0 1,2 0-1,17 0-43,-13-1 13,1 0-72,0 0 0,-1 0 0,1-1 0,0 0 0,-1 0 0,0-1 0,1 0 0,-1 0 0,0 0 0,0-1 0,-1 1 0,1-2 0,8-8 0,6-6-1562,-1-2 1,18-25-1,-15 18-1878,6-9-5991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1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6531,'0'0'4026,"17"4"2033,-15-4-6048,0 0 1,1-1 0,-1 1 0,0-1 0,0 0 0,1 0 0,-1 0-1,0 0 1,0 0 0,0 0 0,0 0 0,0-1 0,0 1 0,0-1-1,-1 1 1,1-1 0,-1 0 0,1 0 0,1-2 0,4-6-208,-1-1 0,8-16 1,-7 14-194,-6 11 361,4-7-288,-1 1 0,1-1-1,-1 0 1,-1 0 0,0 0-1,0 0 1,-1-1-1,0 1 1,0-11 0,-2 19 591,0 11-155,-38 490 3582,5-173-1639,33-275-1700,-2-51-552,1 0 0,-1-1 0,1 1 0,0-1 0,-1 1 0,1-1 0,-1 0 0,1 1 0,-1-1 0,1 0 0,-1 0 0,1 0 0,-1 0 0,1 0 0,-1-1 0,1 1 0,-1 0 0,1-1 0,-1 1 0,1-1 0,-1 0 0,1 1 0,-2-2 0,-3-25-2508,2-9-2156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13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48 1489,'0'0'5306,"0"-6"-4756,-1 1-323,1 4-155,0 0 0,-1-1 1,1 1-1,0-1 1,0 1-1,0 0 1,0-1-1,0 1 1,0 0-1,1-1 1,-1 1-1,0 0 1,1-1-1,-1 1 1,1 0-1,-1 0 1,1 0-1,0-1 1,0 1-1,-1 0 1,1 0-1,1-1 1,-1 1 200,1 0 1,-1 0-1,0 1 0,0-1 1,0 1-1,0-1 0,1 1 1,-1-1-1,0 1 1,0 0-1,1 0 0,-1-1 1,0 1-1,3 0 0,-3 0-229,1 0-1,-1 0 0,0 0 0,0 0 1,1 1-1,-1-1 0,0 0 0,0 1 1,0-1-1,0 0 0,1 1 0,-1 0 1,0-1-1,0 1 0,0 0 0,0-1 1,0 1-1,0 0 0,0 0 0,0 0 1,-1 0-1,1 0 0,1 1 0,2 16 217,0 1 0,-1-1 0,0 1 0,-2 0 0,0 0 0,-4 31 0,2-1 148,5 540 3258,-1-578-3558,-1-21-451,-2-653-6727,0 658 7078,0 1-1,1-1 1,0 1 0,0 0 0,2-7-1,3-18 142,-5 27-113,-1 1 0,0 0 0,1 0 1,0-1-1,-1 1 0,1 0 0,0 0 0,-1 0 1,1 0-1,0 0 0,0 0 0,0 0 0,0 0 1,0 0-1,0 0 0,0 1 0,0-1 0,0 0 1,0 1-1,0-1 0,1 1 0,-1-1 0,3 0 1,0-1 160,1 1 0,-1 0 0,1 0 0,0 0 0,8-1 0,-10 2-160,-1 0-1,0 0 0,1 0 0,-1 1 1,1-1-1,-1 1 0,0-1 0,1 1 1,-1 0-1,0 0 0,0 0 0,1 0 1,-1 0-1,0 0 0,0 1 0,3 2 1,-1 1 36,0 0 1,-1 0 0,0 0 0,1 0 0,3 10-1,8 20 317,-1 0-1,14 54 0,7 76 1016,-23-100-738,3 0 0,30 80-1,-42-137-593,0 0 14,0 0 1,1 0-1,-1-1 0,10 14 0,-12-20-78,0 1 0,0-1 0,1 0 1,-1 0-1,0 0 0,0 1 0,1-1 0,-1-1 0,0 1 1,1 0-1,-1 0 0,1 0 0,0-1 0,-1 1 0,1-1 0,-1 1 1,1-1-1,0 0 0,-1 1 0,1-1 0,0 0 0,-1 0 0,1 0 1,0-1-1,-1 1 0,1 0 0,0 0 0,-1-1 0,1 1 0,1-2 1,0 0-19,0 0 1,0 0 0,0-1-1,-1 1 1,1-1 0,-1 1-1,1-1 1,-1 0-1,0 0 1,0 0 0,0 0-1,-1-1 1,1 1 0,-1 0-1,0-1 1,0 1 0,1-7-1,2 0-38,52-182-1354,-35 113 62,57-140 0,-72 205 1318,4-9 20,-10 23 15,1-1 0,-1 0 0,1 0 1,0 1-1,-1-1 0,1 0 0,0 1 1,-1-1-1,1 1 0,0-1 0,0 1 0,-1-1 1,1 1-1,0-1 0,0 1 0,0 0 1,0 0-1,0-1 0,0 1 0,0 0 1,1 0-1,13-1 443,-14 1-450,1-1-1,0 1 1,0 0-1,0 0 1,0-1 0,-1 1-1,1 1 1,0-1-1,0 0 1,0 0-1,0 1 1,-1-1 0,1 1-1,0-1 1,0 1-1,-1 0 1,1 0 0,-1 0-1,1 0 1,0 0-1,-1 0 1,0 0 0,1 1-1,-1-1 1,0 0-1,0 1 1,1-1-1,0 3 1,2 4 21,0 0 1,-1-1-1,0 1 0,0 0 0,-1 1 1,0-1-1,1 10 0,2 63 311,-4-64-248,1 313 1705,-3-172-798,1-157-590,0-19-2542,12-67-4259,-8 36-258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1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3 521 3906,'-2'0'14727,"6"1"-14649,-1-1 0,1 1 0,-1-1 1,1 1-1,-1 0 0,1 1 1,-1-1-1,6 3 0,21 8 407,-8-6-276,-7-2-115,-1 0 1,1-1-1,0 0 0,20 0 1,-21-3-47,-10 1-35,0-1 0,0 0-1,0 0 1,-1-1 0,9-1 0,-11 2-16,0 0 0,0-1 0,0 1 1,0-1-1,0 1 0,0-1 0,0 0 0,0 1 0,-1-1 0,1 0 0,0 0 1,0 0-1,-1 1 0,1-1 0,0 0 0,-1 0 0,1 0 0,-1 0 0,1 0 1,-1 0-1,0 0 0,1 0 0,-1 0 0,0 0 0,0-2 0,5-40-234,-3 1-1,-2-45 1,-1 29 120,-4-32 23,2 60 340,1 1 1,4-54-1,-1 80-238,0 0-1,0 0 1,0 1-1,1-1 1,-1 0-1,1 0 0,-1 1 1,1-1-1,0 1 1,0-1-1,0 1 1,0 0-1,0 0 1,1 0-1,-1 0 0,1 0 1,-1 0-1,1 1 1,0-1-1,0 1 1,-1 0-1,6-2 1,7-2-2,0 0 1,30-4-1,-41 8-7,30-3-1,0 1 0,40 2 1,-56 1-13,-15 0 16,0 0 0,-1 0 0,1 1 0,-1-1 0,1 1 0,0 0-1,-1 0 1,1 0 0,-1 0 0,1 0 0,-1 0 0,0 1 0,0-1 0,1 1 0,-1-1 0,0 1 0,0 0 0,-1 0 0,1 0-1,0 0 1,-1 0 0,1 1 0,-1-1 0,1 0 0,-1 1 0,0-1 0,0 1 0,0-1 0,-1 1 0,2 4 0,1 8 44,-1 0 0,0 1 0,-1-1 0,-2 18 0,1-20-8,1 60 85,1-19 31,-3-1 0,-13 96-1,7-108 188,2 0 0,0 62-1,5-101-327,0-1 0,0 1 0,1-1 0,-1 1 0,0-1 0,1 0 0,-1 1 0,1-1 1,-1 0-1,1 1 0,0-1 0,0 0 0,0 1 0,-1-1 0,1 0 0,0 0 0,0 0 0,1 0 0,-1 0 0,0 0 0,0 0 0,0-1 0,1 1 0,-1 0 0,0-1 0,1 1 0,-1 0 0,1-1 0,-1 0 0,0 1 0,1-1 0,-1 0 0,4 0 0,6 1 9,0 0 1,1-1-1,17-3 0,-17 2-1,-1 0-73,0-1 0,0-1 0,-1 0 1,1-1-1,-1 1 0,0-2 1,0 0-1,0 0 0,11-8 1,-6 4-1104,1 0 1,25-10-1,-40 19 770,3-1-308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19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67 3954,'0'0'4156,"9"-4"2151,-9 2-6248,0 1 0,0-1 1,1 1-1,-1-1 0,0 1 0,1-1 0,0 1 0,-1-1 0,1 1 0,0 0 0,-1-1 1,1 1-1,0 0 0,0 0 0,0-1 0,0 1 0,0 0 0,1 0 0,-1 0 0,0 0 1,0 0-1,3-1 0,9-8-111,21-8 270,-31 17-223,0 1 0,-1-1-1,1 1 1,0-1-1,0 1 1,-1 0 0,1 0-1,0 0 1,5 1 0,2 0 0,0-1 21,2 0 10,-1 0 1,23 3-1,-29-1-10,-1-1 0,1 0 0,-1 1 0,0 0 1,0 0-1,1 0 0,-1 1 0,-1-1 0,1 1 0,5 4 0,-5-3 18,0-1 0,0 1 1,0-1-1,0 1 0,-1 0 0,0 1 1,0-1-1,0 1 0,0-1 0,0 1 1,-1 0-1,0 0 0,0 0 0,-1 0 1,1 0-1,-1 1 0,0-1 0,0 10 1,0-1-40,-1-4 16,0 1-1,-1 0 1,-2 11 0,2-18-6,0 0 0,0 0 0,-1 0 0,0 0 0,1 0 0,-2 0 0,1 0 0,0-1 0,-1 1 0,1-1 0,-4 3 0,-5 5-9,-1 0 0,0-1-1,-1-1 1,0 0-1,0-1 1,-1 0-1,0-1 1,-24 8-1,-5-7-116,36-8 34,-1 1 0,0 0 0,1 1 0,-1 0 0,-8 3 0,28-10 131,0 1-1,0 1 1,0 0-1,0 0 1,1 1-1,20 0 1,92 2 140,-122 0-183,0 0 1,0 1 0,0 0 0,0 0-1,-1 0 1,1 0 0,0 0 0,-1 0 0,1 1-1,0-1 1,-1 1 0,0 0 0,4 3-1,25 28 26,-30-32-28,2 3 21,0 0 0,0 1-1,0 0 1,0-1-1,-1 1 1,0 0 0,0 0-1,0 0 1,-1 1-1,2 6 1,-1 3 45,-1 0 0,-1 20-1,0-16-73,-1-13 17,1-1 1,-1 1 0,-1-1 0,1 1 0,-1-1 0,0 0 0,0 0 0,0 0-1,-1 0 1,0 0 0,0 0 0,-7 8 0,-1 0 38,-1 0 0,-27 22 0,25-23-40,-1-1 0,-1-1 0,-17 9 0,25-15-7,0 0 0,0-1 1,0 0-1,0 0 0,-1-1 0,0 0 0,1-1 0,-16 1 0,-11-1-16,20 1-10,-1-2 0,-22-2 0,33 2 22,0-1 0,0 0 0,0 0 0,0-1 0,1 1 0,-1-1 0,1 0 0,-1-1-1,1 1 1,0-1 0,-1 0 0,-3-3 0,7 5-73,1-1-847,0-4-579,3 2-2329,11-7-4124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1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54 3458,'0'0'7342,"0"-9"-7004,0-26-23,0 26 739,0 11-731,-2 24 274,-2-1 0,0 0 0,-1-1 1,-2 1-1,-16 39 0,-3 13 550,8-13 67,18-106-2127,2-77-5820,5 58-1113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2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1169,'0'0'5626,"7"-5"-5311,2-4-229,-2 2 4,0 1 0,0 0 0,0 0 0,17-9 0,-18 14 151,1-1-1,-1 1 1,1 0 0,0 0-1,-1 0 1,1 1 0,7 1-1,15-2 274,72 0 346,-55 2-400,-45-1-418,1 0-1,0 0 1,0 0-1,-1 0 0,1 0 1,0 0-1,0 1 1,-1-1-1,1 1 1,0-1-1,-1 1 1,1 0-1,-1-1 0,1 1 1,-1 0-1,1 0 1,1 2-1,-2-1 35,1 0 0,-1 0 0,0 0 0,0 0 0,0 0 0,0 1 0,0-1 0,-1 0 0,1 1 0,-1-1 0,1 0 0,-1 5 0,1 10 680,0 31 0,-2-43-677,1 1 0,-1 0 0,0-1 0,0 1 1,-1-1-1,0 0 0,0 1 0,0-1 0,-4 8 0,-7 2 46,-1 1 1,0-2-1,-1 0 1,-1-1 0,-20 15-1,22-18-91,4-3-31,6-3-15,0 0-1,-1-1 0,1 1 0,-1-1 1,0 0-1,0 0 0,0-1 0,-1 0 1,1 0-1,-1 0 0,-8 2 0,11-4-187,4-4 91,-1 1 0,1 0 0,0 0 0,0 0-1,0 0 1,0-1 0,1 1 0,-1 1 0,1-1 0,0 0-1,0 0 1,0 1 0,0-1 0,0 1 0,1-1 0,-1 1-1,1 0 1,-1 0 0,1 0 0,0 0 0,0 1 0,0-1-1,0 1 1,4-2 0,3-1-214,0 1 0,-1 0 0,1 0-1,0 1 1,0 0 0,1 1 0,10-1 0,-15 2 325,1 0 35,-1 0 0,1 0 0,-1 1 0,0-1 0,9 3-1,-12-2-2,-1 1 0,0-1-1,1 0 1,-1 0 0,0 1 0,0-1-1,0 1 1,0 0 0,0 0 0,0 0-1,0 0 1,-1 0 0,1 0-1,-1 0 1,3 5 0,0 3 252,1 1 0,-2 0 0,0 1 0,0-1 0,-1 1 0,0-1 0,-1 1 0,-1-1 0,-1 23 0,1-19-70,0-6-89,0 0-1,-1 0 1,-1 0 0,0 0 0,0 0-1,0 0 1,-1-1 0,-1 1-1,1-1 1,-1 0 0,-1 0 0,1 0-1,-1 0 1,-1-1 0,1 0 0,-1 0-1,-14 11 1,6-4 46,-2 0-1,0-2 1,0 0 0,-29 16 0,34-23-146,0 1 1,0-2 0,-1 1 0,0-2 0,1 1 0,-1-2-1,0 0 1,-1 0 0,-12 0 0,22-2-32,-1 0-61,-1 0 0,1 0-1,-1 0 1,1 0-1,0-1 1,-1 0-1,1 0 1,-7-2-1,10 2-38,-1 0-1,1-1 1,-1 1 0,1-1-1,-1 1 1,1-1-1,0 1 1,0-1 0,0 0-1,0 1 1,0-1 0,0 0-1,1 0 1,-1 0-1,0 0 1,1 0 0,0 0-1,-1 0 1,1 0 0,0 0-1,0 0 1,0-2-1,-1-27-2522,1 0-1543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2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65 3586,'0'0'6557,"0"-6"-5607,0-25 604,0 3 2913,8 66-4173,-6 277 2556,-3-165-1981,1 60 516,1-340-3429,-3-166-6755,-7 222 7221,6 57 2146,0 0 0,1-1 0,1 1 0,1 0 0,2-22 1,-1 37-554,0 0 1,-1-1-1,1 1 1,0 0 0,0 0-1,0 0 1,1 0-1,-1 0 1,0 0 0,1 0-1,-1 0 1,1 1-1,0-1 1,0 1 0,-1-1-1,1 1 1,0-1 0,0 1-1,0 0 1,0 0-1,1 0 1,1-1 0,3 0 302,-1 0 0,1 0 0,-1 1 0,1 0 0,0 0 0,9 0 0,-14 1-262,-1 1-1,1-1 1,0 0 0,-1 1 0,1 0 0,-1-1 0,1 1-1,-1 0 1,1-1 0,-1 1 0,0 0 0,1 0 0,-1 0-1,0 0 1,0 1 0,0-1 0,0 0 0,0 0 0,0 1-1,0-1 1,0 0 0,0 1 0,-1-1 0,2 3 0,13 44 560,-12-36-374,34 168 2314,-24-109-1269,30 99 0,-40-161-1162,1 1 0,0-1 0,0 1-1,1-2 1,8 13 0,-12-19-106,1 0 1,-1 0-1,1-1 1,-1 1-1,1 0 1,-1-1-1,1 0 1,0 1-1,0-1 1,0 0-1,0 0 1,0 0-1,0 0 1,0 0 0,0 0-1,0 0 1,0-1-1,1 1 1,-1-1-1,0 0 1,0 0-1,1 0 1,-1 0-1,0 0 1,1 0-1,-1 0 1,0-1-1,0 1 1,4-2-1,-3 0-22,-1 1-1,0-1 0,0 1 0,0-1 0,-1 0 1,1 0-1,0 0 0,-1 0 0,1 0 0,-1 0 1,0-1-1,0 1 0,1 0 0,-2-1 0,1 1 1,0-1-1,0-3 0,2-2-29,44-160-1574,-35 114 915,3 0 1,26-60-1,-22 77 761,-18 34-78,1 0 0,0 0 0,0 0 0,0 0 0,0 1 0,0 0 0,1-1 1,-1 1-1,1 0 0,3-3 0,-5 5-3,0-1 1,0 1-1,0 0 1,-1-1-1,1 1 1,0 0-1,0 0 0,0-1 1,0 1-1,0 0 1,0 0-1,0 0 1,0 0-1,0 0 0,0 0 1,0 1-1,0-1 1,0 0-1,0 0 1,-1 1-1,1-1 0,0 1 1,0-1-1,0 0 1,0 1-1,-1 0 1,1-1-1,0 1 1,0-1-1,-1 1 0,1 0 1,0 0-1,-1-1 1,1 1-1,-1 0 1,1 0-1,0 1 0,1 3 18,0 1-1,0-1 0,-1 1 0,1-1 1,-1 7-1,8 67 333,-4 0 0,-5 81 0,-1-66 67,1-35-260,-3 0 0,-11 60 0,14-119-181,0 1 0,0 0 0,0-1 0,0 1-1,0 0 1,0 0 0,-1-1 0,1 1 0,0 0 0,0-1 0,-1 1 0,1-1 0,0 1-1,-1 0 1,1-1 0,-1 1 0,1-1 0,-1 1 0,1-1 0,-1 1 0,1-1 0,-1 1-1,-10 0-3472,6-1 1035,-14 0-6618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2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46 720,'-3'-8'16703,"2"4"-17804,1-29 1864,0 33-819,0 4-88,-13 253 1016,13 73 2178,1-330-3203,-1 1 1,1-1-1,-1 0 0,1 0 1,-1 0-1,1 0 1,-1 0-1,1 0 0,-1 0 1,1 0-1,0 0 1,-1 0-1,1 0 0,-1 0 1,1 0-1,-1 0 1,1 0-1,-1 0 0,1-1 1,-1 1-1,1 0 1,-1 0-1,0-1 0,2 0 1,10-18-3437,5-19-3203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2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 3986,'0'0'4501,"0"-3"-3573,0-2-732,-1 1 65,1-1-1,0 0 1,0 0 0,1 1 0,-1-1-1,1 0 1,0 1 0,0-1-1,0 0 1,1 1 0,0-1-1,0 1 1,0 0 0,0 0 0,5-7-1,0 3-224,1 1 0,0 0 1,0 0-1,0 1 0,1 0 0,0 0 0,0 1 0,1 0 0,-1 1 0,16-5 0,-7 4-42,1 1 0,-1 1 0,1 0 0,-1 2 0,20 0-1,-36 1 19,0 0-1,-1 1 1,1-1-1,0 1 0,0 0 1,-1-1-1,1 1 0,0 0 1,-1 0-1,1 0 0,-1 0 1,1 1-1,-1-1 0,0 0 1,1 0-1,-1 1 0,0-1 1,0 1-1,0-1 0,0 1 1,0 0-1,0-1 0,-1 1 1,1 0-1,-1-1 1,1 4-1,2 4 100,0 0 0,-1 0-1,1 17 1,-1 133 1371,-3-82-1176,0-63-256,0-1 0,-1 0 0,0 0 1,-1 0-1,-1 0 0,0 0 1,-1-1-1,0 1 0,-1-1 0,-10 16 1,6-12-14,-2 1 1,0-2-1,-1 1 1,0-2 0,-1 0-1,-23 17 1,32-27-35,-1 0 0,0 0 1,0-1-1,0 1 0,0-1 0,-1-1 1,1 1-1,-1-1 0,1-1 0,-1 1 1,0-1-1,0 0 0,-8 0 0,14-1-9,-1 0 0,1-1-1,0 1 1,-1 0 0,1-1 0,-1 1-1,1-1 1,0 1 0,-1-1-1,1 0 1,0 0 0,0 1-1,0-1 1,-1 0 0,1 0-1,0 0 1,0 0 0,0-1 0,1 1-1,-1 0 1,0 0 0,0 0-1,1-1 1,-1 1 0,0 0-1,1-1 1,-1 1 0,1 0-1,0-1 1,-1 1 0,1-3 0,-2-6-91,1 0 0,1-1 0,0-14 0,0 15-50,0 6 96,0-1-72,0-1-1,0 1 1,0 0-1,1 0 1,2-10-1,-2 13 115,-1 1-1,1 0 1,0-1-1,0 1 0,-1 0 1,1 0-1,0-1 1,0 1-1,1 0 0,-1 0 1,0 0-1,0 0 1,0 0-1,1 1 1,-1-1-1,0 0 0,1 0 1,-1 1-1,1-1 1,-1 1-1,1-1 0,-1 1 1,3 0-1,1-2 48,1 1 0,0 1 0,-1-1 0,1 1-1,0 0 1,-1 0 0,1 1 0,0 0 0,-1 0-1,1 0 1,0 0 0,-1 1 0,0 0 0,1 0 0,-1 1-1,0-1 1,0 1 0,6 5 0,0 2 171,0 1-1,-1 0 1,0 0 0,-1 1 0,14 22 0,-3-2 320,35 51 912,-48-74-1280,0-1 1,1 1-1,0-1 1,0-1-1,1 1 0,13 7 1,-19-13-145,0 0 0,0 0 1,1 0-1,-1-1 0,0 0 0,1 0 0,-1 0 1,1 0-1,-1 0 0,1-1 0,-1 1 1,1-1-1,0 0 0,-1 0 0,7-2 0,-7 2-66,0-1-1,-1 0 0,1-1 0,0 1 0,-1 0 1,0-1-1,1 1 0,-1-1 0,0 0 1,0 0-1,0 0 0,0 0 0,0 0 0,0 0 1,-1 0-1,1-1 0,-1 1 0,1-1 0,1-4 1,1-4-709,0 0 0,-1 0 1,2-13-1,2-37-4677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30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99 368,'0'0'4768,"0"-8"-3739,0-34 293,0 5 2930,0 37-4212,0 0 1,0-1 0,0 1 0,0 0-1,1 0 1,-1-1 0,0 1 0,0 0-1,0 0 1,0 0 0,0-1-1,1 1 1,-1 0 0,0 0 0,0 0-1,0 0 1,1-1 0,-1 1 0,0 0-1,0 0 1,1 0 0,-1 0-1,0 0 1,0 0 0,1 0 0,-1 0-1,0 0 1,0 0 0,1 0-1,-1 0 1,0 0 0,0 0 0,1 0-1,-1 0 1,0 0 0,1 0 5,-1 0 0,0 0 0,1 0 0,-1 0 0,0 0 0,1 0 0,-1 0 0,0 0 0,1 0 0,-1 0 0,0 0 0,1 0 0,-1 0 0,0 0 0,1-1 0,-1 1 0,0 0 0,0 0 0,1 0 0,-1 0 0,0-1 0,0 1 0,1 0 0,-1 0 0,0-1 0,0 1 0,1 0 0,-1 0 0,0-1 0,0 1 0,0 0 0,0-1 0,0 1 0,1 0 0,-1 0 0,0-2 1634,0 15-1648,0 768 5056,-13-985-11726,13 167 5127,-4-107-7594,0 96 6507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5:3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2721,'0'0'4360,"5"-3"-3587,15-10-15,-20 13-705,0 0 0,0 0-1,1-1 1,-1 1 0,0 0 0,0 0 0,0-1 0,1 1 0,-1 0-1,0 0 1,0 0 0,1-1 0,-1 1 0,0 0 0,0 0-1,1 0 1,-1 0 0,0 0 0,0 0 0,1 0 0,-1-1-1,0 1 1,1 0 0,-1 0 0,0 0 0,1 0 0,-1 0 0,0 0-1,0 0 1,1 0 0,-1 1 0,0-1 0,1 0 0,-1 0-1,0 0 1,0 0 0,1 0 0,-1 0 0,0 1 0,0-1 0,1 0-1,-1 0 1,0 0 0,0 1 0,1-1 0,-1 0 0,0 0-1,0 1 1,0-1 0,0 0 0,1 0 0,-1 1 0,0-1-1,0 0 1,0 0 0,0 1 0,1 1 32,13 34 1294,-1 1 0,12 56 0,-2-4-17,3 3-53,-15-47-337,3-1-1,28 67 0,-41-109-934,0 1 0,0-1 0,1 1 1,-1-1-1,1 1 0,-1-1 0,1 0 0,0 1 0,0-1 0,0 0 0,0 0 0,0 0 1,0-1-1,1 1 0,-1-1 0,1 1 0,-1-1 0,1 0 0,-1 0 0,1 0 0,0 0 1,-1 0-1,1 0 0,0-1 0,0 1 0,0-1 0,0 0 0,-1 0 0,1 0 0,0 0 1,0-1-1,3 0 0,-4 1-34,0-1 1,1 0-1,-1 1 1,0-1-1,1 0 1,-1 0 0,0 0-1,0 0 1,0-1-1,0 1 1,0-1-1,0 1 1,0-1-1,-1 0 1,1 1 0,2-5-1,22-37-193,-15 23 2,50-90-1633,42-64-1211,-86 146 3003,-15 23 99,1 0 0,-1 0 1,1 1-1,0-1 0,0 1 0,1 0 1,-1 0-1,1 0 0,0 0 1,0 0-1,7-4 0,-10 8 1077,0 0-1132,0 0 1,0 0-1,0 1 0,0-1 0,0 1 0,0-1 1,0 1-1,0-1 0,0 1 0,-1-1 0,1 1 1,0 0-1,0-1 0,0 1 0,-1 0 0,1 0 1,0-1-1,-1 1 0,1 0 0,-1 0 0,1 0 0,-1 0 1,0 0-1,1 0 0,-1 0 0,0 0 0,0 0 1,1 0-1,-1 1 0,5 40 168,-5-31-75,6 347 1881,-7-213-1595,1-44-265,0-55-7112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38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23 8180,'0'0'11077,"-46"0"-11077,37 0-80,-7 0-1153,-6-4-1920,1-15-5187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41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108 166 912,'0'0'5411,"0"-7"-4773,0-30 372,0 16 7000,-5 24-7898,2 5-85,0 1 0,1-1 0,0 0 0,0 1 0,1-1 0,0 1 1,1 15-1,-2 6 84,-11 164 363,7-83-155,-21 120 0,17-185-219,4-17-11,0 0-1,-2 55 1,8-84-79,-3 7 36,2-7 39,1 0-92,0 0 0,0 0 0,0 0 0,0 0 0,0 0 0,0 0-1,0-1 1,0 1 0,0 0 0,1 0 0,-1 0 0,0 0 0,0 0-1,0 0 1,0-1 0,0 1 0,0 0 0,0 0 0,0 0 0,0 0 0,0 0-1,-1 0 1,1 0 0,0-1 0,0 1 0,0 0 0,0 0 0,0 0 0,0 0-1,0 0 1,0 0 0,0 0 0,0-1 0,0 1 0,0 0 0,0 0 0,-1 0-1,1 0 1,0 0 0,0 0 0,0 0 0,0 0 0,0 0 0,0 0 0,0 0-1,-1 0 1,1 0 0,0 0 0,0 0 0,0 0 0,0 0 0,0 0 0,0 0-1,-1 0 1,1 0 0,0 0 0,0 0 0,0 0 0,0 0 0,0 0 0,0 0-1,0 0 1,-1 0 0,1 0 0,0 0 0,0 0 0,0 0 0,0 0 0,0 1-1,0-773-2534,0 765 2542,1 1 1,-1-1 0,2 1-1,-1-1 1,1 1 0,0 0-1,0 0 1,1 0-1,-1 0 1,1 0 0,1 1-1,-1-1 1,1 1-1,0 0 1,0 0 0,1 0-1,-1 0 1,1 1-1,0 0 1,0 0 0,1 0-1,8-4 1,-2 1 1,1 1 1,-1 1 0,1 0-1,0 0 1,0 2-1,1-1 1,-1 2 0,1 0-1,23-1 1,-1 2-1,-18 1 37,-1 0 1,21 2-1,-35-1-33,0 0 0,-1 0 0,1 0 0,0 0 1,-1 1-1,1-1 0,-1 1 0,0 0 0,0 0 0,0 0 0,0 0 0,0 0 1,0 0-1,0 0 0,0 1 0,2 4 0,0-1 31,-1 1 1,0-1-1,0 1 0,-1-1 1,3 10-1,0 20 219,-1 0-1,-2 0 1,-1 0-1,-5 46 1,2-75-233,1 0 1,-1 0-1,-1 0 0,1 0 0,-1 0 1,0 0-1,-1-1 0,1 1 1,-1-1-1,-1 0 0,1 0 0,-1-1 1,0 1-1,0-1 0,-9 7 1,-2 0 8,-1 1 1,0-2 0,0-1 0,-28 13-1,27-16-20,-1 0 0,1-2 0,-1 0 0,0-1 0,-1-1-1,1-1 1,-1 0 0,-21-2 0,39 0-29,1 0 0,-1 0 0,0-1 0,0 1 0,0 0 0,0-1 1,1 1-1,-1-1 0,0 0 0,1 1 0,-1-1 0,0 0 0,1 0 0,-1 0 0,1 0 0,-1-1 0,1 1 0,0 0 1,-1 0-1,1-1 0,0 1 0,0-1 0,0 1 0,0-1 0,0 0 0,1 1 0,-1-1 0,0 0 0,1 0 1,-1 1-1,0-5 0,0-2-68,0 0 0,0 0 1,1 0-1,0 0 0,1 0 1,1-12-1,-1 19 89,-1 1 0,0-1 0,1 0 0,-1 0 0,1 1 0,-1-1 0,0 0 0,1 1 0,0-1 0,-1 0-1,1 1 1,-1-1 0,1 1 0,0-1 0,-1 1 0,1 0 0,0-1 0,0 1 0,-1-1 0,1 1 0,0 0 0,0 0 0,0 0 0,-1-1 0,1 1 0,0 0 0,0 0 0,1 0-1,29 1 114,-23 0-116,-5-1 9,1 1-1,-1-1 0,0 1 0,1 0 1,-1 0-1,0 1 0,0-1 1,0 0-1,0 1 0,0 0 0,0 0 1,0 0-1,-1 0 0,1 0 1,3 5-1,2 3 69,1 0 0,10 21 0,-10-18 9,22 42 746,30 71 1,7 14 626,-51-116-1386,-4-24-7472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42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 2577,'0'0'8297,"0"-3"-7200,0 172 4651,0 131-2964,0-299-3064,0-3-609,0-49-4684,0 9-424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42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0 6163,'0'0'4653,"-4"0"-2433,7 0-1025,23 2-761,0 1 0,-1 1 0,29 8 0,-28-6-383,1 0 1,1-2-1,31 1 1,-47-5-80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42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5891,'0'0'4554,"2"0"-3997,20 0 435,-2-1-541,0 1 0,-1 1 0,1 1 0,0 0 0,30 9 0,-29-4-132,1 0-1,22 3 1,-5-7-5861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44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33 6003,'0'0'4463,"-4"11"-3993,-1 0-320,1 0 0,1 1 0,0-1 0,1 1 0,0 0 1,0 15-1,-3 342 3435,5 17-239,0-385-3258,0-6 101,0-728-5535,1 727 5332,-1 1-1,1-1 1,0 1-1,1-1 1,-1 1 0,1 0-1,0 0 1,5-9 0,0 1 15,1 1 0,12-15 1,-16 23 5,0 0 0,1-1 1,-1 2-1,1-1 0,0 1 1,0-1-1,0 2 0,1-1 1,-1 0-1,1 1 0,0 0 1,-1 0-1,1 1 0,0 0 1,6-1-1,6 0 138,-1 1 1,0 0-1,35 5 1,-47-3-108,0 0 1,-1 0 0,1 1 0,-1 0 0,1 0-1,-1 0 1,1 0 0,-1 1 0,0 0 0,0 0-1,-1 0 1,1 0 0,0 0 0,-1 1 0,0 0-1,5 7 1,1 2 204,0 1-1,-1 1 1,10 26 0,-12-24-69,-1 0 1,0 1 0,-2 0 0,0 0-1,-1 0 1,0 0 0,-2 21 0,-1-36-155,1-1 1,0 1-1,-1 0 0,0-1 1,0 1-1,0 0 1,0-1-1,0 1 1,0-1-1,-1 1 1,1-1-1,-1 0 1,1 0-1,-1 0 0,0 0 1,-3 3-1,-5 4 1,-1-1-1,-14 9 0,8-5 7,-1 0-9,0 0 1,-33 14 0,41-21-19,1-2-1,-1 1 1,-1-1-1,1-1 1,0 0 0,-1 0-1,-15 0 1,19-2-6,0 0-26,0 0 0,0 0 1,-1-1-1,1 0 0,0 0 0,-9-3 1,14 3 10,1 1 0,-1-1 1,0 0-1,1 0 0,-1 0 1,1-1-1,-1 1 0,1 0 1,-1-1-1,1 1 0,0-1 1,0 1-1,0-1 1,-1 1-1,2-1 0,-1 0 1,0 0-1,0 1 0,0-1 1,1 0-1,-1 0 0,1 0 1,0 0-1,-1 0 0,1 0 1,0 0-1,0 1 0,1-4 1,-2 4 16,1 0 1,0 0 0,0 0-1,0 0 1,0 0-1,0 0 1,0 0 0,1 0-1,-1 0 1,0 0-1,0 0 1,1 0-1,-1 1 1,1-1 0,-1 0-1,1 0 1,-1 0-1,1 0 1,0-1 0,1 2 14,-1-1 1,1 1 0,-1-1 0,1 1-1,0 0 1,-1-1 0,1 1 0,0 0 0,-1 0-1,4 1 1,-2-1 1,1 0-1,0 1 1,-1 0-1,1 0 1,-1 0-1,1 0 0,-1 0 1,1 1-1,-1 0 1,0-1-1,1 1 1,-1 1-1,0-1 1,-1 0-1,6 6 1,3 4 93,0 1 1,12 18 0,-13-16-27,19 30 740,-1 1-1,-3 1 0,36 94 0,-55-131-1217,-3-16-2609,-5-19-3329,-5 10-1451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44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2 4226,'-7'0'13001,"25"0"-12776,-8-1-164,-1 1 1,1 0-1,-1 1 1,1 0-1,-1 0 1,12 4-1,-19-4-57,1 0 0,-1 1 0,1-1-1,-1 1 1,0-1 0,1 1 0,-1 0-1,0 0 1,0-1 0,0 2 0,0-1 0,-1 0-1,1 0 1,0 1 0,-1-1 0,0 0-1,1 1 1,-1 0 0,0-1 0,0 1 0,-1 0-1,1-1 1,-1 1 0,1 0 0,-1 0-1,0 2 1,1 6 142,0 0-1,-1 0 1,0 0 0,-1-1-1,-3 19 1,2-23-73,0 1 0,0-1 0,-1 0 0,0 0 1,0 0-1,0 0 0,-1-1 0,0 1 0,0-1 0,-6 7 0,-32 28 74,-1-2 0,-66 45 0,95-69-190,14-14 40,-1 1 0,1-1 1,0 0-1,0 1 0,0-1 0,0 0 1,0 1-1,0-1 0,0 0 0,0 1 0,0-1 1,0 0-1,0 1 0,0-1 0,1 0 0,-1 0 1,0 1-1,0-1 0,0 0 0,0 1 1,0-1-1,1 0 0,-1 0 0,0 1 0,0-1 1,0 0-1,1 0 0,-1 0 0,0 1 1,1-1-1,2 2-1,0-1 0,1 0 1,-1 0-1,0 0 0,1 0 0,5 0 1,-3 0 67,32 4 322,59 0 0,-67-5-417,-1 1-1,0 2 0,1 0 0,31 9 0,-51-4-1102,-12 0-5484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6:59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61 6867,'0'0'6462,"-2"-8"-5945,-2-3-247,3 7 54,-1 0 1,1 0-1,0 0 1,0 0-1,1-1 1,-1 1-1,1-9 1305,0 23-1482,2 5-69,0 0-1,0 0 1,2-1 0,-1 1-1,10 20 1,4 17 147,16 87 731,16 161-1,-26-146-580,-21-136-305,1-1-1,1 1 0,0-1 1,1 0-1,1 0 1,1-1-1,0 1 0,13 19 1,-19-35-60,-1 0-1,1 0 1,-1 0 0,1-1 0,-1 1 0,1 0 0,0 0 0,-1-1 0,1 1-1,0 0 1,-1-1 0,1 1 0,0-1 0,0 1 0,0-1 0,-1 1 0,1-1 0,0 0-1,0 1 1,0-1 0,0 0 0,0 0 0,1 1 0,-1-2-3,0 1 0,0-1 0,0 1 0,0-1 1,0 1-1,0-1 0,-1 1 0,1-1 0,0 0 0,0 1 0,-1-1 1,1 0-1,0 0 0,-1 0 0,1 1 0,-1-1 0,1 0 0,0-2 1,2-7 2,1 0 0,-1 0 0,2-16 0,-2 16-39,39-167-1032,50-188-928,-83 333 1881,17-54 18,-22 75 63,0 1 0,1-1 0,1 1 0,-1 1 0,12-16 0,-17 26-17,0-1 0,0 0 0,0 0 0,0 1 0,0-1 0,0 0 0,0 0 0,0 0 0,0 1 0,0-1 0,0 0 0,0 0 0,1 1 0,-1-1 0,0 0 0,0 0 0,0 0 0,0 0 0,0 1 0,0-1 0,1 0 0,-1 0 0,0 0 0,0 0 0,0 1 0,1-1 0,-1 0 0,0 0 0,0 0 0,0 0 0,1 0 0,-1 0 0,0 0 0,0 0 0,0 0 0,1 0 1,-1 0-1,0 0 0,0 0 0,1 0 0,-1 0 0,0 0 0,0 0 0,0 0 0,1 0 0,-1 0 0,0 0 0,0 0 0,1 0 0,-1 0 0,0 0 0,0 0 0,0-1 0,0 1 0,1 0 0,-1 0 0,0 0 0,0 0 0,0-1 0,0 1 0,1 0 0,-1 0 0,0 0 0,0-1 0,0 29-1290,-1-16 626,1 32-2224,0 5-2243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00.6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1 122 5346,'0'0'4224,"1"-5"-2944,-1 5-1256,0 0 0,0 0-1,0 0 1,0 0-1,0 0 1,0 0 0,0 1-1,0-1 1,0 0-1,0 0 1,0 0-1,0 0 1,0 0 0,0 0-1,0 0 1,0 0-1,0 0 1,0 0-1,0 0 1,1 0 0,-1 0-1,0 0 1,0 0-1,0 0 1,0 0 0,0 0-1,0 0 1,0 0-1,0 0 1,0 0-1,0 0 1,0 0 0,0 0-1,0 0 1,1 0-1,-1 0 1,0 0-1,0 0 1,0 0 0,0 0-1,0 0 1,0 0-1,0 0 1,0 0-1,0 0 1,0 0 0,0 0-1,0 0 1,0 0-1,0 0 1,1 0 0,-1 0-1,0 0 1,0 0-1,0 0 1,0 0-1,0 0 1,0-1 0,0 1-1,0 0 1,0 0-1,7 22 271,-1-1 1,-1 1-1,0 0 0,-2 1 0,1 27 0,-1-11 60,6 242 2944,-9-248-3216,0-32-122,0-12-590,-2-21-677,-10-58 0,6 57 956,-3-64 0,9-111-140,0 204 483,0 0 0,1-1-1,0 1 1,0 0 0,0-1 0,0 1-1,1 0 1,0 0 0,0 0 0,0 0-1,0 1 1,3-5 0,6-5 0,21-22 0,-19 22 8,-9 9 14,0 0 1,0 1-1,0-1 0,1 1 0,-1 0 0,1 0 0,-1 1 0,1 0 0,0-1 0,0 1 0,9-2 0,1 2 51,0 0 1,0 1-1,17 1 0,-30 1-42,1 0 0,-1 0 1,1 0-1,-1 0 0,0 0 1,1 1-1,-1-1 0,0 1 0,0-1 1,0 1-1,0 0 0,0 0 1,0 0-1,0 0 0,-1 0 0,1 1 1,1 2-1,27 47 452,-28-48-438,3 7 68,0 1 1,0 0-1,-2 0 1,1 0-1,-1 1 1,1 14-1,0 76 434,-4-97-514,0-3-9,-1 0 0,0 0-1,0 0 1,0 1 0,0-1 0,0 0 0,-1-1 0,0 1-1,1 0 1,-1 0 0,0-1 0,0 1 0,0-1-1,-1 1 1,1-1 0,-1 0 0,1 0 0,-1 0 0,0 0-1,-5 2 1,-8 5 26,0-1-1,-23 8 1,35-14-35,-11 4-90,0-1-1,0 0 1,0-1-1,-1-1 1,1 0-1,-24 1 1,38-4 42,1-1 1,-1 1-1,0-1 1,1 1-1,-1 0 0,1-1 1,-1 1-1,0-1 1,1 0-1,-1 1 1,1-1-1,0 1 0,-1-1 1,1 0-1,0 1 1,-1-1-1,1 0 1,0 0-1,-1 1 0,1-1 1,0 0-1,0 0 1,0 1-1,0-1 1,0 0-1,0 0 0,0 1 1,0-3-1,0-31-831,1 24 610,-1 7 253,-1 0-1,1 1 0,1-1 1,-1 0-1,0 0 0,1 1 1,-1-1-1,1 0 0,0 1 1,0-1-1,1-2 0,-1 4 19,0 0-1,0 0 0,1 0 1,-1 0-1,0 0 0,0 0 1,1 0-1,-1 1 0,0-1 1,1 1-1,-1-1 0,1 1 1,-1-1-1,1 1 0,-1 0 1,1-1-1,-1 1 0,1 0 1,-1 0-1,4 1 0,1-1 16,1 0 0,-1 0 0,0 0 0,1 1 0,-1 0 0,0 1 0,0-1 0,8 4 0,-9-2 26,-1 0 0,1 0-1,-1 0 1,0 1-1,0-1 1,0 1 0,0 0-1,-1 0 1,6 9 0,32 46 1516,-3 3 1,51 115 0,-78-160-1214,-10-34-8282,-8-9-225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01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5234,'0'0'3773,"2"0"-3360,8-2 440,0 0-1,0 1 0,19 0 1,-25 1-751,0 0 1,0 1-1,0-1 1,0 1-1,0 0 1,0 0-1,0 0 1,-1 1 0,1-1-1,-1 1 1,1 0-1,-1 0 1,5 3-1,-4-2 9,-1 0-1,1 0 0,-1 1 1,1-1-1,-1 1 0,0 0 1,0 0-1,-1 0 0,1 0 1,-1 0-1,0 0 1,0 1-1,0-1 0,0 1 1,-1 0-1,0-1 0,0 1 1,0 6-1,-1 1 65,0 1 0,-1 0 0,0-1 0,-4 13 0,3-18-114,0-1 1,-1 1-1,0-1 1,0 0-1,0 1 0,-1-1 1,0-1-1,-8 10 0,-99 109 262,105-116-323,6-7-37,71 0 6,-31 1 25,67-6 0,-104 3-224,-1 1 0,1-1 0,0 0 0,0 1 0,-1-1 0,1 0 0,0-1 0,-1 1 0,1 0 0,-1-1 0,0 1 0,1-1 0,-1 0 0,0 0 0,0 0 0,0 0 0,2-3 0,10-20-4490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01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5587,'0'0'5069,"0"4"-4130,1 5-582,-1-3-12,0-1 0,0 1-1,0 0 1,-1-1 0,1 1-1,-1 0 1,-1-1 0,1 1-1,-4 7 1,-7 9-206,1 0 0,1 0 0,0 1 0,2 1 0,1 0 0,1 0 0,0 0 0,-2 39 0,5-3 518,7 86-1,-2-133-538,0-1 0,1 1 0,1-1 0,0 1 0,0-1 0,2 0 0,-1-1 0,1 1 0,12 15 0,-13-20-107,0 0 0,1 0 1,0 0-1,0 0 0,0-1 1,1 0-1,0-1 0,0 0 1,1 0-1,0 0 0,-1-1 1,2 0-1,-1 0 0,12 3 1,-15-6-184,0 0 0,0 0 0,0-1 1,0 1-1,8-2 0,-12 1 10,1 0 1,-1 0-1,0 0 1,1-1-1,-1 1 1,0 0-1,0-1 0,0 1 1,1-1-1,-1 0 1,0 1-1,0-1 1,0 0-1,0 0 0,0 1 1,0-1-1,0 0 1,0 0-1,0 0 1,-1 0-1,1 0 0,0 0 1,-1-1-1,1 1 1,0-2-1,7-29-3989,-3-8-1857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02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 2689,'0'0'7238,"-8"-2"-3604,6 141-1513,2 92 267,3-161-1490,14 86-1,-11-131-1054,-4-32-2014,-4-40-2336,-3 1-605,-10-6-1253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02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7075,'0'0'7460,"249"11"-6932,-202-3-160,-1-4-336,-16-4-32,-5 0-400,-12 0-2033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02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 5555,'0'0'7907,"16"5"-7138,-11-4-715,5 2 60,0 0 0,-1 0 0,1 1 0,-1 0 1,0 1-1,0 0 0,-1 1 0,1 0 1,-1 0-1,0 0 0,12 15 0,-2 1 149,-2 1 0,0 1 0,-2 0-1,0 1 1,-2 1 0,16 45 0,-18-34-87,0 0 0,-3 0 1,-1 1-1,2 58 0,-10 125-61,-1-189-117,-1-1 0,-1 1 0,-2-1 0,-20 57-1,9-44-107,-44 77-1,51-103-208,-1-1-1,0 0 1,-1 0 0,-1-1-1,-1-1 1,-24 20-1,33-31-178,0 1 0,-1-1 0,0 0-1,1-1 1,-1 0 0,-1 0 0,-12 3 0,9-4-1297,-1 0 0,1-1 1,-16-1-1,24 0 1450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08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 4946,'0'0'1521,"12"0"-3970,-3-4 2545,-5 4 0,5-4-32,-5 4-64,0-4-272,4 0-336,5 4-689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0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1 170 1217,'105'-71'2241,"-82"54"-1124,-23 17-1107,0 0 0,0 0 0,0 0 0,1 0-1,-1 0 1,0-1 0,0 1 0,0 0 0,0 0 0,0 0-1,0 0 1,0 0 0,0 0 0,0 0 0,0 0-1,0 0 1,0 0 0,1-1 0,-1 1 0,0 0 0,0 0-1,0 0 1,0 0 0,0 0 0,0 0 0,0 0 0,0-1-1,0 1 1,0 0 0,0 0 0,0 0 0,0 0 0,0 0-1,0 0 1,0 0 0,0-1 0,-1 1 0,1 0-1,0 0 1,0 0 0,0 0 0,0 0 0,0 0 0,0 0-1,0 0 1,0 0 0,0 0 0,0-1 0,0 1 0,0 0-1,-1 0 1,1 0 0,-2-2 361,3 0-197,-1 0 0,0 0 0,0 1 0,0-1 0,0 0 0,-1 0 0,1 1 0,0-1 0,-1 0 0,1 0 0,-1 1 0,1-1 0,-1 1 0,0-1 0,0 0 0,0 1 0,0-1 0,0 1 0,-1-2 0,-4-5 766,-5-3 1958,3 10-1700,7 2-1177,0 1-1,0 0 0,0-1 0,1 1 1,-1 0-1,0 0 0,1 0 0,-1-1 1,1 1-1,0 0 0,0 0 0,0 3 1,-19 385 1952,18-357-1847,0 335 1864,1-367-1862,-2-30-927,3-49 0,0 25 199,-1-379-1001,1 420 1500,0 0 0,1-1 0,0 1 0,1 0 0,0 0 0,7-14-1,-1 3 112,1 1-1,16-24 0,-23 42-3,0 0 1,0 0-1,1 0 0,-1 1 0,1-1 0,0 1 1,0 0-1,1 0 0,-1 0 0,0 0 1,1 1-1,0 0 0,-1 0 0,1 0 1,0 0-1,0 1 0,0 0 0,6-1 1,8 0 59,0 1 0,0 1 1,29 2-1,-31 1-9,0 1-1,0 0 1,-1 1-1,26 11 1,-38-14-41,2 0 60,0 0 0,0 1 0,-1-1 1,1 1-1,-1 1 0,1-1 0,-1 1 0,0 0 0,-1 0 0,1 0 0,-1 1 1,1 0-1,-1-1 0,-1 2 0,1-1 0,-1 0 0,0 1 0,0-1 1,0 1-1,-1 0 0,0 0 0,0 0 0,-1 0 0,1 0 0,-1 1 0,-1-1 1,1 11-1,-1-6 26,0 3 93,0 0 1,-4 25-1,2-34-163,1 1 1,-1 0-1,0 0 0,-1-1 0,1 1 1,-1-1-1,0 1 0,-1-1 1,-5 6-1,-21 22 5,-2-3 0,-1 0 0,-2-2 1,-42 26-1,74-52-34,-12 9 9,-31 16 0,39-24-46,1 0-1,-1-1 1,1 0 0,-1 0-1,0-1 1,0 1 0,0-1-1,-9 0 1,15-1 4,0 0 0,0-1 1,1 1-1,-1 0 1,0 0-1,0 0 0,0-1 1,0 1-1,0 0 0,1-1 1,-1 1-1,0 0 0,0-1 1,0 0-1,1 1 0,-1-1 1,0 1-1,1-1 0,-1 0 1,1 1-1,-2-2 0,1-1-22,0 1-1,-1-1 0,1 1 0,1-1 1,-1 1-1,0-1 0,0-5 0,0-7-63,0 0 0,3-20-1,-1 11 92,-1 23 25,0 0 1,1-1-1,-1 1 0,1 0 1,-1 0-1,1-1 0,0 1 0,-1 0 1,1 0-1,0 0 0,0 0 1,0 0-1,0 0 0,0 0 1,0 0-1,0 0 0,0 0 0,0 0 1,0 1-1,0-1 0,0 0 1,1 1-1,-1-1 0,0 1 1,1-1-1,-1 1 0,0 0 0,1 0 1,-1-1-1,0 1 0,1 0 1,1 0-1,1 0 2,0 0 0,0 0 0,0 0 0,0 0 0,-1 1 0,1-1 0,0 1 0,0 0 1,0 0-1,-1 0 0,7 3 0,-4 1 28,-1 0 1,1 0-1,-1 0 0,0 0 1,0 1-1,0 0 1,6 11-1,27 53 410,-29-51-219,17 33 239,-15-26-1,2 0 0,1-1-1,1-1 1,23 30-1,-36-52-845,7 7 1114,-6 0-6405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0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5 2913,'0'0'9557,"0"0"-9506,0 0 0,0-1 0,0 1 1,0 0-1,0 0 0,0 0 0,0-1 1,0 1-1,0 0 0,0 0 0,1 0 1,-1 0-1,0-1 0,0 1 0,0 0 0,0 0 1,0 0-1,0 0 0,1 0 0,-1 0 1,0-1-1,0 1 0,0 0 0,0 0 1,1 0-1,-1 0 0,0 0 0,0 0 1,0 0-1,1 0 0,-1 0 0,0 0 0,0 0 1,0 0-1,1 0 0,-1 0 0,0 0 1,0 0-1,0 0 0,0 0 0,1 0 1,-1 0-1,0 0 0,9 0 19,11 0 128,1 1 0,26 3 0,-40-2-120,1 0-1,-1 0 1,1 0 0,-1 1-1,0 0 1,0 1 0,0 0-1,-1 0 1,12 8 0,-15-9-33,0-1 0,0 1 0,0-1 0,0 1 0,-1 0 0,1 0 0,-1 0 1,0 0-1,0 1 0,0-1 0,0 1 0,0-1 0,-1 1 0,0 0 0,0-1 0,0 1 0,0 0 1,0 0-1,-1 0 0,1 6 0,-1-6-19,0 1 0,0-1 0,0 1 0,0-1 0,-1 1 0,1 0 0,-1-1 0,-1 1 0,1-1 0,0 0 1,-1 1-1,0-1 0,0 0 0,0 0 0,-1 0 0,1-1 0,-1 1 0,0 0 0,0-1 0,0 0 0,-1 1 0,1-1 0,-1-1 0,0 1 0,-6 3 0,-115 63-99,24-16-48,93-47 121,8-6 0,0 0-1,-1 0 1,1 0 0,0 1 0,0-1 0,0 0 0,0 0-1,0 0 1,0 0 0,0 0 0,0 0 0,0 0 0,0 0-1,0 1 1,0-1 0,-1 0 0,1 0 0,0 0 0,0 0-1,0 0 1,0 0 0,0 0 0,0 1 0,0-1 0,0 0-1,0 0 1,0 0 0,0 0 0,0 0 0,0 0 0,0 0-1,1 1 1,-1-1 0,0 0 0,0 0 0,0 0 0,0 0-1,0 0 1,0 0 0,0 0 0,0 0 0,0 1 0,0-1-1,0 0 1,0 0 0,1 0 0,-1 0 0,0 0 0,0 0-1,0 0 1,0 0 0,0 0 0,0 0 0,0 0 0,1 0-1,-1 0 1,0 0 0,0 0 0,0 0 0,0 0 0,0 0-1,0 0 1,1 0 0,-1 0 0,24 8 176,1-2 0,0 0 0,45 3 0,81-4-1285,-150-6 517,1 0 1,-1 0 0,1-1 0,-1 1-1,0-1 1,1 0 0,-1 1 0,0-1-1,0 0 1,0 1 0,0-1 0,0-3-1,1 2-1409,6-12-5490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1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186 0 3890,'0'0'8860,"-8"2"-8273,6 0-558,1 1 0,-1-1 0,1 0 1,-1 1-1,1-1 0,0 0 0,0 1 0,0-1 1,0 1-1,0 5 0,-2 2 23,-99 351 1079,82-301-952,-18 66 216,37-121-435,1-4-147,0-59-7864,0 36 4644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1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2 3410,'0'-1'9745,"0"18"-9551,-1 0 0,0 0 0,-1 0 0,0 0 0,-10 30 0,-117 344 558,124-376-718,2-5 32,-1 1 1,1 0-1,1 1 0,0-1 1,-1 15-1,3-25-7,0-5-22,-1-37-931,3-65-6253,1 71 1190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2.8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36 155 2769,'0'0'6264,"0"0"-6153,1 0 0,-1 0 0,0 0 0,0 0 0,1 0 0,-1 0 0,0 0 0,1 0 0,-1 0 0,0 0-1,0 0 1,1 0 0,-1 0 0,0 0 0,0 0 0,1 1 0,-1-1 0,0 0 0,0 0 0,1 0 0,-1 0-1,0 1 1,0-1 0,0 0 0,1 0 0,-1 0 0,0 1 0,0-1 0,0 0 0,0 0 0,0 1 0,0-1-1,1 0 1,-1 0 0,0 1 0,0-1 0,0 0 0,0 1 0,0-1 0,0 0 0,0 1 0,9 89 1670,-4 171 0,-6-158-1222,1-22-33,0-623-4677,1 535 4134,1 0 0,-1 0 0,1 0 0,1 0-1,-1 1 1,1-1 0,0 1 0,1 0 0,0 0 0,-1 0 0,2 0 0,7-8 0,7-13-12,-17 25 29,-1 0 0,0 0-1,1 0 1,0-1-1,-1 1 1,1 0-1,0 1 1,0-1 0,0 0-1,0 0 1,1 1-1,-1-1 1,0 1 0,1 0-1,-1 0 1,1 0-1,-1 0 1,1 0-1,4 0 1,2-1 26,-1 1-1,1 1 1,0 0 0,9 1-1,5 0 87,-21-1-88,1 1-1,0-1 1,-1 1-1,0 0 1,1 0-1,-1 0 1,1 0-1,-1 0 1,0 0-1,0 1 0,0-1 1,0 1-1,0-1 1,0 1-1,0 0 1,0 0-1,-1 0 1,1 0-1,-1 0 1,2 3-1,5 7 152,-1 0-1,7 19 0,-9-18 40,0-3-124,0 1 0,-1 0 0,-1 0-1,0 0 1,0 1 0,-1-1 0,-1 1 0,0 0-1,0-1 1,-1 1 0,-3 19 0,1-26-81,1-1 0,-1-1-1,0 1 1,-1 0 0,1 0 0,-1-1 0,1 1 0,-1-1 0,0 0-1,0 0 1,-1 0 0,1 0 0,-5 3 0,-7 4 57,-29 15 0,27-17-178,0 0 1,-1-1-1,0-1 1,0 0-1,0-2 1,-1 0-1,0-1 1,0-1-1,-19 0 1,0-2-623,30 0 272,26 0 455,-14 0 28,19 0 387,32 4 1,-47-3-311,-1 1 0,1-1 0,-1 2 0,0-1 0,0 1 0,0 0 0,0 0 0,9 6 0,2 5 183,0 0-1,-1 2 0,0-1 0,26 36 0,-41-49-336,-1 0 0,0 0 0,0 0 0,0 1 0,0-1 0,0 0 0,0 1 0,0-1 0,-1 1 0,1-1 0,-1 0 0,0 1 0,0-1 0,0 1 0,0 3 0,-17-5-9653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3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5699,'0'0'7206,"0"10"-4968,2 15-1569,1 1-1,0-1 1,2 0 0,10 30-1,3 16 404,-10-32-618,13 54 475,-18-80-833,2-1 1,-1 0-1,1 0 1,14 23-1,-17-33-90,0 1 0,1 0 1,-1 0-1,1-1 0,0 1 0,0-1 0,0 0 0,0 0 1,0 0-1,4 1 0,-6-2-21,1 0 1,-1-1 0,0 1-1,1-1 1,-1 1-1,0-1 1,1 0-1,-1 0 1,1 0 0,-1 1-1,1-1 1,-1 0-1,1-1 1,-1 1-1,0 0 1,1 0-1,-1-1 1,1 1 0,-1-1-1,0 1 1,1-1-1,-1 1 1,0-1-1,0 0 1,1 0-1,-1 1 1,0-1 0,0 0-1,2-2 1,6-13-252,0-1 1,-1 0-1,0 0 1,6-25 0,-9 27 15,29-101-3611,-18 37-2472,-14 43 344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6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35 1313,'0'0'3679,"-3"-3"-2887,1 2-700,0 0 1,1-1-1,0 1 1,-1 0-1,1-1 1,0 1-1,-1-1 1,1 1-1,-2-4 1,1-6 6780,2 67-6474,-1 4 471,12 111 1,-1-111-446,59 304 1439,-67-355-1820,1 5 12,1 0 1,0 0 0,1-1-1,8 15 1,-12-26-49,0 0 0,0 0 0,0 0 1,0 0-1,0 0 0,1 0 0,-1 0 0,1-1 0,-1 1 0,1 0 0,0-1 0,0 0 1,0 1-1,0-1 0,0 0 0,0 0 0,0 0 0,0 0 0,0 0 0,0 0 0,0-1 1,1 1-1,-1-1 0,0 0 0,1 1 0,-1-1 0,0 0 0,0 0 0,1-1 0,-1 1 1,0 0-1,5-2 0,-4 1 3,-1-1-1,1 0 1,0 0 0,-1 0-1,0 0 1,1 0 0,-1 0 0,0-1-1,0 1 1,0-1 0,0 1 0,-1-1-1,1 0 1,-1 0 0,1 1-1,-1-1 1,1-4 0,3-5 17,33-79-623,29-103 0,-24 61-819,-6 21 615,40-102 1129,-63 188 236,-13 25-553,0 1 0,0-1 0,0 0 0,0 0 0,0 0 0,0 1 0,0-1 0,0 0 0,0 1 0,0-1 0,0 1 0,1 0 0,-1-1 1,0 1-1,0 0 0,0 0 0,1-1 0,1 1 0,-2 1-94,0-1-1,1 1 1,-1-1 0,0 1 0,0 0 0,0 0 0,0-1 0,0 1 0,0 0 0,0 0 0,0 0 0,-1 0 0,1 0 0,0 0 0,0 0 0,0 2 0,11 20-2695,-7-1-2275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8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 4434,'0'0'4445,"0"-5"-1198,0 633 1656,0-628-4719,0-4-202,0-531-3987,0 532 4006,0-1-1,0 0 1,0 0 0,1 0-1,0 0 1,-1 0 0,2 1-1,-1-1 1,0 0 0,1 1-1,-1-1 1,1 1-1,0-1 1,0 1 0,0 0-1,1 0 1,-1 0 0,1 0-1,0 0 1,0 1 0,0-1-1,0 1 1,0 0 0,0 0-1,1 0 1,-1 0 0,1 0-1,-1 1 1,1 0 0,4-2-1,9-1 56,1 1-1,1 1 1,-1 0 0,0 1-1,20 2 1,-16-1-50,-19 1 3,0-1-1,0 1 0,0-1 1,0 1-1,0 0 1,-1 0-1,1 0 0,0 1 1,-1-1-1,1 1 1,-1-1-1,1 1 1,-1 0-1,0 0 0,0 0 1,0 0-1,0 0 1,0 1-1,0-1 0,-1 1 1,1-1-1,2 6 1,0 1 51,0 1 1,0-1 0,-1 1-1,0 0 1,3 15 0,-1 23 579,-2 75 0,-3-101-573,0-20-45,0 0-1,0 0 0,0 0 1,-1 0-1,1 0 1,-1 0-1,1 0 1,-1 0-1,0 0 1,0 0-1,0 0 1,0-1-1,0 1 1,0 0-1,0 0 1,-1-1-1,1 1 0,-3 1 1,1 0-7,-1-1 0,1 0 1,-1 1-1,0-1 0,0-1 0,0 1 1,0 0-1,-6 0 0,-6 1-63,-1 0 0,1-2-1,-26 1 1,34-2-72,0-1 1,0 1-1,0-1 0,0 0 0,0-1 1,1 0-1,-1 0 0,0-1 0,1 0 1,-10-5-1,13 5 43,0 0 0,0 0 0,0 0 0,1 0 1,0 0-1,0-1 0,0 1 0,0-1 0,0 0 0,0 0 0,1 0 1,0 0-1,0 0 0,0 0 0,1-1 0,-1 1 0,1-1 0,0 1 0,-1-8 1,2 11 85,0 0 1,0 0 0,-1 0-1,1 0 1,0 0 0,0 0-1,0 0 1,0 0 0,0 0-1,0 0 1,1 0 0,-1 0 0,0 0-1,0 0 1,1 0 0,-1 0-1,1 0 1,-1 0 0,1 0-1,-1 0 1,1 0 0,-1 1-1,1-1 1,0 0 0,-1 0-1,1 1 1,1-2 0,0 1 10,0 1-1,0 0 1,0-1 0,0 1-1,0 0 1,0 0 0,0 0 0,0 0-1,0 1 1,0-1 0,0 0 0,0 1-1,0 0 1,0-1 0,2 2 0,1 1 27,0-1-1,0 1 1,0 0 0,-1 0 0,1 1 0,-1-1 0,0 1 0,0 0 0,-1 0 0,1 1 0,3 4 0,5 10 306,14 28 0,-20-34-249,122 276 3010,-124-280-3015,8 12 178,-11-18-317,-1-2-261,0-3 152,1 1 1,-1 0-1,0-1 1,0 1 0,0-1-1,1 1 1,-1-1-1,0 1 1,-1 0 0,1-1-1,-1-2 1,1-3-427,0-42-5532,0 30 718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8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0 4274,'0'0'5669,"12"1"-4514,0 0-1,-1 0 1,14 5-1,-21-5-1057,0 2-1,0-1 0,1 0 1,-1 1-1,-1 0 1,1 0-1,0 0 0,-1 0 1,1 0-1,-1 1 0,0 0 1,0 0-1,-1 0 0,1 0 1,-1 0-1,0 0 0,2 5 1,-1 1 16,0 0-1,-2 0 1,1 0 0,-1 0-1,0 0 1,-1 0 0,-1 14-1,0-18-64,-1 0 1,1 0-1,-1 0 0,0 0 0,0 0 0,-1 0 0,0-1 1,0 1-1,0-1 0,-1 0 0,0 0 0,-7 8 0,-8 7 35,-33 27 0,43-40-90,-5 5 23,1-1 9,0 1 0,-14 15-1,27-27-23,0 1 0,-1-1 0,1 0 0,0 1-1,0-1 1,-1 1 0,1-1 0,0 1 0,0-1-1,0 1 1,-1-1 0,1 1 0,0-1 0,0 1-1,0-1 1,0 1 0,0 0 0,0-1 0,0 1 0,0-1-1,0 1 1,1-1 0,-1 1 0,0-1 0,0 1-1,0-1 1,1 1 0,-1-1 0,0 1 0,0-1 0,1 0-1,-1 1 1,0-1 0,1 1 0,-1-1 0,1 0-1,-1 1 1,1 0 0,19 10 94,-17-10-70,18 8 205,0 0-1,1-2 0,0-1 0,37 6 0,-17-7-103,66 1 0,-102-6-215,-1 0-1,0 0 1,0-1 0,1 1-1,-1-1 1,0 0-1,0 0 1,6-3-1,-9 3-37,0-1 0,0 1-1,0-1 1,0 1-1,0-1 1,0 0 0,-1 0-1,1 0 1,-1 0-1,1 0 1,-1 0 0,0 0-1,1 0 1,-1-1-1,-1 1 1,1 0 0,0-1-1,0-2 1,8-43-4096,-8-5-4958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19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1 7892,'0'0'8307,"-26"220"-8179,9-155-128,-8 3-272,0-11-2433,-9 0-10645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6:47:25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415 76 2513,'0'0'4554,"8"-5"2447,-8 3-6987,0 0 14,1 1-1,-1-1 1,0 1 0,0-1-1,0 1 1,0-1-1,0 1 1,0-1 0,-1 1-1,1-1 1,0 1-1,-1 0 1,1-1 0,-1 1-1,0-1 1,1 1-1,-1 0 1,0 0-1,0-1 1,0 1 0,0 0-1,0 0 1,0 0-1,0 0 1,0 0 0,0 0-1,-3-1 1,-4-2 4,0 0 0,0 1 0,0 0 0,-1 1 0,0-1 0,1 2 0,-1-1 1,0 1-1,-15 0 0,-12-2 28,7 1-99,0 1 0,-55 4 0,79-2 36,0 1 0,1-1 0,-1 1 1,1 0-1,0 0 0,0 0 0,0 1 0,0-1 1,0 1-1,0 0 0,1 0 0,-1 0 0,-4 6 0,-1 2 1,0 0-1,1 0 0,-9 16 0,13-19 7,1-1 0,0 0 0,0 1 0,1 0 0,0 0 0,1-1 0,-2 11 0,2 58 212,1-48-58,0-24-130,0 1 0,0-1 0,1 0 0,0 0 0,0 1 0,0-1-1,0 0 1,0 0 0,1 0 0,0 0 0,0-1 0,0 1 0,0 0 0,1-1 0,4 6 0,-2-4 12,0-1-1,0 0 1,1 0-1,-1 0 1,1 0-1,0-1 1,0 0 0,13 5-1,1-2 50,1-1 0,-1-1 0,1-1 0,0-1-1,30-1 1,82 3 39,-133-4-131,0 0 0,0 0 0,0 0 0,1 0 0,-1 0 0,0 0 0,0 0 0,0 0-1,0 1 1,1-1 0,-1 0 0,0 0 0,0 0 0,0 0 0,0 0 0,0 0 0,1 0-1,-1 0 1,0 1 0,0-1 0,0 0 0,0 0 0,0 0 0,0 0 0,0 0-1,0 1 1,1-1 0,-1 0 0,0 0 0,0 0 0,0 0 0,0 1 0,0-1 0,0 0-1,0 0 1,0 0 0,0 0 0,0 1 0,0-1 0,0 0 0,0 0 0,0 0 0,0 1-1,0-1 1,0 0 0,-1 0 0,1 0 0,0 0 0,0 0 0,0 1 0,0-1 0,0 0-1,0 0 1,0 0 0,0 0 0,-1 0 0,1 0 0,0 1 0,0-1 0,-180 0 224,174 0-224,0 1 0,0 0-1,0 0 1,0 1 0,0 0 0,1 0-1,-1 0 1,1 0 0,-1 1 0,1 0-1,0 0 1,0 1 0,1-1 0,-1 1 0,0 0-1,1 1 1,0-1 0,-5 7 0,4-4 0,-1 1 1,1 0-1,0 0 1,1 0-1,0 1 1,0-1 0,1 1-1,0 0 1,1 0-1,0 0 1,-2 15-1,4-24 4,-4 127 224,5-111-133,0 0-1,1 0 0,0-1 0,1 1 0,1-1 1,6 16-1,-2-12-3,1-1 0,1 0 0,1 0 0,0-1 0,1 0 0,23 24 0,-28-34-70,1 0 0,-1 0 0,1-1 0,1 1 0,-1-2 0,1 1 0,0-1 0,0-1 0,0 0 0,1 0 0,0-1 0,0 0 0,-1 0 0,2-1 0,12 1 0,-17-3-20,1 1 27,0-1 0,-1 1-1,1-1 1,-1-1 0,1 1 0,-1-1 0,1-1 0,-1 1 0,1-1 0,-1 0-1,11-5 1,-8 0-49,-1 0 0,1-1 0,-1 0-1,-1 0 1,1-1 0,-2 0 0,12-19-1,-6 8-708,-2 0 0,16-44 0,-25 60 101,1 0 0,-1-1-1,0 1 1,-1-1 0,1-8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14T06:48:46.2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4962 4390 413 0,'0'0'67'0,"0"0"25"16,0 0 15-16,0 0-56 16,0 0-24-16,0 0-4 15,0 0-9-15,0 0-4 16,0 0-1-16,0 0-2 16,0 0 7-16,0 0 0 15,0 0 0-15,0 0 5 0,0 0-6 16,0 0-6-16,0 0-7 15,0-4 0-15,0 4-3 16,13-5 3-16,-2 3-33 16,-1-2 29-16,14-3-2 15,-8 0 6-15,2 2 1 16,-2 0 2-16,-11 4-1 16,9 1-2-16,1 0 1 15,-9 0 0-15,12 0 0 16,-13 0-1-16,6 0 1 15,2 0-1-15,-3 0 0 16,1 1 0-16,2 9 0 16,-2 2-2-16,-6-4 2 0,5 2 0 15,-10 4 7-15,8 4-6 16,-8-7 3-16,6 5 5 16,-1-2-9-16,-5 2 4 15,0-4-4-15,0 5 0 16,0 0 0-16,0-1-5 15,0 8 1-15,0-1 4 16,-5 4 2-16,-24-4 0 16,10 0-2-16,-2 0 0 15,3 0 1-15,2 0 3 16,-2 1-4-16,-3-1 0 16,-3 0-4-16,3-3 4 15,-8-1-12-15,16 6 4 0,-3-8 7 16,-8 1 1-1,14 3 0-15,-14 0 0 0,3-4 1 16,3-4-1-16,7-3 0 16,1-9-2-16,10-1-17 15,-6 0-4-15,-7 0 12 16,8 0-5-16,-6 0 7 16,6-11 3-16,5-8-14 15,0 8-2-15,0-2-14 16,0-2-33-16,0 7 17 15,0 1 14-15,0 7 38 16,0 0 10-16,0 0 0 0,11 0 12 16,-1 0 22-16,9 0-44 15,-4 0 2-15,9 0 49 16,-3 15-6-16,13 7-5 16,-5 1 4-16,0 0-1 15,0-2-4-15,-8 1-9 16,8-9 8-16,-18-1-7 15,7-5-9-15,-18-3-6 16,0-4-13-16,0 4-2 16,0-4-1-16,0 0-41 15,0 0-49-15,0 0-38 16,0-23-180-16</inkml:trace>
  <inkml:trace contextRef="#ctx0" brushRef="#br0" timeOffset="478.26">5525 4847 23 0,'0'0'266'0,"0"0"-193"15,0 0 10-15,0 0 34 16,0 0-33-16,0 0-21 15,0 0-19-15,0 0-8 16,0 0-17-16,0 0-9 16,0 7 1-16,0 6-11 15,0 8 0-15,-5 9 9 16,-3 2-1-16,-3 1 3 16,1 4 10-16,5-7 0 15,-1-5-4-15,-2-5-9 0,8-13-7 16,0-4 1-1,0-3-2-15,0 0-7 0,0 0-17 16,0 0-29-16,0 0-27 16,0-25-51-16,0 2-183 15</inkml:trace>
  <inkml:trace contextRef="#ctx0" brushRef="#br0" timeOffset="1469.23">5875 4386 123 0,'0'0'127'0,"0"0"-58"16,0 0 19-16,0 0-26 15,0 0-23-15,0 0-11 16,0 0-10-16,0 0-5 15,0 0 6-15,0 0 10 16,0 4 11-16,0 9 9 16,0 7-9-16,0 7-4 0,0 9 6 15,0 4 2-15,0 2 0 16,0 6 0-16,0-9 7 16,0-6-25-16,8-6-7 15,-3-11-11-15,0-6-1 16,-5-3-5-16,0-7-2 15,0 0 0-15,0 0-11 16,0 0-42-16,0 0-28 16,0 0 32-16,0-7 1 15,0-3 19-15,0 4 19 16,0-1-8-16,6 4 3 16,12-1 15-16,3-3 10 15,3 5-6-15,-9-1-3 0,4-1 8 16,-3 1 8-1,-6 3 6-15,9 0-7 0,4 0-5 16,-7 0-4-16,8 0-6 16,-3 0-1-16,-3 0 3 15,-2 0-3-15,2 0 4 16,-7 7 2-16,5 9 7 16,-3 3 19-16,-3-1-10 15,9-2 2-15,-9 1-10 16,-5 3-9-16,6-1 3 15,-11-3 3-15,0 5-4 16,0-5 5-16,0 1-1 0,0 1 2 16,0 0-7-1,0 2 4-15,-16 2-5 0,-13-4 5 16,0 4-8-16,-5-7 2 16,0 0-3-16,0-7-1 15,-6-3 0-15,1-3-6 16,-6-2-22-16,6 0 14 15,-6 0-47-15,16 0-12 16,0 0 4-16,8-15-46 16,13-2-88-16,-8 0-149 15</inkml:trace>
  <inkml:trace contextRef="#ctx0" brushRef="#br0" timeOffset="1837.95">5780 4375 332 0,'0'0'136'0,"0"0"-29"16,0 0 15-16,0 0-30 16,0 0-22-16,0 0-13 15,271 22 1-15,-208-21-23 16,-5-1-17-16,-13 0-10 15,-11 0-8-15,-8 0-6 16,-13 0-83-16,-7 0-88 16,-6 0-162-16</inkml:trace>
  <inkml:trace contextRef="#ctx0" brushRef="#br0" timeOffset="2549.17">6640 4566 368 0,'0'0'71'16,"0"0"26"-16,0 0 12 15,0 0-50-15,0 0-16 16,0 0 5-16,24 0-9 16,-24 0-7-16,0 0 9 0,5 6 4 15,8 8-16-15,-2 5-7 16,-6 8 2-16,6 6-7 15,2 4-5-15,2 6 11 16,9 6 14-16,-3 4-3 16,3-6 21-16,5 1-22 15,-8-12-9-15,2-6-3 16,-7-7-10-16,3-9-6 16,-9-9-3-16,-5 0 1 15,9-5-3-15,-9 0 0 16,0 0-2-16,0-24-14 15,6-12 2-15,2-6-42 16,3-4 23-16,7 4 11 16,-1-2-9-16,6 1 23 0,1-1 8 15,0 5 0-15,0 2-10 16,-13 7 5-16,-5 11-1 16,-11 12 0-16,0 7-47 15,0 0-48-15,-6 0-94 16,-49 23-284-16</inkml:trace>
  <inkml:trace contextRef="#ctx0" brushRef="#br0" timeOffset="4068.41">5280 6478 323 0,'0'0'99'0,"0"0"-27"16,0 0 44-16,0 0-20 16,0 0-45-16,0 0-13 15,-5 0 2-15,5 0-10 16,0-3-11-16,0-3 5 16,0 2-8-16,0-6-11 15,11 3 1-15,7-6-6 16,8 3-7-16,-7-3 5 15,5 6 0-15,-3 1 2 16,8 6-14-16,-6 0 9 0,-2 0-11 16,-8 0 7-16,-2 0 2 15,-6 0 3-15,0 0-5 16,1 0 3-16,-6 3 2 16,5 13 2-16,-5 1 1 15,0 3 2-15,0 0 1 16,0 3 1-16,0 7-2 15,0-4 4-15,0 8-3 16,-11-4 7-16,-4 3 1 16,-4 0-4-16,3-3-1 15,-7-1-3-15,7 0-1 16,-8-5 11-16,1 1-8 0,2-1-2 16,-8 1-2-1,-11-2 0-15,-4 5 0 0,-9-8 0 16,3-3-7-16,-3-1-24 15,9-14-19-15,-1 3 21 16,11-5 20-16,18 0-32 16,3 0-29-16,8 0 48 15,5-17 7-15,0-1-9 16,0 2 24-16,0 2 15 16,28 2 18-16,7 1-3 15,-1 4-13-15,0 6 6 16,0 1-8-16,0 0 18 15,-2 0 4-15,10 0-8 16,-2 0 4-16,-6 15 7 16,0 0 5-16,-8 4-7 0,-2-7-7 15,0 0-2-15,-19-2-16 16,5-10-3-16,-10 3-4 16,0-3-6-16,0 0-1 15,0 3-25-15,0-1-3 16,6 5-11-16,-6 1-74 15,0-5-175-15</inkml:trace>
  <inkml:trace contextRef="#ctx0" brushRef="#br0" timeOffset="4395.71">5762 6893 350 0,'0'0'119'15,"0"0"-57"-15,0 0 45 16,0 0-19-16,0 0-58 15,0 0-6-15,-27 83 4 16,9-42 19-16,2-1 14 0,-2-6-23 16,2-8-6-16,8-9-16 15,8-7-11-15,0-10-5 16,0 0-17-16,0 0-95 16,0-37-95-16,0-9-383 15</inkml:trace>
  <inkml:trace contextRef="#ctx0" brushRef="#br0" timeOffset="5204.64">6064 6361 275 0,'0'0'126'16,"0"0"-68"-16,0 0 41 15,0 0-13-15,0 0-57 16,0 0-3-16,0 8-4 16,0 11 4-16,0 11 30 15,0 7-4-15,0 9 4 16,0 1 8-16,0 0-17 16,0-8-11-16,0-9-8 15,0-7-7-15,0-6-3 0,0-8-12 16,5-8-2-1,-5-1 0-15,6 0-4 0,-6 0-20 16,10 0-23-16,1 0 21 16,2 0-1-16,8 0-34 15,3 0 39-15,5 0 8 16,-1 0 5-16,-1 0 5 16,2 6 5-16,0 5 5 15,-6-4 7-15,-2 2 2 16,-10-2-1-16,2 3 1 15,-8-2 4-15,-5 4 1 16,0 0-18-16,0 0-6 0,0 1-2 16,0-1 2-1,-5 10 0-15,-29 1 5 0,5-1 5 16,-5 6 6-16,-6-3 0 16,6 3-6-16,0-8-2 15,0-8-8-15,5-8 0 16,-3-4-6-16,-2 0-33 15,-5 0-23-15,-4-23-85 16,17-12-110-16,8 4-163 16</inkml:trace>
  <inkml:trace contextRef="#ctx0" brushRef="#br0" timeOffset="5505.85">5962 6386 601 0,'0'0'103'0,"0"0"-1"16,0 0 21-16,0 0-57 16,0 0-42-16,305 32-17 0,-261-32-7 15,-15 0-13-15,-18 0-78 16,-11-6-130-16,0 3-230 16</inkml:trace>
  <inkml:trace contextRef="#ctx0" brushRef="#br0" timeOffset="6120.4">6556 6528 207 0,'0'0'201'16,"0"0"-124"-16,0 0 53 0,0 0-19 16,0 0-50-1,0 0-9-15,18 0-10 0,-7 0 4 16,-11 0-17-16,10 3 1 16,4 14 9-16,-4 6-4 15,6 4-5-15,2 9-17 16,3 8 6-16,3 5 12 15,0 3 2-15,-9-10 1 16,9-7-4-16,-8-6-10 16,2-10-5-16,-12-12-3 15,-1-3-7-15,0-4 2 16,0 0-5-16,1 0 0 16,2-7-2-16,7-22-12 15,-4-3-14-15,7-5-46 0,3-1 18 16,3 0 24-16,0 5 1 15,-3 3 18-15,-3 3 11 16,-7 4 8-16,-6 9-8 16,0 5-16-16,3 6-8 15,-8-1-72-15,0 4-71 16,0 0-175-16</inkml:trace>
  <inkml:trace contextRef="#ctx0" brushRef="#br0" timeOffset="7820.59">5128 8091 536 0,'0'0'94'16,"0"0"-15"-16,0 0 30 15,0 0-50-15,0 0-38 16,0 0-2-16,0-15 4 0,0 10 1 16,0 4 1-1,0-8-9-15,0 2-4 0,0 0-8 16,10-2-4-16,14-1-2 16,-8 5-9-16,13-6 4 15,-5 0-12-15,2 4 1 16,3 4 0-16,-6 3 5 15,-2 0 7-15,-7 0 6 16,-4 0 2-16,1 0-1 16,2 0 7-16,-3 3 3 15,1 11 8-15,-11 1 0 16,0 0-17-16,5 5-1 0,-5 4-1 16,0 6 1-16,0 2-1 15,0 9 2 1,0-1-2-16,-26 7 8 0,-3-7-7 15,5 3 0-15,-2-3 1 16,-8-1-1-16,0 5 2 16,-6 2 1-16,-2-7-3 15,10 2 4-15,-10-11-5 16,11-11-4-16,2-2 1 16,-5-17-3-16,-1 0-60 15,1-7-18-15,0-33-66 16,24-3-89-16,4 0 1 15,6 10 23-15,0 9 215 16,0 12 108-16,32 12-44 16,10 0-1-16,3 0 71 0,5 12-14 15,2 18-1-15,-2 4 6 16,-16-1 16-16,1-6-48 16,-6-1-27-16,-3-6-23 15,-13-1-34-15,3-12-6 16,-11 4-3-16,-5 0-14 15,0-3-48-15,0 3-112 16,0-5-123-16</inkml:trace>
  <inkml:trace contextRef="#ctx0" brushRef="#br0" timeOffset="8138.14">5599 8670 467 0,'0'0'116'15,"0"0"-13"-15,0 0 15 16,0 0-63-16,0 197-34 0,0-160-2 16,0-11-12-1,0-13-3-15,0-3-4 0,0-10-20 16,0 0-61-16,0-3-119 16,0-30-15-16</inkml:trace>
  <inkml:trace contextRef="#ctx0" brushRef="#br0" timeOffset="8833.69">6006 8082 55 0,'0'0'403'0,"0"0"-321"15,0 0 37-15,0 0-3 16,0 0-52-16,0 0-24 15,0 55 34-15,0-7 2 16,0 5-20-16,0-4-3 16,0-1-2-16,0-12-19 15,0-12-13-15,0-8-9 16,0-9-8-16,0-4-2 16,16-3-13-16,3 0-4 0,4 4-25 15,3-2 42-15,9 9 3 16,12-1-3-16,-8 6 0 15,6 4 2-15,-11 0 0 16,-13 0 0-16,-7 0 20 16,-9-1-1-16,-5 2-21 15,0-1-1-15,0 3 1 16,0 0 3-16,-29 3-2 16,0 2-1-16,-10-9 0 15,-1 1-6-15,1-11 4 16,-1-2-4-16,-10-7-48 15,-2 0-55-15,2-16-53 16,-3-23-109-16,8-8-201 0</inkml:trace>
  <inkml:trace contextRef="#ctx0" brushRef="#br0" timeOffset="9119.85">6001 8204 563 0,'0'0'125'16,"0"0"-2"-16,0 0 6 0,0 0-54 15,0 0-42-15,310 58-3 16,-275-55-22-16,-6-3-5 16,-11 0-3-16,-13 0-17 15,-5 0-70-15,0 0-120 16,0 0-278-16</inkml:trace>
  <inkml:trace contextRef="#ctx0" brushRef="#br0" timeOffset="9636.71">6619 8351 382 0,'0'0'150'15,"0"0"-95"-15,0 0 70 16,0 0-18-16,0 0-58 16,0 0-11-16,40-13 9 0,-35 13 5 15,0 0-11-15,13 6-11 16,-2 18 11-1,8 6 15-15,10 13 13 0,0 3-39 16,1 1 10-16,-9-4-12 16,-3-23 0-16,-7-3-7 15,3-17-16-15,-9 0 2 16,-5 0-5-16,3 0 8 16,-8-7-10-16,6-20-12 15,4-6-9-15,6 0-37 16,-3-7 9-16,8 0 15 15,3 4-2-15,5 3 31 16,-8 3 5-16,2 7 24 0,-4-2 9 16,-3 10-11-1,-11 5-22-15,-5 5-4 0,0 5-12 16,0 0-68-16,0 0-67 16,-5 8-169-16</inkml:trace>
  <inkml:trace contextRef="#ctx0" brushRef="#br0" timeOffset="10999.47">5020 9964 203 0,'0'0'223'16,"0"0"-188"-16,0 0 16 16,0 0 61-16,0 0-57 15,0 0-19-15,0 3 11 0,0-3 1 16,0 0-7-16,0 0-19 15,0-6-4-15,0-6 3 16,0-6-13-16,24 1-8 16,-3 0-23-16,8 4-6 15,-6 3-17-15,-7 3-4 16,0 5 33-16,-3 2 4 16,-2 0 13-16,12 0 0 15,-7 0 8-15,-3 0-1 16,-2 0 0-16,-1 13 2 15,1 10 12-15,-3 0-1 16,2 7-5-16,-5 1-9 16,1 1 6-16,-6 6 1 0,0 0 6 15,0 7 1-15,0 0 0 16,0 3 2-16,-16 2-13 16,-18-4 4-16,0-3 1 15,-6-3-4-15,1-3 0 16,-9-7-9-16,-7-7-1 15,3-6 0-15,2-15-19 16,5-2-34-16,16 0-48 16,5-23-29-16,19-3-17 15,5 3 77-15,0-1 70 16,13 8 1-16,32 6 51 16,5 10 13-16,13 0 14 0,-5 0-16 15,-3 16 17-15,3 11 4 16,-13 3-9-16,-6-4-4 15,-5-5-28-15,-18-3-2 16,2-10-23-16,-12 2-17 16,-1-7-1-16,-5 6-26 15,0-2-58-15,0-7-69 16,0 4-169-16</inkml:trace>
  <inkml:trace contextRef="#ctx0" brushRef="#br0" timeOffset="11271.44">5628 10549 173 0,'0'0'290'15,"0"0"-190"-15,0 0 29 16,0 0 1-16,0 0-54 16,0 0-42-16,5 196-14 15,-5-171 1-15,0-5-17 16,0-10-4-16,0-7-3 0,0-3-61 16,0 0-84-1,0-21-145-15</inkml:trace>
  <inkml:trace contextRef="#ctx0" brushRef="#br0" timeOffset="12166.6">6001 9874 256 0,'0'0'142'0,"0"0"-55"15,0 0 51-15,0 0-32 16,0 0-54-16,0 0-9 15,-5 0 6-15,5 0-1 16,0 14-32-16,0 18 19 0,0 15 18 16,0 13 5-1,0 6-1-15,0 5-9 0,0-11-3 16,0-13-25-16,0-18-13 16,0-12 5-16,0-13-10 15,0-4-2-15,0 0-4 16,0 0-46-16,10-21-1 15,6-5 1-15,3 9-35 16,9 5 42-16,7 1-16 16,-1 11 16-16,5 0 25 15,1 0 18-15,-1 0 18 16,6 11 20-16,-11 12 21 0,-5-4 7 16,-13 1-19-1,2 0-1-15,-7 4-25 0,-1 2-3 16,-10 1-9-16,0-1-8 15,0 1 0-15,0 6 2 16,-34-6-3-16,-11-1 0 16,-5-4 5-16,6-11 2 15,-9-1-7-15,8-1-8 16,11-9-23-16,5 0-6 16,0 0-17-16,8 0-30 15,3-23-48-15,2-7-79 16,-2-6-131-16</inkml:trace>
  <inkml:trace contextRef="#ctx0" brushRef="#br0" timeOffset="12471.16">6051 9920 641 0,'0'0'89'0,"0"0"24"0,0 0 41 15,0 0-79-15,289 0-29 16,-236 0-10-16,-14 0-19 15,-12 0-16-15,-4 0-1 16,-12 0-22-16,-11 0-64 16,0 0-106-16,0 0-210 15</inkml:trace>
  <inkml:trace contextRef="#ctx0" brushRef="#br0" timeOffset="13050.71">6648 10111 318 0,'0'0'112'16,"0"0"-22"-16,0 0 47 0,0 0-53 16,0 0-23-1,0 0-6-15,26 0-6 0,-26 0-5 16,0 4 7-16,8 9-17 15,3 7 2-15,5 10-3 16,2 10-1-16,16 13 4 16,-8 10 11-16,17 7 6 15,-9-11-11-15,-8-12-17 16,3-14-2-16,-11-20-4 16,-7-4-1-16,-6-8-10 15,-5-1-4-15,0 0 1 16,5 0-5-16,-5 0-6 15,11-23 0-15,2-3-9 16,-2-1-24-16,7-3 25 16,-8-3-11-16,6-1 2 0,-3 1 8 15,-2-3 3-15,-1 6 3 16,-4 0-30-16,-6 7 11 16,0 0 16-16,0 6-57 15,0 7-13-15,0 0-51 16,0 7-93-16,-6 3-214 15</inkml:trace>
  <inkml:trace contextRef="#ctx0" brushRef="#br0" timeOffset="14481.58">5246 11853 346 0,'0'0'64'16,"0"0"-15"-16,0 0 27 15,0 0-30-15,0 0-6 16,0 0-27-16,19-96-10 15,2 86 1-15,-8 1-3 16,3 2 2-16,-6 0 0 0,3 0 8 16,-7 4 4-16,4 3-2 15,-5-3 1-15,9 3-3 16,1 0-2-16,1 0-3 16,-3 0-4-16,3 0 1 15,-11 10 5-15,3 7 2 16,-3 2 3-16,1 4 4 15,-1 7-13-15,0 7 6 16,-5 8 0-16,0-1 5 16,0 7 1-16,0 0 3 15,0-1 2-15,0-4 7 16,-21-3-3-16,-13-3-1 0,-5-7-9 16,4-3-11-1,-4-14-3-15,5-5 4 0,0-11-5 16,5 0-15-16,-6 0-38 15,12-7-18-15,7-16-5 16,11 0 9-16,5-1 52 16,0 11 15-16,0-1 14 15,10 8 22-15,24 6-6 16,1 0 5-16,9 0 7 16,1 6-4-16,-6 18 24 15,9-1-12-15,-9 0-2 16,-10-3-17-16,-8-3-14 15,-8-4-3-15,-2-3-14 16,-11 0-3-16,0 0-19 16,0 0-63-16,0 0-41 0,-5 0-169 15</inkml:trace>
  <inkml:trace contextRef="#ctx0" brushRef="#br0" timeOffset="14768.88">5943 12254 117 0,'0'0'346'15,"0"0"-240"-15,0 0 40 16,0 0-24-16,0 0-53 16,0 198-39-16,0-171-8 15,0-8-8-15,0-12-13 16,0-7-1-16,0 0-57 16,0-7-107-16,0-30-107 15</inkml:trace>
  <inkml:trace contextRef="#ctx0" brushRef="#br0" timeOffset="15314.48">6177 11727 267 0,'0'0'188'0,"0"0"-125"16,0 0 56-16,0 0-10 16,0 0-49-16,0 0-6 15,-47 156-3-15,47-116-17 16,0-4 5-16,0-6-11 16,0-5-15-16,29-1-13 15,16-6-8-15,7 0 8 16,3-1 4-16,-7 3 3 15,-4 3 21-15,-9-4 9 16,-6 2 4-16,-8-5 2 16,-8 1-20-16,-13 0-21 0,0-1 1 15,0 4-6-15,-19-3-1 16,-31-4 3-16,-13-3 0 16,-5-3-23-16,-6-7-31 15,1 0-7-15,4 0-15 16,6 0-55-16,13-11-124 15,11-8-121-15</inkml:trace>
  <inkml:trace contextRef="#ctx0" brushRef="#br0" timeOffset="15525.89">6138 11744 679 0,'0'0'174'0,"0"0"-133"16,0 0 49-16,0 0-20 15,294 0-57-15,-249 0-9 16,-11 0-4-16,-23 0-12 16,-11 0-44-16,0 0-91 15,0 0-143-15</inkml:trace>
  <inkml:trace contextRef="#ctx0" brushRef="#br0" timeOffset="16015.3">6614 11906 460 0,'0'0'59'0,"0"0"38"16,0 0 35-16,0 0-66 15,0 0-28-15,0 0 35 16,55 105 30-16,-31-60-13 16,10 13 2-16,-5 2-18 15,-3-7-21-15,-2-10-20 16,-8-13-8-16,-3-20-19 16,-3-7-6-16,-4-3 0 15,7 0-3-15,-13-10-15 16,10-30-7-16,-5-6-38 15,6 0-48-15,2-1 39 16,3 11 19-16,2-3 16 16,3 9 13-16,-2-2 11 0,-3 4-9 15,-6 10-58-15,-2-1-9 16,-8 10-116-16,0 9-136 16</inkml:trace>
  <inkml:trace contextRef="#ctx0" brushRef="#br0" timeOffset="17887.47">6006 14289 442 0,'0'0'207'16,"0"0"-129"-16,0 0 28 15,0 0-30-15,0 0-55 16,0 0-16-16,0 136-2 0,0-108-3 16,0 3-2-16,0-1-9 15,0-2-43-15,0-3-3 16,0-6-39-16,-10-13-111 16,-9-6-115-16</inkml:trace>
  <inkml:trace contextRef="#ctx0" brushRef="#br0" timeOffset="19180.66">5325 13614 35 0,'0'0'77'0,"0"0"4"16,0 0 18-16,0 0 0 15,0 0-20-15,0 0 7 16,0 0 22-16,0 0-31 16,0 0-23-16,0 0-3 15,-5 0-15-15,5 0 0 16,0 0-6-16,0 0 1 16,0 0 6-16,0 0-13 15,0 0-6-15,-5 0 8 16,5 0-11-16,0 0-5 15,0 0 3-15,0 0-9 16,0-3-4-16,0-4-5 0,0 0-4 16,0 7 3-1,10 0-4-15,9-4 2 0,2 4-1 16,2-3-4-16,1 3 13 16,-8 0 0-16,7 0-6 15,-7 0 3-15,-3 0-6 16,-2 0 7-16,-1 0-3 15,-4 0-12-15,-1 10 7 16,-5 4-10-16,0 2-6 16,0 7 6-16,0 6 18 15,0 1 2-15,0-6 0 16,0 6 1-16,0-1-1 0,0-5 1 16,0 5 1-1,0-3 6-15,-5-8-2 0,-11 5 0 16,-3-4 1-16,4-3-6 15,-4 4 7-15,-2-3-7 16,-8-1 1-16,6 2-1 16,2-2-1-16,-8 0 0 15,0 1 1-15,0-1 0 16,3 1-1-16,-3 0 0 16,5-5 0-16,8-8 2 15,-2 6-2-15,7-10 1 16,6 0 5-16,0 4-6 15,-1-4 2-15,6 0-2 0,0 0 0 16,0 0-1 0,0 0 1-16,0 0 0 0,0 0 7 15,6 0-6-15,15 0-1 16,8 0-2-16,10 0-5 16,6 0 7-16,2 0 0 15,-2 3 2-15,-11 13 1 16,6-2-2-16,-6-1 4 15,-5-6-4-15,-8 0 0 16,-3-5 5-16,-2-2-5 16,-16 0 2-16,5 0 1 15,3 0-3-15,-8 0 2 16,0 3 5-16,0 1-1 16,0 6 8-16,0-6-10 0,0-1-5 15,5 0-10-15,1-3-44 16,-6 0-90-16,0 0-242 15</inkml:trace>
  <inkml:trace contextRef="#ctx0" brushRef="#br0" timeOffset="20146.2">6109 13634 441 0,'0'0'131'16,"0"0"-39"-16,0 0 46 16,0 0-39-16,0 0-6 0,0 0-42 15,0 108-17-15,0-64 6 16,0-4-10-16,0 1-11 15,16-11-9-15,7-5-8 16,17-2-2-16,5 2-3 16,-1-4 3-16,9-2 4 15,2-3-2-15,3 5 3 16,-8-1 1-16,-11-8-6 16,-10 6 2-16,-10-6 0 15,-19 6 9-15,0-2-10 16,0-2-1-16,0 5-5 15,-13 1 3-15,-27-4-2 16,-15-2 2-16,-14-1 0 0,6 0-29 16,8-2 5-1,3-2 7-15,12-6-10 0,11-3-6 16,3 0-45-16,13-6-69 16,2-27-119-16,1-7-146 15</inkml:trace>
  <inkml:trace contextRef="#ctx0" brushRef="#br0" timeOffset="20386.15">6172 13581 663 0,'0'0'87'0,"0"0"-6"16,0 0 8-16,0 0-55 15,0 0-34-15,305-23-7 16,-276 23-78-16,-18 6-40 16,-6 14-81-16</inkml:trace>
  <inkml:trace contextRef="#ctx0" brushRef="#br0" timeOffset="21022.25">6722 13901 518 0,'0'0'105'0,"0"0"-9"16,0 0-7-16,0 0-28 15,0 0-9-15,0 0 2 16,65-17-8-16,-57 17-9 15,-2 0 3-15,-1 2 0 16,5 23 2-16,9 7 7 0,2 19 10 16,13 8-34-16,0 11 8 15,-5 3-1-15,5-13-8 16,-10-12-10-16,-3-24-12 16,-3-13 1-16,-7-11-3 15,-1 0 2-15,-4-11-3 16,7-38 1-16,3-11-41 15,7-6-8-15,-2 6-5 16,8 7 7-16,-5 7 7 16,5 13 2-16,-3 3 27 15,-2 12 9-15,0 13 2 16,-14 5-7-16,-5 0-55 0,1 0-48 16,-6 0-87-1,0 14-242-15</inkml:trace>
  <inkml:trace contextRef="#ctx0" brushRef="#br0" timeOffset="22530.48">5191 15480 270 0,'0'0'165'0,"0"0"-108"15,0 0 34-15,0 0 22 16,0 0-54-16,0 0-21 16,-13 0 4-16,8 0-5 0,5 0 6 15,0 0 2-15,0 0-15 16,0-3-8-16,0-11-21 15,10 1-1-15,19-1-17 16,0 9-25-16,5-6 7 16,6 8-9-16,-6-1 17 15,-5 4 12-15,-3 0 15 16,-13 0 4-16,8 0 10 16,-13 0 6-16,3 11 12 15,-1 8 1-15,-10 11 16 16,5 11-21-16,-5 5-16 15,0 10 1-15,-15 7 3 16,-25 2-6-16,-4-2 2 0,-9-6 6 16,-15-11-15-16,7-6 3 15,-2-14 2-15,5-13-8 16,19-13-15-16,4 0-19 16,20 0-50-16,15-16-12 15,0-1 43-15,10 4 36 16,43 13 17-16,7 0 10 15,9 0 30-15,-1 9-8 16,-10 15 0-16,-13 0 14 16,-6-8-11-16,-18-2 0 15,-2-9-9-15,-19-1-13 16,0-1-10-16,0-3-3 0,0 0-54 16,0 0-106-1,-29-7-207-15</inkml:trace>
  <inkml:trace contextRef="#ctx0" brushRef="#br0" timeOffset="22846.28">5741 16012 486 0,'0'0'128'0,"0"0"-45"16,0 0 40-16,0 0-51 16,0 189-18-16,0-141-2 15,0-13-24-15,0-12-12 16,0-4-7-16,0-13-9 15,0-6 0-15,0 0-1 16,0 0-45-16,0 0-61 16,0-18-59-16,0-21-180 15</inkml:trace>
  <inkml:trace contextRef="#ctx0" brushRef="#br0" timeOffset="23363.85">6256 15431 400 0,'0'0'50'0,"0"0"-6"15,0 0 55-15,0 0-25 16,0 0-55-16,0 0-6 16,-68 39 9-16,39-9 1 15,-5 3-4-15,5 4 20 16,18-8 4-16,1 3 0 15,10-2 0-15,0 0-34 16,0 1 1-16,15 10 1 16,38 3-11-16,2-5 9 15,3 5-5-15,-8-5-1 16,3-5-1-16,-19-4 3 16,-13-7 6-16,-16 0 20 15,-5-6 1-15,0-1-19 0,0 4-13 16,-16 1 0-16,-28-2-9 15,-19-3 4-15,-11-5-57 16,-5-11-53-16,5 0-2 16,6 0-65-16,10-18 44 15,32-10-85-15</inkml:trace>
  <inkml:trace contextRef="#ctx0" brushRef="#br0" timeOffset="23580.71">6267 15563 642 0,'0'0'144'0,"0"0"-94"15,0 0 42-15,0 0-29 16,0 0-51-16,323 15-12 15,-294-15-2-15,-18 0-54 16,-11 0-56-16,0 0-139 16</inkml:trace>
  <inkml:trace contextRef="#ctx0" brushRef="#br0" timeOffset="24147.71">6693 15674 390 0,'0'0'92'16,"0"0"0"-16,0 0 37 16,0 0-30-16,0 0-45 15,0 0-5-15,34 18-3 16,-18 17 12-16,2 3 3 15,3 20-10-15,3 9-19 16,5 6 14-16,-8-6-2 16,-3-14-18-16,-2-14-12 15,2-20-3-15,-12-8-3 16,-1-11-5-16,5 0 1 0,-2 0-4 16,3 0 0-1,-1-4 0-15,1-22-8 0,7-4-11 16,6-3-13-16,2-7 9 15,3-6-14-15,11-10 18 16,4-8 18-16,4-7 1 16,-4 4 0-16,-4 14 0 15,-11 14-1-15,-19 15-32 16,-10 22-32-16,0 2-48 16,0 2-73-16,-44 38-297 15</inkml:trace>
  <inkml:trace contextRef="#ctx0" brushRef="#br0" timeOffset="25480.34">5070 17270 355 0,'0'0'33'0,"0"0"-12"16,0 0-9-16,0 0-12 15,0 0-19-15,0 0-18 16,103-83 29-16,-85 76 8 16,-2 7 24-16,2 0 38 15,-2 0 16-15,-5 0 12 0,7 0-30 16,-2 0-21 0,-3 7 0-16,-8 9-1 0,11 5-6 15,-11 2 11-15,8 10-14 16,-2 3-9-16,-11 8 8 15,10 6 7-15,-10-1 5 16,0 4-11-16,0-8-4 16,0-2-2-16,-10-2-11 15,-19 1-3-15,-5-2-4 16,-6 0-5-16,1-7 2 16,-6-6-2-16,6-11-10 15,-1-12 1-15,11-4-20 16,6 0-12-16,17-20-17 15,6-14-5-15,0 1 22 16,0 3 33-16,0 4 8 0,35 11 2 16,4 8 1-16,6 7 6 15,2 0 17-15,-2 7 9 16,5 23 24-16,-6 8 4 16,-1-2-7-16,-12-2 16 15,-2-11-19-15,-5-7-26 16,-9-6-17-16,-1-3-10 15,-9-7 0-15,-5 0-1 16,0 0-45-16,0 0-66 16,0 0-85-16,-11-7-239 15</inkml:trace>
  <inkml:trace contextRef="#ctx0" brushRef="#br0" timeOffset="25761.26">5693 17885 99 0,'0'0'369'0,"0"0"-265"16,0 0 34-16,0 0-2 15,0 0-81-15,0 200-27 16,0-174 5-16,0-3-5 0,0-12-10 16,0-8-13-16,0-3-5 15,0 0-23-15,0 0-65 16,0-14-26-16,-15-16-46 16,4-6-102-16</inkml:trace>
  <inkml:trace contextRef="#ctx0" brushRef="#br0" timeOffset="26300.5">6041 17250 375 0,'0'0'131'15,"0"0"-48"-15,0 0 23 16,0 0-30-16,0 0-34 15,0 0 4-15,-29 63-17 16,13-40-2-16,3 4 10 0,7-3 8 16,6-5-11-1,0 8-15-15,0-4-7 0,14 3-3 16,30 8-6-16,6-4 3 16,3 3-1-16,2-1-5 15,-10 4 5-15,-6-6 1 16,-5-7-3-16,-15-4 14 15,-9-5 5-15,-10-3-2 16,0 1-4-16,0-2-16 16,0-2-3-16,-29 1-3 15,-21-3-6-15,-7-6-18 16,-9 0-26-16,-3 0 11 0,1-15-44 16,15-10 9-1,22-5-15-15,7 2-10 0,14 3-40 16,-3-1 5-16,13 4-134 15</inkml:trace>
  <inkml:trace contextRef="#ctx0" brushRef="#br0" timeOffset="26527.54">6001 17247 547 0,'0'0'267'0,"0"0"-185"16,0 0 31-16,0 0-18 0,305 16-61 15,-247-12-29-15,-19-1-5 16,-10-3 0-16,-18 0-11 16,-11 0-63-16,0 0-98 15,0 0-173-15</inkml:trace>
  <inkml:trace contextRef="#ctx0" brushRef="#br0" timeOffset="27048.27">6540 17413 377 0,'0'0'126'16,"0"0"-94"-16,0 0 74 16,0 0 9-16,0 0-61 15,0 0-2-15,16 0 2 16,-16 0 4-16,0 0-5 15,0 0-21-15,0 3 2 16,0 0-4-16,0 14-8 0,0 3 11 16,18 17 4-16,9 12-6 15,-4 9-9-15,6 19 7 16,0-11 2-16,-8-7 0 16,8-9-16-16,-5-23 1 15,-3-14-10-15,-3-13-4 16,-7 0-1-16,-6 0 6 15,14-23-7-15,-4-17-17 16,14-10-21-16,0 1 14 16,5 8-14-16,-7 0 0 15,7 10 4-15,-5-5 15 16,0 1 5-16,-8 1-9 0,2-4-17 16,-12 0-2-1,-3 12-71-15,-8 8-103 0,0 18-172 16</inkml:trace>
  <inkml:trace contextRef="#ctx0" brushRef="#br0" timeOffset="185823.12">20589 1317 395 0,'0'0'74'16,"0"0"-41"-16,0 0 18 0,0 0 31 15,0 0-32-15,0 0-5 16,0 0-6-16,0 0-8 15,0 0 8-15,0 0-21 16,0 0-4-16,0 0 11 16,0 0-12-16,0 0 2 15,0 0-3-15,0 0-10 16,0 9 17-16,0 3-15 16,0 9 3-16,0 2 6 15,0 11-12-15,0 12 12 16,0 17 7-16,5 19-7 15,1 35 21-15,4 22-9 16,-5 22 3-16,1 5 28 0,-6-14-17 16,0-23-3-16,0-41-12 15,0-31-16-15,13-24 17 16,-3-19-17-16,-4-11-8 16,-1-3 0-16,3 0-30 15,-8 0-19-15,0-24-60 16,0-11-52-16,0-6-62 15,0 5-266-15</inkml:trace>
  <inkml:trace contextRef="#ctx0" brushRef="#br0" timeOffset="186659.51">20413 1706 315 0,'0'0'73'15,"0"0"-37"-15,0 0 25 0,0 0 19 16,0 0-43-16,0 0-18 16,21-89-5-16,3 73 18 15,-1-1-12-15,9 1-1 16,2-4 12-16,13 3-7 16,-2-3-6-16,0 4-5 15,18 2-8-15,-13 4 11 16,8 8-10-16,-3-2 3 15,-2 4 10-15,-9 0-11 16,1 0 3-16,-6 0-4 16,-4 0-6-16,-6 6 15 15,0 8-15-15,-8 2 6 16,2 1 6-16,1 6-11 16,-14 4 12-16,9-1 1 15,-9 4-8-15,1 0 17 0,-1 0-19 16,4 3 2-16,-14 3 14 15,0 1-13-15,0 4 4 16,0-4-10-16,-29 0 2 16,-6 2 1-16,-9-2-5 15,-9 6 0-15,-2-6-2 16,-8 2 4-16,0 1-4 16,-3-6 2-16,-2-4 0 15,4-7-3-15,7-7 3 16,7-9-3-16,10-4 1 15,11-3-9-15,8 0 5 16,13-14-8-16,8-16-3 0,0 4 16 16,0-4-14-16,29 7 3 15,5 10 11-15,1 3 1 16,9 10 1-16,9 0 4 16,7 33 0-16,9 24 26 15,-1 12 9-15,1 17 9 16,-6 11 35-16,-19 1-14 15,1-12-19-15,-11-17-24 16,-5-19-21-16,-5-13 22 16,-8-18-21-16,-1-12-7 15,-15-3 3-15,0-4-3 16,0 0-8-16,0 0-34 0,0-14-40 16,-10-18-23-16,-1-9-61 15,-12-1-101-15</inkml:trace>
  <inkml:trace contextRef="#ctx0" brushRef="#br0" timeOffset="187240.85">21586 2630 384 0,'0'0'110'0,"0"0"-41"16,0 0 48-16,0 0-34 15,0 0-55-15,0 0 3 16,118-34 1-16,-73 34 4 16,-3 0 19-16,8 0-10 15,0 0-5-15,-3 16-6 0,-12 11-3 16,-9-3 17 0,-8 3-21-16,-18-1 7 15,0 10 4-15,0 4-17 0,-34 6-4 16,-34 4-13-16,-11-6 1 15,0-3-8-15,16-11 3 16,18-15-6-16,11-6 4 16,29-2 2-16,5-7-1 15,0 0 1-15,0 7-4 16,15-2 2-16,35-4 4 16,19 8 8-16,10-9-4 15,-6 0-2-15,-4 0-1 16,-12 0-3-16,-17 0-6 15,-6 0 3-15,-10 0-37 16,-14 0-30-16,1 0 6 0,-6 0-24 16,-5-9-48-16,0-4-103 15,0-5-393-15</inkml:trace>
  <inkml:trace contextRef="#ctx0" brushRef="#br0" timeOffset="187807.84">23503 1724 237 0,'0'0'116'15,"0"0"-71"-15,0 0 13 16,0 0 10-16,0 0-24 15,0 0-1-15,45-34 25 0,-45 34-21 16,0 0 12-16,0 0-14 16,0 0-18-16,0 0 13 15,0 0-16-15,0 0-2 16,-5 9 3-16,-14 9-13 16,-2 8 1-16,-8 14 1 15,-5 10-7-15,-5 12 14 16,-19 17-17-16,-11 15-1 15,-4 15 9-15,-17 12-8 16,3 4 17-16,-2-10-4 16,10-20-12-16,21-26 23 15,14-25-23-15,20-21 1 16,8-14-2-16,11-9-4 16,5 0-9-16,0-30-41 15,0-12-18-15,0-4-37 0,0-4-50 16,10 1-99-16,14 12-62 15</inkml:trace>
  <inkml:trace contextRef="#ctx0" brushRef="#br0" timeOffset="188389.77">23813 1813 248 0,'0'0'218'16,"0"0"-171"-16,0 0 41 16,0 0 12-16,0 0-46 15,0 0-40-15,40 11-5 16,-40-11-1-16,0 2-2 15,0 3-5-15,0-5 6 16,0 2-7-16,0-2 11 16,0 5-11-16,0 0 0 15,0 1 2-15,0-1 3 16,0-3-3-16,0 5 7 16,0 3-4-16,0 3 33 0,-5 6-17 15,-24 4-2-15,-16 4 6 16,0 8-14-16,-18 13-2 15,0 5-4-15,-11 12-3 16,1 12 20-16,-6 6-17 16,-11 12 1-16,4-6 15 15,2-9-10-15,15-14 10 16,14-19 0-16,13-18-13 16,26-12 10-16,6-8-18 15,10-9 0-15,0 4-2 16,0-4-3-16,0 0-11 15,0 0 2-15,0 0-5 0,0 0 11 16,0 0-8 0,0 0 8-16,0 0-7 0,10-20-69 15,19-10 12-15,10-3-60 16,1-3-146-16</inkml:trace>
  <inkml:trace contextRef="#ctx0" brushRef="#br0" timeOffset="189574.04">24308 1803 216 0,'0'0'115'15,"0"0"-71"-15,0 0 18 16,0 0 42-16,0 0-29 16,0 0-11-16,5-13 5 15,0 13-13-15,-5 0-7 16,0 0-7-16,0 7-17 15,0-3 10-15,0-2-21 16,0 7 2-16,0 5 7 0,0 14-16 16,0 16 14-16,0 9 0 15,6 16-6-15,-6 14 33 16,0 18-21-16,0 5-1 16,0-4 11-16,0-8-23 15,0-23 6-15,0-25-6 16,5-20-2-16,0-12 13 15,-5-11-25-15,8-3 1 16,-8 0-1-16,0-20-22 16,0-19-9-16,0-9-46 15,0-3 9-15,0-2 34 16,0 0-44-16,0 3 13 0,-13 4 35 16,2-1-7-16,1 1 20 15,-3 0 12 1,2 2 5-16,6 5 1 0,5 2 0 15,0 4-1-15,0 4 10 16,0 2-10-16,0 3 9 16,0-3-1-16,0 4-2 15,0 0 16-15,16 0-19 16,2-2 3-16,-7 2 7 16,7 4-7-16,3-2 7 15,-3 7-1-15,9-2-10 16,2 2 16-16,0-4-17 15,5 0 2-15,5 2-1 0,1-1 3 16,4 4-5 0,-9 3 1-16,4 1 2 0,-5 2 9 15,0 0-11-15,1 7 4 16,-6 0 15-16,0 0-18 16,-8 0 10-16,7 0-1 15,-4 0-8-15,5 14 21 16,-8 5-12-16,-2 4 5 15,2 0 7-15,-3 6-11 16,-8-4 7-16,9 4-9 16,-9 1-10-16,-4 6 16 15,-6-1-16-15,0-3 3 0,0 3 7 16,0 2-10 0,-16-5 7-16,-18 5-8 15,-14 0 5-15,-7-1-6 0,-8 4 1 16,-16 0-3-16,-5-4 0 15,-3 1-8-15,-2-4 11 16,10-6-1-16,5-11-8 16,22-9 1-16,12-7 4 15,24 0-8-15,9 0-4 16,7-17-20-16,0-10 9 16,7-2 1-16,33 5 8 15,5 12 15-15,10 8 6 16,13 4-2-16,1 0 11 15,9 36-9-15,-4 18 18 16,-6 14 9-16,-4 4 1 0,-7 5 32 16,-1-4-31-16,-4-10-8 15,-12-16-2-15,-6-24-22 16,-13-11 8-16,-3-8-8 16,-7-4-13-16,-1 0 8 15,4-4-46-15,-4-22-28 16,1-6-16-16,-1-2-77 15,3-3-113-15,-7 7-255 16</inkml:trace>
  <inkml:trace contextRef="#ctx0" brushRef="#br0" timeOffset="190109.33">25373 2213 349 0,'0'0'129'15,"0"0"18"-15,0 0 16 16,0 0-53-16,0 0-24 15,0 0-20-15,0-4-22 0,0 4 10 16,5 0-25-16,0 0-14 16,14 0 7-16,2 21-1 15,13 12 18-15,0 17 8 16,11 19-4-16,2 13 18 16,-2 8-23-16,-5-5-8 15,-6-8-3-15,5-15-19 16,-10-18 5-16,-8-14-11 15,3-17 6-15,-14-6-5 16,-2-7-3-16,3 0 0 16,-11 0-4-16,5 0 4 15,0-20 0-15,6-24-12 16,12-12-25-16,6-17 18 16,-5-10-15-16,8 0-1 15,-3-5 13-15,5 9-20 0,5 6 26 16,1 13 5-16,-11 14 3 15,-6 9 5-15,-7 14-14 16,-11 7-6-16,3 5-9 16,-8 8-62-16,0 3-47 15,0 0-157-15</inkml:trace>
  <inkml:trace contextRef="#ctx0" brushRef="#br0" timeOffset="191460.92">27430 2087 450 0,'0'0'168'0,"0"0"-94"16,0 0 14-16,0 0-23 15,0 0-1-15,0 0-13 16,-27 0-31-16,27 0 3 15,21 0-8-15,8 0-1 0,11 4 14 16,-1 5-15 0,8-2-3-16,3 3 3 0,0-4-9 15,3-3-2-15,-8-3-2 16,-1 0 2-16,-9 0-9 16,-1 0 0-16,-5 0-16 15,-14 0 3-15,-1 0-11 16,-9-3 1-16,-5 3-4 15,0 0-25-15,0 0-1 16,0 0-86-16,0 0-143 16</inkml:trace>
  <inkml:trace contextRef="#ctx0" brushRef="#br0" timeOffset="191857.73">27419 2485 473 0,'0'0'63'0,"0"0"17"16,0 0 22-16,0 0-17 16,0 0-36-16,0 0-9 15,255 42-4-15,-181-42 2 16,-11 0-20-16,-8 0 15 15,-13 0-29-15,-10 0-4 16,-9 0-9-16,1 0-79 16,-13-10-28-16,-1-5-209 15</inkml:trace>
  <inkml:trace contextRef="#ctx0" brushRef="#br0" timeOffset="193425.78">29086 737 159 0,'0'0'9'16,"0"0"48"-16,0 0 12 15,0 0-30-15,0 0-1 0,0 0-11 16,-5-54 4-16,5 48 21 16,0 1-6-16,0 5 20 15,0 0 8-15,0 0-23 16,0 0-5-16,0 0-7 16,0 0-16-16,0 0 8 15,0 0-16-15,0 0 2 16,0 14 7-16,0 7-15 15,0 12 10-15,5 7 4 16,6 9-5-16,2 22 17 16,-2 18-12-16,-6 23 13 15,-5 14 15-15,0 3-8 16,0-20-5-16,0-26-20 16,0-24-7-16,0-22 23 0,0-17-26 15,0-14-4-15,5-6-1 16,-5 0-3-16,5 0-6 15,3 0-21-15,-8-26-6 16,0-7-24-16,0-7-5 16,0-3 29-16,0 0 15 15,0-3-24-15,0-4 15 16,0-1-2-16,0-5-1 16,0 0 24-16,0 2-12 15,0 7-7-15,0 7 20 16,0 3-2-16,0 7 7 15,0 4 0-15,0-4 3 16,0 0-2-16,0 4 0 16,0 2-1-16,0 8 9 0,0-4-6 15,0 7 5-15,0-1-6 16,0-2 1-16,0 3 11 16,11 3-8-16,-1-1 5 15,9 2 16-15,-4-1-15 16,9-3-3-16,-3-1-8 15,13 4 3-15,-5 1 0 16,6-2-4-16,-1 8 0 16,5-4-2-16,-5 7 4 15,1 0-2-15,-1 0 0 16,-5 0 1-16,-3 0 8 16,-2 0-8-16,-9 7 5 0,9 7 19 15,0 2-9-15,-3 7 1 16,-3 3-4-1,-2 8-5-15,-3 3 20 0,-8 2-13 16,1 5 1-16,-6-2 8 16,0 8-12-16,0 0 9 15,0 0 1-15,-29-4-15 16,-11-3 15-16,-4-1-20 16,-14-6 0-16,-5-3-2 15,-16-6-4-15,5-10-2 16,-10-4-10-16,10-13-17 15,6 0-2-15,5 0-1 16,18-23-13-16,16-11 17 0,19-1-21 16,10 10 24-16,0 2 21 15,0 11 8-15,34 1 3 16,10 6 5-16,14 5 3 16,11 0 5-16,4 17-5 15,6 26 11-15,-5 15 4 16,-6 9-2-16,1-1 23 15,-19 1-11-15,-6-8 6 16,-10-9 7-16,-5-14-30 16,-5-4 8-16,-13-14-10 15,-1-6-17-15,-10-4 14 16,5-8-14-16,-5 5-1 0,0-5-2 16,0 0-48-1,0 0-34-15,0-25-25 0,0-11-83 16,-5-1-227-16</inkml:trace>
  <inkml:trace contextRef="#ctx0" brushRef="#br0" timeOffset="194006.09">30015 1511 376 0,'0'0'122'15,"0"0"-44"-15,0 0 56 16,0 0-42-16,0 0-37 15,0 0 3-15,0-3-20 16,23-1-10-16,1-2-16 16,10 6 3-16,0 0 22 15,1 0-13-15,9 0 2 16,1 17 8-16,0 6-10 16,-11 3 8-16,-10-3-7 15,-9 4-14-15,-15 0 16 0,0 8-19 16,-5 0-4-16,-50 13-4 15,-32 0-1-15,3-1-4 16,5-6-7-16,11-11-21 16,23-18 29-16,21-3-6 15,14-4 10-15,10-5-4 16,0 0-2-16,5 4-2 16,40 1 1-16,13 2 7 15,2 0 35-15,14 0-20 16,-1-3-7-16,1-4 1 15,-11 0-8-15,-18 0-2 16,-16 0-19-16,-6 0-19 0,-12 0-7 16,-6-11-42-16,-5-5-53 15,0-3-50-15,0 5-244 16</inkml:trace>
  <inkml:trace contextRef="#ctx0" brushRef="#br0" timeOffset="194243.83">31161 1747 940 0,'0'0'160'16,"0"0"-133"-16,0 0 29 15,0 0 24-15,0 0-64 16,0 0-16-16,-5 0-24 16,10-17-39-16,-5-6-54 15,0-3-65-15,0-8-244 16</inkml:trace>
  <inkml:trace contextRef="#ctx0" brushRef="#br0" timeOffset="195440.83">31666 849 205 0,'0'0'192'0,"0"0"-104"0,0 0 21 16,0 0 18-16,0 0-54 15,0 0-41-15,0-3 3 16,0 3-16-16,0 0-10 15,0 0 18-15,0 0-6 16,0 0 4-16,6 0 6 16,4 0-9-16,3 6-5 15,8 18 1-15,-2 9-14 16,-4 17 16-16,4 20-18 16,-14 20 18-16,6 12 11 15,-11 6-19-15,0-5 14 16,0-17-7-16,0-17-10 15,0-15 23-15,0-19-17 16,0-17-5-16,0-6-2 0,0-11-5 16,0 3 0-16,0-4-3 15,0 0-6-15,-16 0-4 16,8-4-14-16,-3-19-4 16,1-3 19-16,5-8-36 15,-1 1 15-15,-1-4-12 16,7 1 6-16,-6 3 21 15,6-4-3-15,-5 1 10 16,0-4 5-16,0-6-12 16,-1-4 7-16,6-6-12 15,0-3 19-15,0 12-4 16,0-2 5-16,0 13 0 0,16 2 6 16,8 4-2-16,2 4 1 15,-8 3-5-15,11 0 3 16,-8 3 10-16,3-1-11 15,5 5 3-15,-3-3-1 16,16 5-2-16,-15 1-2 16,12 3 0-16,-10-1 2 15,0 8 1-15,5 1-1 16,0 2 3-16,-5 0 15 16,5 0-19-16,-7 0 10 15,-4 0-7-15,6 0-3 16,0 0 8-16,-8 12-9 15,8 8 0-15,0 3 3 16,-8 4 2-16,-2 0-5 16,-4 2 4-16,4 1-1 0,-14-3 22 15,0-1-11-15,-5 4 5 16,0 0 10-16,0 3-14 16,0 4 9-16,-29-1-8 15,-10-1-13-15,-16-1 13 16,-14-4-15-16,-10 0-1 15,-7-4 0-15,-4-6-3 16,3-4 1-16,9-6-8 16,9-10-27-16,19 0 26 15,21 0-9-15,24 0-5 16,5-7 3-16,0-5-3 16,18-4 16-16,27 11 4 0,10-1 5 15,3 6 0-15,11 0 2 16,4 9 1-16,6 32 10 15,-5 8 0-15,-16 8 23 16,-8-4-2-16,-16-7-5 16,-5-2 18-16,-8-15-21 15,-16-9-8-15,8-7 0 16,-13-4-16-16,5-8 1 16,-5-1-3-16,0 0-12 15,0 0-3-15,0 0-50 16,0-13-38-16,0-14-64 15,0 1-198-15</inkml:trace>
  <inkml:trace contextRef="#ctx0" brushRef="#br0" timeOffset="195907.83">32534 1308 270 0,'0'0'191'0,"0"0"-136"0,0 0 22 15,0 0 30 1,0 0-23-16,0 0-23 0,-13 0 2 16,13 0 11-16,0 0-24 15,18 25 3-15,11 24 44 16,-2 20-11-16,7 11-11 15,0 6-8-15,6-3-17 16,-1-10 7-16,-5-15-34 16,0-17-6-16,-10-18-2 15,0-16-11-15,-14-7-3 16,6 0-1-16,8-16 2 16,-1-28-2-16,9-9-17 15,2-7-6-15,-5-2 3 16,-5 9-15-16,5 0 10 15,-8 7 1-15,2 5 12 0,6-1 6 16,-2 5 6 0,1-2 0-16,7-2 2 0,-12 11 1 15,-7 0-6-15,3 9-1 16,-14 3-49-16,-5 4-22 16,0 10-82-16,0 4-67 15,-24 0-268-15</inkml:trace>
  <inkml:trace contextRef="#ctx0" brushRef="#br0" timeOffset="197488.85">29057 2412 298 0,'0'0'162'15,"0"0"-116"-15,0 0 54 16,0 0 27-16,0 0-64 16,0 0-11-16,0 0 0 15,0 0-4-15,6 0 5 16,-6 0-22-16,5 0 2 15,-5 0-2-15,8 0-15 16,-3 0 4-16,11 0-6 16,-3 0-7-16,3 0 16 15,8 0-17-15,-3 0-3 16,7 0-2-16,7 0 5 16,-1 0-5-16,5 0-1 0,1-1 1 15,-6-5-1-15,0 3 0 16,0 0 0-16,-5 3-2 15,5-4 1-15,1 3 1 16,9-4 0-16,12 4 0 16,1-6 2-16,-1 1-2 15,7 0 0-15,0 6-3 16,-8-3 3-16,3 1-1 16,0-3 1-16,-8-2 0 15,8 6-6-15,2-8 6 16,3 7 0-16,0-5-3 15,-2 2 5-15,2-4-2 16,0 3 0-16,0 3 0 0,-2-1 0 16,2 1 0-16,0 3 0 15,-3-4 0-15,4 3 4 16,-1-5-4-16,10 0 0 16,1 3 0-16,5-7-2 15,5 3 2-15,3 4 0 16,-3-3-1-16,-5 6 3 15,0 0-2-15,-11 0 0 16,0 0 0-16,1 0-2 16,-1 0 2-16,-13 0 0 15,-2 0 0-15,-3 0 5 16,-5 0-5-16,2 0 0 0,3 0 2 16,-5 0-1-16,13 0-1 15,-8 0 0-15,7 0 0 16,-1 0 3-16,-4 0-3 15,-2 0 0-15,8 0 0 16,-8 0 0-16,-5 0 0 16,2 0 0-16,-2 0-1 15,-6 0 7-15,6 0-6 16,-6 0 0-16,14 0 3 16,-3 0 1-16,3 0-2 15,-3 0-2-15,0 0 2 16,2 0 2-16,-2 0-4 15,-5 0 0-15,7 0 0 16,-7 0-1-16,-5 0 1 16,-6 0 0-16,-11 0 2 0,-2 0 3 15,-7 0-3-15,-9 0 4 16,-5 0-2-16,0 0 20 16,0 0-16-16,0 0 11 15,0 0 10-15,0 0-22 16,0 0 2-16,0 0-9 15,0 0-12-15,-5 0 11 16,-19 0-36-16,-16 0-9 16,-28 0-83-16,-21 0-97 15,-32 0-385-15</inkml:trace>
  <inkml:trace contextRef="#ctx0" brushRef="#br0" timeOffset="198207.89">29336 2713 38 0,'0'0'41'0,"0"0"-36"0,0 0 25 15,0 0 23 1,0 0-46-16,0 0 3 0,-13 12 13 16,13-12 17-16,0 0 30 15,0 0 11-15,0 0-13 16,0 0 15-16,0 0 11 15,0 0-11-15,0 0-11 16,0 0-27-16,0 0 5 16,0 0-2-16,0 0-11 15,0 0 10-15,0 7-22 16,0 4 3-16,0 1 8 16,0 8-10-16,0 4 5 15,8 12-11-15,3 14-9 16,4 15 18-16,-2 12-9 15,-2 19 6-15,-6 1 3 0,-5-2-19 16,0-12 7 0,0-14-14-16,0-19-3 0,0-13 14 15,5-14-12-15,-5-7 0 16,0-13-2-16,0 3-4 16,0-6-2-16,0 0-26 15,0 0-25-15,0 0-2 16,0 0-32-16,0 0-5 15,0-29-45-15,0 3-120 16,0-8-95-16</inkml:trace>
  <inkml:trace contextRef="#ctx0" brushRef="#br0" timeOffset="199409.75">29302 2932 219 0,'0'0'58'0,"0"0"3"15,0 0 25-15,0 0-10 16,0 0-17-16,0 0-22 0,-18-101 10 16,18 92-10-16,0-1 12 15,0 3 8-15,0 4-17 16,0 0-5-16,0-4-12 16,0-3-9-16,0 1 10 15,13-2-16-15,3 1 7 16,7 1 4-16,-7 2-15 15,8 3 10-15,-1 1-6 16,-2-1-4-16,3 4 14 16,5 0-11-16,-8 0 4 15,8 0 9-15,0 0-17 16,-3 0 9-16,-2 0-7 0,0 0-5 16,4 0 6-16,-1 0-2 15,2 0-4-15,0 4 0 16,-8 3 4-16,-3 0-4 15,-2 2 0-15,2 1 0 16,-7-3 12-16,-6 2-7 16,8-2 3-16,-2 4 3 15,-1-2-9-15,3 5 3 16,-2-2-1-16,-1-1-3 16,-4 3 18-16,2-2-9 15,-3 5-1-15,-5-4 9 16,0 4-15-16,0-4 9 15,0 0-12-15,0 1 3 0,0-1 2 16,0 4-4-16,0 1-1 16,0 0 9-16,-19 2-8 15,9 2 9-15,-9-3-4 16,4-2-5-16,-1 0 11 16,-8-5-10-16,1 2-2 15,2-2 0-15,-8-1 1 16,0-4-4-16,5 0-1 15,-2 2 4-15,-3-2-4 16,5 0 4-16,3 0 0 16,-8-3 0-16,5 1-4 15,-4-5 0-15,7 2-7 0,2-2-1 16,3 0 9 0,11 0-1-16,0 0 4 0,5 0-3 15,0 0 8-15,0 0-3 16,0 0-2-16,0 0 0 15,0 0 4-15,0 0 0 16,0 0-4-16,0 0 3 16,0 0 2-16,5 0-3 15,0 0-2-15,-5 0 0 16,6 0 5-16,-1 0-5 16,0 0 2-16,8 0 11 15,3 0-10-15,8 9 6 16,-3 0-6-16,13 8-3 15,5 3 19-15,3 10-17 16,3 3 10-16,0 6 9 0,0 5-14 16,-11-1 18-16,0 1-2 15,-5-5-10-15,-5-6 19 16,2-3-26-16,-8-8 5 16,-2-10 3-16,-11-1-13 15,3-10 4-15,-3-1-5 16,-5 6 1-16,0-6 1 15,0 0-2-15,0 0 0 16,0 0-1-16,0 0 4 16,0 0-6-16,0 0 3 15,0 0-21-15,0 0 17 16,0 0-34-16,0 0-17 0,-5-16 1 16,-8-5-58-16,3-8-75 15,-1 5-144-15</inkml:trace>
  <inkml:trace contextRef="#ctx0" brushRef="#br0" timeOffset="3.15615E6">30369 3879 1428 125,'22'37'10'16,"-1"-3"13"-16,3-11-22 0,-9-13 2 15,-2-6 1-15,-2-4 1 16,-11 0-5-16,5-11 0 15,1-19-20-15,1-5-2 16,2 3 4-16</inkml:trace>
  <inkml:trace contextRef="#ctx0" brushRef="#br0" timeOffset="200723.87">31217 3130 94 0,'0'0'362'0,"0"0"-280"0,0 0 25 16,0 0 10-16,0 0-43 15,0 0-11-15,-40 19-5 16,40-19 7-16,0 0-17 15,0 0-9-15,0 0 25 16,0 3-15-16,0-3-12 16,8 2-6-16,13-2-17 15,19 4 8-15,-1-2-7 0,14-2-9 16,15 5 12 0,-8-5-18-16,4 0 1 0,-7 4 2 15,-17-1 3-15,-6 1-9 16,-8-4 3-16,-2 3 0 15,5-3 1-15,-13 0-1 16,2 0 0-16,-7 0 1 16,-1 0 2-16,-10 0-3 15,13 0 0-15,-13 0 1 16,0 3 1-16,0-3-1 16,0 0 0-16,6 0 2 15,-6 1 3-15,0-1-7 16,0 0 1-16,0 0-20 15,0 0-4-15,0 0-37 16,-19 0-43-16,-7-11-35 0,2-7-142 16,1 1-358-16</inkml:trace>
  <inkml:trace contextRef="#ctx0" brushRef="#br0" timeOffset="201257.58">31367 2905 187 0,'0'0'188'0,"0"0"-109"15,0 0 26-15,0 0-18 16,0 0-11-16,0 0-15 16,0 4-27-16,0 2 5 15,0 0-5-15,0 5-17 16,0-5 17-16,10 11-16 15,1-4 2-15,-6 7 9 0,13 3-16 16,-13 7 11-16,6 6-4 16,2 10-11-16,-8 3 21 15,1 8-4-15,-1-1 8 16,-5-3 0-16,0-10-19 16,0-6 13-16,5-11-9 15,0-6-17-15,3-3 10 16,-8-11-11-16,0 1-1 15,0-7 0-15,0 0-6 16,0 0 0-16,0 0-11 16,0 0-29-16,0 0-2 15,0 0-25-15,0-7-34 0,0-23-26 16,0-2-177-16</inkml:trace>
  <inkml:trace contextRef="#ctx0" brushRef="#br0" timeOffset="202622.24">32158 2808 283 0,'0'0'98'16,"0"0"-18"-16,0 0 28 16,0 0-38-16,0 0-23 15,0 0-18-15,-10-35-3 16,10 28 4-16,0 3 3 15,0 1 5-15,0 3-10 16,0 0-8-16,0 0 23 16,0 0-17-16,0 0-2 15,0 0 3-15,0 3-16 16,0 1 14-16,0-1-14 0,0 3-10 16,0 8 13-16,0 2-6 15,0 17 9-15,0 4 8 16,10 13-14-16,9 13 18 15,-4 12-2-15,-2-8-3 16,-2 5 13-16,-6-15-21 16,1-8 7-16,-1-12 3 15,3-10-16-15,2-15 6 16,-10-1-11-16,5-11-2 16,-5 0 1-16,0 0-4 15,6 0 0-15,-6 0-2 16,0 0-9-16,0-4 3 15,0-15-13-15,0 1-18 16,0-5 35-16,0-3-22 0,0-1-6 16,0-3 16-16,0 2-13 15,0-9 14-15,0 6-7 16,0-9-10-16,0-1 26 16,0 3-14-16,-6-3 4 15,1 4 14-15,-5 2-17 16,-3-3 15-16,2 5-11 15,11 3-4-15,0 3 17 16,0 4-11-16,0 0 3 16,0 6 10-16,0-3-6 15,0 1 6-15,0 5 0 0,0-2 3 16,0 5-1 0,11-1 3-16,2 1-5 0,-3-3 0 15,1 5 4-15,-1-3-4 16,3 4 2-16,3-2 1 15,3 3 3-15,2 0-5 16,-3 5 2-16,3-1 6 16,-3 3-7-16,-2 0 1 15,-3 0 2-15,3 0-4 16,3 0 17-16,-4 5-10 16,4 16 1-16,-3-1 8 15,-1 3-15-15,9 7 7 16,0-4-9-16,-9 8 3 15,4-4 2-15,-9 2-2 16,-4-5-2-16,-6 2 11 0,0-4-11 16,0-2 10-1,0 0-10-15,0-5 2 0,-6 0 1 16,-23 2-4-16,-5 2 0 16,0-8-2-16,-11 3-4 15,1-4 5-15,-9 3-5 16,-2-5-4-16,2 1 5 15,3 0-3-15,6-5-6 16,4-3 11-16,11-4-10 16,11 0-1-16,12 0-6 15,6 0-3-15,0-4 21 16,0-9-10-16,0 0 12 0,14 3-4 16,12 4 5-16,3-1-1 15,5 7 0-15,6 0 2 16,4 0 4-16,4 1 0 15,2 29 8-15,-6 7 4 16,4 8-4-16,-4-1 9 16,-4 4 2-16,-6-1 2 15,-5-4 20-15,-3-6-14 16,-2-7 0-16,-6-7 0 16,-2-4-23-16,-5-5 6 15,-6-8-15-15,-5-3 4 16,0-3-3-16,0 0-2 15,0 0-7-15,0 0-4 0,0-3-22 16,0-13-21-16,0-4-25 16,0-1-13-16,0-2-75 15,0 0-251-15</inkml:trace>
  <inkml:trace contextRef="#ctx0" brushRef="#br0" timeOffset="203073.24">32952 3169 208 0,'0'0'271'15,"0"0"-182"-15,0 0 13 16,0 0 23-16,0 0-36 15,0 0-14-15,0-11 3 16,0 11-18-16,0 0-14 16,0 14 20-16,11 20-14 15,2 15 1-15,3 14 13 16,7 17-17-16,-7 5 11 16,3-2-15-16,2-5-21 15,8-14 11-15,-6-15-23 16,-7-15-7-16,2-19 1 15,-2-15-1-15,-3 0-5 16,3-12 0-16,0-36-22 0,13-7 6 16,0-10-13-16,0 5 4 15,0 7 7-15,-8 7-11 16,8 6 13-16,-14 11 4 16,4-1 3-16,-3 7 3 15,-8-1-19-15,-3 8-23 16,-5 0-14-16,0 5-66 15,0 1-59-15,0 10-283 16</inkml:trace>
  <inkml:trace contextRef="#ctx0" brushRef="#br0" timeOffset="206073">20650 5558 378 0,'0'0'191'0,"0"0"-104"16,0 0 4-16,0 0 8 15,0 0-18-15,0 0-18 16,0 0-22-16,-56 0 3 15,56 0-7-15,0 0-14 16,0 0 9-16,0 0-8 16,0 0-8-16,0 1 13 15,0 21-22-15,0 9 2 16,0 11 10-16,0 6-16 16,0 18 15-16,21 19 1 0,8 21-9 15,0 21 26-15,-8 12-17 16,3 1-4-16,0-17 7 15,-3-23-20-15,8-30 13 16,-6-24 2-16,-2-19-14 16,-2-15 9-16,-3-5-12 15,-3-7 0-15,-3 0 0 16,6 0 4-16,2-16 0 16,-2-21-4-16,13-12-13 15,0-11 13-15,5-10-21 16,0-6-4-16,6-12 10 15,-6 3-17-15,0-4 5 0,-7 4 0 16,-4 12 0-16,1 10 25 16,-8 10-11-16,2 10 10 15,-7 10-1-15,-1 6 4 16,3 11 0-16,-2 2 0 16,-6 9 5-16,0 5-10 15,1 0 3-15,-6 0-32 16,0 0-48-16,0 0-37 15,0 5-83-15,-16 18-170 16</inkml:trace>
  <inkml:trace contextRef="#ctx0" brushRef="#br0" timeOffset="207271.94">21428 6808 42 0,'0'0'143'0,"0"0"-124"15,0 0 22-15,0 0 29 16,0 0-21-16,0 0 0 16,0-70 4-16,0 63-6 15,0 3 1-15,0 1-16 16,0 3 37-16,0 0-2 15,0 0-25-15,0 0 7 16,0 0-14-16,0 0-4 16,0 0 0-16,0 3-23 15,0 13 3-15,0 8 4 16,0 5 6-16,0 20 22 16,0 10-13-16,0 13-4 0,0 13 17 15,5 4-14-15,1-3 4 16,4-10-6-16,-5-12-20 15,1-21 13-15,-6-14-12 16,0-10-7-16,0-14 2 16,0 1 1-16,0 0-4 15,0-6 0-15,0 0-9 16,0 0 1-16,0 0-23 16,0-6 10-16,0-12 10 15,0-10-3-15,0-9 2 16,0-5-3-16,-6-8-1 15,-4 0 12-15,5 0-14 0,-1 0-4 16,6 4 17-16,0 3-13 16,0 3 9-16,0 7-2 15,0 1-6-15,0 7 13 16,0 2-7-16,11 3 11 16,-1-1-1-16,-4 6 4 15,7 0-2-15,-3 7-1 16,1-3 4-16,2 4-3 15,-2 3-1-15,-1-3 0 16,8 6 10-16,-2-5-10 16,8 6 8-16,0 0 4 15,-3 0-10-15,8 0 11 16,-6 0-11-16,-2 0 0 0,8 0 12 16,-5 12-9-16,-3 5 8 15,3 5 4-15,-9-1-4 16,4-3 15-16,-9 7-16 15,-4 2 0-15,-1 3 20 16,-5 0-15-16,0 6 4 16,0 4-4-16,-5 3-10 15,-35 0 9-15,-5 0-16 16,-12-3 0-16,1-10-3 16,-7-3-2-16,8-15-1 15,2-5-4-15,9-7-20 16,-1 0 10-16,16 0-17 0,18-23 10 15,11 4 19-15,0 5 1 16,0 4 7-16,0 10 8 16,16 0-6-16,18 0 8 15,11 0-8-15,18 33 2 16,6 17 23-16,-1 9-6 16,-13 1 19-16,3 0-14 15,-18-8-14-15,-6-14 14 16,-5-8-15-16,-14-12 1 15,-4-11 7-15,-6-4-19 16,-5-3 4-16,0 0-4 16,0 0-4-16,0 0-9 15,0-24-35-15,-16-5-35 16,-7-1-12-16,7-5-75 16,-2 10-166-16</inkml:trace>
  <inkml:trace contextRef="#ctx0" brushRef="#br0" timeOffset="207872.91">22186 7508 318 0,'0'0'112'0,"0"0"-63"16,0 0 34-16,0 0 33 15,0 0-42-15,0 0-38 16,0 0 19-16,0 0-5 15,0 0 13-15,0 0-11 16,0 0-22-16,7-1 6 16,9-4-13-16,13 5-8 15,5 0 20-15,6 0-17 16,4 0 3-16,9 5 15 0,-8 10-22 16,-16 0 12-1,-14 0-8-15,-15 1-3 0,0 9 7 16,0 2-18-16,-57 3 5 15,-22 3-1-15,-5-3-6 16,-8 0-4-16,31-7-5 16,8-3 4-16,27-7-3 15,13-3 9-15,13-7-3 16,0 1 0-16,0-1 3 16,29-3 5-16,29 7-4 15,21-5 17-15,10 2 7 16,3-4-18-16,-2 0-4 0,-17 0-2 15,-20 0-4-15,-14 0 0 16,-23 0-26-16,-3 0-19 16,-2 0-9-16,-11 0-91 15,0-6-85-15,0-8-257 16</inkml:trace>
  <inkml:trace contextRef="#ctx0" brushRef="#br0" timeOffset="-203575.51">23259 7259 390 0,'0'0'171'0,"0"0"-82"16,0 0 1-16,0 0 9 16,0 0-52-16,0 0-13 15,0 0-2-15,0 7-12 0,0 7 13 16,0 2-10 0,-11 4 0-16,-7 3 6 15,2 10-23-15,-8 11 9 0,14 7-2 16,-9 13-9-16,14 10 20 15,5 13-8-15,0 7 16 16,0-5 6-16,34-9-19 16,6-17 6-16,10-20-16 15,-3-15-4-15,-2-17-10 16,-1-11 3-16,1 0-13 16,-3-23-24-16,-10-23-50 15,2-10-88-15,-16-1-185 16</inkml:trace>
  <inkml:trace contextRef="#ctx0" brushRef="#br0" timeOffset="-203109">23921 7448 268 0,'0'0'83'0,"0"0"-66"16,0 0 51-16,0 0-4 15,0 0 3-15,0 0-16 16,50-47 13-16,-50 41-6 16,0 5-18-16,0 1-2 15,0 0-4-15,0 0-11 16,0 0 9-16,0 0-18 0,0 0-7 15,0 0 3-15,0 0-9 16,0 0 3-16,0 0-4 16,0 0 4-16,0 1 0 15,0 17 1-15,0 5-1 16,0 18 9-16,0 9 3 16,-10 19 11-16,4 14 13 15,6 13 3-15,0 4 10 16,0-11-15-16,0-15-8 15,0-23 3-15,0-19-24 16,11-16-1-16,2-9-8 16,-2-7-15-16,-6 0-19 0,0-25-52 15,-5-18-41-15,0-9-93 16,0 3-200-16</inkml:trace>
  <inkml:trace contextRef="#ctx0" brushRef="#br0" timeOffset="-202877.72">23685 7436 440 0,'0'0'190'0,"0"0"-133"0,0 0 62 15,0 0-14-15,299 0-38 16,-186 0-21-16,-5 0-20 15,-24 0 2-15,-15 0-15 16,-24-6-7-16,-22 0-6 16,-12 1-6-16,-6-5-83 15,-5-4-65-15,0 5-284 16</inkml:trace>
  <inkml:trace contextRef="#ctx0" brushRef="#br0" timeOffset="-202202.92">24358 7469 446 0,'0'0'93'0,"0"0"-50"0,0 0 30 16,0 0-14-16,0 0-32 15,294 39-7-15,-207-4 10 16,-13 8 0-16,-14 10-4 15,-26 7 25-15,-23 10 0 16,-11 6-4-16,0 1-1 16,-26-5-33-16,-22-8 1 15,4-16-14-15,4-12 5 16,1-18-15-16,10-11 10 16,13-7-45-16,3 0-26 0,8-18-49 15,5-31-111-15,0-10-133 16</inkml:trace>
  <inkml:trace contextRef="#ctx0" brushRef="#br0" timeOffset="-201737.68">25639 6738 350 0,'0'0'87'15,"0"0"-23"-15,0 0 44 16,0 0-25-16,0 0-8 16,0 0-6-16,-11 0-12 15,22 0-14-15,23 0-10 0,5 0 24 16,14 0-37-16,-14 0-11 15,6 0 2-15,-6 0-11 16,-4 0 0-16,-12 0-9 16,-12 0-58-16,-6 0-15 15,-5 0-18-15,0 0-79 16,0-11-8-16,0-3-182 16</inkml:trace>
  <inkml:trace contextRef="#ctx0" brushRef="#br0" timeOffset="-201526.21">25486 6465 630 0,'0'0'106'15,"0"0"-41"-15,0 0 7 16,300 0-24-16,-203 0-26 15,-18-6-22-15,-16-11-32 16,-23 0-84-16,-17 1-179 16</inkml:trace>
  <inkml:trace contextRef="#ctx0" brushRef="#br0" timeOffset="-193409.32">28503 5095 273 0,'0'0'87'15,"0"0"-60"-15,0 0 25 0,0 0 1 16,0 0-33-16,0 0-17 16,0 0 0-16,-6-17-5 15,6 14 2-15,0-4 0 16,0 4 9-16,0-1-5 15,0 0 3-15,0-3 11 16,0 5-11-16,0-1 1 16,0 0-4-16,0-1-1 15,0-3-5-15,0 3 2 16,0 2 0-16,0-3 6 16,0 4-6-16,0-5 6 15,0 5 10-15,0-3 4 16,0-1 15-16,0 5-10 0,0-6-5 15,0 6 7 1,0-2-10-16,0 2 5 0,-5 0 1 16,5 0-10-16,0 0 8 15,0-5-13-15,0 5-1 16,0 0 8-16,0 0-11 16,0 0 0-16,0 0-1 15,0 0 0-15,0 0-2 16,0 0-1-16,0 0 0 15,0 7 3-15,0 9 1 16,0 4 1-16,0 8 9 16,0 9-9-16,0 6 16 0,0 17-7 15,0 7 11 1,0 16 10-16,0 9-6 0,0-1-3 16,0-8-3-16,0-17-13 15,0-19 13-15,0-14-14 16,0-16 5-16,0-7 7 15,0-7-19-15,0-3 6 16,0 0 3-16,0 0-8 16,0 0 10-16,0 0-13 15,0 0 0-15,0 0-2 16,0 0 1-16,0 0-13 16,0 0-7-16,0 0-11 15,0 0 19-15,5-3-14 16,-5-21-23-16,6 1-19 15,-1-7-44-15,0-4-78 16,0-4-99-16</inkml:trace>
  <inkml:trace contextRef="#ctx0" brushRef="#br0" timeOffset="-192358.8">28400 5075 326 0,'0'0'64'16,"0"0"-34"-16,0 0 5 15,0 0-9-15,0 0 0 16,0 0-13-16,113-72 1 16,-79 66 8-16,0-1 10 15,1 7-6-15,-1 0 17 16,-5 0-5-16,0 0 7 0,-3 0-24 16,3 0-2-16,0 5 5 15,0 8-11-15,-8-1 5 16,2 6 0-16,-1 1-5 15,1 2 19-15,-4-4-10 16,-9 4-6-16,1 1 11 16,-6-2-17-16,3 3 13 15,-3-3-4-15,-5-1-12 16,5-1 11-16,-5-2-12 16,0 4 0-16,0 3 8 15,0 1-11-15,-10 2 12 16,-24 1-9-16,-8 6-2 15,-8-2 8-15,0 0 1 0,-8 5-11 16,3-12-2 0,-3-1-1-16,0-5 1 0,3-7 0 15,-3-10-16-15,8-1 7 16,10 0-11-16,11 0-1 16,19-9-1-16,10-6-3 15,0-3 23-15,0 6 0 16,16-3 4-16,13 12 14 15,10 3-16-15,0 0 3 16,6 0 14-16,8 11 2 16,2 20 2-16,3 11 4 15,-8 6 2-15,2 4 18 16,-12-8-11-16,-1-2-12 16,-10-9 10-16,-8-6-17 0,-8-7 1 15,-2-8 0-15,-6-8-15 16,0-1 6-16,-5-3-7 15,0 0 0-15,0 0-2 16,0 0 2-16,6 0-6 16,-6 0-16-16,8 0-21 15,2 0-25-15,14 0-44 16,2-23-108-16,14-7-147 16</inkml:trace>
  <inkml:trace contextRef="#ctx0" brushRef="#br0" timeOffset="-191838.89">29302 5747 374 0,'0'0'84'0,"0"0"-61"16,0 0 36-16,0 0 50 15,0 0-26-15,0 0-34 16,-18 0 6-16,18-4-2 16,0-3-7-16,0 1 3 15,0 0-23-15,23 2-12 16,6 1 21-16,5 3-21 0,1 0 3 16,4 0 9-16,1 0-9 15,-6 17 16-15,0-1-15 16,-13-3-3-16,-8 4 14 15,-13-1-23-15,0 11 15 16,-13 10-2-16,-48 2-15 16,-12 8-2-16,-9-1-2 15,-2-3-8-15,16-6 6 16,18-11-3-16,16-9 5 16,15-11 0-16,19 0 5 15,0-5-10-15,0 3 4 16,19 6 1-16,31-1 3 15,13-2 0-15,10-3 10 16,6-4 7-16,0 0-17 16,-5 0-6-16,-11-12 3 0,-11-3-20 15,-12 8 1-15,-19 6-38 16,-8 1-6-16,-13 0-10 16,0 0-73-16,0 0-70 15,-13 8-256-15</inkml:trace>
  <inkml:trace contextRef="#ctx0" brushRef="#br0" timeOffset="-190543.23">26491 6637 243 0,'0'0'292'16,"0"0"-210"-16,0 0-6 16,0 0 24-16,0 0-27 15,0 0-31-15,0 0-15 16,-8 17 18-16,8-13-19 16,0-2-7-16,23 5 8 15,1-7-18-15,-3 4 5 16,19-1-4-16,7-3 1 15,8 4 0-15,3-4-5 0,5 0-5 16,3 0 7-16,2 0-3 16,11 0-5-16,-5 0 0 15,7 0 5-15,4 0-8 16,4-4 3-16,3-6 0 16,-3 4-3-16,3-4 4 15,-2 3-1-15,-3 0 0 16,-3 1 3-16,-5 3-5 15,-6-4 2-15,1 3 0 16,-6-3-1-16,-5 7 2 16,1-6-1-16,-4 3 0 15,3-4 6-15,11-3-8 0,-1 4 2 16,6-1 0 0,8 4-2-16,-8 3 3 0,0 0-1 15,0 0 0-15,-6-4 5 16,1 1-6-16,0-1 1 15,-1-2 0-15,1 3-2 16,-6 0 6-16,1-1-4 16,-1 4 6-16,1 0-2 15,-1 0-6-15,11-3 2 16,-6-1 0-16,12-3 6 16,-1 5-5-16,-3-5 3 15,3 4 3-15,-5-1-3 16,0 4-3-16,-10 0-1 15,-6 0 0-15,0 0 9 16,-8 0-8-16,-10 0 3 0,2 4-1 16,-2-1 0-16,0 0 3 15,-6 1-6-15,8-4 1 16,-15 0 10-16,-3 2-8 16,0-2 4-16,-6 4 3 15,-2-1-7-15,8-3 3 16,-5 0-5-16,-8 0 1 15,2 0 5-15,-7 0-5 16,-1 0-1-16,-10 0 8 16,6 0-8-16,-6 0 18 15,0 0-10-15,0 0-1 16,0 0 16-16,0 0-15 0,0 0 1 16,0 0-8-16,0 4-2 15,0-4-5-15,-11 0-39 16,-34 3-24-16,-41 1-36 15,-20 5-109-15,-49 1-178 16</inkml:trace>
  <inkml:trace contextRef="#ctx0" brushRef="#br0" timeOffset="-189475.87">27511 7024 20 0,'0'0'80'16,"0"0"-32"-16,0 0 11 0,0 0 22 15,0 0-19-15,0 0-11 16,-47-37-13-16,41 37 29 15,6 0 12-15,-5 0-14 16,0 0 4-16,5 0 0 16,0 4-21-16,0 18 6 15,0 7-19-15,0 16 10 16,0 12 7-16,0 9-14 16,0 17 9-16,0 13-10 15,0 7-10-15,0 3 18 16,0-12-25-16,0-17-5 15,0-20-6-15,0-21-6 16,0-16 7-16,0-14-10 0,0-2 2 16,10-4 9-16,-4 0-11 15,2-20-7-15,-8-24 0 16,0-9-35-16,0 0 1 16,0-4-13-16,0 8 2 15,0 1 33-15,0 2-13 16,0 1-5-16,0 0 3 15,0 7 6-15,0-7 26 16,0 6 2-16,0-1 0 16,0 0-1-16,0 10 1 15,0 0-8-15,0 4 8 16,0-1 0-16,0 1-2 0,0 2 2 16,21 4 0-16,2 1 5 15,6 8-1-15,-2-2 3 16,7 7 7-16,0-1-5 15,5 7 6-15,9 0-4 16,-4 0 2-16,6 0 21 16,8 0-24-16,-8 17 4 15,-5 3 8-15,2 6-13 16,-13 4 26-16,-12 3-6 16,-9 7-8-16,-8-3 13 15,-5 5-12-15,0 5-2 16,-40 3-2-16,-23 6-14 15,-16 2 0-15,-13-8-4 0,8-10-10 16,5-14 7-16,11-9-27 16,23-15-1-16,22-2 5 15,23 0-13-15,0 0 21 16,5 0 3-16,53-2 15 16,10 2 3-16,16 0 11 15,19 16 17-15,-9 27 18 16,-1 4-26-16,-20-4 20 15,-18 1-24-15,-15-8-9 16,-16-10 13-16,-6-9-18 16,-13-11 1-16,-5-6-6 15,0 0-8-15,0 0-28 16,0 0-52-16,-23-26-56 16,-1-7-91-16,-2 3-337 0</inkml:trace>
  <inkml:trace contextRef="#ctx0" brushRef="#br0" timeOffset="-189168.38">28463 7673 111 0,'0'0'592'0,"0"0"-561"16,0 0-10-16,0 0 64 15,0 0-23-15,0 0-35 16,11 0-4-16,-1 30 31 0,9 13 20 16,-14 13-14-16,-5 7 16 15,0 4-26-15,0-11-24 16,0-3 3-16,0-10-24 16,0-15-4-16,0-11-1 15,10-16-12-15,3-1-34 16,-7 0-62-16,-1-18-18 15,6-29-10-15,-6-10-225 16,8-3-177-16</inkml:trace>
  <inkml:trace contextRef="#ctx0" brushRef="#br0" timeOffset="-188809.92">28894 7366 395 0,'0'0'150'16,"0"0"-129"-16,0 0 23 16,0 0 87-16,0 0-63 15,0 0-29-15,0 3-3 16,35-3 21-16,4 0 10 15,11 0-28-15,0 0-8 0,13 0-6 16,-5 0-12 0,-3 0 3-16,-2 0-15 0,-8 0 2 15,-17 0-4-15,1 0 1 16,-18 0-3-16,-6 0-20 16,-5 0-17-16,0 0-31 15,0 0-38-15,0-9-3 16,-16-5-70-16,-13-2-131 15</inkml:trace>
  <inkml:trace contextRef="#ctx0" brushRef="#br0" timeOffset="-188494.74">29155 7107 410 0,'0'0'66'0,"0"0"-27"15,0 0 42-15,0 0-3 16,0 0-28-16,0 0-16 16,0-3-5-16,0 3 8 15,0 13-15-15,0 10 12 16,0 20 35-16,0 10-17 16,5 21 9-16,0 10-3 15,1 6-13-15,7-6 10 16,-8-9-32-16,0-12-9 15,6-23 0-15,-6-17-12 16,3-13-4-16,-3-10 2 0,0 0-38 16,-5-13-22-16,6-31-33 15,-6-9-124-15,0-3-172 16</inkml:trace>
  <inkml:trace contextRef="#ctx0" brushRef="#br0" timeOffset="-187509.31">29920 6987 506 0,'0'0'197'0,"0"0"-179"15,0 0-6-15,0 0 63 16,0 0-30-16,0 0-36 15,5-13-2-15,-5 13-4 16,0 0 18-16,0 0 43 16,0 0-28-16,0 0-3 15,0 9-1-15,6 29-12 16,-1 15 22-16,8 23 4 16,-8 21 2-16,1 12 11 15,-1 7-23-15,-5-2-1 16,5-14 3-16,0-20-20 15,3-18 3-15,-3-21-9 16,6-18-10-16,-6-13 1 16,6-10 1-16,-3 0-4 0,-8-17 0 15,0-26-25-15,0-13-14 16,0-8-8-16,0 2-7 16,-14-8 2-16,-7 2-19 15,3 8 10-15,-3 7 33 16,-3 9-15-16,9 2 1 15,-9 2 16-15,5 7 10 16,-2 6 15-16,3 1 2 16,2 3-1-16,-2-1 8 15,13-3-7-15,-1 1 6 16,6-1-1-16,0 4-4 16,0 4 6-16,0-1-6 0,0 6-2 15,0-4 1-15,11 6 4 16,18 1-3-16,5-1-2 15,-5-1 3-15,10 6 1 16,-4 1 0-16,4-1-3 16,-5 7 8-16,6-4-6 15,-1 4-1-15,-10 0-1 16,0 0 1-16,-3 0 10 16,-2 0-7-16,0 0 6 15,-9 17 12-15,9 7-11 16,-8 12 13-16,-3 7-8 15,-3 10 8-15,-4 10 25 16,-6-3-19-16,0 3 4 0,-16-3 0 16,-37-4-13-16,-2-3 1 15,-8-1-19-15,0-16-1 16,13-13-6-16,-8-14 1 16,19-9-20-16,4 0-12 15,6-7-14-15,24-18 0 16,5 2 1-16,0 4 24 15,0 13 23-15,0 6 0 16,40 0 13-16,7 0 5 16,8 30 4-16,14 18 26 15,4 7 0-15,-4 3-21 16,-6-2 12-16,-19-9-17 0,-9-8-2 16,-6-5 3-16,-19-15-18 15,1-5 7-15,-11-11-12 16,0 1 2-16,0-4-8 15,0 0-8-15,0 0-16 16,0 0-7-16,0 0-43 16,0-14-40-16,0-16-74 15,0-6-192-15</inkml:trace>
  <inkml:trace contextRef="#ctx0" brushRef="#br0" timeOffset="-187042.86">30741 7639 204 0,'0'0'480'15,"0"0"-454"-15,0 0-25 16,0 0 100-16,0 0-31 15,0 0-15-15,-21 11 3 16,21-11-15-16,15 0 8 16,4 0-25-16,2 0 4 15,8 0 22-15,10 0-9 16,6 0-10-16,2 0 5 16,-2 13-18-16,-21 14 5 0,-14 2-8 15,-10 11-5-15,0 3 9 16,-34 10-20-16,-24 1 0 15,3-8-1-15,15-7-2 16,6-9 0-16,24-16-2 16,10-6-10-16,0-8 11 15,0 1-28-15,31-1 31 16,27 0 8-16,10 0-5 16,1 0 10-16,10 0-12 15,-6 0 6-15,-17 0-6 16,-4 0-1-16,-23 0-21 15,-18-9-25-15,4-24-128 16,-15-10-140-16</inkml:trace>
  <inkml:trace contextRef="#ctx0" brushRef="#br0" timeOffset="-186527.31">31829 6501 514 0,'0'0'399'0,"0"0"-277"16,0 0-29-16,0 0 0 16,0 0-32-16,0 0-51 15,-55-3-3-15,55 3-7 16,0 0-13-16,0-3 4 15,0-7-26-15,0-10-60 16,0-10 15-16,0-6-104 16,0-4-237-16</inkml:trace>
  <inkml:trace contextRef="#ctx0" brushRef="#br0" timeOffset="-185875.65">32137 5813 126 0,'0'0'342'16,"0"0"-265"-16,0 0 9 15,0 0 30-15,0 0-37 16,0 0-40-16,0-6 15 0,0 6 13 16,5 3-19-16,11 13 2 15,-3 11-14-15,3 3-18 16,2 7 26-16,-2 9-22 16,8 10 9-16,-3 13 2 15,3 21-14-15,-1 28 13 16,-7 12 2-16,0 6-9 15,-3-14 13-15,-2-22-27 16,-1-25 10-16,8-26 10 16,-7-19-23-16,2-18 10 15,-8-7-18-15,1-5 2 16,4 0 1-16,9 0-3 0,-4-20 2 16,4-18-6-16,7-12-14 15,-2-5 6-15,5-6-10 16,-3-9-8-16,3-6 18 15,0-4-20-15,0-6 13 16,5-5 4-16,-5 8-19 16,2 8 5-16,-2 7 7 15,0 8-1-15,-5 11 19 16,2 2-8-16,-7 7 12 16,4 7-3-16,-7 3 9 15,-5 10-6-15,2 11 0 16,-13 2 0-16,5 7 8 15,-5 0-6-15,0 0 0 16,0 0-2-16,0 3-17 16,0 17-5-16,0 3-33 0,0 4-43 15,0-1-75-15,-13 4-120 16</inkml:trace>
  <inkml:trace contextRef="#ctx0" brushRef="#br0" timeOffset="-185207.99">33339 6528 10 0,'0'0'377'0,"0"0"-316"16,0 0-4-16,0 0 38 16,0 0-8-16,0 0-49 15,10-57-2-15,-10 51 13 16,0 0-28-16,0 6-1 15,0-4 8-15,-15-3-15 16,-4 4 4-16,4 0-5 0,-4 0-11 16,-2 3 13-16,-3-4-14 15,6 4-3-15,-3 0 2 16,-3 0-5-16,3 0 5 16,-8 4 1-16,0 9 0 15,0 6 12-15,1 2-10 16,6 2 7-16,-1 10 15 15,7-3-1-15,-2 3 7 16,12-3-8-16,6 0-1 16,0-7 20-16,0-3-16 15,11-3-14-15,31-6 2 16,8-3 0-16,13 3-13 0,-2 0 0 16,7 1 5-16,0 0-3 15,-5 6-2-15,-13 1 0 16,-5 3-1-16,-21-2 8 15,-19-2 0-15,-5 4 9 16,0 1 6-16,0 3 6 16,-39-3-13-16,-25 3 1 15,-1 1-3-15,-9-3-11 16,6-1 2-16,5-6-4 16,5-4-6-16,8-13-15 15,10 0-153-15,1 0-199 16</inkml:trace>
  <inkml:trace contextRef="#ctx0" brushRef="#br0" timeOffset="-181541.14">20768 10068 356 0,'0'0'125'0,"0"0"-12"0,0 0 1 15,0 0-38-15,0 0-13 16,0 0-33-16,0 0 0 16,-21-5-4-16,21 5-18 15,0 0 12-15,0 0 0 16,0 0-3-16,0 0 20 16,0 0-22-16,0 5-1 15,0 25 12-15,16 16-3 16,23 21 4-16,9 22-2 15,2 24 7-15,-1 20 30 16,4 11-27-16,-3-8-2 0,-11-23-3 16,1-26-21-16,-11-31 12 15,0-29-2-15,-13-18-19 16,2-9 23-16,6 0-20 16,2-19 10-16,3-35-7 15,0-12-6-15,5-14-7 16,-13 1-18-16,3-4-17 15,-6 1 23-15,-2 3-24 16,0 3 15-16,2-1 23 16,-2 8-11-16,2 6 16 15,-2 6-1-15,2 14 3 16,-7 10 2-16,-1 10-1 0,4 11-3 16,-9 10 0-16,0 2 4 15,-5 0-9-15,0 0-4 16,0 0-62-16,0 0-9 15,0 0-59-15,0 17-49 16,0 9-138-16</inkml:trace>
  <inkml:trace contextRef="#ctx0" brushRef="#br0" timeOffset="-180459.88">21649 11042 229 0,'0'0'71'0,"0"0"-45"15,0 0 19-15,0 0 16 16,0 0-30-16,0 0-1 16,-18-73-8-16,18 63 11 15,0 1 12-15,0-5-22 16,0 4 4-16,0 4 14 16,0 2-17-16,0 4 7 0,0 0-7 15,0 0-3-15,0 0 9 16,0 0-19-16,0 0 1 15,0 10 10-15,0 10-19 16,0 10 9-16,0 16 15 16,0 18 5-16,0 14 33 15,0 6-3-15,0 5-10 16,0-1-10-16,0-18-18 16,0-16 10-16,5-25-9 15,-5-12-15-15,5-17 11 16,8 0-20-16,-7-4 3 15,-1-38-4-15,-5-9-37 16,0-8-12-16,0-6-8 0,0 5-2 16,0 7 20-16,0 3-37 15,-5 10 9-15,-6 8 38 16,3 2 2-16,3 9 27 16,0 5-2-16,-1 0 7 15,6 2 16-15,0 1-12 16,0-4 0-16,0 4 7 15,0 0-15-15,0 0 6 16,0 6-6-16,0 0 2 16,0-2 3-16,0 2-6 15,11-3 0-15,7 3 4 16,-2 4 1-16,13-4-2 0,-5 4-2 16,2 3 4-16,3 0 6 15,0 0-7-15,0 0 3 16,5 0 8-16,-8 0-15 15,-2 0 11-15,-6 0 1 16,3 7-9-16,8 16 20 16,-5 3-11-16,2 8 6 15,3 5 6-15,-18 1-13 16,2 0 15-16,-13-4 0 16,0 4-2-16,0-3 30 15,0-1-28-15,-24 7-3 16,-21-4-1-16,-4-6-21 15,-4-6 3-15,-2-15-4 16,2-5-14-16,8-7 14 16,6 0-27-16,10-7-17 0,18-16 12 15,11 7-4-15,0 4 36 16,0 10 1-16,0 2 0 16,11 0 26-16,39 14-15 15,13 27 15-15,11 24 19 16,-1 8-18-16,-10 0 12 15,-13 0-9-15,-10-20-20 16,-16-13 15-16,-1-21-23 16,-18-12 0-16,-5-3-3 15,0-4 0-15,0 0-3 16,0-7-27-16,0-23-25 0,-13-10-11 16,-2 4-76-16,4-4-39 15,6 7-175-15</inkml:trace>
  <inkml:trace contextRef="#ctx0" brushRef="#br0" timeOffset="-179911.34">22488 11661 139 0,'0'0'265'0,"0"0"-189"16,0 0 34-16,0 0 33 15,0 0-55-15,0 0-36 16,-34-3 1-16,50 3 3 15,7 0 6-15,-2 0-53 16,3 0 10-16,15 0 32 16,6 0-10-16,8 16 14 0,-14 4-16 15,-23 3-20 1,-8 11 23-16,-8 6-29 0,0 8-4 16,-48 6-3-16,-30 6-6 15,-12-5 0-15,9-14-9 16,15-2-11-16,24-20 18 15,26-8-18-15,11-5 14 16,5-6 3-16,0 0-28 16,44 0 31-16,30 0 5 15,18 0-3-15,3 0 25 16,7 0-22-16,-4-4-5 16,-25-2 5-16,-23 3-3 15,-16-1-4-15,-15 4-13 16,-14-3-54-16,0-1-38 15,-5-2-46-15,0-9-62 16,0-3-220-16</inkml:trace>
  <inkml:trace contextRef="#ctx0" brushRef="#br0" timeOffset="-179524.3">23479 10543 286 0,'0'0'141'0,"0"0"-74"16,0 0 54-16,0 0-9 16,0 0-42-16,0 0-8 15,6 29-12-15,-6 12 27 16,0 8-26-16,0 11-21 15,-24-2-15-15,-2-5-15 16,2-7-10-16,8-9-57 0,-2-20-116 16,13-14-236-16</inkml:trace>
  <inkml:trace contextRef="#ctx0" brushRef="#br0" timeOffset="-178838.63">24658 11439 351 0,'0'0'99'0,"0"0"-2"15,0 0 38-15,0 0-38 16,0 0-23-16,0 0-7 16,-16 6 0-16,16-6 0 15,0 0-28-15,0 0 10 0,0 0 2 16,0 0-13 0,0 0-5-16,5 0-28 0,24 0 0 15,10 0 8-15,6 0-12 16,8 0 3-16,2 0-4 15,-10 0 3-15,-6 0-4 16,-5 0 1-16,-10 0-5 16,0 0 1-16,-14 0-28 15,1 0-1-15,-6 0-21 16,3-3-24-16,-8 0-14 16,0-4-58-16,0 0-122 15,0 0-139-15</inkml:trace>
  <inkml:trace contextRef="#ctx0" brushRef="#br0" timeOffset="-178559.07">24658 11182 479 0,'0'0'165'15,"0"0"-92"-15,0 0 11 16,0 0 28-16,0 0-50 0,0 0-40 16,289 49-9-16,-231-49-13 15,-3 0-19-15,-16 0-46 16,-15-7-99-16,-13 0-179 15</inkml:trace>
  <inkml:trace contextRef="#ctx0" brushRef="#br0" timeOffset="-176093.37">27511 9395 287 0,'0'0'146'0,"0"0"-98"16,0 0 40-16,0 0 25 0,0 0-39 16,0 0-30-16,0 0-40 15,0-21 5-15,0 21-2 16,0 0 4-16,0 0 21 15,0 0-25-15,0 6 2 16,0 18 10-16,0 20-7 16,5 20 17-16,16 23 21 15,3 22-14-15,0 18 12 16,-14 2-8-16,1-11-8 16,2-22 7-16,-8-29-24 15,0-25 23-15,-5-19-13 16,11-9-15-16,-11-8 11 15,5-6-19-15,3 0-2 0,-8 0 4 16,0 0-4 0,0-16-4-16,0-21-26 0,0-2-13 15,0-16 12-15,-8 0-23 16,-8-5-1-16,6 0 32 16,10 1-35-16,-8 4 30 15,8 5-7-15,0 1 2 16,-5 9 33-16,5 3-23 15,0 4 18-15,-5 3 5 16,5-3-23-16,0 0 15 16,0 0-18-16,0-1 9 15,0-2 17-15,0 7-5 16,0-1 5-16,0 6-1 16,0 2 4-16,0 6 2 0,0 7-4 15,0-3 3-15,0 0 15 16,5-5-18-16,13 4 0 15,-7-3 11-15,7 2-10 16,-2 4 5-16,0 4 2 16,2 2-9-16,-2 1 18 15,8 3-16-15,-1 0 7 16,3 0 2-16,3 0-5 16,0 0 5-16,6 0-4 15,-7 7-6-15,12-1 14 16,-6 4 4-16,0 9-10 15,0-5 11-15,-7 3-19 16,2 0 14-16,-6 2 6 0,-2 3-18 16,-2 1 23-16,-9 1-15 15,1 2-8-15,-3-1 17 16,-3 9-19-16,-5 0 10 16,0-1 1-16,0 0-11 15,0 1 14-15,0-2-11 16,-18-2-2-16,-9 4 5 15,-2-1-4-15,-10-3-3 16,-8 0 0-16,2 0 2 16,-5-4-5-16,-3-3 3 15,-2-6-7-15,-3-4 6 16,3-3-19-16,-3-3 7 0,13-4 3 16,1-3-15-16,20 0 24 15,8 0-13-15,3 0 8 16,13 0 5-16,0 0-3 15,0 0 4-15,0 0 8 16,0 0-8-16,19 0 8 16,2 0-8-16,13 0 0 15,5 0 3-15,14 16 1 16,2 19 13-16,8 6-6 16,6 14-6-16,-1 2 26 15,-13-1-11-15,-2-9 2 16,-9-14 9-16,-4-3-20 15,-16-13 9-15,-9-8-13 16,-9-2-3-16,-6-4 5 16,0-3-9-16,0 0-2 0,0 0-8 15,0 0-41-15,5 0-2 16,8 0-15-16,-2-3-88 16,7-17-58-16,3-3-254 15</inkml:trace>
  <inkml:trace contextRef="#ctx0" brushRef="#br0" timeOffset="-175611.13">28684 10221 391 0,'0'0'65'15,"0"0"53"-15,0 0 25 16,0 0-47-16,0 0-30 16,0 0-18-16,5-59 7 15,14 50-7-15,7 7-22 16,-2 2 0-16,10 0 15 15,0 0-21-15,0 11 30 16,-13 15-24-16,-2 7 0 0,-19 7 2 16,0 9-19-16,0 8 3 15,-53 6-12-15,-7-3 9 16,-4-4-15-16,15-7 6 16,20-18 0-16,10-8-3 15,19-10 0-15,0-1-5 16,13-7 2-16,48 1 6 15,12-1 19-15,19-5-9 16,-2 0-6-16,7 0-4 16,-5 0 0-16,-13 0-8 15,-10-11-26-15,-30 10-69 16,-18 1-44-16,-21-4-222 0</inkml:trace>
  <inkml:trace contextRef="#ctx0" brushRef="#br0" timeOffset="-169775.14">29121 9159 80 0,'0'0'240'0,"0"0"-162"16,0 0-20-16,0 0 2 0,0 0 31 16,0 0-52-16,0 0-11 15,55-89 24-15,-42 66-18 16,3 2-7-16,-11 5-3 15,3 6-5-15,-8 6 14 16,0-2-10-16,0 3 7 16,0-1 12-16,0 1-14 15,0 0 10-15,0-1-4 16,0 4-10-16,0 0 12 16,0 0-15-16,0 0-9 15,0 4 13-15,0 42-15 16,-13 21 19-16,-21 19-12 15,-1 0-14-15,14-9-3 16,8-18-41-16,13-9-71 0,0-15-150 16,0-10-424-16</inkml:trace>
  <inkml:trace contextRef="#ctx0" brushRef="#br0" timeOffset="-168025.83">26275 11498 287 0,'0'0'121'16,"0"0"-70"-16,0 0 21 0,0 0 25 15,0 0-8 1,0 0-38-16,-13 0 3 0,13 0-6 16,0 0-7-16,0 0 5 15,0 0-18-15,0 0-6 16,0 0 9-16,0 0-18 15,0 0 4-15,0 0-1 16,8 0-12-16,2 0 10 16,11 0-10-16,8 0-4 15,0 0 9-15,5 0-7 16,1 0-1-16,-1 0 0 16,0 0 7-16,0 0-12 15,-8 0 4-15,9 0 0 16,-6 0 0-16,5 0 0 15,5 0 0-15,-5 0 0 16,6 0 4-16,-1 0-5 16,14 0 1-16,2 0 0 0,8 0 6 15,6 0 7-15,-1 0-5 16,0 0 1-16,6 0-6 16,-6 0 0-16,6 0-3 15,-8 0 0-15,-3 0 0 16,0 0 1-16,-8 0-1 15,3 0 7-15,-8 0-5 16,3 0 19-16,-3 0-8 16,2 0-11-16,3 0 12 15,9 0-12-15,4 0 2 0,0 0 1 16,-2 0-2 0,16 0 3-16,-4 0-6 0,7 0 2 15,-6 0 4-15,7 0-5 16,-7 0 1-16,5-6 0 15,1-1 3-15,-4 4-3 16,3-4-2-16,0 4 0 16,-10 3 6-16,8-4-5 15,-17 4 6-15,4 0-1 16,-1 0-3-16,-5 0 1 16,-8 0-4-16,3-2 0 15,5 2 0-15,-7 0 3 16,1 0-3-16,-1 0 4 15,2 0-1-15,-3 0 2 16,8 0-5-16,-5 0 0 0,2 0 1 16,-2 0 1-16,5 0-2 15,-2 0 1-15,2 0 3 16,0 0-1-16,0 0-3 16,-8 0 0-16,8 0 0 15,0 0 1-15,3 0-1 16,-3 0 1-16,-5-4 5 15,-3 4-2-15,-7-3-4 16,2-1 1-16,-16 1 13 16,0 3-9-16,-5 0 9 15,-18 0 4-15,-1 0-17 16,-10 0 13-16,0 0-9 0,0 0-2 16,0 0 18-16,0 0-17 15,0 0 1-15,0 0-3 16,0 0-2-16,0 0-9 15,-10 0-30-15,-25 0-25 16,-22 0-18-16,-28 0-79 16,-33 10-118-16</inkml:trace>
  <inkml:trace contextRef="#ctx0" brushRef="#br0" timeOffset="-166560.65">26859 12203 82 0,'0'0'197'0,"0"0"-136"16,0 0 7-16,0 0 7 16,0 0 7-16,0 0-22 15,0-16 5-15,0 12-3 16,0 4-19-16,0 0-7 0,0 0 7 16,0 0-24-16,0 0 16 15,0 0-12-15,0 0-11 16,0 7 10-16,0 13-12 15,0 6 12-15,16 11 0 16,7 16-14-16,6 17 12 16,-13 19 1-16,8 19 0 15,-9 12 22-15,4-1-6 16,-9-6-7-16,-10-20-3 16,0-23-10-16,6-21 7 15,-6-21-15-15,5-16-5 16,0-6 7-16,3-6-8 0,-3 0-5 15,-5-7 2-15,0-22-31 16,0-4 2-16,0-3 9 16,-13-11-6-16,-8 1 0 15,-3-4-5-15,9 1 1 16,-9-2 14-16,8 1-11 16,-2-3 16-16,7 0-11 15,1-5-4-15,2 3-5 16,3-4-3-16,-1 1 10 15,1 8 4-15,-5 4-11 16,2 6 23-16,8 7 5 16,0 3 3-16,0 7 5 15,0 3-2-15,0 0 5 16,0 0 11-16,0 4-15 16,8-2 10-16,2 6-13 0,1 1 0 15,7 1 8-15,-2 4-8 16,2-1-1-16,3 0 8 15,-2 4-6-15,2 3 6 16,2 0 2-16,6 0-3 16,6 0 16-16,-9 0-10 15,16 3 6-15,-16 15 5 16,8-2-16-16,1 3 12 16,-6 11-3-16,-1 4-8 15,7 3 18-15,-20 2-21 16,4-2 2-16,-14 6 13 15,-5 10-4-15,0 3 12 16,-53 7-19-16,-15 3-8 0,-16-6 5 16,-5-5-7-16,-4-18-6 15,9-18-1-15,16-15-24 16,10-4-3-16,32 0-2 16,18-14-10-16,8-9 11 15,0 7-3-15,29 5 38 16,34 11 22-16,34 4 3 15,11 45 26-15,0 25 8 16,5 9-4-16,-29 3 12 16,-10-6-29-16,-24-12-10 15,-11-19 7-15,-15-19-27 16,-14-14 3-16,-2-14-11 0,-8-2-11 16,0 0 1-16,0-7-45 15,0-34-27-15,0 0-63 16,0-2-71-16,0 3-156 15</inkml:trace>
  <inkml:trace contextRef="#ctx0" brushRef="#br0" timeOffset="-166275.68">27856 12855 672 0,'0'0'29'0,"0"0"-14"0,0 0 83 15,0 0-15-15,0 0-18 16,0 0-7-16,0 240 20 16,0-162-24-16,0-6 6 15,0-12-18-15,0-17-37 16,0-20 1-16,0-20-6 15,0-3-33-15,0-23-26 16,0-37-40-16,0-14-131 16,10-6-344-16</inkml:trace>
  <inkml:trace contextRef="#ctx0" brushRef="#br0" timeOffset="-165927.83">28458 12600 814 0,'0'0'26'16,"0"0"-5"-16,0 0-9 15,0 0 89-15,0 0-56 16,0 0-22-16,-5 36-6 15,36-33 27-15,3-1-7 16,6 3-7-16,12-3-4 0,12-2-23 16,1 5 7-16,9-5-10 15,-6 0 5-15,-5 0-13 16,-23 0 2-16,-11 0-20 16,-6 0-12-16,-17 0-22 15,-6 0-12-15,0 0-49 16,0 0-16-16,0 0-106 15,-19 0-105-15</inkml:trace>
  <inkml:trace contextRef="#ctx0" brushRef="#br0" timeOffset="-165609.56">28739 12349 478 0,'0'0'114'16,"0"0"-86"-16,0 0 36 15,0 0 19-15,0 0-33 16,0 0 3-16,13 73 17 16,3 3-6-16,-3 12-2 15,-2 16 2-15,-6 2-4 16,0-7-10-16,-5-9-34 0,0-24-4 15,0-22-2-15,0-18-7 16,0-16-6 0,0-10 2-16,0 0-37 0,0-27-12 15,0-23-66-15,0-6-25 16,11-4-42-16,7 4-284 16</inkml:trace>
  <inkml:trace contextRef="#ctx0" brushRef="#br0" timeOffset="-164526.45">29675 12054 372 0,'0'0'69'16,"0"0"-31"-16,0 0 60 15,0 0 19-15,0 0-40 16,0 0-29-16,6-16 4 16,-1 16-6-16,-5 0-7 15,0 0 2-15,0 0-18 16,8 3-2-16,-3 21 6 15,6 15-5-15,-1 14 18 16,3 23 1-16,-2 28-2 0,-1 20 32 16,-4 8-39-16,2-3-1 15,-3-16 4-15,-5-23-23 16,0-30 7-16,0-24-15 16,5-22-1-16,6-14 5 15,-11 0-8-15,5-27-11 16,-5-26-12-16,0-7-29 15,0-9 7-15,0-8-12 16,0 6-7-16,-5-2 25 16,-6 7-29-16,6 9 15 15,-8 7 0-15,7 14-5 16,1 6 50-16,-5 10 7 0,10 4 2 16,-6 2 17-1,1 5-6-15,5-2-1 0,-8-2 6 16,8-7-12-16,0 0 4 15,0 1-9-15,0-4 0 16,0 5-8-16,0-1 7 16,0 8 1-16,0-1-4 15,13 1 8-15,-2 5-4 16,-1 0 0-16,9-1 0 16,-3 0 12-16,7-3-7 15,1 0-2-15,2 0 0 16,3-3-1-16,5 1-2 15,1 7 0-15,-1 2 3 16,0 3-1-16,-5 0 1 16,-3 0-2-16,3 0 13 0,0 0-6 15,0 20 19-15,-8 3-2 16,8 4-5-16,-5 3 14 16,2 0-17-16,-8 2 10 15,-2 8 14-15,-3 0-20 16,-13 7 11-16,0 2-12 15,0 4-10-15,-23 6 14 16,-27-6-17-16,-19-2-5 16,-4-7-2-16,-6-12-1 15,-3-11-5-15,3-17-11 16,11-4-15-16,13 0-7 16,10-30-32-16,21 0 12 0,24-1 22 15,0 12 10-15,0 8 27 16,24 11 10-16,21 0 6 15,23 18 34-15,16 35-3 16,13 11 11-16,-2 15 1 16,-13-3-25-16,-9 0-2 15,-23-9-4-15,-16-10-19 16,-10-14 12-16,-8-14-18 16,-16-9 2-16,0-11-5 15,0-9-5-15,0 0-10 16,0 0-14-16,0-9-21 15,-11-17 1-15,-2-7-61 0,-8 0-2 16,16-2-69-16,5-4-169 16</inkml:trace>
  <inkml:trace contextRef="#ctx0" brushRef="#br0" timeOffset="-164045.11">30554 12888 392 0,'0'0'69'0,"0"0"-63"15,0 0 78-15,0 0 54 16,0 0-23-16,0 0-39 15,-55 4 6-15,55-4 4 16,0 0-37-16,0 0 11 16,29 0-3-16,-3 0-44 15,8 7 15-15,11 9 2 16,2 4 5-16,-13 4 6 16,-13 2-27-16,-21 10 12 15,0 3-9-15,0 2-15 16,-15 9 8-16,-38-5-10 15,3-1 0-15,16-5-3 0,10-13 7 16,14-13-6 0,10-8 2-16,0-5 0 0,0 0 3 15,23 0-3-15,22-2 0 16,13-14 6-16,2-1-5 16,3-3-2-16,1 1-5 15,-9 3-35-15,-3-7-6 16,-17 5-46-16,-1-7-58 15,-8 1-65-15,-8-6-167 16</inkml:trace>
  <inkml:trace contextRef="#ctx0" brushRef="#br0" timeOffset="-163726.84">31480 11923 667 0,'0'0'64'15,"0"0"-23"-15,0 0 32 16,0 0-1-16,0 0-8 15,0 0-19-15,-200 204 8 16,137-141-10-16,2 7-20 0,3-7-1 16,14-13-22-16,15-15-2 15,18-24-6-15,11-11-51 16,0 0-59-16,0-29-97 16,24-22-236-16</inkml:trace>
  <inkml:trace contextRef="#ctx0" brushRef="#br0" timeOffset="-163276.65">32261 11415 843 0,'0'0'163'16,"0"0"-127"-16,0 0 65 16,0 0-3-16,0 0-69 15,0 0-9-15,-6 3-20 16,6-3-1-16,0 0-14 15,0 0-44-15,0-3-27 16,0-20-57-16,0-4-107 16,0-1-302-16</inkml:trace>
  <inkml:trace contextRef="#ctx0" brushRef="#br0" timeOffset="-161778.89">32613 10519 440 0,'0'0'125'15,"0"0"-54"-15,0 0 19 16,0 0-11-16,0 0-53 15,0 0 0-15,0-6 5 16,0 6-2-16,0 0 21 16,0 0-20-16,0 0 3 15,0 0 6-15,0 0-20 16,0 0 7-16,0 0-8 0,0 4-17 16,5 9 16-16,6 3-17 15,2 10 15-15,3 15 14 16,7 13-21-16,4 17 15 15,2 31 2-15,0 17-9 16,5 14 35-16,-5-1-25 16,0-14 1-16,-3-24-5 15,-2-35-20-15,-1-26 18 16,-2-19-4-16,3-14-12 16,-3 0 13-16,13-47-12 15,6-21-5-15,2-15 0 16,-11-7-21-16,4-6-7 15,-7 0-8-15,-4 7-5 16,-3 6 22-16,3 7-18 0,0 7 34 16,-3 9 2-16,2 12 2 15,1 0-1-15,-8 8 8 16,7 8-5-16,-7-2 20 16,8 11-18-16,-14-1-1 15,1 15-4-15,-6 2-2 16,3 4-3-16,-3 3-17 15,-5 0-48-15,0 0-32 16,0 6-86-16,0 21-171 16</inkml:trace>
  <inkml:trace contextRef="#ctx0" brushRef="#br0" timeOffset="-161193.83">33628 11319 342 0,'0'0'101'0,"0"0"-72"15,0 0 23-15,0 0 14 16,0 0-31-16,0 0 0 15,0-65-24-15,0 63 3 16,-13 2 19-16,-3 0 2 16,-13 0 9-16,-5 0-8 15,-5 0-21-15,-11 9 10 16,-8 14-17-16,3 7 12 0,2 5 15 16,19-1 0-16,18 5 20 15,16 5-17-15,0-2-17 16,11 5 14-16,52 0-12 15,0-8-8-15,3 1 7 16,-3 0-21-16,-11-7 4 16,-12 0-4-16,-24-4 4 15,-16 1 5-15,0 0-8 16,-29 0-1-16,-45 7 8 16,-15-2-9-16,-14-8-14 15,6 3-32-15,13-9-11 16,15-3-47-16,14-8-201 15</inkml:trace>
  <inkml:trace contextRef="#ctx0" brushRef="#br1" timeOffset="-148774.96">19811 310 114 0,'0'0'78'0,"0"0"-76"16,0 0 29-16,0 0 5 15,0 0-3-15,0 0-3 16,0 0-9-16,0 0 8 16,0 0 10-16,0 0-17 15,0 0-3-15,0 0 3 16,0 0-5-16,0 0 4 15,0 0-3-15,0 0-8 16,0 0 8-16,0 0-10 16,0 0-1-16,0 0 6 15,0 0-8-15,0 0 9 16,0 0-5-16,0 0 0 0,0 10 12 16,0 7-12-16,0 3 3 15,0 0 3-15,0-1-9 16,0-2 8-16,0 3-1 15,0 2-11-15,0-4 8 16,0 6-5-16,0 1 11 16,0 10-7-16,0-3-6 15,0 7 8-15,-6-2-5 16,1 8-2-16,0 11 17 16,-8 4-17-16,8 10 4 15,-11-7 4-15,3 0-10 16,-3-7 8-16,5-3-2 0,-7 2-6 15,13-2 13-15,-6 0-7 16,6-3 4-16,-8-1-4 16,7 5-7-16,1-7 4 15,0 2-5-15,0 1 0 16,-1-4 1-16,-7 1-1 16,3-1 0-16,-1 1 1 15,-7 0 3-15,7 1-2 16,6-4-2-16,-8 7 0 15,-3 2 0-15,6 0 2 16,-4 0-2-16,4-2 0 16,5-8 4-16,-9-4-4 15,14 1 0-15,0-6 0 16,0 2 16-16,0-3-12 16,0 6 4-16,0-2 1 0,0 5-7 15,0-1 5-15,0 8-5 16,0-6-1-16,0 3 3 15,0 1 0-15,0-4-4 16,0 3 0-16,0 4 5 16,0 3-3-16,0 1-2 15,0 1 0-15,8 3 4 16,3-3-2-16,-1 3-2 16,4-1 4-16,-4 3-3 15,1 5 6-15,-1 2-3 16,3 8 0-16,3 3 5 15,-3 0-4-15,3 4 21 0,8-1-19 16,-3-5-3-16,8 0 2 16,-6-7-6-16,-7-2 0 15,-5-3 8-15,7 0-7 16,-13-10 0-16,1-4 0 16,-1 1 3-16,3 0-7 15,-8 5 3-15,5 7 0 16,0 0 1-16,0 6 0 15,1 2-1-15,-1 0 0 16,0-5 3-16,3-5-4 16,3-3 1-16,-6-5 0 15,0 0-4-15,-5-2 4 16,0 2 0-16,0 3 0 0,0 3 1 16,0 12-1-16,0 1 0 15,0 4 2-15,0-2-5 16,0-3 4-16,0-11-1 15,0-4 0-15,0-2 3 16,0-5-5-16,0 1 2 16,0-1 0-16,0 10-1 15,0 0 3-15,0 11-2 16,0 3 1-16,0 0 5 16,0 7-8-16,0-4 2 15,0 0 0-15,0-2-5 16,0-9 6-16,0 2-1 0,0-3 5 15,0 0 0 1,0-4-5-16,0-4 0 0,0 4 0 16,0-4 0-16,0 3 0 15,0 5 0-15,0-1 3 16,0 5-1-16,0 0-2 16,0 6 0-16,0 3 0 15,0 2 0-15,0-3 0 16,0 1 0-16,0-4 2 15,0 2 4-15,0-9-4 16,0 4-2-16,0-7 0 16,0 0-4-16,0-4 6 15,0 1-2-15,0-7 0 16,0 0 3-16,0 4-3 16,0-1 0-16,0 4 0 0,5 3-4 15,3 3 7-15,-2 1-3 16,-1 1 0-16,0-5 4 15,-5-3-5-15,0-1 1 16,0-3 0-16,0-3 0 16,0 1 0-16,0 4 0 15,0 1-2-15,0 8 7 16,0 3-6-16,0 0 1 16,0-1 0-16,0 4-1 15,0-7 1-15,0 0 0 16,0-6-1-16,0 5 5 15,0-5-5-15,0 3 1 0,0 0 0 16,0 4-3-16,0 2 4 16,0 0-1-16,0 5 0 15,0-5 1-15,0 1-1 16,0-6 0-16,0 3 0 16,0-4-3-16,0 0 5 15,0 4-2-15,0-1 0 16,0 0 1-16,0 4-1 15,0-7 0-15,5 0 1 16,1 1-4-16,2 3 3 16,-8 2 0-16,5 2-1 15,0-2 6-15,0-2-7 16,1-5 2-16,-1 2 0 0,0-5-1 16,3 0 2-16,2-6-1 15,-10 3 0-15,6 3 3 16,-6 4-4-16,0-3 1 15,0 4 0-15,0 2 1 16,0 0-1-16,0 7 0 16,0 1 8-16,0 0-7 15,0-5 4-15,0 1-5 16,5-7 5-16,-5 0-1 16,5-3-3-16,-5-1-1 15,0-2 0-15,0-1 3 16,0-3-3-16,0 5 0 0,0-3 0 15,0 3-2 1,0 6 3-16,0 1-1 0,0-1 0 16,0-1 2-16,0 0-3 15,0-4 1-15,0-4 0 16,0-7-7-16,0-2 7 16,0-4-5-16,0 4 4 15,0 2-14-15,0-6 12 16,0 8 1-16,0 3 2 15,0 0 2-15,0 0 1 16,0-6-3-16,0-2 1 16,0-7 5-16,-5 3-7 15,0-7 1-15,-1-1 0 16,6-3-9-16,-10-3 6 16,2-1 3-16,3 1-2 0,5-4-3 15,-5 7 5-15,-1 0 0 16,1 2 0-16,-5-2 6 15,2-4-6-15,2 1 0 16,1-10 0-16,5-4 4 16,0-6-4-16,0-4 0 15,0 4-1-15,0 2 1 16,0 2 0-16,0 7 0 16,0-10 1-16,0 5 5 15,0-4-6-15,0-9 0 16,0 0 5-16,0 0-8 15,0-11 3-15,0-16-24 0,-5-6 4 16,0-20-58-16,5-7-65 16,0-11-267-16</inkml:trace>
  <inkml:trace contextRef="#ctx0" brushRef="#br1" timeOffset="-147505.96">19834 15010 68 0,'0'0'0'0,"0"0"-4"15,0 0-38-15,0 0 31 16</inkml:trace>
  <inkml:trace contextRef="#ctx0" brushRef="#br1" timeOffset="-145924.84">19834 15010 41 0,'45'-65'68'0,"-40"65"7"0,-5 0-16 16,0-4-25-16,0-3-16 15,0-1-18-15,0-7 0 16,6 5-2-16,-6 0 5 16,8 4-3-16,-8 2 13 15,0 4 11-15,0 0 12 16,0 0-10-16,0 0 6 16,0 0-3-16,0 0-24 15,0-3-1-15,-8-1-2 16,2-3 5-16,1 4 20 15,5 1 10-15,-5 2 4 0,5 0 14 16,0 0-8-16,0 0 6 16,0 0-10-16,0 0-25 15,0 0 13-15,0 0-15 16,5 0-4-16,0 0-9 16,9 0 3-16,7-7 0 15,2 3 9-15,11-3-13 16,1 4 8-16,9 0-9 15,12 0 0-15,1 3 12 16,12 0-13-16,10 0 0 16,0 0 1-16,13 0 4 15,-3 0-1-15,8 0-4 16,-7 0 0-16,7 0 0 16,0 0 3-16,3 0-3 0,-2 0 0 15,9 0 2-15,-4-3-7 16,-8 3 5-16,7-4-3 15,-10 4-2-15,-2 0 3 16,2 0 2-16,-3 0 0 16,14 0 1-16,5 0 6 15,5 0-7-15,5-7 0 16,8 0 1-16,3-2-1 16,-3 6 0-16,-2-4 0 15,-3 7 1-15,-8-4-1 16,11 4 0-16,-6 0 0 0,3 0-3 15,3 0 5 1,-6 0-2-16,8 0 0 0,-2 0 2 16,-11 0 5-16,0 0-4 15,-5 0 0-15,-6 0 0 16,6-3 1-16,5-3-4 16,0-1 0-16,0 0 1 15,8 0 1-15,3 4-2 16,2 3 0-16,-2 0-3 15,7 0 4-15,-7 0-1 16,-1 0 0-16,4 0 3 16,-4 0-1-16,-2 0-2 15,-2 0 0-15,-1 0-1 16,0 0 5-16,3 0-4 16,-2 0 5-16,-6 0-4 0,5 10 17 15,-5-3-14-15,8-3-3 16,3-1 4-16,-6-1 1 15,8-2-5-15,-13 0 1 16,-10 4 2-16,-8-1 5 16,-3 4-9-16,-3 4 0 15,-2 1 3-15,2 2 2 16,-2-5-5-16,3-2 0 16,7-3 3-16,3-4-2 15,8 0-1-15,-6 0 0 16,6 0 5-16,0 0-1 15,-11 0-4-15,6 3 0 0,-9 3 1 16,-2 1 0-16,3-4-1 16,2 1 0-16,1-4-3 15,2 0 6-15,2 0-3 16,6 0 0-16,0 0 1 16,0 0 0-16,-6 0-1 15,1 0 0-15,-1 0-2 16,-2 0 5-16,-2 0-3 15,4 0 0-15,6 0 1 16,0 0-5-16,0 0 4 16,5-4 0-16,0-3-3 15,-5 2 1-15,0 1 2 16,-1 1 0-16,-4-1 0 0,5 1-5 16,-8-1 5-16,-3 1 0 15,-5 0-3-15,3 0 2 16,2 0-1-16,-2 3 2 15,7 0-25-15,-4 0 21 16,-1 0-9-16,-8 0-7 16,-5 0 19-16,3 3-11 15,-8 6 12-15,5-2-1 16,-10 0 4-16,5-3-1 16,-6-4-2-16,1 0 0 15,2 0-2-15,-2 0-6 16,-8 0 7-16,2 0-1 0,0 0-4 15,1 0 1 1,-1 0 5-16,6 0 0 0,-6 0 1 16,-7 0 3-16,-3 0-4 15,-14-4 0-15,4 4-6 16,-22-3 3-16,-2-1 0 16,-14 4-2-16,-10 0 5 15,5-3 0-15,-5 3 1 16,0 0 11-16,0 0-11 15,0 0 7-15,0 0-8 16,8 0 0-16,3 0 1 16,-1-4 1-16,-4 1-2 15,-1 3 0-15,-5-3 1 16,0 3 2-16,0 0-3 16,-11 0 2-16,-23 0 13 0,0 0-10 15,-11 0 8-15,-13 0-13 16,-7 0-18-16,-17 0-18 15,-18 0-72-15,-13 0-160 16</inkml:trace>
  <inkml:trace contextRef="#ctx0" brushRef="#br1" timeOffset="-142779.5">19898 8824 320 0,'0'0'56'16,"0"0"-18"-16,0 0 18 15,0 0 1-15,0 0-33 16,0 0 6-16,-14-12 14 0,14 11-6 15,0 1 14-15,0 0-17 16,0 0 6-16,0 0 1 16,0 0-22-16,0 0-2 15,0 0-5-15,6 0-5 16,17 0 9-16,11 0-10 16,6 0-7-16,10 0 14 15,2 0-14-15,4 0 5 16,2 0-5-16,-8 0 5 15,2 0-8-15,3 0 3 16,-2 0 0-16,2 0-1 16,3 0 2-16,-3 0-1 15,3 0 0-15,-3 0 1 0,3 0-6 16,5 0 1 0,-2 0 3-16,12 0-6 0,4 0 10 15,7 0-3-15,18 0 0 16,-2 0 3-16,21 0-2 15,-2 0-1-15,-1 0 0 16,8 0-4-16,-2 0 6 16,-11 0-2-16,-5 0 0 15,-11 0 2-15,-2 0-5 16,-8 0 3-16,-9 0 0 16,-14 0 0-16,-4 0 1 15,-7 0-1-15,2 0 0 16,3 0 5-16,5 0-1 15,11 0-4-15,4 0 0 0,7 0 0 16,1 0 2-16,4 0-2 16,2 0 0-16,3 0 2 15,2 0-2-15,-3 0 0 16,9 0 0-16,-6 0-3 16,-7 6 6-16,2-4-3 15,-3 3 0-15,-2-5 4 16,-8 0-5-16,0 0 1 15,-6 0 0-15,1 0-1 16,0 0 5-16,-6 0-4 16,11 0 0-16,0 0 2 15,2 0-1-15,4 0-1 16,-7 0 0-16,7 0-3 0,1 0 5 16,-1 0-2-1,-1 0 0-15,8 0 2 0,-8-7-1 16,3 7-1-16,-3-5 0 15,-5 5 4-15,5 0 0 16,-3 0-4-16,-2 0 0 16,0 0 3-16,5 0-3 15,3 0 0-15,-8 0 0 16,11 0-3-16,7 0 6 16,0 0-3-16,-2 0 1 15,7 0 3-15,1 0-6 16,-6 0 2-16,-2 0 0 0,8 7-6 15,-14 0 10 1,8-7-4-16,1 0 0 0,4 0 5 16,-7 0-10-16,7 0 5 15,-4-7 0-15,-9 0-1 16,-5 6 2-16,3 1-1 16,-13 0 0-16,5 0 2 15,-6 0-2-15,1 0 0 16,10 0 0-16,-2 0-3 15,2 0 5-15,0 0-2 16,-5 0 0-16,2-6 5 16,-7-3-6-16,-6 9 1 15,-7 0 0-15,2 0-1 16,0 0 3-16,-3 0-2 16,9 0 4-16,-1 0-2 0,-5 0 7 15,6 0-8-15,-1 0-1 16,-2 0 9-16,2 0-9 15,6 0 9-15,5 0 2 16,-3 0-9-16,8 0 13 16,0 0-13-16,8 0 4 15,-7 0 9-15,-1-7-13 16,-11 7 2-16,-4-2-3 16,-6 2 4-16,0 0-6 15,-3 0 1-15,4 0 0 16,-1 0-4-16,0 0 5 15,-13 0-1-15,5 0 0 0,-2 7 4 16,-9 4-7-16,9-9 3 16,-3 3 0-16,-5-5-3 15,7 5 4-15,-2-3-1 16,8 3 0-16,-3-5 5 16,8 2-10-16,-7-2 5 15,1 0 0-15,7 0-2 16,-9 0 2-16,3 0 0 15,-3 0-1-15,-3 0 3 16,-2 0-4-16,-5 0 1 16,-5 0-1-16,7 0-4 15,-8 0 4-15,-10 0-1 16,3 0 3-16,-3 0-10 16,5 0 9-16,0 0-4 15,6 0-4-15,-6 0 6 0,0 0-4 16,5 0 3-16,1 0 3 15,12 0-10-15,-7 0 9 16,-5 0-5-16,4 0 3 16,-9 0-1-16,-7 0 4 15,7 0 1-15,-12 0 0 16,-2 0 4-16,8 0-6 16,0 0 2-16,-2 0 0 15,1 0 0-15,1 0 2 16,-5 0-2-16,-3 0 0 0,3 5 4 15,-1-2-6 1,-2 0 2-16,-2-3 0 0,2 0-1 16,3 0 3-16,5 0-2 15,5 4 0-15,0-3 5 16,-3-1-8-16,12 5 3 16,1-5 0-16,-4 2-4 15,4 5 5-15,-4-3-1 16,-11 0 0-16,0-1 1 15,-8-3-4-15,-3 3 3 16,3-3 0-16,-2 4 1 16,4-4-1-16,-7 0 0 15,13 3 0-15,-8-3 4 16,3 2-6-16,5-2 2 16,-14 5-3-16,9-2-2 0,-13 0-4 15,2 1 9-15,-8-1 1 16,0-3 3-16,1 3 0 15,-1-3 3-15,-5 0-5 16,0 0 4-16,0 0-4 16,0 0-2-16,0 0 1 15,5 0 3-15,-5 0-5 16,0 0 1-16,0 4 0 16,0-4 12-16,0 0-2 15,0 0 6-15,0 0-12 0,0 3-4 16,-5-1-6-1,-16 6-15-15,-3-1-46 0,-5-7-37 16,0 0-212-16</inkml:trace>
  <inkml:trace contextRef="#ctx0" brushRef="#br1" timeOffset="-139908.86">19795 4403 245 0,'0'0'136'0,"0"0"-89"16,0 0 33-16,0 0 41 15,0 0-61-15,0 0-15 16,0 0 8-16,0 0-21 15,0 0-1-15,0 0-16 16,0 0-9-16,0 0 11 16,0 0-15-16,0 0 2 15,0 0 5-15,0 2-7 16,0 2 6-16,16-4-8 0,13 2 7 16,0-2-6-16,0 0 5 15,10 0 0-15,0 0 6 16,1 0-12-16,5 0-4 15,-1 0 1-15,4 0 6 16,-9 0 6-16,6 0-9 16,-6 0 0-16,6 5 0 15,8-1 6-15,12-1-8 16,4-3 2-16,12 0 0 16,-2 3 0-16,0-1 0 15,5 2 0-15,3-2-1 16,2 3 5-16,-10-1-4 15,0 3 0-15,3-1 1 0,-3-4-5 16,-1 4 4-16,1-6 0 16,0 0 0-16,0 0 3 15,8 0-3-15,-8 0 0 16,5 0 0-16,3 0 1 16,-14 0-1-16,6 0 0 15,5 0 0-15,8 0 2 16,11 0-2-16,-3 0 0 15,-3 0 0-15,6 0-3 16,-8 0 3-16,2 0 0 16,-5 0-1-16,-3 5 5 15,-5-5-6-15,-2 4 2 16,-8-4 0-16,5 3 0 0,-1-3 0 16,1 0 0-16,5 0 0 15,9 0 4-15,-4 0-4 16,3 0 0-16,-3 0 5 15,3 0 3-15,6 0-6 16,-4 0-2-16,9 0 3 16,0 0 2-16,-1 0-5 15,-2 0 0-15,3 0 1 16,-6 0-2-16,6 0 1 16,-4 0 0-16,-1 0-1 15,-1 0 4-15,-2 0-3 16,-8 0 0-16,-9 0 0 0,1 0 9 15,-5 0-9 1,0 0 6-16,-1 0 0 0,1 0-1 16,-6 0-4-16,6 0-1 15,-6 0 0-15,6 0 6 16,0 0-4-16,-1 0-2 16,1 0 5-16,-6 0-1 15,1 0-4-15,-1 0 0 16,0 0 4-16,-7 0 2 15,12 0-6-15,1 0 0 16,5 0-1-16,8 0 2 16,-3 0-1-16,8 0 0 15,-3 0 1-15,-4 0-4 16,1 0 3-16,-7 0 0 16,5 0-5-16,3 0 8 0,-3 0-3 15,14 0 0-15,-9 0 1 16,14 0-8-16,-1 0 7 15,1 0 0-15,-9 0-3 16,4 0 1-16,-4 0-3 16,-7 0 4-16,3 0 1 15,-4 0-3-15,-1 0 3 16,-1-7 0-16,8 2-2 16,2-1 4-16,4 1-2 15,-1-2 0-15,-2 4 2 16,-3 3-3-16,-8-4 1 15,-5 4 0-15,-6 0-3 0,1 0 5 16,0 0-2-16,2 0 0 16,-10 0 0-16,7 0 1 15,1 0-1-15,0 0 0 16,-6 0-2-16,-10 0 5 16,-8 0-4-16,2 0 1 15,4 0 0-15,2 0-2 16,5 0 2-16,2 0 0 15,9 0-1-15,13 0 4 16,-3 0-3-16,8 0 0 16,-8 0 3-16,6 0-3 15,2 0 0-15,5 4 0 16,-2-1-1-16,7 1 2 0,1 2-1 16,-9-4 0-1,14-2 3-15,-10 0-6 0,-1 0 3 16,-13 0 0-16,-5 0-3 15,0 0 3-15,-5 0 0 16,-1 0 0-16,1 4 3 16,7-2-3-16,-7-2 0 15,10 0 0-15,0 0 8 16,-2 0-5-16,-3 0-3 16,-6 0 0-16,-4 0 2 15,-9 0-2-15,-7 0 0 16,-9 0 0-16,-4 0-2 0,-11 0 5 15,5 0-3 1,-5 0 0-16,-3 0 3 0,3 0-4 16,0 0 1-16,0 0 0 15,-3 0-3-15,3 0 7 16,-5 0-4-16,-8 0 0 16,2 0 2-16,3 0 6 15,-2 0-2-15,2 0 4 16,8 0-1-16,-6 0-6 15,6 0 1-15,-8 0 0 16,-2 0-2-16,-9 0 10 16,-5 0-11-16,-5 5 4 15,0-1 8-15,0-4-8 0,0 0 26 16,0 0-8 0,0 0-9-16,-5 0 11 0,-5 0-20 15,-14 0-9-15,-5 0 4 16,-5 0-45-16,-11-11-22 15,-5-1-31-15,-13-4-75 16,-11-7-146-16</inkml:trace>
  <inkml:trace contextRef="#ctx0" brushRef="#br1" timeOffset="-138073.94">19874 426 330 0,'0'0'102'16,"0"0"-41"-16,0 0 54 15,0 0-45-15,0 0-39 16,0 0-3-16,-5-30-12 15,5 24 0-15,0 0-8 16,0-1 0-16,0 3 8 16,0-2-12-16,0-1 8 15,0-3 10-15,0 0-13 0,0 0 11 16,0 0-14-16,0 0-5 16,0 1 13-16,5-2-3 15,0 1-8-15,-5 1-1 16,0-2 2-16,5 1 0 15,-5-3 8-15,0 0-7 16,0 0 16-16,0-1-18 16,0 5 1-16,6-5 7 15,-6 5-10-15,0 2 8 16,0-4-5-16,0 2-1 16,0-1-5-16,0-1 2 15,0-1-9-15,0 1 7 16,0-1-1-16,0 1 3 15,0-2 0-15,0-2 5 0,0 6-5 16,0 0 2-16,0 2-2 16,0 0 9-16,0 1-9 15,0 0 5-15,0 2-5 16,0-3 2-16,0 2-2 16,0 3 0-16,0 2-6 15,0 0 5-15,0 0 0 16,-6 0 1-16,6 0 0 15,0 0 9-15,0 0-1 16,0 0-7-16,0 0 0 16,0 0-2-16,0 0-1 15,0 0-1-15,0 0-2 16,0-5-19-16,0 5-4 0,0-4-23 16,6 4 1-16,-6-3 8 15,0 3-29-15,0 0-117 16,-35 0-272-16</inkml:trace>
  <inkml:trace contextRef="#ctx0" brushRef="#br0" timeOffset="-125230.05">21823 16628 407 0,'0'0'107'16,"0"0"-51"-16,0 0 25 16,0 0 10-16,0 0-37 15,0 0-29-15,0 3 20 16,0-3-29-16,0 0 11 15,0 0 16-15,0 0-29 16,0 0 4-16,0 0-1 16,0 0-12-16,0 0 28 15,0 0-32-15,0 0 0 0,-11 0-1 16,1-3-8-16,-9 0 7 16,3 0 1-16,-7-1 2 15,-4 4 2-15,4 0-4 16,-11 0-5-16,10 0 2 15,-10 0-3-15,7 0 6 16,-2 0 0-16,1 4 2 16,4-1-6-16,3 3 4 15,-3 1 0-15,8 0-3 16,-7 3 2-16,-1-1 1 16,3 5 0-16,-3-1-1 15,3 4-3-15,3 6 4 16,2 10 0-16,-2 10 7 15,7 14-7-15,6 9 24 0,5 12 2 16,0 5-13-16,0-7 26 16,10-10-16-16,30-16-8 15,5-13 0-15,18-18-7 16,-5-8-8-16,-3-11 27 16,-3 0-22-16,-12 0 13 15,-19-17-18-15,-3 0-1 16,-12-2-4-16,-6 5-9 15,0 5 13-15,0 2-7 16,-6 3 6-16,-7 4-9 16,-3 0 11-16,-7 0 0 15,-4 0 1-15,-12 7 2 0,-3 20-3 16,-3 9 0-16,6 11-2 16,-1 9-4-16,1 12 6 15,20-2 0-15,14 4 6 16,5-10-4-16,0-7 5 15,29-13-7-15,34-10 4 16,16-14 7-16,0-16-11 16,5 0-7-16,3 0 6 15,-24-23-39-15,-8 0-28 16,-5 4-60-16,-8 17-98 16,-2 2-150-16</inkml:trace>
  <inkml:trace contextRef="#ctx0" brushRef="#br0" timeOffset="-124564.4">23582 17256 280 0,'0'0'79'15,"0"0"-79"-15,0 0 19 16,0 0 37-16,0 0-31 15,0 0 32-15,-87 48 1 0,82-48 9 16,0 0-2-16,5 3-18 16,0-3 3-16,0 2-7 15,0-2-14-15,0 4 21 16,0 3-28-16,5-4 0 16,40 4-1-16,7-4-5 15,11 0 21-15,11 0-23 16,-6-3-6-16,-2 4 9 15,-3 3-17-15,-18-7 0 16,-11 0 2-16,-10 0 3 16,-8 0-5-16,-3 0 0 15,-3 0 4-15,-4 0-13 0,-6 0 3 16,0 0-18-16,0 0-6 16,0 0-38-16,0 0-14 15,0 0-37-15,0-7-84 16,0-9-18-16</inkml:trace>
  <inkml:trace contextRef="#ctx0" brushRef="#br0" timeOffset="-124285.48">23519 16978 458 0,'0'0'125'0,"0"0"-62"16,0 0 20-16,0 0 2 16,0 0-35-16,0 0-17 15,221-36-17-15,-169 36 9 16,-7 0-25-16,-11 0-6 15,-7 0-9-15,2 0-54 16,-11 0-64-16,-2 0-188 16</inkml:trace>
  <inkml:trace contextRef="#ctx0" brushRef="#br0" timeOffset="-121610.12">25462 15514 271 0,'0'0'28'0,"0"0"-10"15,0 0 53-15,0 0-6 16,0 0-39-16,0 0 10 16,24 5 41-16,-19-5-14 0,-5 0-6 15,0 0-2 1,0 0-21-16,0 0-2 0,0 0-22 16,6 0-3-16,-6 0 3 15,0 0-8-15,7-3-1 16,-7-6-1-16,0-2-10 15,0 2 1-15,0-1-14 16,0-1-4-16,0 2-6 16,0-1-5-16,0 3 22 15,0-2 6-15,0 2-1 16,0 3 9-16,0 1-10 16,0 3 9-16,0 0 0 15,0 0 3-15,0 0 0 0,0 0 0 16,0 0 3-1,0 0-2-15,0 0 1 0,0 0 0 16,0 0 23-16,0 0-15 16,0 0 2-16,0 0-12 15,0 0 4-15,0 0 0 16,0 0-4-16,0 0 0 16,0 0 7-16,0 0-7 15,0 0 11-15,0-4 7 16,0 4-10-16,0 0 7 15,0 0-15-15,0 0 0 16,0 0-2-16,0 0 2 0,0 0-10 16,0 0-6-1,0 0-19-15,0-6-8 0,0-4-85 16,-7-7-26-16,7 4-121 16</inkml:trace>
  <inkml:trace contextRef="#ctx0" brushRef="#br0" timeOffset="-120897.82">25476 15208 224 0,'0'0'84'0,"0"0"-34"0,0 0 25 15,0 0 7 1,0 0-36-16,0 0 6 0,0-12-1 16,0 12-16-16,0 0 10 15,0 0-12-15,0 0-7 16,0-2 9-16,0 2-14 16,0 0 2-16,0 0 1 15,0 0-17-15,0 0 11 16,0 0-14-16,0 0 0 15,0 7 19-15,0 7-15 16,0 2 1-16,0 4 8 16,0 3-5-16,0 3 13 15,5 11-8-15,5 6-6 16,3 13 24-16,-2 11-14 0,0 13 11 16,-1 11 13-16,8 9-19 15,-7-5 0-15,7-5-11 16,-2-19-10-16,3-22 13 15,-4-15-8-15,-4-18 1 16,2-6-3-16,-8-10-4 16,6 0 1-16,12 0-5 15,-2-3 6-15,8-27-3 16,6-14-3-16,-1-2-16 16,5 0 0-16,1-1-11 15,-6 0 9-15,0 1-20 16,-5-7 5-16,-5-2 22 15,-3 1-18-15,-3-5 17 0,-2 3 9 16,-6 6-24-16,4 4 27 16,-4 2-16-16,1 11 1 15,2 4 13-15,-8 8-4 16,0 5 6-16,-5 2 2 16,6 9 3-16,-1 1-1 15,-5 1-4-15,5 3 0 16,-5 0-4-16,0 0 4 15,0 0-16-15,0 0-54 16,0 0-48-16,0 7-70 16,0 19-142-16</inkml:trace>
  <inkml:trace contextRef="#ctx0" brushRef="#br0" timeOffset="-118830.35">26217 16072 185 0,'0'0'52'0,"0"0"6"0,0 0 15 16,0 0-34-16,0 0-19 15,0 0-6-15,0-16-1 16,0 13 7-16,0-4-14 16,0 3 8-16,0-3 19 15,0 2-12-15,0-2 12 16,0 0-6-16,0 0-18 15,0 3 16-15,0 2-18 16,0-1 1-16,0-1 9 16,0 1-11-16,0 3 11 15,0 0-4-15,0 0-4 16,0 0 11-16,0 0-11 0,0-4 6 16,0 4 5-16,0 0-17 15,0-3 5-15,0 3-4 16,0 0 1-16,0-4 5 15,0 4-6-15,0 0-3 16,0 0 0-16,0 0 4 16,0 0-5-16,0 0 0 15,0 14 0-15,0 16 12 16,0 13 2-16,0 10 18 16,0 14 14-16,0-2-27 15,5 1 20-15,1-13-12 16,-6-11-13-16,0-8 12 15,0-15-13-15,0-5-3 0,8-7-1 16,-8-4-3-16,5-3-6 16,-5 0 0-16,0 0 2 15,0 0-8-15,0 0 6 16,0 0-11-16,0 0 8 16,0 0-15-16,0-13 7 15,0-7-8-15,0 1-9 16,0 1 20-16,0-5-24 15,0-3 1-15,0-4 15 16,0 0-12-16,0-8 11 16,0 1 4-16,5 4-15 15,-5-1 10-15,0 4-20 0,0 2 8 16,0 7 29-16,0 1 2 16,0 7-1-16,0 0 0 15,0-1 2-15,0 1 12 16,0-1-14-16,5 2 0 15,6-2 4-15,-3 8-4 16,2-4-3-16,-4 3-2 16,4 3 10-16,8 2-5 15,-7 2 2-15,13 0-1 16,-3 0 14-16,8 0-13 16,0 0 16-16,-1 0-3 15,12 0-15-15,-11 6 20 16,-8 1-18-16,3 0-1 0,-9 2 11 15,4 1-12 1,-3 6 13-16,2 11 13 0,-13-3-8 16,0 8 28-16,1 2-25 15,-6-4-2-15,0 3 12 16,0-6-16-16,0-1 3 16,-21 4-12-16,-27 0-4 15,4-2 21-15,-1-5-23 16,-8-10 3-16,9-8-8 15,-1 1-6-15,5-6 0 16,12 0-12-16,17 0-28 16,6 0 16-16,5-6-6 0,0 1 28 15,0 1 11 1,5 4 1-16,34 0 1 0,6 0 18 16,13 15 8-16,-3 15 32 15,-2 1-12-15,-8 5-13 16,-6-1 7-16,-5-8-33 15,-18-8 13-15,-3-5-3 16,-8-7-16-16,-5-4 18 16,0-3-19-16,0 0 0 15,0 0-2-15,0 0-11 16,0 3-14-16,0 0-12 16,0-3-34-16,11 0-37 15,7 0-109-15,9 0-330 16</inkml:trace>
  <inkml:trace contextRef="#ctx0" brushRef="#br0" timeOffset="-118347.82">26888 16486 435 0,'0'0'66'0,"0"0"0"16,0 0 17-16,0 0 21 16,0 0-53-16,0 0-25 15,89-71 5-15,-49 67-12 16,-1 4 27-16,6 0 5 15,-3 0-17-15,-11 18 16 16,-12 2-19-16,-19 10-7 16,0 0 6-16,0 6-20 15,-45 7 19-15,-23 7-22 16,-11-4-1-16,5-2-5 16,16-11-1-16,19-10 0 15,23-10-6-15,16-3 6 16,0-3-4-16,0 2 2 0,32 5 2 15,26-4 1 1,15-4 0-16,19-2 1 0,8-4 17 16,-2 0-17-16,-14 0-4 15,-16-10-11-15,-10-10-56 16,-13-7-14-16,-11 4-83 16,-11-7-169-16</inkml:trace>
  <inkml:trace contextRef="#ctx0" brushRef="#br0" timeOffset="-118039.27">28061 16086 273 0,'0'0'295'16,"0"0"-260"-16,0 0 32 15,0 0 64-15,0 0-40 16,0 0-55-16,39-3 13 16,11 3 20-16,3 0-25 15,7 0-1-15,-2 0-25 16,-3 0-15-16,-2 0-6 15,-3 0 1-15,2 0-57 0,-7-18-64 16,-5-1-177-16</inkml:trace>
  <inkml:trace contextRef="#ctx0" brushRef="#br0" timeOffset="-117414.81">28865 15383 229 0,'0'0'149'0,"0"0"-112"16,0 0 17-16,0 0 39 15,0 0 0-15,0 0-30 16,16-30 14-16,-10 30-22 16,1 0-3-16,4 0 9 15,-1 14-22-15,4 2-11 16,-4 5 7-16,6 6-20 16,8 3 10-16,-1 12 3 15,-2 11-14-15,3 14 21 16,-3 16-9-16,8 15 7 0,0 8 11 15,-5-4-20-15,2-5 3 16,-3-17 0-16,6-15-16 16,0-17 18-16,-13-18-24 15,8-18 4-15,-14-5-2 16,-4-7-4-16,12 0-3 16,-2 0 7-16,13-25 1 15,5-29-8-15,0-23-9 16,0-5-25-16,6-12 18 15,-1 8-19-15,1 1 9 16,-6 11 1-16,5 10 9 16,-10 6 9-16,0 14 7 0,-8 6 0 15,-10 8 9 1,2 9-8-16,-8 9 8 0,-5 1-4 16,5 8 0-16,-5 3-10 15,6 0-1-15,-6 0-26 16,0 0-62-16,5 0-60 15,3 7-18-15,-3 23-142 16</inkml:trace>
  <inkml:trace contextRef="#ctx0" brushRef="#br0" timeOffset="-116613.82">29965 16049 499 0,'0'0'82'0,"0"0"-76"15,0 0-3-15,0 0 64 16,0 0-23-16,0 0-18 16,-24-49 26-16,24 49-9 15,0 0-8-15,0 0-3 16,0 0-13-16,0 0 9 15,0 0-5-15,0 35-2 16,0 22 37-16,-5 13-22 16,-11 13 18-16,6 0 10 15,-4-2-30-15,9-20-14 0,5-16 0 16,0-18-7-16,0-18 8 16,0-5-21-16,0-4 1 15,0 0 10-15,0 0-11 16,0 0-3-16,0-27-8 15,0-6-19-15,0 2 17 16,0-1-22-16,0-1-8 16,0 1 26-16,0-1-11 15,0 1 17-15,0-2 9 16,0 4-5-16,0 4 1 16,0 3 2-16,0 0 2 15,0 2-5-15,0 1 10 16,0 4-3-16,0-5 0 0,0 5 0 15,5 0-6-15,19-1-1 16,-3 1-8-16,8 5 15 16,-5 4-3-16,5 7 3 15,5 0 0-15,-8 0 3 16,3 0 3-16,-5 11-2 16,-8 12 1-16,-11 3 19 15,-5 1 0-15,0 6 1 16,-16 1 6-16,-47 2-14 15,-6 0 1-15,-4-6-18 16,4-13 0-16,20-11-5 16,9-6-14-16,16 0-10 0,24 0-4 15,0 0 1 1,0 0 28-16,24 6-8 0,26 17 12 16,18 13 9-16,6 7 21 15,-6 4 3-15,-4-7 4 16,-14-7-14-16,-11-6 7 15,-15-11-21-15,-9-6-8 16,-7-10 4-16,-2 4-5 16,-6-4-2-16,0 0-26 15,0-14-54-15,0-20 3 16,0 5-140-16,0-1-136 16</inkml:trace>
  <inkml:trace contextRef="#ctx0" brushRef="#br0" timeOffset="-116162.82">30533 16422 603 0,'0'0'55'0,"0"0"3"16,0 0 73-16,0 0-66 16,0 0-25-16,0 0 17 15,95 7-15-15,-72 13 4 16,-12-1-12-16,-11 11-13 15,0 0 22-15,0 11-27 16,-29-2 9-16,-16-2-7 16,6-4-14-16,10-10-4 15,18-13 0-15,11-7-8 16,0-3 6-16,0 0-30 16,34 0 2-16,16 0 29 15,19 0 1-15,4-9-1 16,1-12-15-16,-6 8-21 0,1 3-15 15,-6-3-55-15,-13-1-105 16,-11-9-171-16</inkml:trace>
  <inkml:trace contextRef="#ctx0" brushRef="#br0" timeOffset="-115879.82">31587 15378 82 0,'0'0'624'0,"0"0"-573"15,0 0-33-15,0 0 40 16,0 0 2-16,0 0-5 15,16 76 5-15,-16-14-17 16,-39 8-36-16,-6 0 5 16,-8-4-12-16,9-7-66 15,-1-13-104-15,-8-9-350 16</inkml:trace>
  <inkml:trace contextRef="#ctx0" brushRef="#br0" timeOffset="-114096.68">25510 17221 264 0,'0'0'140'15,"0"0"-110"-15,0 0 41 0,0 0 44 16,0 0-39-16,0 0-11 16,-63 3-1-16,63-3-30 15,0 0 10-15,0 0 2 16,0 0-20-16,0 0 11 16,0 0-22-16,0 0-4 15,5 0 6-15,19 0-16 16,4 0 18-16,4 0-13 15,10 0 0-15,3-3 1 16,0 3-7-16,4-7 0 16,4 0 2-16,2 3 5 15,-2 1-6-15,10 3-1 0,-8 0 2 16,3 0-4-16,-8 0 2 16,8 0 0-16,-8 0-2 15,0 0 5-15,2 0-3 16,-2 0 0-16,8 0 2 15,-2-3-3-15,12 3 1 16,-5 0 0-16,0 0-3 16,16 0 5-16,-5 0-2 15,5-3 0-15,-1 0 4 16,-4-1-8-16,-6-3 4 16,1 4 0-16,-6-1-3 15,-8 4 5-15,3 0-2 16,-8 0 0-16,8 0 0 0,-13 0 0 15,12-2 0 1,-1-2 0-16,2-2 2 0,2 2 4 16,3 4-6-16,-5 0 0 15,2 0 3-15,-2 0-5 16,-8 0 2-16,8 0 0 16,-8 0-7-16,8 0 10 15,5 0-3-15,-8 0 0 16,3 7 6-16,3-4-5 15,-3 1-1-15,5-2 0 16,2 5-3-16,-1 0 6 16,4 0-3-16,0-4 0 15,1-3 2-15,4 0-4 16,-4 0 2-16,4 0 0 0,-4 0-2 16,-4 0 5-16,9 0-3 15,8 0 0-15,-3 0 3 16,-6 0-5-16,6 0 2 15,-5 0 0-15,-1 0-4 16,-4 0 6-16,-1 0-2 16,0 0 0-16,-7 0 3 15,2 0-2-15,0 0-1 16,-8 0 0-16,3 0-6 16,-8 0 8-16,8 0-2 15,-3 3 0-15,-2 4 2 0,-14 0-7 16,1-7 5-1,-11 0 0-15,0 3-2 0,-8-3 4 16,2 0-2-16,-2 0 0 16,-2 0 4-16,-3 7-2 15,2-7-2-15,-7 0 0 16,-6 3-4-16,8-3 2 16,-8 3 2-16,0 0 0 15,-5-3 3-15,0 0 3 16,0 0-3-16,0 0 5 15,0 0 12-15,0 0-20 16,0 0 12-16,0 0-7 0,0 0 0 16,0 0-9-1,0 0 4-15,0 0-25 0,0 0-12 16,-10 0-46-16,-37 0-50 16,-32 0-110-16</inkml:trace>
  <inkml:trace contextRef="#ctx0" brushRef="#br0" timeOffset="-113280.69">26835 17708 226 0,'0'0'140'0,"0"0"-93"16,0 0 9-16,0 0 35 15,0 0-14-15,0 0-15 16,45-30-13-16,-32 30-9 16,-2 0 8-16,-6 0-13 15,0 0 9-15,14 0-2 0,-4 22-8 16,14 14 10-16,5 21-9 15,1 19-12-15,-1 20 17 16,-5 7-9 0,5 0 0-16,-13-11 4 0,-3-18-25 15,3-16 9-15,-7-29 4 16,7-15-18-16,2-14 4 16,6 0-9-16,5-14 0 15,11-32 3-15,0-10-3 16,-1-4-19-16,-9-8-8 15,4 1-9-15,-10 8 12 16,5-7-5-16,-5-1 1 16,0 8 27-16,3 2 1 15,-3 10 0-15,-6 5 9 0,-7 8-9 16,2 15 17-16,-7-3-11 16,-6 15-3-16,-5 7 12 15,0 0-15-15,0 0-3 16,0 0-8-16,5 0-38 15,3 0-56-15,-2 0-98 16,-6 14-96-16,0 15-200 16</inkml:trace>
  <inkml:trace contextRef="#ctx0" brushRef="#br0" timeOffset="-112381.77">27771 18209 233 0,'0'0'81'0,"0"0"-40"15,0 0 27-15,0 0-6 16,0 0-25-16,0 0 11 15,-23-45-1-15,23 45 5 16,0 0 11-16,0 0-27 16,0 0-2-16,0 0 4 0,0 0-16 15,0 7 0 1,0 31 4-16,0 15 11 0,0 7 26 16,0 13-21-16,0-7 5 15,0 1-8-15,0-21-21 16,0-13 15-16,0-16-17 15,0-7-11-15,0-10 14 16,0 0-17-16,0 0 2 16,0 0-4-16,0-7-18 15,0-23 8-15,0-3-31 16,0-3-12-16,0-1 27 16,5-3-24-16,3 7-6 15,-3 0 41-15,-5 6-35 0,0-2 37 16,5-1 9-1,1 0-4-15,-1 1 1 0,5 5 6 16,-2 2 1-16,3-4 0 16,-1-1-2-16,4 8 1 15,1-2-5-15,9 1 4 16,-3 7-4-16,3-7 6 16,5 4 0-16,-8 2 0 15,8 5 5-15,0 5-5 16,5 1 1-16,-5 3 0 15,-3 0 18-15,-2 0-17 16,-1 0 13-16,-2 16 25 16,-2 14-7-16,-3 7 10 15,-11 4-12-15,-5 4-11 0,0 0 25 16,0 1-24-16,-40-1 5 16,-15 6 3-16,-8-14-24 15,-5-6 5-15,4-3-10 16,9-17-13-16,11-8 3 15,9-3-34-15,22 0 5 16,13 0 15-16,0 0 2 16,5 0 22-16,43 0 15 15,2 0-12-15,13 27 48 16,16 9-16-16,-6 4-2 16,-4-4 7-16,-19-6-27 15,-11-6 9-15,-15-12-13 16,-14-8-3-16,-4-4-2 0,-6 0-4 15,0 0-11 1,0 0-18-16,0-16-51 0,0-18-9 16,-11 1-116-16,6-1-169 15</inkml:trace>
  <inkml:trace contextRef="#ctx0" brushRef="#br0" timeOffset="-111954.65">28492 18477 519 0,'0'0'163'0,"0"0"-146"16,0 0 32-16,0 0 53 15,0 0-68-15,0 0-10 16,187-23 25-16,-143 23 4 16,6 0-22-16,-10 7 22 15,-11 9-24-15,-6 11 9 16,-23 3 10-16,0 3-25 16,0 11-1-16,-44-1-19 15,-14-3 5-15,-5-8-9 16,13-9 1-16,16-9-3 15,18-4-2-15,16-10 4 0,0 0 0 16,0 0-3-16,5 0-14 16,40 0 18-16,13 0 10 15,15 0-1-15,1-13-9 16,5 2-1-16,-5-5-16 16,-19 9-27-16,-16 1-47 15,-20 0-74-15,-14-1-260 16</inkml:trace>
  <inkml:trace contextRef="#ctx0" brushRef="#br0" timeOffset="-111115.66">31004 17141 422 0,'0'0'90'0,"0"0"9"0,0 0-11 15,0 0-22-15,0 0-25 16,0 0-9-16,-24 23 0 16,24 0-12-16,0 0 19 15,39 11 7-15,6 12-11 16,13 14 19-16,10-7-17 16,-7 7 1-16,7-11-3 15,-10-4-20-15,-13-15 6 16,-11-9 0-16,-10-11-20 15,-14-5 17-15,-5-5-18 16,-5 0-2-16,0 0-1 0,0 0-40 16,-5-6-16-1,-24-23-50-15,0-1-66 0,13 0-107 16,-2 6-121-16</inkml:trace>
  <inkml:trace contextRef="#ctx0" brushRef="#br0" timeOffset="-110781.82">31490 17108 350 0,'0'0'230'0,"0"0"-181"16,0 0 15-16,0 0 18 0,0 0-46 15,0 0-20 1,-92 6 21-16,53 32-22 0,-17 7-2 16,-7 8-7-16,0 4-4 15,-3-1 13-15,9 0 2 16,12-5-4-16,5-9-2 16,11-14-8-16,11-11 0 15,8-10-3-15,10-6-5 16,0-1-4-16,0 0-34 15,0 0-8-15,0-19-6 16,10-11-171-16,14 3-148 16</inkml:trace>
  <inkml:trace contextRef="#ctx0" brushRef="#br0" timeOffset="-110194.57">31893 16935 201 0,'0'0'98'16,"0"0"-25"-16,0 0 17 15,0 0 18-15,0 0-40 16,0 0-16-16,-6-5 5 15,6 5-17-15,0 0 9 16,0 0-4-16,0 0-15 0,0 0 5 16,0 0-12-1,0 0-7-15,0 18 15 0,0 14-20 16,0 7 5-16,0 20 19 16,0 13-23-16,6 5 20 15,-1 0 3-15,0-8-10 16,8-13 9-16,-2-11-20 15,-1-15-3-15,-5-11 1 16,-5-8-9-16,8-5 0 16,-8-6-3-16,0 0-1 15,0 0-7-15,0 0-15 16,0 0-9-16,0-12-15 16,0-4-15-16,0-3 15 15,0 0-45-15,0-6-50 16,0-8-131-16,0-3-105 0</inkml:trace>
  <inkml:trace contextRef="#ctx0" brushRef="#br0" timeOffset="-109663.21">32227 16943 228 0,'0'0'221'16,"0"0"-183"-16,0 0 14 16,0 0 15-16,0 0 1 0,0 0-21 15,0-1-5 1,0 1 5-16,-6 0-11 0,1 0 18 16,0 6-1-16,-8 5-25 15,7 14 17-15,-4-1-25 16,5 7 3-16,-1 11 10 15,1 11-17-15,-3 13 17 16,8 8 19-16,0 2-16 16,0-7 8-16,0-9-27 15,0-13 4-15,13-15 8 16,14-11-28-16,7-12 12 16,-5-9-12-16,10 0 7 15,1-1 3-15,-6-33-11 16,5-14-22-16,-5-5-1 15,-10-7-32-15,-8-5 8 0,-16-6-39 16,0 2 2-16,0 4 57 16,-5 14 2-16,-35 6 25 15,1 8 15-15,-6 14-7 16,6 7 10-16,4 8-2 16,6-4-15-16,1 9 16 15,6 3-17-15,9 0-7 16,3 0-7-16,5 0-53 15,5 0-54-15,0 0-124 16,0 0-147-16</inkml:trace>
  <inkml:trace contextRef="#ctx0" brushRef="#br0" timeOffset="-109112.77">32618 16935 257 0,'0'0'118'0,"0"0"-71"16,0 0 20-16,0 0 3 16,0 0 15-16,0 0-7 15,0 0-23-15,0 0 7 16,0 0-8-16,0 0 9 0,0 1-22 15,0 11-11 1,0-5 11-16,0 3-20 0,0 9-5 16,0 0 10-16,0 11-22 15,0 11 15-15,-5 7 11 16,0 17-5-16,5 4 31 16,0 2-26-16,0-8-3 15,0-13 12-15,0-15-30 16,16-11 10-16,7-11-15 15,11-13 1-15,-7 0 6 16,15 0-3-16,3-19-8 16,-6-22-4-16,-5-8-36 0,0-11 9 15,-23-3-12 1,-6-3-22-16,-5 2 3 0,0 5 13 16,-10 7 43-16,-35 14 2 15,-2 3 8-15,2 12-2 16,-5 10-2-16,5 3 7 15,3 8-4-15,3 2-3 16,5 0-4-16,7 0 2 16,4 0-20-16,12 0-32 15,11 0-80-15,0 0-41 16,0 0-70-16,5-17-164 16</inkml:trace>
  <inkml:trace contextRef="#ctx0" brushRef="#br0" timeOffset="-108579.89">33473 16598 426 0,'0'0'79'0,"0"0"-8"0,0 0 33 16,0 0-42-16,0 0-8 15,0 0 0-15,-31-3-23 16,12 3 25-16,-5 0-4 15,-2 13-7-15,2 17 5 16,9 7 2-16,2-1 14 16,7 0-2-16,6-9-29 15,0-13-5-15,0-9-28 16,0-5 0-16,29 0-2 16,11-16-1-16,-1-21-22 15,-5 2-23-15,-18-6-36 16,-16 8 21-16,0 10-5 0,0 10-10 15,-21 10 69-15,-24 3 7 16,6 0 54-16,-3 0-22 16,8 12 2-16,7 9 12 15,4-8-33-15,12-3-13 16,6-3 0-16,5-5-34 16,0-2-60-16,0 4-58 15,0-1-121-15,26 1-217 16</inkml:trace>
  <inkml:trace contextRef="#ctx0" brushRef="#br0" timeOffset="-108180.99">33825 16871 443 0,'0'0'62'0,"0"0"-61"16,0 0 41-16,0 0 25 16,0 0 4-16,0 0-13 15,0 42-2-15,0-31 10 16,0 7-14-16,0 5-10 16,-5 0-12-16,-18 8-10 15,-4 17 12-15,-20 7-15 0,-3 20-4 16,-18 14 14-1,-17 12-15-15,-1 1 15 0,1 3 0 16,1-14-22-16,16-16 18 16,10-19-22-16,24-23 1 15,8-13 6-15,12-13-5 16,9-7-6-16,5 0 2 16,0 0-49-16,0-10 9 15,0-17-28-15,0-6-68 16,0 1-92-16,19 7-7 15,-4 6-166-15</inkml:trace>
  <inkml:trace contextRef="#ctx0" brushRef="#br0" timeOffset="-107815.66">33497 17581 531 0,'0'0'108'16,"0"0"-55"-16,0 0 39 15,0 0-7-15,0 0-28 16,0 0 10-16,0 21 0 16,0 24-10-16,-6 4 25 15,-12 11-27-15,13-3-11 16,0-15 4-16,5-15-22 16,0-13-2-16,0-11-20 15,5-3 0-15,29 0 10 16,19-30-14-16,-3-16-22 0,7-11-13 15,-12 4-43 1,-16 17 14-16,-13 7-2 0,-16 28 47 16,0 1 19-16,0 0 16 15,-40 0 39-15,6 1 33 16,0 17-52-16,0-7-2 16,13-5-34-16,-3-6-21 15,8 0-1-15,-2-6-89 16,7-23-52-16,-7 13-297 15</inkml:trace>
  <inkml:trace contextRef="#ctx0" brushRef="#br1" timeOffset="-100165.83">19834 14795 72 0,'0'0'142'0,"0"0"-100"0,0 0 21 16,0 0-5-16,0 0-19 15,0 0-10-15,0-4 8 16,0 4-4-16,0 0-6 16,0 0 19-16,0 0-12 15,0 0 2-15,0-3-4 16,0 3-4-16,0 0 2 15,0 0-29-15,0 0 5 16,0 0-9-16,0 0 3 16,0 0 0-16,0 0 2 15,0 0 4-15,0 0-1 16,0 0-5-16,0 0 4 0,0 0 5 16,0 0-6-16,0 0 3 15,0 10 5-15,0 3-8 16,0 1 4-16,0 2-7 15,0-2 2-15,0 2-1 16,6 1-1-16,-6-4 0 16,5 7 3-16,0-3 1 15,0 6 3-15,3 2-7 16,-2-1 3-16,-1 5 9 16,0-5-10-16,-5 1 0 15,5 0 2-15,1 3 1 16,-6-3-4-16,0 3 4 15,0-5-4-15,0 1 13 0,8 0-11 16,-8-1 3-16,0 7 12 16,0 0-16-16,0 2 11 15,5 1-13-15,0 1 3 16,-5-1 3-16,5 1-6 16,-5-8 0-16,6 4 2 15,-1-1 2-15,0 3-4 16,3-1 0-16,2 5 0 15,-4 1 1-15,4 9 0 16,-2-4-1-16,3 4 2 16,-6-2 2-16,0-5-4 15,0 5 0-15,-5-1 1 0,0-3-2 16,0-1 3-16,0-2-2 16,0 0 5-16,0-5-1 15,0 4-2-15,0-12-2 16,0 6 1-16,0-1 4 15,0-5-4-15,0 5 1 16,0-3 4-16,0 4-2 16,0-3-4-16,0 3 0 15,0 3 3-15,0 3 2 16,0 4-5-16,0 3 0 16,0 7 3-16,6-7 1 15,-6 0-4-15,0-3 0 16,0-3 1-16,0 2-2 0,0 3 6 15,0-2-5 1,0 2 3-16,0-5 4 0,0 0-7 16,0-1 2-16,0 4 2 15,0 0 9-15,0 3-6 16,0-4-2-16,0 2 3 16,0-11-4-16,0 3 0 15,0-6-4-15,0 3 3 16,0-11-2-16,0 4 0 15,0 5-1-15,0-4 0 16,0-1 4-16,0 1-4 16,0 6 0-16,0 6 2 0,0-10 5 15,0 4-7 1,0 3 0-16,0-3 2 0,0-7 2 16,0 1-4-16,0-5 0 15,0-2 1-15,0-4-1 16,0 7 0-16,0 3 0 15,0-6 6-15,0 10-1 16,0-1-1-16,0 4-4 16,0-3 5-16,0-1-2 15,0-3-3-15,0 0 0 16,0-9-2-16,0 2 4 16,0-5-2-16,0 0 0 15,0 1 3-15,0 0-4 0,0 2 1 16,0 8 0-1,0-6-1-15,0 4 6 0,0-2-5 16,0 0 0-16,0-1 4 16,0-4-4-16,0-3 0 15,0-1 0-15,8-1-2 16,-8-1 3-16,5 6-1 16,0-7 0-16,0 5 4 15,-5 1-2-15,6 2-2 16,-6-1 0-16,0 1-4 15,0-2 9-15,0 2-5 16,0-1 0-16,0 4 3 16,0-7-3-16,0 7 0 15,0-5 0-15,0 6-2 0,0 1 6 16,0-3-4-16,0 5 0 16,0-1 3-16,0-7-4 15,0 4 1-15,0-1 0 16,-6 4-4-16,6-3 9 15,-5 6-5-15,0-4 0 16,0 5 2-16,-3-4-3 16,2 3 1-16,1-7 0 15,5 5-3-15,-5-5 7 16,0 6-4-16,-1-9 0 16,1 4 4-16,5-9-5 15,0 3 1-15,0 1 0 16,-8-1-4-16,8 0 9 0,0 2-5 15,0-11 0 1,0 6 1-16,0-1-5 0,0-1 4 16,0 1 0-16,0 3-2 15,0-7 4-15,0 4-2 16,0 2 0-16,0-9 4 16,0 0-8-16,0 7 4 15,0-7 0-15,0 0-2 16,0 0 8-16,0 0-6 15,0 0 0-15,0 0 1 16,0 0-2-16,0 0 1 16,0 0 0-16,0 0-6 0,0 0 8 15,0 0-2 1,0 0 3-16,0 0 0 0,0 0 16 16,0 0-19-16,0 0-9 15,0 0-8-15,8-7-19 16,-3-9-13-16,6 3-41 15,-6-4-108-15,-5 10-489 16</inkml:trace>
  <inkml:trace contextRef="#ctx0" brushRef="#br1" timeOffset="212914.08">8184 4494 192 0,'0'0'121'0,"0"0"-62"15,0 0 16-15,0 0 10 16,0 0-27-16,0 0-17 16,0 0 0-16,0 0-9 15,16-8 8-15,-11 8-12 16,3 0 4-16,-8 0-3 0,0 0-12 15,0 0 3-15,0 0 7 16,0 0-7-16,0 0 2 16,0 0-12-16,0 0 2 15,0 0-1-15,0 0-6 16,0 3 2-16,0-3-6 16,0 3 0-16,0-3-2 15,0 7-2-15,0 3 3 16,-8 10 2-16,-8 7 0 15,-2-1 1-15,2 4-2 16,0 0 1-16,3 0-1 0,3 2 0 16,-9 5-1-1,14 4 4-15,0-2 3 0,5 7 6 16,0 1 9-16,0-2-9 16,0-2 7-16,0-7-3 15,5-6 0-15,19-7 5 16,10 0-7-16,5-9-1 15,11-4-4-15,8-4-7 16,-3-6 12-16,3 0-2 16,-8 0-10-16,3 0 7 15,-14-3-10-15,-5-17-3 16,-13-3-6-16,-2 0-2 16,-14-4 8-16,-5-2-19 15,0-1 9-15,0 1 10 0,-16 5 2 16,-18-5-4-16,-13 4 5 15,2 1-4-15,-10-3 4 16,-14 8-6-16,1-6-7 16,-6 9 1-16,6-3-11 15,10 1 18-15,8 2 5 16,16 0 0-16,0 2 0 16,13-2 1-16,-3 2-2 15,0-5 0-15,9-4-5 16,4-1-7-16,11-2 9 15,0 2 6-15,0 4-4 16,0-3-3-16,11 4 1 16,23-3 3-16,0-2 1 15,11 1 0-15,-1 2 0 16,1-1-11-16,-3 5 6 0,-16 9-8 16,-7 2-1-16,-9 6 8 15,1 0 4-15,-11 0 2 16,8 0 4-16,-3 8 0 15,0 22 9-15,6 18 2 16,-11 9-4-16,5 5-8 16,-5 5-2-16,0-4 0 15,0-6-1-15,0-11-2 16,0-4-3-16,-5-12-21 16,-6-10-37-16,1-17-59 15,2-3-140-15</inkml:trace>
  <inkml:trace contextRef="#ctx0" brushRef="#br1" timeOffset="213981.37">8831 4609 319 0,'0'0'83'0,"0"0"-33"16,0 0 70-16,0 0-18 16,0 0-55-16,0 0-1 0,163-64-2 15,-129 58 0-15,-5 3-7 16,0 0-18-16,-3 3 8 16,-2 0-1-16,-8 0 1 15,2 0-2-15,-2 0-14 16,2 0 4-16,3 9 1 15,-2 5-9-15,-9 2 3 16,3 1-5-16,-2-4 3 16,-1 1 1-16,-4 2-7 15,-1 1-2-15,-5-1 1 16,0 7-1-16,0 4 0 16,0 3 1-16,0 3 3 15,0 5-2-15,-21 0-2 16,-3 2 6-16,3-4-2 0,-8 1-2 15,0-1-4-15,-10-1 2 16,10-5 0-16,-10 0 1 16,10-3-1-16,2-4 0 15,-15-4-3-15,16 2 7 16,-3-12-4-16,5-5 0 16,9-4-24-16,9 0 12 15,-7 0-2-15,8-7-20 16,5-26-22-16,0-3-25 15,0-3 30-15,18 10-11 16,16 5 35-16,-7 11 27 16,-4 12 2-16,1 1 1 15,-8 0 18-15,8 0 19 0,-3 12 6 16,13 14 19-16,5 8 17 16,-5 3 7-16,1-7-31 15,-1 0-20-15,-5-10-11 16,0-4-24-16,-8-9-3 15,8-4-2-15,-6-3-26 16,-7 0-96-16,-11-16-101 16,-5-14-355-16</inkml:trace>
  <inkml:trace contextRef="#ctx0" brushRef="#br1" timeOffset="-208283.27">10751 4513 296 0,'0'0'79'0,"0"0"-33"0,0 0 18 16,0 0 10-16,0 0-34 16,0 0-15-16,0 0-3 15,23-40-4-15,-12 29-3 16,-6 5 1-16,8-4-3 15,-2 3-4-15,-1-4-1 16,3 3 3-16,3-1 2 16,-5 1-6-16,2-4 6 15,-3 11 7-15,9-8-7 16,-9 7-1-16,1-2-2 16,-1 4 0-16,4 0 3 15,-4 0-13-15,1 0 1 0,7 0 2 16,-7 0-1-16,7 0-2 15,-8 4 1-15,6 8 1 16,-3 6 14-16,-2-1-14 16,-1 3-1-16,4 3 3 15,-9-3-4-15,-5 4 3 16,0 2 3-16,0 1 2 16,0 2-2-16,0 4 2 15,0 4-5-15,-24 0 9 16,-5 2-11-16,-5 2 4 15,2-2-4-15,-10 5 0 16,-2-3 3-16,-6 1-4 16,-8 5 0-16,-3 0 0 15,-2-9 0-15,5-4-4 16,8-10 0-16,6-14-14 0,20-7-13 16,0-3 13-16,19 0-9 15,5-35 4-15,0-3-29 16,5 2-12-16,43 2 64 15,-4 9 0-15,-4 16 16 16,-1 7 11-16,6 2 14 16,2 0 17-16,3 18-7 15,-5 17 20-15,-5 1 21 16,-6-6-46-16,-5-7-4 16,0-2-14-16,-14-8-12 15,-2 0-9-15,-7-7-7 16,-6-2 0-16,0-4-16 0,0 0-66 15,0 0-106-15,0-16-151 16</inkml:trace>
  <inkml:trace contextRef="#ctx0" brushRef="#br1" timeOffset="-207879.4">11353 4867 277 0,'0'0'130'0,"0"0"-83"16,0 0 40-16,0 0 6 16,0 0-39-16,0 0-10 15,16 0-8-15,-16 10 17 16,0 4-24-16,0 9-4 16,5 11 31-16,3 13-38 15,-3 13 22-15,-5 10-3 0,0-4-18 16,0-3-4-1,0-10-10-15,5-13-5 0,-5-13 1 16,6-11-1-16,-6-13-7 16,5-3-55-16,-5-3-60 15,0-33-139-15</inkml:trace>
  <inkml:trace contextRef="#ctx0" brushRef="#br1" timeOffset="-207262.94">11863 4381 187 0,'0'0'229'0,"0"0"-156"16,0 0 44-16,0 0-17 16,0 0-53-16,0 0-13 0,0 5-2 15,0-1-6 1,0-4-15-16,-5 7 7 0,-8 1 4 15,-3 10-9-15,-8 5 6 16,9 7 9-16,-4 3-2 16,9 3 4-16,-1 1-3 15,6 0-16-15,5-5 12 16,0-2-8-16,0 0-9 16,0 0-4-16,21 0 4 15,13 0 8-15,11-3-14 16,7-4 3-16,-2 3 1 15,3-3-2-15,-14 0 2 16,-4-4-4-16,-14-2 1 16,-3-2 3-16,-13 0-3 15,-5-1 2-15,0 3-3 0,0 1 0 16,0 5 0-16,-23 0-1 16,-17 1 4-16,-10-1 2 15,-2-3-5-15,-4 0-5 16,-2-6-4-16,3-8-13 15,3-3-20-15,7-3-30 16,16 0-35-16,13-3-29 16,3-27-137-16,13-3-195 15</inkml:trace>
  <inkml:trace contextRef="#ctx0" brushRef="#br1" timeOffset="-206979.52">11671 4428 134 0,'0'0'378'0,"0"0"-239"16,0 0-7-16,0 0-44 15,0 0-21-15,0 0-7 16,187 15 6-16,-119-5-24 16,11-1-16-16,-5-7-3 0,-1-2-23 15,-9 0-2-15,-14 0-51 16,-16 0-114-16,-34-14-220 16</inkml:trace>
  <inkml:trace contextRef="#ctx0" brushRef="#br1" timeOffset="-198581.56">13846 4492 250 0,'0'0'63'0,"0"0"3"15,0 0 2-15,0 0-36 16,0 0-18-16,0 0-2 16,0 0 10-16,0-3 0 15,0 0 1-15,0 3 5 0,0-3-4 16,0 3-4-16,0 0 2 15,0 0-4-15,0 0-7 16,0 0 0-16,0 0-5 16,0 0 0-16,0 0 3 15,0 0 5-15,0 0-2 16,0 0-5-16,0 0-2 16,0 0 3-16,0 0-3 15,0 0-5-15,-5 0 0 16,0 0 1-16,-6 0 1 15,-2 0-2-15,8 0 0 16,-6 9 0-16,1 5 2 16,-4-1 0-16,-1 1-2 0,9 2 1 15,-7-2 0 1,8-2-1-16,0 5-3 0,-1-4 2 16,1 1 2-16,0-1-1 15,-3-3 1-15,8 6 5 16,0-2-3-16,0 2-1 15,0 0 3-15,-5 9 4 16,5-9-7-16,0 0 2 16,0 1 1-16,0-1-1 15,0-2 4-15,0 2-5 16,0 0 1-16,0-2 2 16,0-1-2-16,0 4 5 15,0-2 0-15,0-2 1 16,0-2 0-16,0 3-7 0,0-3 0 15,0 0 6-15,5 2-5 16,8 4 2-16,3-4 3 16,-3-2-1-16,3 3 5 15,0-3-3-15,2-1 3 16,6-1 6-16,-8 2-2 16,7-4-3-16,-2-2-1 15,-2-1-7-15,2 3 1 16,-3-7-5-16,3 0 0 15,-8 0 8-15,3 0-6 16,-3 0 3-16,3 0 2 16,2 0 4-16,-2 0-6 15,0 0-2-15,-3 0-4 0,-2-5 3 16,7-3-3-16,-7-2-1 16,-1-1 0-16,1 2 2 15,-3 3 0-15,2-3-2 16,-5 1 0-16,1-4 2 15,7 1-1-15,-8-9-2 16,0-2 1-16,0 4-1 16,1-3 0-16,-6 0-4 15,0 5 3-15,0-3 0 16,0 1-4-16,0-1 3 16,0-1-1-16,0 3 3 15,0-3 0-15,0 4 1 0,-6-1-5 16,-4-3 3-16,-3 4-8 15,2-1-1-15,6 4 10 16,-5-1-5-16,2 2 6 16,-3-2-12-16,1-2-3 15,-1-2 12-15,-2 6-10 16,-3-2 2-16,3 1 8 16,2 3 2-16,-4 0 0 15,2 4 0-15,2-1 1 16,-13 3 0-16,9-3-8 15,-4 1 6-15,3 0-13 16,1 2 15-16,1-1 0 16,-1 3 0-16,2-4 0 15,-3 3 0-15,5 0-1 16,-7-1-4-16,7 1 1 0,1 3 4 16,10-4 5-16,-8 4-4 15,3 0 0-15,5 0 3 16,-11 0-1-16,1 0-1 15,-4 0-2-15,-1 0 1 16,4 0-3-16,-2 0 1 16,2 0-6-16,6 0 4 15,0 4-4-15,5-1 6 16,0-3-3-16,0 4-12 16,0-1-7-16,0-3-31 15,0 0-71-15,10 0-133 16</inkml:trace>
  <inkml:trace contextRef="#ctx0" brushRef="#br1" timeOffset="-197664.21">14974 4077 254 0,'0'0'57'15,"0"0"-9"-15,0 0 15 16,0 0-31-16,0 0-5 16,0 0 14-16,-21 2-2 15,16-2 6-15,-3 0-5 16,-8 0-16-16,6 3-6 15,-9 1-16-15,9-1 1 16,-9 4 0-16,-2 3-3 16,3-4 5-16,2 5-3 0,-2-1-1 15,2-1 7-15,-2 5 3 16,7-8 3-16,1 1-3 16,4 3 9-16,6 0 15 15,0 3-1-15,0 3-14 16,0 5-13-16,0 2 8 15,0-1 13-15,11-5-10 16,5-3-11-16,7-3 6 16,-4-7-4-16,2-4-7 15,-3 0-1-15,3 0 2 16,3 0-2-16,-3-10-2 16,-3-12-3-16,-2-4-34 15,3 1 6-15,-9 2-21 16,-5-2 11-16,3 12 11 0,-8 3 27 15,0 3-4-15,0 0 8 16,0 5 5-16,0-2-5 16,-13-3 0-16,-8 0-9 15,3 0-3-15,7 2-2 16,-7-2 2-16,12 7 12 16,6 0 3-16,0 0 2 15,0 0-2-15,0 0 3 16,0 0-6-16,0 0-2 15,0 0-35-15,0 7-113 16,0-4-95-16</inkml:trace>
  <inkml:trace contextRef="#ctx0" brushRef="#br1" timeOffset="-197081.67">15469 4096 106 0,'0'0'199'0,"0"0"-104"0,0 0 4 15,0 0 1-15,0 0-34 16,0 0-22-16,0 13 0 16,0-10-10-16,0 1-9 15,0-1-3-15,0 4-17 16,0 2 1-16,-6 2 12 16,-12 5-8-16,-3 5 1 15,-8 9-9-15,-5 4 1 16,0 11-1-16,-6 6 0 15,6 3-3-15,0 2 1 16,0-6 0-16,0-4 4 16,-6 0-4-16,11 1 0 0,-10 6-3 15,5 4 4-15,-1 3-1 16,-4-2 0-16,-6 9-2 16,6 4 2-16,-1-7-2 15,-4-8-2-15,9-13-3 16,1-6 3-16,5-14 4 15,11-4 0-15,7-8-3 16,11-8 2-16,0-3-14 16,0 0-11-16,0 0 4 15,6-10 10-15,28-13 12 16,-5 3 6-16,5-3-6 16,0 6-14-16,0 4-43 15,0-4-47-15,-5 4-122 16</inkml:trace>
  <inkml:trace contextRef="#ctx0" brushRef="#br1" timeOffset="-196308.34">15361 4995 160 0,'0'0'78'15,"0"0"-21"-15,0 0 19 16,0 0-21-16,0 0-8 16,0 0-1-16,29-21 7 15,-29 21-11-15,0 0 6 16,0 0 1-16,0 0-12 16,0 0-2-16,0 0-6 15,0 0-6-15,0 0-1 0,0 0-5 16,0 0-2-16,0 0-13 15,0 0-2-15,0 0 0 16,0 0 9-16,0 0-8 16,0 0-1-16,0 0 2 15,0 4 1-15,-5 1 0 16,-3 2-2-16,-3 0 5 16,6-1 3-16,0 4-3 15,-1-3 2-15,6 4 0 16,0 3-5-16,0-2 7 15,0 3 2-15,0-1 9 16,0 5 3-16,11-8-13 16,5 1 2-16,-3-9-2 0,3-3-9 15,2 0 2-15,-2 0 2 16,2 0 4-16,-2 0-2 16,2 0 0-16,-2-20-8 15,-11-5-14-15,1 0-5 16,-6-3-12-16,5 7-8 15,-5-1-2-15,0 14 26 16,0 4 6-16,0 4 9 16,0 0 6-16,-16 0-3 15,0 0 14-15,-13 0-13 16,6 0 0-16,-1 0-4 16,3 0-8-16,-8 0-1 15,6 0-10-15,-9 0-57 16,-2 11-37-16,-6 2-117 0,6 4-271 15</inkml:trace>
  <inkml:trace contextRef="#ctx0" brushRef="#br1" timeOffset="-174317.33">7997 6062 381 0,'0'0'59'15,"0"0"1"-15,0 0 14 16,0 0-2-16,0 0-37 16,0 0-15-16,0 0-12 15,0 0-3-15,-18 6 5 0,18-6-9 16,0 0 0-16,-5 0 4 16,5 0-3-16,-6 0 7 15,6 4 4-15,0-4-3 16,0 0 10-16,-5 0-9 15,5 0-1-15,0 0 1 16,0 0-10-16,0 0 3 16,0 0 0-16,0 0-3 15,0 0 6-15,0 0-7 16,0 0 0-16,0 0 0 0,0 0 0 16,0 0 0-1,0 0-3-15,0 0 3 0,0 10 4 16,0 6-2-16,0 7-1 15,0 12 22-15,0 1-13 16,0-1-3-16,0 7-3 16,0-4 3-16,0 1 7 15,0-6-8-15,0-10 2 16,0-3-3-16,0-7-2 16,0-3 0-16,0-7-3 15,0-3 2-15,0 0-5 16,0 0 3-16,0 0 0 15,0 0 0-15,0 0 0 16,0 0-9-16,0 0 0 16,0 0-1-16,0 0 9 0,0-6-9 15,0-4 0-15,0-4 0 16,0-2-3-16,11-4 0 16,12 3 0-16,-7 1-6 15,8 2 4-15,-14 3 12 16,9 3 3-16,-4-1 5 15,1 3-4-15,3 4 7 16,-4-3-6-16,-2 4-1 16,-2 1 6-16,-6 0-4 15,0 0 3-15,9 0-3 16,-4 0-2-16,1 0 5 16,7 0-4-16,-2 8-1 15,2 7 9-15,-2 0-2 16,2 0 1-16,-7-2 3 0,0-3-10 15,2 0 3-15,-8 1-1 16,-5 1-3-16,10 4 6 16,-10 5-4-16,0-1 1 15,0-1 5-15,0 4-6 16,0-2 3-16,0 2 0 16,0 3-3-16,-10-2 8 15,-14-5-10-15,-5 1 0 16,-5 0 1-16,-11-3-2 15,1-1-5-15,-9-2-24 0,8-2 15 16,-5-8 1 0,11-1-3-16,10 1-6 15,5-4 1-15,14 0 18 0,5 0 3 16,-1 0 0-16,6 0-4 16,0 0-6-16,0 0-33 15,0 0-48-15,0 0-71 16,0-10-102-16</inkml:trace>
  <inkml:trace contextRef="#ctx0" brushRef="#br1" timeOffset="-173876.18">7895 6121 249 0,'0'0'85'0,"0"0"-53"0,0 0 22 16,0 0 11-16,0 0-19 15,0 0 3-15,123-65 12 16,-75 65 9-16,2 0-4 16,-1 0-32-16,4 3 16 15,-3 10-23-15,3-6-6 16,-14 0-8-16,1-3-6 15,-14-4-3-15,-2 0-4 16,-14 0-1-16,3 0-12 16,-2 0-67-16,-11-11-6 15,0-3-142-15,0 5-187 16</inkml:trace>
  <inkml:trace contextRef="#ctx0" brushRef="#br1" timeOffset="-173066.31">8852 6003 282 0,'0'0'70'16,"0"0"-30"-16,0 0 28 15,0 0 11-15,0 0-42 16,0 0-5-16,-11 0 6 15,11 0 0-15,-5 0-8 16,-8 0-11-16,2 3 5 16,-12 6-9-16,2 5-9 15,-3-1 2-15,3 4 0 16,-8 6 6-16,5-3-5 16,-4 5-4-16,6-1 10 15,-1-2-2-15,7 0-1 0,-2 1 12 16,7 0-14-16,-7 7-1 15,7 0-2-15,1 0-6 16,10 4 13-16,-6-4-6 16,6 7 2-16,0-7-3 15,0 9 1-15,0-5 4 16,0 2 19-16,27-2-21 16,15-8 7-16,-3-3-6 15,1-10-7-15,-1-2-4 16,1-11 7-16,-1 0-7 15,6 0 10-15,-6 0 3 16,1 0 0-16,2-18-13 0,-11-8-1 16,-2 3-4-16,-5-4-20 15,-19-3-12-15,0-2-9 16,-5-5-18-16,0 4 7 16,0 6 1-16,-29 4-7 15,-10 7 3-15,0 6 49 16,-1 6 11-16,-5 4 22 15,-7 0-14-15,2 0 6 16,0 4-10-16,-3 8-1 16,14 9 14-16,5-1-4 15,-1 6 0-15,9 4 14 16,2 0-8-16,6-10-6 16,18-7-13-16,0-7-4 15,0-6 0-15,0 0-77 16,47 0-51-16,-2-26-123 0</inkml:trace>
  <inkml:trace contextRef="#ctx0" brushRef="#br1" timeOffset="-172335.34">9317 6139 383 0,'0'0'54'0,"0"0"24"16,0 0 23-16,0 0-29 15,0 0-35-15,0 0-10 16,0 0 2-16,0 0-9 16,-5 0 5-16,5 3-6 15,-5-3-5-15,-8 8-4 16,2 4-4-16,1 0-1 16,-3 2 4-16,2 8-7 15,-5 1 0-15,-2 0 6 0,2-1-7 16,3 7 9-16,2-5-2 15,6 4 2-15,5-1 7 16,0 2-1-16,0 11 0 16,0 0 7-16,0 3 1 15,29 0-6-15,10-3-2 16,-4-3 4-16,9-8 9 16,1-8-13-16,0-9 1 15,2-5-6-15,-2-7-4 16,-6 0 4-16,6 0-4 15,2-33-7-15,3-13 0 16,-5-14-33-16,-6-4-8 0,-10-1-1 16,-13-4-31-16,-16 10-1 15,0 10 12-15,0 8 38 16,0 10 24-16,-21 2 6 16,-13 6 13-16,-5 7 2 15,-6 6 1-15,-8 6-8 16,-2 4-5-16,-3 0-7 15,3 0-2-15,-8 0 4 16,0 7-4-16,7 8 0 16,9-7 0-16,13 3-2 15,8-6-4-15,12 2-3 16,14 0-1-16,0 3-43 16,0-4-85-16,0 1-123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19.7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60 7587,'0'0'5987,"0"-3"-4170,0 0-1810,1 1 0,-1 0 0,0 0-1,1 0 1,-1-1 0,1 1 0,-1 0 0,1 0 0,0 0-1,0 0 1,0 0 0,0 0 0,0 0 0,1 0 0,-1 1-1,1-1 1,-1 0 0,1 1 0,-1-1 0,1 1 0,0-1-1,0 1 1,0 0 0,0 0 0,0 0 0,0 0 0,0 0 0,0 0-1,0 1 1,0-1 0,0 1 0,3-1 0,10-1 3,-1 0-1,1 2 1,-1-1 0,16 3 0,-2-1 41,-26-1-55,0 0 0,0 0 1,0 1-1,0-1 0,0 0 1,0 1-1,-1-1 1,1 1-1,0 0 0,0 0 1,-1-1-1,1 1 0,0 0 1,-1 1-1,1-1 1,-1 0-1,1 0 0,-1 1 1,0-1-1,1 0 1,-1 1-1,0-1 0,0 1 1,0 0-1,0-1 0,0 1 1,-1 0-1,1 0 1,0 0-1,-1-1 0,1 1 1,-1 3-1,2 6 79,-1 1 1,0 0-1,-1-1 1,-1 17-1,0-4 174,-1-10-212,0-1 0,0 0-1,-2 0 1,1 0-1,-2 0 1,1 0 0,-2-1-1,0 0 1,-8 13-1,-12 26 7,15-25-51,-53 108 215,54-117-155,0 0 0,-1-1 1,-1 0-1,0-1 0,-21 19 0,33-33-47,0-1 0,0 0 1,-1 1-1,1-1 0,0 0 0,-1 1 1,1-1-1,0 0 0,0 0 1,-1 0-1,1 1 0,0-1 0,-1 0 1,1 0-1,-1 0 0,1 0 0,0 1 1,-1-1-1,1 0 0,0 0 0,-1 0 1,1 0-1,-1 0 0,1 0 1,0 0-1,-1 0 0,1 0 0,0 0 1,-1 0-1,1-1 0,-1 1 0,1 0 1,-1 0-1,-3-13 44,7-17-42,-2 28-25,1-1 1,-1 1-1,0 0 1,0 0-1,1 0 1,0 1-1,-1-1 1,1 0-1,0 1 1,0-1 0,-1 1-1,1-1 1,0 1-1,1 0 1,-1 0-1,0 0 1,0 0-1,0 0 1,1 0-1,-1 1 1,4-1-1,-6 7-4922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2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5394,'0'0'7270,"0"-2"-6653,2-4-215,0 1 0,0 0 0,0 0 0,1 0 0,0 0 0,0 1 0,0-1 0,0 1 1,8-8-1,-7 7-189,1 0-188,0 0 1,0-1-1,0 2 1,1-1-1,0 1 1,0-1-1,0 2 1,0-1-1,1 1 1,0 0-1,-1 0 1,8-2-1,2 2-54,-1 0-1,1 1 1,0 0-1,22 2 1,-35 0 32,0 1 1,-1-1-1,1 1 1,0 0 0,-1 0-1,1 0 1,-1 0-1,0 1 1,1-1-1,-1 1 1,0-1-1,0 1 1,0 0-1,0 0 1,0 0 0,0 0-1,-1 0 1,1 0-1,0 0 1,-1 1-1,0-1 1,0 0-1,0 1 1,2 3 0,2 8 19,0 0 0,-1 0 0,3 16 0,-2 5 16,-2 1 0,-1 1 0,-3 44 0,0-16 48,1-27-35,1-9 50,-2 0-1,-7 55 1,6-74-99,0-1 0,-1 0 0,0 0 0,-1 0 0,1 0 0,-2-1 0,1 1 0,-1-1 1,-1 0-1,1-1 0,-1 1 0,-1-1 0,-7 7 0,6-7-63,0 0 1,-1-1-1,0 0 0,0 0 1,-14 5-1,18-8-28,0-1 0,0-1 0,0 1 0,0-1 0,-1 0 0,1 0 0,0 0 0,-1-1 0,1 0 0,-1 0 0,1 0 0,-8-2 0,13 2 76,-1-1-1,1 1 1,-1 0-1,1-1 1,0 1-1,-1-1 1,1 1-1,0-1 1,-1 1-1,1-1 1,0 1-1,-1-1 1,1 1-1,0-1 1,0 0-1,0 1 1,0-1-1,0 1 1,0-1-1,0 1 1,0-1-1,0 0 1,0 0-1,0-18-206,0 14 194,0 4 37,0-1-1,0 0 1,0 1 0,0-1-1,0 0 1,0 0 0,1 1-1,-1-1 1,1 0 0,-1 1-1,1-1 1,-1 1 0,1-1-1,0 1 1,0-1 0,0 1-1,2-3 1,-1 2 12,0 1 1,0 0 0,1 0-1,-1 0 1,0 0-1,1 1 1,-1-1-1,1 1 1,-1-1-1,1 1 1,3 0-1,15-2 200,34 4 0,-52-2-195,0 1-1,-1 0 1,1 0-1,-1 0 1,1 0-1,-1 0 1,1 0-1,-1 1 1,0-1-1,0 1 1,0 0-1,0-1 1,0 1-1,0 0 1,0 0-1,0 1 1,1 2-1,26 45 312,-22-36-227,4 7 223,0 2 0,-1-1 1,13 47-1,-22-63-1259,-2-27-12179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23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5250,'0'0'7553,"0"-6"-6662,3-11-168,-1 20 344,2 38 587,-3-25-1651,1 77 1461,-3-62-1068,2 1 0,8 56 0,-8-87-411,-1 1 1,0-1-1,1 1 1,-1-1-1,1 0 0,-1 1 1,1-1-1,0 1 1,0-1-1,0 0 0,-1 0 1,1 0-1,0 1 0,2 0 1,-3-2-5,0 0-1,0 0 1,0 0 0,1 0-1,-1 0 1,0 0 0,0 0-1,0 0 1,1 0 0,-1 0-1,0 1 1,0-1 0,0 0-1,1 0 1,-1-1 0,0 1-1,0 0 1,0 0 0,1 0-1,-1 0 1,0 0 0,0 0-1,0 0 1,1 0 0,-1 0-1,0 0 1,0 0 0,0-1-1,0 1 1,1 0 0,-1 0-1,0 0 1,0 0 0,0 0-1,0-1 1,0 1 0,5-17-912,-4-97-4690,-1 46-1580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24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3 160,'0'0'13334,"0"-1"-13216,0 1-1,0 0 0,0 0 1,1 0-1,-1 0 0,0 0 1,0-1-1,1 1 1,-1 0-1,0 0 0,0 0 1,1 0-1,-1 0 1,0 0-1,0 0 0,1 0 1,-1 0-1,0 0 1,0 0-1,1 0 0,-1 0 1,0 0-1,0 0 0,1 0 1,-1 0-1,1 0 1,10 155 2426,-1-38-1500,7 95 479,-16-207-1472,5 27 142,-6-31-186,1 0-1,-1-1 0,0 1 0,0 0 1,1 0-1,-1 0 0,1 0 0,-1-1 1,0 1-1,1 0 0,0 0 1,-1-1-1,1 1 0,-1 0 0,1-1 1,0 1-1,-1 0 0,1-1 1,0 1-1,0-1 0,0 0 0,-1 1 1,1-1-1,0 1 0,0-1 1,1 0-1,-1 0-20,0 0 1,0 0 0,0-1-1,0 1 1,0 0-1,0-1 1,0 1-1,-1-1 1,1 1 0,0-1-1,0 1 1,0-1-1,-1 1 1,1-1 0,0 0-1,-1 0 1,1 1-1,-1-1 1,1 0-1,-1 0 1,1 0 0,-1 0-1,0 1 1,1-3-1,8-27-431,-7 19 231,3-4-68,20-61-1289,-22 68 1376,0 0 0,1 0 0,0 1 0,1-1 0,-1 1 0,1 0 0,7-6 0,-10 10 176,1 1 0,0 0-1,0 0 1,0 0 0,0 0-1,1 1 1,-1-1 0,0 1-1,1 0 1,-1 0 0,1 0 0,3-1-1,45 0 580,-42 2-354,-5 0-100,-1 1 0,1 0 0,-1 0 0,1 1 0,-1-1 0,0 1-1,0 0 1,1 0 0,-1 1 0,-1-1 0,1 1 0,0 0 0,-1 0-1,1 0 1,-1 0 0,0 0 0,5 7 0,2 4 132,0 0 0,-1 0 0,11 24 0,-11-16-80,0 0 0,-2 0 0,0 0 1,-2 1-1,4 35 0,-2 119 389,-7-174-545,1 0 0,-1 1-1,0-1 1,-1 0 0,1 1-1,0-1 1,-1 0-1,0 1 1,0-1 0,0 0-1,0 0 1,0 0 0,-1 0-1,0 0 1,1 0-1,-1 0 1,0-1 0,0 1-1,0 0 1,-1-1 0,1 0-1,-1 1 1,1-1 0,-1 0-1,0 0 1,0-1-1,0 1 1,0-1 0,0 1-1,0-1 1,0 0 0,0 0-1,0 0 1,-1-1-1,-3 1 1,-12 2-158,0-2 0,-30 0 1,25-1-122,19-1 145,0 1 1,1 0 0,-1-1-1,0 0 1,0 0-1,0-1 1,1 1 0,-1-1-1,1 0 1,-1 0-1,1 0 1,0-1 0,0 0-1,0 0 1,0 0-1,0 0 1,1 0 0,-1-1-1,-3-5 1,-1-1-1229,2-1 0,-1 0 0,1 0 0,1 0 1,0-1-1,-5-18 0,0 2-4968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2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7940,'0'0'10004,"139"-16"-9107,-76 16-129,0 0-288,-4 0-320,-7 0-160,-10 0-64,-11 0-480,-10 0-961,-10 7-1088,-11 2-5363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43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82 135 6547,'0'0'5659,"5"-8"-5579,4-2-23,-6 6 14,0 1 0,0-1 0,0 0 1,-1 0-1,1-1 0,-1 1 0,3-9 1,-5 13-6,-1-1 0,1 1 1,0 0-1,0 0 1,-1-1-1,1 1 1,0 0-1,-1-1 1,1 1-1,0 0 1,-1 0-1,1 0 1,0-1-1,-1 1 0,1 0 1,0 0-1,-1 0 1,1 0-1,-1 0 1,1 0-1,0 0 1,-1 0-1,1 0 1,-1 0-1,1 0 0,0 0 1,-1 0-1,1 0 1,-1 0-1,-15 2-235,12-1 166,1 0 0,0 1-1,0 0 1,0 0 0,0 0-1,0 0 1,0 0 0,0 1-1,1-1 1,-1 1 0,-2 4-1,0 0 0,0 0 0,0 1 0,-5 12 0,4-4 11,0 0 0,1 1 0,1-1-1,1 1 1,1 0 0,-1 19 0,4 106-35,0-126 22,0-4 105,0 0 1,2-1-1,-1 1 1,2 0-1,-1-1 1,2 1-1,-1-1 1,13 20-1,-7-15 119,1 0-1,0-1 0,1 0 1,28 26-1,-34-36-141,-1 0 0,1-1 1,1 0-1,-1 0 0,1 0 0,-1-1 0,1 0 1,0 0-1,0-1 0,12 3 0,1-2 149,0-1 1,33-1-1,-45-1-186,-4 0-40,-1-1 0,1 1 0,0-1 0,-1 1 0,1-1 1,-1 0-1,1 0 0,-1-1 0,1 1 0,-1-1 0,0 1 1,0-1-1,0 0 0,4-3 0,-2 0-36,-1 1 0,1-1-1,-1 0 1,0 0 0,0-1 0,-1 1 0,5-10 0,-2 1-115,-1 0 0,0 0 1,0-1-1,-2 0 1,0 0-1,1-17 0,-3 26 102,2-26-336,-1 0 1,-1-1-1,-6-46 1,3 71 374,0-1 1,-1 1-1,0 0 1,0 0-1,-1 0 0,-7-13 1,-36-44-75,12 18-125,21 26 155,-2 0 0,0 0 0,-1 2 0,-1 0 0,-33-27 0,49 45 63,1 0 0,-1-1 0,0 1 0,0 0 0,1 0 0,-1 0 1,0 0-1,0 1 0,0-1 0,0 0 0,0 1 0,0-1 0,0 1 0,0 0 1,0 0-1,0 0 0,0 0 0,0 0 0,0 0 0,-1 0 0,1 1 1,0-1-1,0 1 0,0-1 0,0 1 0,1 0 0,-1 0 0,0 0 0,0 0 1,0 0-1,1 0 0,-1 0 0,0 1 0,1-1 0,-1 1 0,-1 2 0,-5 6-2,1 1-1,0-1 1,1 1-1,-10 24 0,5-13 14,8-16-34,2-4-43,-1 1 1,1 0 0,-1-1-1,1 1 1,0 0-1,0 0 1,1 0 0,-1 0-1,0 3 1,12-18-7010,13-16 114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4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28 4034,'-1'3'8364,"-4"20"-7857,4-16-315,0 13 688,1 38-1,0-53-775,0 0 0,1 0 0,0-1 0,0 1 0,0 0 0,0-1 0,1 1 0,0-1 0,0 1 0,0-1 0,1 0 0,-1 0 0,6 7-1,-5-9-68,0 0-1,-1 0 0,1-1 0,0 1 0,0-1 0,0 1 0,0-1 0,0 0 0,0 0 0,1 0 1,3 0-1,-5 0-28,0-1 1,0 0-1,0 0 1,0 1-1,0-1 1,1-1 0,-1 1-1,0 0 1,0 0-1,0-1 1,0 1-1,0-1 1,0 0-1,-1 0 1,1 1 0,0-1-1,0 0 1,0-1-1,-1 1 1,3-2-1,0-2-193,0 0 0,-1-1-1,0 1 1,0-1-1,0 0 1,0 0 0,-1 0-1,0-1 1,0 1-1,-1 0 1,2-12 0,-1-10-1850,-1-39 0,-2 40 596,1 26 1506,0 1 1,0-1-1,-1 1 0,1-1 1,0 0-1,-1 1 1,1-1-1,0 1 0,-1-1 1,1 1-1,-1-1 1,1 1-1,0 0 0,-1-1 1,1 1-1,-1-1 0,0 1 1,1 0-1,-1 0 1,1-1-1,-1 1 0,1 0 1,-1 0-1,0 0 1,1-1-1,-1 1 0,0 0 1,1 0-1,-1 0 1,0 0-1,1 0 0,-1 0 1,1 0-1,-1 1 0,0-1 1,1 0-1,-2 1 1,0-1 102,1 0 1,-1 0-1,0 1 1,0-1 0,1 1-1,-1-1 1,0 1-1,1 0 1,-1 0-1,0 0 1,1 0 0,-1 0-1,-2 2 1,-1 5 148,0 0-1,0 0 1,-4 10 0,8-17-521,0 0 1,0-1-1,0 1 1,0-1-1,0 1 1,0-1-1,0 0 0,-1 1 1,1-1-1,0 0 1,0 0-1,0 0 1,0 0-1,0 0 1,-1 0-1,1 0 0,0 0 1,-2-1-1,-1 1-1547,-7 0-2362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4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4082,'0'0'6197,"11"5"-1264,-11-2-4842,0 9 49,1 0 0,-2 0 0,0 0 0,0 0 0,-1 0 0,-1 0 0,0-1-1,-6 16 1,-83 186 413,-93 314-1,182-517-549,-2 13 4,5-22-95,0-3-603,1-1 555,-1 0 0,0 0 0,1 0 0,-1 0 0,1 0 0,0 0 0,0 0 0,0 0 0,0 0 0,1 0 0,1-3 0,-2 4-364,1 1 1,-1-1 0,0 1-1,0-1 1,1 1 0,-1 0 0,1 0-1,-1 0 1,1 0 0,0 0 0,-1 0-1,1 0 1,3-1 0,1 2-3071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4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3874,'0'0'4372,"5"0"-3577,14 0-240,-6 0 3039,-12 6-3052,0-1 1,-1 1-1,0 0 1,0 0-1,-2 11 0,0 12-432,2 33 472,5-61-502,-2-2-94,-1 1 1,1-1 0,-1 0-1,1 0 1,-1 0-1,0 0 1,1 0-1,-1-1 1,0 1-1,0-1 1,0 0-1,0 1 1,0-1-1,-1 0 1,1 0 0,0 0-1,-1 0 1,1 0-1,-1-1 1,2-2-1,5-11-830,12-29 0,-18 38 406,-1 5 288,0-1-21,1 0 0,-1 0-1,-1 0 1,1 0 0,0 1 0,-1-1-1,1 0 1,-1 0 0,0-4 0,0 7 325,-3 1 251,0 0 0,0 0 1,0 0-1,0 1 0,0-1 0,-4 5 0,1-2 19,2-2-309,-1 1-1,1-1 0,-1 0 1,1 0-1,-1-1 0,-8 3 0,-6-3-5153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3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4690,'0'0'6942,"-2"-2"-6560,0-2-28,1 0 1,-1 0-1,1 0 1,0 0-1,0 0 1,0 0-1,1-1 1,0 1-1,-1 0 1,2-7-1,-1 7 1346,-10 445-1294,9-317-340,2-70-594,-1-184-6808,0 95 2525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3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49 4130,'0'0'4541,"-7"-7"1512,7 6-6049,1 0 0,-1-1 0,1 1 1,-1 0-1,1 0 0,0 0 0,-1 0 0,1 0 0,0-1 0,0 1 0,-1 1 0,1-1 1,0 0-1,0 0 0,0 0 0,0 0 0,1 1 0,-1-1 0,0 0 0,0 1 0,0-1 1,3 0-1,34-11-29,-28 9 59,-4 2-16,1-1 0,0 2 0,0-1 0,-1 1 0,9 0 0,-1 1 88,-13-1-95,0 0 0,0 0 0,0 1 1,0-1-1,0 1 0,0-1 1,0 1-1,0-1 0,0 1 1,0-1-1,0 1 0,0 0 0,0 0 1,-1-1-1,1 1 0,0 0 1,0 0-1,-1 0 0,1 0 1,-1 0-1,2 2 0,9 23 176,-10-22-169,29 88 142,-28-84-156,-1-1 0,-1 1 0,1-1 0,-1 1 0,-1 13 0,-1 6 15,2-23-20,-1 0-1,0 1 1,-1-1 0,1 0-1,-1 0 1,0 0 0,0 0-1,0 0 1,0 0 0,-1 0-1,1-1 1,-1 1 0,0-1-1,0 0 1,-6 5 0,-3 2-13,0 0 0,0-1 0,-18 10-1,27-17-136,-1 0-1,1 0 1,-1-1-1,1 0 1,-1 0-1,1 1 0,-1-2 1,0 1-1,1 0 1,-8-1-1,11-1 141,-1 1-1,1-1 1,-1 0-1,1 0 1,-1 0-1,1 0 1,0 0-1,0 0 1,-1 0-1,1 0 1,0 0-1,0 0 1,0 0-1,0 0 1,0 0-1,0 0 1,0 0-1,0 0 1,1-1-1,-1 0 5,0 1-1,1 0 0,-1 1 0,1-1 0,-1 0 0,1 0 1,-1 0-1,1 1 0,-1-1 0,1 0 0,0 0 0,-1 1 1,1-1-1,0 1 0,0-1 0,-1 0 0,1 1 0,0 0 1,0-1-1,0 1 0,0-1 0,0 1 0,0 0 0,0 0 1,0 0-1,0-1 0,0 1 0,1 0 0,0 0 28,0 0-1,-1 0 1,1-1-1,0 1 0,0 1 1,-1-1-1,1 0 1,0 0-1,0 1 0,-1-1 1,1 1-1,0-1 1,-1 1-1,1 0 0,0-1 1,-1 1-1,1 0 1,1 2-1,4 5 186,-1 1 0,0 0 0,-1 0 0,0 0 1,6 16-1,1 1 306,24 54 1210,-26-53-1072,2 0 1,1 0-1,1-2 0,29 41 1,-41-71-1427,-1 1 1,0-1 0,-1 0-1,1 0 1,-1-1 0,0-6-1,0-11-2205,0 2-1412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36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4946,'0'0'7340,"27"0"-2962,-22 0-4296,-1-1 0,0 1 1,1 0-1,-1 1 1,0-1-1,1 1 0,-1-1 1,0 1-1,0 1 1,1-1-1,-1 1 0,0-1 1,0 1-1,-1 0 0,1 0 1,6 6-1,-6-6-16,-1 1 0,1-1 0,-1 1 0,0 0 0,0 0 0,0 0 0,-1 0 0,1 1 0,-1-1-1,1 1 1,-1 0 0,0 0 0,-1 0 0,1 0 0,-1 0 0,0 0 0,1 0 0,-2 0 0,1 0 0,0 0 0,-1 1 0,0-1-1,-1 6 1,2-6-61,-2-1 1,1 0-1,0 0 0,-1 1 0,1-1 0,-1 0 0,0 0 0,0 0 0,0 1 1,0-1-1,-3 3 0,0 0-26,-1 0 0,0 0 1,-9 8-1,11-11 10,-55 50-976,57-52 984,1-1-1,-1 1 0,1-1 1,-1 1-1,1-1 0,0 1 1,-1-1-1,1 1 1,0-1-1,-1 1 0,1-1 1,0 1-1,0 0 0,0-1 1,-1 1-1,1-1 0,0 1 1,0 0-1,0-1 1,0 1-1,0 0 0,3 3 98,6-2 0,-1-1 1,1 1 0,0-1 0,-1-1 0,1 0-1,0 0 1,10-2 0,10 1-77,15 1-30,-25 0-2881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37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7203,'0'0'7252,"0"56"-6580,0-21-80,0-1-448,0 4-96,-14 0-96,-4 2-1200,-3-5-1185,0-4-3394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43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 9396,'0'0'5459,"0"107"-5075,-3-63-384,-15 0-32,-2 3-496,-5-3-1377,-3-4-3314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42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51 3970,'0'0'4674,"1"-5"-4071,2-15 213,0-6 3482,-3 666-1035,-11-837-4250,5 84-121,4 66 772,-7-54 0,6 80 323,2 0-1,1-25 0,0 19 690,1 26-665,0 0 0,-1-1 0,1 1 0,0 0 0,0 0 0,0 0 0,0 0 0,0 0 0,1 0 0,-1 0 0,0 0 0,0 0 0,1 1 0,-1-1 0,3-1 0,22-9-93,-10 6 127,-1 1 0,1 1 0,0 0 0,1 2-1,-1 0 1,32 2 0,-18-1-31,-28 0-5,0 1-1,1-1 1,-1 1 0,0-1-1,0 1 1,0 0 0,0 0-1,0 0 1,0 0 0,0 1-1,0-1 1,0 1 0,0-1-1,0 1 1,-1-1 0,1 1-1,-1 0 1,1 0 0,-1 0-1,2 3 1,3 6 69,0 0 0,7 18 0,-10-21-54,1 4 84,-1 1-1,0-1 0,-1 1 1,0 0-1,-1 0 0,0-1 1,-2 20-1,1-8-112,-1-21 10,1 0 0,-1 0 0,0 0 0,0 0-1,0 0 1,0-1 0,0 1 0,-1 0 0,1-1 0,-1 1 0,1-1 0,-1 1 0,0-1 0,0 0 0,-4 4 0,-42 31-29,33-26 36,6-4-87,-1-1 0,0 0 0,-1-1 1,1 0-1,-1 0 0,0-2 1,-1 1-1,1-1 0,0-1 1,-1 0-1,0 0 0,1-1 0,-1-1 1,-12-1-1,23 1-96,5-15-66,-3 15 245,0 1 0,-1-1 1,1 1-1,0 0 0,-1-1 1,1 1-1,0 0 0,-1 0 1,1-1-1,-1 1 0,1 0 1,-1 0-1,0 0 0,1 0 0,-1 0 1,0 0-1,1 0 0,-1-1 1,0 1-1,0 0 0,0 0 1,0 2-1,1 2 14,18 64 899,4-1-1,39 85 1,-50-136-594,-11-15-288,1-1 0,-1 1 0,1 0 0,-1 0 0,0 0 0,0 0-1,0 1 1,1 3 0,-2-6-55,0-13-9802,-3-5 2575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42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 4786,'0'0'8607,"18"0"-6412,-2-1-1846,19 1 92,-33 1-416,0-1 1,0 0-1,-1 0 1,1 1-1,0-1 0,0 1 1,-1 0-1,1 0 0,0-1 1,-1 1-1,1 0 0,-1 0 1,1 0-1,-1 1 0,2 1 1,0 1 33,0 0 0,0 0 0,0 1 0,-1-1 0,0 1 0,0 0 0,0-1-1,0 1 1,-1 0 0,0 0 0,0 0 0,0 0 0,-1 1 0,0-1 0,0 0 0,0 0 0,0 0 0,-2 6 0,2-7-46,-1-1 0,0 0 0,0 0 0,0 0-1,0 0 1,0 0 0,0 0 0,-1 0 0,1 0 0,-1-1 0,0 1-1,0 0 1,-3 2 0,-34 29-11,23-21 16,-150 111 201,166-123-221,-1-1-1,0 0 0,1 1 1,-1-1-1,1 1 1,-1-1-1,1 1 1,-1-1-1,1 1 1,0-1-1,-1 1 1,1-1-1,0 1 1,-1 0-1,1-1 1,0 1-1,0 0 1,-1 1-1,8 4-70,21-1 41,-24-5 70,56 4 284,86-5-1,-144 1-379,0 0-1,-1 0 1,1-1-1,0 1 1,0 0 0,-1-1-1,1 1 1,-1-1-1,1 0 1,-1 1-1,1-1 1,-1 0-1,1 0 1,-1 0 0,1 0-1,-1 0 1,0 0-1,0-1 1,0 1-1,1 0 1,-1-1-1,0 1 1,-1 0-1,1-1 1,1-2 0,0-1-683,-1 0 1,0-1 0,0 1-1,0-1 1,0 1 0,-1-11 0,0-14-4751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43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1 656,'0'0'12550,"4"3"-11848,5 1-350,-1 1 1,1-1-1,0 0 1,1-1 0,-1 0-1,0-1 1,1 0-1,11 1 1,31 1-1225,0-3-5457,-43-1 4426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44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1 1 5827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44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5827,'1'128'1232,"3"-102"24,-4-26-1221,1 0 0,-1 0 0,0 0 0,0 1 0,0-1-1,0 0 1,0 0 0,0 0 0,1 0 0,-1 0-1,0 0 1,0 0 0,0 1 0,0-1 0,0 0-1,1 0 1,-1 0 0,0 0 0,0 0 0,0 0 0,1 0-1,-1 0 1,0 0 0,0 0 0,0 0 0,0 0-1,1 0 1,-1 0 0,0 0 0,0 0 0,0 0-1,0 0 1,1-1 0,-1 1 0,0 0 0,0 0 0,0 0-1,0 0 1,1 0 0,2-1 595,21 1 1049,3-1-345,0 1 1,0 2-1,30 6 1,-53-6-777,-25-1-14453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8:45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2 2001,'0'0'4079,"-2"-1"-3113,1 1-862,1 0 0,0 0 0,-1 0 0,1 0 1,0 0-1,-1 0 0,1 0 0,0-1 0,-1 1 0,1 0 0,0 0 1,-1 1-1,1-1 0,0 0 0,-1 0 0,1 0 0,0 0 0,-1 0 1,1 0-1,0 0 0,-1 0 0,1 1 0,0-1 0,0 0 0,-1 0 1,1 0-1,0 1 0,-1-1 0,1 0 0,0 0 0,0 1 0,0-1 1,-1 0-1,1 1 0,0-1 0,-1 17 4015,1-9-4957,3 542 4095,-4-540-3245,0 1 0,-1-1 0,0 1 0,-8 19 0,-2 10-8,3 7 23,2 0 0,2 0-1,2 59 1,3-105 82,-15-1-5973,-1 0-2203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2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90 136 3810,'0'0'7139,"0"-5"-6192,-3-93 2689,3 96-3657,0 1 0,1-1 0,-1 1 0,1 0 0,-1-1 0,1 1 0,0 0 0,-1-1 0,1 1 0,0 0 0,0 0 0,0 0 0,0-1 0,0 1 0,0 0 0,0 0 0,0 1 0,0-1 0,1 0 0,-1 0 0,0 1 0,1-1 0,-1 0 0,0 1 0,1-1 0,-1 1 0,1 0 0,-1-1 0,1 1 0,2 0 0,7-2-6,1 1 1,20 1-1,-24 0-37,-6 0 67,1 1-1,-1-1 0,0 1 1,1 0-1,-1 0 1,0 0-1,0 0 0,0 0 1,0 0-1,0 0 0,0 1 1,0-1-1,0 1 0,0 0 1,0-1-1,-1 1 0,1 0 1,-1 0-1,0 0 1,1 0-1,-1 0 0,0 0 1,1 3-1,1 3 22,1 0 1,-1 0-1,-1 0 0,1 1 1,0 9-1,4 47 246,-4 0-1,-6 96 1,1-146-220,0 0 1,-1 0 0,-1-1 0,-1 1-1,1-1 1,-2 0 0,0 0 0,-1-1-1,-12 20 1,3-10 34,-1 0 0,-1-1-1,0-1 1,-26 22 0,41-39-95,-1-1 0,1 0 0,-1 1 0,0-1 0,0 0 1,0-1-1,-1 1 0,1-1 0,-1 0 0,1 0 0,-1 0 1,0-1-1,0 1 0,0-1 0,-7 1 0,12-2 3,0 0 0,0 0 0,0 0-1,0 0 1,-1-1 0,1 1 0,0 0 0,0 0-1,0 0 1,0 0 0,-1 0 0,1 0-1,0 0 1,0 0 0,0 0 0,0 0 0,0 0-1,0 0 1,0-1 0,-1 1 0,1 0 0,0 0-1,0 0 1,0 0 0,0 0 0,0 0-1,0-1 1,0 1 0,0 0 0,0 0 0,0 0-1,0 0 1,0 0 0,0-1 0,0 1-1,0 0 1,0 0 0,0 0 0,0 0 0,0 0-1,0-1 1,0 1 0,0 0 0,-2-15-528,1 0 0,1 0 1,0-1-1,4-26 1,-3 38 436,0-1 0,0 1 0,0 0 1,0-1-1,0 1 0,1 0 0,0 0 1,0 0-1,0 0 0,0 0 0,1 0 1,-1 0-1,1 1 0,0 0 0,0-1 1,1 1-1,-1 0 0,1 0 0,-1 1 1,1-1-1,5-2 0,-7 4 168,0 0 0,0 1-1,0-1 1,0 1 0,0-1-1,0 1 1,0-1 0,0 1-1,0 0 1,0 0 0,0 0-1,1 0 1,-1 1 0,0-1-1,0 1 1,0-1 0,0 1-1,0-1 1,0 1 0,0 0-1,0 0 1,-1 0 0,1 0-1,0 0 1,0 1 0,-1-1-1,1 1 1,-1-1 0,1 1-1,0 1 1,4 5 304,-1 1-1,0 0 1,0 0-1,-1 0 1,4 11 0,-6-13-342,15 39 890,-5-12 159,1-1 0,32 57 0,-45-89-1116,0-1-1,0 0 1,0 1 0,0-1 0,0 0 0,1 0-1,-1 1 1,0-1 0,0 0 0,0 0 0,0 1-1,1-1 1,-1 0 0,0 0 0,0 0 0,0 1-1,1-1 1,-1 0 0,0 0 0,0 0 0,1 0-1,-1 0 1,0 0 0,1 1 0,-1-1 0,0 0-1,0 0 1,1 0 0,-1 0 0,1 0 0,2-9-1485,-3-20-2572,0 25 2724,0-30-9533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2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5346,'0'0'8354,"1"6"-7258,3 30 569,-1 53 1,-4-34-3150,1-17-5282,0-68-790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2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4898,'0'0'7244,"4"-1"-6236,-2 1-917,-1 0 0,0 0 0,1 0 0,-1-1 0,1 1 0,-1 1 0,0-1 0,1 0 0,-1 0 0,0 0 0,1 1 0,-1-1 0,0 1 0,3 0 0,-3 0-11,0 1 0,0-1 1,0 0-1,0 1 1,0-1-1,0 0 1,-1 1-1,1-1 0,0 1 1,-1-1-1,1 1 1,-1-1-1,0 1 1,1 0-1,-1-1 1,0 3-1,4 45 1532,-3 89 1,-2-59-705,0-47-621,0-17-159,1 0 0,0 0 1,3 16-1,-3-30-132,0-1-1,1 1 1,-1 0 0,1 0 0,-1 0 0,1 0-1,-1 0 1,1 0 0,0-1 0,-1 1 0,1 0-1,0-1 1,0 1 0,-1 0 0,1-1 0,0 1-1,0-1 1,0 1 0,0-1 0,0 1 0,0-1-1,0 0 1,0 1 0,0-1 0,0 0 0,0 0 0,0 0-1,0 0 1,0 0 0,0 0 0,0 0 0,0 0-1,1-1 1,2 1-133,-1 0-1,1-1 1,0 0 0,-1 0-1,1 0 1,0 0-1,-1-1 1,5-2 0,1-3-274,0 0 1,-1-1-1,0 1 1,-1-2-1,12-14 1,-12 13-107,0 1 1,0 0 0,1 1-1,0 0 1,1 0-1,13-9 1,-20 16 473,0 0 0,-1 0 0,1 0-1,0 1 1,0-1 0,0 0 0,0 1 0,0-1 0,0 1-1,3 0 1,-5 0 56,1 0 0,-1 0 0,0 0 0,1 1 0,-1-1 0,0 0 0,1 0 0,-1 1 0,0-1 0,0 0 0,1 1 0,-1-1 0,0 0 0,0 1 0,1-1-1,-1 0 1,0 1 0,0-1 0,0 0 0,0 1 0,0-1 0,0 1 0,0-1 0,0 0 0,0 1 0,0-1 0,0 0 0,0 1 0,0 0 0,0 12 322,0-12-288,0 24 778,0-24-820,-4-10-2398,-2-14-833,2-8-853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2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6723,'0'0'5464,"4"-6"-2036,-3 8-3393,1 1-1,-1-1 1,1 1 0,-1 0-1,0-1 1,0 1-1,0 0 1,0 0 0,-1-1-1,1 1 1,-1 0-1,0 6 1,2 3 41,5 26 302,-2 0 0,-2 1 0,-2 45 0,0 1 348,1-12-52,3 60 509,-2-109-965,0-1 0,1 0 0,11 33 0,-15-52-191,0-3-25,0 0 0,0 0 0,1 0 0,-1 0 0,0 0 0,0-1 0,1 1 0,-1 0 0,0 0 0,1 0 0,-1 0 0,1-1 0,-1 1 0,1 0 0,0 0 0,-1-1 0,1 1 0,0 0 0,-1-1 0,1 1 0,0-1 0,0 1 0,1 0 0,-2-1-16,3 1-355,-2-9-774,-1-63-5703,0 31-859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2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87 3666,'0'0'7464,"-1"-11"-6637,-7-31 22,7 40-748,1 0 1,-1 1-1,1-1 1,-1 1-1,0-1 1,1 1-1,-1-1 1,0 1-1,0-1 1,0 1-1,0 0 1,0-1-1,-1 1 1,1 0-1,0 0 1,0 0-1,-1 0 1,1 0-1,-1 0 1,1 1-1,-1-1 0,1 0 1,-3 0-1,-1 0-24,0 0 0,0 0 0,0 1 0,0 0 0,-9 1 0,3-1 9,7 0-68,0 0 0,-1 0 1,1 0-1,0 0 1,-1 1-1,1-1 1,0 1-1,0 0 1,0 1-1,0-1 0,0 1 1,0 0-1,0 0 1,0 0-1,0 0 1,1 1-1,-1-1 1,1 1-1,0 0 0,0 0 1,0 0-1,-3 4 1,-1 2 77,0 0 0,0 0 0,1 0 0,0 1 0,0 0 0,2 0 0,-1 1 1,1-1-1,0 1 0,-2 14 0,2 2 607,0 1 0,1 54 1,3-80-664,0-1 0,0 1 1,0 0-1,0 0 0,0 0 1,0-1-1,1 1 0,-1 0 1,0 0-1,1-1 1,0 1-1,-1 0 0,1-1 1,0 1-1,0 0 0,0-1 1,0 1-1,0-1 0,0 0 1,0 1-1,3 1 1,-1-2-30,0 1-1,0-1 1,1 0 0,-1 0 0,1-1 0,-1 1 0,1-1 0,-1 1 0,0-1 0,6-1 0,-8 1-11,7 1-29,0-2 0,0 1 1,15-3-1,-20 2-3,0 0 1,0 0-1,0-1 1,0 1-1,0-1 0,-1 0 1,1 1-1,0-1 1,-1 0-1,1-1 1,-1 1-1,3-3 0,7-9-673,-1 0-1,0-1 0,-1 0 1,0-1-1,-2 0 0,1 0 1,10-34-1,-18 15 4439,5 34-3179,1 1-370,-3 12-138,0 14 216,1 49-1,-3-16 152,19 418 1940,-25-476-2515,-3 0-252,0-2-1,0 1 1,0-1 0,0 0 0,0 0 0,0-1 0,0 0 0,0 0 0,0-1 0,1 0 0,0 0 0,-1 0-1,-7-7 1,-49-42-8998,51 41 5386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2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134 273 5090,'0'0'11691,"0"8"-10688,-5 143 1470,3-11-1295,2-82-587,0-46-485,1-1 0,0 0 0,0 0 0,1 0 0,0 1 0,1-2 0,6 15 1,-8-21-99,1 0 0,0-1 1,-1 0-1,2 1 0,-1-1 0,0 0 1,1 0-1,-1 0 0,1 0 1,0-1-1,0 1 0,0-1 1,0 0-1,0 1 0,0-1 1,1-1-1,-1 1 0,1 0 1,0-1-1,-1 0 0,1 0 1,0 0-1,0 0 0,5 0 1,-5-1-5,6 1-50,0-1 0,1 1-1,-1-2 1,18-2-1,-25 2 29,0 0 0,0 0 0,0 0 0,0 0 0,-1-1 0,1 1 0,-1-1 0,1 1 0,-1-1 0,0 0 0,1 0 0,-1 0 0,0 0 0,0-1 0,0 1 0,-1 0 0,1-1 0,-1 1 0,1-1 0,1-4 0,1-7-223,0 0 1,-1 0-1,-1-1 1,0 1-1,-1-1 1,-1 1-1,-1-18 0,1 6-214,0 21 409,-1-1 0,1 0 1,-1 0-1,-1 1 0,1-1 0,-1 1 0,0-1 0,0 1 0,-1 0 0,1 0 0,-1 0 0,0 0 1,0 0-1,-1 1 0,-5-6 0,-6-5 65,0 1 0,-33-22 1,18 14-35,-1-2 59,3 5 16,2-2-1,0-1 1,2-1-1,-24-28 1,44 45-50,0 1 1,1-1-1,-1 0 1,1 0-1,1 0 1,-1-1-1,1 1 1,1-1-1,-1 1 1,0-9-1,1 0-67,0 0-1,1 0 1,3-21-1,-3 32-5,1 1 0,0-1 0,0 1 0,0-1 1,0 1-1,0 0 0,0 0 0,1 0 0,0 0 0,0 0 0,0 0 0,0 0 0,0 0 1,0 1-1,5-5 0,-2 3-10,1 0 0,-1 1 0,1 0-1,-1 0 1,1 0 0,0 1 0,0-1 0,7 0 0,8-2-1,1 2 1,-1 0-1,42 1 1,-59 2 65,-1 0 1,1 0 0,0 1-1,-1-1 1,1 1 0,-1 0-1,0-1 1,1 1 0,-1 1-1,0-1 1,1 1-1,-1-1 1,0 1 0,0 0-1,0 0 1,4 4 0,-4-2 5,0-1 1,0 1 0,-1 0 0,0 0-1,0 0 1,0 0 0,0 0 0,0 1-1,-1-1 1,0 1 0,0-1 0,1 10-1,0 7-61,0 1 1,-2-1-1,0 1 0,-2-1 0,0 1 0,-1-1 0,-2 0 0,0 0 0,-1 0 0,-1-1 0,-17 36 0,-11 4-3637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2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15 7828,'0'0'7061,"1"-3"-6634,3-8-76,-2 12 276,-2 24 694,-1-8-992,0 6-319,-2 0 0,-1 0 0,-1-1 0,-1 1 0,-15 37 0,10-29 14,1 1-1,-5 32 1,11-25 245,1 68 1,3-82-110,0-20-98,0 1 0,0-1 0,1 1 0,0-1 0,0 1 0,0-1 0,1 0 0,0 0 0,0 0 0,0 0 0,0 0 0,1 0 1,0 0-1,0-1 0,4 6 0,-3-7-38,-1 0 0,1 1 0,0-2 0,0 1 0,0 0 0,0-1 0,0 0 0,1 1 0,-1-2 0,1 1 0,0-1 0,-1 1 0,1-1 0,0 0 0,0-1 0,0 1 0,6-1 0,-1 0-31,-2 0 12,0 0 0,0 0 1,0-1-1,12-2 1,-16 1-2,-1 1 1,0 0-1,0-1 1,0 1-1,0-1 1,0 0-1,0 0 0,0 0 1,0-1-1,-1 1 1,1-1-1,-1 1 1,3-5-1,3-5-110,0 0 0,-1 0 0,0 0 0,-1-1 0,-1-1 0,0 1 0,0-1 0,-2 1-1,4-23 1,-2-9-714,-2-76 1,-3 91 526,0 19 121,0 0 1,-1 0-1,0-1 1,-1 1-1,-1 0 1,1 0-1,-2 1 1,1-1-1,-7-11 1,8 17 162,-1 1 1,0-1 0,0 1 0,-1 0-1,1 0 1,-1 0 0,0 0 0,0 0-1,0 1 1,0 0 0,-1 0 0,1 0-1,-1 0 1,0 1 0,0 0 0,0 0-1,0 0 1,0 0 0,0 1 0,-1 0-1,-5 0 1,-1-1 55,0 1 0,0 1 0,0 0 0,0 0 0,0 2 0,0-1 0,0 1 0,-14 5 0,18-4-46,1 0-1,0 1 1,-1 0 0,2 0-1,-1 0 1,0 1 0,1 0-1,0 0 1,0 1 0,0-1-1,1 1 1,0 1 0,-5 6-1,4-3-27,-1 1 1,2-1-1,0 1 0,0 0 0,-4 16 1,4 9-4584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2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7251,'0'0'8292,"14"148"-7572,-11-108-319,1-5-17,-4-7-304,3-9-32,0-10-48,1-5-96,-1-4-480,1 0-1393,-4-13-1665,0-28-2673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29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79 3217,'0'0'7620,"0"10"-6761,-8 166 3236,-1 48-973,8-220-3087,1-1 0,0 0-1,0 1 1,0-1 0,1 0 0,-1 0 0,1 1 0,0-1 0,0 0 0,0 0 0,0 0 0,1 0 0,-1 0 0,1 0 0,0 0-1,0 0 1,0 0 0,0-1 0,0 1 0,0-1 0,1 0 0,-1 0 0,1 0 0,0 0 0,0 0 0,-1 0 0,1-1 0,0 1-1,1-1 1,-1 0 0,0 0 0,6 1 0,-1 0-35,1-1 1,-1 0-1,1-1 0,0 0 0,-1 0 0,11-2 0,-15 2-24,0-1 1,0 0-1,-1-1 0,1 1 0,0 0 0,-1-1 0,1 0 0,-1 0 0,1 0 0,-1 0 0,0-1 0,0 1 0,0-1 1,0 0-1,3-4 0,2-5-199,0-1 0,-1 0 0,0 0 0,-1 0 0,0-1 0,-1 0 0,-1 0-1,0-1 1,1-16 0,1-14-1492,-2-78-1,-4 116 1671,-1-1 0,0 1 0,0 0 0,-1 0-1,1 0 1,-2 0 0,1 0 0,-1 1 0,0-1-1,0 1 1,-1-1 0,0 1 0,0 0 0,-8-8 0,-5-4 587,-1 0 0,-38-27 0,35 29 220,13 11-392,-2-4 257,10 9-803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2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255 468 3826,'0'0'10266,"-3"22"-9076,-18 132 773,14 56 1271,7-198-3037,0-12-188,0 1 1,0-1-1,0 0 0,1 1 0,-1-1 1,0 1-1,0-1 0,0 1 0,1-1 1,-1 0-1,0 1 0,0-1 0,1 1 1,-1-1-1,0 0 0,1 1 1,-1-1-1,1 0 0,-1 0 0,0 1 1,1-1-1,-1 0 0,1 0 0,-1 0 1,1 1-1,-1-1 0,1 0 0,0 0 1,22 2 93,-19-2-108,0-1-1,0 1 1,-1-1-1,1 0 1,0 0 0,0 0-1,0 0 1,-1-1-1,6-2 1,-4-1-38,0 0-1,-1 0 1,1-1 0,-1 1 0,-1-1 0,1 0 0,-1 0 0,0-1 0,0 1 0,-1 0 0,0-1-1,0 0 1,2-12 0,0-8-503,-2 0 0,-1-33 1,0 51 453,-1 0 1,0 0 0,-1 1-1,0-1 1,-1 0 0,0 0-1,0 0 1,-1 1 0,0-1-1,0 1 1,-1 0 0,0 0-1,-1 0 1,1 1 0,-1-1-1,-11-10 1,-96-89 193,80 78 310,0 0 1,-43-54-1,69 75-272,1-1-1,0 1 0,0-1 1,0 0-1,1-1 1,1 1-1,-5-18 0,4 8-45,2 1 0,0-1 0,1-24 1,1 40-104,0 0 1,0-1-1,0 1 1,1 0-1,-1-1 1,1 1-1,0 0 1,0-1-1,3-5 1,-3 8 1,0-1 1,0 0-1,1 1 1,-1-1 0,1 1-1,-1 0 1,1-1-1,-1 1 1,1 0 0,0 0-1,-1 0 1,1 0-1,0 0 1,0 0 0,0 0-1,0 1 1,2-1-1,5-1-22,-1 0-1,1 1 1,-1 0-1,1 1 0,-1 0 1,1 0-1,11 3 0,-15-2-3,0 0-1,0 0 1,0 0 0,0 1-1,0 0 1,0 0-1,0 1 1,-1-1-1,1 1 1,-1 0-1,1 0 1,4 6-1,-3-3 9,0 1 0,0 0 0,-1 0 0,-1 1 0,1 0 0,-1 0 0,0 0 0,-1 0 0,0 0 0,0 1 0,2 12 0,-1 5-150,-2 0 1,-1 41-1,-1-51 87,0-12 46,0 1 1,0 0 0,-1 0-1,0 0 1,0-1 0,-2 8-1,2-10-192,0 0 0,0 0 0,0 0 0,0-1 0,0 1 0,0 0 0,0-1 0,-1 1-1,1-1 1,-1 1 0,1-1 0,-1 0 0,1 1 0,-1-1 0,0 0 0,1 0-1,-5 1 1,-1-1-4736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3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61 4402,'0'0'6419,"-13"0"-494,5 5-5426,5 6-218,2-1 1,-1 1-1,1 0 0,1 0 0,0 0 0,2 15 1,-1 9 374,-1-35-650,0 0-1,0 1 0,0-1 0,0 1 0,0-1 1,0 1-1,1-1 0,-1 1 0,0-1 1,0 1-1,0-1 0,0 0 0,1 1 0,-1-1 1,0 1-1,0-1 0,1 0 0,-1 1 0,0-1 1,1 0-1,-1 1 0,0-1 0,1 0 0,-1 0 1,1 1-1,-1-1 0,0 0 0,1 0 1,-1 0-1,1 1 0,18-2 0,-15 0-91,-1 0-1,0 0 0,0 0 0,1-1 0,-1 1 0,0-1 0,0 0 0,0 0 1,4-3-1,-3 0-228,0 0 1,-1-1 0,1 1-1,-1 0 1,0-1 0,-1 0-1,1 0 1,-1 0 0,0 0-1,1-12 1,0-2-2183,-1 0 0,-2-22 0,1 41 2457,-1 0 1,0 0-1,0 0 1,0 0-1,0 0 1,0 0 0,-1 0-1,1 0 1,0 0-1,0 0 1,-1 0-1,1 0 1,0 0-1,-1 0 1,1 0-1,-1 0 1,1 0 0,-1 0-1,0 1 1,1-1-1,-1 0 1,0 0-1,0 1 1,1-1-1,-3-1 1,1 2 437,-1-1 0,1 0 0,-1 1 0,1 0 0,-1-1 0,0 1 0,1 0 0,-4 1 0,-5-1 1042,11 0-1401,-1 0 0,1 0 0,-1 1 1,1-1-1,-1 0 0,1 0 0,0 0 0,-1 1 0,1-1 0,-1 0 0,1 0 0,0 1 0,-1-1 0,1 0 0,0 1 0,-1-1 0,1 0 0,0 1 0,0-1 1,-1 1-1,1-1 0,0 0 0,0 1 0,0-1 0,-1 1 0,1-1 0,0 1 0,0-1 0,0 1 0,0-1 0,0 0 0,0 1 0,0-1 0,0 1 0,0-1 1,0 1-1,0-1 0,0 1 0,1-1 0,-1 1 0,0-1 0,0 1 0,1 5-1126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3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3762,'0'0'7931,"3"17"-5807,-3 6-1327,1-6-597,-1 0 1,-1-1-1,-1 1 0,-5 24 0,-58 195 166,-24 100 613,87-330-268,-2 10-2764,2-21-1978,2-10 709,0-1-1613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3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64,'0'0'14986,"0"6"-14338,-11 86 1025,11-12 237,1-79-1890,-1 0 0,0 0 1,0 1-1,1-1 0,-1 0 1,0 0-1,1 0 0,-1 0 1,1 0-1,0 0 0,-1 0 0,1 0 1,0 0-1,0 0 0,-1 0 1,1 0-1,0 0 0,0 0 0,0-1 1,0 1-1,0 0 0,0-1 1,0 1-1,1-1 0,-1 1 1,0-1-1,0 0 0,0 1 0,0-1 1,1 0-1,-1 0 0,0 0 1,0 0-1,0 0 0,2 0 1,1 0-37,-1 0 0,0 0 0,0 0 0,1-1 0,-1 1 0,0-1 0,0 0 0,0 0 0,0 0 0,0 0 0,0-1 0,0 1 0,4-3 0,-2-1-125,0-1 0,-1 1 0,1-1 0,-1 0 0,0 0 0,-1 0 0,1 0 0,-1-1 0,0 0 0,-1 1-1,3-10 1,-1 1-789,-1-1 0,-1 1-1,0-1 1,0-19-1,-2 34 944,-1 1 0,1-1 0,0 1 0,-1-1 0,1 0 0,-1 1 0,1-1 0,-1 1-1,1-1 1,-1 1 0,1 0 0,-1-1 0,1 1 0,-1-1 0,0 1 0,1 0-1,-1 0 1,0-1 0,1 1 0,-1 0 0,0 0 0,1 0 0,-1 0 0,0-1-1,1 1 1,-1 0 0,0 1 0,0-1 0,1 0 0,-2 0 0,-24 2 873,23-1-830,1-1 0,-1 1 0,1 0 0,-1 0 0,0 1 0,1-1 0,-4 2 0,4-1-153,0-1-1,0 0 1,-1 1-1,1-1 1,0 0-1,-1-1 1,1 1-1,-5 1 1,-7-2-2838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5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5539,'0'0'5743,"0"-7"-5265,0-22 42,0 21 3498,4 24-3436,7 52-208,-4 1 1,-1 76 0,-2-34-245,-4-108-124,0 1 1,0-1 0,1 1 0,-1-1 0,1 0-1,0 1 1,2 4 0,-3-7-6,1 0 1,0 0-1,-1 0 0,1 0 0,0 0 1,0-1-1,0 1 0,0 0 1,0-1-1,0 1 0,0-1 1,0 1-1,0-1 0,0 0 0,0 1 1,0-1-1,0 0 0,0 0 1,1 1-1,-1-1 0,0 0 0,0 0 1,2-1-1,3 1 18,0-1 0,0 0 0,0 0 0,-1 0 0,1-1 0,0 0 0,7-4 0,-7 4-13,0-1 1,0 1-1,0 0 0,0 1 1,0 0-1,0-1 0,10 1 1,91 1-1720,-106 0 1549,0 0-1,0-1 1,0 1-1,0 0 1,-1 0-1,1-1 1,0 1-1,0-1 1,-1 1-1,1-1 1,0 1 0,-1-1-1,1 1 1,0-1-1,-1 1 1,1-1-1,-1 0 1,1 1-1,-1-1 1,1 0-1,-1 0 1,0 1-1,1-1 1,-1-1 0,7-21-2782,-6 21 2682,3-31-4418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5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29 2417,'0'0'4327,"-1"-6"-3897,0-5-1778,-2 0 9901,5 30-6911,9 61-1039,5 64 80,-15 148 46,-2-161-386,4-113-131,-3-18-197,1 1 1,-1-1-1,0 0 0,1 1 1,-1-1-1,1 0 1,-1 0-1,1 1 0,-1-1 1,1 0-1,-1 0 1,1 0-1,-1 1 0,1-1 1,-1 0-1,1 0 1,0 0-1,-1 0 0,1 0 1,-1 0-1,1 0 1,-1 0-1,1 0 0,-1-1 1,1 1-1,-1 0 1,2 0-1,-2-1-5,1 0 1,0 1-1,0-1 0,-1 1 0,1-1 1,0 0-1,-1 1 0,1-1 0,-1 0 1,1 0-1,-1 1 0,1-1 0,-1 0 1,1 0-1,-1 0 0,0 0 0,1 0 1,-1 0-1,0 0 0,0 1 0,0-1 1,0 0-1,0 0 0,0 0 0,0-1 1,1-5-30,18-105-2646,-12 36-5445,-6 48 2929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6:5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17 4578,'0'0'6384,"1"-2"-5589,-1 1-703,0 1-1,0-1 0,0 1 1,0-1-1,0 1 0,0-1 1,0 1-1,0 0 0,0-1 0,0 1 1,0-1-1,0 1 0,0-1 1,0 1-1,-1 0 0,1-1 1,0 1-1,0-1 0,0 1 1,-1 0-1,1-1 0,0 1 1,0-1-1,-1 1 0,1 0 0,0 0 1,-1-1-1,1 1 0,0 0 1,-1-1-1,1 1 0,-1 0 1,1 0-1,0 0 0,-1 0 1,1-1-1,-1 1 0,0 0 1,0 0-29,-1 0 0,1 0 1,0 0-1,-1 0 1,1 0-1,0 0 1,-1 1-1,1-1 0,0 1 1,-1-1-1,1 1 1,0-1-1,0 1 1,-1 0-1,1-1 0,-1 2 1,-5 4-48,0 1 1,1-1-1,0 1 0,0 0 1,1 0-1,0 1 0,-7 13 1,-24 61 129,36-82-146,-5 13 63,1 0 1,1 0-1,0 0 0,1 0 0,0 16 0,1 69 481,2-46-301,-1-36-76,1-1 0,4 28 0,-3-35-74,0 0 1,0-1-1,1 0 1,0 1-1,1-1 1,0 0-1,6 9 1,-3-6 110,1 1 1,0-2 0,1 1-1,-1-1 1,12 8-1,-16-13-156,1-1-1,0 0 0,0 0 0,0 0 0,1 0 1,-1-1-1,1 0 0,-1 0 0,1-1 1,0 1-1,-1-1 0,1 0 0,8 0 1,-4-1-15,-7 0-17,0 1 0,0-1 1,0 0-1,0 0 0,0 0 1,0 0-1,1-1 0,-1 1 1,0-1-1,0 0 0,0 0 0,0 0 1,0 0-1,-1 0 0,1-1 1,0 1-1,0-1 0,-1 0 1,1 0-1,-1 0 0,0 0 0,3-3 1,0-2-146,-1 0 0,0-1 0,0 1 1,-1 0-1,0-1 0,0 0 0,-1 0 1,0 0-1,1-13 0,0-8-953,-2-40 0,-2 38 623,2 22 163,-1 1 0,-1-1 0,0 1 0,0-1 0,-1 1 0,-4-13 0,5 18 276,0 1 1,0-1-1,0 1 1,0 0 0,-1 0-1,1-1 1,-1 1-1,0 0 1,0 0-1,0 1 1,0-1 0,0 0-1,0 1 1,0-1-1,0 1 1,-1-1-1,1 1 1,-1 0 0,1 0-1,-1 0 1,1 1-1,-1-1 1,1 0-1,-1 1 1,-4 0-1,3-1 123,-1 0 0,1 1 0,-1-1 0,1 1 0,-1 0 0,0 1 0,1-1 0,-1 1 0,1 0 0,0 0 0,-1 0 0,1 1 0,0 0 0,0 0 0,0 0 0,-7 4 0,-24 32 384,29-31-511,0 0-1,0-1 1,0 1 0,-1-1 0,1 0 0,-1-1-1,-14 8 1,18-12-507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17:0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39 5523,'0'0'6269,"0"-3"-5645,0-17 281,0 9 2072,-2 10-2945,0 1 0,0-1-1,-1 0 1,1 1 0,-1-1 0,1 1-1,0 0 1,-1 0 0,1 0-1,-1 0 1,-3 1 0,4-1-18,-7 0-12,0-1 10,1 1 0,-1 1 0,0 0 0,-12 2 0,17-1-7,0-1 0,1 1-1,-1-1 1,1 1 0,0 0 0,-1 0 0,1 1 0,0-1 0,0 1 0,0 0 0,1-1-1,-5 7 1,2-1 14,0-1 0,0 1 1,1 0-1,1 0 0,-1 0 0,2 0 0,-1 0 0,1 1 0,0-1 0,-1 13 0,1 10 462,2 49-1,1-36 164,-1-39-555,0 1 1,0-1-1,1 1 1,0-1-1,0 1 1,0-1-1,1 0 1,-1 1-1,1-1 1,1 0-1,2 5 1,-3-7-37,0 0 1,0 0-1,1-1 1,-1 1-1,1-1 0,0 1 1,0-1-1,0 0 1,0 0-1,0 0 0,0 0 1,1-1-1,-1 1 1,0-1-1,1 0 0,-1 0 1,7 1-1,-6-1-44,0 0 0,0-1 0,0 1 0,0-1 0,0 0 0,0 0 0,-1 0 0,1-1 0,0 1 0,0-1 0,0 0-1,0 0 1,0 0 0,-1-1 0,1 1 0,-1-1 0,1 0 0,-1 0 0,0 0 0,1 0 0,-1-1 0,0 1 0,0-1 0,-1 0 0,1 0 0,-1 0 0,1 0 0,-1 0 0,0 0-1,0-1 1,0 1 0,-1-1 0,2-4 0,4-10-371,-1-1 0,-1 0 1,0 0-1,-2 0 0,2-24 0,-2-101-2682,-4 94 4367,2 58-1035,10 31 15,-1 1-1,-3 0 1,4 64 0,-8 123 803,-4-135-769,1-80-319,0-1-1,-1 0 0,0 1 0,-1-1 0,0 0 0,-1 0 0,-8 21 0,10-28-57,-1-1 1,0 1 0,0-1-1,-1 1 1,1-1 0,-1 0 0,1 0-1,-1 0 1,0-1 0,0 1-1,-1-1 1,1 0 0,0 1-1,-1-1 1,1-1 0,-1 1-1,0 0 1,1-1 0,-1 0 0,0 0-1,0 0 1,0 0 0,0-1-1,0 1 1,-7-1 0,-5 0-642,-24 0-1528,38 0 1947,1 0 1,-1 0-1,1-1 0,-1 1 1,0-1-1,1 1 0,-1-1 1,1 0-1,-1 0 0,1 1 0,0-1 1,-1 0-1,1 0 0,0 0 1,0-1-1,-1 1 0,1 0 1,0 0-1,0-1 0,-1-1 1,-9-25-5913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5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66 5811,'0'0'5471,"0"0"-5411,0 0 0,-1 0 0,1 0 0,0 0 0,0 0 0,0 0 0,-1-1 0,1 1 0,0 0 0,0 0 0,0 0 0,0 0 0,0 0 0,-1 0 0,1 0 0,0-1 0,0 1 0,0 0 0,0 0 0,0 0 0,0 0 0,0 0 0,0-1 0,0 1 0,-1 0 0,1 0 0,0 0 0,0 0 0,0-1 0,0 1-1,0 0 1,0 0 0,0 0 0,0-1 0,0 1 0,0 0 0,0 0 0,0 0 0,1 0 0,-1-1 0,0 1 0,0 0 0,0 0 0,3-6-54,0 1 1,1 0-1,-1 0 0,1 1 1,0-1-1,1 1 0,-1 0 0,1 0 1,0 0-1,7-4 0,-11 7-8,0 1 0,1-1 1,-1 0-1,1 1 0,-1-1 0,1 1 0,-1-1 0,1 1 0,-1 0 0,1 0 0,-1 0 0,1-1 0,0 2 0,-1-1 0,1 0 0,-1 0 0,1 0 0,-1 1 0,1-1 0,-1 1 0,1-1 0,-1 1 0,1-1 0,-1 1 0,0 0 0,1 0 0,-1 0 0,0 0 0,0 0 0,0 0 0,1 0 1,-1 0-1,0 0 0,0 1 0,-1-1 0,1 0 0,1 2 0,9 34 113,-7-25-38,-1 0 0,4 21 1,-1 139 530,-6-163-600,0-5-11,-1 1 0,0-1 0,0 0 0,-1 1 1,1-1-1,-1 0 0,0 0 0,0 0 0,0 0 0,-1-1 1,1 1-1,-1-1 0,0 1 0,0-1 0,0 0 0,-1 0 0,1 0 1,-6 3-1,2-1-15,0 0 0,0-1 0,-1 0 0,1 0 0,-1-1 0,0 1 0,0-2 0,-17 4 0,-6-5-845,30-1 813,3 2 70,-1 0 0,1 0 0,-1 0 0,1 0 0,0 0 0,0-1 0,-1 1-1,3 1 1,1 1 31,71 68 1247,-72-69-1127,-4-3-315,0 0-1,1 0 1,-1 0 0,0 0-1,0 1 1,0-1-1,1 0 1,-1 0 0,0 0-1,0 0 1,0 1 0,0-1-1,1 0 1,-1 0-1,0 0 1,0 1 0,0-1-1,0 0 1,0 0-1,0 1 1,0-1 0,0 0-1,0 0 1,0 1 0,0-1-1,0 0 1,0 0-1,0 1 1,0-1 0,0 0-1,0 1 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56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4978,'0'0'6211,"0"37"-5555,0-5 33,0 2-65,0 4-304,0-7-128,0-2-160,0-11-32,0-8-48,0-48-11429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5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2001,'0'0'4066,"0"-5"-3938,0-10-120,0 3 3543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5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12 3009,'0'0'4058,"-25"-6"-2185,52 7 3080,4 2-3785,43 2-1390,-70-5 254,2 1-109,0-1 0,0 0 0,-1 0 0,1-1 0,0 0 0,0 0 1,-1 0-1,1-1 0,0 0 0,5-3 0,-10 5 62,-1 0 0,0 0 0,0-1 0,1 1 0,-1 0 0,0 0 0,1-1 0,-1 1 0,0 0 0,1 0 0,-1 0 0,0 0 0,1 0 0,-1 0 0,1-1 0,-1 1 1,0 0-1,1 0 0,-1 0 0,0 0 0,1 0 0,-1 0 0,0 1 0,1-1 0,-1 0 0,1 0 0,-1 0 0,0 0 0,1 0 0,-1 0 0,0 1 0,1-1 0,-1 0 0,0 0 0,0 0 0,1 1 0,-1-1 0,0 0 0,1 0 0,-1 1 0,0-1 0,0 20 185,-14 22 569,7-22-597,0 0 0,1 0-1,1 1 1,-4 41 0,5 87 188,5-108-104,11 105 155,0 1 348,-12-146-591,0-3-202,0-82-3213,0 25-3928,0 35 2342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1:5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6883,'0'0'6963,"181"-22"-6963,-167 16-240,-11 6-1441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2:4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70 1969,'0'0'579,"0"-5"-496,0-13 114,0 4 2620,-2 13-2220,1 0 0,-1 1 0,0-1-1,1 1 1,-1-1 0,1 1 0,-1 0 0,0 0-1,0-1 1,1 1 0,-1 0 0,0 1 0,-4-1 3447,6-1-4024,0 1 1,0-1-1,0 0 1,0 0-1,0 1 0,0-1 1,0 0-1,0 1 1,1-1-1,-1 0 1,0 0-1,0 1 0,1-1 1,-1 0-1,1 1 1,-1-1-1,0 1 0,1-1 1,-1 1-1,1-1 1,0 1-1,0-2 1,7 0-30,0-1 0,0 1 0,0 0 0,0 1 0,15-1 0,-19 2 6,0 0 0,0 0 0,1 0 0,-1 1 0,0-1 0,0 1 0,6 3 0,-8-3 1,1 0 1,-1 1-1,0-1 0,0 1 1,0-1-1,0 1 0,0 0 0,-1 0 1,1 0-1,-1 0 0,1 0 1,-1 0-1,2 3 0,1 4 5,-1-1-1,1 1 0,-1-1 1,-1 1-1,0 0 1,0 0-1,1 16 0,-4 69 31,0-43-23,-1-43-6,1 0 0,-1 0 0,-1 0 0,0 0 0,0-1 1,0 1-1,-1 0 0,0-1 0,0 0 0,-6 7 1,-8 14-6,6-4 42,2-7-40,1 1 1,-19 22-1,-3-17-284,18-14 217,1-1 6,12-6 328,8-2 353,7-4-558,0 0-1,-1-1 0,21-10 1,21-8-32,-43 20 11,0 0 0,0 1 0,19-2 0,-26 4-27,-1 0 0,1 0 0,-1 0 1,1 1-1,-1 0 0,1 0 1,-1 0-1,1 0 0,-1 1 0,9 4 1,-14-6-39,0 0 0,1 0 1,-1 0-1,0 0 1,0 1-1,1-1 0,-1 0 1,0 0-1,0 0 0,1 1 1,-1-1-1,0 0 1,0 0-1,0 1 0,1-1 1,-1 0-1,0 0 0,0 1 1,0-1-1,0 0 1,0 0-1,0 1 0,1-1 1,-1 0-1,0 1 0,0-1 1,0 0-1,0 1 1,0-1-1,0 0 0,0 1 1,0-1-1,0 0 0,-1 0 1,1 1-1,0-1 0,0 0 1,0 1-1,0-1 1,0 0-1,0 0 0,-1 1 1,1-1-1,0 0 0,0 0 1,0 1-1,-1-1 1,1 0-1,0 0 0,0 0 1,-1 1-1,-13 8-2592,12-9 2069,-21 12-3232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2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1 368,'0'0'6168,"-7"1"-6088,-28 4 465,35 11 583,-2-8-907,0 0-1,-1 0 0,0-1 1,0 1-1,-1-1 0,-5 9 1,-10 22 282,12-14-1234,7-23 19,-3-1-878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30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31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1 384,'-67'110'2340,"54"-88"7286,15-25-9549,0 1-1,0 0 1,0 0 0,0 0 0,0 0 0,1 0 0,-1 0 0,1 0-1,-1 1 1,1 0 0,0-1 0,0 1 0,0 0 0,-1 0 0,1 0-1,0 1 1,0-1 0,0 1 0,0-1 0,5 1 0,69 0 1606,-53 16-1221,-13-7-313,-9-7-130,-1-1-1,1 1 0,-1-1 0,1 0 0,-1 0 1,1 0-1,0 0 0,-1 0 0,1 0 0,0 0 1,0 0-1,0-1 0,0 1 0,0-1 1,0 1-1,0-1 0,3 0 0,-4 0-15,-1 1-1,1-1 0,-1 0 0,0 0 1,1 0-1,-1 1 0,1-1 1,-1 0-1,0 1 0,1-1 1,-1 0-1,0 1 0,0-1 1,1 0-1,-1 1 0,0-1 0,0 1 1,1-1-1,-1 0 0,0 1 1,0-1-1,0 1 0,0-1 1,0 1-1,0-1 0,1 1 0,-1-1 1,0 0-1,0 1 0,-1 0 1,1 18-124,0-15 61,0 18-14,1-14 102,-1-1 0,0 0 0,0 0 1,0 1-1,-1-1 0,0 0 0,-1 0 1,0 0-1,-3 10 0,-3-1 30,3-5-130,-1 0 0,0 0 0,-1-1 0,-7 11 0,10-18-26,1 1 0,-1-1-1,1 0 1,-1 0 0,0 0-1,0-1 1,0 1 0,0-1-1,-1 0 1,1 0 0,-1-1-1,1 1 1,-1-1-1,-5 1 1,-34 4-35,43-6 258,19-3-50,10-5 86,-17 4-163,-1 1 1,1 1-1,-1 0 1,1 0-1,12 1 1,-20 0 23,0 1 0,0 0 0,0 0 0,0 0 0,0 0 1,0 1-1,0-1 0,0 1 0,0 0 0,-1 0 0,1 0 0,0 0 0,-1 0 0,1 1 1,0-1-1,-1 1 0,0-1 0,1 1 0,-1 0 0,0 0 0,0 0 0,0 0 0,0 1 0,0-1 1,-1 1-1,1-1 0,1 3 0,1 1 56,-1 1-1,1-1 1,-1 1-1,0 0 1,-1 0 0,1 0-1,-1 0 1,1 13 0,-1 3 26,0 34 1,-2-38-58,-1-15-33,1 0 0,-1 0 0,1 0 0,-1 0-1,0 0 1,0 0 0,-1-1 0,1 1 0,-1 0 0,0-1 0,0 1 0,0-1-1,-1 0 1,1 1 0,-1-1 0,1 0 0,-1-1 0,0 1 0,0 0 0,-7 3 0,4-2-13,0 0 0,0-1 0,-1 0 1,1 0-1,-1-1 0,0 0 0,0 0 1,0-1-1,0 1 0,0-1 1,-9-1-1,-3 1 41,12 0-80,0-1 0,1 1 0,-15-3 0,20 2 27,0 0 0,-1-1 1,1 1-1,0-1 0,-1 1 0,1-1 0,0 1 1,0-1-1,-1 0 0,1 1 0,0-1 1,0 0-1,0 0 0,0 0 0,0 0 1,0 0-1,0 0 0,0 0 0,1 0 1,-1 0-1,0-1 0,0 1 0,1 0 1,-1-2-1,0 1-231,-8-17 503,-2 14-6077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3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8 123 4210,'0'0'6440,"-1"-6"-6096,0-1-267,-1-1 150,1 0 0,0 0-1,-1-14 1,2 20-199,0 0 0,1 0 1,-1 0-1,0 0 1,0 0-1,1 0 0,-1 0 1,1 0-1,0 1 0,0-1 1,-1 0-1,1 0 0,0 1 1,0-1-1,1 0 0,-1 1 1,0-1-1,1 1 0,-1-1 1,0 1-1,1 0 0,3-2 1,6-2-14,1 1 0,0 1 1,0-1-1,0 2 0,1 0 0,-1 1 1,1 0-1,-1 0 0,0 2 1,24 2-1,-34-2 2,0-1 0,0 1 1,1 0-1,-1 0 0,0 0 1,0 0-1,0 0 0,0 0 0,0 0 1,0 1-1,-1-1 0,1 1 1,0-1-1,-1 1 0,1 0 1,-1 0-1,0-1 0,1 1 0,-1 0 1,0 0-1,0 0 0,0 1 1,0-1-1,-1 0 0,1 0 0,0 0 1,-1 1-1,1 2 0,0 10 93,1 0 1,-2 0-1,-1 21 0,0-13 90,2 40-17,-2 69 269,0-123-427,0 0 0,-1-1 0,0 1 0,-1-1 0,1 1 1,-2-1-1,1 0 0,-1 0 0,0 0 0,-1-1 0,-9 13 0,11-16 2,-1 0 0,0 1 0,0-1 0,0 0 0,0-1 0,-1 1 0,0-1 0,0 0 0,0 0 0,0-1 0,0 1 0,0-1 0,-1 0 0,1-1 0,-1 1 0,1-1-1,-1 0 1,-8 0 0,12 0-55,0-1 0,0 0 0,0 0 0,0-1-1,0 1 1,0 0 0,0-1 0,0 1 0,0-1 0,0 0-1,0 1 1,0-1 0,0 0 0,1 0 0,-1 0 0,-2-2-1,2 1-37,1 0 1,-1-1-1,1 1 0,0-1 0,-1 1 0,1-1 0,0 1 0,0-1 0,0 1 0,1-1 0,-1-4 0,-1-7-150,0 0 0,1 0 1,1-16-1,1 12 170,-1 17 49,0-1 1,0 1 0,1 0 0,-1-1-1,1 1 1,-1 0 0,1 0-1,-1-1 1,1 1 0,0 0 0,0 0-1,-1 0 1,1 0 0,0 0-1,0 0 1,0 0 0,0 0 0,0 0-1,0 1 1,1-1 0,-1 0-1,0 1 1,0-1 0,0 0 0,1 1-1,-1 0 1,0-1 0,1 1-1,-1 0 1,0 0 0,1 0 0,1 0-1,1-1 31,-1 1 0,0 0-1,1 0 1,-1 0-1,0 1 1,1-1 0,-1 1-1,0 0 1,0 0 0,1 0-1,-1 0 1,0 0-1,0 1 1,4 2 0,3 6 298,1 0 1,-2 1-1,1 1 1,-1 0-1,-1 0 1,8 15-1,-9-15-62,0 0 1,0 0-1,1-1 0,1 0 0,0-1 0,0 1 1,1-2-1,17 13 0,-25-20-326,1-1 0,-1 0 0,1 0 0,-1 0 0,1-1 0,0 1 0,-1 0 1,1-1-1,0 0 0,0 0 0,-1 0 0,4 0 0,-5 0 34,-1 0-60,0 0 1,0 0 0,0 0 0,1 0 0,-1 0 0,0 0 0,0 0 0,1 0 0,-1-1 0,0 1 0,0 0 0,0 0 0,1 0 0,-1 0 0,0 0 0,0-1 0,0 1 0,0 0 0,0 0 0,1 0 0,-1-1 0,0 1 0,0 0 0,0 0 0,0 0 0,0-1-1,0 1 1,0 0 0,0 0 0,0-1 0,0 1 0,0 0 0,0 0 0,0-1 0,0 1 0,0 0 0,0 0 0,0-1 0,0 1 0,0 0 0,0 0 0,0 0 0,0-1 0,0-2-956,0-17-4266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3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6515,'0'0'6051,"7"10"-5427,-7 8-16,0 8 241,0 11-465,0-2 64,0 2-208,0-2-208,0-16-64,0-4-656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5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3121,'4'4'11005,"-10"14"-10778,-6 36 0,9-36-178,-11 35 1,11-43-40,1-1 0,0 1 0,1-1 1,-1 19-1,-3 16 19,3-24 29,0 1 1,1-1-1,2 24 0,0-5 34,0-23 25,1 0 0,1 0 0,0-1 0,1 1 0,1-1-1,0 0 1,1-1 0,1 1 0,13 20 0,-15-27-3,0 0 0,0-1 0,1 0 0,0 0 0,0 0 0,1 0 0,8 5 0,-10-8-74,-1-1 1,1-1-1,0 1 1,0-1-1,1 1 1,-1-1-1,0-1 1,1 1-1,-1-1 0,1 0 1,-1 0-1,10-1 1,-12 1-26,-1-1 1,0-1 0,1 1-1,-1 0 1,0 0-1,1-1 1,-1 0-1,0 1 1,1-1 0,-1 0-1,0 0 1,0 0-1,0 0 1,4-3 0,-2 0-19,-1 0 0,0 0 0,0 0 1,0 0-1,3-7 0,1 1-92,-2 2 19,-1-1 0,0 1-1,0-1 1,0 0 0,-1 0-1,0 0 1,-1 0 0,0 0-1,0-1 1,-1 1 0,-1-1-1,0-12 1,0 12 36,1 6 30,-1-1-1,0 0 1,0 1-1,0-1 1,0 1-1,-1-1 1,0 1-1,0-1 1,0 1-1,-1-1 1,0 1-1,1 0 0,-1 0 1,-1 0-1,-2-4 1,4 6 1,-9-11-29,0 1 0,-20-19 0,27 28 29,-1 0 0,1 1 0,-1-1 0,0 1 0,0 0 0,0 0 0,0 0 0,0 0-1,0 1 1,0 0 0,-1-1 0,1 2 0,0-1 0,-8 0 0,10 1 5,0 0 0,0 0 1,0 0-1,0 0 0,-1 0 0,1 1 0,0-1 1,0 1-1,0 0 0,0-1 0,0 1 0,0 0 0,0 0 1,0 0-1,-2 3 0,0-1-3,1 1 0,0 0 0,1 0-1,-1 0 1,1 0 0,-2 5 0,1-4 11,-4 7-36,1 1-1,0 0 0,1 1 0,1 0 0,0-1 0,1 1 0,0 1 0,-1 19 0,4-33-770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5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1857,'0'0'5549,"0"-15"-739,0 55-4714,7 391 929,-3-357-356,8-141-4296,-4 25 571,-4 14-1194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3:5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7 544,'-4'-7'11011,"3"7"-10994,-1 1-1,0-1 1,1 0 0,-1 0 0,0 1 0,1-1 0,-1 1 0,0-1 0,1 1 0,-1-1 0,1 1-1,-1 0 1,1 0 0,0 0 0,-1 0 0,1 0 0,0 0 0,0 0 0,-1 1 0,1-1 0,0 0 0,-1 3-1,-12 11 228,8-8-130,0 0 0,1 0 0,0 0 1,-7 12-1,-4 7-50,-8 8-38,-31 33 0,43-55-21,0 0-1,-1-1 1,0 0 0,-1-1-1,-23 14 1,37-25-28,0 1 0,0 0-1,0 0 1,0-1 0,1 1 0,-1 0 0,0 0-1,0-1 1,0 1 0,0 0 0,0-1 0,0 1-1,0 0 1,0 0 0,0-1 0,0 1 0,0 0-1,-1-1 1,1 1 0,0 0 0,0 0 0,0-1 0,0 1-1,0 0 1,0 0 0,-1-1 0,1 1 0,0 0-1,0 0 1,0 0 0,0-1 0,-1 1 0,1 0-1,0 0 1,0 0 0,-1 0 0,1 0 0,0-1 0,0 1-1,-1 0 1,1 0 0,0 0 0,0 0 0,-1 0-1,1 0 1,0 0 0,-1 0 0,1 0 0,0 0-1,0 0 1,-1 0 0,1 0 0,0 0 0,-1 0-1,1 0 1,0 0 0,0 0 0,-1 1 0,1-1 0,0 0-1,0 0 1,-1 0 0,12-21-624,-8 18 608,0 0 0,1 0 0,-1 1 0,1-1 0,-1 1 0,1 0 0,0 0 0,0 0 0,0 0-1,0 1 1,0-1 0,0 1 0,0 0 0,1 1 0,-1-1 0,0 1 0,1 0 0,-1 0 0,7 1 0,-8-1 92,1 1 1,-1 0 0,0 0 0,0 0-1,0 0 1,1 1 0,-1-1 0,0 1-1,-1 0 1,1 0 0,0 0 0,0 0-1,-1 0 1,0 1 0,1-1-1,-1 1 1,0-1 0,0 1 0,0 0-1,2 4 1,6 10 422,-1 1-1,9 21 1,-16-32-324,23 58 1049,-15-35-295,2-1-1,29 53 0,-40-80-904,0 0 0,0 0 0,1 0 0,-1 0 0,1-1 0,-1 1 0,1 0 0,0-1 0,-1 1 0,1-1 0,0 1-1,0-1 1,0 0 0,0 0 0,0 0 0,1 0 0,-1 0 0,0 0 0,0-1 0,1 1 0,-1-1 0,0 1 0,1-1 0,3 0 0,-5 0-68,-1 0 0,1 0-1,-1 0 1,1 0 0,-1 0 0,1 0-1,-1-1 1,1 1 0,-1 0 0,1 0 0,-1 0-1,1-1 1,-1 1 0,1 0 0,-1 0 0,1-1-1,-1 1 1,0 0 0,1-1 0,-1 1 0,1-1-1,-1 1 1,0-1 0,0 1 0,1-1-1,2-26-3704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0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52 2817,'0'0'6206,"-14"9"-2653,14-9-3484,-1 0 0,0 0-1,0 0 1,1 0-1,-1 0 1,0 0-1,1 0 1,-1 0 0,0 0-1,1 0 1,-1 0-1,0-1 1,1 1 0,-1 0-1,0-1 1,1 1-1,-1 0 1,1-1-1,-1 1 1,0-1 0,1 1-1,-1-1 1,1 1-1,-1-1 1,1 0-1,-2-17-83,3 6-176,-1 11 188,0 0-1,0 0 0,-1 0 1,1 0-1,1 0 1,-1 0-1,0 0 1,0 1-1,0-1 1,0 0-1,1 0 0,-1 0 1,0 0-1,1 0 1,-1 0-1,1 1 1,-1-1-1,1 0 0,-1 0 1,1 1-1,0-1 1,0-1-1,1 2 2,-1-1 1,1 1-1,0-1 0,-1 1 0,1 0 0,0 0 1,0 0-1,-1 0 0,1 0 0,1 0 0,8 0-69,0 0 86,-6 0-27,-1 0-1,1 0 1,0 0-1,-1 1 1,1 0-1,5 1 1,-9-1 25,1-1 1,0 1 0,-1 0 0,1 0-1,-1 0 1,1 0 0,-1 1 0,0-1-1,1 0 1,-1 1 0,0-1 0,0 1-1,0-1 1,0 1 0,0-1 0,0 1-1,0 0 1,-1-1 0,1 3-1,4 8 36,-1 1 0,-1 0 0,0-1 0,0 1-1,-1 1 1,-1 25 0,0-8 73,0-20-105,0-1 0,-1 1 0,-1-1 0,1 1-1,-2-1 1,0 1 0,0-1 0,0 0 0,-6 12 0,-14 26-11,-3-2 0,-2 0 0,-55 71 0,80-115-35,0 0 0,0 0 0,0 0 0,0 0 0,-1 0 1,1-1-1,0 1 0,-1-1 0,1 0 0,-1 1 0,0-1 0,1-1 1,-1 1-1,0 0 0,0-1 0,0 1 0,1-1 0,-1 0 0,0 0 1,0 0-1,-3 0 0,5-1 17,0 1 1,0-1-1,-1 1 0,1-1 1,0 1-1,0-1 1,1 0-1,-1 1 0,0-1 1,0 0-1,0 0 0,0 0 1,1 0-1,-1 0 1,0 0-1,1 0 0,-1 0 1,1 0-1,-1 0 1,1 0-1,-1 0 0,1 0 1,0-1-1,0 1 0,-1 0 1,1 0-1,0-2 1,-3-36-235,3 22 75,-1 9 88,1 0 1,0-1 0,1 1 0,0 0 0,3-13 0,-4 20 82,1-1 0,-1 0 0,1 0 0,0 1 0,0-1 1,0 1-1,0-1 0,0 1 0,0-1 0,0 1 0,1-1 1,-1 1-1,0 0 0,1 0 0,-1 0 0,1 0 0,-1 0 1,1 0-1,0 0 0,-1 0 0,1 0 0,0 1 1,0-1-1,0 1 0,-1-1 0,1 1 0,0 0 0,0 0 1,0 0-1,2 0 0,0 0 10,0 0 50,0 0 0,1 0 0,-1 0 0,0 1 0,8 1 0,-10-1-15,0 0-1,0 0 1,0 1-1,0-1 1,0 0 0,0 1-1,0 0 1,-1-1-1,1 1 1,-1 0 0,1 0-1,1 3 1,54 97 1868,-39-67-927,22 33-1,-39-66-971,1 1-1,0-1 1,-1 0 0,1 0-1,0 0 1,0 0-1,1 0 1,-1 0-1,0 0 1,0-1 0,1 1-1,-1-1 1,1 1-1,0-1 1,-1 0 0,1 0-1,0 0 1,-1-1-1,1 1 1,3 0 0,-5-1-417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0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5795,'0'0'5122,"-14"192"-4434,14-158-368,0-8-175,0-11-113,0-24-4114,0-29 432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09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4594,'0'0'5840,"3"0"-4757,-3 0-991,1 0 0,0 0 0,0 0 0,0 1 0,0-1 0,0 0 0,0 1 0,0-1 0,0 0 0,0 1 0,-1-1 0,1 1 0,0-1 0,0 1 0,0 0 0,-1-1 0,1 1 0,0 0-1,-1-1 1,1 1 0,-1 0 0,1 1 0,1 1 85,0 0 0,-1 1-1,0-1 1,1 1 0,-1-1 0,0 6-1,1 8 383,0 32 1,-2-45-485,0 191 918,0-194-1008,0 0 1,1-1-1,-1 1 1,0 0-1,0 0 1,1 0-1,-1-1 1,0 1-1,1 0 1,-1 0-1,1-1 1,-1 1-1,1 0 1,-1-1-1,1 1 1,-1-1-1,1 1 1,0-1-1,-1 1 0,1-1 1,0 1-1,0-1 1,-1 1-1,1-1 1,0 0-1,0 0 1,-1 1-1,1-1 1,0 0-1,0 0 1,0 0-1,0 0 1,-1 0-1,1 0 1,0 0-1,0 0 1,0 0-1,0 0 1,-1-1-1,1 1 1,1-1-1,2 1-139,-1-1 0,0 0 0,1 0 0,-1 0 0,0 0 0,1 0 0,-1-1 0,0 0 0,3-1-1,-2-1 99,0 0 0,0 1-1,0 0 1,0 0-1,1 0 1,-1 1-1,1-1 1,0 1-1,0 0 1,0 1 0,0-1-1,0 1 1,0 0-1,0 0 1,0 1-1,1-1 1,-1 1-1,10 1 1,-14-1-64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09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4034,'0'0'4546,"2"-2"-4106,-1 0-44,6-6-578,1 5 4079,-7 3-3854,-1 1 0,1-1-1,-1 1 1,1-1 0,-1 1-1,0-1 1,1 1-1,-1 0 1,1-1 0,-1 1-1,0 0 1,1-1 0,-1 1-1,0 0 1,0-1-1,0 1 1,0 0 0,1-1-1,-1 1 1,0 0 0,0 1-1,2 22 252,-2-19-192,11 241 1494,3 23-238,-14-268-1347,0 0-6,-1-1-1,1 0 1,0 1 0,0-1-1,0 0 1,0 1 0,0-1-1,0 0 1,0 1 0,0-1-1,0 0 1,0 1 0,0-1-1,0 0 1,0 1 0,0-1-1,1 0 1,-1 1 0,0-1-1,0 0 1,0 1 0,0-1-1,0 0 1,1 0 0,-1 1-1,0-1 1,0 0 0,1 0-1,-1 1 1,0-1 0,0 0-1,1 0 1,-1 0 0,0 1-1,1-1 1,-1 0 0,0 0-1,1 0 1,-1 0 0,0 0-1,1 0 1,-1 0 0,0 0-1,1 0 1,-1 0 0,0 0-1,1 0 1,-1 0 0,0 0-1,1 0 1,-1 0 0,1 0-1,0 0-6,0-3-33,0 0 0,-1 1 0,1-1 0,-1 0 0,1 0 0,-1 0 0,0 0 0,0 1 0,0-1 0,-1-5 0,1 3-221,0-33-2208,0 2-3801,0 22 2058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1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196 290 4994,'0'0'8199,"0"10"-7137,0 24-464,-2-1 1,-10 50-1,8-54-151,2 0-1,1 53 1,1-44 89,0-36-489,0 1 0,0-1 1,0 1-1,1-1 1,-1 1-1,0-1 0,1 1 1,0-1-1,0 1 1,-1-1-1,2 0 1,-1 0-1,0 1 0,0-1 1,1 0-1,-1 0 1,1 0-1,-1 0 0,1 0 1,3 2-1,-1-1-5,-1-2-1,1 1 1,0 0 0,0-1-1,0 0 1,0 0 0,0 0-1,0 0 1,0 0-1,0-1 1,0 0 0,4 0-1,-5 0-20,1 0 0,-1 0 0,0 0 0,0-1 0,0 1 0,0-1 0,1 0 0,-1 1 0,0-2 0,0 1-1,0 0 1,4-3 0,-4 1-17,0 0-1,0 1 0,-1-1 0,1 0 0,-1-1 0,0 1 0,0 0 1,0-1-1,0 1 0,2-6 0,0-6-291,0 0 0,-1-1 1,0 1-1,-1 0 0,-1-1 0,-1 0 0,0 1 0,-4-27 1,3 37 211,0-1 0,-1 1 0,0 0 0,0 0 0,0 0 1,0 0-1,-1 0 0,0 1 0,0-1 0,0 1 0,-1 0 1,1 0-1,-1 0 0,0 0 0,-5-4 0,-11-6 42,0-1 0,-22-11 0,26 17 29,-81-56-23,86 57 9,1-1-1,0-1 0,0 0 1,1 0-1,0-1 0,-10-16 1,16 21-18,0 0 1,1-1 0,0 1 0,0-1 0,0 0 0,1 1 0,0-1 0,1 0 0,-1 0 0,2-13 0,-1 9-117,0 8 105,1 1 0,0 0 1,-1-1-1,1 1 0,0 0 0,0 0 0,0-1 1,0 1-1,1 0 0,-1 0 0,1 0 1,-1 0-1,1 0 0,-1 1 0,1-1 1,0 0-1,0 1 0,0 0 0,0-1 0,0 1 1,0 0-1,4-2 0,8-3-86,-1 0 0,22-5 0,-31 9 72,12-2-16,0 0 0,0 1 0,1 0 1,-1 2-1,1 0 0,0 0 1,20 4-1,-34-3 71,0 1 1,-1-1 0,1 1-1,0 0 1,0 0-1,-1 0 1,1 1-1,-1-1 1,1 0-1,-1 1 1,0 0-1,1 0 1,-1 0-1,0-1 1,0 2-1,0-1 1,-1 0-1,1 0 1,0 1-1,-1-1 1,0 1-1,1-1 1,-1 1-1,0 0 1,0-1 0,-1 1-1,1 0 1,0 5-1,2 9 218,-1 1 0,-1 0 0,-2 29 0,0-18 269,1-2-33,-1-1 0,0 1 0,-3 0 0,0-1 0,-11 36 0,12-51-253,2-6-149,0 0 0,-1 0 0,0 0-1,0 0 1,0 0 0,0 0 0,-1 0 0,-4 5-1,7-10-100,0 0 0,0 0-1,0 0 1,-1 0 0,1 0 0,0 1-1,0-1 1,0 0 0,-1 0 0,1 0-1,0 0 1,0 0 0,-1 0 0,1 0-1,0 0 1,0 0 0,-1 0-1,1 0 1,0 0 0,0 0 0,-1 0-1,1 0 1,0 0 0,0-1 0,-1 1-1,1 0 1,0 0 0,0 0 0,0 0-1,-1 0 1,1 0 0,0-1-1,0 1 1,0 0 0,0 0 0,-1 0-1,1-1 1,0 1 0,0 0 0,0 0-1,0 0 1,0-1 0,0 1 0,0 0-1,0 0 1,-1-1 0,1 1-1,0 0 1,0 0 0,0-1 0,0 1-1,0 0 1,0 0 0,0-1 0,0 1-1,1 0 1,-1 0 0,0-1 0,-2-19-3633,2 17 2707,-3-30-8401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11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 4098,'7'-1'12051,"-7"334"-8839,0-332-3201,26 0-425,-19-1 269,1 1 0,-1-1 0,1 0 0,-1 0-1,0-1 1,1 0 0,-1-1 0,0 1 0,13-6 0,-12 3 114,1 1 1,0 0-1,-1 0 0,1 0 1,0 1-1,0 0 1,0 1-1,1 0 1,-1 1-1,14 0 1,-22 1 32,0 0 1,1-1 0,-1 1 0,0 0 0,1 0 0,-1 0 0,0 0 0,0 0 0,0 0 0,0 0 0,0 0 0,0 1 0,0-1 0,0 0 0,0 1-1,0-1 1,-1 0 0,1 1 0,0 2 0,12 32 157,-10-18-15,-1 0 0,0 0-1,-1 0 1,-3 32 0,0-4 110,2-39-231,0-1-1,-1 1 0,0-1 0,0 1 0,-1-1 0,0 0 0,0 1 0,0-1 1,-1 0-1,1 0 0,-2 0 0,1-1 0,-1 1 0,1-1 0,-1 0 1,-1 0-1,1 0 0,-1 0 0,0-1 0,-10 8 0,5-6-136,0-1-1,0 0 0,0 0 1,0-1-1,-1 0 0,0-1 1,0 0-1,0-1 1,0 0-1,0 0 0,-18-1 1,8 0-667,-14 0-2149,15-5-2398,9-3 602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1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7123,'0'0'8244,"198"7"-8244,-163-7-16,-10 0-352,-8 0-1553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33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74 8708,'0'0'10362,"-4"0"-10173,1 1-175,0-1 0,1 1 0,-1 0 0,0 0 0,1 0 0,-1 0 0,1 1 0,-1-1 0,1 0 0,0 1 0,-1 0 0,1 0-1,0-1 1,0 1 0,0 1 0,1-1 0,-1 0 0,0 0 0,1 1 0,-1-1 0,0 4 0,-7 11-11,1 0 1,-6 19 0,7-19 39,-1 5-34,1 0 0,2 1 0,0-1 1,-3 39-1,3 94 752,5-129-523,0-18-140,1 0-1,-1 0 0,1 0 0,0 0 0,1 0 1,0 0-1,1 0 0,5 13 0,-6-17-57,1 0-1,-1 0 1,1-1-1,-1 1 0,1-1 1,0 0-1,0 0 1,1 0-1,-1 0 1,0 0-1,1-1 1,0 0-1,0 0 0,-1 0 1,1 0-1,1 0 1,7 2-1,-5-2-28,0 0 0,1-1 0,-1 0 0,1 0 0,-1 0 0,1-1 0,-1 0 0,1 0 0,-1-1 0,1 0 0,-1-1 0,1 1-1,-1-1 1,0-1 0,0 1 0,0-1 0,0-1 0,0 1 0,-1-1 0,0 0 0,1-1 0,-1 1 0,-1-1 0,1 0 0,-1-1 0,0 1 0,0-1 0,5-8 0,-3 2-160,0 0 0,-1-1 1,-1 1-1,1-2 0,-2 1 0,0 0 1,-1-1-1,0 0 0,1-17 0,-1-9-786,-6-77-1,2 108 886,0 0-1,-1 0 1,0 0 0,0 0 0,-1 1 0,0-1-1,-1 1 1,0-1 0,0 1 0,0 0 0,-1 1 0,-1-1-1,1 1 1,-12-11 0,5 6 106,-2 1 1,1 0-1,-2 1 1,1 1-1,-1 0 1,-30-12-1,19 9-120,1-1-1,0-1 0,-24-18 1,49 32 8,0 0 0,0 0 1,0 0-1,0-1 1,0 1-1,0 0 1,-1 0-1,1 0 1,0 0-1,0 0 0,0 0 1,0-1-1,0 1 1,-1 0-1,1 0 1,0 0-1,0 0 1,0 0-1,0 0 1,-1 0-1,1 0 0,0 0 1,0 0-1,0 0 1,0 0-1,-1 0 1,1 0-1,0 0 1,0 0-1,0 0 1,-1 0-1,1 0 0,0 0 1,0 0-1,0 0 1,0 0-1,-1 0 1,1 0-1,0 0 1,0 1-1,0-1 1,0 0-1,0 0 0,-1 0 1,1 0-1,0 0 1,0 0-1,0 1 1,-1 10-4635,2-6 4223,-1 22-5221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3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1665,'0'0'15207,"0"157"-14743,0-110 48,0-3-288,0-13-144,0-12-160,0-13 16,0-34-8852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58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17 6131,'0'0'5525,"0"0"-5436,0 0 0,0 0 0,0-1 0,0 1 0,0 0 0,0 0 0,0-1 0,0 1 0,0 0 0,0 0 0,0-1-1,-1 1 1,1 0 0,0 0 0,0 0 0,0-1 0,0 1 0,0 0 0,-1 0 0,1 0 0,0-1 0,0 1 0,0 0 0,-1 0 0,1 0 0,0 0 0,0 0 0,-1-1 0,1 1 0,0 0 0,-1 0 0,-1 0-77,1 0 1,-1 0-1,0 0 1,0 0-1,0 0 0,0 1 1,0-1-1,0 1 1,0-1-1,1 1 1,-1-1-1,0 1 1,0 0-1,1 0 1,-1 0-1,-1 2 1,0 0 14,1 0-1,-1 1 1,1-1 0,0 1 0,0-1 0,-2 8 0,1-1 198,0 0 0,0 0 0,1 1-1,1-1 1,0 0 0,0 1 0,1-1 0,1 0 0,2 19 0,-3-27-211,1-1 0,-1 1 1,1-1-1,-1 0 0,1 1 1,0-1-1,0 0 0,-1 0 1,1 1-1,0-1 0,0 0 1,0 0-1,0 0 0,0 0 1,1 0-1,-1 0 0,0-1 1,0 1-1,1 0 0,-1 0 0,0-1 1,1 1-1,-1-1 0,0 1 1,3-1-1,4 2 6,0-1 0,-1-1 0,14 1 0,-14-1 16,-3-1-124,-1 1 0,1-1 0,-1 0 0,1 0-1,-1 0 1,1-1 0,-1 1 0,0-1 0,0 1 0,0-1 0,1 0-1,-2 0 1,1-1 0,0 1 0,0-1 0,-1 1 0,1-1 0,-1 0-1,0 0 1,0 0 0,0 0 0,0 0 0,-1-1 0,1 1 0,1-7-1,0 2-642,0-1-1,-1 1 0,0-1 0,0 0 0,-1 0 1,0 0-1,0 0 0,-1 0 0,-2-16 0,1 23 737,1 0-1,-1 0 0,0 1 1,1-1-1,-1 0 1,0 1-1,0-1 0,-1 0 1,1 1-1,0 0 0,0-1 1,-1 1-1,1 0 0,-1-1 1,1 1-1,-1 0 1,1 0-1,-1 0 0,0 1 1,0-1-1,1 0 0,-1 0 1,0 1-1,0-1 0,0 1 1,-3 0-1,-7-2 688,-1 1 1,1 0-1,-14 1 0,12 1 4,13-2-690,0 1-1,0 0 0,0 0 0,0 0 0,0 0 1,0 0-1,0 0 0,0 0 0,1 0 0,-1 0 1,0 1-1,0-1 0,0 0 0,0 0 0,0 1 1,0-1-1,0 1 0,0-1 0,1 1 0,-1-1 1,0 1-1,0-1 0,1 1 0,-1 0 0,0-1 1,1 1-1,-1 0 0,0 0 0,1 0 0,-1-1 1,1 1-1,0 0 0,-1 0 0,1 0 1,0 0-1,-1 0 0,1 0 0,0 0 0,0 0 1,0 1-1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58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2961,'0'0'5051,"-1"13"-1354,-25 19-1592,21-26-1851,-1 0 1,1 1-1,-8 11 0,-17 43 370,-40 118 0,24-53-453,-100 228 381,141-339-614,6-15 48,-1 0 0,0 0 0,0 0 0,0 0-1,0 0 1,0 0 0,0 1 0,0-1 0,0 0 0,1 0 0,-1 0 0,0 0 0,0 0 0,0 0-1,0 0 1,0 0 0,0 0 0,1 0 0,-1 0 0,0 0 0,0 0 0,0 0 0,0 0-1,0 0 1,1 0 0,-1 0 0,0 0 0,0 0 0,0 0 0,0 0 0,0-1 0,0 1 0,0 0-1,1 0 1,-1 0 0,0 0 0,0 0 0,0 0 0,0 0 0,0 0 0,0 0 0,0-1 0,0 1-1,0 0 1,0 0 0,0 0 0,1 0 0,-1 0 0,22-26-3511,-11 14 24,0-1-1360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59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2785,'0'0'13767,"0"3"-13647,0 56 501,1 78 1607,-1-134-2195,0-1 1,0 1-1,0 0 1,1-1-1,-1 1 0,1-1 1,-1 1-1,1-1 1,0 1-1,0-1 0,0 0 1,1 1-1,-1-1 1,0 0-1,1 0 0,-1 0 1,1 0-1,0 0 0,0 0 1,3 2-1,-2-2-15,1 0-1,0-1 0,0 1 0,-1-1 1,1 0-1,0 0 0,0-1 0,0 1 1,0-1-1,0 0 0,0 0 0,7-1 1,-7 0-45,0 0 1,0 0-1,-1-1 1,1 1-1,0-1 1,0 0-1,-1 0 1,0-1-1,1 1 1,-1-1 0,0 1-1,0-1 1,0 0-1,0 0 1,-1-1-1,1 1 1,-1 0-1,0-1 1,3-5-1,0-2-364,1 1 0,-2-1 0,1 0-1,-2 0 1,1 0 0,1-13 0,-3 12-100,-1 1 0,-1-1 0,0 0 0,0 1 0,-3-15 0,3 25 488,-1 0 1,0 0-1,0-1 0,0 1 1,1 0-1,-1 0 0,-1 0 1,1 0-1,0 0 0,0 0 0,0 0 1,0 0-1,-1 1 0,1-1 1,0 0-1,-1 1 0,1-1 0,0 1 1,-1-1-1,1 1 0,-1 0 1,1 0-1,-1 0 0,1 0 1,-1 0-1,-2 0 0,-45 2 584,47-2-507,-5 2 76,0 0 0,0 0 1,0 1-1,0 0 1,1 0-1,-1 0 0,1 1 1,0 0-1,0 0 0,0 1 1,0-1-1,-8 11 0,7-8-244,-1 0-1,0 0 1,-1-1-1,0 0 1,-10 5-1,3-7-2229,0-3-2222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6:59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17032,'0'0'2785,"-17"4"-4722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08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334 492 18079,'6'5'-95,"0"10"-2879,-6-3-4545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1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110 133 7155,'0'0'8303,"0"-6"-7831,-3-120 1115,33 126-1867,-27 0 275,0 0-1,0 0 0,0 0 0,0 0 1,0 0-1,0 1 0,-1-1 1,1 1-1,0 0 0,0 0 1,-1 0-1,1 0 0,0 0 1,3 4-1,-4-3-2,0 0 0,0 1 0,-1-1 0,1 1 0,-1-1 0,0 1 0,1 0 0,-1 0 0,-1 0 0,1-1 0,0 1 0,-1 0 0,1 0 0,-1 4 0,4 39 54,-3 53 0,-2-53 33,1-38-86,-1 0 0,0 0 0,0 0 0,-1 0 0,0 0 0,-1 0 0,-6 13 0,-3 3-33,-16 22 0,14-23 53,4-7 6,-21 26 1,27-37-20,-1 0 1,1 0-1,-2 0 1,1-1-1,0 0 1,-1 0-1,-11 6 1,15-9-1,1 0 0,-1-1 1,1 1-1,-1 0 1,0-1-1,1 0 1,-1 1-1,0-1 1,0 0-1,1 0 0,-1 0 1,0 0-1,-1-1 1,2 1-23,1 0 0,-1 0 0,0 0 0,1-1 0,-1 1 0,1 0 1,-1-1-1,0 1 0,1-1 0,-1 1 0,1-1 0,0 1 0,-1-1 0,1 1 0,-1-1 1,1 1-1,0-1 0,-1 1 0,1-1 0,0 0 0,0 1 0,-1-1 0,1 0 0,0 1 1,0-1-1,0 1 0,0-1 0,0 0 0,0 1 0,0-2 0,0-13-506,-1 10 224,1 0-1,0 1 0,0-1 1,1 0-1,-1 0 1,2-5-1,-1 9 281,-1-1 0,1 1 0,0-1 0,0 1 0,0 0 0,-1 0 0,1-1 0,0 1 0,0 0 0,1 0 0,-1 0 0,0 0 0,0 0 0,0 0 0,1 1 0,-1-1 0,0 0 0,1 0 0,-1 1 0,1-1 0,-1 1 0,1 0 0,2-1 0,0 0 68,0 0-1,0 0 1,0 1-1,1 0 1,-1-1 0,0 2-1,0-1 1,0 0 0,0 1-1,0 0 1,1 0-1,-1 0 1,0 0 0,-1 1-1,1-1 1,0 1-1,0 0 1,-1 0 0,1 1-1,-1-1 1,0 1-1,1-1 1,-1 1 0,-1 0-1,4 4 1,39 51 1232,-28-34-196,31 34 0,-46-57-1050,-1 0-1,0 0 0,0 1 1,0-1-1,1 0 1,-1 0-1,1 0 0,-1 0 1,1 0-1,-1-1 1,1 1-1,0 0 0,-1-1 1,4 1-1,-4-1-52,-1 0 0,1 0 0,-1 0 0,1 0 1,0 0-1,-1-1 0,1 1 0,-1 0 0,1 0 0,-1-1 0,1 1 0,-1-1 0,1 1 0,-1 0 0,1-1 0,-1 1 0,1-1 1,-1 1-1,0-1 0,1 1 0,-1-1 0,0 1 0,1-1 0,-1 1 0,0-1 0,1-1 0,0-4-643,1-1-1,-1 0 0,-1 0 1,1 0-1,-1-10 0,0-35-7897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1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74 114 5410,'0'0'5977,"-5"9"906,-15 29-6713,13-21-106,0 1-1,2 0 0,-5 19 0,-2 9-33,9-32 25,1 1-1,0-1 1,1 1 0,1-1-1,2 24 1,0 6 87,-2-36-79,0 0 1,0 0-1,1 1 1,0-1-1,0 0 0,1 0 1,0 0-1,1 0 1,0-1-1,0 1 1,0-1-1,1 1 0,0-1 1,1 0-1,-1-1 1,1 1-1,10 9 1,-10-12-41,-1-1 0,1 0 0,0 0 1,-1 0-1,1-1 0,1 0 1,-1 0-1,0 0 0,0-1 0,1 1 1,6 0-1,9 0 62,34-1-1,-41-1-39,-12 0-42,0-1-1,1 1 0,-1-1 1,0 1-1,1-1 0,-1 0 1,0 0-1,0 0 0,0-1 1,1 1-1,-1 0 0,-1-1 1,1 1-1,0-1 0,0 0 1,-1 0-1,1 1 0,0-1 1,-1 0-1,0 0 1,0-1-1,1 1 0,-1 0 1,0 0-1,-1 0 0,1-1 1,1-4-1,2-7-83,-1-1 0,-1 0 1,2-18-1,-4 29 66,5-206-439,-6 131 401,0 73 41,1 0 0,-1 0 0,0 0-1,-1 1 1,1-1 0,-1 0 0,0 1 0,-1-1 0,1 1-1,-1 0 1,0 0 0,-5-6 0,-7-7 14,-30-30 1,29 32 78,9 9-93,2 1 7,-1 0 0,-1 0 0,1 0 0,-1 1 0,-14-9-1,20 14 3,0-1 0,-1 1-1,1 0 1,0 0-1,0-1 1,0 1-1,-1 0 1,1 0 0,0 0-1,0 0 1,-1 1-1,1-1 1,0 0-1,0 0 1,0 1 0,0-1-1,-1 1 1,1-1-1,0 1 1,0-1-1,0 1 1,0 0 0,0 0-1,0-1 1,0 1-1,0 0 1,1 0-1,-1 0 1,-1 2 0,-3 4-29,0 0 0,1 0 0,-5 11 0,3-7 17,-39 73-1826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1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1 544,'0'0'16154,"0"11"-15906,0 251 1908,14-263-3124,10-12 411,-21 11 494,-1 0-1,1 0 0,0 1 0,1-1 0,-1 1 0,0 0 0,6-2 0,10 1 227,31 0 0,-44 2-88,-4 1-52,1-1 1,-1 1-1,1 0 1,-1 0 0,1 0-1,-1 0 1,0 0-1,1 1 1,-1-1 0,0 1-1,0-1 1,0 1-1,0 0 1,0 0 0,-1 0-1,1 0 1,1 2-1,4 6 91,0 0 0,8 16-1,-9-12-10,0 1-1,-2-1 1,1 1-1,-2 0 1,0 0-1,0 1 0,-2-1 1,0 1-1,-1 18 1,-1-30-94,0 1 1,0-1-1,0 0 1,0 1-1,-1-1 1,0 0-1,1 0 1,-2 0-1,1 0 1,0 0-1,-1-1 1,0 1-1,0-1 1,-3 4-1,-7 6 35,1-1 0,-18 12 1,24-19-152,0-1-1,0 1 1,0-1 0,0 0 0,-1-1 0,1 1 0,-1-1 0,0-1 0,0 1 0,0-1 0,0 0 0,0-1 0,-1 0 0,-12 1 0,20-2 8,-1-1 0,0 1-1,0 0 1,0 0 0,0-1 0,0 1 0,0 0 0,1-1 0,-1 1 0,0-1 0,0 1 0,1-1 0,-1 0 0,0 1 0,1-1 0,-1 0 0,1 1 0,-1-1 0,1 0 0,-1 0 0,1 1 0,-1-1 0,1 0 0,0 0 0,-1-1 0,-7-28-4110,6 20 1527,-5-10-3521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1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6243,'0'0'9076,"115"0"-8420,-80 0-143,-8 0-65,-2 0-320,-4 0-48,-4 3-80,-6 0-112,-4 0-448,-7 1-1489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1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2001,'0'0'7787,"5"-4"-6589,14-11-170,-15 12 1912,3 31-2047,-5 160-167,-4-102-494,2 294 2311,0-380-2550,1 1 1,-1-1 0,0 0 0,0 0-1,0 0 1,0 0 0,1 0 0,-1 0-1,0 0 1,0 0 0,0 0 0,1 0-1,-1 0 1,0 0 0,0 0 0,1 0-1,-1 0 1,0 0 0,0 0 0,0 0-1,1 0 1,-1 0 0,0 0 0,0 0-1,0 0 1,0 0 0,1-1 0,-1 1 0,0 0-1,0 0 1,0 0 0,0 0 0,1 0-1,-1-1 1,0 1 0,0 0 0,0 0-1,0 0 1,0 0 0,0-1 0,0 1-1,1 0 1,-1 0 0,0 0 0,0-1-1,0 1 1,0 0 0,0 0 0,0 0-1,0-1 1,0 1 0,0 0 0,5-15-1046,-1 0 1,3-19 0,1-3-2116,-1 9-1349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1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1 512,'0'0'13676,"0"19"-12657,0-17-975,-1-1 1,1 1-1,-1 0 0,1-1 1,-1 1-1,0-1 1,1 1-1,-1-1 0,0 0 1,0 1-1,0-1 0,0 0 1,-2 3-1,-10 14 205,11-13-215,0 0 0,-1 0 0,0 0 0,0 0 0,-1-1 0,-6 8 1,-12 16 145,1 5 130,-2-1 0,-51 55 1,66-81-277,1 0 0,-1 0 0,0-1 0,0 0 0,0-1 0,-13 5 0,12-5-54,9-4 21,0 0-1,0 0 0,0 0 0,0 0 1,0 1-1,-1-1 0,1 0 0,0 0 1,0 0-1,0 0 0,0 0 0,0 0 1,-1 0-1,1 0 0,0 0 0,0 0 1,0 0-1,0 0 0,-1 0 0,1 0 1,0 0-1,0 0 0,0 0 0,0 0 1,-1 0-1,1 0 0,0 0 0,0 0 1,0 0-1,0 0 0,-1 0 0,1 0 1,0 0-1,0 0 0,0 0 0,0-1 1,0 1-1,-1 0 0,1 0 0,0 0 1,0 0-1,0 0 0,0 0 0,0-1 0,0 1 1,0 0-1,0 0 0,-1 0 0,1 0 1,0-1-1,0 1 0,0 0 0,0 0 1,0 0-1,0 0 0,0-1 0,0 1 1,0 0-1,0 0 0,0 0 0,0 0 1,0-1-1,0 1 0,0 0 0,1 0 1,-1 0-1,0 0 0,0-1 0,0 1 1,5-10-8,-3 7 13,1 1-1,0 0 1,0 0-1,0 0 1,0 1 0,0-1-1,0 1 1,0 0-1,0-1 1,1 2 0,-1-1-1,1 0 1,4 0-1,53-1-109,-42 3 71,-12-1 36,-1 0 1,1 1-1,-1 0 0,1 0 0,-1 1 0,1-1 0,-1 1 0,0 1 0,0-1 0,11 8 0,-3-1 75,0 2-1,-1-1 1,13 16 0,40 44 477,-36-37-68,40 35-1,-67-66-493,-1 0-1,0 0 1,1 0 0,-1 0-1,1 0 1,-1-1-1,1 1 1,0-1 0,0 1-1,0-1 1,0 0-1,0 0 1,0-1 0,0 1-1,0-1 1,0 1-1,0-1 1,0 0 0,0 0-1,1 0 1,4-1 0,-7 0-83,0 0 0,-1 0 1,1 0-1,0 1 1,-1-1-1,1 0 1,0 0-1,-1 0 1,1 0-1,-1 0 1,1 0-1,-1 0 1,0 0-1,0 0 1,1-1-1,-1 1 1,0 0-1,0 0 1,0 0-1,0 0 1,0 0-1,0 0 1,0-1-1,-1 1 1,1-1-1,-1-3-725,1-21-4049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26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84 5699,'0'0'6293,"-6"4"-4841,6-4-1400,0 0-1,0 1 1,0-1 0,0 0-1,0 0 1,0 0-1,0 0 1,0 0 0,0 0-1,0 0 1,0 0 0,-1 0-1,1 0 1,0 1 0,0-1-1,0 0 1,0 0 0,0 0-1,0 0 1,0 0 0,-1 0-1,1 0 1,0 0 0,0 0-1,0 0 1,0 0 0,0 0-1,0 0 1,-1 0 0,1 0-1,0 0 1,0 0-1,0 0 1,0 0 0,0 0-1,0 0 1,0 0 0,-1 0-1,1-1 1,0 1 0,0 0-1,0 0 1,0 0 0,0 0-1,0 0 1,0 0 0,0 0-1,0 0 1,0 0 0,-1 0-1,1-1 1,0 1 0,0 0-1,0 0 1,0 0 0,0 0-1,0 0 1,0 0-1,0 0 1,0-1 0,0 1-1,0 0 1,0 0 0,0 0-1,0 0 1,0-8-28,0 2-126,0 0 1,0 0 0,0 1 0,1-1 0,0 0 0,2-7-1,-2 11 83,0 0 0,0 0-1,0 1 1,0-1-1,0 0 1,0 1-1,0 0 1,1-1-1,-1 1 1,0-1 0,1 1-1,-1 0 1,1 0-1,-1 0 1,1 0-1,0 0 1,-1 0 0,1 0-1,0 1 1,0-1-1,0 1 1,0-1-1,-1 1 1,1 0 0,3-1-1,2 0 6,1 1 0,0-1 0,0 1 0,0 0 0,0 1 0,10 2 0,-13-2 19,-1 1 0,0-1 0,-1 1 0,1 0 0,0 0-1,0 0 1,-1 1 0,1-1 0,-1 1 0,0 0 0,0 0 0,0 0 0,3 4 0,1 2 45,-1 0-1,-1 1 1,1-1 0,-1 1-1,-1 0 1,0 0 0,0 1 0,-1-1-1,-1 1 1,3 14 0,-2 12 436,-1 64 1,-2-62-313,0-24-114,-1-1 1,-1 1-1,0-1 1,-1 1-1,0-1 1,-1 0-1,-9 19 0,10-25-35,-1 0-1,0-1 1,0 1-1,-1-1 1,0 0-1,0 0 1,-1-1-1,0 0 1,0 0-1,-1 0 1,1-1-1,-1 1 1,0-2-1,-9 6 1,9-8-124,1 0 1,0 0 0,-1-1-1,1 0 1,-1 0-1,1 0 1,-1-1-1,-7 0 1,12 0 64,1 0-38,0 0 0,0 0 0,0 0 1,0-1-1,0 1 0,0 0 0,0 0 0,0-1 1,0 1-1,-1 0 0,2-1 0,-1 1 1,0-1-1,0 1 0,0-1 0,0 0 1,0 1-1,0-1 0,0 0 0,1 0 0,-1 0 1,0 1-1,1-1 0,-1 0 0,1 0 1,-1 0-1,1 0 0,-1 0 0,0-2 1,0-1-76,0-1 0,0 1 0,1-1 0,0 0 0,0-6 0,0 8 204,15 2 354,-11 2-308,0-1 1,0 1-1,0 0 1,-1 0-1,1 0 0,-1 0 1,1 1-1,-1-1 1,1 1-1,-1 0 0,0 0 1,1 1-1,-1-1 0,3 4 1,7 7 451,21 25 0,-20-21-215,-4-6-102,2 4 46,1-1 0,0 0 0,1-1-1,18 13 1,-32-26-312,0 1 0,1-1 0,-1 0 0,0 1 0,1-1 0,-1 0 0,1 1 0,-1-1 0,0 0 0,1 1 0,-1-1 0,1 0 0,-1 0 0,1 0 0,-1 1 0,1-1 0,-1 0 0,1 0 0,-1 0 0,1 0 0,-1 0 0,1 0 0,-1 0 0,1 0 0,-1 0 0,1 0 0,-1 0 0,1 0 0,-1-1 0,1 1 0,-1 0 0,1 0 0,-1 0 0,0-1 0,1 1 0,-1 0 0,1-1 0,-1 1 0,0 0 0,1-1 0,0 0 0,1-20-2658,-2 20 2562,0-32-5476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27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7732,'0'0'6386,"0"185"-5841,0-141 159,0-6-240,0-16-400,0-9 16,0-26-1696,0-31-2530,0-12-3170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2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3265,'0'0'11096,"10"7"-10439,-1-2-442,-6-4-154,0 1 1,0-1-1,0 1 1,-1 0-1,1 0 0,0 0 1,-1 0-1,0 0 1,1 1-1,-1-1 0,0 1 1,0 0-1,0-1 1,-1 1-1,1 0 0,-1 0 1,0 0-1,1 0 0,-1 0 1,1 5-1,3 34 935,-2 0 0,-3 77-1,-2-46-564,2 10-202,9-85-1256,-3-2 680,0 0-1,0-1 0,0 0 1,7-9-1,-10 10 173,0 1 0,0-1 0,0 1 0,0 0 0,1 0-1,-1 0 1,1 0 0,0 1 0,0 0 0,0-1 0,0 1 0,0 1 0,1-1-1,-1 0 1,0 1 0,1 0 0,7-1 0,-10 2 214,0 0-1,-1 0 1,1 0 0,0 0 0,0 1 0,0-1-1,-1 0 1,1 1 0,0-1 0,0 1-1,-1 0 1,1-1 0,-1 1 0,1 0 0,-1 0-1,3 2 1,-1 0 97,-1 1 1,1-1-1,-1 0 0,0 1 0,-1-1 0,3 7 1,-4-9-125,3 4 140,0 1 33,0 1 0,-1 0 0,0-1 0,0 1 0,1 8 0,-3-15-319,2-10-4683,-4-6 2713,1 10 608,-8-24-4627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2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5491,'0'0'6669,"4"-3"-5818,0 0-549,12-7 2843,-16 18-2814,11 161 747,-11 309 616,0-477-1745,-1-1 0,1 0 0,0 0 0,0 1-1,0-1 1,0 0 0,0 0 0,-1 1 0,1-1 0,0 0 0,0 0 0,0 0 0,-1 0 0,1 1 0,0-1-1,0 0 1,0 0 0,-1 0 0,1 0 0,0 0 0,0 0 0,-1 0 0,1 1 0,0-1 0,-1 0-1,1 0 1,0 0 0,0 0 0,-1 0 0,1 0 0,0 0 0,0-1 0,-1 1 0,1 0 0,0 0-1,0 0 1,-1 0 0,1 0 0,0 0 0,0 0 0,-1 0 0,1-1 0,0 1 0,0 0 0,-1 0 0,0-2-413,0 0 0,0 0 1,1 0-1,-1 0 1,0 0-1,1 0 1,0-1-1,-1 1 1,1 0-1,0-4 1,0 0-884,-1-16-5384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28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5843,'0'0'6659,"3"-7"-6102,-1-2-393,-1 5-89,0 1 0,0-1 0,0 1 1,1 0-1,-1-1 0,1 1 0,0 0 0,3-4 1,-5 8-18,0-1 0,0 0 0,0 0 0,0 0 0,0 0 0,0 1 0,0-1 1,0 0-1,0 0 0,0 0 0,0 0 0,0 0 0,0 1 0,0-1 0,0 0 0,0 0 1,0 0-1,0 0 0,1 0 0,-1 0 0,0 1 0,0-1 0,0 0 0,0 0 0,0 0 1,0 0-1,1 0 0,-1 0 0,0 0 0,0 0 0,0 0 0,0 0 0,0 0 0,1 0 1,-1 0-1,0 0 0,0 0 0,0 0 0,0 0 0,1 0 0,-1 0 0,0 0 0,0 0 1,0 0-1,0 0 0,0 0 0,1 0 0,-1 0 0,0 0 0,0 0 0,0 0 0,0 0 1,0 0-1,1 0 0,-1-1 0,0 1 0,0 0 0,0 0 0,0 0 0,0 0 0,0-1 1,1 19-266,-1-15 474,6 140 769,2 3-255,-8 125 256,0-335-4672,0 18-1677,0 43 4831,0-28-5498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2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0 512,'0'0'17387,"0"2"-17016,3 8-136,0 0 0,-1 1 1,-1-1-1,1 16 0,1 6 123,11 376 19,-14-331-2214,0-29-2677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34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53 653 19002,'2'1'8,"-1"0"0,1 0 0,0 0 0,0-1-1,0 1 1,-1-1 0,1 1 0,0-1 0,0 0 0,0 0 0,0 1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8:4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13798,'0'0'7364,"-7"19"-9941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3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22 5475,'0'0'4690,"-4"16"-971,-2-6-3446,-1 1-1,2-1 1,-6 13 0,7-13-184,0 0-1,-1 0 1,-1 0-1,-9 12 1,8-12-55,0 0 1,0 0-1,1 0 1,0 1-1,0 0 1,2 1-1,-1-1 1,1 1 0,-3 19-1,2 0 304,2 0 1,1 49-1,2-73-273,0 0 0,1 0 0,1 1 0,-1-1 0,1 0 0,0 0 0,1 0 0,0-1 0,0 1 0,0-1 0,1 1 0,-1-1 0,2 0 0,-1-1 0,8 9 0,-4-6 24,0-1 0,0-1-1,0 1 1,1-1 0,-1-1 0,2 1 0,-1-1 0,1-1 0,-1 0-1,12 3 1,-19-6-75,63 14 527,-59-14-517,1 0 0,0-1 0,-1 0 0,1 0 0,0 0 0,-1-1 0,14-3 0,-17 3-40,0 0 0,-1-1-1,1 1 1,0-1 0,-1 1-1,1-1 1,-1 0-1,1 0 1,-1 0 0,0-1-1,0 1 1,0-1 0,0 1-1,-1-1 1,1 1 0,-1-1-1,1 0 1,-1 0 0,2-4-1,1-7-183,0-1-1,3-26 1,-3 19-40,1-18-107,-2 0 0,-1 0 0,-6-60 0,2 89 315,0-1-1,-1 1 1,-1 0-1,0 1 0,0-1 1,-1 1-1,-9-15 0,0-1 20,7 12-3,-1 0 1,0 0 0,-1 1-1,-16-19 1,21 28 38,1 0 0,-1 1 0,0-1 0,-1 1 0,1 0 0,0 0 0,-1 0-1,0 0 1,1 1 0,-1 0 0,0 0 0,0 0 0,-1 1 0,1 0 0,0 0 0,0 0 0,-7 0 0,12 1-18,-1 1 0,0-1 1,0 1-1,1 0 0,-1-1 1,0 1-1,1-1 0,-1 1 1,1 0-1,-1-1 0,1 1 1,-1 0-1,1 0 0,0-1 0,-1 1 1,1 0-1,0 0 0,-1 0 1,1 0-1,0-1 0,0 1 1,0 2-1,-5 26-45,4-24 30,-2 33-1516,2 45 1,1-55-2521,0-9-5305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3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7459,'0'0'5587,"-1"4"-5320,-2 35 684,0 0 0,5 45 1,-1-16-378,-1-51-477,-1-13-90,0 0-1,1-1 0,0 1 0,0 0 0,0 0 1,0 0-1,1 0 0,-1 0 0,1 0 0,0-1 1,0 1-1,1 0 0,1 4 0,-2-8-45,-1 1 0,0-1-1,0 1 1,1-1 0,-1 0 0,0 0 0,1 1-1,-1-1 1,1 0 0,-1 0 0,0 1-1,1-1 1,-1 0 0,1 0 0,-1 0 0,0 0-1,1 1 1,-1-1 0,1 0 0,-1 0 0,1 0-1,-1 0 1,1 0 0,-1 0 0,0 0-1,1 0 1,-1 0 0,1-1 0,0 1-111,0-1-1,-1 1 1,1-1 0,-1 1-1,1-1 1,-1 0 0,1 1-1,-1-1 1,1 0 0,-1 1 0,1-1-1,-1 0 1,0 0 0,1 1-1,-1-1 1,0 0 0,0 0-1,0 0 1,1 0 0,3-38-4132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4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7155,'0'0'5205,"-2"5"-4682,-1-1-349,2-2-101,0-1 0,0 1 0,0 0 0,0-1 0,1 1 0,-1 0 0,0-1 0,1 1 0,-1 0 0,1 0 0,0 0 0,-1 2 0,2-3 24,0-1-1,0 1 1,0-1 0,1 1-1,-1-1 1,0 0-1,0 1 1,0-1-1,0 0 1,0 0-1,0 0 1,0 0-1,1 0 1,-1 0-1,0 0 1,0 0-1,2-1 1,0 1 81,43 1 535,6-1-767,62-6 1,-92 4-757,-36 3-189,12-1 988,1 0-1,-1 1 1,0-1 0,0 0 0,1 1 0,-1-1 0,0 1 0,0 0-1,1 0 1,-1 0 0,1-1 0,-1 1 0,1 0 0,-1 1 0,1-1-1,0 0 1,-1 0 0,1 1 0,0-1 0,0 1 0,0-1 0,0 1 0,0-1-1,1 1 1,-1-1 0,0 1 0,1 0 0,-1 0 0,1-1 0,-1 1-1,1 3 1,-2 8-7,0-1-1,2 1 0,0 20 0,1-16 168,-2 34 404,2 0 0,3 0 0,12 60 0,13 24-28,-26-127-973,0-26-3890,-7-8 590,-5-3-2138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4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7027,'0'0'4786,"171"-47"-11973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4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4994,'0'0'4408,"0"2"-3797,20 340 5880,-17-328-6509,-2-22-493,-1 5 428,1 1 1,-1-1 0,0 0-1,1 1 1,0-1 0,0 1-1,-1 0 1,3-5 0,3 3-21,0 1-1,1-1 1,-1 1 0,1 0 0,0 1 0,-1-1 0,1 1 0,0 1 0,0-1 0,14 0-1,5-2-53,-14 2 233,2 1-1,-1 0 0,0 1 0,0 0 0,22 4 0,-33-4-53,0 1-1,0 0 1,0 0 0,0 0-1,0 0 1,0 1 0,-1-1-1,1 0 1,0 1-1,-1-1 1,1 1 0,-1 0-1,0-1 1,1 1-1,-1 0 1,0 0 0,0 0-1,0 0 1,0 0 0,-1 0-1,1 0 1,0 0-1,-1 0 1,1 4 0,1 6 90,-1 1 1,0-1-1,-1 13 1,0-18-37,0-7-74,1 22 226,-2-1-1,0 1 1,-9 41-1,9-57-211,-1 1-1,0-1 0,-1 0 1,0 0-1,0 0 1,0 0-1,0-1 1,-1 1-1,0-1 1,0 0-1,-1 0 1,0 0-1,1-1 0,-1 1 1,-1-1-1,1 0 1,-9 4-1,8-5-115,0 0 0,0-1 0,0 0 0,0 0 0,0-1 0,0 0 0,0 0 0,0 0 0,-1-1 0,1 1 0,0-2 0,-1 1 0,-11-3 0,14 2-232,-1 0 0,1 0 0,0-1 0,-1 0 0,1 0 0,0 0 0,0 0 0,0-1 0,0 1 0,1-1 0,-7-6 0,-6-9-2818,4 5-756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4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5170,'0'0'10373,"160"34"-9861,-132-34-288,-3 0-224,-8 0-128,-3-6-1120,-7 0-1105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4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2385,'0'0'11699,"0"8"-10693,7 442 2304,-8-417-3022,3 14 211,1-117-1800,-7-354-6994,4 424 8332,0-1-1,0 1 1,0-1-1,0 1 1,0-1 0,0 1-1,0 0 1,0-1-1,0 1 1,0-1-1,0 1 1,0-1 0,0 1-1,0-1 1,0 1-1,1 0 1,-1-1-1,0 1 1,0-1 0,1 1-1,-1 0 1,0-1-1,0 1 1,1 0-1,-1-1 1,0 1 0,1 0-1,-1-1 1,0 1-1,1 0 1,-1 0 0,1-1-1,-1 1 1,0 0-1,1 0 1,-1 0-1,1 0 1,-1 0 0,1-1-1,-1 1 1,1 0-1,0 1 233,1-1 1,-1 0-1,0 1 0,1-1 0,-1 1 0,0 0 0,0-1 0,0 1 0,0 0 0,0 0 0,0 0 1,0 0-1,2 2 0,6 8 46,-2 2 1,1-1-1,-1 1 0,-1 1 1,-1-1-1,8 28 1,-9-29-128,15 51 627,-12-37-451,1 0 0,0-1 0,2 1 0,1-2-1,17 28 1,-27-51-348,-1 0 0,1 1-1,0-1 1,0 0-1,0 0 1,0 0 0,0 0-1,0 0 1,0 0-1,0 0 1,0 0 0,0 0-1,1 0 1,-1 0-1,0-1 1,1 1 0,-1-1-1,0 1 1,1-1-1,-1 1 1,1-1 0,-1 0-1,1 0 1,-1 0-1,0 0 1,1 0 0,-1 0-1,1 0 1,1-1 0,-1 1-6,0-1 1,0-1 0,0 1 0,-1 0 0,1 0 0,0-1 0,-1 1-1,1-1 1,-1 1 0,0-1 0,1 0 0,-1 1 0,0-1 0,0 0 0,0 0-1,0 0 1,0 0 0,-1 0 0,2-3 0,15-57-78,-5 16-128,18-45 1,-17 61 192,0 0 0,2 0 0,33-46 0,-46 74 21,-1 0 0,1 0 0,0 0 0,0 0 0,0 1 0,0-1 1,0 1-1,0-1 0,1 1 0,-1 0 0,0 0 0,1 0 0,-1 0 0,1 0 1,-1 1-1,1-1 0,-1 1 0,1 0 0,-1 0 0,1-1 0,0 2 0,-1-1 1,5 1-1,-6-1-4,0 1 0,0 0 0,0-1 0,0 1 1,0 0-1,0 0 0,0 0 0,0 0 1,0 0-1,0 0 0,0 0 0,0 0 0,-1 0 1,1 0-1,0 0 0,-1 1 0,1-1 1,-1 0-1,1 0 0,-1 3 0,9 29 213,-2 11-98,-3-1 0,-1 1 0,-4 53 0,-1-26-18,2 191 280,0-261-371,-1-6-3302,-5-10-235,-1-6-2597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29:5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1185,'0'0'3903,"-3"0"-4131,-8 0 5562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165 160 5923,'0'0'7419,"0"-12"-6811,0 6-588,0 0 0,0 1 0,0-1 0,1 0 0,0 1 0,0-1 0,1 1 0,-1-1 0,1 1 0,0-1 0,1 1 0,-1 0 1,7-9-1,-6 8-79,2-1-78,0-1 0,0 1 0,8-8 0,-12 13 125,1 0 0,0 1 0,0-1 0,-1 1 0,1-1 0,1 1 0,-1 0 0,0 0 0,0 0 0,0 0 0,0 0 0,1 0 0,-1 1 0,0-1-1,1 1 1,4-1 0,-6 1 32,1 0-1,0 0 0,-1 0 0,1 0 0,0 1 1,-1-1-1,1 0 0,-1 1 0,1-1 0,0 1 1,-1 0-1,1-1 0,-1 1 0,0 0 0,1 0 1,-1 0-1,0 0 0,1 0 0,-1 0 0,0 1 0,0-1 1,0 0-1,0 1 0,0-1 0,0 0 0,0 1 1,-1-1-1,2 3 0,3 4-2,14 21 223,-14-22-191,0-1 1,0 1 0,-1 0-1,0 0 1,0 0 0,-1 0 0,0 1-1,0 0 1,-1-1 0,0 1-1,0 0 1,0 12 0,-2-17-23,0 7 15,0-1 0,0 0 1,-3 13-1,1-18-44,1 0 0,0 0 0,-1 0 0,0 0 0,0 0 0,0-1 0,0 1 0,-1 0-1,1-1 1,-4 3 0,-138 179 5,58-68-131,58-80 91,13-16 33,-2 1 0,-30 28 1,46-49-117,1-7-117,0 0 161,0 0 0,0 0-1,1 0 1,0 1-1,0-1 1,1 0 0,2-6-1,-3 10 79,1-1 1,0 1-1,-1 0 0,1-1 0,0 1 1,0 0-1,0 0 0,0 0 0,1 0 0,-1 1 1,1-1-1,-1 1 0,1-1 0,-1 1 1,1 0-1,0 0 0,-1 0 0,1 0 0,3 0 1,0-1 57,1 1 0,-1 0 0,1 0 1,-1 0-1,1 1 0,-1 0 0,1 0 1,0 0-1,-1 1 0,1 0 0,-1 1 1,0-1-1,1 1 0,-1 0 0,0 1 1,0-1-1,0 1 0,0 1 0,-1-1 1,1 1-1,-1 0 0,0 0 0,8 8 1,5 8 262,-14-15-186,1 0-1,-1 0 1,1 0-1,11 7 1,-13-10-73,3 1-1619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1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6771,'0'0'5411,"-45"166"-5059,38-125-272,0-3-80,3-10 0,4-16-240,0-30-9973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2385,'0'0'2836,"0"-27"-4018,3-127 1502,-3 125 7807,0 41-7108,0 589 3268,0-595-4268,1 14 67,-1-19-85,0-1 0,0 1-1,0-1 1,0 0-1,0 1 1,0-1 0,0 1-1,1-1 1,-1 1 0,0-1-1,0 0 1,0 1-1,1-1 1,-1 0 0,0 1-1,0-1 1,1 0-1,-1 1 1,0-1 0,1 0-1,-1 1 1,1-1-1,-1 0 1,0 0 0,1 1-1,-1-1 1,1 0 0,-1 0-1,0 0 1,1 0-1,-1 0 1,1 1 0,0-6-130,13-107-5628,-7 59 288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1 320,'0'0'9887,"0"16"-2302,-14 271-5733,10-184-1690,21-101-412,-10-3 202,-1 0 0,1 0 0,0-1 0,-1 1 0,1-2 0,-1 1 0,0-1 0,1 1 0,6-6 0,-6 4 8,0 0 0,-1 1 0,1 0 1,0 0-1,0 1 0,1 0 0,-1 0 0,0 1 1,12-1-1,-1 1 0,23 1-7,-39 0 44,0 0 0,0 0 0,-1 1 0,1-1-1,0 1 1,0-1 0,-1 1 0,1 0 0,0-1-1,-1 1 1,1 0 0,-1 0 0,1 0 0,-1 0-1,1 1 1,-1-1 0,2 3 0,0 0-106,1 1 10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2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 3105,'0'0'9613,"0"-3"-8289,0 5 388,0 9-1607,1 20 168,-2 1 1,-10 58 0,-8 25 362,6 1 1,0 150 0,13-363-6893,0 68 1189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6131,'0'0'6806,"6"3"-6345,29 8 798,-34-11-1090,1 1-1,-1 0 0,0 0 0,0 0 0,0 0 0,0 0 0,0 0 1,0 0-1,0 0 0,0 0 0,-1 0 0,1 1 0,0-1 0,-1 0 0,1 1 1,0 0-1,9 29 291,-7-21-194,60 271 1511,-39-157-1185,-22-113-515,7 28 76,-8-37-137,-1 0-1,1 0 1,0 0 0,0 0-1,0 0 1,0 0 0,0 0-1,0-1 1,1 1 0,-1 0-1,0-1 1,1 1 0,-1-1-1,4 2 1,-5-2-11,1-1-1,0 1 1,0-1-1,-1 0 1,1 0 0,0 1-1,0-1 1,-1 0 0,1 0-1,0 0 1,0 0-1,0 0 1,-1 0 0,1 0-1,0 0 1,0 0 0,0 0-1,-1-1 1,1 1-1,0 0 1,0 0 0,-1-1-1,1 1 1,0-1 0,-1 1-1,1 0 1,0-1-1,-1 1 1,1-1 0,0 0-1,-1 1 1,1-1 0,-1 1-1,1-1 1,-1 0-1,0 1 1,1-1 0,-1 0-1,0 0 1,1-1 0,9-34 53,-8 30-79,23-166-1102,-12 74-92,-13 98 1215,0-6 27,1 0-1,-1 1 1,1-1 0,1 0-1,-1 1 1,1-1-1,0 1 1,0-1 0,1 1-1,-1 0 1,1 0 0,0 0-1,5-6 1,-2 7-1557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5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57 7043,'0'0'4680,"-28"6"-662,25-4-3944,0-1 0,1 1 0,-1 0 0,1 0 0,0 0 0,-1 1 0,1-1 0,0 1 0,1-1 0,-1 1 0,0-1 0,1 1 0,-1 0 0,1 0 1,0 0-1,0 0 0,-1 5 0,-2 5 221,2 1 1,-3 22-1,2 125 2037,3-119-1788,0-35-460,0 0-1,1 0 1,0 0-1,0 0 1,0 0-1,1-1 0,5 14 1,-7-19-81,1 1 1,0-1-1,0 0 1,0 1-1,0-1 1,0 0-1,0 1 1,0-1-1,0 0 0,0 0 1,0 0-1,1 0 1,-1 0-1,0 0 1,1 0-1,-1-1 1,1 1-1,-1 0 0,1-1 1,-1 1-1,1-1 1,0 0-1,-1 1 1,1-1-1,-1 0 1,1 0-1,0 0 1,-1 0-1,1 0 0,-1-1 1,1 1-1,0 0 1,-1-1-1,1 1 1,-1-1-1,1 1 1,-1-1-1,1 0 1,1-1-1,0-1-18,0 1 0,0-1 0,0 0 0,0-1 0,0 1 0,-1 0 0,0-1-1,0 1 1,0-1 0,0 0 0,0 0 0,-1 0 0,1 0 0,-1 0 0,1-5 0,0 2-43,6-30-793,-1 0-1,-2 0 0,-1 0 1,-3-66-1,-1 91 689,0 0 1,-1 0-1,-1 0 0,-3-17 0,3 25 178,1 0 1,0 0-1,-1 0 0,0 0 0,0 0 0,0 0 1,0 0-1,-1 1 0,1-1 0,-1 1 0,0 0 0,0 0 1,0 0-1,-1 0 0,-4-3 0,-8 1 1154,6 5-3637,4 0-1523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5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19 5907,'0'0'7609,"0"-3"-6769,0 3-710,-1-1-30,1 1 0,0-1 0,0 0 1,0 0-1,0 0 0,0 1 0,0-1 1,0 0-1,0 0 0,0 1 0,0-1 0,1 0 1,-1 0-1,0 1 0,0-1 0,1 0 1,-1 1-1,0-1 0,2 0 966,-2 1-1056,1 0 0,-1 0 0,1 0 1,-1 0-1,0 0 0,1 0 0,-1 0 0,0 1 0,1-1 1,-1 0-1,0 0 0,1 0 0,-1 1 0,0-1 0,0 0 0,1 0 1,-1 1-1,0-1 0,0 0 0,0 1 0,1-1 0,-1 0 0,0 1 1,0-1-1,0 0 0,0 1 0,0-1 0,1 0 0,-1 1 1,0-1-1,0 1 0,0-1 0,0 0 0,0 1 0,0-1 0,5 28 282,0 0 0,-2-1 0,-1 54 0,-1-55-102,0 38 259,0 19 343,18 136 0,-18-215-763,5 23 87,-6-27-116,0 1 0,0 0 0,0 0 0,0 0 0,0-1 1,1 1-1,-1 0 0,0 0 0,1-1 0,-1 1 0,1 0 0,-1-1 0,1 1 0,-1 0 0,1-1 0,-1 1 1,1 0-1,-1-1 0,1 1 0,0-1 0,-1 0 0,2 1 0,-1-6-280,-1-137-7710,0 82 1336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2977,'0'0'10344,"1"13"-9488,2 196 3263,-3-174-3544,-1 9 478,8 70 0,-5-101-938,1 0 0,0 0 0,0 0 0,1 0 0,1-1 0,0 0 0,1 0 0,0 0 0,15 20 0,-18-29-119,0 0 0,0 0 0,0 0 0,1 0 0,-1-1 0,1 1 0,-1-1 0,1 0-1,0 0 1,0 0 0,0-1 0,0 1 0,1-1 0,-1 0 0,8 1 0,-10-2-68,1 0-1,0 0 1,-1 1 0,1-2 0,-1 1 0,1 0 0,-1 0-1,1-1 1,-1 1 0,1-1 0,-1 0 0,0 0 0,1 0-1,-1 0 1,0 0 0,0-1 0,0 1 0,0 0 0,0-1-1,0 0 1,0 1 0,0-1 0,0 0 0,-1 0 0,1 0 0,-1 0-1,2-4 1,1-5-1040,0 0-1,-1 0 1,-1-1-1,0 1 1,1-18-1,-2-16-5114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10069,'0'0'6242,"195"-3"-6242,-157 0-592,-10 3-2401,-14 0-5315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08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2 387 5346,'-1'1'11668,"3"-2"-11114,6-2-382,1 1 0,-1 1 0,0-1 0,1 2 0,-1-1 0,1 1 0,16 2 0,2-2 61,-16 1-194,1 1 1,-1 0-1,0 0 0,0 1 1,0 0-1,16 7 0,-12-4-33,0-1-1,20 4 0,-32-8 1,-1 0 0,1-1 1,0 0-1,0 1 0,0-1 1,0 0-1,0-1 0,0 1 1,0 0-1,0-1 0,3 0 0,-5 0-6,0 0-1,1 0 0,-1 0 0,0 0 0,0 0 0,1 0 0,-1 0 1,0 0-1,0-1 0,0 1 0,-1 0 0,1 0 0,0-1 0,0 1 1,-1-1-1,1 1 0,0-1 0,-1 1 0,1-3 0,3-14-186,-1 0-1,-1 0 0,0-23 1,4-30-277,-3 42 242,-1-1 0,-2-45 0,-1 24 176,1 49 31,0 1-1,0-1 1,1 0-1,-1 0 1,1 0 0,-1 1-1,1-1 1,0 0-1,0 1 1,0-1 0,0 0-1,0 1 1,0-1-1,0 1 1,0 0 0,1-1-1,-1 1 1,0 0-1,1 0 1,-1 0 0,1 0-1,0 0 1,-1 0-1,1 0 1,0 0 0,-1 1-1,1-1 1,0 1-1,0-1 1,0 1 0,1-1-1,10-1 35,-1 1 0,0 0 1,20 1-1,-22 0 48,-6 0-49,-1 0 0,1 0 1,-1 0-1,1 1 0,0-1 1,-1 1-1,0 0 0,1 0 1,-1 1-1,0-1 0,6 4 1,-2 0 37,-1 0 0,0 1 1,0 0-1,6 7 0,-4-5 53,0 1 0,-1 0 0,0 1 0,-1 0 0,0 0-1,0 0 1,-1 1 0,-1-1 0,0 1 0,0 0 0,-1 1 0,0-1 0,-1 1 0,0-1-1,0 23 1,-2-19 4,1-4-71,-1-1 0,0 1 0,-1-1 0,0 1 1,0-1-1,-1 0 0,0 1 0,-1-1 1,0 0-1,-1-1 0,-5 12 0,2-10-20,1-1-1,1 1 0,0 0 1,0 0-1,1 0 0,1 1 1,0 0-1,1 0 0,0 0 1,0 0-1,1 17 0,1-28-13,0 0 0,0 0-1,0 0 1,0 0-1,0 0 1,0 0 0,0 0-1,0 0 1,0 0 0,1 0-1,-1 0 1,0 0-1,1-1 1,-1 1 0,0 0-1,1 0 1,0 0 0,-1 0-1,1-1 1,-1 1 0,1 0-1,0 0 1,-1-1-1,1 1 1,2 0 0,-1 0-3,1 0 0,-1-1 0,1 1 0,0-1 1,-1 0-1,1 0 0,0 0 0,2 0 0,7 0 33,-5 0-199,1 0 1,-1 0-1,0-1 1,1 0-1,-1 0 0,0-1 1,1 1-1,-1-2 0,0 1 1,0-1-1,-1 0 0,1 0 1,10-8-1,-12 8-483,11-7-4653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10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5170,'0'0'9792,"4"-1"-9152,-1 1-633,20-3 1059,-22 3-1029,0 0 1,0 0-1,0 0 0,-1 0 1,1 0-1,0 0 0,0 0 1,0 0-1,-1 0 0,1 1 1,0-1-1,0 0 0,-1 1 1,1-1-1,0 0 0,0 1 1,-1-1-1,1 1 0,-1-1 0,1 1 1,0-1-1,-1 1 0,1 0 1,-1-1-1,1 1 0,-1 0 1,1 0-1,12 45 665,12 92-1,-4-19 94,-17-95-683,6 26 294,-9-47-384,0-1 1,0 1 0,0-1 0,0 1 0,0-1-1,0 1 1,1-1 0,-1 0 0,1 1 0,0-1-1,0 0 1,0 0 0,0 0 0,2 1 0,-3-2-19,1 0 1,-1 0 0,1 0-1,0-1 1,-1 1 0,1 0 0,0-1-1,-1 0 1,1 1 0,0-1 0,0 0-1,-1 0 1,1 0 0,0 0 0,0 0-1,-1 0 1,1 0 0,0-1 0,0 1-1,-1-1 1,1 1 0,0-1 0,-1 0-1,1 0 1,-1 1 0,1-1 0,-1 0-1,1 0 1,-1-1 0,0 1 0,1 0-1,-1 0 1,1-2 0,4-5-67,0 0 0,-1 0 1,0-1-1,7-15 0,-8 15-33,13-33-1084,-1 0-1,-2-1 1,16-89 0,-28 115 1184,0-1-1,-2-19 1,0 27 1344,29 10-1453,-17 0 142,0 0 0,0 1 0,0 0 0,1 1 0,16 5 0,-25-6-40,-1 0-1,1 1 1,0 0-1,-1 0 1,1 0-1,-1 0 1,0 0-1,1 1 1,-1 0-1,0-1 1,0 1 0,-1 0-1,1 0 1,-1 1-1,1-1 1,-1 1-1,0-1 1,-1 1-1,1-1 1,2 8-1,3 19 173,-2 0 1,0 0-1,-2 0 0,-2 37 0,6 50 1250,-5-101-1249,-1-7-76,0 0 0,0 0 0,1 0-1,-1 0 1,2-1 0,0 1 0,0 0-1,0-1 1,1 0 0,7 12-1,-10-19-96,1 0 0,-1 0-1,0 0 1,0 0 0,1 0-1,-1 0 1,0 0 0,1-1-1,-1 1 1,1 0 0,-1-1-1,1 1 1,-1-1-1,1 0 1,-1 0 0,1 1-1,-1-1 1,1 0 0,0 0-1,-1 0 1,1-1 0,-1 1-1,1 0 1,-1-1 0,1 1-1,-1 0 1,1-1-1,-1 0 1,1 1 0,-1-1-1,0 0 1,1 0 0,-1 0-1,0 0 1,0 0 0,1 0-1,-1 0 1,0 0 0,0 0-1,0-1 1,0 1-1,1-3 1,9-19-486,-1-1 0,-1-1 0,-1 0 0,-2 0 0,7-39 0,-9 29-273,-1 1 1,-2-1-1,-5-59 0,4 92 795,0-1-1,0 0 0,-1 1 0,0-1 0,1 1 0,-1-1 0,0 1 1,0-1-1,0 1 0,0-1 0,-1 1 0,1 0 0,-1 0 1,1-1-1,-1 1 0,0 1 0,0-1 0,0 0 0,0 0 0,0 1 1,0-1-1,0 1 0,-1-1 0,1 1 0,0 0 0,-1 0 1,-4-1-1,-4 0 119,1 0 1,-1 1-1,0 0 1,1 1 0,-18 2-1,21-1-203,2-1 58,0 1-1,-1 0 0,1 1 0,0-1 1,0 1-1,0 0 0,-5 3 1,6-3-535,0 0 0,0 0 1,0-1-1,0 1 1,0-1-1,-1 0 0,1 0 1,-7 0-1,-4-1-6318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1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6339,'0'0'6387,"0"0"-6334,0 0 0,0-1 0,0 1 1,0 0-1,0 0 0,1 0 0,-1 0 0,0 0 1,0 0-1,0 0 0,1 0 0,-1 0 0,0 0 1,0 0-1,0 0 0,0 0 0,1 0 0,-1 0 1,0 0-1,0 0 0,0 0 0,1 0 1,-1 0-1,0 0 0,0 0 0,0 0 0,0 0 1,1 0-1,-1 1 0,0-1 0,0 0 0,0 0 1,0 0-1,0 0 0,1 0 0,-1 0 0,0 1 1,0-1-1,0 0 0,0 0 0,0 0 0,0 0 1,0 1-1,0-1 0,0 0 0,0 0 0,0 0 1,0 1-1,0-1 0,1 0 0,-2 0 0,1 124 2101,2 158 343,-2-277-2461,0 14 60,0-1 0,2 0 0,0 1 1,1-1-1,1 0 0,1 0 0,9 24 0,-14-41-98,1 0 0,-1 0 0,1 0 0,-1 1 1,1-1-1,0 0 0,0 0 0,-1 0 0,1 0 0,0 0 0,0 0 0,0 0 0,0 0 0,0 0 0,0-1 0,0 1 0,0 0 0,1-1 0,-1 1 0,0-1 0,0 1 1,1-1-1,-1 1 0,0-1 0,0 0 0,1 0 0,-1 1 0,0-1 0,1 0 0,-1 0 0,3-1 0,-2 0-57,0 0 0,0 0 0,0 0 0,0 0 0,0-1 0,0 1-1,0-1 1,0 1 0,-1-1 0,1 0 0,0 0 0,-1 1 0,0-1 0,1 0 0,-1 0 0,0-1-1,2-3 1,6-17-1035,-1 0-1,-1-1 0,4-27 1,1-37-4706,-8 7-1587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1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5314,'159'-89'5414,"-127"71"644,-33 159-4656,14 319 1492,-12-450-2868,0 4 0,0 0-1,1 0 1,1 1-1,0-1 1,1-1 0,10 24-1,-13-35-257,-1-20-3065,1 8 1933,-1 1 0,0 0 0,-1-1 0,-2-10 0,-15-26-7301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1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12502,'0'0'4338,"191"44"-4562,-166-44-3058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1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2897,'0'0'4584,"7"10"1357,-6-10-5842,0 0-1,0 0 0,-1 1 1,1-1-1,0 0 1,0 1-1,-1-1 0,1 1 1,0-1-1,-1 1 0,1-1 1,-1 1-1,1-1 1,0 1-1,-1-1 0,1 1 1,-1 0-1,0-1 1,1 1-1,-1 0 0,1 0 1,-1-1-1,0 1 1,0 0-1,1 0 0,-1-1 1,0 1-1,0 0 1,0 0-1,0 0 0,0-1 1,0 2-1,-1 37-464,1-23 700,-2 70 65,2 78 561,2-141-703,0 0 0,2-1 0,0 1 0,14 41 0,-16-58-197,1 0 0,-1 0 0,1 0 0,1-1-1,-1 1 1,1-1 0,-1 1 0,2-1 0,-1-1 0,7 7 0,-8-8-43,1-1 0,0 0 0,-1 0 0,1 0 0,0-1 0,0 1 0,0-1-1,0 0 1,0 0 0,0 0 0,0 0 0,0-1 0,0 0 0,0 0 0,1 0 0,6-1 0,-9 0-15,0 1 0,1-1 1,-1 0-1,0 1 0,0-1 0,0 0 1,0 0-1,-1 0 0,1-1 0,0 1 1,0 0-1,-1-1 0,1 1 0,-1-1 1,2-1-1,1-2-17,0 0 0,-1 0 0,0-1 0,0 1 0,2-8 0,1-3-313,-1-1 0,6-33 0,-7 16-463,-2-1 0,-3-52 0,1 81 699,-1-3 40,1 0-1,-2 0 1,1 1-1,-1-1 1,-1 0-1,1 1 1,-2 0 0,1 0-1,-1 0 1,0 0-1,0 0 1,-1 1-1,0 0 1,-1 0 0,0 0-1,0 0 1,0 1-1,-1 0 1,-8-6 0,8 10 126,0-1 0,0 2 0,-1-1 0,1 1 1,0 0-1,-1 0 0,1 1 0,0 0 0,-1 0 1,-9 2-1,-11 0-5172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12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4930,'0'0'7188,"0"4"-6393,11 620 6072,-11-609-6769,0-8-44,0-1-1,0 1 1,1-1 0,-1 0-1,2 1 1,-1-1 0,1 0 0,2 8-1,-1-13 22,-3-7-315,0-15-510,0 0 1,1 0-1,1 0 0,1 0 1,1 0-1,7-20 0,-6 27 414,1 0-1,0 1 0,1 0 1,0 0-1,1 0 1,0 1-1,1 0 0,1 0 1,0 1-1,0 1 1,19-15-1,-27 23 432,1 1 1,0 0-1,-1-1 1,1 1-1,0 0 1,0 0-1,0 0 1,6 0-1,-8 1-32,0 0-1,0-1 0,0 1 0,0 0 0,0 0 0,0 0 0,0 1 0,0-1 0,1 0 0,-1 0 0,0 1 0,0-1 0,0 0 0,0 1 0,0-1 0,0 1 0,0-1 1,-1 1-1,1 0 0,0-1 0,0 1 0,0 0 0,0 0 0,-1 0 0,1-1 0,0 1 0,-1 0 0,1 0 0,0 2 0,4 10 359,-1 1-1,-1 0 1,0 1 0,0 16-1,2 64 1161,-4-63-1114,0 104 123,-1-144-6870,0-18 304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1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5619,'0'0'6365,"2"0"-5743,3-1-594,-4 1 42,0 0 1,-1 0-1,1 0 0,0 0 1,-1 0-1,1 0 1,0 0-1,-1 0 1,1 0-1,0 0 0,0 0 1,-1 0-1,1 0 1,0 1-1,-1-1 1,1 0-1,-1 1 0,1-1 1,0 0-1,-1 1 1,1-1-1,-1 0 1,1 1-1,-1-1 0,1 1 1,-1-1-1,1 1 1,-1 0-1,1-1 1,-1 1-1,0-1 0,1 1 1,-1 0-1,0-1 1,0 1-1,1 0 1,-1-1-1,0 1 0,0 0 1,0-1-1,0 1 1,0 0-1,0 0 1,11 118 1685,-5 134 1,-6-231-1647,0-313-5862,0 287 5807,0 0 1,0 0-1,1 0 1,-1 0-1,1 0 1,0 0-1,0 0 1,1 0-1,-1 0 1,1 0-1,-1 1 1,1-1-1,1 1 1,-1-1-1,0 1 1,1 0-1,-1 0 1,1 0-1,0 0 1,0 0-1,0 1 1,1-1-1,-1 1 1,1 0-1,-1 0 1,1 0-1,0 1 1,-1-1-1,1 1 1,0 0-1,0 0 1,0 0-1,0 0 1,0 1-1,5-1 1,-7 2-8,-1-1 1,1 0 0,-1 0-1,0 1 1,1-1 0,-1 1-1,1-1 1,-1 1 0,0 0-1,1-1 1,-1 1 0,0 0-1,0 0 1,0 0 0,1 0-1,-1 0 1,0 0 0,0 0-1,-1 0 1,1 1-1,0-1 1,0 0 0,0 2-1,14 38 746,-10-26-458,6 27 678,-1 0 1,-2 1-1,2 46 1,-3-32-98,-5-45-813,-1-13-93,-1-21-191,0 14 61,0-3-3,-1-29-1034,3 0 0,7-44 0,-7 72 890,0 0 0,1 0 0,1 0 0,0 1-1,0 0 1,1 0 0,1 0 0,0 1 0,0-1-1,1 1 1,13-15 0,-17 23 274,0-1 0,0 0 1,1 1-1,-1 0 0,0-1 0,1 2 1,0-1-1,-1 0 0,1 1 0,0-1 1,0 1-1,0 0 0,5-1 0,-6 2 54,0 0-1,0 0 0,-1 0 1,1 0-1,0 0 0,-1 0 1,1 1-1,0 0 0,-1-1 1,1 1-1,0 0 0,-1 0 1,1 0-1,-1 0 0,0 1 1,1-1-1,-1 1 0,0 0 1,0-1-1,3 5 0,2 2 182,-1 2-1,0-1 1,-1 1-1,0-1 1,-1 1-1,0 1 1,0-1-1,-1 1 1,0-1-1,-1 1 1,1 12-1,1 21 566,-2 63 0,-3-70-734,1 1-2347,-1-31-2140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2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82 168 6419,'0'0'5437,"0"-25"-1598,-2 24-3823,-1 1 0,1-1 1,0 1-1,0 0 0,0-1 0,0 1 0,0 0 0,0 0 0,0 1 0,-1-1 0,1 0 0,0 1 1,0-1-1,0 1 0,0-1 0,0 1 0,0 0 0,0 0 0,0 0 0,1 0 0,-1 0 1,0 1-1,0-1 0,1 0 0,-1 1 0,-2 2 0,0 4 47,1 1-1,-1-1 1,1 0 0,1 1-1,-1 0 1,2-1-1,-2 12 1,1 63 906,2-52-433,1-30-524,-1 0 0,0 0-1,0 0 1,1 0 0,-1 0-1,0 0 1,1 0 0,-1 0-1,1 0 1,0 0 0,-1 0-1,1 0 1,0 0 0,-1-1-1,1 1 1,0 0 0,0 0-1,0-1 1,0 1 0,0-1-1,-1 1 1,1-1 0,0 1-1,0-1 1,0 1 0,1-1-1,-1 0 1,0 0 0,0 1-1,0-1 1,0 0 0,1 0-1,0 0 6,1 0 0,-1 0-1,0 0 1,0 0 0,0 0-1,0 0 1,1-1 0,-1 1-1,0-1 1,0 0 0,0 1-1,0-1 1,0 0 0,0 0-1,0 0 1,-1-1 0,1 1-1,2-2 1,1-4-86,0 0 0,-1 0 0,1 0 1,-2 0-1,1-1 0,-1 1 0,0-1 0,2-12 0,1-6-1035,5-38 0,-9 26-1216,-2-38 0,-1 31 730,2 44 1638,-1 0 0,0 0-1,0 0 1,0 0 0,0-1-1,0 1 1,0 0-1,0 0 1,0 0 0,-1 0-1,1-1 1,0 1-1,-1 0 1,1 0 0,0 0-1,-1 0 1,0 0-1,1 0 1,-1 0 0,0 0-1,1 0 1,-1 0-1,0 0 1,0 1 0,0-1-1,0 0 1,0 0-1,0 1 1,0-1 0,0 1-1,0-1 1,0 1 0,0-1-1,0 1 1,0 0-1,0-1 1,-1 1 0,1 0-1,0 0 1,0 0-1,0 0 1,0 0 0,-1 0-1,-1 0 1,3 1-35,-1-1-1,0 1 1,0-1 0,0 0-1,0 1 1,1 0 0,-1-1-1,0 1 1,0-1 0,1 1 0,-1 0-1,0 0 1,1-1 0,-1 1-1,1 0 1,-1 0 0,1 0 0,0 0-1,-1-1 1,1 1 0,0 0-1,-1 0 1,1 0 0,0 0 0,0 0-1,0 1 1,-5 35-1346,5-31 637,-1 15-2818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2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4834,'0'0'10232,"0"3"-9782,-1 5-267,0 0-1,0 0 0,-1 0 0,0 0 0,0 0 1,-1 0-1,-3 8 0,-31 56 281,19-39-281,-178 414 35,175-395-205,-39 82 18,9-26-20,50-104 30,0 0 1,-1 1-1,1-1 0,0 0 0,1 0 1,-1 8-1,1 2-2848,0-9 465,2-17-1584,10-8-2492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25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3362,'0'0'6771,"7"-11"2569,-7 23-9181,0 0-1,1 0 1,0 0 0,1-1 0,4 20 0,-5-29-144,0 1 0,0-1 0,0 1 0,1-1 0,-1 0 0,0 1 0,1-1 0,-1 0 0,1 0 0,0 0 1,0 0-1,0 0 0,0-1 0,0 1 0,0 0 0,0-1 0,1 0 0,-1 1 0,1-1 0,-1 0 0,1 0 0,-1 0 1,1-1-1,-1 1 0,1-1 0,0 1 0,-1-1 0,1 0 0,0 0 0,-1 0 0,5-1 0,-5 1-7,0-1 0,0 1 0,0-1 0,0 0 0,-1 1 0,1-1 0,0 0 0,0 0 0,-1 0 0,1-1 0,0 1 1,-1 0-1,1-1 0,-1 1 0,0-1 0,1 1 0,-1-1 0,0 0 0,0 1 0,1-3 0,17-41-307,-16 37 210,3-14-785,-1 0 0,-1-1 0,-1 0 0,-1 0 0,-1-44-1,-1 65 894,0 1-1,0 0 0,-1-1 0,1 1 0,0 0 0,-1-1 0,1 1 1,-1 0-1,1 0 0,-1-1 0,0 1 0,0 0 0,1 0 0,-1 0 1,0 0-1,0 0 0,0 0 0,0 0 0,0 0 0,0 0 0,-1 1 1,1-1-1,0 0 0,0 1 0,-1-1 0,1 1 0,0-1 1,0 1-1,-1-1 0,1 1 0,-1 0 0,1 0 0,0 0 0,-2 0 1,0-1 92,0 1 1,0 0 0,0 0 0,1 1 0,-1-1 0,0 0 0,0 1 0,0 0-1,1 0 1,-1 0 0,0 0 0,1 0 0,-1 0 0,1 1 0,-1-1 0,-3 4 0,-36 43-987,38-47-1278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0:2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7155,'0'0'368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1:03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1681,'0'0'10106,"0"-11"-5928,4 96-2878,18 107 0,0-12-405,-20-148-712,18 322 858,-20-352-1058,1 15 191,0-16-200,-1-1 0,0 1 0,0-1 0,1 0 0,-1 1 0,0-1 0,1 0 0,-1 1 0,0-1 0,1 0 0,-1 1 0,1-1 0,-1 0 0,1 0 0,-1 0 0,0 1 0,1-1 0,-1 0 0,1 0 0,-1 0 0,1 0 0,-1 0 0,1 0 0,-1 0 0,1 0 0,-1 0 0,1 0 0,0-4-1673,6-88-5833,-4 47 364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1:0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3474,'0'0'8409,"1"-6"-7670,6-19 133,-5 18 2228,-2 11-2486,0 587 3732,0-590-4350,0 0-1,0 1 1,0-1 0,0 0 0,0 0 0,1 0-1,-1 0 1,0 1 0,1-1 0,-1 0-1,1 0 1,-1 0 0,1 0 0,0 0-1,-1 0 1,1 0 0,0 0 0,0 0 0,-1-1-1,1 1 1,0 0 0,0 0 0,0-1-1,0 1 1,0 0 0,0-1 0,0 1 0,0-1-1,0 0 1,1 1 0,-1-1 0,0 0-1,0 1 1,2-1 0,2 0-29,-1 0 0,1 0 0,-1 0 1,1 0-1,-1-1 0,0 0 0,9-2 0,-6-1-7,1 1-1,-1-1 1,0 0 0,0-1 0,6-5-1,-7 5 8,1 1 0,0-1 0,0 1 1,0 0-1,0 0 0,11-3 0,-9 5 12,1 0 1,-1 0-1,1 1 1,-1 0-1,17 1 0,-21 1 28,0-1 0,0 1 0,0 0 0,0 0 1,0 0-1,-1 1 0,1-1 0,-1 1 0,1 0 0,-1 1 0,1-1 0,4 5 0,79 65 244,-85-86-9968,-3-16 3714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1:0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 6915,'0'0'6304,"0"0"-6211,0 0-1,-1-1 0,1 1 1,0 0-1,0 0 0,0 0 1,-1 0-1,1 0 0,0 0 1,0 0-1,0 0 0,-1 0 1,1 0-1,0 0 0,0 0 1,0 0-1,-1 0 0,1 0 0,0 0 1,0 0-1,-1 0 0,1 0 1,0 0-1,0 1 0,0-1 1,0 0-1,-1 0 0,1 0 1,0 0-1,0 0 0,0 0 1,0 1-1,-1-1 0,1 0 1,0 0-1,0 0 0,0 1 1,0-1-1,0 0 0,0 0 1,0 0-1,-1 1 0,-4 36 392,0 38 1,1-9-163,-47 876 2469,51-942-2972,0-9-1629,2-22-717,-5 12-2741,-3 6-1927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3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25 8004,'0'0'6509,"-2"4"-5876,-9 17 5079,11-23-5711,0 0-1,1 0 1,0 0 0,0 1 0,-1-1 0,1 0 0,0 0 0,1 0 0,-1 1 0,0-1 0,0 0 0,1 1 0,-1-1 0,1 1 0,-1 0 0,1-1 0,-1 1 0,1 0 0,0 0 0,0 0 0,0 0 0,0 1 0,0-1 0,-1 0 0,5 0 0,5-2-100,0 0 0,0 0 0,15 0 0,37 2-528,-61 2 620,-1-1 0,1 1 0,0 0-1,-1 0 1,1-1 0,-1 1 0,1 0 0,-1 1 0,1-1 0,-1 0 0,0 0 0,1 1 0,-1-1 0,0 0-1,1 3 1,16 24-26,-14-20 28,-1 1 0,0 0 1,-1 1-1,1-1 0,-2 0 0,2 18 0,-3 61 54,-2-41-67,3-43 14,-1-1 0,0 1 0,0 0-1,0-1 1,0 1 0,-1-1-1,0 1 1,1-1 0,-1 1 0,0-1-1,-1 1 1,1-1 0,-1 0 0,1 0-1,-1 1 1,0-1 0,0 0 0,0-1-1,-1 1 1,1 0 0,-1-1-1,1 1 1,-1-1 0,-6 4 0,-3 2-161,-1 0 0,0 0 1,0-1-1,-1-1 1,0 0-1,0-1 1,-1-1-1,1 0 0,-1-1 1,0 0-1,0-1 1,-26-1-1,43-20 213,0 16-52,1 0 1,0 1-1,-1-1 0,1 0 1,0 1-1,1-1 0,-1 1 1,0 0-1,1 0 0,-1 1 0,1-1 1,-1 1-1,1-1 0,4 0 1,2-1-12,-1 1 0,1 0-1,0 0 1,15 1 0,-8 0 13,-12 1-10,1-1 0,0 2 0,0-1-1,-1 0 1,8 2 0,-12-1 9,1 0 1,0-1-1,0 1 1,0 0 0,-1 0-1,1 0 1,0 0 0,-1 1-1,1-1 1,-1 0 0,1 1-1,-1-1 1,0 0 0,0 1-1,1 0 1,-1-1 0,0 1-1,0 0 1,0 2 0,38 94 582,-34-83-420,-2-1 1,0 1 0,0 0 0,-1 1-1,-1 14 1,-1-19-46,1-2 10,-1 1 0,-1-1 0,0 0 0,0 0 1,-3 10-1,3-15-106,0-1 1,-1 0-1,0 0 1,1 1 0,-1-1-1,0 0 1,-1-1-1,1 1 1,0 0-1,-1-1 1,0 1-1,1-1 1,-1 0 0,0 1-1,0-2 1,-5 4-1,-3 0-2,1-1-1,-1 0 1,0 0 0,0-1-1,0 0 1,0-1-1,-13 1 1,-83-2-223,61-1-1,44 0 182,0 0-1,1 0 1,-1 0 0,0 0-1,1 0 1,-1-1-1,0 1 1,0 0 0,1-1-1,-1 1 1,0-1-1,1 1 1,-1-1 0,1 0-1,-1 0 1,-1-1 0,2 0-100,-1 0 1,1 0-1,0 0 1,1 0-1,-1 0 1,0 0 0,1 0-1,-1 0 1,1-1-1,-1 1 1,1 0 0,0-4-1,-1-43-5915,1 27-2343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3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6819,'0'0'8372,"-13"182"-7588,6-142-255,0-5-465,7-13-64,0-16-64,14-53-14375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3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36 2289,'0'0'5213,"0"-5"-4466,0-10-69,0 3 2595,0 12-3106,0 0-1,1-1 1,-1 1 0,0 0-1,1-1 1,-1 1-1,0 0 1,1 0 0,-1 0-1,0-1 1,1 1-1,-1 0 1,1 0 0,-1 0-1,1 0 1,-1 0-1,0 0 1,1 0 0,-1 0-1,1 0 1,-1 0-1,0 0 1,1 0 0,-1 0-1,1 0 1,-1 0-1,1 0 1,-1 0-1,0 0 1,1 1 0,-1-1-1,0 0 1,1 0-1,-1 1 1,1-1 0,-1 50 276,1 3 34,-2 0-1,-12 79 1,11-121-412,-3 10 162,2 1 0,-2 39 1,5-61-230,0 0 0,0 0 0,0 1 0,0-1 1,0 0-1,0 0 0,0 0 0,1 0 1,-1 0-1,0 1 0,0-1 0,0 0 1,0 0-1,0 0 0,0 0 0,1 0 1,-1 0-1,0 0 0,0 0 0,0 1 0,0-1 1,1 0-1,-1 0 0,0 0 0,0 0 1,0 0-1,0 0 0,1 0 0,-1 0 1,0 0-1,0 0 0,0 0 0,0 0 1,1 0-1,-1 0 0,0 0 0,0 0 0,0-1 1,0 1-1,1 0 0,-1 0 0,0 0 1,0 0-1,0 0 0,0 0 0,0 0 1,1-1-1,8-4-127,4-6-428,22-25 0,18-16-1041,-49 49 1498,1-1-1,-1 1 1,1-1 0,0 1-1,1 1 1,-1-1-1,0 1 1,1 0-1,9-3 1,-12 5 117,0-1 1,0 1 0,0 0 0,0-1-1,0 1 1,0 1 0,0-1 0,0 0-1,1 1 1,-1 0 0,0-1-1,0 1 1,-1 0 0,1 1 0,0-1-1,0 0 1,0 1 0,-1 0-1,4 2 1,0 2 129,0 0-1,0 1 1,-1 0-1,1 0 1,4 11 0,-6-12-74,2 4 66,-1 1 1,1 0-1,-2 0 1,0 0-1,0 1 1,-1 0-1,0 0 1,-1-1-1,0 2 1,-1-1-1,-1 0 1,0 0-1,-2 23 1,0-32-122,1 1 0,0-1 0,-1 1 1,0-1-1,0 0 0,0 0 0,0 0 0,0 0 1,-1 0-1,1 0 0,-1-1 0,0 1 0,-5 3 1,-2 1 18,1-1 1,-2 0 0,-12 6-1,7-6-357,0 0 0,-1-1 0,0-1 0,0-1 0,0 0 0,0-1-1,-1-1 1,-19-2 0,35 1 101,0 0 0,1 0 0,-1 0 0,1 0 0,-1-1 1,0 1-1,1-1 0,-1 1 0,1-1 0,-1 1 0,1-1 0,-1 0 0,1 0 0,0 0 0,-1 0 0,1 0 0,0 0 0,0 0 1,0 0-1,0-1 0,0 1 0,0 0 0,0-1 0,0 1 0,0 0 0,1-1 0,-1 1 0,0-1 0,1 0 0,-1 1 0,1-1 1,0 1-1,-1-3 0,-3-20-5304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3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10261,'0'0'7379,"181"-22"-6819,-139 19-256,-7 3-304,-3 0-32,-11 0-832,-11 0-1105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4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9268,'0'0'6851,"0"11"-5946,0 150 1034,0-156-1890,0 0-1,1-1 0,-1 1 0,1-1 0,0 1 1,0-1-1,0 1 0,1-1 0,0 0 1,2 6-1,-2-8-37,-1 0 1,0 0 0,1 0-1,0-1 1,-1 1-1,1 0 1,0-1-1,0 1 1,0-1 0,0 1-1,0-1 1,0 0-1,1 0 1,-1 0 0,0 0-1,1 0 1,-1-1-1,0 1 1,1-1-1,4 1 1,-3-1 1,-1 1 0,1-1 0,-1 0 1,1 0-1,-1-1 0,0 1 0,1-1 0,-1 0 0,1 0 0,-1 0 0,0 0 1,0 0-1,1-1 0,-1 0 0,0 1 0,3-4 0,-2 1-80,1-1-1,-1 0 0,1-1 1,-2 1-1,1-1 1,0 1-1,4-12 1,-3 4-255,-1 0 1,0 0 0,0 0-1,-1-1 1,-1 0 0,0 1-1,-1-1 1,-1-25 0,-1 36 332,1 1 1,0-1-1,-1 1 1,0-1-1,1 0 1,-1 1-1,0-1 1,0 1-1,-1 0 1,1-1-1,0 1 1,-1 0-1,0 0 1,1 0-1,-1 0 1,0 0-1,0 0 1,0 0-1,0 1 1,0-1-1,0 1 1,-1-1-1,1 1 1,-1 0-1,1 0 1,0 0-1,-1 0 1,0 0-1,-4 0 1,-2-1 139,1 1 1,-1-1-1,-1 1 1,1 1 0,0 0-1,0 0 1,-17 3 0,25-2-178,0-1 0,0 0 1,0 1-1,0-1 0,0 1 1,0-1-1,0 1 0,0-1 1,0 1-1,0 0 0,0-1 1,0 1-1,0 0 0,0 0 1,1 0-1,-1-1 0,0 1 1,1 0-1,-1 0 0,0 0 1,1 0-1,-1 0 0,1 1 1,0-1-1,-1 0 0,1 0 1,0 0-1,0 0 1,0 0-1,-1 0 0,1 1 1,0-1-1,1 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4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35 4514,'0'0'8519,"0"-6"-7530,0-17-103,0 17 1891,-5 9-2304,-7 9-396,2 1 0,-1 0 0,2 1 0,-11 19 1,-4 6-29,-116 203 190,18 10-8,83-167-216,26-60-14,5-8-3,0-1 0,-6 25 0,13-39-145,1-10-1182,0-4 199,1 0 0,0 0 0,1-1-1,0 1 1,6-16 0,2-1-4596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4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 7700,'0'0'7382,"0"-3"-6204,0 7-222,-9 40-80,5-26-351,1 0 0,-2 32 1,5 5 274,0-54-796,1 0 1,-1 0-1,0 0 0,1 0 1,-1 0-1,1 0 0,-1 0 1,1 0-1,-1 0 0,1 0 1,-1-1-1,1 1 0,0 0 1,0 0-1,-1-1 0,1 1 1,0 0-1,0-1 0,0 1 1,0-1-1,-1 1 0,1-1 1,0 1-1,0-1 0,0 0 1,0 1-1,0-1 0,0 0 1,0 0-1,0 0 0,1 0 1,-1 0-1,0 0 0,0 0 1,0 0-1,1-1 0,2 1-14,-1 0-1,1 0 1,-1-1-1,1 0 1,0 0 0,-1 0-1,0 0 1,1 0-1,-1 0 1,6-4-1,-5 1-87,1 0-1,-1-1 1,0 1-1,0-1 1,0 0-1,-1 0 1,0 0 0,0-1-1,0 1 1,-1-1-1,1 0 1,-1 0-1,1-6 1,1-3-526,-1-1 1,-1 1 0,0-1-1,-1-17 1,-1 33 604,0-1 0,0 0 0,-1 1 0,1-1 1,0 1-1,0-1 0,-1 0 0,1 1 0,0-1 0,0 1 0,-1-1 0,1 0 0,-1 1 1,1-1-1,0 1 0,-1-1 0,1 1 0,-1 0 0,0-1 0,1 1 0,-1-1 0,1 1 1,-1 0-1,1-1 0,-1 1 0,-1 0 0,-24-5 225,17 5 79,-1 0 0,1 0-1,-15 4 1,19-2-176,0-1 1,0 2-1,0-1 0,0 0 0,1 1 1,0 0-1,-1 0 0,1 0 1,0 1-1,0 0 0,-5 6 0,4-5-112,1 1 0,-1 0 0,1 0 0,1 1-1,-1-1 1,1 1 0,-4 12 0,6-17-1723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2:5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19369,'0'0'3698,"-49"34"-4579,59-34-495,-3 0-1186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3:2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6979,'0'0'6910,"2"8"-485,-1-3-6887,-2 1 487,0-1 0,-1 0 1,1 0-1,-1 1 0,0-1 1,-1 0-1,1-1 0,-1 1 1,0 0-1,-4 4 0,-15 29-15,-61 158 185,75-174-166,2-1 1,0 1-1,1 1 0,-2 35 1,4 92 127,3-110-147,0-36-8,1 0 0,0 0 1,0 1-1,0-1 0,0 0 0,1 0 0,-1 0 0,1 0 0,0-1 0,0 1 0,4 4 0,32 38 49,-33-40-44,1 0 5,0-1-1,0 1 1,0-1-1,1 0 1,-1 0-1,1-1 1,1 0-1,-1 0 1,15 5-1,-9-6 28,0 0-1,-1 0 0,1-1 0,0-1 0,19 0 0,-28-1-37,0 0-1,-1 0 1,1 0-1,0 0 0,0-1 1,-1 0-1,1 0 1,-1 0-1,1 0 1,-1 0-1,6-4 0,-6 3-12,-1 0 0,1-1-1,-1 1 1,0-1 0,0 1-1,0-1 1,0 0-1,0 0 1,-1 0 0,1 0-1,-1 0 1,0 0 0,1-4-1,3-10-24,-2 0 0,0 0 0,-1-1 0,-1 1 0,0-1 0,-1 1 0,-4-25 0,1 29 23,-1 0 1,0 0-1,-1 1 1,0 0-1,-1 0 0,0 0 1,-1 1-1,-8-11 0,13 20 13,0 0-1,1 0 0,-1 1 0,0-1 1,0 0-1,0 1 0,0 0 0,-1-1 0,1 1 1,0 0-1,0 0 0,-1 0 0,1 0 1,-6-1-1,-36-1-5,41 3 11,1 0-8,1 1 0,-1-1 0,1 0 0,-1 1 0,1-1 0,0 1-1,-1-1 1,1 1 0,-1 0 0,1 0 0,0 0 0,0 0 0,-1 0 0,1 0 0,0 0 0,-1 2 0,-18 23-52,15-17 58,-71 118-1134,31-47-5985,23-44-3354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01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6515,'0'0'9719,"0"-7"-9017,1-8-709,1 0 0,0 1 0,1-1 0,1 1-1,9-26 1,-6 22-602,-1-1 0,5-30 0,-10 43 288,7-46-111,-5 44 735,-1 32 11,-3 142 77,2 185 872,9-241-592,-6-77-526,0-20-1124,-1-27-651,-3-46-4013,0 26 689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09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 5811,'0'0'2910,"4"-7"-1237,0 8-1480,1 0 1,-1 0-1,0 0 0,1 0 0,-1 0 0,0 1 1,0 0-1,0 0 0,0 0 0,0 1 0,-1-1 1,1 1-1,-1 0 0,1 0 0,-1 0 1,4 6-1,3 2 47,-1 1 1,-1 0 0,13 23-1,-18-28-198,-1 0-1,1 0 1,-2 1-1,1-1 0,-1 1 1,0-1-1,0 1 1,-1 0-1,0-1 0,0 1 1,-1 0-1,0-1 1,-1 1-1,1-1 0,-1 1 1,-1-1-1,0 0 1,0 0-1,0 0 0,0 0 1,-1 0-1,-1-1 1,1 0-1,-6 6 1,7-8-174,0-1 1,-1 0 0,1 0 0,-1-1 0,1 1 0,-1-1 0,0 0 0,0 0 0,0 0 0,-1 0 0,1-1 0,0 0 0,0 0 0,-1 0 0,1 0 0,-1 0 0,-8-1 0,12 0-51,0 0-1,0 0 1,0 0 0,0 0 0,0 0-1,-1 0 1,1 0 0,0-1-1,0 1 1,0 0 0,0-1-1,0 1 1,0-1 0,0 1 0,0-1-1,0 0 1,-1 0 0,-2-4-963,1 1 1,1 0-1,-1-1 1,-3-8-1,6 12 1089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1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 4530,'0'0'4418,"0"-2"-4020,0-9 3510,0 39-2494,0-10-1200,-6 189 1461,2-99-1195,4-104-459,3-15-189,5-5-152,1 1 0,1 0 0,0 0 0,13-14 0,-19 24 268,0 1 1,0 0 0,1 0-1,-1 0 1,1 1-1,0-1 1,0 1-1,0 0 1,0 0-1,1 1 1,-1 0-1,1 0 1,0 0-1,-1 0 1,1 1-1,12-1 1,-14 2 40,2 0 29,0 0 1,0 0 0,0 1-1,9 1 1,-12-1 16,-1 0 1,1 0 0,0 1-1,-1-1 1,0 0-1,1 1 1,-1 0-1,0-1 1,0 1-1,0 0 1,0 0-1,3 4 1,2 3 118,0 1 0,-1 1 0,-1-1 0,1 1 0,-2 0 0,1 0 0,-1 0 0,-1 1 0,0-1 0,-1 1 0,0 0 0,-1 0 0,0 0 0,-1 12 0,0-11-19,0 7 105,-1 0 1,-2 20-1,1-33-190,1 0-1,-1 0 1,-1-1 0,1 1 0,-1 0-1,0-1 1,0 0 0,-1 1-1,-4 4 1,-2 3 7,-1 0 0,0-1 0,-1 0 0,-25 20 0,30-29-469,1 0 1,-1 0 0,0 0 0,0 0 0,0-1-1,0-1 1,-1 1 0,1-1 0,-1 0-1,0-1 1,1 0 0,-16 1 0,22-2 302,1 0 0,0 0 0,-1 0 1,1 0-1,0 0 0,-1 0 0,1 0 0,0 0 1,0 0-1,-1 0 0,1 0 0,0-1 0,-1 1 0,1 0 1,0 0-1,-1 0 0,1 0 0,0 0 0,0-1 1,-1 1-1,1 0 0,0 0 0,0-1 0,-1 1 0,1 0 1,0 0-1,0-1 0,0 1 0,0 0 0,-1 0 1,1-1-1,0 0 0,-7-25-5155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1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10661,'0'0'5058,"216"25"-5042,-178-31-16,-6-13-720,-11 3-1729,-18-3-2754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8788,'0'0'6462,"18"-8"-6142,-2 2-248,18-8-3,0-1-1,36-23 0,-9-5-369,-60 48 456,0 0 0,0 0 1,0 1-1,-1-1 1,0 1-1,0 7 0,0-12-140,-2 221 621,1 126 1505,1-338-2055,5 83 562,-3-82-565,-1-1 1,2 0-1,-1 0 0,1 0 1,1 0-1,7 14 1,-8-20-108,-3-4-286,1-2-282,-1 0 0,0-1 0,1 1 0,-1-1 0,0 1-1,0 0 1,0-1 0,-1-2 0,0-5-871,-2-19-3158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1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4594,'0'0'10533,"143"-66"-10533,-115 48-80,-4 2-1121,-10 0-2993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1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3073,'0'0'6972,"0"11"-1676,0 50-4704,0 461 3308,-1-597-5645,3-101-795,2 149 2272,1 1 0,10-34-1,-1 7-209,6-10-387,-15 50 853,0-1 0,-1 1 1,-1-1-1,0 0 0,2-25 0,-5 38 59,0 0 1,0-1 0,0 1 0,0 0-1,0 0 1,1 0 0,-1 0-1,0-1 1,1 1 0,-1 0-1,1 0 1,-1 0 0,1 0 0,0 0-1,-1 0 1,1 0 0,1-2-1,6 3 1004,1 12-442,-3 7-281,-1 0 0,5 29 0,0-1 177,0 0 104,8 30 637,34 95-1,-50-168-1227,12 27 228,-14-30-239,1 0 0,0 0 1,0 0-1,0 0 0,0 0 0,0 0 1,0 0-1,0 0 0,0 0 1,0 0-1,0 0 0,0-1 1,0 1-1,1 0 0,-1-1 0,0 1 1,1-1-1,-1 0 0,0 1 1,1-1-1,1 0 0,-3 0-6,0 0-1,1 0 0,-1 0 1,0 0-1,1 0 0,-1 0 1,0 0-1,0 0 0,1 0 1,-1 0-1,0 0 0,1-1 1,-1 1-1,0 0 0,0 0 1,1 0-1,-1-1 0,0 1 1,0 0-1,1 0 0,-1 0 1,0-1-1,0 1 0,0 0 1,0-1-1,1 1 1,-1 0-1,0 0 0,0-1 1,0 1-1,7-18-84,-1-1-1,-1 1 1,-1-1 0,-1 0-1,2-23 1,2-12-651,-2 26 245,22-105-1718,-23 118 2065,1 0 0,1 0 1,1 0-1,0 1 0,0 0 0,13-17 1,-17 29 222,-1-1 1,1 1 0,-1 0-1,1 0 1,0 0 0,0 0 0,0 1-1,0-1 1,0 1 0,0 0-1,1 0 1,-1 0 0,0 0-1,1 1 1,-1-1 0,0 1 0,1 0-1,-1 0 1,1 0 0,-1 0-1,0 1 1,1-1 0,5 3 0,-7-2-69,0 0 0,0 0 0,0 1 0,0-1 0,0 1 0,0-1 0,-1 1 0,1 0 0,0 0 0,-1 0 0,0 0 0,1 0 0,-1 0 0,0 0 0,0 0 1,0 0-1,0 1 0,0-1 0,0 3 0,12 54 240,-12-53-217,8 69 224,-4 0 1,-4 88-1,-1-85-152,-4 82 50,1-127-1989,-1-1-1,-14 58 0,5-57-6859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3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6835,'0'0'5645,"0"-7"-5410,0-104-496,0 110 173,0-6 37,0 2 78,0 4-54,2 87 822,13 91 16,10 103 1406,-24-273-2168,7 29 243,-8-35-284,1 0 1,-1 0-1,1 0 0,-1 0 0,1 0 0,-1 0 1,1 0-1,0 0 0,0 0 0,-1-1 0,1 1 1,0 0-1,0-1 0,0 1 0,0 0 1,0-1-1,0 1 0,0-1 0,0 0 0,0 1 1,0-1-1,0 0 0,0 0 0,0 1 0,0-1 1,0 0-1,1 0 0,0-20-1574,-2-17-1185,0-3-2230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3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6147,'0'0'5808,"16"12"-4920,55 41-125,-67-49-668,1 0 0,-1 0-1,0 0 1,0 1 0,0-1 0,-1 1-1,0 0 1,0 0 0,0 1 0,0-1-1,-1 0 1,2 7 0,-2-2 57,0 0 0,-1 0 0,0 1 0,-1 16 1,0-17-62,1 12 54,-1-9-66,0-1-1,0 1 1,-3 14 0,2-24-82,1 0-1,-1 1 1,0-1 0,0 0 0,-1 0 0,1 0 0,0 0-1,-1-1 1,0 1 0,0 0 0,1-1 0,-2 1 0,1-1-1,0 1 1,0-1 0,-1 0 0,-2 2 0,4-4-52,1 1 0,-1-1 0,1 0 1,-1 1-1,1-1 0,-1 0 0,1 1 0,-1-1 1,1 0-1,-1 0 0,1 0 0,-1 1 0,1-1 1,-1 0-1,0 0 0,1 0 0,-1 0 0,1 0 1,-1 0-1,1 0 0,-1 0 0,0 0 0,1-1 1,-1 1-1,1 0 0,-1 0 0,1 0 1,-1-1-1,1 1 0,-1 0 0,1 0 0,-1-1 1,1 1-1,-1-1 0,1 1 0,-1-1 0,0-1-238,-1 0-1,1-1 0,0 1 0,0 0 0,1-1 1,-1 1-1,0 0 0,0-5 0,-6-46-5332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3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5811,'0'0'4146,"-28"1"-6,25 2-4038,1 0-1,-1 1 1,1-1-1,0 0 1,0 1-1,0 0 1,1-1-1,-1 1 1,1 0-1,-2 7 1,-2 4 51,-6 12 55,2 1 1,1 1-1,1-1 1,2 1-1,1 1 1,1-1-1,1 52 0,2-79-195,-1 13 137,1 0-1,1 1 1,0-1 0,1 0 0,1 0 0,9 29 0,-8-33-72,-1 0 33,1 0 1,0 0-1,1-1 1,0 1-1,1-1 1,0 0-1,1-1 1,0 0-1,15 16 1,-20-23-98,-1-1 1,1 1-1,0-1 1,0 0-1,0 0 1,0 1-1,0-2 1,0 1-1,0 0 1,1 0-1,-1-1 1,0 1-1,0-1 1,1 1-1,-1-1 1,0 0-1,1 0 1,-1 0-1,0 0 1,1-1-1,-1 1 1,0-1-1,0 1 1,0-1-1,1 0 1,-1 0-1,0 0 1,0 0-1,0 0 1,0 0-1,0 0 1,0-1-1,-1 1 1,1-1-1,0 0 1,-1 1-1,1-1 1,-1 0-1,0 0 1,1 0-1,-1 0 0,0 0 1,1-4-1,5-11-93,0 0 0,-2 0-1,0-1 1,-1 1-1,2-25 1,-1-90-2534,-5 132 2612,-1-1 0,1 1-1,-1-1 1,0 1 0,1 0 0,-1-1-1,0 1 1,1 0 0,-1-1 0,0 1-1,1 0 1,-1 0 0,0-1 0,0 1 0,1 0-1,-1 0 1,0 0 0,0 0 0,1 0-1,-1 0 1,0 0 0,-1 1 0,-19 0 0,21-1 1,-3 0 0,0 1 0,1-1 0,-1 1 0,0 0 0,1 0 0,-1 0 0,1 1 0,-1-1 0,1 1 0,0-1 0,-1 1 0,-3 3 0,-23 29 0,11-13 0,0-4-14,13-13-135,0 1-1,0-1 1,1 1 0,0 0-1,-6 9 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35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3378,'0'0'3847,"1"-23"3994,5 39-7721,-1-1 1,0 1 0,-2 0-1,0 0 1,2 24 0,-2 85 621,-3-101-597,0 200 397,0-317-7639,0 59 1361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3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72 3666,'0'0'6328,"-11"-1"-3639,11-5-2290,0 2-234,0 0 0,0 1 0,0-1 0,0 0 1,1 1-1,0-1 0,1-6 0,-1 9-158,0-1 0,1 1-1,-1-1 1,0 1 0,0-1 0,1 1-1,-1 0 1,0 0 0,1 0-1,-1 0 1,1 0 0,0 0-1,-1 0 1,1 0 0,0 1 0,-1-1-1,1 1 1,0-1 0,2 0-1,14-2 36,1 1-1,0 0 1,32 1 0,-41 1 10,-8 0-33,-1 0-1,1 0 1,0 0 0,-1 1-1,1-1 1,-1 0 0,1 1-1,-1-1 1,1 1 0,-1 0-1,1-1 1,-1 1 0,1 0-1,-1 0 1,0 0-1,0 0 1,1 0 0,-1 0-1,0 0 1,0 0 0,0 1-1,0-1 1,0 0 0,0 1-1,-1-1 1,1 0 0,0 1-1,-1-1 1,1 1 0,0 2-1,1 4 116,-1 0-1,0 1 0,0-1 0,-1 15 1,0-13-10,-1 6 8,0 0 1,-2 0 0,1 0 0,-2 0-1,0 0 1,-1-1 0,0 0 0,-1 0-1,-1 0 1,-1 0 0,-12 17-1,15-22-91,-3 2-12,1 1 0,-8 19 1,14-31-292,21 0-1624,-15 0 1928,1 1 1,-1-1-1,0 1 1,1 0 0,-1 0-1,0 0 1,0 1-1,0 0 1,0 0-1,-1 0 1,1 0-1,-1 1 1,0 0 0,0 0-1,0 0 1,0 0-1,-1 1 1,6 8-1,-5-5 8,1 1 0,-1 0-1,-1 0 1,1 0 0,-2 1 0,1-1-1,-1 1 1,-1-1 0,0 1-1,0 12 1,-1-10-20,1-2 37,-1 1-1,-1-1 0,-2 12 1,2-19-52,0 1 0,0 0 0,0-1 1,-1 1-1,0-1 0,1 1 0,-1-1 1,0 0-1,-1 0 0,1 0 0,0 0 0,-4 3 1,-4 3-29,0 0 1,-1 0 0,0-1 0,-1-1-1,1 0 1,-1-1 0,0 0-1,-1-1 1,-19 6 0,21-8-624,0-1-1,0 0 1,-22 0 0,26-2-239,6 1 390,-1-1 0,1 0 0,0 0 1,-1 0-1,1 0 0,-1 0 0,1 0 0,-1-1 1,1 1-1,0 0 0,-1-1 0,1 1 0,-3-2 1,-6-11-6733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140 124 2289,'0'0'9346,"-18"-4"-5067,16-1-4133,1-1 1,-1 0 0,1 0-1,0 0 1,0 0-1,1 1 1,0-1-1,0 0 1,1-8-1,0-6-210,1 18 65,-1 0 1,1-1 0,0 1 0,0 0 0,0 1 0,0-1 0,1 0 0,-1 1 0,0-1 0,1 1 0,-1 0-1,1-1 1,4 0 0,0 0-4,-1 0-1,0 1 0,1-1 0,-1 2 1,0-1-1,1 1 0,-1 0 1,1 0-1,-1 0 0,13 4 1,-16-4 9,0 1 1,0 1 0,-1-1-1,1 0 1,-1 1 0,1-1 0,-1 1-1,0 0 1,1 0 0,-1 0-1,0 0 1,0 0 0,0 0 0,-1 0-1,1 1 1,0-1 0,-1 1 0,0-1-1,1 1 1,-1 0 0,0-1-1,0 1 1,-1 0 0,1 0 0,-1 0-1,1 3 1,1 9 97,0 0 0,-1-1 0,-1 1 0,0 0 0,-1 0 0,-1 0 0,0-1 0,-8 29-1,-5-16 0,-1 0 0,0-2 0,-2 0-1,-34 37 1,47-56-102,1-2-1,-11 10-64,14-14-227,12 0-1655,-2 1 1934,1 0-1,-1 0 1,0 1 0,0 0 0,0 1 0,0 0 0,0 1 0,0-1-1,-1 1 1,0 1 0,0 0 0,0 0 0,0 1 0,-1 0 0,0 0-1,8 9 1,-8-7 99,0-1-1,-1 1 0,0 1 1,0-1-1,-1 1 0,0 0 1,0 0-1,-1 0 1,-1 1-1,1-1 0,-2 1 1,1 0-1,-1 0 0,-1 0 1,1 11-1,-2-12-7,0 0 1,0 0-1,-1 0 0,-1 0 0,-3 14 1,3-18-43,0 0 0,0-1 0,-1 0 0,1 1-1,-1-1 1,0 0 0,0 0 0,-1-1 0,1 1 0,-9 6 0,3-3 10,-1 0-1,-1 0 1,0 0-1,0-2 1,0 1-1,0-1 1,-1-1-1,0 0 1,-14 2-1,-2-1-300,0-1 1,-52-1-1,78-3 159,0 0 0,0 0-1,0 0 1,0 0-1,0 0 1,1-1 0,-1 1-1,0 0 1,0-1-1,0 0 1,1 1 0,-1-1-1,0 0 1,1 0-1,-1 0 1,1 0 0,-1 0-1,1 0 1,-1 0-1,1 0 1,0-1 0,-1 1-1,1-1 1,-2-2-1,1-1-344,1 0 0,-1 0-1,1 0 1,0 0 0,0 0-1,1-1 1,-1-8 0,1-38-4708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5523,'0'0'7822,"0"1"-7403,-2 30 646,-1 0 0,-2 0 0,-14 49 0,10-40-443,4-20-343,1 0 1,2 0-1,-2 27 1,4-46-294,0 0-1,1 0 1,-1 0 0,0 0 0,0 0 0,0 0-1,1-1 1,-1 1 0,0 0 0,1 0 0,-1 0 0,1-1-1,-1 1 1,1 0 0,-1-1 0,1 1 0,-1 0-1,1-1 1,0 1 0,0-1 0,-1 1 0,1-1 0,0 1-1,0-1 1,-1 1 0,1-1 0,0 0 0,0 1-1,0-1 1,0 0 0,-1 0 0,3 0 0,32 1-750,-23-1 390,-4 0 347,0 0-1,0 1 1,0 0 0,-1 1 0,1-1 0,0 1 0,0 1 0,-1 0 0,1 0 0,-1 0 0,0 1 0,0 0 0,0 0 0,-1 1-1,1 0 1,-1 0 0,0 0 0,-1 1 0,9 10 0,-8-8 80,0 0-1,0 0 1,-1 1 0,0 0 0,0 0-1,-1 0 1,0 1 0,-1 0-1,0-1 1,0 1 0,-1 0-1,0 1 1,-1-1 0,0 0-1,-2 19 1,2-12 167,-2 0-1,-4 28 1,3-38-169,1-1-1,-1 0 1,0 0 0,-1 0-1,0 0 1,1-1 0,-2 1 0,1-1-1,-1 1 1,-5 5 0,-5 4 60,0-1-1,-1-1 1,-1 0 0,0 0 0,-35 19 0,38-26-111,0 1 0,0-2 0,0 0 0,-1 0-1,0-1 1,0-1 0,0 0 0,0-1 0,-17 0 0,30-1-37,1-1 1,-1 0-1,0 0 1,0 0-1,0 0 0,0 0 1,0 0-1,0-1 0,1 1 1,-1 0-1,0 0 1,0-1-1,0 1 0,0 0 1,1-1-1,-1 1 1,0-1-1,0 1 0,1-1 1,-1 1-1,0-1 1,1 1-1,-1-1 0,0-1 1,-1-21-1513,2 16 1118,0-47-3843,0-11-2542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3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11381,'0'0'5107,"220"0"-4259,-161 0-848,-14-7-64,-10-2-688,-14 0-1970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5138,'0'0'6793,"0"-5"-5846,1-11-21,0 22 557,3 34 747,-3-21-2686,3 137 772,-4-103-269,7-78-1773,0-18-1043,3-14-1692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5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3282,'0'0'7811,"1"-3"-6736,3-5-292,-2 9 484,-2 18 867,0-6-2185,0 261 2585,0-274-2539,0 0-1,0 1 0,0-1 1,0 0-1,1 0 0,-1 0 0,0 1 1,0-1-1,0 0 0,0 0 1,1 0-1,-1 0 0,0 0 1,0 1-1,0-1 0,1 0 1,-1 0-1,0 0 0,0 0 0,0 0 1,1 0-1,-1 0 0,0 0 1,0 0-1,1 0 0,-1 0 1,0 0-1,0 0 0,0 0 1,1 0-1,-1 0 0,0 0 0,0 0 1,1 0-1,-1 0 0,0 0 1,2 0-62,14-1-374,-1-1 0,17-3 0,-16 2 366,0 1 0,20-1 0,-25 3 67,-1 0-1,1 1 0,-1 0 0,1 1 0,17 5 0,-25-6 17,0 0 1,0 0-1,0 1 0,0-1 0,0 1 0,0 0 1,0 0-1,-1 0 0,1 0 0,-1 0 1,0 0-1,1 1 0,-1-1 0,0 1 1,0 0-1,-1 0 0,1 0 0,-1 0 0,1 0 1,-1 0-1,0 0 0,0 0 0,1 3 1,-1 7 138,0 0 0,0 0 0,-2 15 0,0 0 97,1-19-205,-1-1 1,-1 0-1,1 1 0,-2-1 1,1 0-1,-1 0 1,0 0-1,0-1 0,-1 1 1,0-1-1,-1 0 0,-5 8 1,-4 3 8,-1-1 0,-1 0 0,-24 20 0,-11 2 94,45-34-153,0-1 1,0 0 0,-1-1 0,0 0-1,0 0 1,-10 3 0,12-5-25,4-1-134,-1 1-1,1-1 0,0 0 1,-1 1-1,1-1 0,-1 0 1,1 0-1,-1 0 1,1 0-1,-1 0 0,1-1 1,-2 1-1,2-1-16,0 0 1,0 0-1,0 0 0,0 1 1,1-1-1,-1 0 1,0 0-1,1 0 0,-1 0 1,1-1-1,-1 1 0,1 0 1,-1 0-1,1 0 1,0 0-1,0 0 0,-1-1 1,1 1-1,0-2 1,-6-39-3996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6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9828,'0'0'5843,"189"0"-5635,-154 0-160,-11 0-96,-3 0-336,-14 0-1809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74 3169,'0'0'9410,"0"-5"-8554,2-9 233,-2 13-173,-1 3 40,-8 31 152,2-1-468,2 0 1,1 1-1,0 48 0,18-80-280,-12-1-360,-1 0-1,1 0 0,0-1 0,-1 1 1,1-1-1,-1 1 0,0-1 1,1 1-1,-1-1 0,1 0 1,-1 0-1,0 0 0,0 0 0,1 0 1,-1 0-1,0 0 0,0 0 1,0 0-1,0 0 0,0-1 0,-1 1 1,1 0-1,1-4 0,13-37-460,-12 31 232,2-9-742,-1 0-1,-1 0 1,1-27-1,-3-26-4607,-1 73 5582,0-1-1,0 1 1,0-1 0,-1 1 0,1-1 0,0 0-1,0 1 1,-1-1 0,1 1 0,0-1 0,-1 1-1,1-1 1,0 1 0,-1-1 0,1 1 0,-1 0 0,1-1-1,-1 1 1,1-1 0,-1 1 0,1 0 0,-1 0-1,1-1 1,-1 1 0,1 0 0,-1 0 0,1-1-1,-1 1 1,0 0 0,1 0 0,-1 0 0,1 0 0,-1 0-1,0 0 1,0 0 0,-1 0 180,0 0-1,1 0 1,-1 1 0,0-1 0,1 0 0,-1 1-1,0-1 1,1 1 0,-1-1 0,1 1-1,-1 0 1,1 0 0,-3 1 0,-1 4 58,1-1 0,0 1 1,1 0-1,-1 0 1,1 0-1,-2 8 1,-5 6 210,-2 14-264,12-21-4730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0 816,'0'0'12158,"0"11"-11160,-1-2-809,0 1 0,-1-1 0,-1 0 0,1 1 0,-2-1 0,1 0 1,-1-1-1,0 1 0,-1-1 0,-7 11 0,-13 26 124,-119 292 164,23 8-196,101-284-265,4-17 28,-2 0 0,-27 47 1,42-90-430,2-5-38,-1-17-569,4-27-1829,7 20-532,1 5 186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81 4626,'0'0'8724,"-13"29"-5845,7-10-2319,2 1 0,0-1 1,1 1-1,2 0 0,0 0 0,2 28 1,-1-22-39,-1-23-463,1 1 0,0-1-1,1 0 1,-1 1-1,0-1 1,1 0-1,0 1 1,0-1-1,0 0 1,0 0 0,0 0-1,1 0 1,1 3-1,-1-4-44,0-1 0,-1 1 0,1-1 0,0 1 0,0-1 0,0 0 0,0 0 0,0 0 0,0 0 0,1 0 0,-1 0 0,0-1 0,0 1 0,1-1 0,-1 0 0,0 1 0,1-1 0,-1 0 0,3-1 0,-2 1-12,-1 0 0,1 0 0,-1 0 0,1-1 0,-1 1 1,1-1-1,-1 0 0,1 0 0,-1 1 0,0-2 0,1 1 1,-1 0-1,0 0 0,0-1 0,0 1 0,0-1 0,2-2 1,-1 1-29,0 0 0,-1-1 0,1 0 0,-1 0 0,0 1 0,0-1 1,0 0-1,-1-1 0,2-4 0,0-8-418,0-1-1,-1 1 1,-1-35-1,-1 46 226,0-15-436,1 6 147,-1 1-1,-1 0 1,0 0-1,-4-19 1,4 29 499,0 1 0,0-1 1,-1 1-1,1 0 0,-1-1 0,1 1 0,-1 0 0,0 0 1,-1 0-1,1 0 0,0 0 0,-1 1 0,0-1 0,1 1 1,-1 0-1,0-1 0,0 1 0,0 1 0,-1-1 0,1 0 1,-6-1-1,3 1 229,1 0 86,0 0 0,0 0 0,0 1 0,0 0 1,-6 0-1,11 0-361,0 1 1,-1 0 0,1 0-1,0 0 1,-1-1-1,1 1 1,0 0 0,0-1-1,-1 1 1,1 0 0,0 0-1,0-1 1,0 1 0,0 0-1,-1-1 1,1 1-1,0 0 1,0-1 0,0 1-1,0-1 1,0 1 0,0 0-1,0-1 1,0 1-1,0 0 1,0-1 0,0 1-1,0 0 1,0-1 0,0 1-1,0-1 1,1 1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4:4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14903,'0'0'3409,"10"50"-11524,-6-38 831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00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150 101 5827,'0'0'9452,"2"-1"-9415,34-39-285,-33 39 246,13-12-419,1 1-1,33-18 0,-47 29 401,0 1 0,0-1 0,0 0 0,0 1-1,0 0 1,0-1 0,0 1 0,0 0 0,5 1 0,-7-1 36,0 0 0,1 0 0,-1 1 0,0-1 0,0 0 0,0 0 0,0 1 0,1-1 0,-1 1 0,0-1 0,0 1 0,0-1 0,0 1 0,0 0 0,0-1 0,0 1 0,0 0 0,-1 0 0,1 0 0,0 0 0,0 0 0,-1 0 0,2 1 0,-1 10 84,0-1 0,0 1 0,-2 14 0,0-3-22,0-15-57,1 0 1,-2-1-1,1 1 1,-1-1-1,0 1 1,0-1-1,-6 11 1,-29 51 119,18-38-34,-1 6 36,-3 0 0,0-2 0,-3-1 0,-1-1 0,-42 40 0,66-70-160,-1 0 1,1 0 0,-1 0 0,0-1 0,0 1 0,0-1-1,0 0 1,0 0 0,-1-1 0,1 1 0,0-1 0,-1 0 0,-5 0-1,10-1-18,-1 0-1,1 0 1,0 0 0,-1 0-1,1 0 1,0 0-1,-1 0 1,1 0-1,0-1 1,-1 1-1,1 0 1,0 0-1,-1 0 1,1-1 0,0 1-1,0 0 1,-1 0-1,1-1 1,0 1-1,0 0 1,0 0-1,-1-1 1,1 1-1,0 0 1,0-1 0,0 1-1,0 0 1,0-1-1,0 1 1,0 0-1,-1-1 1,1 0-1,0-14-564,0 9 186,-1-15-934,1 14 965,-1 1 0,1-1 0,0 0 0,0 1 0,1-1 0,2-11 0,-2 17 388,0 0 0,0 0 0,0 0 0,0 0 0,0 0 0,0 0-1,0 1 1,0-1 0,0 0 0,0 1 0,1-1 0,-1 1 0,0-1 0,0 1 0,1-1-1,-1 1 1,0 0 0,1 0 0,-1-1 0,0 1 0,1 0 0,1 1 0,1-1 191,0 0 1,0 0-1,0 0 1,0 1 0,0 0-1,0-1 1,4 3-1,-3 0 53,0 0-1,1 0 1,-1 1-1,0 0 1,-1 0 0,1 0-1,-1 1 1,0-1-1,0 1 1,6 9-1,3 8 759,14 31 0,-6-10-39,-21-43-962,5 9 182,0-1 1,0 0-1,0 0 0,8 7 0,-12-14-209,1 1 0,-1-1-1,0 1 1,1-1 0,-1 0 0,1 0 0,0 0-1,-1 0 1,1 0 0,0 0 0,0 0-1,0-1 1,-1 1 0,1-1 0,0 1 0,0-1-1,0 1 1,0-1 0,0 0 0,0 0-1,0 0 1,0 0 0,0-1 0,0 1 0,0 0-1,2-2 1,-3 2-83,0-1 0,0 1 0,-1 0 0,1-1 0,0 1 0,-1-1 0,1 1 0,-1-1 0,1 0 0,-1 1 0,1-1 0,-1 0 0,1 1 0,-1-1 0,1 0 0,-1 1 0,0-1 0,1-1-1,6-28-3530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0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2673,'0'0'9943,"-9"1"-9228,3 11-408,-23 74 584,-17 52-458,42-110-668,4-27-579,0-6-1323,0-27-2252,0-15-2998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0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6755,'0'0'5560,"0"-2"-5010,0 43 3900,-10 120-3250,6-56-973,4-91-232,6-13-502,-1-1 393,-1-1 0,1 0 1,-1 0-1,1-1 1,-1 1-1,0-1 1,0 0-1,1 0 0,5-5 1,-5 4 64,-1 0 0,0 1 0,1-1 0,0 1 0,0 0-1,0 1 1,-1-1 0,2 1 0,-1 0 0,5-1 0,4 2-135,16 1-48,-28-1 189,-1 0-1,0 1 1,1-1-1,-1 1 1,0-1-1,0 1 1,1-1-1,-1 1 1,0 0-1,0-1 0,0 1 1,0 0-1,0 0 1,0 0-1,0 0 1,0 0-1,0 0 1,1 2-1,0 0-615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0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4930,'0'0'5155,"-6"16"-3237,-5 99 872,-20 252-292,31-352-2460,0-11-39,0-1-1,0 1 0,-1 0 1,1-1-1,-1 1 1,0-1-1,1 1 0,-4 5 1,4-7-285,-1 0 1,1-1-1,0 1 1,-1 0-1,1-1 1,0 1-1,0 0 1,0-1 0,1 1-1,-1 2 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0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48 320,'0'0'4698,"1"-3"-3526,8-13 898,-4 40 4885,-5 24-6513,-1-21 175,1 373 2441,10-587-9299,-10 116 2206,0-75-3621,0 47 10951,0 98-3183,0 1-1,0-1 0,0 0 0,0 0 0,0 0 1,0 0-1,0 0 0,0 0 0,1 0 0,-1 0 1,0 1-1,0-1 0,1 0 0,-1 0 0,1 0 1,-1 1-1,1-1 0,-1 0 0,1 0 0,-1 1 0,1-1 1,0 0-1,-1 1 0,3-2 0,-1 1 357,0 1 0,1-1 0,-1 1 1,1-1-1,-1 1 0,1 0 0,-1 0 0,4 0 0,-5 0-395,0 0 0,1 1 0,-1-1 0,0 1 0,0-1 0,1 1 0,-1 0-1,0 0 1,0-1 0,0 1 0,0 0 0,0 0 0,0 0 0,0 0 0,-1 0 0,1 0 0,0 0 0,0 0 0,-1 0 0,1 2 0,14 28 553,-13-26-458,10 29 675,-2-1 0,-2 1 0,7 58 0,10 41 756,-23-128-1526,0 1-1,0 0 1,1-1 0,-1 1 0,1-1 0,4 5 0,-6-9-68,-1 0 1,1 0-1,0 0 1,-1-1-1,1 1 1,0 0-1,0-1 1,0 1-1,0 0 1,-1-1-1,1 1 1,0-1-1,0 1 1,0-1-1,0 0 1,0 0 0,0 1-1,1-1 1,-1 0-9,0 0 0,0-1 0,0 1 0,0 0 0,0-1 1,0 1-1,0-1 0,0 1 0,0-1 0,0 0 0,0 1 1,-1-1-1,1 0 0,0 1 0,0-1 0,-1 0 0,1 0 0,0 0 1,-1 0-1,1 0 0,-1 0 0,1-1 0,12-25-492,-1 0-1,15-57 1,8-20-1451,-29 90 1675,1 0-1,0 1 1,1-1-1,1 2 1,12-16-1,-14 20 143,-6 5 246,1 1 0,-1 0 0,1-1 0,0 1 0,0 0 1,0 0-1,0 0 0,1 1 0,-1-1 0,0 0 0,1 1 0,-1 0 0,1-1 0,-1 1 1,1 0-1,0 0 0,0 1 0,-1-1 0,1 0 0,0 1 0,0 0 0,0 0 0,3 0 1,-5 0-89,1 1 1,-1-1-1,1 1 1,-1-1-1,0 1 1,0 0-1,0 0 1,1 0-1,-1 0 1,0 0-1,0 0 1,0 0-1,0 0 1,0 0-1,0 0 1,-1 0-1,1 1 1,0-1-1,-1 0 1,1 1-1,-1-1 1,1 3-1,12 38 358,-12-38-327,6 38 391,-1 0 0,-3 1 0,-3 76 0,-1-56-67,0-7-149,-1-33-127,2 1-1,0-1 0,2 1 0,0-1 0,10 37 0,-12-53-183,-17-12-12550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13 192,'0'0'11749,"-2"-13"-7197,1 14-4545,0-1 1,0 0 0,-1 0-1,1 1 1,0-1-1,0 1 1,0-1-1,0 1 1,0 0-1,0-1 1,0 1-1,0 0 1,1-1 0,-1 1-1,0 0 1,0 0-1,0 0 1,0 1-1,-15 25-12,7-11 27,-1 2 4,0 0-1,2 0 1,0 1-1,1 0 1,1 1-1,1 0 1,-5 36 0,4 8 432,3 73 0,3-124-352,0 4 32,0-1 0,1 1 0,1 0-1,5 22 1,-6-35-116,1 1 0,-1-1 0,1 0 0,0 1 0,0-1 0,1 0 0,-1 0 0,1 0 0,0 0 0,0-1 0,0 1-1,0-1 1,1 0 0,0 0 0,-1 0 0,1 0 0,0-1 0,0 1 0,1-1 0,4 2 0,-3-2-11,-1 0-1,0 0 1,1-1-1,-1 1 1,1-1 0,0-1-1,-1 1 1,1-1-1,-1 0 1,1 0 0,0 0-1,-1-1 1,1 0-1,-1 0 1,1-1-1,-1 1 1,1-1 0,-1 0-1,0-1 1,0 1-1,0-1 1,0 0 0,-1 0-1,1-1 1,-1 1-1,1-1 1,-1 0 0,-1 0-1,1-1 1,0 1-1,4-9 1,6-9-269,-2 0 0,0 0 1,-1-1-1,-2-1 0,0 1 1,-1-2-1,-2 1 0,0-1 0,-2 0 1,-1 0-1,-1 0 0,0 0 1,-2-1-1,-5-33 0,3 50 207,0 0 0,0 0 1,-1 0-1,0 0 0,0 1 0,-1 0 0,-1-1 1,1 2-1,-1-1 0,-1 0 0,1 1 0,-1 0 0,0 0 1,-1 1-1,0 0 0,0 0 0,0 0 0,-1 1 1,1 0-1,-16-7 0,19 11 134,1-1 1,-1 1-1,1 0 0,-1 0 1,0 1-1,0-1 0,0 1 1,1 0-1,-1 0 0,0 0 1,0 0-1,0 1 0,0-1 1,1 1-1,-6 2 0,6-2-75,1 0-1,-1 1 0,1-1 0,0 1 1,0 0-1,0 0 0,0 0 1,0 0-1,0 0 0,0 0 0,0 0 1,1 0-1,-1 1 0,1-1 0,0 1 1,0-1-1,0 1 0,0-1 0,0 1 1,-1 5-1,0 5-1149,1 0 0,0 22-1,1-35 1102,0 35-4329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9636,'0'0'5795,"-11"91"-5475,1-41-128,3-9-48,0-4-128,4-5-16,-1-23 0,4-46-6178,0-23-946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1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68 315 448,'0'0'11736,"3"1"-11029,-2 0-603,0 1 0,0-1 0,1 1 0,-1-1 1,0 1-1,0 0 0,0-1 0,-1 1 0,1 0 0,0 0 0,-1-1 0,1 1 0,-1 0 0,1 0 0,-1 0 0,0 0 0,0 2 0,-1 45 1193,0-24-753,0 40 271,0-17 6,4 53 0,-2-98-803,-1 0 0,1 0 0,0-1-1,-1 1 1,1 0 0,1 0 0,-1 0 0,0-1 0,1 1 0,-1-1-1,1 1 1,0-1 0,0 1 0,0-1 0,0 0 0,0 0-1,0 0 1,0 0 0,1 0 0,-1-1 0,6 3 0,-6-3-22,0 0 1,0-1-1,0 1 0,0-1 1,0 0-1,0 1 1,0-1-1,0 0 1,0 0-1,0-1 0,0 1 1,0 0-1,0-1 1,0 1-1,0-1 1,0 1-1,0-1 0,0 0 1,0 0-1,0 0 1,-1 0-1,1 0 1,0 0-1,-1-1 0,1 1 1,-1-1-1,1 1 1,-1-1-1,0 1 1,0-1-1,1 0 0,0-3 1,5-7-161,-1 0 1,-1 0-1,0-1 1,-1 0 0,0 0-1,-1 0 1,2-26-1,-2-3-1227,-3-53 0,-1 88 1200,0 0-1,0 1 1,0-1 0,-1 0-1,1 1 1,-2-1 0,1 1-1,-1-1 1,0 1 0,0 0-1,-1 0 1,0 1 0,0-1-1,-5-5 1,-6-5 159,-2 1 0,-35-26-1,32 26 1078,-34-32-1,51 42-978,0 1 0,0 0 0,1-1 0,-1 0 0,1 1 0,1-1 0,-1 0 0,1 0 0,-1 0-1,1 0 1,1-1 0,-1 1 0,1 0 0,0 0 0,0 0 0,1-6 0,-1 0-72,0 9-16,0-1 0,0 1 0,0-1 0,0 1 0,1-1 0,-1 0 0,1 1 0,0 0-1,-1-1 1,1 1 0,0-1 0,0 1 0,1 0 0,-1 0 0,0 0 0,1 0 0,-1 0 0,1 0-1,0 0 1,0 0 0,0 0 0,0 1 0,0-1 0,0 1 0,0-1 0,0 1 0,1 0 0,-1 0-1,3-1 1,6 0-45,-1-1-1,1 2 1,0-1-1,-1 2 1,18 0-1,-21 0 69,-3 0-3,0 0 0,1 0-1,-1 0 1,0 1 0,0 0-1,0 0 1,0 0 0,0 0 0,0 1-1,-1 0 1,1-1 0,0 1-1,-1 1 1,1-1 0,-1 0-1,4 4 1,-3-1 33,0-1 0,0 1 0,-1 0 0,0 0 0,0 0 0,0 0 0,0 1 1,-1-1-1,0 1 0,1 6 0,2 14 276,-1-1 0,-1 0 0,-2 1 0,-1 33 1,-1-31 137,1 36 374,0-68-3319,0-21-1928,0-11-5508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3906,'0'0'5429,"0"-19"-3049,1 18-2347,-1 0 0,1 0 0,-1 0 0,1 0 0,-1 0 1,1 0-1,0 0 0,-1 1 0,1-1 0,0 0 0,0 0 0,0 1 0,-1-1 1,1 1-1,0-1 0,0 1 0,0-1 0,0 1 0,0-1 0,0 1 1,0 0-1,0 0 0,0-1 0,0 1 0,0 0 0,2 0 0,34 0 833,-25 0-420,-10 0-380,1 0 0,-1 1 0,0-1 1,0 0-1,1 1 0,-1-1 0,0 1 0,0 0 0,0 0 0,1 0 0,-1 0 1,0 0-1,0 0 0,-1 0 0,1 1 0,0-1 0,0 1 0,0-1 0,-1 1 1,1 0-1,-1 0 0,0-1 0,1 1 0,-1 0 0,0 0 0,0 0 0,0 1 1,0-1-1,-1 0 0,1 0 0,-1 0 0,1 5 0,1 7 133,-1 0 0,0 0 0,-1 0 0,-3 20 0,3-23-166,-1-3 6,-1 0 0,1 0 0,-1 0 1,0 0-1,-1-1 0,0 1 1,0 0-1,-1-1 0,-8 13 1,-16 12-2482,40-30-1736,-4-1 4386,-1 1 0,1 0 0,0 1 0,-1 0 0,1 0 0,-1 0 0,0 1 0,12 8 0,-4-1 435,0 1 0,22 21 0,-33-29-585,-1 0-1,0 0 0,0 0 0,-1 1 0,1-1 0,-1 1 0,0-1 1,0 1-1,0 0 0,-1-1 0,1 1 0,-1 0 0,0 0 0,-1 0 1,1 0-1,-1 0 0,0 1 0,0-1 0,-1 0 0,0 0 0,0 0 1,0 0-1,0-1 0,-1 1 0,1 0 0,-1 0 0,-1-1 0,1 1 1,0-1-1,-1 0 0,0 1 0,0-1 0,-1-1 0,1 1 0,-1 0 1,1-1-1,-1 0 0,0 0 0,-1 0 0,1 0 0,0-1 0,-7 4 1,3-4-172,1 0 0,-1 0 1,1-1-1,-1 0 0,1 0 1,-1-1-1,1 0 0,-1 0 1,-11-2-1,17 1-13,1 1-1,-1-1 1,1 0 0,-1 1-1,1-1 1,-1 0 0,1 0-1,0 0 1,-1 0 0,1-1-1,0 1 1,0 0-1,0 0 1,0-1 0,0 1-1,0-1 1,0 1 0,1-1-1,-1 1 1,0-1 0,1 1-1,-1-1 1,1 0 0,0 1-1,-1-1 1,1 0 0,0 1-1,0-1 1,0-2 0,-2-36-3883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3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5603,'0'0'6229,"4"0"-5575,-3-1-585,-1 1 0,1 0 0,0 0 0,0 0 0,0 0 0,0-1 0,0 1 0,-1 0 0,1 1 0,0-1 0,0 0 0,0 0 0,0 0 0,-1 0 0,1 1 0,0-1 0,0 0 0,0 1 0,-1-1 0,1 0 0,0 1 0,-1-1 0,1 1 0,1 0 0,-1 2 72,0-1 0,0 1 0,0-1 1,-1 1-1,1 0 0,-1-1 0,1 1 1,-1 4-1,21 123 1593,-6-38-1035,-6-36 193,27 97 1,-35-149-831,1 0 0,-1 0 0,1 0 0,0 0 0,0 0 0,0-1 0,1 1 0,-1-1 0,6 6 0,-8-9-43,1 1-1,0 0 1,0-1-1,0 1 0,0-1 1,-1 1-1,1-1 1,0 1-1,0-1 0,0 0 1,0 1-1,0-1 1,0 0-1,0 0 0,0 0 1,0 0-1,0 0 1,2 0-1,-1-1-8,-1 1-1,1-1 1,-1 1 0,1-1-1,-1 0 1,1 0 0,-1 0-1,1 0 1,-1 0 0,0 0-1,1 0 1,-1-1 0,0 1-1,2-3 1,20-31-223,33-65-1,-25 41-245,-17 35 351,-2 4-59,0 0-1,-2-1 1,0 0-1,-1-1 1,-2 0-1,10-44 1,-13 29 30,-1-42 1,-3 79 132,0-1-1,0 1 1,-1-1-1,1 0 1,0 1-1,-1-1 1,1 1-1,0-1 1,-1 1-1,1-1 1,-1 1-1,1 0 1,-1-1-1,1 1 1,-1-1-1,1 1 1,-1 0-1,1 0 1,-1-1-1,1 1 1,-1 0-1,0 0 1,1 0-1,-1-1 1,0 1-1,1 0 1,-1 0-1,1 0 1,-1 0-1,-1 0 1,-24 0-79,20 0 63,4 0 14,1 0 0,-1 0 1,1 0-1,-1 0 1,1 0-1,-1 0 1,1 0-1,-1 1 1,1-1-1,0 0 0,-1 1 1,1-1-1,-1 1 1,1 0-1,0-1 1,0 1-1,-1 0 0,1 0 1,-2 1-1,2 1-1,0-1 0,0 0 0,1 1 0,-1-1 1,0 0-1,1 1 0,0-1 0,-1 1 0,1-1 0,0 1 0,1 3 0,-2 5 147,2 0-1,-1 1 1,5 21 0,-4-29-85,1 0 1,0 1-1,-1-1 0,1 0 1,1-1-1,-1 1 0,0 0 1,1-1-1,0 1 0,0-1 1,0 0-1,0 0 0,4 3 1,-1-2 11,0 0 1,0 0-1,1 0 1,-1-1-1,1 0 1,-1-1-1,1 1 1,0-1-1,0 0 1,12 1-1,4-1-1221,46-2-1,-31-1-3873,-29 1-2368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7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 4770,'0'0'6891,"0"-1"-6603,0 0-1,0 0 1,0 0-1,-1 0 1,1-1-1,0 1 1,0 0-1,-1 0 1,1 0 0,-1 0-1,1 0 1,-1-1-1,-4 2-286,1 1 0,0 0 0,0 0 0,0 1 0,0-1 0,0 1 0,0 0 0,0 0-1,1 0 1,-1 1 0,1-1 0,0 1 0,-1 0 0,1 0 0,0 0 0,0 0 0,1 1 0,-3 3 0,-8 11 1,0 2 0,-9 20 0,21-39-2,-5 11 7,0 1 0,1 0 0,0 0 0,1 0 0,1 0 0,0 1 0,0 0 0,2-1 0,0 1 0,0 14 0,1-2 13,3 79 534,-2-92-440,1 1-1,1 0 1,0-1 0,1 1 0,8 18 0,-6-18-16,1 0 0,1 0 0,1 0 1,0-1-1,0-1 0,18 18 0,-21-23-85,1-2 1,-1 1-1,1-1 1,1 0-1,-1 0 1,1-1-1,-1 0 0,1-1 1,0 1-1,1-1 1,-1-1-1,0 0 1,12 2-1,-7-3 15,-1 1 0,1-2 0,-1 0 0,17-2 0,-25 1-19,1 0 0,-1 0 0,1 0-1,-1-1 1,1 0 0,-1 0 0,0 0 0,0 0-1,0 0 1,0-1 0,0 0 0,-1 0 0,1 0-1,4-5 1,-2 0-101,0-1-1,-1 0 0,0 0 1,-1 0-1,1 0 0,-2-1 1,1 0-1,-1 0 0,-1 0 1,0 0-1,0 0 1,-1 0-1,-1 0 0,1-1 1,-2 1-1,1 0 0,-3-11 1,2 18 20,1 0 0,-1 0 1,0 0-1,0 0 0,0 0 1,-1 0-1,1 1 0,-1-1 0,1 0 1,-1 1-1,0-1 0,0 1 1,-4-4-1,1 1 18,-1 1 0,0 0 0,0 0 0,0 1 0,-12-6 1,4 3 81,-1 1 0,0 1 0,0 0 0,0 1 1,-17-1-1,31 4-24,-11-1 68,0 0 1,-19 2-1,28-1-47,0 1 1,-1 0-1,1-1 1,0 1-1,-1 0 0,1 1 1,0-1-1,0 1 0,0-1 1,0 1-1,0 0 0,1 0 1,-6 4-1,3 0 28,-1 1 1,1 0-1,0 0 0,1 0 0,-1 1 0,2-1 0,-1 1 1,1 0-1,0 0 0,0 0 0,1 1 0,0-1 0,1 1 1,-1 15-1,2-23-83,0 0-1,0 0 1,0 0 0,0 0 0,1 0-1,-1 0 1,0 0 0,0 0 0,1 0-1,-1 0 1,1 0 0,-1 0-1,1 0 1,-1-1 0,1 1 0,-1 0-1,1 0 1,0-1 0,0 1 0,-1 0-1,1-1 1,1 2 0,1-1-116,-1 0 0,0 0 0,1 0 0,-1 0-1,1-1 1,-1 1 0,1-1 0,4 1 0,3-1-678,0 0-1,0-1 1,-1 0-1,11-2 0,23-13-4276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8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38 1697,'0'0'8294,"0"-2"-7125,1 0-932,-1 1 1,0-1 0,1 0 0,-1 0-1,0 1 1,0-1 0,0 0-1,0 1 1,0-1 0,0 0-1,-1 1 1,0-4 0,0 4-169,1 0 1,-1 0-1,0 1 1,0-1-1,1 0 1,-1 0 0,0 1-1,0-1 1,0 1-1,0-1 1,0 1-1,0-1 1,0 1-1,0-1 1,0 1 0,0 0-1,0 0 1,-1-1-1,1 1 1,0 0-1,0 0 1,0 0 0,0 0-1,-1 1 1,-68-1 935,69 0-981,-1 0-1,0 1 0,1-1 0,-1 1 0,0 0 0,1-1 0,-1 1 0,1 0 0,-1 0 0,1 0 1,-1 0-1,1 0 0,0 0 0,-1 0 0,1 1 0,0-1 0,-2 2 0,-17 29 114,16-25-113,-3 7 19,0 0 1,1 0-1,0 1 0,1 0 1,1 0-1,1 0 1,0 1-1,-1 21 0,2 13 346,5 62 0,-2-100-310,0-1 1,1 1-1,0-1 0,1 0 0,0 0 0,1 0 1,0 0-1,1 0 0,0-1 0,13 19 0,-14-23-64,0-1 0,1 1 0,0-1 0,0 0 0,0 0 0,0-1-1,1 0 1,0 0 0,0 0 0,0-1 0,0 0 0,1 0 0,-1 0 0,1-1-1,0 0 1,0 0 0,0-1 0,0 1 0,8-1 0,-10 0-9,0-1 0,-1 0 1,1 0-1,0 0 0,0 0 1,-1-1-1,1 0 0,0 0 1,-1 0-1,1-1 0,-1 1 1,1-1-1,-1 0 0,0 0 1,0-1-1,0 1 0,0-1 1,0 0-1,0 0 0,-1 0 1,0 0-1,1-1 0,2-5 1,-1 2-226,0-1 1,-1 0 0,-1 0-1,1 0 1,-1 0-1,0-1 1,-1 1 0,0-1-1,-1 0 1,0 1-1,0-1 1,0 0 0,-1 0-1,-3-16 1,3 23 159,-1 0 0,1 0 0,-1 0 1,0 0-1,0 0 0,0 0 0,0 1 1,0-1-1,-1 0 0,1 1 0,-1-1 0,1 1 1,-1-1-1,1 1 0,-1 0 0,1-1 1,-1 1-1,0 0 0,0 0 0,0 0 1,0 1-1,0-1 0,0 0 0,0 1 1,0-1-1,0 1 0,-3-1 0,-5 0 111,0 0 1,0 1-1,0 0 0,-16 2 0,22-1-17,1 0 0,-1 0 0,0 0-1,1 1 1,-1 0 0,1 0 0,0 0 0,0 0 0,-1 0-1,1 1 1,1-1 0,-1 1 0,0 0 0,1 0 0,-5 6 0,4-5-20,0 0 0,0 1 0,1-1 0,-1 1 0,1 0 0,0 0 0,0 0 1,1 0-1,0 0 0,-1 0 0,1 8 0,10-13-4900,6-8-541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1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36 4930,'0'0'7268,"-1"-5"-6313,-4-18-214,4 22-685,1 0 0,-1 1 0,1-1-1,-1 1 1,1-1 0,-1 1-1,1-1 1,-1 1 0,1 0 0,-1-1-1,0 1 1,1 0 0,-1-1-1,0 1 1,1 0 0,-1 0 0,0 0-1,0-1 1,1 1 0,-1 0 0,0 0-1,0 0 1,1 0 0,-1 0-1,-1 1 1,-16 1 384,17-2-416,-1 1-1,1 0 1,-1 0-1,1 0 1,-1 0-1,1 0 1,0 0-1,-1 0 1,1 0-1,0 1 1,0-1 0,0 0-1,0 1 1,0-1-1,0 1 1,0-1-1,0 1 1,1 0-1,-1-1 1,1 1-1,-1 2 1,-3 6 45,-12 23 121,-32 81 855,43-99-941,0 0 0,1 0 0,1 1 0,1-1 1,-2 27-1,11-61-1956,10-18-754,1-9-2186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2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31 1105,'0'0'5546,"-2"-1"-4690,-15-8 468,5 3 5436,16 7-6656,-1 0-1,1 0 1,0-1-1,-1 0 1,1 0-1,0 0 1,-1 0-1,6-1 1,6-1-1,283 6-756,-297-4-68,-1-1 647,-1-1-1,0 1 0,1 0 0,-1 0 1,0 0-1,0 0 0,1 1 1,-1-1-1,0 0 0,0 0 1,0 0-1,0 1 0,0-1 0,0 1 1,-1-1-1,1 1 0,0-1 1,0 1-1,0-1 0,0 1 0,-1 0 1,1 0-1,-2-1 0,0 1 114,1-1-1,-1 1 0,0 0 1,1-1-1,-1 1 1,1 0-1,-1 0 0,1 1 1,-1-1-1,0 1 1,1-1-1,-4 2 0,4 0-8,1 1-1,0-1 0,0 1 0,-1-1 1,1 1-1,1 0 0,-1 0 0,0-1 1,1 1-1,-1 0 0,1 0 0,0 0 1,0 3-1,-1 2 31,-1 42 1242,2-30-1596,-16 220 762,0 3-343,17-246-612,-1 1 1,1-1-1,-1 1 1,1-1 0,0 1-1,0 0 1,0 0-1,2-3 1,-1 1-533,8-12-2954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2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6995,'0'0'6947,"181"-41"-6242,-139 35-225,0 6-480,-11-12-48,-6 8-272,-8-8-1185,-10 3-2769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2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5090,'0'0'5526,"4"-6"-5006,-1-2-186,4-7-242,3 4 5162,-10 23-4977,0-7-193,1 1 0,-1-1-1,1 1 1,1 0 0,-1-1 0,1 0-1,4 11 1,-6-14-62,1 0-1,0-1 1,0 1-1,1 0 1,-1 0-1,0 0 1,0-1 0,1 1-1,-1-1 1,1 1-1,-1-1 1,1 0-1,0 1 1,0-1-1,-1 0 1,1 0-1,0 0 1,0 0-1,0-1 1,0 1 0,0 0-1,0-1 1,0 0-1,3 1 1,-1-1 12,0 0 0,0 0 0,0 0 0,0-1 0,0 1 0,0-1 0,-1 0 0,1 0 0,6-2 0,-8 1-44,0 0 0,0 0-1,1 0 1,-1 0-1,0 0 1,-1 0 0,1-1-1,0 1 1,-1 0-1,1-1 1,-1 1 0,2-6-1,2-4-394,-1-1 0,0 0 0,-1 0 0,-1-1 1,0 1-1,-1 0 0,0-1 0,-1-17 0,0 30 383,0-1 0,-1 1-1,1 0 1,0-1 0,0 1 0,-1 0 0,1 0 0,-1-1 0,1 1 0,-1 0-1,1 0 1,-1 0 0,0-1 0,1 1 0,-1 0 0,0 0 0,0 0 0,0 0 0,0 1-1,0-1 1,0 0 0,0 0 0,0 0 0,0 1 0,-1-1 0,1 1 0,0-1-1,0 1 1,-1-1 0,1 1 0,0 0 0,-1-1 0,0 1 0,-7-1 290,0 0 1,0 1-1,0 0 1,-10 2 0,-1-1 191,19-1-455,0 0 1,0 0-1,0 0 0,0 0 1,0 1-1,0-1 0,0 0 1,1 1-1,-1-1 0,0 1 1,0-1-1,0 1 0,0-1 1,0 1-1,1 0 0,-1-1 1,0 1-1,1 0 0,-1-1 1,0 1-1,1 0 0,-1 0 1,1 0-1,-1 0 0,1 0 1,0 0-1,-1-1 0,1 1 1,0 0-1,-1 0 0,1 0 1,0 0-1,0 0 0,0 2 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2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0 5859,'0'0'9231,"0"6"-8052,-1 6-1043,0 1-1,0-1 1,-2 0 0,1 1 0,-1-1 0,-1 0-1,0 0 1,-1-1 0,-11 21 0,-139 327 117,27 11-18,116-328-187,12-40-29,8-18-7473,-5 12 6490,10-17-3069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2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 7251,'0'0'6409,"-3"6"-5492,-1 3-508,0 0-1,1 0 1,0 1-1,1-1 1,0 1-1,1-1 1,-1 17-1,2 46 2108,0-71-2505,0 0 0,0 0 0,0 0 0,1 0 0,-1 0 0,0 0-1,1 0 1,-1 0 0,1 0 0,-1 0 0,1-1 0,-1 1 0,1 0 0,0 0 0,-1-1-1,1 1 1,0 0 0,0-1 0,-1 1 0,1-1 0,0 1 0,0-1 0,0 1-1,0-1 1,0 0 0,0 1 0,0-1 0,0 0 0,0 0 0,0 1 0,1-1 0,1 0-5,-1 0 0,1 1 1,-1-1-1,0-1 0,1 1 1,-1 0-1,1 0 1,-1-1-1,1 1 0,-1-1 1,0 0-1,1 0 0,1-1 1,1-2-54,-1-1 0,0 0 0,0 0 1,0 0-1,-1-1 0,0 1 0,0-1 0,0 0 1,-1 0-1,4-10 0,-3 5-380,0 0-1,-1 0 1,0 0 0,-1 0 0,0 0-1,-1-18 1,0 22 40,0 5 329,0 1 1,0 0-1,0 0 0,0 0 0,-1 0 0,1 0 0,0 0 0,-1 0 0,1 0 0,-1 0 0,1 0 1,-1 0-1,1 0 0,-1 0 0,0 1 0,1-1 0,-1 0 0,0 0 0,0 0 0,0 1 0,0-1 0,1 1 0,-1-1 1,0 0-1,0 1 0,0 0 0,0-1 0,0 1 0,0-1 0,0 1 0,0 0 0,-1 0 0,-1 0 0,-3-1 122,-1 1 0,0 0 0,0 0 0,-7 2 0,10-2-58,0 1 101,0 0 1,0 0-1,1 0 1,-1 0-1,0 1 1,0 0-1,1 0 1,-1 0-1,1 0 1,-1 0-1,1 1 1,0 0-1,0-1 1,0 1-1,0 0 1,-2 4-1,1-2-127,1 0-1,0-1 0,1 1 0,-5 10 0,6-10-527,-1-1-1,1 1 1,0-1 0,0 1-1,1-1 1,-1 6-1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2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19705,'0'0'2113,"-14"62"-6867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51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0 172 4994,'0'0'4915,"2"-18"-4643,-1-5-193,0 9-5,0 1 0,0-1 1,7-26-1,-1 22 359,0-11 1316,-7 28-1463,1 1-241,-1 0-46,0 0 0,1 0 0,-1 1 0,0-1 0,1 0 0,-1 0 0,0 0 0,0 0 0,1 0 0,-1 0 0,0 1 0,1-1 0,-1 0 0,0 0 0,0 0 0,0 1 0,1-1 1,-1 0-1,0 0 0,0 1 0,0-1 0,0 0 0,1 1 0,-1-1 0,0 0 0,0 0 0,0 1 0,0-1 0,0 0 0,0 1 0,0 0 0,1 1 0,5 23 60,-1 1 0,-1 0 0,-2 0-1,0 31 1,-1-28 47,1 268 1501,1 23 89,-3-309-1622,0 1-1,1-1 1,1 1-1,0-1 1,0 0-1,1 0 1,1 0-1,5 13 1,-9-23-66,0-1-1,0 1 1,1-1 0,-1 1 0,0-1 0,0 1 0,0-1 0,1 1 0,-1-1 0,0 0 0,0 1 0,1-1 0,-1 1 0,0-1-1,1 0 1,-1 1 0,1-1 0,-1 0 0,0 1 0,1-1 0,-1 0 0,1 0 0,-1 0 0,1 1 0,-1-1 0,1 0-1,-1 0 1,1 0 0,-1 0 0,1 0 0,-1 0 0,1 0 0,-1 0 0,1 0 0,-1 0 0,1 0 0,-1 0 0,1 0 0,-1 0-1,1 0 1,-1-1 0,1 1 0,0-1 0,0 0 4,0 0 1,0 0-1,0 0 0,0 0 0,-1-1 1,1 1-1,0 0 0,-1 0 1,1-1-1,-1 1 0,1-1 0,-1 1 1,1-3-1,3-45-1421,-3-80 0,-3 57-367,0 42 961,-1 0 0,-2 0 0,-2 0 0,-16-50 0,-2-7 336,23 79 471,-8-29 27,2-1-1,2 0 1,-4-64-1,10 91 18,0 2 112,0-1 1,1 1-1,2-16 1,-2 21-105,0 0 0,1 1 0,-1-1 0,1 1 0,-1 0-1,1-1 1,0 1 0,1 0 0,-1 0 0,0 0 0,1 1 0,3-4 0,1 1 1,-1 1 0,1-1 0,0 1 0,0 1 0,0-1 0,1 1 0,-1 1 0,1-1 0,14-2 0,7 1 85,37-2 0,-55 5-113,-2 0 12,1 1-1,-1 0 1,1 0 0,15 3 0,-22-2-1,0 0 0,-1 0 0,1 0 0,0 0 0,0 0 1,0 1-1,-1-1 0,1 1 0,-1 0 0,1 0 0,-1 0 1,0 0-1,0 0 0,0 1 0,0-1 0,0 1 1,0-1-1,1 4 0,3 6 183,0 0 0,-1 1 0,-1 0 0,0 0 1,0 0-1,2 25 0,-1 82 1118,-6-95-1103,1-15-143,-1-1-1,-1 1 0,0 0 0,0-1 1,-1 1-1,0-1 0,-1 0 0,0 0 1,0 0-1,-1-1 0,-7 11 0,-1-1 2,0-1 0,-1-1 0,-1 0-1,-18 15 1,25-24-116,0-1 0,-1 1 0,1-1 0,-1-1 0,-1 0 0,1 0 0,-1-1 0,0 0 0,0 0 0,0-1 0,0-1 0,-1 0 0,1 0 0,-1-1 0,1 0 0,-1-1 0,-14-1 0,24 1-19,0 0 1,0 0-1,0-1 1,1 1-1,-1 0 1,0 0-1,0-1 0,0 1 1,1 0-1,-1-1 1,0 1-1,1-1 1,-1 1-1,0-1 0,1 1 1,-1-1-1,0 1 1,1-1-1,-1 0 1,1 1-1,-1-1 1,1 0-1,-1 0 0,1 1 1,-1-2-1,0-21-1374,1 14 956,0 8 456,0 0 0,0 1 1,1-1-1,-1 0 1,0 0-1,0 1 0,0-1 1,1 0-1,-1 1 1,0-1-1,1 0 0,-1 1 1,1-1-1,-1 1 1,1-1-1,-1 0 0,1 1 1,-1-1-1,1 1 1,-1 0-1,1-1 0,0 1 1,-1-1-1,1 1 1,0 0-1,-1-1 0,1 1 1,0 0-1,0 0 1,-1 0-1,1 0 0,0-1 1,0 1-1,31 0 137,-24 1-92,-2-1 59,1 1-1,-1 0 0,0 1 1,0 0-1,0 0 0,0 0 0,0 1 1,0-1-1,0 1 0,-1 1 1,0-1-1,1 1 0,6 6 0,6 8 393,-1 0 0,17 23 0,-19-23-152,18 24 432,-19-23-447,1 0 0,1-1 1,34 30-1,-47-46-315,0 0 0,0 0 0,1 0 0,-1 0 0,1-1 0,-1 1 0,1-1 0,0 0 0,0 0-1,-1 0 1,1-1 0,0 1 0,0-1 0,0 0 0,6-1 0,-6 1-83,-2 0-50,-1-1-1,1 1 0,-1-1 0,1 1 0,-1-1 0,1 0 1,-1 0-1,0 0 0,1 0 0,-1 0 0,0 0 1,0 0-1,0 0 0,0 0 0,0-1 0,0 1 1,0 0-1,0-1 0,1-1 0,15-32-1876,-15 31 1747,7-19-1001,-2 0 0,9-46 1,4-13 2337,-20 82-998,0-1 1,0 0 0,1 0 0,-1 1 0,0-1-1,0 0 1,1 0 0,-1 1 0,0-1 0,1 0-1,-1 1 1,0-1 0,1 0 0,-1 1-1,1-1 1,-1 0 0,1 1 0,0-1 0,-1 1-1,1-1 1,-1 1 0,1 0 0,0-1 0,-1 1-1,2-1 1,-1 1 10,-1 1-1,1-1 1,0 0-1,0 1 1,-1-1-1,1 1 1,0-1-1,-1 1 1,1-1-1,-1 1 1,1 0-1,-1-1 0,1 1 1,-1-1-1,1 1 1,-1 0-1,1 0 1,-1-1-1,0 2 1,16 41 1369,10 50 323,14 54 284,-32-111-1541,17 65 659,-22-90-1061,1 0-1,1-1 1,-1 1 0,2-1 0,0 1 0,9 12 0,-14-22-108,0 0 1,0 1 0,0-1-1,0 0 1,0 1 0,0-1 0,1 0-1,-1 0 1,0 0 0,1 0 0,-1 0-1,1 0 1,-1-1 0,1 1 0,-1 0-1,1-1 1,0 1 0,-1-1 0,1 0-1,3 1 1,-4-1-4,1-1 1,-1 1-1,0-1 0,1 0 0,-1 1 1,0-1-1,1 0 0,-1 0 1,0 0-1,0 0 0,0 0 1,0 0-1,0 0 0,0 0 0,0 0 1,0 0-1,0 0 0,1-3 1,3-7 1,-1 0 1,0 0 0,0 0-1,3-18 1,-6 25-30,8-48-1317,5-105 0,-9 76-85,-5 77 1390,1 1 1,0-1-1,-1 0 0,1 1 0,0-1 0,1 1 0,1-4 0,2-7-1559,-4 8-1518,-1-6-3275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51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2017,'0'0'9548,"-1"3"-8785,1-2-710,0-1-1,0 1 1,1 0-1,-1 0 1,0 0-1,0 0 0,1 0 1,-1 0-1,1 0 1,-1-1-1,1 1 1,-1 0-1,1 0 1,-1-1-1,1 1 1,0 0-1,-1-1 0,1 1 1,0 0-1,0-1 1,-1 1-1,1-1 1,0 1-1,0-1 1,0 0-1,0 1 1,-1-1-1,1 0 0,0 0 1,0 1-1,0-1 1,0 0-1,1 0 1,48 8 933,-26-4-696,8 2-67,-6 0-399,1-1 1,46 3-1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52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1 1 4418</inkml:trace>
  <inkml:trace contextRef="#ctx0" brushRef="#br0" timeOffset="1">1 1 4418,'28'160'3105,"-4"-151"-2128,7 4 976,4 0-721,0-4-847,-4 0-161,1-2-144,-18-4-16,0 0-128,-11-3-497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52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4386,'0'0'6318,"-3"3"-5347,2-1-697,0 0-1,0 0 1,-1 0 0,1-1 0,0 1 0,1 0 0,-1 0-1,0 1 1,0-1 0,1 0 0,-1 0 0,1 0 0,0 3-1,16-4 282,190-1-715,-203 0 129,-1 0-1,0 0 1,0 0-1,0 0 1,1 0-1,-1 0 1,0 1-1,0-1 1,0 1-1,0 0 1,0 0-1,0 0 1,3 1-1,-4-1 20,0 1-1,0-1 1,0 0 0,0 1-1,0-1 1,-1 1 0,1-1 0,0 1-1,-1-1 1,1 1 0,-1 0-1,0-1 1,1 1 0,-1 0 0,0-1-1,0 1 1,0 0 0,0 2-1,0 0 17,0-1 0,0 1 0,-1-1 0,1 1 0,-1-1 0,0 0 0,0 1 0,0-1 0,0 0 0,0 1 0,-1-1 0,0 0 0,1 0-1,-1 0 1,0 0 0,0-1 0,-1 1 0,1 0 0,-1-1 0,-3 4 0,-23 22 44,19-16-40,-1-1 1,0 0-1,0-1 0,-1 0 1,-1-1-1,-24 14 1,32-21-4,-1 0-1572,9-2-318,7 0 2109,-4 0-192,-1-1 1,0 2-1,1-1 1,-1 1 0,0 0-1,0 0 1,0 0-1,0 1 1,0-1-1,0 1 1,0 1-1,0-1 1,-1 1-1,1-1 1,-1 1-1,0 1 1,0-1-1,0 1 1,0-1-1,4 6 1,-3-2 75,0-1-1,0 1 1,-1 0-1,0 0 1,0 0 0,-1 1-1,0-1 1,0 1 0,2 14-1,-1-2 304,-2 0-1,0 37 1,-2-53-379,0 1 0,0-1 0,-1 0 0,0 0 0,0 0 0,0 0 0,0-1 1,0 1-1,-1 0 0,0 0 0,0-1 0,0 1 0,0-1 0,-5 6 1,2-4-2,1 0 0,-2-1 0,1 1 0,0-1 0,-1-1 0,0 1 0,0-1 0,-8 4 0,-1-2-149,0 0-1,0 0 0,-1-2 0,0 0 1,0 0-1,-30 0 0,38-3-188,7 0 110,-1 0 0,0 1 1,0-1-1,0 0 0,0 0 0,0-1 0,1 1 1,-1 0-1,0 0 0,0-1 0,0 0 1,-2 0-1,-1-12-3218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53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4786,'0'0'5757,"0"18"-3126,0 538 4044,0-555-6592,3-9 106,1-22-1213,-2 0 0,-3-56 0,0 26-1218,1 49 1742,0-8-703,0 0 0,-1-1 0,-1 1 0,-6-23 0,-2 6-1294,3 1-449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53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50 992,'-2'2'236,"-1"2"49,0 1 0,-1-1 0,1 0-1,-1 0 1,-6 4 0,10-8-257,0 0-1,0 0 1,-1 0 0,1 0-1,0 0 1,0 1-1,0-1 1,0 0 0,-1 0-1,1 0 1,0 0 0,0 0-1,0 0 1,-1 0-1,1 0 1,0 0 0,0 0-1,0 0 1,-1 0 0,1 0-1,0-1 1,0 1-1,0 0 1,0 0 0,-1 0-1,1 0 1,0 0 0,0 0-1,0 0 1,0 0-1,-1-1 1,1 1 0,0 0-1,0 0 1,0 0-1,0 0 1,0 0 0,0-1-1,0 1 1,-1 0 0,1 0-1,0 0 1,0-1-1,0 1 1,0 0 0,0 0-1,0 0 1,0-1 0,1-25 1740,0 23-1572,0 0 0,0 0 0,0 0 1,0 1-1,1-1 0,-1 0 0,1 1 0,0-1 1,0 1-1,-1-1 0,5-2 0,-5 4-66,0-1 0,1 1 0,-1 0-1,0 0 1,1-1 0,0 1 0,-1 0 0,1 1 0,-1-1-1,1 0 1,0 0 0,0 1 0,-1-1 0,1 1-1,0-1 1,0 1 0,0 0 0,3 0 0,-4 0-68,1 1 1,-1 0-1,0 0 1,0 0-1,0-1 1,0 1-1,0 0 1,0 0-1,0 1 1,0-1 0,0 0-1,0 0 1,0 0-1,-1 1 1,1-1-1,0 0 1,-1 1-1,1-1 1,-1 0-1,0 1 1,1 1-1,1 3 182,48 167 3131,-23-69-1734,-19-73-1083,13 38 506,-19-63-973,1-1 0,-1 1 0,1 0 0,0-1 0,1 0 0,-1 0 0,1 0 0,7 7 0,-9-10-75,0-1 0,0 0 0,0 0 0,1 0 0,-1 0 0,1 0 1,-1 0-1,0-1 0,5 1 0,-6-1-9,0 1-1,0-1 1,0 0 0,0 0 0,0 0 0,0 0-1,1 0 1,-1 0 0,0 0 0,0 0-1,0 0 1,0-1 0,0 1 0,0 0 0,0-1-1,0 1 1,0-1 0,0 1 0,0-1-1,-1 1 1,1-1 0,0 0 0,0 0 0,0 1-1,-1-1 1,2-1 0,4-15-347,-1 0 1,0 0 0,2-24-1,6-18-1154,-13 57 1441,7-24-980,13-32 0,-17 50 997,1 0 0,0 0 0,0 1-1,1 0 1,0 0 0,0 0 0,1 1 0,7-7 0,1-1 407,-11 11-271,0-1 0,0 1 0,1-1 0,-1 1 0,1 0 0,0 1 0,0-1 0,0 0 0,0 1 0,0 0 0,0 0 0,1 1-1,-1-1 1,10-1 0,-13 4-98,-1 0 0,1 0 0,0 0-1,0 0 1,0 0 0,-1 0 0,1 0-1,0 1 1,-1-1 0,1 0-1,-1 0 1,1 1 0,-1-1 0,0 0-1,0 1 1,1-1 0,-1 0 0,0 1-1,0 1 1,0 1 3,5 47 554,-5 101-1,-2-69 116,2-34-194,-1-11-58,2 1 1,10 73-1,-7-102-138,-2-25-690,-1-34-2224,-1 45 1980,0-25-3498,0 1-2607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5:54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1 427 7379,'0'0'8514,"8"0"-7917,112 11 1398,20 0-807,-53-11-935,-86 0-253,0 0 0,0 0-1,1-1 1,-1 1-1,0-1 1,0 1-1,0-1 1,0 1-1,0-1 1,0 0-1,0 1 1,0-1-1,0 0 1,0 0-1,0 0 1,0 0-1,0 0 1,-1 0-1,1 0 1,0 0 0,-1 0-1,1 0 1,-1 0-1,1 0 1,-1-1-1,0 1 1,1 0-1,-1 0 1,0 0-1,0-1 1,0 1-1,0-2 1,1-8-126,0-1 0,-2-19-1,1 15-154,-1 3 79,-1 1 0,0-1-1,-1 1 1,-1-1-1,1 1 1,-2 0 0,0 1-1,0-1 1,-9-12-1,8 12 141,-1 0 0,1-1 0,1 0 0,0 0 0,1 0 0,0-1-1,-2-19 1,6 30 65,-1-3-4,1 0 0,-1 0 0,1-1 0,1 1 1,-1 0-1,3-10 0,-2 14-2,0 0 1,0 1-1,0-1 1,0 0 0,0 1-1,0-1 1,0 1-1,1-1 1,-1 1 0,0-1-1,1 1 1,0 0-1,-1 0 1,1 0-1,-1 0 1,1 0 0,0 0-1,0 0 1,0 1-1,0-1 1,-1 1 0,1-1-1,0 1 1,2-1-1,6-1 45,0 0-1,1 1 0,-1 0 0,0 1 1,0 0-1,1 0 0,-1 1 1,0 0-1,0 1 0,0 0 0,0 1 1,0 0-1,-1 0 0,1 1 1,-1 1-1,0-1 0,0 2 1,0-1-1,-1 1 0,10 8 0,-12-8 33,1 0-1,-1 0 0,0 0 0,-1 1 0,0-1 0,0 2 1,0-1-1,-1 0 0,0 1 0,0 0 0,-1 0 0,0 0 1,0 0-1,-1 0 0,0 1 0,0-1 0,-1 1 1,0 0-1,-1-1 0,-1 13 0,1 293 2334,0-312-2386,0-1 0,0 1 0,0-1 0,0 1 0,0-1 0,0 1 0,1-1 0,-1 1 0,0-1 0,1 1 1,-1-1-1,1 1 0,-1-1 0,1 0 0,0 1 0,0-1 0,0 0 0,-1 0 0,1 1 0,0-1 0,1 0 1,0 1-1,1-1-6,0 0 0,0 0 0,0 0 0,0 0 0,0 0 0,0-1 0,1 0 0,-1 1 0,0-1 0,3-1 0,3 1-1,0-1-1,-1 0 1,1-1-1,-1 0 1,1 0-1,-1-1 1,0 0-1,0 0 1,0-1-1,11-7 1,7-6-456,39-34 0,-16 11-962,44-26-6024,-53 37-2075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36:00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3618,'0'0'4188,"2"-14"-3798,5-39 290,0 30 1030,-7 23-1667,0 0-1,0 0 1,0 0-1,0-1 1,0 1-1,0 0 1,0 0-1,0 0 0,1 0 1,-1 0-1,0 0 1,0-1-1,0 1 1,0 0-1,0 0 1,0 0-1,1 0 1,-1 0-1,0 0 0,0 0 1,0 0-1,0 0 1,0 0-1,1 0 1,-1 0-1,0 0 1,0 0-1,0 0 1,0 0-1,1 0 1,-1 0-1,0 0 0,0 0 1,0 0-1,0 0 1,1 0-1,-1 0 1,0 0-1,0 0 1,0 0-1,0 0 1,0 0-1,0 0 1,1 1-1,-1-1 0,0 0 1,0 0-1,0 0 1,0 0-1,0 0 1,9 23 851,9 72-334,6 109 0,-10-63-164,7 410 545,-21-452-941,-7 5 17,0-1 25,7 29 86,0-133-131,0 0 0,1 0 0,-1 0 0,0 0-1,1 0 1,-1 0 0,1 0 0,-1 0 0,1 0 0,-1 0 0,1 1 0,-1-1-1,1 0 1,0 0 0,-1 1 0,1-1 0,0 0 0,0 1 0,0-1 0,-1 1-1,1-1 1,0 1 0,0-1 0,0 1 0,0 0 0,0-1 0,1 1 0,35-8-128,-19 5 98,12-2-151,0 1-1,0 2 0,0 0 0,40 4 0,-5 0-65,6-3-173,-28-1 401,0 2 1,71 10-1,45 15 79,128 28 12,-187-31-19,163 15 1,-195-31-50,157 11 9,420-13 64,-362-6-52,326 9 20,-378 2 108,-211-9-147,243 6 66,21-4-7,-147-4 71,242 2 616,-378 0-731,1-1 0,-1 1 0,0-1 0,1 0 0,-1 0 0,0 1 0,0-1 0,0 0 0,0 0 0,0 0 0,0 0 0,0 0 0,0 0 0,0-1-1,-1 1 1,1 0 0,0 0 0,-1-1 0,1 1 0,0-3 0,8-10 150,5 0 8,-1 0 1,-1-1 0,0 0-1,-1-1 1,0 0 0,-1 0-1,-1-2 1,9-22 0,-7-7-125,-1-1 0,-2 0 0,-3-1 0,0-58 0,2-20-3,3 37-59,5-113 79,-12-467-5,12 657 664,4-19 849,-12 26-1601,-6 6 0,-1 3-416,0-1 245,-1 0 0,1 0 0,-1 0 0,1 0 0,-1 0 0,0 0 0,1-1 0,-1 1 1,0 0-1,0 0 0,0 0 0,-1-1 0,1 1 0,0 0 0,-1-1 0,1 1 0,-1-1 0,-2 2 1,-31 22-5953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25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72 7155,'0'0'5814,"-11"-4"-5348,-33-11-4,41 14-219,1 1 0,0-1 1,0 0-1,-1 0 0,1 0 0,0 0 1,0 0-1,0 0 0,0-1 0,0 1 1,1-1-1,-1 1 0,-2-4 0,4 4-205,0 1 0,-1-1-1,1 1 1,0-1 0,0 1-1,0-1 1,0 1 0,0-1-1,1 1 1,-1-1 0,0 1-1,0-1 1,0 1 0,0-1 0,0 1-1,1-1 1,-1 1 0,0-1-1,1 1 1,-1-1 0,0 1-1,1 0 1,-1-1 0,0 1-1,1 0 1,-1-1 0,1 1-1,-1 0 1,0-1 0,1 1 0,-1 0-1,1 0 1,0-1 0,6-2-61,0 0 1,0 1-1,0 0 0,0 0 1,13-1-1,-12 1-42,0 1-1,1 1 1,-1 0-1,1 0 1,-1 0-1,1 1 1,12 3-1,-18-3 63,0 1 0,0-1 0,0 0 0,0 1-1,0 0 1,0 0 0,-1 0 0,1 0-1,0 0 1,-1 0 0,0 1 0,1-1 0,-1 1-1,0 0 1,-1-1 0,1 1 0,0 0-1,-1 0 1,1 0 0,-1 1 0,1 5 0,3 13 159,-1 0 0,-2 0 0,0 0 0,-1 1 1,-3 24-1,1 0 38,0-39-163,1-1 1,-1 0 0,-1 1-1,1-1 1,-1 0 0,-1 0 0,1 0-1,-1 0 1,-1-1 0,1 1-1,-1-1 1,0 1 0,0-1-1,-1-1 1,0 1 0,0-1 0,0 1-1,-1-1 1,1-1 0,-10 7-1,3-4-71,1 0 0,-1-1-1,0 0 1,-1-1-1,1 0 1,-1-1 0,0 0-1,0-1 1,0 0 0,-20 0-1,-50-2-930,82-1 958,5 0 77,26 0 116,1 2 1,0 1 0,43 10 0,-35-6-637,-1-1 0,1-2 0,71-2 0,-107-2 305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46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92 12070,'0'0'7448,"-4"0"-5863,186 0-1339,588 4 140,-6 29-402,48-4 6,-812-29 79,-9 1 696,-14 2-926,22-3 79,0 0 0,0 0 0,0 0 0,0 0 0,0 0 1,0 0-1,0 0 0,0 0 0,0-1 0,1 1 0,-1 0 0,0-1 1,0 1-1,0-1 0,0 1 0,1-1 0,-1 1 0,0-1 1,1 1-1,-2-2 0,-1-7-913,0 1 1,1-1-1,0 0 1,0 1 0,1-1-1,0 0 1,1-18-1,-1-39-9087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47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 6611,'0'0'6248,"0"6"-5477,17 123 1463,5 39-1080,-17 375-500,-33-147-452,5-122-17,-58 2172 1229,81-2521-1552,-2-1-1747,4 0 1,16-112-1,0 99-972,2-2-1404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49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36 685 3618,'0'0'5624,"-6"-22"-4493,-17-70 75,16 56 759,8 29 672,9 7-1610,9 2-810,0 0 0,0 1 1,31 9-1,33 5-75,99 1-72,204-8 1,49 2-31,-334-4 66,174 37-1,-269-43-27,1-1 0,-1 2 0,0-1 0,1 1 0,8 4 0,-15-6-29,1-1-1,0 1 1,0 0 0,0-1 0,0 1-1,-1 0 1,1-1 0,0 1 0,-1 0-1,1 0 1,0 0 0,-1-1 0,1 1-1,-1 0 1,1 0 0,-1 0 0,0 0-1,1 0 1,-1 0 0,0 0 0,0 0-1,0 0 1,0 0 0,0 0 0,0 0-1,0 0 1,0 0 0,0 0 0,0 0-1,0 0 1,-1 0 0,1 0 0,0 0-1,-1 0 1,1 0 0,-1 0 0,1 0-1,-1 0 1,1 0 0,-1-1 0,0 1-1,-1 1 1,-26 25 343,27-24-416,1-2 14,-1-1 0,1 0 0,0 0 0,0 0 1,-1 0-1,1 0 0,0 0 0,0 0 0,-1 0 0,1 0 0,0 0 0,0 0 0,-1 0 0,1 0 0,0 0 0,0 0 0,0 0 0,-1 0 1,1 0-1,0 0 0,0-1 0,-1 1 0,1 0 0,0 0 0,0 0 0,0 0 0,-1 0 0,1-1 0,0 1 0,0 0 0,0 0 0,0 0 1,0-1-1,-1 1 0,1 0 0,-3-8-99,0 0 0,1-1 0,0 1 0,0-1 0,1 1-1,0-1 1,1 1 0,0-18 0,0-5-249,-6-376-5107,6 302 4610,0 103 900,0 1 14,0-1-1,-1 1 1,1 0-1,0 0 1,0-1-1,1 1 1,-1 0 0,0 0-1,0-1 1,1 1-1,-1 0 1,1 0 0,-1 0-1,1 0 1,-1 0-1,1-1 1,0 1-1,1-1 612,2 4 264,4 6-770,-2 0 1,1 1-1,-1 0 1,0 1-1,-1-1 0,7 17 1,-7-14-41,23 52 193,-4 1 0,-2 1 0,20 103-1,10 209 677,-50-355-907,16 132 197,-12-120-59,1 0 0,15 43-1,-21-74-192,1 1 0,-1-1-1,1 0 1,0 0 0,1 0 0,2 4-1,-4-7-26,0 0 0,0 0-1,0 0 1,0-1 0,0 1-1,0 0 1,0 0-1,0-1 1,1 1 0,-1 0-1,0-1 1,0 0 0,1 1-1,-1-1 1,0 0 0,1 1-1,-1-1 1,1 0-1,-1 0 1,0 0 0,1 0-1,1-1 1,-2 1-3,0 0 0,-1 0 0,1 0 0,0-1 0,0 1 0,-1 0 0,1 0 0,0-1 0,-1 1 0,1-1 0,0 1 0,-1 0 0,1-1 0,0 1 0,-1-1 0,1 0 0,-1 1 0,1-1 0,-1 1 0,1-2 0,6-11-6,-1 0 1,-1-1-1,0 0 0,4-18 0,-2 9-37,121-563-3124,-121 545 3058,49-311-465,-48 311 624,-5 32 521,-1 1 0,-1-1 0,1 0-1,-1-10 1,7 54 98,39 421 250,-35-349-704,0 11 183,32 131 0,-44-248-397,4 16 56,1-1 0,0 0 1,1 0-1,8 15 0,-12-27-48,0-1 0,0 0 0,0 0-1,1 0 1,-1 0 0,1 0 0,0 0 0,0 0 0,0-1 0,4 3 0,-5-4-12,0 0-1,0 0 1,0 0 0,0-1-1,1 1 1,-1-1 0,0 1-1,0-1 1,1 0 0,-1 0-1,0 0 1,1 0 0,-1 0-1,0 0 1,0-1 0,1 1-1,-1-1 1,4-1 0,-2 0-1,-1 0 1,1-1 0,-1 0 0,0 1 0,0-1-1,0 0 1,0 0 0,0-1 0,-1 1 0,1-1-1,-1 1 1,0-1 0,0 0 0,0 0 0,1-6-1,1 3-15,24-56-546,27-93 0,8-74-900,-33 116 641,5-27-7,-15 54 720,4 1 0,36-85 0,-55 160 176,-3 4 78,1 0-1,0 1 1,1-1-1,0 0 0,0 1 1,0 0-1,9-10 1,-12 15-118,-1 1 0,0 0 1,1-1-1,-1 1 1,1 0-1,-1-1 1,1 1-1,-1 0 0,1-1 1,-1 1-1,1 0 1,-1 0-1,1-1 0,-1 1 1,1 0-1,-1 0 1,1 0-1,-1 0 0,1 0 1,0 0-1,-1 0 1,1 0-1,-1 0 0,1 0 1,-1 0-1,1 0 1,0 1-1,0 0-11,0-1-1,0 1 1,0 0-1,-1 0 1,1 0-1,0-1 0,-1 1 1,1 0-1,0 0 1,-1 0-1,1 0 1,-1 0-1,0 0 1,1 1-1,-1 0 1,12 60 319,8 112 0,-17-142-242,6 114 159,18 148 411,-22-265-479,12 41 0,-14-61-137,0 0 1,1-1-1,0 1 1,0-1-1,0 1 1,1-1-1,1-1 0,7 10 1,-12-16-45,0 0-1,0 0 1,0 0 0,0 0 0,0-1-1,0 1 1,0 0 0,0-1 0,0 1 0,1-1-1,-1 1 1,0-1 0,0 1 0,0-1-1,1 0 1,-1 0 0,0 0 0,1 1-1,-1-1 1,0 0 0,0-1 0,1 1-1,-1 0 1,0 0 0,0 0 0,1-1-1,-1 1 1,0-1 0,0 1 0,0-1-1,1 1 1,-1-1 0,0 0 0,0 0 0,0 1-1,0-1 1,0 0 0,0 0 0,-1 0-1,3-2 1,2-4 11,0 0-1,0 0 1,0 0 0,4-11 0,-9 18-13,21-45-40,-8 17-117,1 1 1,18-28-1,-27 47 130,0 1 0,1 0-1,0 1 1,0-1 0,1 1-1,0 0 1,0 0 0,0 1-1,0 0 1,1 1 0,14-7-1,-5 5 61,1 1 0,0 0-1,0 2 1,34-3 0,77 4 260,-75 3-171,429 14 159,-434-13-276,530 4-30,-346-7 7,406-6-51,-639 7 341,-1 8-664,0 0 384,0 0 1,-1 0-1,0-1 0,-1 1 1,0 0-1,-6 10 0,-7 21 32,3 6-11,2 1 1,1 1-1,-4 79 0,9 145 25,6-176-11,33 328 48,-7-162-52,-10 626-40,-19-602 40,2 26-21,0-310 17,0-1 8,0 3 18,-1-3-56,0 1 1,1-1-1,-1 1 0,0-1 0,0 0 1,0 1-1,1-1 0,-1 0 0,0 1 1,0-1-1,0 0 0,0 0 0,0 0 1,0 0-1,0 0 0,1 0 0,-1 0 1,0 0-1,0 0 0,0 0 0,-1-1 1,1 1-79,-9-1-812,1 1 0,0-1 0,-1-1 0,1 0 1,0 0-1,-11-5 0,10 4-114,-43-11-6951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1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1177 5955,'0'0'7569,"-3"0"-6660,-15 0 2215,158-1-600,177 5-2310,-59 17-161,169 11-42,-231-26-104,89 5-38,-272-10 112,30 6-165,-41-6 213,-6-1 262,-13 1-82,-31 0 357,45-1-549,1 0 0,0 0 0,0-1 0,0 1 0,0-1 0,0 1 0,0-1-1,0 1 1,0-1 0,0 0 0,0 0 0,0 0 0,0 0 0,0-1 0,1 1 0,-1 0 0,-3-4 0,1-3-56,0 0 0,1 0 0,-1 0 0,2-1 0,-1 0 0,1 1 0,0-1 0,0-14 0,0-77-607,2 71 467,0 5-51,-1-2-181,2 0-1,5-33 0,-5 51 373,1 0 0,0 0-1,1 0 1,-1 0-1,1 1 1,1-1 0,0 1-1,0 0 1,0 0 0,1 0-1,7-8 1,-10 13 96,-1 0 1,1 0-1,0 0 1,-1 1-1,1-1 1,0 0-1,0 1 0,0-1 1,0 1-1,1-1 1,-1 1-1,0 0 0,0 0 1,1 0-1,-1 1 1,1-1-1,-1 0 1,1 1-1,-1-1 0,6 1 1,-7 1-30,0 0 0,0-1 0,0 1 0,0 0 0,0 0 0,0 0 0,0 0-1,0 0 1,-1 0 0,1 0 0,0 0 0,0 1 0,-1-1 0,1 0 0,-1 0 0,1 1 0,-1-1 0,0 0 0,1 0 0,-1 1 0,0 2 0,2 3 80,71 292 1583,-21 4-781,-25-130-611,-25-163-288,0 5 23,1 1 0,0 0 0,1-1 1,1 0-1,12 27 0,-16-40-41,-1-1 0,1 0 0,0 0 0,0-1 0,0 1 1,0 0-1,0 0 0,0 0 0,0-1 0,0 1 0,0 0 0,0-1 0,0 1 0,1-1 0,-1 1 0,0-1 0,0 0 1,1 1-1,-1-1 0,0 0 0,0 0 0,1 0 0,-1 0 0,0 0 0,1 0 0,-1-1 0,0 1 0,0 0 1,1 0-1,-1-1 0,0 1 0,0-1 0,0 1 0,0-1 0,0 0 0,1 0 0,-1 1 0,0-1 0,0 0 1,-1 0-1,1 0 0,0 0 0,1-2 0,7-11-78,-1 0 1,-1-1-1,-1 0 1,7-21-1,-7 20-20,115-396-3420,-41 124 2688,-45 159 2848,-34 127-573,3 105-605,20 112 0,-11-110-538,1 27 79,-5-32-23,39 171-1,-46-261-337,1 0-1,0-1 0,1 1 1,0-1-1,8 14 0,-11-21-14,1 0 0,0 0 0,0 0 0,-1 0 1,1 0-1,1 0 0,-1 0 0,0 0 0,0-1 0,1 1 0,-1-1 0,1 0 0,-1 0 0,1 0 0,-1 0 0,1 0 0,0 0 0,-1-1 0,1 0 0,0 1 0,0-1 0,0 0 0,3 0 0,-4 0-3,1-1 1,-1 1-1,1-1 1,-1 1-1,0-1 1,1 0-1,-1 0 1,1 0-1,-1 0 1,0 0-1,0 0 1,0-1-1,0 1 1,0-1-1,0 1 1,2-3-1,2-3-25,-1 0 0,0 0 0,7-13 0,-12 19 27,22-41-380,-3-1 0,-1-1 1,24-91-1,15-147-2872,-48 233 2492,4-32-28,-7 34 1190,3 1 0,1 0 0,22-59 0,-30 100-183,0 0 21,-1 0 0,1 0 1,1 1-1,-1-1 0,1 1 0,0-1 0,7-7 0,-10 12-211,0 0 0,0-1 0,1 1 0,-1 0 0,0 0 1,1 0-1,-1-1 0,1 1 0,-1 0 0,0 0 0,1 0 0,-1 0 0,1 0 0,-1-1 0,0 1 0,1 0 0,-1 0 0,1 0 0,-1 0 0,0 0 0,1 1 0,-1-1 0,1 0 0,-1 0 0,0 0 0,1 0 0,-1 0 0,1 0 0,-1 1 0,0-1 0,1 0 1,-1 0-1,0 0 0,1 1 0,-1-1 0,0 0 0,0 1 0,1-1 0,-1 0 0,0 1 0,0-1 0,1 0 0,-1 1 0,0-1 0,0 0 0,0 1 0,0 0 0,9 22 39,-8-20 29,63 287 1112,-11-41-628,-41-204-498,3 0 1,1 0-1,30 55 0,-35-80-59,0 0 1,2-1-1,0-1 0,24 26 1,-32-38-31,1-1 0,0 1 0,0-1 0,0-1 1,0 1-1,1-1 0,0 0 0,0 0 1,0-1-1,1 0 0,-1 0 0,1-1 0,-1 0 1,1 0-1,0-1 0,10 1 0,-12-1-43,0-1 0,0 0 1,0 0-1,1-1 0,-1 0 0,0 0 0,0 0 0,-1-1 0,1 0 0,0 0 1,0 0-1,-1-1 0,1 0 0,-1 0 0,0 0 0,0-1 0,6-4 0,13-13-50,1 1-1,1 1 0,1 1 0,1 1 0,0 2 0,34-13 0,61-13-136,223-43 0,-216 56 200,163-27 49,-204 43-3,118 0 0,-201 12-5,19 0 21,45 5-1,-60-3 13,-1 0 1,0 1-1,0 0 0,-1 0 1,1 1-1,-1 0 0,1 0 1,7 7-1,7 4 66,0-1-1,32 15 1,-44-25-70,1 1 1,-1-2 0,1 0-1,0 0 1,-1-1 0,1 0-1,18 0 1,246-2 267,-276 0-295,1 0 0,-1 0 0,1 0 0,-1 0 0,0 0 0,1 0 0,-1 0 0,1 0 0,-1-1 0,1 1 0,-1 0 0,0 0 0,1 0 0,-1-1 0,1 1 0,-1 0 0,0 0 0,1-1 0,-1 1 0,0 0 0,0 0 0,1-1 0,-1 1 0,0 0 0,1-1 0,-1 1 0,0-1 0,0 1 0,0 0 0,0-1 0,1 1 0,-1-1 0,0 0 0,0 0 137,0 1-82,3 0 8,-3 0-19,1-1-37,0 0 1,-1-1-1,1 1 0,-1 0 1,1-1-1,-1 1 1,0-1-1,0 1 1,0-1-1,1 1 1,-1 0-1,-1-4 0,1 0 38,15-541-1016,-16 366 325,-13-323 456,10 361 666,4 128-261,0 13 7,-2 1-494,-1 0 0,0 0 0,0-1 0,0 0-1,1 1 1,-1-1 0,0 0 0,1 0-1,-1 0 1,1 0 0,-1-1 0,1 1 0,0-1-1,-5-3 1,-23-19-4510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2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2 132 9732,'0'0'8759,"0"-4"-8068,0-10 735,0 44-915,0 525 2466,1-539-2891,3-8-63,-2-13-182,-2-540-3512,1 537 3680,-1 0 1,1 0 0,1 0 0,0-1 0,0 2 0,0-1-1,1 0 1,0 0 0,1 1 0,-1 0 0,1-1 0,9-9-1,-10 12 3,1 0 0,1 0 0,-1 0 0,1 1-1,0 0 1,0 0 0,0 0 0,0 1-1,1-1 1,-1 1 0,1 1 0,0-1 0,0 1-1,0 0 1,0 0 0,12-1 0,-12 2 25,1 1 1,0-1-1,-1 2 1,1-1 0,0 1-1,-1 0 1,1 0-1,-1 1 1,1-1-1,-1 2 1,0-1-1,0 1 1,0 0-1,0 0 1,0 0-1,-1 1 1,1 0 0,-1 0-1,0 1 1,0-1-1,-1 1 1,1 0-1,-1 0 1,0 1-1,0-1 1,-1 1-1,6 11 1,-7-11-3,1 1 1,-1-1-1,0 0 0,0 1 1,-1-1-1,1 1 0,-2-1 1,1 1-1,-1 0 0,0 0 1,0-1-1,-1 1 1,0 0-1,0-1 0,0 1 1,-1-1-1,0 1 0,0-1 1,-1 0-1,0 0 0,0 0 1,0 0-1,-6 7 0,-2-2 12,0-1 0,0 0-1,-1-1 1,0 0 0,-1-1-1,0 0 1,0-1 0,-21 8-1,16-9-317,0 0-1,0 0 1,0-2-1,0 0 1,-1-1-1,-28 0 1,46-3 217,1 1 0,-1-1 1,1 1-1,-1-1 0,1 0 1,-1 1-1,1-1 0,0 1 1,-1-1-1,1 1 1,0-1-1,-1 1 0,1 0 1,0-1-1,-1 1 0,1-1 1,0 1-1,0 0 0,0-1 1,0 1-1,0 0 0,0-1 1,0 1-1,0-1 0,0 1 1,0 0-1,0-1 0,0 1 1,0 0-1,0-1 1,0 1-1,1 0 0,-1 0 1,1 3-127,-1 0 161,1 1-1,0 0 1,1 0 0,-1 0-1,1-1 1,0 1 0,0-1-1,0 1 1,4 4 0,29 37 489,-15-22-48,6 11 371,49 48 0,-64-72-718,1-1 1,0-1-1,0 1 1,1-2-1,0 0 1,0 0-1,1-1 1,16 5-1,-23-9-73,1-1 0,-1 0 0,13 1 0,-18-3-83,-1 0 1,1 0-1,0 0 0,-1 0 1,1 0-1,0 0 1,-1 0-1,1 0 1,-1-1-1,1 1 1,-1-1-1,1 1 1,-1-1-1,1 0 0,-1 1 1,1-1-1,-1 0 1,0 0-1,1 0 1,-1 0-1,0 0 1,0 0-1,0 0 0,2-3 1,-1 0-490,0-1 1,-1 1 0,1-1-1,-1 1 1,0-1-1,0-5 1,1-36-7325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3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12005,'0'0'7476,"63"176"-7044,-52-94-128,-5 18-304,-6 7-432,0-7-1649,-3-15-2689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4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60 137 8148,'0'0'8566,"2"-7"-8176,8-23-35,-10 30-338,0 0 1,0-1 0,1 1-1,-1 0 1,0-1 0,0 1-1,0 0 1,0-1 0,0 1-1,0 0 1,1-1 0,-1 1-1,0 0 1,0-1 0,0 1 0,1 0-1,-1 0 1,0-1 0,0 1-1,1 0 1,-1 0 0,0-1-1,1 1 1,-1 0 0,0 0-1,1 0 1,-1 0 0,0 0-1,1-1 1,-1 1 0,1 0-1,4 9 672,0 11-431,-2 1 1,0-1 0,-2 1 0,0 28-1,-1-17-47,1 368 1968,-1-207-1468,1-501-5817,1-39 3440,-1 339 1745,-1 0-1,2 0 1,-1 0-1,1 0 0,1 0 1,-1 1-1,1-1 0,1 0 1,-1 1-1,1 0 0,6-9 1,-2 6 41,0-1 0,1 1 1,0 0-1,0 1 0,1 0 0,14-10 1,-19 16-29,0 0 0,0 0 0,1 1 0,-1-1 0,1 1 0,0 1 0,-1-1 0,1 1 0,11-1 0,-13 1-35,-1 1 0,0 0-1,0 0 1,1 0 0,-1 1-1,0-1 1,0 1 0,0 0-1,1-1 1,-1 1 0,0 1-1,0-1 1,0 0 0,0 1-1,-1 0 1,1-1 0,0 1 0,-1 0-1,4 4 1,-2 0 36,0 0-1,-1 0 1,1 0-1,-2 1 1,1-1 0,-1 1-1,0-1 1,0 1-1,-1 0 1,0 0 0,1 10-1,-1 3 146,-1-1 0,-1 1-1,-3 21 1,1-24-114,-2 1 0,1-1-1,-2 0 1,0 0 0,-2 0-1,-16 29 1,-2-7 153,-42 52-1,41-59-226,-1-1 0,-49 41 0,73-68-143,-1 0 0,1 0-1,-1-1 1,0 0 0,0 0 0,0 0 0,0 0-1,0-1 1,-1 0 0,1 0 0,-1 0 0,1-1-1,-1 0 1,-8 1 0,12-2-729,6 0 105,0 1 732,1 0 0,-1 0 0,1 0 0,-1 1 0,0-1 0,0 1 1,0 0-1,0 0 0,0 1 0,0-1 0,-1 1 0,6 4 1,-5-4 3,255 198 2082,-213-165-1844,-38-29-204,-4-4-41,0 1 0,0-1 0,1 1 0,-1-1 0,1 0-1,-1-1 1,1 1 0,0-1 0,0 0 0,0 0-1,0-1 1,0 1 0,8 0 0,-12-2-72,0 0 1,0-1-1,0 1 0,0 0 1,0-1-1,-1 1 1,1-1-1,0 1 0,0-1 1,0 1-1,-1-1 1,1 0-1,0 1 0,-1-1 1,1 0-1,0 1 1,-1-1-1,1 0 0,-1 0 1,1 0-1,-1 0 1,0 1-1,1-1 1,-1 0-1,0 0 0,1 0 1,-1 0-1,0 0 1,0 0-1,0 0 0,0-1 1,1-39-1735,-1 31 1162,0-51-4133,0-2-3857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4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13558,'0'0'6771,"19"2"-6218,61 4 204,-75-5-665,-1-1 0,0 1-1,1 0 1,-1 0-1,0 0 1,0 1 0,0 0-1,0 0 1,0 0 0,0 0-1,0 0 1,0 1 0,-1-1-1,0 1 1,1 0-1,-1 0 1,0 1 0,0-1-1,-1 1 1,1-1 0,-1 1-1,0 0 1,4 7 0,-3 1-7,0-1 0,-1 1 1,0 0-1,0 0 1,-1 1-1,-2 16 1,1-27-85,-1 25 62,-2 0 0,-1 0 0,-1-1 0,-2 1 0,0-1 0,-14 31 0,-2 9-64,20-57-60,1 1-1,-1-1 1,2 1 0,-1-1-1,1 14 1,1-22 42,0-1 1,0 1-1,0-1 1,0 1-1,0-1 0,0 1 1,0-1-1,0 1 1,0-1-1,0 1 1,1-1-1,-1 0 0,0 1 1,0-1-1,1 1 1,-1-1-1,0 1 1,1-1-1,-1 0 0,0 1 1,1-1-1,-1 0 1,1 0-1,-1 1 1,0-1-1,1 0 0,-1 0 1,1 1-1,-1-1 1,1 0-1,-1 0 1,1 0-1,0 0 0,20 0-339,-15-1 169,2 0 86,-1 0 0,0 0 0,1-1 1,-1 0-1,0 0 0,0-1 0,0 0 0,-1 0 1,10-6-1,3-5-125,30-26-1,-21 15-60,26-20-1322,2 2 1,64-37-1,-33 32-2180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5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4498,'0'0'13801,"12"-4"-10898,1244-8-1519,-305 6-339,-809 6 456,-145 4-2547,-9 4 236,1-1 1,-1 0-1,0 0 1,0-2-1,-1 1 1,-22 5-1,-26 6-4851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6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6019,'0'0'6685,"5"0"-6058,-4 0-598,3 0 187,0-1 0,0 1 0,0 0 0,1 0 0,-1 0 0,0 0-1,0 1 1,0-1 0,8 4 0,-9-1-124,-1 1-1,0-1 0,-1 1 1,1 0-1,-1 0 1,1 0-1,-1 0 1,0 5-1,3 5 103,11 46 690,10 93 1,-8 69 400,-7 484 796,-11-457-1961,0-238-143,2 11 23,-1-22-7,0 1 0,0-1 0,0 1 0,0-1 0,0 1 0,1-1 0,-1 1 0,0-1 0,0 1 0,1-1 0,-1 1 0,0-1 0,1 0-1,-1 1 1,0-1 0,1 1 0,-1-1 0,1 0 0,-1 1 0,1-1 0,-1 0 0,0 0 0,1 1 0,-1-1 0,1 0 0,-1 0 0,1 0 0,0 0 0,0 1 0,-1-1-24,1 0 0,-1 0 0,1 0 0,-1 0 0,1 0 0,0 0 0,-1 0 0,1 0 0,-1-1 0,1 1 0,-1 0-1,1 0 1,-1 0 0,1-1 0,-1 1 0,1 0 0,-1 0 0,1-1 0,-1 1 0,1 0 0,-1-1 0,0 1 0,1-1 0,-1 1 0,0-1 0,1 1 0,-1 0 0,1-2 0,6-13-839,-1-1-1,0 0 1,0-1-1,5-32 1,-11 46 748,15-80-4056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1:57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0 360 4674,'0'0'10042,"6"-30"-9404,1-11-520,15-47 1,-20 80-98,1 1 0,0 1-1,1-1 1,0 0 0,0 1 0,0 0 0,1 0-1,0 0 1,0 0 0,0 1 0,1 0-1,0 0 1,0 0 0,0 1 0,9-5-1,4-4 46,-2 1 59,1 1 0,0 1 1,1 1-1,0 0 1,0 1-1,1 1 0,0 1 1,0 1-1,1 1 1,-1 1-1,1 0 0,0 2 1,0 0-1,0 1 1,36 5-1,-44-2-13,0 0 1,0 1-1,-1 0 0,1 1 0,-1 1 1,0 0-1,0 0 0,-1 1 1,0 1-1,0-1 0,-1 2 1,1 0-1,-2 0 0,0 1 1,11 13-1,-10-10 25,-1 1 0,0 1-1,-1 0 1,0 0 0,-1 0 0,-1 1 0,0 0 0,-1 0-1,-1 0 1,-1 1 0,3 31 0,-6-21-7,-1-1 1,-1 0-1,-1 0 1,-2 0 0,0 0-1,-2-1 1,-1 0-1,0 0 1,-20 36-1,-6 2 27,-3-1 1,-55 70-1,-59 56-60,117-151-158,-3-1 0,-66 50 0,93-78-50,-1 0 0,-1-1-1,1-1 1,-1 0 0,-19 7 0,26-11-606,-1-1 1,1 0-1,-1 0 1,-9 0-1,38-1 703,0 0-1,-1 2 1,1 0-1,-1 1 1,0 2-1,39 12 1,33 22 527,-3 4 0,-1 4 0,144 102 0,-182-108-1405,-36-27-364,1 0-1,19 11 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1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0 7475,'0'0'9413,"-111"201"-8981,66-107 176,3 7-608,10-10-32,11-6-1408,7-29-3235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1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32 5763,'0'0'7971,"-4"-6"-6842,-12-18 3061,16 24-4115,0 0 0,0 0 0,0 0 0,1 0 0,-1 0 0,0 0 0,0 0 0,0 0 0,0 0 0,0 0 0,0 0 0,0 0 0,0 0 0,1 0 0,-1 0 0,12-2 1173,25 2-2132,-23 0 1309,155 0-297,150 0-2679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2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9188,'0'0'7011,"230"26"-6226,-143-20-321,-3 3-240,-4 1-224,-7-1-80,-17-3-752,-7-6-1890,-25 0-4129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3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1 220 3298,'0'0'5749,"7"-21"-4813,3-6-612,-3 9-12,0-2 0,-2 1 0,4-20 0,6-33 2097,-15 72-2395,0 0 0,0 0 1,0 0-1,0 1 0,0-1 1,0 0-1,0 0 0,0 0 1,1 0-1,-1 0 0,0 1 1,0-1-1,0 0 0,0 0 0,1 0 1,-1 0-1,0 0 0,0 0 1,0 0-1,1 0 0,-1 0 1,0 0-1,0 0 0,0 0 1,0 0-1,1 0 0,-1 0 1,0 0-1,0 0 0,0 0 1,1 0-1,-1 0 0,0 0 0,0 0 1,0 0-1,1 0 0,-1 0 1,0 0-1,0 0 0,0 0 1,0 0-1,1-1 0,-1 1 1,0 0-1,0 0 0,0 0 1,0 0-1,0 0 0,1-1 1,-1 1-1,0 0 0,0 0 0,0 0 1,0 0-1,0-1 0,0 1 1,0 0-1,0 0 0,0 0 1,0-1-1,0 1 0,0 0 1,0 0-1,0 0 0,0-1 1,0 1-1,0 0 0,0-1 1,10 19 11,3 18 358,-1 0 0,-2 1 0,6 41 0,10 123 1164,0 186 888,-11-125-1583,-14-235-786,2 0 1,0 0-1,2-1 0,10 31 0,-13-52-55,-1-1-1,2 0 1,-1 1-1,0-1 1,1 0-1,0 0 1,0-1-1,0 1 1,0-1 0,5 5-1,-7-8-39,-1 1-1,1-1 1,0 1-1,0-1 1,0 1-1,0-1 1,0 1-1,0-1 1,-1 0-1,1 1 1,0-1-1,0 0 1,0 0-1,0 0 1,0 0-1,0 0 1,0 0-1,0 0 1,0 0-1,2-1 1,-1 1-84,-1-1-1,0 0 1,0 0 0,1 0 0,-1 0 0,0 0 0,0-1 0,0 1 0,0 0 0,0 0 0,0-1 0,0 1 0,-1 0-1,1-1 1,0 1 0,-1-1 0,1-2 0,5-17-1707,-2 1 0,0-1 1,0-22-1,0-16-6198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3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0 208 5651,'0'0'3897,"31"-28"-2360,-31 28-1537,135-119 1006,-128 113-930,1 0 0,0 0 0,1 1-1,-1 0 1,1 0 0,0 1 0,0 0 0,0 1 0,0 0 0,1 0 0,0 1 0,-1 0 0,1 1-1,13 0 1,-7-1 45,7 0 169,1 1 0,0 1 0,-1 1 0,35 6 0,-47-5-140,-1 0 1,-1 1-1,1 1 1,0-1 0,-1 2-1,0-1 1,0 1-1,0 1 1,-1-1-1,1 2 1,-1-1-1,12 14 1,-9-7 74,-1 1 0,0 0 0,-1 1 0,0 0 0,-2 0 0,0 1 1,0 0-1,-2 0 0,0 1 0,-1 0 0,0-1 0,1 27 0,-3-20-35,-1-1 1,-1 1-1,-1 0 0,-1-1 0,-1 1 1,-1-1-1,-1 0 0,-1 0 1,-11 25-1,6-22-111,-1-2 0,-2 1 0,0-2 0,-1 0 0,-2-1 0,-30 32 0,31-37-87,-1-1 1,0-1-1,-1 0 1,0-1-1,-1-1 1,-1-1-1,0-1 1,-28 11-1,31-17-271,1 0 0,-1 0-1,0-2 1,0 0 0,0-1-1,-33-2 1,45 1 2,-1-1 0,0 0 0,1 0 0,-1 0 0,1-1 0,0 0 0,-1 0 0,1 0 0,-8-5-1,10 5 28,0-1-1,0 1 0,1 0 1,-1-1-1,1 1 0,-1-1 1,1 0-1,0 0 0,0 0 0,0 0 1,1 0-1,-1 0 0,1 0 1,0-1-1,-1-3 0,1 7 208,1-1 1,0 1-1,0-1 0,0 1 0,0-1 1,-1 1-1,1-1 0,0 1 0,0 0 1,0-1-1,0 1 0,0-1 0,0 1 1,0-1-1,0 1 0,0-1 0,1 1 1,-1-1-1,0 1 0,0 0 0,0-1 1,0 1-1,1-1 0,-1 1 0,0-1 1,0 1-1,1 0 0,-1-1 0,0 1 1,1-1-1,16 0-57,-10 1 124,5 0 157,-1 1-1,0 1 0,0 0 1,0 1-1,0 0 0,-1 0 1,1 1-1,-1 1 0,11 5 1,16 12 1003,38 29 0,-59-39-895,244 209 2992,-131-105-2640,-121-108-639,0-1 0,1-1 0,12 7-1,-17-11-287,1 0 0,-1 0-1,0 0 1,1-1-1,0 0 1,-1 0-1,1 0 1,-1-1-1,8 1 1,-12-1 286,1 0-255,0 0 1,0 0-1,0 0 1,-1 0 0,1 0-1,0 0 1,0 0 0,0 0-1,0 0 1,0-1-1,0 1 1,0 0 0,0-1-1,-1 1 1,1-1 0,0 1-1,0-1 1,-1 1-1,2-1 1,10-25-9732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4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1313,'0'0'14262,"-7"236"-11989,10-133-688,18 4-513,-7-7-479,4-18-321,-1-29-272,-3-21-16,7-20-320,-4-12-1313,-3-12-1441,0-42-1696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4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534 45 1185,'0'0'14505,"0"-8"-13913,2-21-56,-1 22 526,-7 21-438,-189 467 837,-19 44-1094,117-317-322,90-193-47,4-10 0,1 1-1,-1-1 1,1 0-1,0 1 1,1 0-1,-1-1 1,1 1 0,0 0-1,0 6 1,6-17-521,30-42-3432,46-76-1,-38 44-3895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4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645 8 9428,'0'0'5291,"-1"-2"-5161,1 1-114,0 1-1,-1 0 0,1-1 0,0 1 0,0 0 0,0-1 0,-1 1 0,1 0 1,0 0-1,-1-1 0,1 1 0,0 0 0,-1 0 0,1-1 0,0 1 0,-1 0 0,1 0 1,0 0-1,-1 0 0,1 0 0,-1-1 0,1 1 0,0 0 0,-1 0 0,1 0 0,-1 0 1,1 0-1,0 0 0,-1 0 0,1 1 0,-1-1 0,-15 9 424,-17 29 219,23-26-507,-19 24 267,0 2-1,-37 67 1,-33 90 540,81-157-731,14-29-177,-163 350 1356,29 8-911,133-350-507,1-4-22,0 1 0,1-1 0,0 1 0,1 0 0,-1 19-1,6-38-712,85-190-6218,-50 104-169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5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32 272 11381,'0'0'4488,"0"-8"-4118,0-23 36,0 23 80,0 81 749,-14 521 2478,-4-81-2547,18-507-1162,2 18 71,-2-24-78,0 1 0,0-1 0,0 1 0,1-1 0,-1 1 0,0-1 0,0 0 0,1 1 0,-1-1 0,0 0 0,1 1 0,-1-1 0,0 0 0,1 1 0,-1-1 0,0 0 0,1 1 0,-1-1 0,1 0 0,-1 0 0,1 0 0,-1 1 0,0-1 0,1 0 0,-1 0 0,1 0 0,-1 0 0,1 0 0,-1 0 0,1 0 0,-1 0 0,1 0 0,-1 0-1,1 0 1,-1 0 0,1 0 0,-1-1 0,0 1 0,1 0 0,-1 0 0,1-1 0,0 1-7,0 0-1,-1-1 0,1 1 1,-1 0-1,1-1 0,-1 1 1,1-1-1,-1 1 0,1-1 1,-1 1-1,1-1 0,-1 1 1,0-1-1,1 1 0,-1-1 1,0 1-1,1-1 0,-1 0 1,0 1-1,1-2 0,4-21-295,0 0-1,-1-1 1,1-43 0,-3 35-131,4-402-5896,-4 60 3563,0 353 2804,0 1 1,2 0-1,0 0 0,1 0 0,1 1 0,1-1 0,1 2 0,12-23 0,-6 16 64,1 1 0,1 1 0,1 1-1,2 0 1,26-25 0,-35 38 68,1 0 1,0 0-1,0 1 0,0 1 0,1 0 1,1 0-1,-1 1 0,1 1 1,0 0-1,0 1 0,0 0 1,1 1-1,0 1 0,24-2 0,-25 4 74,-8-1-148,0 1 0,0 0-1,0 0 1,0 0 0,-1 0 0,1 1 0,0 0-1,0 0 1,0 0 0,0 1 0,-1-1-1,1 1 1,-1 0 0,1 1 0,-1-1-1,0 1 1,4 3 0,0 1 65,-1 1-1,0 0 1,-1 0-1,0 1 1,0 0-1,-1 0 1,0 0-1,-1 0 1,0 1 0,0 0-1,-1 0 1,0 0-1,-1 0 1,2 18-1,-3-14-26,0 1-1,-1-1 0,-1 0 0,0 1 0,-1-1 1,-1 0-1,0 0 0,-1 0 0,0-1 1,-10 21-1,-6 5 51,-3 0 1,-1-2 0,-48 56-1,20-34-302,-69 60-1,103-105-129,16-13 105,0 0 0,-1 1 0,1-1 0,0 1 0,0 0 0,0-1 0,0 1 0,0 0 0,0 0 0,1 0 0,-1 1 0,1-1 0,-1 0 0,1 0 0,-2 6 0,4-4 42,0 0-1,0 1 0,1-1 1,0 0-1,0 0 0,0 0 1,0 0-1,0 0 0,1 0 1,0 0-1,0-1 1,0 0-1,0 1 0,6 3 1,6 9 99,52 67 1137,-3 2-1,80 147 0,-138-223-1032,-4-6-48,0-1 0,-1 1 0,1 0-1,-1 0 1,0 0 0,1 0 0,-1 0 0,1 7 0,-2-9-183,-2-4-1193,-5-10 118,-26-51-3792,19 24 40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5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11445,'0'0'8543,"35"8"-7625,114 33-233,-142-39-628,-1 0 1,0 1-1,0-1 0,0 2 0,0-1 0,0 1 1,-1 0-1,1 0 0,-1 0 0,6 7 0,-7-6-3,-1 0-1,0 0 1,0 0-1,0 1 0,-1-1 1,1 1-1,1 7 1,-1-1-14,0 1 0,0-1 1,-1 0-1,-1 1 1,0 0-1,-1-1 0,0 1 1,-1-1-1,-1 1 1,0-1-1,0 1 0,-1-1 1,-1 0-1,0 0 1,-1 0-1,-5 11 0,-12 15 1,-1 0-1,-2-1 0,-35 40 1,4-5 90,46-59-121,-40 62 90,45-67-128,1 1 1,0 0-1,0 0 1,1 1-1,0-1 1,-3 18-1,5-26 10,1 0 0,0 0 0,0 0 0,0 0 0,0 0 0,0 0 0,0 0 0,0 0-1,0 0 1,1 0 0,-1 0 0,0 0 0,1 0 0,-1-1 0,0 1 0,1 0 0,-1 0 0,1 0 0,-1-1 0,1 1-1,0 0 1,-1 0 0,1-1 0,0 1 0,-1 0 0,1-1 0,0 1 0,0-1 0,0 1 0,-1-1 0,1 0 0,0 1 0,0-1-1,0 0 1,1 1 0,4 0-75,0 0 0,0-1-1,0 0 1,11 0 0,-5-1 63,35 1 65,-1-2 1,61-11 0,133-21-487,-138 30-5952,-91 4-2044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6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19017,'0'0'6531,"-52"26"-6643,52-23-241,0 0-703,-21 0-10933,-7 0 2976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09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57 3666,'-4'0'10068,"17"-1"-10000,1-2-1,-1 0 0,0 0 1,0-1-1,21-9 1,20-6 5,-36 15-84,0 1 0,1 1 0,-1 0 0,27 3 0,-24-1 15,-16 0 12,-1 1-1,1-1 1,0 1-1,-1 0 1,1 1 0,-1-1-1,1 1 1,-1 0-1,0 0 1,1 0-1,-1 1 1,0-1 0,-1 1-1,1 0 1,0 0-1,-1 1 1,0-1-1,1 1 1,-1 0 0,-1-1-1,4 7 1,0 0 24,0 0 0,-1 1-1,0 0 1,-1 0 0,0 0 0,-1 1 0,3 17 0,5 77 820,-6 187 1,-7-175-624,2 1596 2748,14-1437-2905,-7-222-31,3 0 0,30 101 0,-33-135-54,1 0 1,1 0-1,1-1 0,1 0 0,1-1 1,0 0-1,20 21 0,-24-31-30,0-1 0,1 1 1,1-1-1,-1-1 0,1 0 0,0 0 0,1-1 1,0-1-1,0 1 0,0-2 0,0 0 0,1 0 1,-1-1-1,24 4 0,86 0-918,-119-7 955,0 0-1,0 0 1,0 0-1,-1 0 0,1 0 1,0 1-1,0-1 0,0 0 1,0 1-1,-1 0 0,1-1 1,0 1-1,-1 0 0,1 0 1,0 0-1,-1 0 0,1 0 1,-1 0-1,1 1 1,-1-1-1,0 0 0,0 1 1,1-1-1,-1 1 0,0 0 1,0-1-1,-1 1 0,1 0 1,0-1-1,0 1 0,-1 0 1,1 0-1,-1 0 0,0-1 1,1 1-1,-1 0 1,0 0-1,0 0 0,-1 2 1,0 3 49,0 0 1,-1 0 0,0 0-1,0 0 1,-1 0 0,1-1-1,-2 1 1,1-1 0,-6 8-1,-18 26 127,2 1 1,2 1-1,1 2 0,3 0 0,1 1 0,2 0 0,-15 76 0,-4 174 36,23 5-93,12-284-120,-2 836 214,3-753-174,37 587-19,-10-278-25,-4 1041-114,-27-1283 17,-28 197 0,-15-99 145,-130 418 1,-164 224-1768,317-849 827,-4-1-1,-1-2 0,-37 51 0,59-96 612,0-1 0,-1 1-1,0-2 1,0 1-1,-1-1 1,0 0-1,-14 9 1,14-13-254,0 0 1,0 0-1,0 0 0,0-1 1,-1 0-1,1-1 1,-11 1-1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1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8740,'0'0'5787,"4"2"-5286,19 9 500,-22-10-933,0 0 0,0 0 1,0 0-1,0 0 0,0 0 1,0 0-1,-1 0 0,1 0 1,0 0-1,-1 0 0,1 0 0,-1 0 1,1 0-1,-1 1 0,0-1 1,1 2-1,4 27 164,-4-19-62,63 720 2925,-40-350-2743,-16-289-678,21 103 1,-25-179-76,11 31 1,-1-21-1277,-12-24 907,1 1 1,-1-1-1,0 1 1,1-1-1,-1 0 1,5 3-1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1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2177,'0'0'11883,"39"0"-9002,0 0-2834,460-4 2275,574-4-3872,-1052 8 1310,-18 0-755,-15 0-6368,-11 0 1194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2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92 4178,'0'0'9762,"8"13"-9087,-1-2-550,0 0 0,-1 0 1,-1 1-1,0 0 1,0 0-1,-1 0 0,-1 0 1,0 1-1,-1-1 1,1 15-1,16 941 5364,-20-796-5218,1-157-252,0 31 33,1 0 1,9 51-1,-9-91-53,6 21 1,-7-26-2,0-1 0,1 1 1,-1 0-1,1 0 0,0 0 0,-1 0 0,1-1 0,-1 1 0,1 0 1,0 0-1,0-1 0,-1 1 0,1-1 0,0 1 0,0 0 0,0-1 0,0 0 1,0 1-1,0-1 0,1 1 0,-1-1-1,-1 0 0,1 0-1,-1 0 1,1 0 0,-1 0 0,1 0-1,-1 0 1,1 0 0,-1 0 0,1 0-1,-1 0 1,0 0 0,1 0 0,-1-1-1,1 1 1,-1 0 0,1 0 0,-1 0-1,0-1 1,1 1 0,-1 0 0,1-1-1,-1 1 1,0 0 0,1-1 0,-1 1-1,0 0 1,1-1 0,-1 1 0,0-1-1,0 1 1,0 0 0,1-1 0,-1 1-1,0-1 1,0 0 0,6-18-85,-1 0 0,-1 0 1,-1 0-1,2-25 0,-3 26 31,7-107-2043,-9-161 0,-7 216 667,-2 1-1,-33-122 0,24 124 950,3 0 0,4-1 0,-4-71 0,15 138 486,-1-39 267,6-59 0,-4 86-196,1 1 0,1 0 1,0 0-1,1 0 0,0 0 0,1 1 1,0-1-1,1 1 0,7-11 1,-6 11 44,1 1 1,0-1 0,1 1 0,0 1 0,0-1 0,1 2 0,0-1 0,1 1 0,-1 1 0,2 0 0,-1 0 0,1 2 0,0-1 0,0 1 0,1 1 0,-1 0 0,1 1 0,0 0-1,0 1 1,0 0 0,0 1 0,0 1 0,19 1 0,-22 0 18,1 1-1,-1 0 1,0 1-1,0 0 1,0 0-1,0 1 0,-1 0 1,1 1-1,-1 0 1,0 0-1,0 1 1,-1 0-1,0 1 1,0 0-1,0 0 1,-1 1-1,0 0 1,10 15-1,-7-8 76,-1 1-1,0 0 1,-2 1-1,1-1 1,-2 1-1,0 1 1,-2-1-1,1 1 1,-2 0-1,1 23 1,-2-12-21,-3-1-1,0 1 1,-2-1 0,0 1 0,-3-1 0,0 0 0,-1-1 0,-2 1-1,-1-2 1,-1 1 0,-1-1 0,-19 29 0,-100 142 339,102-160-488,-1-1-1,-2-2 1,-37 31-1,54-54-75,0 0 0,0 0 0,-1-1 0,0-1 1,-23 9-1,30-14-140,0-1 1,0-1 0,0 1 0,0-1 0,0-1 0,-1 0 0,1 0 0,-1-1 0,1 0-1,-1 0 1,-15-4 0,24 4 111,0-1 0,0 1 0,0-1-1,0 1 1,0-1 0,0 0 0,0 1 0,1-1 0,-1 0-1,0 0 1,0 0 0,1 1 0,-1-1 0,0-1-1,1-6-242,11 4 183,8 4 255,-1 1 0,1 1 0,-1 0 1,0 2-1,0 0 0,0 1 0,0 0 1,21 11-1,20 12 464,58 38 0,-101-57-522,165 101 594,-124-72-608,55 48 1,-98-73-178,-12-10-64,1 0 0,-1 0 0,1-1 0,0 1 0,0-1 0,0 0 0,1 0 0,-1 0 0,0 0 0,1 0 0,-1-1 0,1 1 0,4 0 0,-7-7-3038,-2-20-2398,-5-14-4890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2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12614,'0'0'3681,"0"160"-2368,0-47 400,0 6 112,0-12-881,0-26-848,4-30-96,10-36-304,3-15-913,1-40-1264,-4-48-992,-4-25-4035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2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66 13782,'0'0'1985,"-11"0"-1859,-37 3 674,182-4 1343,177 3-1194,-165 12-878,24-1-1897,-169-13 1804,-1 0 1,0 0 0,0 0 0,0 0 0,0 0-1,0 0 1,0 0 0,1 0 0,-1 0 0,0 0-1,0 0 1,0 0 0,0 0 0,0 0 0,0 0-1,0 0 1,1 0 0,-1 0 0,0 0 0,0-1 0,0 1-1,0 0 1,0 0 0,0 0 0,0 0 0,0 0-1,0 0 1,0 0 0,0 0 0,0-1 0,0 1-1,0 0 1,0 0 0,1 0 0,-1 0 0,0 0-1,0 0 1,0-1 0,0 1 0,0 0 0,0 0-1,-1 0 1,1 0 0,0 0 0,0 0 0,0 0-1,0-1 1,0 1 0,0 0 0,0 0 0,0 0-1,0 0 1,0 0 0,0-9-775,0 0-490,0 0-1,0 0 1,-3-13 0,-12-13-4968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3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9780,'0'0'6563,"42"229"-5106,-28-91 32,-4 13-257,-6 6-415,-4-7-449,3-24-112,-3-35-256,7-35-144,0-37-240,7-19-801,0-31-1216,0-48-1168,3-21-4947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7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6403,'0'0'5832,"0"2"-5533,10 324 3324,3 29-1840,-9-152-1963,-3-135-2547,-1-44-2171,0-10-2820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7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12902,'0'0'3490,"213"34"-2466,-115-34-816,-1 0-80,5 0-48,-8-3-80,-11-3 0,-16 3-528,-19 3-449,-6 0-271,-14 22-561,-7 25-336,-14 3-2129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8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5090,'0'0'6897,"4"30"-5785,-2-19-994,27 222 1552,12 411 2769,-27-391-3425,-3-36-505,24 285 97,-33-481-580,-2-14-14,1 0 0,0 0 0,0 0 0,0 0 0,1-1 0,0 1 0,0 0 0,6 10 0,-8-17-13,0 0 0,0 1 1,0-1-1,0 0 1,0 1-1,0-1 1,0 0-1,0 0 1,1 1-1,-1-1 1,0 0-1,0 0 1,0 0-1,0 1 0,0-1 1,1 0-1,-1 0 1,0 1-1,0-1 1,0 0-1,1 0 1,-1 0-1,0 0 1,0 0-1,0 1 0,1-1 1,-1 0-1,0 0 1,0 0-1,1 0 1,-1 0-1,0 0 1,1 0-1,-1 0 1,0 0-1,0 0 1,1 0-1,-1 0 0,0 0 1,0 0-1,1 0 1,-1 0-1,0 0 1,0 0-1,1 0 1,-1 0-1,0-1 1,0 1-1,1 0 1,-1 0-1,4-16-113,-2-45-590,-3 0 0,-11-83 1,-33-124-2126,-2-15 432,28-209 664,20 425 1604,-1 49 118,2 0 0,0 0 0,1 0-1,1 0 1,1 0 0,0 0 0,14-28 0,-14 34 112,1 1 0,1-1 0,-1 1 0,2 0 0,0 1 0,0 0 0,1 0 0,0 1 0,1 0 0,0 0 0,17-11 0,-19 16 83,0 0-1,1 1 0,-1 0 0,1 0 0,-1 0 0,1 1 0,0 1 0,0 0 0,15-1 0,-17 2-73,-1 0 0,1 1-1,-1-1 1,0 1 0,1 1-1,-1-1 1,0 1 0,0 0 0,0 1-1,0-1 1,0 1 0,0 0-1,-1 1 1,7 4 0,-3 1 44,1 0 0,-2 1 0,1 0 0,-1 0 0,-1 1 0,0 0 0,0 1 1,-1-1-1,-1 1 0,0 0 0,6 24 0,-5-8 188,-1 0 1,-1 0-1,-1 1 1,-2 42-1,-2-51-205,-1 0-1,-1 0 0,0 0 1,-2 0-1,0-1 0,-12 28 0,-2-5 69,-43 70 0,40-77-163,-2-1-1,-46 52 1,57-72-206,-1-1-1,0 1 1,-1-2 0,-1 0-1,0-1 1,0-1-1,-34 16 1,49-26 129,1 0-1,-1 0 1,1 0 0,-1 0 0,1 1 0,-1-1 0,1 0-1,0 0 1,-1 1 0,1-1 0,-1 0 0,1 0 0,0 1-1,-1-1 1,1 1 0,0-1 0,-1 0 0,1 1 0,0-1-1,-1 1 1,1-1 0,0 1 0,6 6-340,22 2 271,-22-8 87,51 20 639,102 52-1,-10-4-119,-140-65-594,1 0-1,-1-1 1,1 0 0,0-1 0,0 0 0,12 1-1,-22-3 63,0 0-1,0 0 0,0 0 0,0 0 0,0 0 1,1 0-1,-1 0 0,0 0 0,0 0 1,0 0-1,0 0 0,0 0 0,0 0 0,0 0 1,1 0-1,-1-1 0,0 1 0,0 0 1,0 0-1,0 0 0,0 0 0,0 0 0,0 0 1,0 0-1,0 0 0,0 0 0,0-1 0,1 1 1,-1 0-1,0 0 0,0 0 0,0 0 1,0 0-1,0 0 0,0 0 0,0-1 0,0 1 1,0 0-1,0 0 0,0 0 0,0 0 1,0 0-1,0 0 0,0-1 0,0 1 0,0 0 1,0 0-1,-1 0 0,1 0 0,0 0 1,0 0-1,0 0 0,0-1 0,0-25-2879,0-15-1498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8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 2417,'0'0'10565,"-56"251"-9284,28-154-689,-3-3-592,6-22-112,4-22-1633,8-28-3922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9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8612,'0'0'7139,"157"44"-6402,-94-38-273,-8-2-448,-13-1-32,-7-3-16,-7 0-753,-14 0-415,-4 0-1201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9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9556,'0'0'3074,"181"6"-1441,-118 10-961,-7-4-672,-11 7-432,-17-3-1409,-17 9-4322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2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51 7379,'0'0'5152,"-2"-7"-4602,-1-1-259,2 5-16,0-1 1,0 1-1,0-1 0,0 1 1,1-1-1,-1 1 0,1-1 1,0-3-1,-4 555 3167,-12-160-2563,6-194-534,9-50-380,3-330-4448,2 29 358,-20-177 0,-2 32 4167,18 297 68,-1 0 1,2 1-1,-1-1 0,1 0 0,-1 0 0,1 1 1,0-1-1,1 0 0,-1 1 0,1-1 0,0 1 1,0 0-1,1-1 0,-1 1 0,1 0 1,0 1-1,0-1 0,0 0 0,0 1 0,1 0 1,-1-1-1,1 1 0,0 1 0,0-1 0,5-2 1,4-2 155,0 0 1,1 1 0,-1 1 0,1 0 0,1 1 0,-1 0 0,30-3 0,-9 4 353,1 2 1,42 4-1,-70-3-492,-1 2 0,1-1-1,-1 1 1,0 0 0,1 0-1,-1 1 1,0 0 0,0 0 0,-1 1-1,1 0 1,-1 0 0,0 0 0,0 1-1,0 0 1,0 0 0,-1 0-1,0 1 1,0 0 0,-1 0 0,1 0-1,5 12 1,-3-3 137,0 1 0,-1 0 0,0 0 0,-1 0 0,-1 0 0,-1 1 0,0 0 0,0 32-1,-2-26-129,-2 1-1,-1 0 1,-1-1-1,0 1 1,-2-1-1,-1 0 0,-1 0 1,-1-1-1,0 0 1,-2 0-1,-1-1 0,-15 24 1,-17 23 1,-55 65 0,77-106-146,-2-2 0,-1 0-1,0-2 1,-2-1 0,-33 22 0,55-41-62,0 0 0,0-1 0,0 1 0,0-1-1,-1 0 1,1 0 0,-1-1 0,0 1 0,1-1 0,-1 0 0,0 0 0,-6 0 0,10-1 17,1 0 0,-1-1 0,0 1 0,1 0 0,-1 0 0,1-1 0,-1 1 0,1-1 0,-1 1 0,1 0 0,-1-1 0,1 1 0,-1-1-1,1 1 1,0-1 0,-1 1 0,1-1 0,0 0 0,-1 1 0,1-1 0,0 1 0,0-1 0,-1 0 0,1 1 0,0-1 0,0 1 0,0-1 0,0 0 0,0 1 0,0-1 0,0 0 0,0 1-1,0-2 1,0 0-11,0 1 0,0 0 0,1-1 0,-1 1 0,0-1 0,0 1 0,1 0 0,-1-1 0,1 1-1,-1 0 1,1-1 0,0 1 0,-1 0 0,1 0 0,2-3 0,1 2 32,0 0 0,0 0-1,1 1 1,-1-1 0,0 1 0,1 0 0,0 0-1,-1 0 1,1 1 0,-1 0 0,1 0 0,0 0 0,8 1-1,-1 1 111,0 0 0,-1 0 0,1 1 0,21 9 0,-6 3 245,0 2 0,-1 1 0,-1 0-1,36 35 1,-24-21-28,-37-32-290,17 14 171,0 0-1,-1 1 0,0 1 1,-1 0-1,-1 1 0,17 27 1,-36-65-3290,0 0 1888,-20-31-3659,-9-6-5315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2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13 6723,'0'0'7449,"7"-2"-6382,4-1-564,-1 1-1,1 0 1,-1 0-1,21 1 1,-27 0-381,0 2-1,0-1 1,0 0-1,0 1 1,0 0-1,0-1 1,0 2-1,0-1 1,-1 0 0,1 1-1,0 0 1,-1-1-1,1 2 1,-1-1-1,0 0 1,0 1-1,6 5 1,-4-2-41,-1 1 0,0 0 1,0 0-1,0 1 0,-1-1 1,0 1-1,-1 0 0,0-1 1,0 1-1,0 0 0,-1 0 0,0 0 1,-1 1-1,0-1 0,0 0 1,-1 0-1,0 0 0,-2 9 1,-1 1-44,-1-1 0,-1 0 1,0 0-1,-1-1 0,-1 1 1,0-1-1,-11 14 0,-40 51 68,-21 33-49,78-110-59,-1 1 0,1-1-1,-1 1 1,1-1 0,1 1 0,-1 0-1,1 0 1,-1 0 0,2 0-1,-1 0 1,0 0 0,1 9 0,0-14-2,0 1 1,0-1-1,0 0 0,1 1 1,-1-1-1,0 0 1,0 1-1,0-1 1,1 0-1,-1 1 1,0-1-1,0 0 0,1 1 1,-1-1-1,0 0 1,0 0-1,1 1 1,-1-1-1,0 0 1,1 0-1,-1 0 0,0 1 1,1-1-1,-1 0 1,1 0-1,-1 0 1,0 0-1,1 0 1,-1 0-1,0 0 0,1 0 1,0 0-1,16 0-1,-11 0-6,17 0 8,6 1 35,0-2 0,-1 0 0,49-10 1,-50 4-39,114-31-5770,-102 23 942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3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11941,'0'0'5699,"237"0"-5203,-174 0-47,-4 12-401,-10-2 80,-7-1-128,-11-6-160,-10 0-113,-14-3-607,-7-12-5907,-7-20 1008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3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6451,'0'0'4690,"0"163"-2385,14-66-176,-4 10-528,-3 9-32,0-9-513,-3-16-368,-1-22-560,4-22-32,7-22-192,-3-16-512,2-9-1169,5-6-1280,-4-38-1089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3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 8132,'0'0'4775,"2"2"-4022,-1 2-619,0 0 1,0 0 0,0-1 0,0 1 0,0 0 0,-1 0 0,0 0 0,1 0 0,-2 6-1,1 10 294,4 567 5605,-5-358-4876,1-211-1071,2 37 211,-2-52-283,0 1 1,1-1-1,0 1 0,0-1 0,0 1 1,1-1-1,-1 0 0,1 0 0,-1 0 1,1 0-1,0 0 0,3 4 1,-4-6-25,-1-1 1,1 1 0,-1 0-1,1-1 1,-1 1 0,1 0 0,0-1-1,-1 1 1,1-1 0,0 1-1,-1-1 1,1 0 0,0 1 0,0-1-1,-1 1 1,1-1 0,0 0-1,0 0 1,0 0 0,-1 1 0,1-1-1,0 0 1,0 0 0,0 0-1,0 0 1,-1 0 0,1 0 0,0-1-1,0 1 1,0 0 0,-1 0-1,1-1 1,0 1 0,0 0-1,-1-1 1,2 0 0,-1 0-26,1-1 0,-1 0 1,1 0-1,-1 0 0,0 0 1,0 0-1,0 0 0,0 0 0,-1 0 1,1-1-1,0 1 0,-1 0 1,1-3-1,8-84-2540,-3-174-1,-7 166 1129,-12-106-572,6 132 2064,3-126 0,5 190 19,0 0 0,0 0 0,1 0 0,0 0 1,0 0-1,1 1 0,0-1 0,0 1 0,0-1 0,1 1 0,0 0 0,0 0 0,0 1 0,1-1 0,0 1 0,0 0 0,0 0 0,1 1 0,0-1 0,-1 1 0,2 1 0,-1-1 0,0 1 0,8-3 0,2 0 246,0 0-1,1 2 1,-1 0-1,1 0 0,0 2 1,0 0-1,1 1 1,33 2-1,-47-1-214,1 1 0,0 0 0,-1 0 0,1 0 0,-1 1 0,1-1 0,-1 1 0,0 0 0,1 1 0,-1-1 0,0 1 0,6 5 0,-4-2 15,0 0 0,-1 0 0,0 0 1,0 1-1,0-1 0,-1 1 0,4 8 1,-2 0 57,0 1 0,0 0 0,-2 0 0,0 0 0,0 0 0,1 33 0,-4-28-95,-2 1 1,0-1 0,-1 0 0,-1 0 0,-1 0 0,-1 0 0,-1-1 0,0 0-1,-2 0 1,0 0 0,-2-1 0,-18 30 0,-9 7-191,-1-2-1,-3-2 1,-2-1-1,-72 64 1,115-115 95,-1 0 0,1 0 0,0 1 0,0-1 0,-1 0 0,1 0 0,0 0 0,0 1 0,0-1 0,0 0 0,-1 0 0,1 1 0,0-1 0,0 0 0,0 0 0,0 1 0,0-1 0,0 0 0,0 0 0,0 1 0,0-1 0,0 0 0,0 1 0,0-1 0,0 0 0,0 0 0,0 1 0,0-1 0,0 0 0,0 1 0,0-1 0,0 0 0,0 0 0,0 1 0,0-1 0,1 0 0,-1 0 0,0 1 0,0-1 0,0 0 0,0 0 0,1 0 0,-1 1 0,0-1 0,0 0 0,1 0 0,-1 0-1,0 0 1,0 1 0,1-1 0,-1 0 0,0 0 0,0 0 0,1 0 0,-1 0 0,0 0 0,0 0 0,1 0 0,-1 0 0,0 0 0,1 0 0,-1 0 0,0 0 0,23 11 57,0 1 0,-1 1-1,-1 1 1,20 17 0,-15-11 70,54 31 1,-50-41-901,-12-11-2925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4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 16279,'0'0'3442,"-45"232"-1617,45-135-737,0 0-655,0-12-321,0-19 16,0-25-256,0-22-112,0-16-561,-4-16-7827,-24-9-4562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26 144,'0'0'13724,"9"0"-12292,400 8 1514,466-1-2962,-638-19 23,-9 0 106,184 12 325,75-2-220,-346-4-183,121-3 21,329 9 648,-550 3-508,1 0 1,59 15-1,-3-1-6,-73-15 39,30-1-1,-48-1-61,-53 4-8168,20-4 401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6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32 116 1393,'0'0'3943,"-4"-30"192,4 28-4020,-2-41 1649,1 40-1639,1 1-1,-1-1 1,0 1 0,0 0 0,1-1-1,-2 1 1,1 0 0,0-1 0,0 1 0,-1 0-1,1 0 1,-1 0 0,-2-2 0,3 3 40,2 1-113,-1 0 0,0 0 0,0 0 0,0 0 0,0 0 0,0 0-1,0 0 1,0-1 0,0 1 0,0 0 0,0 0 0,0 0 0,0 0 0,1 0 0,-1-1 0,0 1 0,0 0-1,0 0 1,0 0 0,0 0 0,0-1 0,-1 1 0,1 0 0,0 0 0,0 0 0,0 0 0,0 0-1,0-1 1,0 1 0,0 0 0,0 0 0,0 0 0,0 0 0,0 0 0,0 0 0,-1-1 0,1 1 0,0 0-1,0 0 1,0 0 0,0 0 0,0 0 0,0 0 0,-1 0 0,1 0 0,0 0 0,0 0 0,0 0-37,0 0 1,0 0 0,0 0-1,0 0 1,0 0-1,0 1 1,0-1 0,0 0-1,0 0 1,0 0 0,0 0-1,0 0 1,0 1-1,0-1 1,0 0 0,0 0-1,0 0 1,0 0 0,0 0-1,0 0 1,0 1-1,0-1 1,0 0 0,0 0-1,0 0 1,0 0 0,0 0-1,0 1 1,0-1 0,0 0-1,-1 0 1,1 0-1,0 0 1,0 0 0,0 0-1,0 0 1,0 0 0,0 0-1,0 0 1,-1 1-1,1-1 1,0 0 0,0 0-1,0 0 1,0 0 0,0 0-1,-1 0 1,1 0 0,0 0-1,0 0 1,0 0-1,0 0 1,0 0 0,-1 0-1,1 0 1,0 0 0,0 0-1,0-1 1,0 1-1,0 0 1,-1 0 0,1 0-1,0 0 1,0 0 0,0 0-1,0 0 1,0 0-1,0 0 1,-1-1 0,10 526 2260,-3-231-1092,-6-274-1115,0 19 130,2 0 1,10 57-1,-5-79-20,-3-13-80,-2-13-102,-2-7-441,-1-1 0,-1 1 0,0 0 0,-2-1 0,0 1 0,-7-19 0,8 26-367,1 1 1,0-1 0,1 1 0,-1-1-1,2 1 1,-1-16 0,1 0-3192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6819,'0'0'4850,"25"176"-2593,-1-76-816,-3 32-96,4 31 47,-8 25 145,-3 20-368,-7-14-593,3-31-560,1-37-32,3-41-96,0-29-497,0-28-271,-7-15-1089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3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14391,'0'0'1952,"233"47"-399,-93-32-656,24 4-433,10 0-96,-6 12 240,-11 1-448,-21 9-160,-21-4-224,-28-5-304,-31-4-753,-39-9-463,-17-4-1970,-21-2-3057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4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0 8148,'0'0'3054,"0"39"-1466,-1 456 3492,-26-22-2393,-25 5-1125,19-190-791,30-241-586,14-412-4826,-1-26-3266,-10 232 5713,1-184 248,-1 313 2672,2 1-1,1 0 1,1 0-1,15-53 1,-16 71-373,2 0-1,-1 0 1,1 1-1,1-1 1,0 1-1,1 0 1,0 1-1,0 0 1,1 0-1,0 0 1,0 1-1,1 0 1,0 1-1,18-11 1,-13 11-108,-1 0 0,1 1 0,1 1 0,-1 0 1,1 1-1,0 0 0,0 2 0,20-2 0,16 1 570,57 6 0,-96-2-709,-1 0-1,1 1 0,0 0 0,-1 1 1,1 1-1,-1 0 0,0 0 0,0 1 1,-1 1-1,1-1 0,-1 2 0,0-1 1,-1 2-1,0-1 0,0 1 0,0 0 1,-1 1-1,0 0 0,-1 0 0,0 1 1,0 0-1,-1 0 0,-1 1 0,0 0 1,0 0-1,-1 0 0,0 0 0,-1 0 1,0 1-1,2 19 0,-4-10 8,0 1 0,-1-1 0,-3 25 1,1-35-75,0-1-1,0 1 1,-1-1 0,-1 1 0,0-1 0,0 0 0,-1-1 0,-7 13 0,-6 2-33,-1 0-1,0-2 0,-2 0 0,0-1 0,-2-1 1,0 0-1,-1-2 0,-1-1 0,-28 14 1,26-17-240,-1 0 0,0-2 0,-1-1 1,-1-2-1,1 0 0,-2-2 0,1-2 0,-54 4 1,13-8-1059,90 11 1258,20 21 478,-2 2 0,48 58 0,-54-58-111,113 132 893,-104-115-978,47 77 1,-79-116-217,-1 0-1,-1 1 1,0-1-1,-1 1 1,7 28-1,-11-39-289,-2-18-1517,-3-5 20,0 1 0,-13-34-1,-6-3-4281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5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53 101 4738,'0'0'3516,"-8"-8"-2686,-25-27 403,32 33-986,0 1 1,0 0-1,-1-1 1,1 1 0,1 0-1,-1-1 1,0 1-1,0-1 1,0 0 0,1 1-1,-1-1 1,0-3-1,1 5-140,0-1-1,0 0 0,0 1 1,0-1-1,1 0 1,-1 1-1,0-1 0,0 1 1,0-1-1,1 0 1,-1 1-1,0-1 0,1 1 1,-1-1-1,0 1 0,1-1 1,-1 1-1,1-1 1,-1 1-1,1-1 0,-1 1 1,1-1-1,3-1 130,0 1 0,-1-1 0,1 1 0,0 0 0,0 0 0,0 0 0,6-1-1,-4 2-440,42-6 1328,89 2 0,-130 4-1059,4-1 65,1 2 0,0-1 0,0 2 0,0 0 0,-1 0 0,18 6 0,-24-6-71,0 1-1,0-1 1,0 1 0,0 0 0,0 1 0,-1-1 0,1 1-1,-1 0 1,0 0 0,0 0 0,0 0 0,-1 1-1,1 0 1,-1-1 0,3 9 0,0 1 42,-1 1 1,-1-1-1,-1 1 1,0 0-1,-1 0 0,0 0 1,-1 0-1,-2 27 1,1-32-71,0 20 43,-2 0 0,-1-1 0,-1 1-1,-1-1 1,-19 58 0,-54 97-53,25-65-45,48-107 20,2-6 1,0 1 0,1-1 0,-1 1 0,1 0 0,1 0 0,-1 0 0,0 14 0,2-21-1,0 1 0,0-1 1,0 0-1,0 1 1,0-1-1,0 0 0,0 1 1,0-1-1,0 0 1,0 1-1,0-1 0,0 0 1,1 1-1,-1-1 1,0 0-1,0 1 0,0-1 1,0 0-1,1 1 1,-1-1-1,0 0 0,0 0 1,1 1-1,-1-1 1,0 0-1,1 0 0,-1 1 1,0-1-1,0 0 1,1 0-1,-1 0 0,0 0 1,1 1-1,14-3-19,-9 1-9,8-2-10,-1 0 0,1-1 0,-1 0 0,0-1 0,13-8 0,63-38 116,-43 22-21,29-14-136,145-88-821,-78 41-3714,-81 48-263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25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55 6611,'0'0'7585,"0"-8"-6779,0-26-30,0 33-714,0 1 1,0 0 0,0-1-1,0 1 1,0-1-1,0 1 1,0-1-1,0 1 1,0-1 0,0 1-1,0 0 1,0-1-1,0 1 1,0-1-1,0 1 1,0-1 0,-1 1-1,1 0 1,0-1-1,0 1 1,-1 0-1,1-1 1,0 1 0,0 0-1,-1-1 1,1 1-1,0 0 1,-1-1-1,1 1 1,0 0 0,-1-1-1,0 1-39,1 1 0,0-1 0,-1 0 0,1 0 0,0 0 0,-1 1-1,1-1 1,0 0 0,-1 0 0,1 1 0,0-1 0,0 0 0,0 0 0,-1 1 0,1-1 0,0 0-1,0 1 1,0-1 0,0 0 0,-1 1 0,1-1 0,0 0 0,0 1 0,0-1 0,0 1 0,0-1-1,0 0 1,0 1 0,0 0 0,19 216 540,-1-41 131,-13 393 661,-10-483-919,3-36-4684,2-86 1083,0-17-2613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26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0 192 4610,'0'0'5312,"4"-19"-4739,14-59-90,-18 75-451,1 0-1,0 1 0,1-1 0,-1 0 1,0 1-1,1-1 0,-1 1 0,1 0 1,0-1-1,0 1 0,0 0 0,0 0 1,0 0-1,0 0 0,1 1 0,-1-1 1,0 1-1,1-1 0,4-1 0,4-3 83,1 0-21,0 0 0,0 0-1,1 1 1,-1 1 0,1 0-1,0 1 1,0 0 0,20-1-1,13 2 253,51 3-1,-29 1-50,-28-4-141,-28 1-58,1 0 0,0 1-1,-1 1 1,1 0 0,0 0 0,11 4 0,-20-4-32,0 1 0,-1 0 0,1 0 0,-1 0 0,1 1 0,-1-1 0,0 1 0,0 0 0,0 0 0,0 0 0,-1 0 1,1 0-1,-1 1 0,0-1 0,0 1 0,0-1 0,0 1 0,-1 0 0,0 0 0,1-1 0,0 8 0,1 5 216,0 1 0,-1 0-1,-1 30 1,1 3 86,-2 37 127,0-77-430,-1 0 1,-1 0-1,0 0 1,0 0-1,-1 0 0,-4 11 1,-4 1-2,0-1-1,-1 0 1,-2-1-1,0 0 1,-1-1 0,0-1-1,-32 28 1,35-36-98,0 0 0,0-1 1,-1 0-1,-1-1 0,1-1 1,-1 0-1,-1 0 0,1-2 1,-1 0-1,0 0 0,0-2 1,-29 4-1,-73-6-1036,115-1 1040,1 0 0,0 0-1,0 0 1,-1 0-1,1-1 1,0 1-1,0 0 1,0-1-1,-1 1 1,1-1-1,0 0 1,0 1-1,0-1 1,-1-1-1,1 2 26,1 0-1,0-1 1,-1 1-1,1 0 1,0-1-1,0 1 1,-1-1-1,1 1 1,0 0-1,0-1 1,0 1-1,0-1 1,0 1-1,-1-1 1,1 1-1,0-1 1,0 1-1,0-1 1,0 1-1,0 0 1,0-1-1,1 1 1,-1-1-1,0 1 1,0-1-1,0 1 1,0-1-1,0 1 1,1 0-1,-1-1 1,0 1-1,0-1 1,1 1-1,-1 0 1,0-1-1,1 1 1,-1 0-1,0-1 1,1 1-1,-1 0 1,1-1-1,1 0 14,0 0 1,0 1-1,1-1 0,-1 0 0,0 1 0,0-1 0,1 1 0,-1 0 0,0 0 0,1 0 0,-1 0 0,0 0 0,3 1 0,6-1 28,-4 1 21,1-1-1,-1 1 0,0 1 0,0 0 0,1 0 0,-1 0 0,0 1 0,-1 0 0,1 0 0,0 1 0,-1-1 0,0 2 0,0-1 0,9 8 0,4 7 281,0 0 1,28 39-1,9 25 1010,64 125 0,-80-136-943,-31-60-712,-9-12 212,1 0 0,-1-1 0,0 1-1,0-1 1,1 1 0,-1-1 0,0 1-1,0-1 1,1 1 0,-1-1 0,0 0 0,0 1-1,0-1 1,0 1 0,0-1 0,0 1-1,0-1 1,0 0 0,0 1 0,0-1-1,0 1 1,-1-2 0,1-67-7096,0 25-934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2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6787,'0'0'7310,"19"-10"-6598,62-28 217,-75 36-807,0 0 1,0 0-1,0 1 0,0-1 1,1 1-1,-1 1 1,1-1-1,-1 1 0,0 0 1,8 1-1,1 1 165,-9-2-179,-1 1 1,1-1 0,-1 2 0,1-1-1,-1 1 1,0-1 0,0 2 0,1-1-1,-1 0 1,-1 1 0,1 0 0,0 0-1,-1 0 1,1 1 0,-1 0 0,0 0-1,0 0 1,-1 0 0,1 0 0,-1 1-1,0 0 1,0-1 0,2 6 0,-1-1-12,0 0 1,0 1-1,-1-1 0,-1 0 1,0 1-1,0 0 1,-1 0-1,0-1 0,0 1 1,-1 0-1,-1 0 1,-2 16-1,1-15-68,-1-1 0,-1 1 0,0 0-1,0-1 1,-1 0 0,-1 0 0,-10 16 0,-55 60 156,54-67-155,-30 32 54,15-17-41,-29 40 0,58-71-43,1 0-1,0 0 0,0 1 1,1-1-1,-1 1 0,1-1 1,0 1-1,0 0 0,0 0 1,0 0-1,1-1 0,-1 1 1,1 0-1,0 0 0,1 4 1,-1-4-16,0-2 13,0-1 0,0 0-1,1 0 1,-1 0 0,1 0 0,-1 0 0,1 0 0,-1 0 0,1 0 0,-1-1 0,1 1 0,0 0 0,0 0 0,-1 0 0,1-1 0,0 1 0,0 0 0,0-1 0,0 1-1,0-1 1,0 1 0,0-1 0,0 1 0,0-1 0,0 0 0,0 1 0,0-1 0,0 0 0,0 0 0,0 0 0,1 0 0,43 3-1,-37-4 15,15 2 1,89-5 293,-96 2-351,-1 0 0,0-1 0,0-1-1,0-1 1,19-7 0,-32 11-39,9-4-715,0-1-1,19-11 1,-27 14 196,0 1-1,0 0 1,-1-1 0,1 0 0,-1 1 0,1-1 0,-1 0 0,2-5-1,5-19-7222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5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4610,'0'0'12886,"122"22"-12230,-59-19 17,-4-3-401,1 0-192,-8 0-80,-10 0-80,-11 0-513,-13 0-367,-11 0-1217,-7-9-5090,0-7 336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16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10869,'0'0'5811,"258"50"-4147,-164-31-767,-7-4-673,-3-8-224,-11-4-224,-17 0-945,-25 3-1568,-20 4-3362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28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3426,'0'0'3097,"-4"7"801,35-7 3031,69 8-6642,-50-3-228,97-4-1,-27-2 58,152 13 26,57 3-34,35 19 6,-178-11 36,174-5 103,-21-2-49,-131-12 352,-183-5-587,-60 1-753,-5 0-2090,-1 1 1,-61 9 0,18 8-4224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29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32 4194,'0'0'5941,"-1"-1"-5798,1 1-1,-1 0 1,1 0-1,-1-1 0,1 1 1,-1 0-1,1 0 0,-1 0 1,0 0-1,1 0 1,-1 0-1,1 0 0,-1 0 1,1 0-1,-1 0 1,0 0-1,1 0 0,-1 0 1,1 0-1,-1 0 1,1 1-1,-1-1 0,0 0 1,21 526 4109,-1-37-3008,-18-468-1217,-1-14-19,0 1-1,0 0 0,1 0 0,0 0 0,0 0 1,1-1-1,0 1 0,0-1 0,1 1 0,4 8 0,-7-16-11,1 0 0,-1 1 0,0-1 0,1 1 0,-1-1 0,0 1 0,1-1 0,-1 0 0,0 1 0,1-1 0,-1 0 0,1 1 0,-1-1 0,1 0 0,-1 0 0,1 1 0,-1-1 0,0 0 0,1 0 0,1 0 0,3-6-217,-2-17-175,-3-50-557,2 16-347,-3 0 0,-14-102 0,-12 36-862,10 53 1184,3-1 1,4 0-1,-3-79 1,13 112 957,-1 17 80,1 1 0,1-1 1,4-24-1,-3 38 16,0-1-1,0 1 1,1 0-1,0 0 1,0 0-1,0 0 1,1 1-1,0 0 1,1-1-1,-1 1 1,1 1-1,8-9 1,-5 7 181,1 1 1,0-1-1,0 1 0,0 1 1,1 0-1,-1 0 0,1 1 1,0 0-1,1 1 0,17-4 1,-13 4 106,1 1 1,0 1 0,0 0 0,0 1-1,0 0 1,26 6 0,-34-4-231,0 0 1,0 0-1,-1 1 0,1 1 1,-1-1-1,0 1 1,0 0-1,0 1 0,0-1 1,-1 2-1,0-1 1,0 0-1,0 1 0,-1 0 1,0 1-1,0-1 1,0 1-1,-1 0 0,0 0 1,0 0-1,-1 1 0,0-1 1,2 9-1,-4-6-30,1-1-1,-2 1 1,1 0-1,-1 0 0,-1 0 1,0-1-1,0 1 1,-1 0-1,0-1 0,-1 1 1,0-1-1,0 0 1,-8 14-1,-2-2-14,0 0 1,-2-1-1,0-1 0,-25 25 0,-46 40-155,-172 132-1,243-206-40,-23 21-206,36-29 284,0 0 0,1 0 0,-1 0 0,1 0 0,-1 0-1,1 0 1,0 0 0,0 1 0,0-1 0,0 1 0,0-1 0,0 0 0,1 1 0,-1-1-1,1 5 1,0-4 12,0-1 0,1 0 0,-1 1 0,1-1 0,0 0 0,0 0 0,-1 1 0,1-1 0,1 0 0,-1 0 0,0 0 0,0 0 0,1-1 0,-1 1 0,1 0 0,0 0 0,-1-1 0,5 3 0,3 3 29,1-1-1,17 9 1,-12-8 34,307 155 1576,-304-153-1938,32 12 354,-14-16-4848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0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10325,'0'0'3761,"0"189"-1632,0-117-464,0-9-752,0-16-465,0-22-128,0-13-320,4-12-256,6-3-1153,1-41-1056,-4-12-592,-4-7-5283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0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8708,'0'0'9348,"3"0"-10836,4 0-978,-3-28-1119,-4-7-3474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1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 7075,'0'0'6558,"8"-2"-5563,-5 1-893,-1 1-41,0-1 0,0 1 0,0-1-1,0 1 1,-1 0 0,1 0 0,0 0 0,0 0-1,0 0 1,0 1 0,2-1 0,-3 1-24,0 0 1,0-1 0,0 1-1,-1 0 1,1 0-1,0 0 1,0 0 0,0 0-1,-1 0 1,1 0-1,0 0 1,-1 0-1,1 0 1,-1 0 0,1 0-1,-1 0 1,0 1-1,0-1 1,1 0-1,-1 0 1,0 0 0,0 1-1,0-1 1,0 0-1,0 2 1,2 361 3433,4 76-1236,-5-427-2182,-1-3-10,1-1-1,0 1 0,0-1 1,1 0-1,6 18 0,-8-26-38,0 0 0,0 0 0,1 0 0,-1-1 0,0 1 0,1 0 1,-1 0-1,1-1 0,-1 1 0,1 0 0,-1-1 0,1 1 0,-1-1 0,1 1 0,-1 0 0,1-1 0,0 1 0,-1-1 0,1 0 0,0 1 0,0-1 0,-1 0 0,1 1 0,0-1 0,0 0 0,0 0 0,-1 0 0,1 1 0,0-1 0,0 0 0,1 0 0,-1-1-17,0 1 0,-1-1 0,1 1-1,0-1 1,0 1 0,0-1-1,0 0 1,-1 0 0,1 1 0,0-1-1,-1 0 1,1 0 0,-1 0 0,1 1-1,-1-1 1,1 0 0,-1 0-1,1 0 1,-1 0 0,0 0 0,1 0-1,-1 0 1,0 0 0,0 0-1,0-1 1,7-85-2232,-6-92 0,-2 90 759,0-19 611,3-126-502,-1 221 1438,1 0-1,0 0 0,1 0 0,0 0 0,1 0 0,1 0 1,0 1-1,1 0 0,0 0 0,0 0 0,2 1 0,-1 0 1,2 1-1,11-14 0,-11 15 12,0 1 0,0-1 0,1 1 0,0 1 1,1 0-1,0 0 0,0 1 0,0 0 0,1 1 0,-1 1 1,1 0-1,0 0 0,1 1 0,-1 0 0,16 0 0,-23 2 25,0 1-1,0 0 1,0 0-1,0 0 0,0 1 1,0 0-1,0 0 1,0 0-1,0 0 1,-1 1-1,1 0 0,9 5 1,-10-4-11,0 1 0,0 0 0,0 0 0,0 0 0,0 1 0,-1-1 0,0 1 0,0 0 1,0 0-1,-1 0 0,4 9 0,1 10 199,0 0 1,-2 1-1,0-1 1,-2 1-1,-1 0 1,-2 46-1,0-48-191,-2-1 1,-1 1-1,-1-1 0,-1 0 0,-1 0 1,0 0-1,-2-1 0,0 0 0,-2-1 1,0 0-1,-19 28 0,5-11-5,-41 48-1,54-72-122,0-1-1,0-1 1,-1 0-1,-1-1 1,1 0-1,-2-1 1,-15 8-1,16-12-291,9-4-617,15 0 529,0 0 499,1 0 0,0 1 0,0 0 0,-1 1 0,1 1 0,-1 0 0,0 0 0,0 1 0,-1 1 0,21 12 0,4 8 268,53 48 0,-82-69-351,5 4 15,0 1 0,0 0 0,-1 1 1,-1 0-1,0 0 0,15 24 0,-30-45-5633,-6-8 3549,-11-24-4203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1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7571,'0'0'8866,"30"6"-7487,4 1-815,57 19 1,-87-24-507,-1-1 0,1 1 0,-1 0 1,0 0-1,0 0 0,0 0 0,0 0 1,0 1-1,0-1 0,-1 1 0,1 0 1,-1 0-1,0 0 0,0 0 1,0 0-1,2 5 0,-1-1 46,-2-1 0,1 1 0,-1-1 1,1 1-1,-2 0 0,1 7 0,0-2 26,1 9 16,-1 0 1,-1-1 0,0 1-1,-2 0 1,0-1 0,-1 1 0,-2-1-1,0 0 1,-11 30 0,-39 51 91,41-78-198,1 0 0,1 0-1,1 1 1,1 1 0,-9 31 0,19-55-42,0 1 0,-1 0 0,1-1 0,0 1 0,0 0 0,0 0 0,0-1 0,0 1-1,0 0 1,1-1 0,0 3 0,-1-3-8,0-1 1,1 1-1,-1-1 0,0 1 0,1 0 0,-1-1 0,1 1 1,-1-1-1,1 1 0,-1-1 0,1 1 0,-1-1 0,1 0 1,-1 1-1,1-1 0,0 0 0,-1 1 0,1-1 1,1 1-1,1-1-26,-1 0 0,1 0 0,0 0 0,0 0 0,0 0 0,0-1 1,0 1-1,0-1 0,0 0 0,5-1 0,13-8 3,0 0 0,0-1 0,29-22 0,-2 3-62,63-33-2287,-75 43-1684,-15 8-2321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2209,'0'0'4655,"-1"3"-3908,1-3-749,0 1 254,-1 1-1,1-1 0,-1 0 1,1 1-1,-1-1 1,0 1-1,1-1 0,-1 0 1,0 0-1,0 0 0,0 1 1,0-1-1,0 0 0,0 0 1,-1 0-1,1-1 1,0 1-1,0 0 0,-1 0 1,1-1-1,-3 2 3258,23 2-3397,88 12 204,28 7-224,-108-17-60,-10-2-22,0 0 0,27 12-1,-40-8-1034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4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4930,'0'0'6499,"7"188"-5106,3-103-273,-6 0 17,-1-4-81,-3-5-415,0-14-641,0-14-16,0-23-1553,7-25-2065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5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2961,'0'0'9077,"0"-5"-8520,1-8-26,2 15 276,3 34 125,3 337 2336,-11-241-2254,2 218 566,8-386-3165,0-61-3085,-6-141 0,-2 32 2557,1 185 2342,0-1 1,1 1-1,2 0 1,0 0-1,1 1 0,0-1 1,11-22-1,-12 37-54,0 0 0,0 0 0,0 0 0,1 1 0,0 0 0,0 0-1,0 0 1,1 0 0,-1 1 0,1 0 0,0 0 0,1 1 0,-1 0-1,0 0 1,1 0 0,0 1 0,0 0 0,7-2 0,11 0 369,1 0 1,0 2 0,38 0 0,-59 2-454,0 1 0,-1-1 1,1 1-1,-1 0 1,1 0-1,-1 0 0,1 1 1,-1 0-1,1-1 1,-1 1-1,0 1 0,0-1 1,0 1-1,-1 0 0,1-1 1,0 2-1,-1-1 1,0 0-1,0 1 0,0-1 1,0 1-1,0 0 1,-1 0-1,0 0 0,0 0 1,0 1-1,0-1 1,2 8-1,0 3 138,-1 0 1,0 0-1,-1 1 0,0-1 0,-1 1 1,-1-1-1,-3 25 0,1-29-168,0 0 1,-1-1-1,0 1 0,0-1 0,-2 0 0,1 0 1,-1 0-1,0 0 0,-1-1 0,0 0 1,-10 11-1,-11 9 146,-54 48 1,32-34-77,43-38-145,1 1 0,0-1 0,0 1 0,-8 12 0,13-17-29,-1 0 0,0 0 0,0 1 0,1-1 0,-1 0 0,1 1 0,-1-1 0,1 0 0,0 1 0,-1-1-1,1 1 1,0-1 0,0 1 0,0-1 0,0 0 0,0 1 0,1-1 0,-1 1 0,0-1 0,1 0 0,-1 1 0,0-1 0,1 1 0,0-1-1,-1 0 1,1 0 0,0 1 0,0-1 0,0 0 0,-1 0 0,1 0 0,0 0 0,2 1 0,139 103-301,-113-81-32,30 24-1800,-19-25-3257,-22-17-901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5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8900,'0'0'5074,"4"163"-3809,-4-81-32,0 6-113,0 0-400,-11-10-255,4-15-465,7-16-144,0-19-1089,0-15-1904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6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6003,'0'0'7366,"-7"4"-6822,-18 13-53,18-10 2020,10-4-1252,12-1-797,-14-2-465,108 9 505,162-5 0,-147-6-495,16 3-18,242 33 0,-356-28-85,1 1 0,27 12 0,21 5 5,-53-14 12,-20-9 92,1 0 0,-1 0 0,0 0 0,1 0 0,-1 0 0,1 0 0,-1 0 0,1-1 0,3 1 0,-6-1-24,0 0-1,1 0 0,-1 0 1,1-1-1,-1 1 0,0 0 1,1 0-1,-1 0 0,1 0 1,-1 0-1,0 0 0,1 1 1,-1-1-1,1 0 1,-1 0-1,0 0 0,1 0 1,-1 0-1,1 1 0,-1-1 1,0 0-1,1 0 0,-1 0 1,0 1-1,1-1 0,-1 0 1,0 1-1,0-1 1,1 0-1,-1 1 0,0-1 1,0 0-1,0 1 0,1-1 1,-1 0-1,0 1 0,0 0-134,-1 0 0,1-1-1,-1 1 1,1 0-1,-1-1 1,1 1-1,-1 0 1,1-1 0,-1 1-1,0-1 1,1 1-1,-1-1 1,0 1-1,0-1 1,1 0 0,-1 1-1,0-1 1,0 0-1,0 0 1,-1 1 0,-26 8-2987,-11 6-2640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7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8 150 4290,'0'0'7219,"0"8"-5935,3 62 660,16 84 0,-5-51-1396,9 115 359,-18-202-811,-5-15-101,0-1-1,1 0 0,-1 1 0,1-1 0,-1 1 1,1-1-1,-1 0 0,0 1 0,1-1 0,0 0 1,-1 0-1,1 1 0,-1-1 0,1 0 0,-1 0 1,1 0-1,-1 0 0,1 0 0,0 0 0,-1 0 1,1 0-1,0 0 0,0-15-461,-1-35-709,-1 0 0,-3 1 0,-16-81 1,11 78 618,1-1 0,3 1 0,3-89 0,2 126 525,0 9 31,0 0 1,0 0-1,1 0 1,0 1-1,0-1 1,1 0-1,-1 1 1,1-1-1,0 1 1,1-1-1,2-4 1,-2 7 44,-1-1 1,0 1-1,1 0 1,0 1-1,0-1 1,0 0-1,0 1 1,0 0-1,0-1 1,1 1-1,-1 1 1,1-1-1,-1 0 1,1 1-1,0 0 1,0 0-1,4-1 1,-1 1 128,1 0-1,-1 0 1,0 0 0,1 1 0,-1 0-1,0 1 1,1 0 0,-1 0 0,0 0-1,0 1 1,0 0 0,0 0 0,0 1 0,11 6-1,-13-6-38,-1 0-1,1 1 0,0-1 1,-1 1-1,0 1 0,0-1 1,0 0-1,0 1 0,-1 0 1,0 0-1,0 0 0,0 0 1,-1 1-1,1-1 1,-1 1-1,-1-1 0,1 1 1,1 8-1,-2-7-68,0 1 0,0-1 0,0 0-1,-1 1 1,0-1 0,0 0 0,-1 1 0,0-1 0,0 0 0,-1 0 0,0 0-1,0 0 1,-1 0 0,0 0 0,0 0 0,0-1 0,-1 1 0,-6 6-1,-8 7-136,-1-1 0,-1-1 0,-1-1-1,0 0 1,-1-2 0,-1-1-1,0 0 1,-1-2 0,-49 18-1,73-30 57,0 0-1,-1 0 0,1 0 0,0 0 0,0 0 0,0 0 0,-1 1 0,1-1 0,0 0 0,0 0 0,0 0 0,0 0 0,-1 1 0,1-1 0,0 0 0,0 0 0,0 0 0,0 1 0,0-1 0,0 0 0,0 0 0,0 1 0,0-1 0,0 0 0,-1 0 0,1 0 0,0 1 0,0-1 0,1 0 1,-1 0-1,0 1 0,0-1 0,0 0 0,0 0 0,0 1 0,0-1 0,0 0 0,0 0 0,0 0 0,0 1 0,0-1 0,1 0 0,-1 0 0,0 0 0,0 1 0,0-1 0,0 0 0,1 0 0,-1 0 0,0 0 0,0 0 0,0 1 0,1-1 0,-1 0 0,12 9 58,-11-9-48,28 20-16,60 36 834,-77-50-1696,0 0-1,0 0 0,0-2 0,1 1 0,21 3 0,-19-7-3535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7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6243,'0'0'7315,"4"207"-5266,-1-148-720,4-11-689,0-17-320,4-19-208,-1-12-112,8 0-880,-5-40-1169,-2-17-1201,-1-9-4849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7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8980,'0'0'6083,"73"28"-5619,-45-25 128,-4 1-207,-3-1-225,0 0-144,-3-3-16,-8 0-321,0 0-543,-3 0-913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8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1 157 3522,'94'-157'2753,"-94"188"-1697,0 17 801,0 11 576,0 7-704,0 3-160,0-6-241,0-13-687,3-12-305,1-16-304,3-13-64,0-9-480,-4 0-1473,1-41-897,-1-9-5585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22 120 5106,'0'0'4368,"0"37"-2229,0 238 2063,0-255-3869,0 57 1306,-10 79-1,4-90-748,2-28-544,3-77-1593,11-330-12906,-10 270 12573,0-50 3726,1 141-2053,-1 0 1,1 1-1,1-1 1,-1 1 0,1 0-1,1-1 1,-1 1 0,1 0-1,7-11 1,-8 14 72,-1 1 1,1 0-1,0 0 1,1 0-1,-1 0 1,1 1-1,-1-1 0,1 1 1,0-1-1,0 1 1,0 0-1,0 0 1,0 0-1,0 0 1,1 1-1,-1-1 1,0 1-1,1 0 1,-1 0-1,1 0 1,0 1-1,3-1 1,2 1 272,-5 0-90,1 0 1,0 0 0,-1 0 0,1 1-1,6 1 1,-9-1-255,0 0 0,0-1-1,0 2 1,0-1 0,-1 0 0,1 0 0,0 1-1,0-1 1,-1 1 0,1-1 0,-1 1-1,0 0 1,1-1 0,0 4 0,5 6 290,0 1 0,-1 0 0,-1 0 0,0 1 0,0-1 0,-1 1 0,3 20 0,-4-6 225,0 1 1,-3 46-1,-1-66-569,0 0 1,0-1-1,0 1 0,-1-1 0,0 1 1,-1-1-1,0 0 0,0 0 0,-1 0 1,1-1-1,-7 9 0,-5 5-77,-1-1 0,-21 19-1,13-13-141,21-22 147,1 1-1,-1 0 0,1 0 0,0 0 0,0 0 0,1 0 1,-1 0-1,1 0 0,0 1 0,0-1 0,0 1 0,1-1 1,-1 0-1,1 1 0,0-1 0,0 1 0,2 5 0,-2 6 16,1-11 63,-1 0 0,1-1 0,0 1 0,0-1 0,0 1 0,1-1 0,0 0 0,0 1 0,0-1 0,4 6 0,31 39 500,-24-34-451,-9-10-14,0 1 0,0-2 1,1 1-1,7 6 0,5-3-836,3-5-3473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39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7123,'0'0'8684,"6"10"-7566,2 2-828,-1-3-7,-1 0 1,0 0-1,-1 1 1,0 0-1,0 0 1,-1 0-1,-1 0 1,4 14-1,-5-6-151,-1 0 0,-1 0 0,0 0 0,-1 0 0,-1 1 0,-1-2 0,-1 1 0,-7 22 0,-5-1-106,10-28-43,2 0 1,-1 0 0,1 1 0,1-1-1,0 1 1,0 0 0,0 15 0,3-27 7,0 0 1,0 0 0,0 0 0,0 0 0,0 0 0,0 1 0,0-1 0,0 0 0,0 0 0,0 0-1,0 0 1,0 0 0,0 0 0,0 0 0,0 0 0,0 0 0,0 0 0,0 1 0,0-1 0,0 0-1,0 0 1,0 0 0,0 0 0,0 0 0,0 0 0,0 0 0,0 0 0,1 0 0,-1 0 0,0 0-1,0 0 1,0 0 0,0 0 0,0 0 0,0 0 0,0 0 0,0 0 0,0 0 0,1 0 0,-1 0-1,0 0 1,0 0 0,0 0 0,0 0 0,0 0 0,0 0 0,0 0 0,0 0 0,0 0 0,1 0-1,-1 0 1,0 0 0,0 0 0,0 0 0,0 0 0,10-1-275,-1-1-1,0 1 1,0-2 0,1 1 0,-1-2-1,-1 1 1,1-1 0,0 0-1,13-10 1,-12 8-470,1 0-1,-1 1 1,1 0 0,0 1 0,22-6-1,-10 9-3837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8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51 3105,'0'0'12753,"-17"-9"-12502,14 6-247,0-2-16,-1 0 0,0 1 0,0 0 0,-9-7 0,11 10 9,-1-1 0,0 1 0,0 0 0,1 0 0,-1 0-1,0 0 1,0 1 0,0-1 0,0 1 0,0 0 0,-5 0-1,-3 0-9,6-1 31,1 1 1,-1 0-1,0 1 1,1-1 0,-1 1-1,0 0 1,-4 1-1,7-1 19,0 0-1,0 0 0,1 1 1,-1-1-1,0 0 1,0 1-1,1-1 1,-1 1-1,1 0 1,0-1-1,-1 1 0,1 0 1,0 0-1,0 0 1,0 0-1,0 0 1,1 0-1,-2 4 0,-1 9 349,0 0 0,1 0 0,0 0 0,2 1 0,-1-1 0,5 30 0,-4-44-356,1 0 0,-1 0 0,1 0 0,-1 0 0,1 0 0,0 0 0,-1 0 0,1 0 0,0 0 0,0 0 0,0 0-1,0 0 1,0 0 0,0 0 0,0-1 0,0 1 0,0 0 0,0-1 0,0 1 0,0-1 0,0 0 0,1 1 0,-1-1 0,0 0 0,0 1 0,1-1 0,-1 0 0,2 0 0,38-1 125,-39 1-158,0-1-36,0 1 0,0-1 1,0 0-1,0 1 1,0-1-1,0 0 0,0 0 1,0-1-1,0 1 0,0 0 1,-1 0-1,1-1 1,-1 1-1,1-1 0,-1 0 1,1 1-1,-1-1 0,0 0 1,0 0-1,0 0 1,0 0-1,0 0 0,0 0 1,-1 0-1,1 0 0,-1 0 1,1-3-1,1-7-378,0 0 0,-1 1-1,0-19 1,0 16 200,-2-24-210,1 37 453,0 0-1,0 0 1,0 0-1,0 0 1,-1 0 0,1 0-1,0 0 1,-1 1-1,1-1 1,-1 0 0,1 0-1,-1 0 1,1 1-1,-1-1 1,1 0-1,-1 1 1,0-1 0,1 0-1,-1 1 1,0-1-1,0 1 1,1-1 0,-1 1-1,0-1 1,0 1-1,0 0 1,0-1 0,1 1-1,-1 0 1,0 0-1,0 0 1,-2-1 0,2 2 11,1-1 0,-1 0 0,0 0 0,1 1 0,-1-1 0,1 0 1,-1 1-1,0-1 0,1 1 0,-1-1 0,1 1 0,-1-1 0,1 1 1,-1-1-1,1 1 0,0 0 0,-1-1 0,1 1 0,0-1 0,-1 1 1,1 0-1,0-1 0,0 1 0,0 0 0,-1 0 0,-3 21 406,3-19-319,-3 29 880,1 57 0,9-89-1203,-5 0 151,1 0-1,0-1 1,0 1-1,0-1 1,0 0-1,0 1 1,0-1-1,-1 0 1,1 0-1,0 0 1,-1-1-1,1 1 1,-1 0-1,1-1 1,-1 1-1,1-1 1,-1 1-1,0-1 1,0 1-1,0-1 1,0 0-1,0 0 1,0 1-1,0-3 1,2-2-539,-1 0 0,0 1 0,-1-1 0,1 0 0,-1 0 0,0 0 0,-1-6 0,1 27 150,-1-4 64,0 1 0,-1-1 0,0 0 0,-3 13 0,-8 11-4561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0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85 158 80,'0'0'9082,"-12"-4"-8071,-35-13-307,31 12 598,15 5-1261,1 0 0,0 0 0,0 0 0,-1 0 0,1 0-1,0 0 1,-1 0 0,1 0 0,0 0 0,-1 0 0,1 0 0,0 0 0,-1 0 0,1 0 0,0 0-1,0 0 1,-1 0 0,1-1 0,0 1 0,0 0 0,-1 0 0,1 0 0,0-1 0,0 1 0,-1 0 0,1 0-1,0 0 1,0-1 0,0 1 0,0 0 0,-1-1 0,1 1 0,0 0 0,0 0 0,0-1 0,0 1-1,0 0 1,0-1 0,0 1 0,0 0 0,0 0 0,0-1 0,0 1 0,0 0 0,0-1 0,0 0-1,0-5 172,0 1-159,1 1-1,-1 0 0,1-1 1,-1 1-1,1-1 1,1 1-1,-1 0 0,1 0 1,-1 0-1,1 0 1,0 0-1,1 0 1,-1 0-1,1 1 0,-1-1 1,1 1-1,0 0 1,1 0-1,-1 0 0,0 0 1,7-4-1,-3 3-37,0 0-1,0 1 1,1 0 0,0 0-1,0 0 1,0 1 0,0 0-1,0 1 1,0-1 0,0 2-1,9-1 1,-12 1-9,7 0 67,1 0 0,-1 1 0,17 3 0,-24-3-27,0 1 1,0 0-1,0 0 1,0 0-1,0 1 0,-1-1 1,1 1-1,-1 0 0,0 1 1,6 4-1,2 4 119,-2 0 0,1 0 0,-1 1 1,-1 0-1,0 1 0,-1 0 0,-1 0 0,0 1 0,-1 0 0,0 0 0,-2 0 0,1 1 0,-2 0 1,0 0-1,-1 0 0,0 22 0,-1-4 211,-1 0 1,-6 41-1,4-59-274,-1-1-1,-1 1 1,-1-1 0,0 0-1,-1 0 1,-13 26 0,5-17-22,-2 1 0,0-2 0,-29 33 1,38-49-85,0 0 1,-1 0 0,0-1 0,0 0 0,-17 8 0,20-11-14,0-1 0,-1 0 1,1 0-1,-1 0 0,1-1 0,-1 0 1,0 0-1,1-1 0,-1 1 0,0-1 1,-7-1-1,12 1-31,-1-1-1,0 1 1,0-1-1,0 1 1,0-1-1,0 0 1,1 0-1,-1 0 1,0 0-1,1 0 1,-1 0-1,1 0 1,-1 0 0,1-1-1,0 1 1,-1-1-1,1 1 1,0-1-1,0 1 1,0-1-1,0 0 1,0 1-1,0-1 1,1 0-1,-1 0 1,0 0-1,0-2 1,0-6-200,-1 1 1,1-1-1,0 1 1,1-12-1,0 15 135,0 5 112,0 1 0,0-1 0,1 1 0,-1-1 0,0 1-1,0-1 1,0 1 0,0-1 0,0 1 0,1-1 0,-1 1 0,0-1 0,0 1 0,1-1-1,-1 1 1,0 0 0,1-1 0,-1 1 0,0 0 0,1-1 0,-1 1 0,0 0 0,1-1-1,-1 1 1,1 0 0,-1 0 0,1 0 0,-1-1 0,1 1 0,20-1 73,-14 2-14,-1 1-1,1-1 0,-1 1 0,9 5 1,-1 0 106,-1 2 1,0 0-1,-1 1 1,21 21-1,41 52 390,-68-77-519,144 164 333,-139-159-1368,17 27 0,-13-17-3475,-8-12 118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0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7988,'0'0'6739,"0"214"-4594,0-139-801,3-3-319,1-9-449,3-19-528,0-19-48,6-19-176,8-6-1425,4-25-976,-4-38-880,3-12-6436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0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0 154 13654,'0'0'8324,"14"-34"-8260,-10 34-32,-1-4-64,11-2-608,7-10-497,4-12-1744,2-3-1377,1-4-5394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1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1 214 5202,'0'0'7409,"0"-3"-6504,0-7 1311,0 30-1132,0 834 4593,1-849-5701,1-7-31,2-10-122,2-31-854,-1-1 1,-3 1-1,-3-68 0,-1 31-339,1-40-938,3-133-1014,-1 238 3353,1 0-1,1 0 1,1 1-1,0 0 0,0-1 1,2 1-1,-1 1 0,2-1 1,0 1-1,14-20 1,-6 12 16,1 2 0,0-1 0,2 2 0,0 0 0,30-22 0,-39 33 120,1 0 1,-1 1-1,1 0 1,1 0-1,-1 1 1,1 1-1,0 0 1,0 0-1,0 1 1,0 0-1,0 1 1,1 0-1,18 0 1,-24 2-40,-1 0 32,0 0 0,0 0-1,1 1 1,-1-1 0,6 3-1,-9-2-112,0 0-1,1 0 0,-1 0 0,0 0 0,0 0 1,0 1-1,0-1 0,0 1 0,-1 0 0,1-1 1,0 1-1,-1 0 0,1 0 0,1 3 0,4 7 134,0 2-1,-1-1 1,-1 1-1,0 0 1,0 0 0,-1 1-1,-1-1 1,-1 1-1,1 15 1,0 25 426,-5 58 1,2-103-497,-2 11 20,0 1 1,-2-1-1,0-1 0,-2 1 1,0-1-1,-1 0 0,-10 20 1,5-15-70,-2 1 0,-1-2-1,-1 0 1,-32 36 0,39-50-62,0-1 0,-1 0 0,0 0 0,-1-1 0,1-1-1,-22 12 1,26-16-101,0 0 0,-1-1 0,1 1 0,-1-1 0,0-1-1,0 1 1,0-1 0,1 0 0,-1-1 0,0 0 0,0 0 0,0 0-1,-14-3 1,19 2 33,0 1 0,0-1 0,0 0 0,0 0 0,1 0 0,-1 0 0,0 0 0,0 0 0,1 0-1,-1 0 1,0-1 0,1 1 0,-1-1 0,1 1 0,0-1 0,0 0 0,-1 1 0,1-1 0,0 0 0,0 0 0,0-3-1,-1 0-128,0-1 0,1 1 0,0-1-1,1 0 1,-1 0 0,1-6-1,0 11 181,0 0-1,0 0 0,0 0 0,0-1 1,0 1-1,1 0 0,-1 0 0,0 0 1,1 0-1,-1 0 0,1-1 0,-1 1 1,1 0-1,0 0 0,-1 0 1,1 0-1,0 1 0,0-1 0,0 0 1,-1 0-1,1 0 0,2 0 0,-1-1 37,0 1 0,1 0 0,-1 0 0,1 1 0,-1-1 0,1 0 0,-1 1 0,1 0 0,0-1 0,2 1 0,3 0 106,-1 1-1,1 0 0,-1 0 0,1 1 0,-1 0 0,0 0 0,11 5 1,-5 0 71,0 1 0,-1 0 0,1 1 1,-2 1-1,17 16 0,52 63 695,-68-74-718,26 29 215,-2 2 1,44 73 0,-79-123-3192,-3-22-1078,-7-15-3617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1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7475,'0'0'10080,"30"2"-9067,4-1-563,57 11 0,-88-11-419,0 0 1,0 0-1,0 0 0,0 0 1,0 0-1,-1 0 1,1 1-1,-1-1 1,1 1-1,-1 0 1,1 0-1,-1 0 1,0 0-1,0 0 1,0 0-1,0 1 1,0-1-1,2 4 1,-2-1 5,-1 0 1,1 0-1,-1 0 1,1 1-1,-1-1 1,-1 0-1,1 6 1,0-3-3,0 5 2,0 0-1,-1-1 1,0 1-1,-1 0 1,0-1-1,-1 1 1,0-1-1,-1 0 1,-1 1 0,0-1-1,0-1 1,-1 1-1,-1-1 1,0 1-1,-11 14 1,-48 65 67,-25 38-22,86-124-78,1 1 0,0-1 0,0 1 0,0 0 0,1 0 0,0 0 0,0 0 0,0 0 0,1 1 0,0-1 0,-1 10 0,2-15 0,0 0-1,0 0 0,0 0 1,0 0-1,0 0 0,1-1 0,-1 1 1,0 0-1,0 0 0,1 0 1,-1 0-1,0 0 0,1 0 1,-1 0-1,1-1 0,-1 1 0,1 0 1,0 0-1,-1-1 0,1 1 1,0 0-1,-1-1 0,1 1 1,0-1-1,0 1 0,-1-1 0,1 1 1,0-1-1,0 1 0,2-1 1,1 1 13,0 0 0,0-1 1,1 1-1,-1-1 0,7-1 1,1 0 29,30 2 132,-1-3 0,0-1 1,1-2-1,66-17 0,-57 7-276,68-21-958,-45 9-3118,-52 15-1592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0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11381,'0'0'5742,"22"5"-5222,278 34 768,-9-26-730,-164-13-3233,-83 0 542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40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10517,'0'0'2177,"178"13"-448,-81-10-193,8 3-991,0 7-545,-11 9-96,-18 6-1009,-16 6-1120,-18 7-2865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2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80 212 3201,'0'0'5323,"-4"-28"-3440,-13-88-399,13 60 486,4 44-939,0 12-994,0 1 0,1-1 0,-1 0 0,0 0 0,0 0 0,0 0 0,0 1 0,0-1 0,0 0 0,0 0 0,0 0 0,0 0 0,0 1 0,0-1 0,0 0 0,0 0 0,0 0 0,0 0 0,0 0 0,-1 1 0,1-1 0,0 0 0,0 0 0,0 0 0,0 0 0,0 0 0,0 1 0,0-1 0,0 0 0,0 0 0,-1 0 0,1 0 0,0 0 0,0 0 0,0 0 0,0 1 0,0-1 0,-1 0 0,1 0 0,0 0 0,0 0 0,0 0 0,0 0 0,-1 0 0,1 0 0,0 0 0,0 0 0,0 0 0,0 0 0,-1 0 0,1 0 0,0 0 0,0 0 0,0 0 0,0 0 0,-1 0 0,1 0 0,0-1 0,0 1 0,0 0 0,0 0 0,0 0 0,-1 0 0,1 0 0,0 0 0,0-1 0,-1 105 1027,-20 507 1908,-6-72-2734,27-530-303,1-1 1,0 0 0,0 1 0,0-1-1,1 0 1,4 10 0,-5-14-390,2 1 0,-1-1 0,0 0 0,1 0-1,0 0 1,0 0 0,0-1 0,0 1 0,1-1 0,-1 0 0,6 4 0,-1-2-4263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3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7475,'0'0'9941,"307"16"-8933,-143-16-479,3 0-241,-3 0-192,-28 6-80,-28 16-16,-31 6-256,-32 4-240,-24-1-641,-21 0 385,0 1-1057,-17-10-528,-29-7-2529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3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8724,'0'0'6600,"12"38"-5567,-4-14-883,4 12 113,-1 0 0,-2 1 0,-2 0 0,-1 1 1,2 69-1,-9 139 1204,10 495-144,-9-730-1321,1 23 1,11 61 0,-6-76 15,0-14-35,0-13-48,-1-6-6,-1-1-1,-1 0 1,0 1 0,1-30-1,-2-70-1030,-3 78 459,1-718-8839,0 727 9476,2 1 0,0-1 0,2 0 0,0 1 0,15-44 0,-14 54 136,2 1 1,0-1-1,1 1 1,0 0-1,1 1 0,1 0 1,0 1-1,1 0 0,1 0 1,15-13-1,-16 18 154,0-1 1,1 2-1,-1-1 0,2 2 1,-1 0-1,1 0 0,0 1 0,0 0 1,0 1-1,1 1 0,-1 0 1,1 1-1,0 1 0,0 0 0,-1 0 1,1 2-1,24 2 0,-32-2-152,0 0 0,0 1 0,0-1 0,0 1 0,0 0-1,0 1 1,0-1 0,-1 1 0,1 0 0,-1 1 0,0-1 0,0 1-1,7 6 1,-6-3 47,0 0-1,0 1 0,-1-1 1,0 1-1,-1 0 0,1 0 1,-1 1-1,4 11 1,-2 2 73,-1-1 0,-1 1 1,-1 0-1,-1 0 1,0 0-1,-4 44 1,0-49-208,-1 1 0,0-1 0,-2 0 0,0 0 0,0 0 0,-2-1 0,-12 23 0,-3-1 47,-49 63 0,53-77-360,-1-2 1,-1 0-1,-1-2 1,-38 31 0,48-44 128,0 1 1,0-2 0,-1 1-1,0-1 1,0-1 0,0 0 0,-1-1-1,0-1 1,0 1 0,0-2 0,0 0-1,-20 0 1,32-2 113,1 1-1,-1-1 1,1 0 0,-1 0-1,1 0 1,-1 0-1,0 0 1,1 0 0,-1 0-1,1 0 1,-1 0-1,1 0 1,-1-1 0,0 1-1,1 0 1,-1 0 0,1 0-1,-1-1 1,1 1-1,-1 0 1,1-1 0,-1 1-1,1 0 1,0-1-1,-1 1 1,1-1 0,-1 1-1,1-1 1,0 1 0,-1 0-1,1-1 1,0 1-1,0-1 1,-1 0 0,1 1-1,0-1 1,0 1-1,0-1 1,0 1 0,0-1-1,0 0 1,0 1 0,0-1-1,0 1 1,0-2-1,0 1 16,1-1 0,0 1 0,-1 0 0,1 0 0,0-1 0,0 1 0,0 0 0,0 0 0,0 0 0,0 0 0,0 0-1,0 0 1,0 0 0,1 0 0,-1 1 0,0-1 0,1 0 0,-1 1 0,0-1 0,3 0 0,15-2 112,1 0 0,-1 2 0,35 0 0,-34 1 61,8 1 144,0 1 1,0 2-1,0 0 0,0 2 1,43 15-1,-33-7-92,-1 2-1,-1 2 1,48 30-1,-63-34-324,30 18-35,-48-30-137,1 0 0,-1-1-1,1 0 1,-1 1 0,1-1 0,0-1-1,-1 1 1,1 0 0,0-1 0,0 0-1,0 0 1,5 0 0,-8 0 65,0-1 0,-1 1 0,1 0 0,0 0 0,0-1 0,0 1 0,0-1 0,0 1 0,0-1-1,0 1 1,-1-1 0,1 1 0,0-1 0,0 0 0,-1 1 0,1-1 0,0 0 0,-1 0 0,1-1 0,14-35-9966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4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0 13782,'-111'176'2129,"2"6"-1312,15-13-817,25-21-1841,13-26-9973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4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2 9124,'0'0'5389,"-5"-1"-4975,4 1-396,0 0 0,0-1 0,0 1 0,0 0 0,0 0 0,0 0 0,0 0 0,0 0 0,0 1 0,0-1 0,0 0 0,0 0 0,0 1 0,0-1 0,0 0 0,0 1 0,0-1 0,0 1 0,0-1 0,-1 2 0,1 0 13,0 0 1,0 1 0,0-1 0,0 0 0,0 1 0,0-1 0,1 1 0,-1-1 0,1 1-1,0-1 1,-1 4 0,-46 716 3858,32 347-1665,15-1066-2217,0 0 0,0-1 0,1 1 1,-1 0-1,1 0 0,-1 0 0,1 0 0,0 0 0,0 0 1,2 2-1,-3-4-12,1-1-1,-1 1 1,0-1 0,1 1 0,0-1 0,-1 1 0,1-1-1,-1 1 1,1-1 0,-1 1 0,1-1 0,0 0 0,-1 1-1,1-1 1,0 0 0,0 0 0,-1 1 0,1-1 0,0 0-1,-1 0 1,1 0 0,0 0 0,0 0 0,-1 0 0,1 0-1,0 0 1,0 0 0,-1-1 0,1 1 0,0 0 0,-1 0-1,1-1 1,0 1 0,-1 0 0,1-1 0,0 1-1,-1-1 1,1 1 0,-1-1 0,1 1 0,0-1 0,1-1-47,0 0 0,0-1-1,0 1 1,0 0 0,0-1 0,0 1 0,-1-1 0,1 1 0,-1-1 0,0 0 0,2-4 0,8-37-473,-10 41 476,5-40-1000,-2 0 1,-2-79-1,-3 73 16,-1 10-422,-1 0 1,-3 0-1,-1 1 1,-23-74-1,-22-76-3729,30 90 2622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5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54 617 1249,'0'0'1293,"-5"-31"33,-17-98-341,-1-19 853,20 119-1006,3-1-1,2-33 1,-1 57-674,1-1 0,0 0 0,0 1 0,0 0 0,1-1 0,0 1 0,0 0 1,0 0-1,1 1 0,0-1 0,0 1 0,0 0 0,1 0 0,-1 0 0,1 0 0,1 1 1,9-7-1,0 1 177,1 0 0,0 1 1,1 1-1,0 1 0,26-9 1,-15 10 45,2 1 0,-1 1 0,0 1 0,1 2 0,50 4 0,-59-1-178,-1 1 0,1 0 1,0 2-1,-1 0 0,0 1 0,0 2 0,32 16 0,-25-10 102,-1 2 0,-1 2 1,0 0-1,35 34 0,-49-41-169,-1 1 1,1-1 0,-2 2-1,0-1 1,0 2-1,-1-1 1,-1 1-1,0 0 1,8 28 0,-9-21 27,-2 0-1,0 0 1,-2 1 0,0-1 0,-1 1 0,-4 34 0,0-30-71,-1 0 0,-1 0 1,-1 0-1,-2 0 0,-1-1 0,-14 29 0,0-7-49,-3-1 0,-37 50 0,32-54-71,-2-1-1,-2-1 0,-74 65 1,87-86-280,-2-2 1,1 0 0,-2-2-1,0 0 1,-1-2 0,0-1-1,-1-1 1,-45 12-1,64-21-50,0 0-1,0-1 0,0 0 0,0-1 0,-10 0 0,18 0 358,-1 1-262,4 2-20,3 1 188,0 0 0,1 0 0,-1-1 1,1 0-1,0 0 0,0 0 1,13 2-1,19 7 145,30 16 681,-2 2 0,-1 4 0,100 67 0,-85-43-440,-3 3 0,86 88 0,-111-100-1625,-28-27-3809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1 12710,'0'0'4322,"-101"241"-3602,46-102-384,-1-5-304,3 5-32,15-11-976,10-12-2066,7-31-6146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6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11701,'0'0'6019,"245"0"-5779,-169 0-112,-3 0-128,-6 0-224,-18 0-288,-8-9-961,-13-4-992,-14-6-688,-7 1-1185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6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12070,'0'0'3329,"191"6"-2449,-93-6 433,0-3-753,-11-10-560,-10 1-304,-18 12-1265,-14 0-2705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7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4 161 7764,'0'0'5133,"0"-13"-4611,0-52 1661,-1 384-244,10 531 876,-9-835-2797,2 20 150,10 68 1,-12-102-165,0 1 1,1-1-1,-1 1 0,1-1 1,-1 1-1,1-1 0,0 1 1,0-1-1,-1 1 1,1-1-1,0 0 0,0 1 1,0-1-1,0 0 1,1 0-1,-1 0 0,0 0 1,0 0-1,3 1 0,-4-2-5,0 0 0,1 0 0,-1 0 0,1 1 0,-1-1 0,1 0 0,-1 0 0,0 0 0,1 0 0,-1 0-1,1 0 1,-1-1 0,1 1 0,-1 0 0,0 0 0,1 0 0,-1 0 0,1 0 0,-1-1 0,0 1 0,1 0-1,-1 0 1,0-1 0,1 1 0,0-1 0,-1 0-4,1 0 0,0 0 0,0-1-1,0 1 1,-1 0 0,1-1 0,-1 1 0,1 0 0,-1-1-1,0 1 1,1-3 0,8-91-2158,-6-184-1,-5 223 1262,-17-154-2403,4 74 1496,-2-362 2270,17 493-346,0-1 0,0 1-1,1 0 1,0 0 0,0-1-1,0 1 1,0 0 0,1 0 0,0 0-1,0 0 1,1 0 0,-1 1-1,1-1 1,0 1 0,0-1-1,1 1 1,-1 0 0,6-4 0,-3 3 37,0 1 0,0 0 0,1 0 0,-1 1 0,1-1 0,0 2 0,0-1 0,1 1 0,-1 0 1,0 0-1,1 1 0,11-1 0,7 0 248,1 1-1,-1 1 1,1 2 0,29 5-1,-38-3-204,-2 0-1,1 1 1,0 1-1,-1 0 0,0 1 1,-1 1-1,21 13 0,-21-11 18,-1 1-1,-1 0 0,0 1 0,0 0 0,-1 1 1,12 17-1,-16-19-101,-1 0 0,-1 0 0,0 1 0,-1-1 1,0 1-1,-1 1 0,0-1 0,-1 0 0,3 20 0,-4-14-3,-1 1 1,0 0-1,-2 0 0,0 0 0,-1 0 0,-1 0 0,-8 29 0,4-26-32,-1-1 0,-2 1 0,0-1 1,-1-1-1,-26 36 0,11-20-83,-3 0 0,-1-2 0,-1-1 0,-2-2 0,-1-1 0,-1-1 0,-57 34 0,80-56-154,0-1 0,0 0 1,0-1-1,-1 0 0,0-1 1,0 0-1,0-1 0,-1-1 0,-25 2 1,34-4-18,0 1 1,1-1 0,-1-1-1,0 1 1,0-1 0,0 0-1,1 0 1,-1 0 0,-7-3-1,11 3 107,-1 0 0,1 0 0,0 0 0,-1 0 0,1-1 0,0 1 0,0 0 0,-1-1 0,1 1 0,0-1-1,1 1 1,-1-1 0,0 1 0,0-1 0,1 0 0,-1 1 0,1-1 0,-1 0 0,1 0 0,0 1 0,0-1-1,-1 0 1,1 0 0,1-2 0,-1 3 51,0 0 0,0 0-1,0 0 1,0 0 0,0-1 0,0 1 0,0 0-1,0 0 1,1 0 0,-1 0 0,0 0-1,1 0 1,-1 0 0,1 0 0,-1 0-1,1 0 1,-1 0 0,1 1 0,0-1 0,-1 0-1,1 0 1,0 0 0,0 1 0,1-2-1,2 1 20,-1 0-1,1-1 0,0 2 1,0-1-1,-1 0 0,9 1 1,15-1 201,0 2 0,0 0 0,-1 2 0,1 2 0,0 0 0,-1 1 0,0 2 0,41 17 0,5 8 586,112 69 0,-149-80-803,0 1 0,-2 2 0,0 1 0,-2 1 1,-1 2-1,28 35 0,-24-26-3437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8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10661,'0'0'6659,"14"176"-5138,-14-82-113,0 6-495,4-12-577,-4-19-176,0-22-160,7-31-384,0-13-689,3-3-1728,0-19-1729,-6-31-5091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22 132 19785,'0'0'2305,"-21"16"-4178,35-44-480,-7-22-1008,0-20-3907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8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19 4322,'0'0'9631,"0"-5"-8977,0-9-54,0 16 233,0 35 148,1 190 1526,-9 438 1088,1-373-2811,14-317-885,2-28-315,2-87 1,-12-60-1591,0 80 515,0 11 275,2-133-252,1 227 1460,0 0 0,1 0-1,0 0 1,1 1 0,0-1 0,2 1-1,-1 1 1,2-1 0,0 1-1,0 0 1,18-22 0,-16 23 21,0 1 0,1 0 0,0 0 1,1 2-1,0-1 0,0 1 0,1 1 0,0 0 1,1 0-1,0 1 0,0 1 0,18-6 0,-21 9 99,0 1-1,0 0 0,1 0 0,-1 1 0,13 1 1,-20 0-58,1 0 1,-1 0 0,1 1-1,-1-1 1,1 1 0,-1 0-1,0 0 1,1 0 0,-1 1-1,0-1 1,0 1 0,0-1-1,0 1 1,0 0 0,0 0-1,0 1 1,-1-1 0,1 1 0,2 3-1,3 7 125,0 1 0,-2-1 0,0 2 0,0-1 0,-1 1 0,-1-1 0,-1 1 0,4 29 0,0 132 965,-7-163-1079,0 17 114,-1 0-1,-1 0 0,-2 0 1,-1-1-1,-2 1 0,-16 47 1,4-31-50,-2 0 0,-43 68 0,44-85-87,-1 0-1,0-1 1,-3-1-1,-37 35 1,57-59-52,1 0 1,-1 0 0,0 0-1,0 0 1,0 0 0,-1-1-1,1 0 1,0 0 0,-1 0-1,0 0 1,1-1 0,-1 1-1,-7 0 1,12-2-2,-1 0 0,1 0 0,-1-1-1,0 1 1,1 0 0,-1 0 0,0 0 0,1 0 0,-1-1 0,1 1 0,-1 0 0,1 0-1,-1-1 1,0 1 0,1-1 0,-1 1 0,1 0 0,0-1 0,-1 1 0,1-1-1,-1 1 1,1-1 0,0 1 0,-1-1 0,1 1 0,0-1 0,-1 0 0,1 1-1,0-1 1,0 1 0,0-1 0,0 0 0,-1 1 0,1-1 0,0 0 0,0 1 0,0-1-1,0 0 1,1 1 0,-1-2 0,5-25-502,-4 25 496,0 0 0,0-1 0,0 1 0,1 0-1,-1 0 1,1 0 0,-1 0 0,1 1 0,0-1-1,0 0 1,0 1 0,0-1 0,0 1-1,0 0 1,0-1 0,1 1 0,-1 0 0,0 1-1,1-1 1,-1 0 0,4 0 0,6-1 43,-1 0 1,1 1-1,16 1 1,-19 0-19,4 1 22,0 0-1,0 1 1,0 0-1,-1 1 0,1 1 1,-1 0-1,1 0 0,-1 1 1,0 1-1,-1 0 1,0 0-1,13 11 0,1 2 27,-1 1 0,-1 2 0,40 47 0,-57-63-131,-1 1 0,0 0 0,0 0-1,0 1 1,5 13 0,-9-20-917,-5-32-9437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2:59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12902,'0'0'3802,"30"-22"-3247,100-63 269,-123 81-701,0 0 0,1 1 0,0 0 0,0 0 0,0 1 0,0 0 0,0 0 0,0 1 0,0 0 0,1 1 1,-1 0-1,0 0 0,13 2 0,6 0 315,-19-2-354,0 0 1,-1 1-1,1 0 0,0 0 1,0 1-1,-1 0 0,1 1 1,-1 0-1,1 0 0,-1 0 1,0 1-1,-1 0 0,1 0 1,0 1-1,-1-1 0,0 2 1,0-1-1,-1 1 0,0 0 1,0 0-1,0 0 0,7 13 0,-7-10-30,0 0 0,-1 0 0,0 0-1,-1 1 1,0 0 0,0-1 0,-1 1-1,0 0 1,-1 0 0,0 0 0,0 0-1,-1 0 1,-2 14 0,0-11-28,-1 0-1,0-1 1,0 1 0,-1-1-1,-1 0 1,0 0 0,0-1-1,-1 1 1,-1-1 0,-9 12 0,-26 26 61,-2-2 0,-83 69 0,-30 31-63,156-146-24,-1 0 0,1 0 0,-1 0 0,1 1 0,0-1 0,0 1-1,-1-1 1,1 1 0,0-1 0,0 1 0,0 0-1,1-1 1,-1 1 0,0 0 0,1 0 0,-1 0 0,0 2-1,25-3-124,42-4 198,83-15-1,46-3-121,-162 19-127,7 0-1538,66 6 0,-105-4 1547,0 0 1,0 0-1,-1 0 1,1 0-1,0 0 0,0 0 1,-1 0-1,1 1 1,0-1-1,0 0 1,-1 1-1,1-1 1,0 0-1,-1 1 1,1-1-1,0 1 1,-1-1-1,1 1 0,-1-1 1,1 1-1,-1-1 1,1 1-1,-1 0 1,0-1-1,1 1 1,-1 0-1,1-1 1,-1 1-1,0 0 0,0 0 1,0-1-1,1 1 1,-1 0-1,0 0 1,0-1-1,0 1 1,0 0-1,0 0 1,0-1-1,0 1 0,0 0 1,-1 0-1,1-1 1,0 1-1,0 0 1,-1 1-1,-8 14-8688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0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8 2353,'0'0'10090,"-17"-1"-9140,-51-4-102,51 4 857,97 1 1540,153 3-2539,422 5-601,-410-9-159,-37 16 70,-105-4-3,-8-1 0,86 4 22,23-12-21,327-10 60,-17 0-32,-319 9-14,-96 0-28,29 0 17,148-17 0,-164 4 225,119 4-1,-164 5 829,-124 6-4333,-93 17 0,84-10 155,-48 10-3618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1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0 258 6451,'0'0'4920,"0"-6"-4037,0-12 489,0 11 686,0 20-1116,11 262 890,-1-3-644,-10 142 32,0-414-1216,0 1 0,0-1 1,0 1-1,0-1 0,0 1 0,0-1 1,0 1-1,0-1 0,0 0 1,0 1-1,0-1 0,0 1 1,0-1-1,0 1 0,0-1 1,1 1-1,-1-1 0,0 1 1,0-1-1,0 0 0,1 1 1,-1-1-1,0 0 0,1 1 0,-1-1 1,0 0-1,1 1 0,-1-1 1,0 0-1,1 1 0,0-2-9,0 1-1,-1-1 1,1 1-1,0-1 1,-1 0-1,1 1 1,-1-1-1,1 0 1,-1 1-1,1-1 1,-1 0-1,1 0 1,-1 0-1,0 0 1,1 1-1,-1-1 1,0 0-1,0-2 1,7-24-320,-2 0 0,-1 0-1,0-34 1,-5-89-2404,0 61 1154,1-259-1256,1 331 2878,0 0 0,2 1 0,0 0 0,0-1 0,2 1 0,0 1-1,1-1 1,1 1 0,0 0 0,1 0 0,0 1 0,1 0 0,1 0 0,0 1 0,20-20 0,-6 11 255,0 0 0,2 1 1,0 2-1,1 1 0,1 0 1,0 3-1,32-14 0,-36 19 84,49-13-1,-63 20-280,1 1 0,-1 1 0,1 0-1,0 0 1,-1 1 0,1 0-1,14 3 1,-20-3-43,-1 2 0,0-1-1,0 0 1,0 1 0,0 0 0,-1 0-1,1 0 1,0 0 0,-1 0 0,1 1-1,-1 0 1,0 0 0,0 0 0,0 0-1,0 0 1,-1 0 0,1 1 0,-1 0-1,0-1 1,0 1 0,0 0 0,2 6-1,1 6 158,-1-1 0,0 0-1,-2 1 1,3 28-1,-4-21-55,-1 1 0,0 0 0,-2-1 0,-1 1 0,-1-1 0,-7 28 0,1-23-42,0 0 0,-2-1-1,0-1 1,-28 42 0,-7 3 33,-110 126-1,121-159-222,-1-2 0,-2-1 1,-1-2-1,-66 42 0,85-64-116,3-1-40,18-10 206,0 0 1,0 0-1,0 0 1,0 0-1,0 0 1,1 0-1,-1 0 1,0 0-1,0 0 1,0 0-1,0 0 1,0 0-1,0 1 1,0-1 0,0 0-1,0 0 1,0 0-1,0 0 1,0 0-1,0 0 1,1 0-1,-1 0 1,0 0-1,0 1 1,0-1-1,0 0 1,0 0-1,0 0 1,0 0 0,0 0-1,0 0 1,0 0-1,0 0 1,0 1-1,0-1 1,0 0-1,0 0 1,0 0-1,-1 0 1,1 0-1,0 0 1,0 0-1,0 0 1,0 1-1,0-1 1,0 0 0,0 0-1,0 0 1,71-1-190,-18-1 424,0 3-1,75 10 1,-112-9-187,-1 1 0,0 1 0,0 0 0,0 1 0,-1 1 0,1 0 0,-1 1 0,-1 0 0,1 2 0,-1-1 0,-1 1 0,23 22 0,-22-17-196,0 1 0,13 20-1,-23-30-487,1 1-1,-1 0 1,-1 0 0,1 0-1,2 11 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1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 10869,'0'0'3890,"-35"160"-3154,28-76 385,7-21 687,0-13-959,0-28-577,0-15-272,7-7-432,10-16-497,11-47-335,0-12-1730,3-10-3905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2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0 302 12550,'0'0'6099,"213"15"-5827,-157-15-128,-7 0-128,-8 0 80,-9 0-192,-4 0-48,-14 0-449,-4 0-95,-6 0-1377,-4-9-656,0-4-2578</inkml:trace>
  <inkml:trace contextRef="#ctx0" brushRef="#br0" timeOffset="1">265 0 9236,'0'0'4098,"-3"170"-1921,3-67-576,0 10-353,0 13 81,-4-13-689,1-16-336,3-34-224,0-22-80,14-82-3329,14-31 688,-4-19-3650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2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11109,'0'0'5867,"2"21"-5379,10 304 2004,-33 249 273,19-535-2625,-3 179 335,5-223-519,1 0 0,-1 0-1,1 0 1,0 0 0,0 1 0,0-1-1,1 0 1,2-5 0,6-17-185,0-14-363,-1-1 0,-2-1 1,1-51-1,-6-133-3737,-3 119 1898,-1 69 1846,-2 0-1,-13-56 0,9 56 1332,2 0 0,-2-58-1,7 75-56,2-24 447,0 43-1060,0 0 1,0 0-1,0 0 1,0 0 0,0 0-1,0 0 1,1 0-1,-1 0 1,1 1 0,0-1-1,0 1 1,4-5-1,1 0 25,0 0-1,1 0 0,0 1 0,0-1 0,0 2 1,1-1-1,0 1 0,0 1 0,1 0 1,-1 0-1,1 1 0,0 0 0,0 0 0,0 1 1,17-1-1,-7 2 281,0 1 0,31 3 0,-44-2-300,-1 0 1,1 1-1,-1 0 1,1 0-1,-1 1 1,0 0-1,0 0 1,0 0-1,-1 0 1,1 1-1,5 5 1,2 3 11,-2 0 0,1 1 0,-2 1 0,0-1 0,0 2 0,-2-1 0,1 1 0,-2 1 1,0-1-1,-1 1 0,-1 1 0,0-1 0,-1 1 0,-1-1 0,0 1 0,-1 0 0,-1 0 0,-1 0 0,0 0 1,-2 1-1,0-1 0,0-1 0,-2 1 0,0 0 0,-1-1 0,0 0 0,-15 29 0,3-17-80,-1 0-1,-2-1 1,-1 0-1,-30 28 1,33-37-105,0-1 0,-1-2 0,-1 0 0,0 0 0,-1-2 0,-33 15 0,41-22-153,-1-1 1,-16 3 0,25-7 70,1 0 0,-1 0 0,1 0 0,-1-1 0,1 0 0,-1 0 0,1 0 0,-1-1 0,1 0 0,-6-1 0,9 2 121,1-1 0,-1 0 0,1 1 0,0-1 0,-1 0 0,1 0 0,0 1 0,0-1 0,0 0 0,-1 0-1,1 1 1,0-1 0,0 0 0,0 0 0,0 1 0,0-1 0,0 0 0,1 0 0,-1 1 0,0-1 0,0 0 0,0 1 0,1-1 0,-1 0 0,0 0 0,2 0-1,-1-1 32,1 1 0,0-1 0,0 1-1,0 0 1,0-1 0,0 1-1,0 0 1,1 1 0,-1-1 0,0 0-1,1 1 1,-1-1 0,0 1-1,1-1 1,-1 1 0,0 0-1,1 0 1,-1 0 0,1 1 0,2 0-1,4-1 51,1 0 89,1 0-1,-1 1 1,0 1-1,0-1 1,0 2-1,0-1 1,17 8-1,-12-3 119,-1 1 0,-1 1-1,1 0 1,15 13-1,0 3 54,-1 0 1,-2 2-1,0 1 0,34 48 0,-55-68-291,-4-6-15,0 0-1,0 0 1,0-1-1,1 1 1,-1 0 0,1-1-1,-1 1 1,1-1-1,-1 1 1,1-1-1,3 2 1,-1-3-1298,-3-7-635,-2 3 1115,1-31-4073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3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12342,'0'0'4887,"35"-18"-3617,113-51-85,-139 65-1023,0 0 1,1 1 0,-1 0 0,18-3-1,-25 6-104,0 0 0,1 0 0,-1 0 0,0 1 0,0-1 0,1 1 0,-1-1-1,0 1 1,0-1 0,0 1 0,0 0 0,3 2 0,-3-2-4,0 1 1,1-1-1,-1 1 0,0 0 1,0 0-1,0 0 1,0 0-1,0 0 1,-1 1-1,1-1 0,-1 1 1,1-1-1,-1 1 1,0-1-1,0 1 1,0 0-1,0-1 0,0 7 1,1 4 138,0 1 0,-1 24 1,-1-34-162,0 17 41,-1 0 1,-1 0 0,-1-1-1,-1 1 1,-1-1 0,0 0-1,-2 0 1,0-1 0,-13 26-1,-12 14-59,-23 49 23,47-90-48,1-1 0,1 1-1,0 0 1,-2 22 0,6-16-147,2-24 154,0 1 0,0-1 0,0 0 0,0 0 0,0 0 0,0 1 0,0-1 0,0 0 0,0 0 0,0 0 0,0 1 0,0-1 0,0 0 0,0 0 0,0 0 0,0 1 0,0-1 0,0 0 0,0 0 0,0 0 0,0 1 0,0-1 0,1 0 0,-1 0 0,0 0 0,0 0 0,0 1 0,0-1 0,1 0 0,-1 0 0,0 0 0,0 0 0,0 0 0,0 0 0,1 0 0,-1 0 0,0 1 0,0-1 0,0 0 0,1 0 0,-1 0 0,0 0 0,0 0 0,0 0 0,1 0 0,-1 0 0,0 0 0,0 0 0,1-1 0,67 3 95,-1-3-1,107-15 0,47-2 205,-21 17-939,-128 1-2244,-61 0-2656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7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1 308 6339,'1'-32'-8,"4"-101"147,-3 105 379,6-33 1,-3 8 7504,0 84-7429,1-8-399,122 1352 3503,-51-487-2921,-35-561-737,10 74 16,-28-231-59,4 244 0,-27-387 5,-1 10 0,-1 1-1,-1 0 1,-10 47-1,-28 55-52,26-96 67,1 1 1,2 0 0,-5 51 0,14 104 47,5-137-52,-4-1-1,-10 75 1,-7-23-56,-5 186 0,23-293 39,0 1 1,0 0-1,1-1 0,0 1 1,0 0-1,1-1 1,0 1-1,0-1 0,1 0 1,7 14-1,-8-14 14,0 1-1,0-1 1,-1 1 0,1 0-1,-2 0 1,1 0-1,-1-1 1,0 1 0,-3 12-1,2 11 8,1 10-1190,0-117-4082,0 26-1665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09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30 5410,'0'0'5632,"-1"-5"-5178,0 5-428,1-1 1,-1 0-1,1 1 1,0-1-1,0 1 0,-1-1 1,1 1-1,0-1 1,0 0-1,0 1 1,-1-1-1,1 0 0,0 1 1,0-1-1,0 1 1,0-1-1,0 0 0,0 1 1,0-1-1,1 0 1,-1 1-1,0-1 1,0 1-1,0-1 0,1 0 1,-1 1-1,0-1 1,1 1-1,-1-1 0,0 1 1,1-1-1,-1 1 1,1-1-1,-1 1 0,1-1 1,3 0 127,-1 0-1,1 1 1,-1-1-1,1 1 1,0 0-1,-1 0 1,7 1 0,86 5 1023,0 3 0,145 35 1,-159-24-1059,1-3 1,1-3-1,123 4 0,-43-19 30,-62-1-37,137 15 1,232 21 509,-197-35-505,446 8 70,-213 2-172,63 4 12,128 12 43,-240-40-102,-347 7 5,0 6 0,169 18 1,13 4 50,3-20-16,-126-1-22,17 2-24,201-2-252,-4-22 111,-133-8 172,93-9-63,199 28-752,-259 12 764,197-1 111,-206 15-47,-1 0 39,-55-14-46,252 1 178,-26 36-131,-325-23 20,-45-5-4,-1 3 0,0 3 0,-1 4-1,88 34 1,38 17 86,-128-46-37,-67-23-83,-4-1-5,1 0 1,-1 0 0,1 0-1,-1 0 1,1 1 0,0-1-1,-1 0 1,1 0 0,-1 0-1,1 1 1,-1-1 0,1 0-1,-1 1 1,0-1 0,1 0-1,-1 1 1,1-1 0,-1 0-1,0 1 1,1-1 0,-1 1-1,0-1 1,1 1 0,-1-1-1,0 2 436,1 0 543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3826,'0'0'5938,"3"-3"-4833,0-2-1009,3-2 1098,-3 28-134,49 250 1674,-30-176-2242,11 121-1,-18 148 154,2 40-130,61 221-273,-13-134-124,-43-27-122,-16-242 8,-1 99-12,-3-97 19,15 5 68,0-11-89,-13-75 1,3 210-30,-7 306-155,0-657 193,0 1 0,-1 0 0,1 0 0,-1 0-1,0-1 1,1 1 0,-1 0 0,-2 3 0,-7 22 45,10-28-53,0 1 0,-1-1-1,1 0 1,0 1 0,0-1-1,-1 1 1,1-1 0,0 0-1,-1 1 1,1-1-1,0 0 1,-1 1 0,1-1-1,-1 0 1,1 0 0,0 1-1,-1-1 1,1 0 0,-1 0-1,1 0 1,-1 0-1,1 0 1,-1 1 0,1-1-1,-1 0 1,1 0 0,-1 0-1,1 0 1,-1 0 0,1-1-1,-1 1 1,1 0 0,-1 0-1,1 0 1,0 0-1,-1 0 1,1-1 0,-1 1-1,1 0 1,-1 0 0,1-1-1,0 1 1,-1 0 0,1-1-1,0 1 1,-1 0 0,1-1-1,0 1 1,-1 0-1,1-1 1,0 1 0,0-1-1,-1 1 1,1-1 0,0 1-1,0-1 1,0 1 0,0 0-1,0-1 1,0 0-1,-9-41-2210,6 22 628,-6-27-3157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4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0 140 3009,'0'0'3842,"7"10"0,122-10-177,63 0-3428,-56 0 55,-90-3-269,73-12 0,-74 8-25,77-3 1,143 10 558,-242-2-532,0 0 0,-1-2-1,1 0 1,-1-2 0,28-10-1,44-11-1,-35 16-15,1 2 0,110-1 0,-68 11 228,-17 1 371,133-14 1,-103 2-467,179 6-1,-162 5 102,1078-1 494,-1173 1-692,0 2-1,0 1 0,61 16 1,-13-3 44,169 10-1,-216-24-78,91 0-17,35 4-8,60 10 40,-82-7-53,107-7 43,-135-5-20,281 2-8,-347 3-20,85 14-1,-84-8-53,90 3 0,-93-12 72,16 1-47,69-9 0,171-13-286,-167 15 266,259-1-193,-364 7 264,2 2-52,0 1 0,0 2 0,42 12-1,-37-8 38,71 7-1,185-13-389,-157-5-57,112-14 273,-162 8 223,235 3-61,-189 6 1,-27-2 37,126 4-404,-121 14 283,-74-10 72,0-2 0,47 2 0,-9-6-65,-8 0 83,114-12 0,-88 2-234,156 4-1,-153 6-59,196 11-31,357-12-1047,-639 0 1460,-1-1 0,0-1 0,0 0 0,1 0 0,-1 0 0,11-6 0,-12 5-19,1 0-1,0 0 1,0 1 0,-1 0-1,1 0 1,12 0 0,-14 2-29,223 7 66,-13 2 916,-145-3 272,57-6 286,-143-12-2432,-2 1-1188,-7-1-1530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7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96 176 4530,'0'0'6686,"-18"0"-5435,4 1-1103,10-1-151,-1 0 0,0 0-1,1 0 1,-1 0 0,1-1 0,-9-1 0,12 1 31,0 0 0,-1 1 0,1-1 0,0 0 0,0 0 0,-1 0 0,1 0 0,0 0 0,0 0 0,0 0 0,0 0 0,0-1 0,0 1 0,1 0 1,-1-1-1,0 1 0,1 0 0,-1-1 0,0 1 0,1-1 0,0 1 0,-1-1 0,1 1 0,0-4 0,-2-23 997,2-40 0,1 25-495,-1 42-386,0 14 24,12 124 920,-1-30-268,-6 428 1697,-8-270-2070,7-270-1109,1-15-110,-1 1 1,-1-1-1,1-27 0,-3-67-4207,-1 70 2341,0-10-1259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7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1 170 5955,'0'0'3487,"26"-27"-2842,87-82 174,-109 105-750,0 1-1,0 0 1,1 0-1,-1 0 1,1 0-1,-1 1 0,1-1 1,0 1-1,0 1 1,0-1-1,0 1 1,0 0-1,0 0 1,0 0-1,1 1 0,-1-1 1,0 1-1,0 1 1,8 0-1,9 1 207,-15-2-152,1 1 1,0 0-1,-1 0 1,1 0 0,-1 1-1,0 1 1,1-1-1,-1 1 1,0 0 0,-1 1-1,1-1 1,-1 1-1,1 1 1,-1-1-1,0 1 1,-1 0 0,1 1-1,-1-1 1,0 1-1,0 0 1,-1 0 0,0 1-1,0-1 1,0 1-1,-1 0 1,0 0-1,0 0 1,-1 0 0,0 1-1,2 10 1,-2-3 65,0 1 1,-1 0 0,-1-1-1,0 1 1,-1 0-1,-1-1 1,-1 1-1,0-1 1,0 0 0,-2 0-1,0 0 1,-1 0-1,0-1 1,-1 0-1,-1 0 1,-10 14 0,-20 27 329,-62 69 0,-55 39-83,120-128-390,19-16-24,14-16-134,16-3-73,-1 2 1,1-1 0,0 2-1,-1 0 1,1 0-1,19 9 1,73 39 424,-66-30-425,-11-6-50,86 48-3756,-91-49 56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7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11797,'0'0'3874,"0"216"-2177,0-137 96,0-13-1009,0-16-496,0-22-288,7-25-384,10-3-1137,4-37-1824,4-29-1553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8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17384,'0'0'1024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8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0 11029,'0'0'4538,"-1"15"-4308,0 62 194,-10 158 1577,-24-6-105,-9 79 33,42-271-1713,3-32-236,1-8-60,13-50-430,-12 41 451,8-39-958,-2 0 1,3-62-1,-7-105-2111,-3 91 1460,-2 109 1627,1 1 0,1 0 0,1 0 1,1 0-1,0 0 0,1 0 0,12-26 1,-15 36 167,2 1 0,-1 0 0,1 0 0,0 1 0,0-1 1,0 1-1,1 0 0,0 0 0,0 0 0,0 1 0,1-1 0,-1 1 1,1 1-1,0-1 0,0 1 0,0 0 0,1 0 0,-1 1 1,1 0-1,-1 0 0,1 0 0,8 0 0,-3 0 292,1 1 1,0 1-1,18 1 0,-27 0-345,-1-1 1,0 1-1,1 0 0,-1 0 1,0 0-1,1 0 0,-1 0 1,0 1-1,0-1 0,0 1 1,0 0-1,-1 0 0,1 0 1,0 1-1,-1-1 0,1 0 1,2 5-1,0 0 48,-2 0 0,1 0 0,-1 1 0,0-1 1,0 1-1,-1 0 0,0-1 0,-1 1 0,2 15 0,-2 7 241,-3 39-1,2-66-350,-2 21 114,-2 0 0,0 0 1,-2-1-1,-1 0 0,0 0 0,-21 42 0,-82 125 174,76-135-242,-1-1-37,18-28-35,1 0-1,0 1 0,-17 44 0,33-70 6,-1-1 1,1 1-1,-1 0 0,1 0 0,0-1 0,0 1 0,-1 0 0,1 0 0,0-1 1,0 1-1,0 0 0,0 0 0,0 0 0,0-1 0,0 1 0,0 0 0,0 0 1,0 0-1,0-1 0,0 1 0,1 0 0,-1 0 0,0-1 0,1 1 0,-1 0 1,0 0-1,1-1 0,-1 1 0,1 0 0,-1-1 0,1 1 0,-1-1 0,1 1 1,0-1-1,-1 1 0,2 0 0,1 0-45,0 0 1,0-1-1,0 1 0,0-1 1,1 0-1,-1 0 1,5-1-1,3 1 62,145-7 200,-57 1-1425,-62 3-1477,-15-4-1933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8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11749,'0'0'4701,"15"1"-3962,-2 0-472,-1 0 0,0 1 0,14 4-1,-24-6-207,0 1-1,-1 0 0,1-1 0,-1 1 0,1 0 1,-1 0-1,1 0 0,-1 1 0,0-1 0,0 0 0,1 0 1,-1 1-1,0-1 0,0 1 0,0-1 0,0 1 1,-1-1-1,1 1 0,0-1 0,-1 1 0,1 2 1,1 2 105,-1 0 1,-1 0 0,1 0 0,-1 9 0,0-3 43,1 33 282,-1 0 0,-3 0-1,-9 53 1,4-63-371,3-14-115,1-1 0,1 1 1,-1 26-1,4-46-27,0-1 1,0 1-1,0-1 1,0 1-1,0-1 1,1 1-1,-1-1 1,0 1-1,0-1 1,0 1-1,1-1 1,-1 1-1,0-1 1,0 1-1,1-1 1,-1 1-1,0-1 1,1 0-1,-1 1 1,1-1-1,-1 0 1,0 1-1,1-1 0,-1 0 1,1 1-1,-1-1 1,1 0-1,-1 0 1,1 0-1,-1 0 1,1 1-1,-1-1 1,1 0-1,-1 0 1,1 0-1,-1 0 1,1 0-1,0 0 1,-1 0-1,1 0 1,-1 0-1,1-1 1,-1 1-1,1 0 1,-1 0-1,1 0 1,-1-1-1,1 1 1,-1 0-1,0 0 1,2-1-1,26-16-922,-19 8 593,-1 0-1,0 0 1,-1-1 0,0 0-1,6-12 1,-6 11-911,0-1 0,1 1 1,0 0-1,15-14 0,1 7-5222</inkml:trace>
  <inkml:trace contextRef="#ctx0" brushRef="#br0" timeOffset="1">604 336 11621,'0'0'7940,"24"-50"-12422,-7-13-3602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9.4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7459,'0'0'6150,"7"38"-4368,-3-19-1535,13 70 1514,9 132 1,-20 237 2162,-7-303-3046,1-148-823,2 27 109,-2-33-163,0-1-1,0 1 1,1 0 0,-1-1-1,0 1 1,0-1-1,0 1 1,1 0 0,-1-1-1,0 1 1,1-1 0,-1 1-1,0-1 1,1 1-1,-1-1 1,1 1 0,-1-1-1,1 1 1,-1-1 0,1 0-1,-1 1 1,1-1-1,0 0 1,-1 1 0,1-1-1,-1 0 1,1 0 0,0 1-1,-1-1 1,1 0-1,0 0 1,-1 0 0,1 0-1,0 0 1,-1 0 0,1 0-1,-1 0 1,1 0 0,0-1-1,-1 1 1,2 0-1,-1-1-8,1 1-1,0-1 1,-1 0-1,1 0 0,-1 0 1,1 0-1,-1 0 1,1 0-1,-1 0 0,0-1 1,1 1-1,-1 0 1,0-1-1,0 1 0,0-1 1,1-2-1,11-29-188,-11 24 138,9-33-720,-1-1 1,-3 0-1,3-62 1,-8-136-5400,-3 132 2109,1-143-3215,0 245 7408,0-1-1,1 1 0,0-1 1,0 1-1,0-1 0,1 1 0,0 0 1,1-1-1,4-9 0,-4 13 249,-1 0 0,1 1 0,-1-1 0,1 1 0,0 0 0,0 0 0,0 0 0,1 0 0,-1 0 0,1 1 0,-1 0 0,1 0 0,0 0 0,0 0 0,0 0 0,0 1 0,7-2 0,-4 1 10,0 1-1,-1-1 0,1 2 0,0-1 1,0 1-1,0 0 0,0 0 0,0 1 1,0 0-1,0 0 0,11 3 0,-13-1-221,-1-1-1,1 0 0,0 1 0,0 0 1,-1 0-1,0 0 0,1 1 0,-1-1 1,-1 1-1,1 0 0,0 0 1,-1 1-1,0-1 0,0 1 0,3 6 1,1 3 129,-1 0 1,-1 1 0,0 0-1,-1 0 1,0 0 0,2 30-1,-3-3 474,-5 57 0,0-72-550,-1-1 0,-1 0-1,-2 0 1,0-1-1,-13 30 1,-59 116 217,40-93-426,33-68-111,0 0 0,0 0-1,1 1 1,1-1 0,0 1 0,0 0-1,1 0 1,-2 17 0,4-28 91,0 0 0,0 0 0,0 0 0,0 0 0,0 0 0,0 0 0,0 1 0,0-1 0,0 0 0,0 0 0,0 0 0,0 0 0,0 0 0,0 0 0,0 0 0,1 0 0,-1 0 0,0 1 0,0-1 0,0 0 0,0 0 1,0 0-1,0 0 0,0 0 0,0 0 0,0 0 0,0 0 0,0 0 0,0 0 0,0 0 0,1 0 0,-1 0 0,0 0 0,0 0 0,0 0 0,0 0 0,0 0 0,0 0 0,0 0 0,0 0 0,0 0 0,1 0 0,-1 0 0,0 0 0,0 0 0,0 0 0,0 0 1,0 0-1,0 0 0,0 0 0,0 0 0,0 0 0,1 0 0,-1 0 0,0 0 0,6 0-146,-1 0 1,1 0-1,0 0 1,-1-1-1,1 0 1,0 0-1,-1-1 1,1 1-1,-1-1 1,0 0-1,1-1 1,-1 1-1,0-1 1,6-4-1,9-7-1306,1 1 0,1 2 0,30-13 0,-4 7-3723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19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0 15975,'0'0'5408,"14"20"-5136,-3-7-236,-4-5-29,-1 1 1,0 0 0,0 0 0,0 0-1,-1 0 1,-1 1 0,1 0 0,-2 0-1,1 0 1,-1 1 0,-1-1 0,0 1 0,1 14-1,-6 179-75,-1-54-32,4-142 134,0-1-1,0 1 1,0 0-1,1 0 1,0-1-1,1 1 1,0-1 0,0 1-1,0-1 1,1 0-1,0 0 1,0 0-1,6 9 1,-4-9 109,-1 1 0,0 0 0,-1 1 0,1-1 0,-2 0 0,1 1 0,-1 0 1,-1-1-1,2 17 0,-3-18-144,0 0 0,0 0 0,0 0 0,-1 0 0,0 0 0,0-1 0,-1 1 0,0 0 0,0 0 0,-1-1 0,1 1-1,-1-1 1,-5 7 0,3-7-93,-1 1-1,0-1 1,0 0-1,0 0 0,-1-1 1,0 1-1,0-2 1,0 1-1,-1-1 0,-7 4 1,6-5-796,0 1 0,0-1 1,0-1-1,-1 0 0,-13 2 1,-29-3-9303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0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30 7331,'-2'2'8815,"2"-2"-8789,0 1-1,-1-1 1,1 0-1,0 0 1,0 0 0,0 1-1,0-1 1,0 0-1,0 0 1,0 0 0,-1 1-1,1-1 1,0 0-1,0 0 1,0 1 0,0-1-1,0 0 1,0 0-1,0 1 1,0-1-1,0 0 1,0 0 0,0 1-1,1-1 1,-1 0-1,0 0 1,0 1 0,0-1-1,0 0 1,0 0-1,0 0 1,0 1 0,1-1-1,9 4 363,26-3-65,-26-1-140,1124 0 2282,-65 49-2544,1 0 171,-997-49-26,243-9 277,-270 5 8,0-3 0,0-2 0,-1-1 0,78-30 0,-22-6 732,-89 36-1091,-12 5-200,-11 3-254,-32 2-285,5-1-688,-64 7 0,-20 20-2055,-29 16-1859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1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20 5651,'0'0'7275,"-3"-6"-6360,-5-6-486,8 12-422,0 0-1,0-1 1,0 1-1,0 0 1,0 0-1,0 0 0,0 0 1,0 0-1,0 0 1,0 0-1,0 0 1,-1 0-1,1 0 1,0 0-1,0-1 0,0 1 1,0 0-1,0 0 1,0 0-1,0 0 1,0 0-1,0 0 0,-1 0 1,1 0-1,0 0 1,0 0-1,0 0 1,0 0-1,0 0 1,0 0-1,0 0 0,0 0 1,-1 0-1,1 0 1,0 0-1,0 0 1,0 0-1,0 0 0,0 0 1,0 1-1,0-1 1,0 0-1,0 0 1,-1 0-1,1 0 0,0 0 1,0 0-1,0 0 1,0 0-1,0 0 1,0 0-1,0 0 1,0 0-1,0 1 0,0-1 1,-3 39 620,-13 422 3628,1-137-2510,15-243-1076,10-113-461,-2-18-571,-2 0-1,-2 0 0,-4-68 0,0 64-339,-3 5-458,-2 0 0,-15-68 0,-3-21-1263,21 113 2248,0 1 1,2-1 0,4-40 0,-4 63 226,1 1 0,-1-1 0,0 0 0,1 0 0,-1 1 0,1-1 0,-1 0 0,1 1 0,0-1-1,0 0 1,0 1 0,0-1 0,0 1 0,0 0 0,0-1 0,1 1 0,-1 0 0,0 0 0,1-1 0,-1 1 0,1 0 0,-1 1 0,1-1 0,-1 0 0,4-1 0,1 1 238,1-1 1,-1 1-1,1 1 0,-1-1 1,11 2-1,-5-1-10,-6 0-157,-1 1 0,1 0 0,0 0 0,0 0 0,-1 1 0,1 0 0,-1 0 0,1 0 0,-1 1 0,0 0 0,0 0 0,0 0 1,0 1-1,-1-1 0,1 1 0,-1 0 0,0 0 0,0 1 0,0-1 0,4 9 0,0-2 95,-1 2 0,-1-1 0,0 1-1,-1 0 1,0 0 0,-1 0 0,5 27 0,-5-13-86,-1 0 1,-2 0-1,0 0 1,-2 0-1,-1 0 0,-2-1 1,0 1-1,-2-1 1,0 0-1,-2 0 0,-21 46 1,14-42-149,10-21-26,0-1 0,1 1 0,0 0 0,0 1 1,1-1-1,0 1 0,1-1 0,-3 21 0,5-29 18,0 0 0,0 0 0,1 1 0,-1-1 0,0 0 0,0 0 0,1 0 0,-1 0 1,0 0-1,1 1 0,0-1 0,-1 0 0,1 0 0,-1 0 0,1 0 0,0 0 0,0 0 0,-1-1 0,1 1 0,0 0 1,0 0-1,0-1 0,0 1 0,2 0 0,27 9-235,-21-9 198,131 38-112,31 6-2279,-146-42 107,1 0 1,32-1 0,-27-2-3705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1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12054,'0'0'3201,"0"233"-1696,0-164 159,0-25-735,0-19-721,7-16-208,11-9-576,3-28-1185,0-44 64,3-16-2433,0-13-7267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1.9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1 182 11669,'0'0'7940,"219"72"-7764,-149-72-176,0 0-592,-18 0-449,-13 0-479,-22 0-769</inkml:trace>
  <inkml:trace contextRef="#ctx0" brushRef="#br0" timeOffset="1">234 0 7523,'0'0'3234,"0"261"-833,0-142-96,0-6-928,-3-3-529,-4-19-288,3-35-400,4-21-160,0-29-432,4-6-672,27-57-1858,4-34-991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2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102 123 15863,'0'0'1574,"-13"36"-1104,-38 122 111,47-142-293,0 0 0,1 1 0,1-1-1,0 1 1,1-1 0,1 1-1,4 29 1,-3-30-212,4 14 11,1 0 0,2-1 0,0 1 0,2-2 0,15 31 0,5 15-172,-30-72-120,0-18-1284,-1-9 714,-1 0-1,-1 1 1,-9-36 0,-28-75-2789,23 84 739,-20-105 0,33 112 2545,2-53 0,2 83 354,0 6 138,0 1-1,0 0 0,1-1 0,0 1 0,1 0 0,0-1 0,0 1 0,4-8 0,-5 12-15,1-1 0,0 1-1,0 0 1,1 0 0,-1 0 0,1 0 0,-1 0-1,1 1 1,0-1 0,0 1 0,0-1 0,0 1-1,0 0 1,1 1 0,-1-1 0,1 0-1,4 0 1,-2 0 93,0 0-1,1 1 1,-1-1-1,1 2 1,-1-1-1,1 1 1,-1 0-1,1 0 1,0 1-1,-1 0 1,1 0 0,-1 0-1,0 1 1,12 5-1,-10-3-70,0 0 1,-1 0-1,1 1 0,-1 0 0,0 1 0,-1-1 1,1 1-1,-1 1 0,0-1 0,8 13 1,-4-3 6,0 1 1,-1-1-1,-1 2 1,-1-1-1,0 1 1,-2 0-1,6 27 1,-5-4 117,-1-1 0,-2 61 0,-3-78-257,-1 1 0,-1-1 0,-2 1 1,0-1-1,-2 0 0,-11 32 0,3-20-122,7-18-99,0 0 0,1 0 1,1 1-1,1 0 0,0 0 0,-2 35 1,7-52 79,-1-1 0,1 0 1,-1 1-1,1-1 0,0 0 0,-1 1 1,1-1-1,-1 0 0,1 0 0,0 0 1,-1 1-1,1-1 0,0 0 0,-1 0 1,1 0-1,0 0 0,-1 0 1,1 0-1,0 0 0,-1-1 0,1 1 1,2 0-105,3 0 74,1-1 0,-1 0 1,1 0-1,-1-1 0,1 0 1,-1 0-1,12-5 0,42-27-2974,-40 21 187,5-3-3067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2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11221,'0'0'7321,"20"20"-6142,2 3-755,36 45 0,-54-60-356,0-1-1,0 1 0,-1 0 1,0-1-1,0 2 0,-1-1 1,0 0-1,0 0 0,-1 1 1,0-1-1,-1 1 1,0-1-1,0 0 0,-2 12 1,1 8 154,-3 211 418,8-240-1048,9-8 86,-1 0-1,0-1 1,0-1 0,-1 0-1,16-19 1,46-70-4445,-64 86 3451,21-29-4729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3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11333,'0'0'4546,"209"-12"-4722,-181-1-1088,-7 1-1506,-7 2-2352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3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9412,'0'0'3426,"-4"195"-1681,4-104 176,0 6-1073,0 0-32,0-18-608,0-16-96,0-29-112,0-21-448,21-13-3586,0-41-1312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3.7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43 185 12582,'0'0'2702,"0"41"-1266,0 10-1042,-8 202 887,-7-130-609,6-61-165,-1 76 0,10-134-435,0-28-82,2-27-1154,12-58-1,1-21-1896,-11-51-3859,-4 95 2593</inkml:trace>
  <inkml:trace contextRef="#ctx0" brushRef="#br0" timeOffset="1">43 185 2225,'33'-129'2158,"-32"126"-1890,0 0 0,0 0 0,0 0-1,0 0 1,1 0 0,-1 0 0,1 1-1,0-1 1,0 1 0,0-1 0,0 1-1,0-1 1,0 1 0,1 0 0,-1 0-1,1 0 1,0 1 0,-1-1 0,1 1-1,0-1 1,5-1 0,-2 2 409,0 0 0,0 1 0,-1 0 1,1 0-1,0 0 0,0 0 0,11 3 0,-14-2-462,3 0 2,-1 1 1,1 0 0,-1 0-1,0 1 1,0-1-1,0 1 1,0 0-1,-1 1 1,1-1-1,-1 1 1,0 0-1,0 0 1,0 0-1,6 10 1,1 1 113,0 2 1,-2-1-1,10 22 1,-12-21-231,-2 1-1,0 0 1,-1 0 0,0 1 0,-2-1 0,0 1 0,-1 0-1,-1-1 1,-2 20 0,0-24-78,0 0 0,-1-1-1,-1 0 1,0 0 0,0 0-1,-2 0 1,1 0 0,-2-1 0,0 0-1,-10 14 1,-12 12-83,-53 53 0,69-77 37,-23 23-151,-42 48-434,78-84 582,0-1 0,0 0 0,-1 0 1,1 1-1,0-1 0,0 0 0,0 0 0,0 1 0,0-1 0,0 0 0,0 1 0,-1-1 0,1 0 0,0 0 0,0 1 0,0-1 1,0 0-1,0 1 0,0-1 0,0 0 0,0 1 0,1-1 0,-1 0 0,0 0 0,0 1 0,0-1 0,0 0 0,0 0 1,0 1-1,1-1 0,-1 0 0,0 0 0,0 1 0,0-1 0,1 0 0,-1 0 0,0 1 0,0-1 0,0 0 0,1 0 1,-1 0-1,0 0 0,1 0 0,-1 1 0,0-1 0,0 0 0,1 0 0,-1 0 0,0 0 0,1 0 0,-1 0 0,0 0 0,0 0 1,1 0-1,-1 0 0,1 0 0,24 2 42,-17-2-3,11 5 141,0 1 1,0 1 0,-1 0-1,35 20 1,-49-24-329,0-1-1,0 0 1,1-1-1,-1 1 1,1-1-1,6 2 1,18-2-4896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4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1 11109,'0'0'5979,"31"20"-2241,-30-20-3738,0 1 1,-1-1-1,1 1 1,0-1-1,-1 1 1,1-1 0,-1 1-1,1-1 1,-1 1-1,1 0 1,-1-1-1,1 1 1,-1 0 0,0 0-1,1-1 1,-1 1-1,0 0 1,0 0 0,0-1-1,1 1 1,-1 0-1,0 0 1,0 0-1,0-1 1,0 1 0,0 0-1,-1 0 1,1 0-1,0-1 1,0 2-1,-1 7 28,2-9 4,-1 1 0,1 0 0,-1 0 0,1 0 0,-1 0-1,1-1 1,-1 1 0,1 0 0,0-1 0,-1 1 0,1 0 0,0-1 0,0 1 0,-1-1 0,1 1 0,0-1 0,0 1 0,0-1-1,0 0 1,-1 0 0,1 1 0,0-1 0,0 0 0,0 0 0,0 0 0,0 0 0,0 0 0,0 0 0,0 0 0,0 0 0,0 0 0,0 0-1,1-1 1,9 1-39,21-1 133,-14 0-102,30 2 0,-43-1-14,-1 1 1,1 0-1,0 0 0,0 0 0,-1 1 0,1-1 0,-1 1 0,1 0 0,-1 1 0,8 5 0,-4-2 41,-1 1 0,0 0 0,-1 0-1,1 1 1,-1 0 0,-1 0 0,0 0 0,0 1 0,0 0-1,-1 0 1,0 0 0,-1 0 0,0 1 0,-1-1 0,0 1-1,0 0 1,-1-1 0,0 13 0,0 3 76,-5 47 0,3-62-121,-1-1-1,-1 1 1,1-1 0,-1 1-1,-1-1 1,0 0-1,-8 13 1,-15 15-16,20-29-178,1 0 1,0 1 0,1 0-1,-9 17 1,13-23-699,3-3 717,0-1 1,0 1-1,1 0 0,-1 0 1,0 1-1,0-1 1,1 0-1,-1 1 0,0 0 1,0-1-1,0 1 1,0 0-1,0 0 0,0 0 1,0 0-1,0 0 1,3 3-1,-3-1 224,0 0 1,-1 0 0,1 0-1,-1 1 1,0-1-1,0 0 1,0 0-1,0 1 1,-1-1-1,1 1 1,-1-1-1,0 4 1,2 13 124,-2 0-1,0 0 1,-1 1 0,-1-1 0,-1 0 0,-1-1 0,-1 1-1,-1 0 1,-12 30 0,3-17-60,-2-1 0,-34 53 0,48-81-137,0 1-1,-1-1 1,1 0-1,-1-1 1,0 1-1,0-1 0,-1 1 1,1-1-1,-1-1 1,1 1-1,-1 0 1,0-1-1,0 0 1,-7 2-1,4-3-275,1 0 0,-1 0-1,0-1 1,1 0 0,-1 0-1,1 0 1,-1-1 0,0-1-1,-11-2 1,6-1-841,1 1 0,0-2 0,-20-11 1,-52-34-7781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5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187 155 7700,'0'0'4111,"-30"-26"-2129,-89-76-477,116 99-1458,-26-20 654,29 23-689,-1 0 0,1 0 1,0 0-1,0 0 0,0 0 0,0 0 1,0 0-1,0 0 0,-1 0 0,1 0 0,0 0 1,0 0-1,0 0 0,0 0 0,0 0 1,-1 0-1,1 0 0,0 0 0,0 0 1,0 0-1,0 0 0,0 0 0,-1 0 1,1 0-1,0 0 0,0 0 0,0 0 1,0 0-1,0 1 0,0-1 0,0 0 1,-1 0-1,1 0 0,0 0 0,0 0 0,0 0 1,0 0-1,0 1 0,0-1 0,0 0 1,0 0-1,0 0 0,0 0 0,0 0 1,0 0-1,0 1 0,0-1 0,0 0 1,0 0-1,0 0 0,0 0 0,0 0 1,0 1-1,0-1 0,0 0 0,0 0 1,0 0-1,0 0 0,0 0 0,0 1 0,0-1 1,0 0-1,0 0 0,0 0 0,0 0 1,1 0-1,-1 0 0,0 1 0,0 3 309,1 11-144,1 0 1,0 1 0,1-1-1,0 0 1,1-1 0,1 1 0,1-1-1,0 0 1,11 20 0,14 17 258,44 55 0,153 163 426,21-11-456,-104-111-204,1046 1134 1020,-939-998-1063,203 217-54,33-32-84,-341-345 24,128 114-34,-198-161 99,-71-68-80,-5-7-35,-1-1 0,0 1-1,1-1 1,-1 1 0,0-1 0,1 1-1,-1-1 1,1 0 0,-1 1-1,1-1 1,-1 1 0,1-1 0,-1 0-1,1 0 1,-1 1 0,1-1-1,-1 0 1,1 0 0,0 1 0,-1-1-1,1 0 1,-1 0 0,1 0-1,0 0 1,0 0 0,0-3-804,-3-85-3583,-19-134-1,-2 61-3579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7:43:26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3296 10 11205,'0'0'5360,"-6"-2"-4752,-6 0-500,0 0 0,0 0 0,-1 1-1,1 0 1,0 1 0,-1 1 0,1 0 0,0 1 0,0 0-1,-1 0 1,2 2 0,-1-1 0,0 2 0,1-1-1,-1 2 1,-17 11 0,-122 82 352,5 7 0,5 6 0,-183 188 0,-318 449-3,207-144-307,23 15-342,163-242-390,29-54-1622,34-73-3388,25-63-6657,161-188 12239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77E4-7B4E-4831-9EAF-7E200216F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4FC39-9618-34FB-F233-0D1E6ACB7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534F6-65D0-786F-D22E-2A6CA4B2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69110-DC8E-23B6-E0D3-834636C3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7655C-CE7E-D0E1-1AB9-626377DC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1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8EE1-659C-D4D9-81A3-66E9B021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6E40C-BE07-9531-3E39-1946E54C8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C71B-C7DE-155B-149C-9A18AB0A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13709-A3DE-16E6-C77B-D7F6531B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65CA0-F31E-48B2-5B76-0558446D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5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681A-9F89-DFA2-C953-7B6C537D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B1AA2-1656-614D-F26E-444F80F2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F9D7A-E05D-FFE9-F7B8-E7A10403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64977-2D5A-6DAE-C0D7-D1396E2D9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47A8C-7E9A-FF61-F720-5C2BB1AC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3889-93CF-D52F-9385-8D1F7591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39FC5-5922-4F52-D708-7A7F36BB6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50650-9294-5E05-899B-564C361F0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B98E7-AE62-AF10-30AD-247229C1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CC10D-EDE2-0052-2999-6B6DC9FB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3A866-B206-F579-140D-5EBA664D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AE0C-8625-74AD-9372-D033BDF83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7D9CF-A4CF-0820-BE79-7B624072F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ABDDB-3F89-E5E8-7510-C9716F3A7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4F4ABD-61EA-1014-0B1F-72779DAA8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B4BE7-0A25-6909-E2A2-4C88932C6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DCC51-01E4-3C3D-1819-328FBAA3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1C503-82CB-97B6-8BF3-7F812DB9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542700-09CD-F22A-2213-9DFFD3F9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9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1FAE-69A4-920A-C87C-9EF4DF72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9AF3C-9354-2AE3-132A-2B7B2F74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73FC8-6CF0-315E-C47B-73AE0438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26B36-610F-46C3-74AC-CAE2D72D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7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51688-671F-D84C-A573-E7BF829A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605DC-76E5-078B-9C3B-E8A7E0CA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1E0BF-B130-C138-336F-5EAC70D3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6BD9-6C91-BFEB-C9FD-B9D68FAEC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ACA82-225F-222B-6CD9-A4410FDE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2875D-F41D-8BC0-F2CE-D381386A0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A7A3C-5A70-8C70-C061-CEAC6570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0C3F2-FD2F-CC11-C2B3-BF5D6CBD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5AECD-0E8D-E49D-8D16-B66E3099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06C9-AC65-68B5-DB03-0F04201E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00917-1DA3-2AE6-608E-E2BFE2A10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6257C-2152-87BE-E39B-EABF1B977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B30A0-C2F5-EA5D-0C32-F2C6F424A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96CFB-C75B-E39B-5E8F-F3CBA620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F419D-053C-0D2C-C8A9-AF3E32B3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B7A7C-6CBC-68B4-ED47-979F7E44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CCF71-6864-7906-A118-3A6A59D63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03667-E989-B7CB-94AB-B79DBD92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51EC8-5A29-C93A-C803-179B051A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F05EF-E0C3-1D05-8145-E624DA8A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8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9F3A30-DC11-8C4D-E66E-9DA901C20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E8EB5-DC6A-534F-01A7-E346E91C4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BE983-E595-D33F-D11C-5F5F314A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4C20F-E395-DF1E-9A5C-02C73BCF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00990-84DB-66AE-7737-809F735B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9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58515-1345-6BC4-3FAE-1D735367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97D08-F52D-04F3-833F-4B22886DE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97D3-1F5D-5CC5-E8FC-4C0560525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FF1D8-0B82-4C62-935F-88EAC8D6C167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21667-AE7E-0DAC-7DAE-3057CAF5F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1BEAB-8C6F-5D16-C9A8-BE7D88D11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0A3A1-1FE9-47D9-AAD3-3904D06E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9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671" Type="http://schemas.openxmlformats.org/officeDocument/2006/relationships/customXml" Target="../ink/ink338.xml"/><Relationship Id="rId21" Type="http://schemas.openxmlformats.org/officeDocument/2006/relationships/image" Target="../media/image10.png"/><Relationship Id="rId324" Type="http://schemas.openxmlformats.org/officeDocument/2006/relationships/image" Target="../media/image160.png"/><Relationship Id="rId531" Type="http://schemas.openxmlformats.org/officeDocument/2006/relationships/customXml" Target="../ink/ink268.xml"/><Relationship Id="rId629" Type="http://schemas.openxmlformats.org/officeDocument/2006/relationships/customXml" Target="../ink/ink317.xml"/><Relationship Id="rId170" Type="http://schemas.openxmlformats.org/officeDocument/2006/relationships/image" Target="../media/image84.png"/><Relationship Id="rId268" Type="http://schemas.openxmlformats.org/officeDocument/2006/relationships/image" Target="../media/image132.png"/><Relationship Id="rId475" Type="http://schemas.openxmlformats.org/officeDocument/2006/relationships/customXml" Target="../ink/ink240.xml"/><Relationship Id="rId682" Type="http://schemas.openxmlformats.org/officeDocument/2006/relationships/image" Target="../media/image338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5.png"/><Relationship Id="rId542" Type="http://schemas.openxmlformats.org/officeDocument/2006/relationships/image" Target="../media/image268.png"/><Relationship Id="rId181" Type="http://schemas.openxmlformats.org/officeDocument/2006/relationships/image" Target="../media/image89.png"/><Relationship Id="rId402" Type="http://schemas.openxmlformats.org/officeDocument/2006/relationships/image" Target="../media/image198.png"/><Relationship Id="rId279" Type="http://schemas.openxmlformats.org/officeDocument/2006/relationships/customXml" Target="../ink/ink141.xml"/><Relationship Id="rId486" Type="http://schemas.openxmlformats.org/officeDocument/2006/relationships/image" Target="../media/image240.png"/><Relationship Id="rId693" Type="http://schemas.openxmlformats.org/officeDocument/2006/relationships/customXml" Target="../ink/ink349.xml"/><Relationship Id="rId707" Type="http://schemas.openxmlformats.org/officeDocument/2006/relationships/customXml" Target="../ink/ink356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image" Target="../media/image170.png"/><Relationship Id="rId553" Type="http://schemas.openxmlformats.org/officeDocument/2006/relationships/customXml" Target="../ink/ink279.xml"/><Relationship Id="rId192" Type="http://schemas.openxmlformats.org/officeDocument/2006/relationships/image" Target="../media/image94.png"/><Relationship Id="rId206" Type="http://schemas.openxmlformats.org/officeDocument/2006/relationships/image" Target="../media/image101.png"/><Relationship Id="rId413" Type="http://schemas.openxmlformats.org/officeDocument/2006/relationships/customXml" Target="../ink/ink209.xml"/><Relationship Id="rId497" Type="http://schemas.openxmlformats.org/officeDocument/2006/relationships/customXml" Target="../ink/ink251.xml"/><Relationship Id="rId620" Type="http://schemas.openxmlformats.org/officeDocument/2006/relationships/image" Target="../media/image307.png"/><Relationship Id="rId357" Type="http://schemas.openxmlformats.org/officeDocument/2006/relationships/customXml" Target="../ink/ink181.xml"/><Relationship Id="rId54" Type="http://schemas.openxmlformats.org/officeDocument/2006/relationships/customXml" Target="../ink/ink27.xml"/><Relationship Id="rId217" Type="http://schemas.openxmlformats.org/officeDocument/2006/relationships/customXml" Target="../ink/ink110.xml"/><Relationship Id="rId564" Type="http://schemas.openxmlformats.org/officeDocument/2006/relationships/image" Target="../media/image279.png"/><Relationship Id="rId424" Type="http://schemas.openxmlformats.org/officeDocument/2006/relationships/image" Target="../media/image209.png"/><Relationship Id="rId631" Type="http://schemas.openxmlformats.org/officeDocument/2006/relationships/customXml" Target="../ink/ink318.xml"/><Relationship Id="rId270" Type="http://schemas.openxmlformats.org/officeDocument/2006/relationships/image" Target="../media/image133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81.png"/><Relationship Id="rId575" Type="http://schemas.openxmlformats.org/officeDocument/2006/relationships/customXml" Target="../ink/ink290.xml"/><Relationship Id="rId228" Type="http://schemas.openxmlformats.org/officeDocument/2006/relationships/image" Target="../media/image112.png"/><Relationship Id="rId435" Type="http://schemas.openxmlformats.org/officeDocument/2006/relationships/customXml" Target="../ink/ink220.xml"/><Relationship Id="rId642" Type="http://schemas.openxmlformats.org/officeDocument/2006/relationships/image" Target="../media/image318.png"/><Relationship Id="rId281" Type="http://schemas.openxmlformats.org/officeDocument/2006/relationships/customXml" Target="../ink/ink142.xml"/><Relationship Id="rId502" Type="http://schemas.openxmlformats.org/officeDocument/2006/relationships/image" Target="../media/image248.png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customXml" Target="../ink/ink192.xml"/><Relationship Id="rId586" Type="http://schemas.openxmlformats.org/officeDocument/2006/relationships/image" Target="../media/image290.png"/><Relationship Id="rId7" Type="http://schemas.openxmlformats.org/officeDocument/2006/relationships/image" Target="../media/image3.png"/><Relationship Id="rId239" Type="http://schemas.openxmlformats.org/officeDocument/2006/relationships/customXml" Target="../ink/ink121.xml"/><Relationship Id="rId446" Type="http://schemas.openxmlformats.org/officeDocument/2006/relationships/image" Target="../media/image220.png"/><Relationship Id="rId653" Type="http://schemas.openxmlformats.org/officeDocument/2006/relationships/customXml" Target="../ink/ink329.xml"/><Relationship Id="rId292" Type="http://schemas.openxmlformats.org/officeDocument/2006/relationships/image" Target="../media/image144.png"/><Relationship Id="rId306" Type="http://schemas.openxmlformats.org/officeDocument/2006/relationships/image" Target="../media/image151.png"/><Relationship Id="rId87" Type="http://schemas.openxmlformats.org/officeDocument/2006/relationships/image" Target="../media/image43.png"/><Relationship Id="rId513" Type="http://schemas.openxmlformats.org/officeDocument/2006/relationships/customXml" Target="../ink/ink259.xml"/><Relationship Id="rId597" Type="http://schemas.openxmlformats.org/officeDocument/2006/relationships/customXml" Target="../ink/ink301.xml"/><Relationship Id="rId152" Type="http://schemas.openxmlformats.org/officeDocument/2006/relationships/customXml" Target="../ink/ink76.xml"/><Relationship Id="rId457" Type="http://schemas.openxmlformats.org/officeDocument/2006/relationships/customXml" Target="../ink/ink231.xml"/><Relationship Id="rId664" Type="http://schemas.openxmlformats.org/officeDocument/2006/relationships/image" Target="../media/image329.png"/><Relationship Id="rId14" Type="http://schemas.openxmlformats.org/officeDocument/2006/relationships/customXml" Target="../ink/ink7.xml"/><Relationship Id="rId317" Type="http://schemas.openxmlformats.org/officeDocument/2006/relationships/customXml" Target="../ink/ink160.xml"/><Relationship Id="rId524" Type="http://schemas.openxmlformats.org/officeDocument/2006/relationships/image" Target="../media/image259.png"/><Relationship Id="rId98" Type="http://schemas.openxmlformats.org/officeDocument/2006/relationships/customXml" Target="../ink/ink49.xml"/><Relationship Id="rId163" Type="http://schemas.openxmlformats.org/officeDocument/2006/relationships/image" Target="../media/image81.png"/><Relationship Id="rId370" Type="http://schemas.openxmlformats.org/officeDocument/2006/relationships/image" Target="../media/image182.png"/><Relationship Id="rId230" Type="http://schemas.openxmlformats.org/officeDocument/2006/relationships/image" Target="../media/image113.png"/><Relationship Id="rId468" Type="http://schemas.openxmlformats.org/officeDocument/2006/relationships/image" Target="../media/image231.png"/><Relationship Id="rId675" Type="http://schemas.openxmlformats.org/officeDocument/2006/relationships/customXml" Target="../ink/ink340.xml"/><Relationship Id="rId25" Type="http://schemas.openxmlformats.org/officeDocument/2006/relationships/image" Target="../media/image12.png"/><Relationship Id="rId328" Type="http://schemas.openxmlformats.org/officeDocument/2006/relationships/customXml" Target="../ink/ink166.xml"/><Relationship Id="rId535" Type="http://schemas.openxmlformats.org/officeDocument/2006/relationships/customXml" Target="../ink/ink270.xml"/><Relationship Id="rId174" Type="http://schemas.openxmlformats.org/officeDocument/2006/relationships/customXml" Target="../ink/ink88.xml"/><Relationship Id="rId381" Type="http://schemas.openxmlformats.org/officeDocument/2006/relationships/customXml" Target="../ink/ink193.xml"/><Relationship Id="rId602" Type="http://schemas.openxmlformats.org/officeDocument/2006/relationships/image" Target="../media/image298.png"/><Relationship Id="rId241" Type="http://schemas.openxmlformats.org/officeDocument/2006/relationships/customXml" Target="../ink/ink122.xml"/><Relationship Id="rId479" Type="http://schemas.openxmlformats.org/officeDocument/2006/relationships/customXml" Target="../ink/ink242.xml"/><Relationship Id="rId686" Type="http://schemas.openxmlformats.org/officeDocument/2006/relationships/image" Target="../media/image340.png"/><Relationship Id="rId36" Type="http://schemas.openxmlformats.org/officeDocument/2006/relationships/customXml" Target="../ink/ink18.xml"/><Relationship Id="rId339" Type="http://schemas.openxmlformats.org/officeDocument/2006/relationships/image" Target="../media/image167.png"/><Relationship Id="rId546" Type="http://schemas.openxmlformats.org/officeDocument/2006/relationships/image" Target="../media/image270.png"/><Relationship Id="rId101" Type="http://schemas.openxmlformats.org/officeDocument/2006/relationships/image" Target="../media/image50.png"/><Relationship Id="rId185" Type="http://schemas.openxmlformats.org/officeDocument/2006/relationships/customXml" Target="../ink/ink94.xml"/><Relationship Id="rId406" Type="http://schemas.openxmlformats.org/officeDocument/2006/relationships/image" Target="../media/image200.png"/><Relationship Id="rId392" Type="http://schemas.openxmlformats.org/officeDocument/2006/relationships/image" Target="../media/image193.png"/><Relationship Id="rId613" Type="http://schemas.openxmlformats.org/officeDocument/2006/relationships/customXml" Target="../ink/ink309.xml"/><Relationship Id="rId697" Type="http://schemas.openxmlformats.org/officeDocument/2006/relationships/customXml" Target="../ink/ink351.xml"/><Relationship Id="rId252" Type="http://schemas.openxmlformats.org/officeDocument/2006/relationships/image" Target="../media/image124.png"/><Relationship Id="rId47" Type="http://schemas.openxmlformats.org/officeDocument/2006/relationships/image" Target="../media/image23.png"/><Relationship Id="rId112" Type="http://schemas.openxmlformats.org/officeDocument/2006/relationships/customXml" Target="../ink/ink56.xml"/><Relationship Id="rId557" Type="http://schemas.openxmlformats.org/officeDocument/2006/relationships/customXml" Target="../ink/ink281.xml"/><Relationship Id="rId196" Type="http://schemas.openxmlformats.org/officeDocument/2006/relationships/image" Target="../media/image96.png"/><Relationship Id="rId417" Type="http://schemas.openxmlformats.org/officeDocument/2006/relationships/customXml" Target="../ink/ink211.xml"/><Relationship Id="rId624" Type="http://schemas.openxmlformats.org/officeDocument/2006/relationships/image" Target="../media/image309.png"/><Relationship Id="rId263" Type="http://schemas.openxmlformats.org/officeDocument/2006/relationships/customXml" Target="../ink/ink133.xml"/><Relationship Id="rId470" Type="http://schemas.openxmlformats.org/officeDocument/2006/relationships/image" Target="../media/image232.png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7.xml"/><Relationship Id="rId568" Type="http://schemas.openxmlformats.org/officeDocument/2006/relationships/image" Target="../media/image281.png"/><Relationship Id="rId428" Type="http://schemas.openxmlformats.org/officeDocument/2006/relationships/image" Target="../media/image211.png"/><Relationship Id="rId635" Type="http://schemas.openxmlformats.org/officeDocument/2006/relationships/customXml" Target="../ink/ink320.xml"/><Relationship Id="rId274" Type="http://schemas.openxmlformats.org/officeDocument/2006/relationships/image" Target="../media/image135.png"/><Relationship Id="rId481" Type="http://schemas.openxmlformats.org/officeDocument/2006/relationships/customXml" Target="../ink/ink243.xml"/><Relationship Id="rId702" Type="http://schemas.openxmlformats.org/officeDocument/2006/relationships/image" Target="../media/image348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79" Type="http://schemas.openxmlformats.org/officeDocument/2006/relationships/customXml" Target="../ink/ink292.xml"/><Relationship Id="rId341" Type="http://schemas.openxmlformats.org/officeDocument/2006/relationships/image" Target="../media/image168.png"/><Relationship Id="rId439" Type="http://schemas.openxmlformats.org/officeDocument/2006/relationships/customXml" Target="../ink/ink222.xml"/><Relationship Id="rId646" Type="http://schemas.openxmlformats.org/officeDocument/2006/relationships/image" Target="../media/image320.png"/><Relationship Id="rId201" Type="http://schemas.openxmlformats.org/officeDocument/2006/relationships/customXml" Target="../ink/ink102.xml"/><Relationship Id="rId285" Type="http://schemas.openxmlformats.org/officeDocument/2006/relationships/customXml" Target="../ink/ink144.xml"/><Relationship Id="rId506" Type="http://schemas.openxmlformats.org/officeDocument/2006/relationships/image" Target="../media/image250.png"/><Relationship Id="rId492" Type="http://schemas.openxmlformats.org/officeDocument/2006/relationships/image" Target="../media/image243.png"/><Relationship Id="rId145" Type="http://schemas.openxmlformats.org/officeDocument/2006/relationships/image" Target="../media/image72.png"/><Relationship Id="rId352" Type="http://schemas.openxmlformats.org/officeDocument/2006/relationships/image" Target="../media/image173.png"/><Relationship Id="rId212" Type="http://schemas.openxmlformats.org/officeDocument/2006/relationships/image" Target="../media/image104.png"/><Relationship Id="rId657" Type="http://schemas.openxmlformats.org/officeDocument/2006/relationships/customXml" Target="../ink/ink331.xml"/><Relationship Id="rId296" Type="http://schemas.openxmlformats.org/officeDocument/2006/relationships/image" Target="../media/image146.png"/><Relationship Id="rId517" Type="http://schemas.openxmlformats.org/officeDocument/2006/relationships/customXml" Target="../ink/ink261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363" Type="http://schemas.openxmlformats.org/officeDocument/2006/relationships/customXml" Target="../ink/ink184.xml"/><Relationship Id="rId570" Type="http://schemas.openxmlformats.org/officeDocument/2006/relationships/image" Target="../media/image282.png"/><Relationship Id="rId223" Type="http://schemas.openxmlformats.org/officeDocument/2006/relationships/customXml" Target="../ink/ink113.xml"/><Relationship Id="rId430" Type="http://schemas.openxmlformats.org/officeDocument/2006/relationships/image" Target="../media/image212.png"/><Relationship Id="rId668" Type="http://schemas.openxmlformats.org/officeDocument/2006/relationships/image" Target="../media/image331.png"/><Relationship Id="rId18" Type="http://schemas.openxmlformats.org/officeDocument/2006/relationships/customXml" Target="../ink/ink9.xml"/><Relationship Id="rId528" Type="http://schemas.openxmlformats.org/officeDocument/2006/relationships/image" Target="../media/image261.png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8.xml"/><Relationship Id="rId374" Type="http://schemas.openxmlformats.org/officeDocument/2006/relationships/image" Target="../media/image184.png"/><Relationship Id="rId581" Type="http://schemas.openxmlformats.org/officeDocument/2006/relationships/customXml" Target="../ink/ink293.xml"/><Relationship Id="rId71" Type="http://schemas.openxmlformats.org/officeDocument/2006/relationships/image" Target="../media/image35.png"/><Relationship Id="rId234" Type="http://schemas.openxmlformats.org/officeDocument/2006/relationships/image" Target="../media/image115.png"/><Relationship Id="rId637" Type="http://schemas.openxmlformats.org/officeDocument/2006/relationships/customXml" Target="../ink/ink321.xml"/><Relationship Id="rId679" Type="http://schemas.openxmlformats.org/officeDocument/2006/relationships/customXml" Target="../ink/ink342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image" Target="../media/image136.png"/><Relationship Id="rId441" Type="http://schemas.openxmlformats.org/officeDocument/2006/relationships/customXml" Target="../ink/ink223.xml"/><Relationship Id="rId483" Type="http://schemas.openxmlformats.org/officeDocument/2006/relationships/customXml" Target="../ink/ink244.xml"/><Relationship Id="rId539" Type="http://schemas.openxmlformats.org/officeDocument/2006/relationships/customXml" Target="../ink/ink272.xml"/><Relationship Id="rId690" Type="http://schemas.openxmlformats.org/officeDocument/2006/relationships/image" Target="../media/image342.png"/><Relationship Id="rId704" Type="http://schemas.openxmlformats.org/officeDocument/2006/relationships/image" Target="../media/image349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90.xml"/><Relationship Id="rId301" Type="http://schemas.openxmlformats.org/officeDocument/2006/relationships/customXml" Target="../ink/ink152.xml"/><Relationship Id="rId343" Type="http://schemas.openxmlformats.org/officeDocument/2006/relationships/customXml" Target="../ink/ink174.xml"/><Relationship Id="rId550" Type="http://schemas.openxmlformats.org/officeDocument/2006/relationships/image" Target="../media/image272.png"/><Relationship Id="rId82" Type="http://schemas.openxmlformats.org/officeDocument/2006/relationships/customXml" Target="../ink/ink41.xml"/><Relationship Id="rId203" Type="http://schemas.openxmlformats.org/officeDocument/2006/relationships/customXml" Target="../ink/ink103.xml"/><Relationship Id="rId385" Type="http://schemas.openxmlformats.org/officeDocument/2006/relationships/customXml" Target="../ink/ink195.xml"/><Relationship Id="rId592" Type="http://schemas.openxmlformats.org/officeDocument/2006/relationships/image" Target="../media/image293.png"/><Relationship Id="rId606" Type="http://schemas.openxmlformats.org/officeDocument/2006/relationships/image" Target="../media/image300.png"/><Relationship Id="rId648" Type="http://schemas.openxmlformats.org/officeDocument/2006/relationships/image" Target="../media/image321.png"/><Relationship Id="rId245" Type="http://schemas.openxmlformats.org/officeDocument/2006/relationships/customXml" Target="../ink/ink124.xml"/><Relationship Id="rId287" Type="http://schemas.openxmlformats.org/officeDocument/2006/relationships/customXml" Target="../ink/ink145.xml"/><Relationship Id="rId410" Type="http://schemas.openxmlformats.org/officeDocument/2006/relationships/image" Target="../media/image202.png"/><Relationship Id="rId452" Type="http://schemas.openxmlformats.org/officeDocument/2006/relationships/image" Target="../media/image223.png"/><Relationship Id="rId494" Type="http://schemas.openxmlformats.org/officeDocument/2006/relationships/image" Target="../media/image244.png"/><Relationship Id="rId508" Type="http://schemas.openxmlformats.org/officeDocument/2006/relationships/image" Target="../media/image251.png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image" Target="../media/image154.png"/><Relationship Id="rId354" Type="http://schemas.openxmlformats.org/officeDocument/2006/relationships/image" Target="../media/image174.png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customXml" Target="../ink/ink96.xml"/><Relationship Id="rId396" Type="http://schemas.openxmlformats.org/officeDocument/2006/relationships/image" Target="../media/image195.png"/><Relationship Id="rId561" Type="http://schemas.openxmlformats.org/officeDocument/2006/relationships/customXml" Target="../ink/ink283.xml"/><Relationship Id="rId617" Type="http://schemas.openxmlformats.org/officeDocument/2006/relationships/customXml" Target="../ink/ink311.xml"/><Relationship Id="rId659" Type="http://schemas.openxmlformats.org/officeDocument/2006/relationships/customXml" Target="../ink/ink332.xml"/><Relationship Id="rId214" Type="http://schemas.openxmlformats.org/officeDocument/2006/relationships/image" Target="../media/image105.png"/><Relationship Id="rId256" Type="http://schemas.openxmlformats.org/officeDocument/2006/relationships/image" Target="../media/image126.png"/><Relationship Id="rId298" Type="http://schemas.openxmlformats.org/officeDocument/2006/relationships/image" Target="../media/image147.png"/><Relationship Id="rId421" Type="http://schemas.openxmlformats.org/officeDocument/2006/relationships/customXml" Target="../ink/ink213.xml"/><Relationship Id="rId463" Type="http://schemas.openxmlformats.org/officeDocument/2006/relationships/customXml" Target="../ink/ink234.xml"/><Relationship Id="rId519" Type="http://schemas.openxmlformats.org/officeDocument/2006/relationships/customXml" Target="../ink/ink262.xml"/><Relationship Id="rId670" Type="http://schemas.openxmlformats.org/officeDocument/2006/relationships/image" Target="../media/image332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customXml" Target="../ink/ink163.xml"/><Relationship Id="rId530" Type="http://schemas.openxmlformats.org/officeDocument/2006/relationships/image" Target="../media/image262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customXml" Target="../ink/ink185.xml"/><Relationship Id="rId572" Type="http://schemas.openxmlformats.org/officeDocument/2006/relationships/image" Target="../media/image283.png"/><Relationship Id="rId628" Type="http://schemas.openxmlformats.org/officeDocument/2006/relationships/image" Target="../media/image311.png"/><Relationship Id="rId225" Type="http://schemas.openxmlformats.org/officeDocument/2006/relationships/customXml" Target="../ink/ink114.xml"/><Relationship Id="rId267" Type="http://schemas.openxmlformats.org/officeDocument/2006/relationships/customXml" Target="../ink/ink135.xml"/><Relationship Id="rId432" Type="http://schemas.openxmlformats.org/officeDocument/2006/relationships/image" Target="../media/image213.png"/><Relationship Id="rId474" Type="http://schemas.openxmlformats.org/officeDocument/2006/relationships/image" Target="../media/image234.png"/><Relationship Id="rId127" Type="http://schemas.openxmlformats.org/officeDocument/2006/relationships/image" Target="../media/image63.png"/><Relationship Id="rId681" Type="http://schemas.openxmlformats.org/officeDocument/2006/relationships/customXml" Target="../ink/ink343.xml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customXml" Target="../ink/ink85.xml"/><Relationship Id="rId334" Type="http://schemas.openxmlformats.org/officeDocument/2006/relationships/customXml" Target="../ink/ink169.xml"/><Relationship Id="rId376" Type="http://schemas.openxmlformats.org/officeDocument/2006/relationships/image" Target="../media/image185.png"/><Relationship Id="rId541" Type="http://schemas.openxmlformats.org/officeDocument/2006/relationships/customXml" Target="../ink/ink273.xml"/><Relationship Id="rId583" Type="http://schemas.openxmlformats.org/officeDocument/2006/relationships/customXml" Target="../ink/ink294.xml"/><Relationship Id="rId639" Type="http://schemas.openxmlformats.org/officeDocument/2006/relationships/customXml" Target="../ink/ink322.xml"/><Relationship Id="rId4" Type="http://schemas.openxmlformats.org/officeDocument/2006/relationships/customXml" Target="../ink/ink2.xml"/><Relationship Id="rId180" Type="http://schemas.openxmlformats.org/officeDocument/2006/relationships/customXml" Target="../ink/ink91.xml"/><Relationship Id="rId236" Type="http://schemas.openxmlformats.org/officeDocument/2006/relationships/image" Target="../media/image116.png"/><Relationship Id="rId278" Type="http://schemas.openxmlformats.org/officeDocument/2006/relationships/image" Target="../media/image137.png"/><Relationship Id="rId401" Type="http://schemas.openxmlformats.org/officeDocument/2006/relationships/customXml" Target="../ink/ink203.xml"/><Relationship Id="rId443" Type="http://schemas.openxmlformats.org/officeDocument/2006/relationships/customXml" Target="../ink/ink224.xml"/><Relationship Id="rId650" Type="http://schemas.openxmlformats.org/officeDocument/2006/relationships/image" Target="../media/image322.png"/><Relationship Id="rId303" Type="http://schemas.openxmlformats.org/officeDocument/2006/relationships/customXml" Target="../ink/ink153.xml"/><Relationship Id="rId485" Type="http://schemas.openxmlformats.org/officeDocument/2006/relationships/customXml" Target="../ink/ink245.xml"/><Relationship Id="rId692" Type="http://schemas.openxmlformats.org/officeDocument/2006/relationships/image" Target="../media/image343.png"/><Relationship Id="rId706" Type="http://schemas.openxmlformats.org/officeDocument/2006/relationships/image" Target="../media/image350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5.xml"/><Relationship Id="rId387" Type="http://schemas.openxmlformats.org/officeDocument/2006/relationships/customXml" Target="../ink/ink196.xml"/><Relationship Id="rId510" Type="http://schemas.openxmlformats.org/officeDocument/2006/relationships/image" Target="../media/image252.png"/><Relationship Id="rId552" Type="http://schemas.openxmlformats.org/officeDocument/2006/relationships/image" Target="../media/image273.png"/><Relationship Id="rId594" Type="http://schemas.openxmlformats.org/officeDocument/2006/relationships/image" Target="../media/image294.png"/><Relationship Id="rId608" Type="http://schemas.openxmlformats.org/officeDocument/2006/relationships/image" Target="../media/image301.png"/><Relationship Id="rId191" Type="http://schemas.openxmlformats.org/officeDocument/2006/relationships/customXml" Target="../ink/ink97.xml"/><Relationship Id="rId205" Type="http://schemas.openxmlformats.org/officeDocument/2006/relationships/customXml" Target="../ink/ink104.xml"/><Relationship Id="rId247" Type="http://schemas.openxmlformats.org/officeDocument/2006/relationships/customXml" Target="../ink/ink125.xml"/><Relationship Id="rId412" Type="http://schemas.openxmlformats.org/officeDocument/2006/relationships/image" Target="../media/image203.png"/><Relationship Id="rId107" Type="http://schemas.openxmlformats.org/officeDocument/2006/relationships/image" Target="../media/image53.png"/><Relationship Id="rId289" Type="http://schemas.openxmlformats.org/officeDocument/2006/relationships/customXml" Target="../ink/ink146.xml"/><Relationship Id="rId454" Type="http://schemas.openxmlformats.org/officeDocument/2006/relationships/image" Target="../media/image224.png"/><Relationship Id="rId496" Type="http://schemas.openxmlformats.org/officeDocument/2006/relationships/image" Target="../media/image245.png"/><Relationship Id="rId661" Type="http://schemas.openxmlformats.org/officeDocument/2006/relationships/customXml" Target="../ink/ink333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5.png"/><Relationship Id="rId356" Type="http://schemas.openxmlformats.org/officeDocument/2006/relationships/image" Target="../media/image175.png"/><Relationship Id="rId398" Type="http://schemas.openxmlformats.org/officeDocument/2006/relationships/image" Target="../media/image196.png"/><Relationship Id="rId521" Type="http://schemas.openxmlformats.org/officeDocument/2006/relationships/customXml" Target="../ink/ink263.xml"/><Relationship Id="rId563" Type="http://schemas.openxmlformats.org/officeDocument/2006/relationships/customXml" Target="../ink/ink284.xml"/><Relationship Id="rId619" Type="http://schemas.openxmlformats.org/officeDocument/2006/relationships/customXml" Target="../ink/ink312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image" Target="../media/image106.png"/><Relationship Id="rId423" Type="http://schemas.openxmlformats.org/officeDocument/2006/relationships/customXml" Target="../ink/ink214.xml"/><Relationship Id="rId258" Type="http://schemas.openxmlformats.org/officeDocument/2006/relationships/image" Target="../media/image127.png"/><Relationship Id="rId465" Type="http://schemas.openxmlformats.org/officeDocument/2006/relationships/customXml" Target="../ink/ink235.xml"/><Relationship Id="rId630" Type="http://schemas.openxmlformats.org/officeDocument/2006/relationships/image" Target="../media/image312.png"/><Relationship Id="rId672" Type="http://schemas.openxmlformats.org/officeDocument/2006/relationships/image" Target="../media/image333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4.xml"/><Relationship Id="rId367" Type="http://schemas.openxmlformats.org/officeDocument/2006/relationships/customXml" Target="../ink/ink186.xml"/><Relationship Id="rId532" Type="http://schemas.openxmlformats.org/officeDocument/2006/relationships/image" Target="../media/image263.png"/><Relationship Id="rId574" Type="http://schemas.openxmlformats.org/officeDocument/2006/relationships/image" Target="../media/image284.png"/><Relationship Id="rId171" Type="http://schemas.openxmlformats.org/officeDocument/2006/relationships/customXml" Target="../ink/ink86.xml"/><Relationship Id="rId227" Type="http://schemas.openxmlformats.org/officeDocument/2006/relationships/customXml" Target="../ink/ink115.xml"/><Relationship Id="rId269" Type="http://schemas.openxmlformats.org/officeDocument/2006/relationships/customXml" Target="../ink/ink136.xml"/><Relationship Id="rId434" Type="http://schemas.openxmlformats.org/officeDocument/2006/relationships/image" Target="../media/image214.png"/><Relationship Id="rId476" Type="http://schemas.openxmlformats.org/officeDocument/2006/relationships/image" Target="../media/image235.png"/><Relationship Id="rId641" Type="http://schemas.openxmlformats.org/officeDocument/2006/relationships/customXml" Target="../ink/ink323.xml"/><Relationship Id="rId683" Type="http://schemas.openxmlformats.org/officeDocument/2006/relationships/customXml" Target="../ink/ink344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38.png"/><Relationship Id="rId336" Type="http://schemas.openxmlformats.org/officeDocument/2006/relationships/customXml" Target="../ink/ink170.xml"/><Relationship Id="rId501" Type="http://schemas.openxmlformats.org/officeDocument/2006/relationships/customXml" Target="../ink/ink253.xml"/><Relationship Id="rId543" Type="http://schemas.openxmlformats.org/officeDocument/2006/relationships/customXml" Target="../ink/ink274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2.xml"/><Relationship Id="rId378" Type="http://schemas.openxmlformats.org/officeDocument/2006/relationships/image" Target="../media/image186.png"/><Relationship Id="rId403" Type="http://schemas.openxmlformats.org/officeDocument/2006/relationships/customXml" Target="../ink/ink204.xml"/><Relationship Id="rId585" Type="http://schemas.openxmlformats.org/officeDocument/2006/relationships/customXml" Target="../ink/ink295.xml"/><Relationship Id="rId6" Type="http://schemas.openxmlformats.org/officeDocument/2006/relationships/customXml" Target="../ink/ink3.xml"/><Relationship Id="rId238" Type="http://schemas.openxmlformats.org/officeDocument/2006/relationships/image" Target="../media/image117.png"/><Relationship Id="rId445" Type="http://schemas.openxmlformats.org/officeDocument/2006/relationships/customXml" Target="../ink/ink225.xml"/><Relationship Id="rId487" Type="http://schemas.openxmlformats.org/officeDocument/2006/relationships/customXml" Target="../ink/ink246.xml"/><Relationship Id="rId610" Type="http://schemas.openxmlformats.org/officeDocument/2006/relationships/image" Target="../media/image302.png"/><Relationship Id="rId652" Type="http://schemas.openxmlformats.org/officeDocument/2006/relationships/image" Target="../media/image323.png"/><Relationship Id="rId694" Type="http://schemas.openxmlformats.org/officeDocument/2006/relationships/image" Target="../media/image344.png"/><Relationship Id="rId708" Type="http://schemas.openxmlformats.org/officeDocument/2006/relationships/image" Target="../media/image351.png"/><Relationship Id="rId291" Type="http://schemas.openxmlformats.org/officeDocument/2006/relationships/customXml" Target="../ink/ink147.xml"/><Relationship Id="rId305" Type="http://schemas.openxmlformats.org/officeDocument/2006/relationships/customXml" Target="../ink/ink154.xml"/><Relationship Id="rId347" Type="http://schemas.openxmlformats.org/officeDocument/2006/relationships/customXml" Target="../ink/ink176.xml"/><Relationship Id="rId512" Type="http://schemas.openxmlformats.org/officeDocument/2006/relationships/image" Target="../media/image253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customXml" Target="../ink/ink197.xml"/><Relationship Id="rId554" Type="http://schemas.openxmlformats.org/officeDocument/2006/relationships/image" Target="../media/image274.png"/><Relationship Id="rId596" Type="http://schemas.openxmlformats.org/officeDocument/2006/relationships/image" Target="../media/image295.png"/><Relationship Id="rId193" Type="http://schemas.openxmlformats.org/officeDocument/2006/relationships/customXml" Target="../ink/ink98.xml"/><Relationship Id="rId207" Type="http://schemas.openxmlformats.org/officeDocument/2006/relationships/customXml" Target="../ink/ink105.xml"/><Relationship Id="rId249" Type="http://schemas.openxmlformats.org/officeDocument/2006/relationships/customXml" Target="../ink/ink126.xml"/><Relationship Id="rId414" Type="http://schemas.openxmlformats.org/officeDocument/2006/relationships/image" Target="../media/image204.png"/><Relationship Id="rId456" Type="http://schemas.openxmlformats.org/officeDocument/2006/relationships/image" Target="../media/image225.png"/><Relationship Id="rId498" Type="http://schemas.openxmlformats.org/officeDocument/2006/relationships/image" Target="../media/image246.png"/><Relationship Id="rId621" Type="http://schemas.openxmlformats.org/officeDocument/2006/relationships/customXml" Target="../ink/ink313.xml"/><Relationship Id="rId663" Type="http://schemas.openxmlformats.org/officeDocument/2006/relationships/customXml" Target="../ink/ink334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8.png"/><Relationship Id="rId316" Type="http://schemas.openxmlformats.org/officeDocument/2006/relationships/image" Target="../media/image156.png"/><Relationship Id="rId523" Type="http://schemas.openxmlformats.org/officeDocument/2006/relationships/customXml" Target="../ink/ink264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76.png"/><Relationship Id="rId565" Type="http://schemas.openxmlformats.org/officeDocument/2006/relationships/customXml" Target="../ink/ink285.xml"/><Relationship Id="rId162" Type="http://schemas.openxmlformats.org/officeDocument/2006/relationships/customXml" Target="../ink/ink81.xml"/><Relationship Id="rId218" Type="http://schemas.openxmlformats.org/officeDocument/2006/relationships/image" Target="../media/image107.png"/><Relationship Id="rId425" Type="http://schemas.openxmlformats.org/officeDocument/2006/relationships/customXml" Target="../ink/ink215.xml"/><Relationship Id="rId467" Type="http://schemas.openxmlformats.org/officeDocument/2006/relationships/customXml" Target="../ink/ink236.xml"/><Relationship Id="rId632" Type="http://schemas.openxmlformats.org/officeDocument/2006/relationships/image" Target="../media/image313.png"/><Relationship Id="rId271" Type="http://schemas.openxmlformats.org/officeDocument/2006/relationships/customXml" Target="../ink/ink137.xml"/><Relationship Id="rId674" Type="http://schemas.openxmlformats.org/officeDocument/2006/relationships/image" Target="../media/image334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5.xml"/><Relationship Id="rId369" Type="http://schemas.openxmlformats.org/officeDocument/2006/relationships/customXml" Target="../ink/ink187.xml"/><Relationship Id="rId534" Type="http://schemas.openxmlformats.org/officeDocument/2006/relationships/image" Target="../media/image264.png"/><Relationship Id="rId576" Type="http://schemas.openxmlformats.org/officeDocument/2006/relationships/image" Target="../media/image285.png"/><Relationship Id="rId173" Type="http://schemas.openxmlformats.org/officeDocument/2006/relationships/customXml" Target="../ink/ink87.xml"/><Relationship Id="rId229" Type="http://schemas.openxmlformats.org/officeDocument/2006/relationships/customXml" Target="../ink/ink116.xml"/><Relationship Id="rId380" Type="http://schemas.openxmlformats.org/officeDocument/2006/relationships/image" Target="../media/image187.png"/><Relationship Id="rId436" Type="http://schemas.openxmlformats.org/officeDocument/2006/relationships/image" Target="../media/image215.png"/><Relationship Id="rId601" Type="http://schemas.openxmlformats.org/officeDocument/2006/relationships/customXml" Target="../ink/ink303.xml"/><Relationship Id="rId643" Type="http://schemas.openxmlformats.org/officeDocument/2006/relationships/customXml" Target="../ink/ink324.xml"/><Relationship Id="rId240" Type="http://schemas.openxmlformats.org/officeDocument/2006/relationships/image" Target="../media/image118.png"/><Relationship Id="rId478" Type="http://schemas.openxmlformats.org/officeDocument/2006/relationships/image" Target="../media/image236.png"/><Relationship Id="rId685" Type="http://schemas.openxmlformats.org/officeDocument/2006/relationships/customXml" Target="../ink/ink345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39.png"/><Relationship Id="rId338" Type="http://schemas.openxmlformats.org/officeDocument/2006/relationships/customXml" Target="../ink/ink171.xml"/><Relationship Id="rId503" Type="http://schemas.openxmlformats.org/officeDocument/2006/relationships/customXml" Target="../ink/ink254.xml"/><Relationship Id="rId545" Type="http://schemas.openxmlformats.org/officeDocument/2006/relationships/customXml" Target="../ink/ink275.xml"/><Relationship Id="rId587" Type="http://schemas.openxmlformats.org/officeDocument/2006/relationships/customXml" Target="../ink/ink296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image" Target="../media/image90.png"/><Relationship Id="rId391" Type="http://schemas.openxmlformats.org/officeDocument/2006/relationships/customXml" Target="../ink/ink198.xml"/><Relationship Id="rId405" Type="http://schemas.openxmlformats.org/officeDocument/2006/relationships/customXml" Target="../ink/ink205.xml"/><Relationship Id="rId447" Type="http://schemas.openxmlformats.org/officeDocument/2006/relationships/customXml" Target="../ink/ink226.xml"/><Relationship Id="rId612" Type="http://schemas.openxmlformats.org/officeDocument/2006/relationships/image" Target="../media/image303.png"/><Relationship Id="rId251" Type="http://schemas.openxmlformats.org/officeDocument/2006/relationships/customXml" Target="../ink/ink127.xml"/><Relationship Id="rId489" Type="http://schemas.openxmlformats.org/officeDocument/2006/relationships/customXml" Target="../ink/ink247.xml"/><Relationship Id="rId654" Type="http://schemas.openxmlformats.org/officeDocument/2006/relationships/image" Target="../media/image324.png"/><Relationship Id="rId696" Type="http://schemas.openxmlformats.org/officeDocument/2006/relationships/image" Target="../media/image345.png"/><Relationship Id="rId46" Type="http://schemas.openxmlformats.org/officeDocument/2006/relationships/customXml" Target="../ink/ink23.xml"/><Relationship Id="rId293" Type="http://schemas.openxmlformats.org/officeDocument/2006/relationships/customXml" Target="../ink/ink148.xml"/><Relationship Id="rId307" Type="http://schemas.openxmlformats.org/officeDocument/2006/relationships/customXml" Target="../ink/ink155.xml"/><Relationship Id="rId349" Type="http://schemas.openxmlformats.org/officeDocument/2006/relationships/customXml" Target="../ink/ink177.xml"/><Relationship Id="rId514" Type="http://schemas.openxmlformats.org/officeDocument/2006/relationships/image" Target="../media/image254.png"/><Relationship Id="rId556" Type="http://schemas.openxmlformats.org/officeDocument/2006/relationships/image" Target="../media/image275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customXml" Target="../ink/ink99.xml"/><Relationship Id="rId209" Type="http://schemas.openxmlformats.org/officeDocument/2006/relationships/customXml" Target="../ink/ink106.xml"/><Relationship Id="rId360" Type="http://schemas.openxmlformats.org/officeDocument/2006/relationships/image" Target="../media/image177.png"/><Relationship Id="rId416" Type="http://schemas.openxmlformats.org/officeDocument/2006/relationships/image" Target="../media/image205.png"/><Relationship Id="rId598" Type="http://schemas.openxmlformats.org/officeDocument/2006/relationships/image" Target="../media/image296.png"/><Relationship Id="rId220" Type="http://schemas.openxmlformats.org/officeDocument/2006/relationships/image" Target="../media/image108.png"/><Relationship Id="rId458" Type="http://schemas.openxmlformats.org/officeDocument/2006/relationships/image" Target="../media/image226.png"/><Relationship Id="rId623" Type="http://schemas.openxmlformats.org/officeDocument/2006/relationships/customXml" Target="../ink/ink314.xml"/><Relationship Id="rId665" Type="http://schemas.openxmlformats.org/officeDocument/2006/relationships/customXml" Target="../ink/ink335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29.png"/><Relationship Id="rId318" Type="http://schemas.openxmlformats.org/officeDocument/2006/relationships/image" Target="../media/image157.png"/><Relationship Id="rId525" Type="http://schemas.openxmlformats.org/officeDocument/2006/relationships/customXml" Target="../ink/ink265.xml"/><Relationship Id="rId567" Type="http://schemas.openxmlformats.org/officeDocument/2006/relationships/customXml" Target="../ink/ink286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88.xml"/><Relationship Id="rId427" Type="http://schemas.openxmlformats.org/officeDocument/2006/relationships/customXml" Target="../ink/ink216.xml"/><Relationship Id="rId469" Type="http://schemas.openxmlformats.org/officeDocument/2006/relationships/customXml" Target="../ink/ink237.xml"/><Relationship Id="rId634" Type="http://schemas.openxmlformats.org/officeDocument/2006/relationships/image" Target="../media/image314.png"/><Relationship Id="rId676" Type="http://schemas.openxmlformats.org/officeDocument/2006/relationships/image" Target="../media/image335.png"/><Relationship Id="rId26" Type="http://schemas.openxmlformats.org/officeDocument/2006/relationships/customXml" Target="../ink/ink13.xml"/><Relationship Id="rId231" Type="http://schemas.openxmlformats.org/officeDocument/2006/relationships/customXml" Target="../ink/ink117.xml"/><Relationship Id="rId273" Type="http://schemas.openxmlformats.org/officeDocument/2006/relationships/customXml" Target="../ink/ink138.xml"/><Relationship Id="rId329" Type="http://schemas.openxmlformats.org/officeDocument/2006/relationships/image" Target="../media/image162.png"/><Relationship Id="rId480" Type="http://schemas.openxmlformats.org/officeDocument/2006/relationships/image" Target="../media/image237.png"/><Relationship Id="rId536" Type="http://schemas.openxmlformats.org/officeDocument/2006/relationships/image" Target="../media/image265.png"/><Relationship Id="rId701" Type="http://schemas.openxmlformats.org/officeDocument/2006/relationships/customXml" Target="../ink/ink353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6.png"/><Relationship Id="rId340" Type="http://schemas.openxmlformats.org/officeDocument/2006/relationships/customXml" Target="../ink/ink172.xml"/><Relationship Id="rId578" Type="http://schemas.openxmlformats.org/officeDocument/2006/relationships/image" Target="../media/image286.png"/><Relationship Id="rId200" Type="http://schemas.openxmlformats.org/officeDocument/2006/relationships/image" Target="../media/image98.png"/><Relationship Id="rId382" Type="http://schemas.openxmlformats.org/officeDocument/2006/relationships/image" Target="../media/image188.png"/><Relationship Id="rId438" Type="http://schemas.openxmlformats.org/officeDocument/2006/relationships/image" Target="../media/image216.png"/><Relationship Id="rId603" Type="http://schemas.openxmlformats.org/officeDocument/2006/relationships/customXml" Target="../ink/ink304.xml"/><Relationship Id="rId645" Type="http://schemas.openxmlformats.org/officeDocument/2006/relationships/customXml" Target="../ink/ink325.xml"/><Relationship Id="rId687" Type="http://schemas.openxmlformats.org/officeDocument/2006/relationships/customXml" Target="../ink/ink346.xml"/><Relationship Id="rId242" Type="http://schemas.openxmlformats.org/officeDocument/2006/relationships/image" Target="../media/image119.png"/><Relationship Id="rId284" Type="http://schemas.openxmlformats.org/officeDocument/2006/relationships/image" Target="../media/image140.png"/><Relationship Id="rId491" Type="http://schemas.openxmlformats.org/officeDocument/2006/relationships/customXml" Target="../ink/ink248.xml"/><Relationship Id="rId505" Type="http://schemas.openxmlformats.org/officeDocument/2006/relationships/customXml" Target="../ink/ink255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6.xml"/><Relationship Id="rId589" Type="http://schemas.openxmlformats.org/officeDocument/2006/relationships/customXml" Target="../ink/ink297.xml"/><Relationship Id="rId90" Type="http://schemas.openxmlformats.org/officeDocument/2006/relationships/customXml" Target="../ink/ink45.xml"/><Relationship Id="rId186" Type="http://schemas.openxmlformats.org/officeDocument/2006/relationships/image" Target="../media/image91.png"/><Relationship Id="rId351" Type="http://schemas.openxmlformats.org/officeDocument/2006/relationships/customXml" Target="../ink/ink178.xml"/><Relationship Id="rId393" Type="http://schemas.openxmlformats.org/officeDocument/2006/relationships/customXml" Target="../ink/ink199.xml"/><Relationship Id="rId407" Type="http://schemas.openxmlformats.org/officeDocument/2006/relationships/customXml" Target="../ink/ink206.xml"/><Relationship Id="rId449" Type="http://schemas.openxmlformats.org/officeDocument/2006/relationships/customXml" Target="../ink/ink227.xml"/><Relationship Id="rId614" Type="http://schemas.openxmlformats.org/officeDocument/2006/relationships/image" Target="../media/image304.png"/><Relationship Id="rId656" Type="http://schemas.openxmlformats.org/officeDocument/2006/relationships/image" Target="../media/image325.png"/><Relationship Id="rId211" Type="http://schemas.openxmlformats.org/officeDocument/2006/relationships/customXml" Target="../ink/ink107.xml"/><Relationship Id="rId253" Type="http://schemas.openxmlformats.org/officeDocument/2006/relationships/customXml" Target="../ink/ink128.xml"/><Relationship Id="rId295" Type="http://schemas.openxmlformats.org/officeDocument/2006/relationships/customXml" Target="../ink/ink149.xml"/><Relationship Id="rId309" Type="http://schemas.openxmlformats.org/officeDocument/2006/relationships/customXml" Target="../ink/ink156.xml"/><Relationship Id="rId460" Type="http://schemas.openxmlformats.org/officeDocument/2006/relationships/image" Target="../media/image227.png"/><Relationship Id="rId516" Type="http://schemas.openxmlformats.org/officeDocument/2006/relationships/image" Target="../media/image255.png"/><Relationship Id="rId698" Type="http://schemas.openxmlformats.org/officeDocument/2006/relationships/image" Target="../media/image346.png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58.png"/><Relationship Id="rId558" Type="http://schemas.openxmlformats.org/officeDocument/2006/relationships/image" Target="../media/image276.png"/><Relationship Id="rId155" Type="http://schemas.openxmlformats.org/officeDocument/2006/relationships/image" Target="../media/image77.png"/><Relationship Id="rId197" Type="http://schemas.openxmlformats.org/officeDocument/2006/relationships/customXml" Target="../ink/ink100.xml"/><Relationship Id="rId362" Type="http://schemas.openxmlformats.org/officeDocument/2006/relationships/image" Target="../media/image178.png"/><Relationship Id="rId418" Type="http://schemas.openxmlformats.org/officeDocument/2006/relationships/image" Target="../media/image206.png"/><Relationship Id="rId625" Type="http://schemas.openxmlformats.org/officeDocument/2006/relationships/customXml" Target="../ink/ink315.xml"/><Relationship Id="rId222" Type="http://schemas.openxmlformats.org/officeDocument/2006/relationships/image" Target="../media/image109.png"/><Relationship Id="rId264" Type="http://schemas.openxmlformats.org/officeDocument/2006/relationships/image" Target="../media/image130.png"/><Relationship Id="rId471" Type="http://schemas.openxmlformats.org/officeDocument/2006/relationships/customXml" Target="../ink/ink238.xml"/><Relationship Id="rId667" Type="http://schemas.openxmlformats.org/officeDocument/2006/relationships/customXml" Target="../ink/ink336.xml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customXml" Target="../ink/ink266.xml"/><Relationship Id="rId569" Type="http://schemas.openxmlformats.org/officeDocument/2006/relationships/customXml" Target="../ink/ink287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3.png"/><Relationship Id="rId373" Type="http://schemas.openxmlformats.org/officeDocument/2006/relationships/customXml" Target="../ink/ink189.xml"/><Relationship Id="rId429" Type="http://schemas.openxmlformats.org/officeDocument/2006/relationships/customXml" Target="../ink/ink217.xml"/><Relationship Id="rId580" Type="http://schemas.openxmlformats.org/officeDocument/2006/relationships/image" Target="../media/image287.png"/><Relationship Id="rId636" Type="http://schemas.openxmlformats.org/officeDocument/2006/relationships/image" Target="../media/image315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18.xml"/><Relationship Id="rId440" Type="http://schemas.openxmlformats.org/officeDocument/2006/relationships/image" Target="../media/image217.png"/><Relationship Id="rId678" Type="http://schemas.openxmlformats.org/officeDocument/2006/relationships/image" Target="../media/image336.png"/><Relationship Id="rId28" Type="http://schemas.openxmlformats.org/officeDocument/2006/relationships/customXml" Target="../ink/ink14.xml"/><Relationship Id="rId275" Type="http://schemas.openxmlformats.org/officeDocument/2006/relationships/customXml" Target="../ink/ink139.xml"/><Relationship Id="rId300" Type="http://schemas.openxmlformats.org/officeDocument/2006/relationships/image" Target="../media/image148.png"/><Relationship Id="rId482" Type="http://schemas.openxmlformats.org/officeDocument/2006/relationships/image" Target="../media/image238.png"/><Relationship Id="rId538" Type="http://schemas.openxmlformats.org/officeDocument/2006/relationships/image" Target="../media/image266.png"/><Relationship Id="rId703" Type="http://schemas.openxmlformats.org/officeDocument/2006/relationships/customXml" Target="../ink/ink354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7.png"/><Relationship Id="rId342" Type="http://schemas.openxmlformats.org/officeDocument/2006/relationships/customXml" Target="../ink/ink173.xml"/><Relationship Id="rId384" Type="http://schemas.openxmlformats.org/officeDocument/2006/relationships/image" Target="../media/image189.png"/><Relationship Id="rId591" Type="http://schemas.openxmlformats.org/officeDocument/2006/relationships/customXml" Target="../ink/ink298.xml"/><Relationship Id="rId605" Type="http://schemas.openxmlformats.org/officeDocument/2006/relationships/customXml" Target="../ink/ink305.xml"/><Relationship Id="rId202" Type="http://schemas.openxmlformats.org/officeDocument/2006/relationships/image" Target="../media/image99.png"/><Relationship Id="rId244" Type="http://schemas.openxmlformats.org/officeDocument/2006/relationships/image" Target="../media/image120.png"/><Relationship Id="rId647" Type="http://schemas.openxmlformats.org/officeDocument/2006/relationships/customXml" Target="../ink/ink326.xml"/><Relationship Id="rId689" Type="http://schemas.openxmlformats.org/officeDocument/2006/relationships/customXml" Target="../ink/ink347.xml"/><Relationship Id="rId39" Type="http://schemas.openxmlformats.org/officeDocument/2006/relationships/image" Target="../media/image19.png"/><Relationship Id="rId286" Type="http://schemas.openxmlformats.org/officeDocument/2006/relationships/image" Target="../media/image141.png"/><Relationship Id="rId451" Type="http://schemas.openxmlformats.org/officeDocument/2006/relationships/customXml" Target="../ink/ink228.xml"/><Relationship Id="rId493" Type="http://schemas.openxmlformats.org/officeDocument/2006/relationships/customXml" Target="../ink/ink249.xml"/><Relationship Id="rId507" Type="http://schemas.openxmlformats.org/officeDocument/2006/relationships/customXml" Target="../ink/ink256.xml"/><Relationship Id="rId549" Type="http://schemas.openxmlformats.org/officeDocument/2006/relationships/customXml" Target="../ink/ink277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image" Target="../media/image92.png"/><Relationship Id="rId311" Type="http://schemas.openxmlformats.org/officeDocument/2006/relationships/customXml" Target="../ink/ink157.xml"/><Relationship Id="rId353" Type="http://schemas.openxmlformats.org/officeDocument/2006/relationships/customXml" Target="../ink/ink179.xml"/><Relationship Id="rId395" Type="http://schemas.openxmlformats.org/officeDocument/2006/relationships/customXml" Target="../ink/ink200.xml"/><Relationship Id="rId409" Type="http://schemas.openxmlformats.org/officeDocument/2006/relationships/customXml" Target="../ink/ink207.xml"/><Relationship Id="rId560" Type="http://schemas.openxmlformats.org/officeDocument/2006/relationships/image" Target="../media/image277.png"/><Relationship Id="rId92" Type="http://schemas.openxmlformats.org/officeDocument/2006/relationships/customXml" Target="../ink/ink46.xml"/><Relationship Id="rId213" Type="http://schemas.openxmlformats.org/officeDocument/2006/relationships/customXml" Target="../ink/ink108.xml"/><Relationship Id="rId420" Type="http://schemas.openxmlformats.org/officeDocument/2006/relationships/image" Target="../media/image207.png"/><Relationship Id="rId616" Type="http://schemas.openxmlformats.org/officeDocument/2006/relationships/image" Target="../media/image305.png"/><Relationship Id="rId658" Type="http://schemas.openxmlformats.org/officeDocument/2006/relationships/image" Target="../media/image326.png"/><Relationship Id="rId255" Type="http://schemas.openxmlformats.org/officeDocument/2006/relationships/customXml" Target="../ink/ink129.xml"/><Relationship Id="rId297" Type="http://schemas.openxmlformats.org/officeDocument/2006/relationships/customXml" Target="../ink/ink150.xml"/><Relationship Id="rId462" Type="http://schemas.openxmlformats.org/officeDocument/2006/relationships/image" Target="../media/image228.png"/><Relationship Id="rId518" Type="http://schemas.openxmlformats.org/officeDocument/2006/relationships/image" Target="../media/image256.png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image" Target="../media/image159.png"/><Relationship Id="rId364" Type="http://schemas.openxmlformats.org/officeDocument/2006/relationships/image" Target="../media/image179.png"/><Relationship Id="rId61" Type="http://schemas.openxmlformats.org/officeDocument/2006/relationships/image" Target="../media/image30.png"/><Relationship Id="rId199" Type="http://schemas.openxmlformats.org/officeDocument/2006/relationships/customXml" Target="../ink/ink101.xml"/><Relationship Id="rId571" Type="http://schemas.openxmlformats.org/officeDocument/2006/relationships/customXml" Target="../ink/ink288.xml"/><Relationship Id="rId627" Type="http://schemas.openxmlformats.org/officeDocument/2006/relationships/customXml" Target="../ink/ink316.xml"/><Relationship Id="rId669" Type="http://schemas.openxmlformats.org/officeDocument/2006/relationships/customXml" Target="../ink/ink337.xml"/><Relationship Id="rId19" Type="http://schemas.openxmlformats.org/officeDocument/2006/relationships/image" Target="../media/image9.png"/><Relationship Id="rId224" Type="http://schemas.openxmlformats.org/officeDocument/2006/relationships/image" Target="../media/image110.png"/><Relationship Id="rId266" Type="http://schemas.openxmlformats.org/officeDocument/2006/relationships/image" Target="../media/image131.png"/><Relationship Id="rId431" Type="http://schemas.openxmlformats.org/officeDocument/2006/relationships/customXml" Target="../ink/ink218.xml"/><Relationship Id="rId473" Type="http://schemas.openxmlformats.org/officeDocument/2006/relationships/customXml" Target="../ink/ink239.xml"/><Relationship Id="rId529" Type="http://schemas.openxmlformats.org/officeDocument/2006/relationships/customXml" Target="../ink/ink267.xml"/><Relationship Id="rId680" Type="http://schemas.openxmlformats.org/officeDocument/2006/relationships/image" Target="../media/image337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4.png"/><Relationship Id="rId540" Type="http://schemas.openxmlformats.org/officeDocument/2006/relationships/image" Target="../media/image267.png"/><Relationship Id="rId72" Type="http://schemas.openxmlformats.org/officeDocument/2006/relationships/customXml" Target="../ink/ink36.xml"/><Relationship Id="rId375" Type="http://schemas.openxmlformats.org/officeDocument/2006/relationships/customXml" Target="../ink/ink190.xml"/><Relationship Id="rId582" Type="http://schemas.openxmlformats.org/officeDocument/2006/relationships/image" Target="../media/image288.png"/><Relationship Id="rId638" Type="http://schemas.openxmlformats.org/officeDocument/2006/relationships/image" Target="../media/image316.png"/><Relationship Id="rId3" Type="http://schemas.openxmlformats.org/officeDocument/2006/relationships/image" Target="../media/image1.png"/><Relationship Id="rId235" Type="http://schemas.openxmlformats.org/officeDocument/2006/relationships/customXml" Target="../ink/ink119.xml"/><Relationship Id="rId277" Type="http://schemas.openxmlformats.org/officeDocument/2006/relationships/customXml" Target="../ink/ink140.xml"/><Relationship Id="rId400" Type="http://schemas.openxmlformats.org/officeDocument/2006/relationships/image" Target="../media/image197.png"/><Relationship Id="rId442" Type="http://schemas.openxmlformats.org/officeDocument/2006/relationships/image" Target="../media/image218.png"/><Relationship Id="rId484" Type="http://schemas.openxmlformats.org/officeDocument/2006/relationships/image" Target="../media/image239.png"/><Relationship Id="rId705" Type="http://schemas.openxmlformats.org/officeDocument/2006/relationships/customXml" Target="../ink/ink355.xml"/><Relationship Id="rId137" Type="http://schemas.openxmlformats.org/officeDocument/2006/relationships/image" Target="../media/image68.png"/><Relationship Id="rId302" Type="http://schemas.openxmlformats.org/officeDocument/2006/relationships/image" Target="../media/image149.png"/><Relationship Id="rId344" Type="http://schemas.openxmlformats.org/officeDocument/2006/relationships/image" Target="../media/image169.png"/><Relationship Id="rId691" Type="http://schemas.openxmlformats.org/officeDocument/2006/relationships/customXml" Target="../ink/ink348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8.png"/><Relationship Id="rId386" Type="http://schemas.openxmlformats.org/officeDocument/2006/relationships/image" Target="../media/image190.png"/><Relationship Id="rId551" Type="http://schemas.openxmlformats.org/officeDocument/2006/relationships/customXml" Target="../ink/ink278.xml"/><Relationship Id="rId593" Type="http://schemas.openxmlformats.org/officeDocument/2006/relationships/customXml" Target="../ink/ink299.xml"/><Relationship Id="rId607" Type="http://schemas.openxmlformats.org/officeDocument/2006/relationships/customXml" Target="../ink/ink306.xml"/><Relationship Id="rId649" Type="http://schemas.openxmlformats.org/officeDocument/2006/relationships/customXml" Target="../ink/ink327.xml"/><Relationship Id="rId190" Type="http://schemas.openxmlformats.org/officeDocument/2006/relationships/image" Target="../media/image93.png"/><Relationship Id="rId204" Type="http://schemas.openxmlformats.org/officeDocument/2006/relationships/image" Target="../media/image100.png"/><Relationship Id="rId246" Type="http://schemas.openxmlformats.org/officeDocument/2006/relationships/image" Target="../media/image121.png"/><Relationship Id="rId288" Type="http://schemas.openxmlformats.org/officeDocument/2006/relationships/image" Target="../media/image142.png"/><Relationship Id="rId411" Type="http://schemas.openxmlformats.org/officeDocument/2006/relationships/customXml" Target="../ink/ink208.xml"/><Relationship Id="rId453" Type="http://schemas.openxmlformats.org/officeDocument/2006/relationships/customXml" Target="../ink/ink229.xml"/><Relationship Id="rId509" Type="http://schemas.openxmlformats.org/officeDocument/2006/relationships/customXml" Target="../ink/ink257.xml"/><Relationship Id="rId660" Type="http://schemas.openxmlformats.org/officeDocument/2006/relationships/image" Target="../media/image327.png"/><Relationship Id="rId106" Type="http://schemas.openxmlformats.org/officeDocument/2006/relationships/customXml" Target="../ink/ink53.xml"/><Relationship Id="rId313" Type="http://schemas.openxmlformats.org/officeDocument/2006/relationships/customXml" Target="../ink/ink158.xml"/><Relationship Id="rId495" Type="http://schemas.openxmlformats.org/officeDocument/2006/relationships/customXml" Target="../ink/ink250.xml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customXml" Target="../ink/ink180.xml"/><Relationship Id="rId397" Type="http://schemas.openxmlformats.org/officeDocument/2006/relationships/customXml" Target="../ink/ink201.xml"/><Relationship Id="rId520" Type="http://schemas.openxmlformats.org/officeDocument/2006/relationships/image" Target="../media/image257.png"/><Relationship Id="rId562" Type="http://schemas.openxmlformats.org/officeDocument/2006/relationships/image" Target="../media/image278.png"/><Relationship Id="rId618" Type="http://schemas.openxmlformats.org/officeDocument/2006/relationships/image" Target="../media/image306.png"/><Relationship Id="rId215" Type="http://schemas.openxmlformats.org/officeDocument/2006/relationships/customXml" Target="../ink/ink109.xml"/><Relationship Id="rId257" Type="http://schemas.openxmlformats.org/officeDocument/2006/relationships/customXml" Target="../ink/ink130.xml"/><Relationship Id="rId422" Type="http://schemas.openxmlformats.org/officeDocument/2006/relationships/image" Target="../media/image208.png"/><Relationship Id="rId464" Type="http://schemas.openxmlformats.org/officeDocument/2006/relationships/image" Target="../media/image229.png"/><Relationship Id="rId299" Type="http://schemas.openxmlformats.org/officeDocument/2006/relationships/customXml" Target="../ink/ink151.xml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image" Target="../media/image180.png"/><Relationship Id="rId573" Type="http://schemas.openxmlformats.org/officeDocument/2006/relationships/customXml" Target="../ink/ink289.xml"/><Relationship Id="rId226" Type="http://schemas.openxmlformats.org/officeDocument/2006/relationships/image" Target="../media/image111.png"/><Relationship Id="rId433" Type="http://schemas.openxmlformats.org/officeDocument/2006/relationships/customXml" Target="../ink/ink219.xml"/><Relationship Id="rId640" Type="http://schemas.openxmlformats.org/officeDocument/2006/relationships/image" Target="../media/image317.png"/><Relationship Id="rId74" Type="http://schemas.openxmlformats.org/officeDocument/2006/relationships/customXml" Target="../ink/ink37.xml"/><Relationship Id="rId377" Type="http://schemas.openxmlformats.org/officeDocument/2006/relationships/customXml" Target="../ink/ink191.xml"/><Relationship Id="rId500" Type="http://schemas.openxmlformats.org/officeDocument/2006/relationships/image" Target="../media/image247.png"/><Relationship Id="rId584" Type="http://schemas.openxmlformats.org/officeDocument/2006/relationships/image" Target="../media/image289.png"/><Relationship Id="rId5" Type="http://schemas.openxmlformats.org/officeDocument/2006/relationships/image" Target="../media/image2.png"/><Relationship Id="rId237" Type="http://schemas.openxmlformats.org/officeDocument/2006/relationships/customXml" Target="../ink/ink120.xml"/><Relationship Id="rId444" Type="http://schemas.openxmlformats.org/officeDocument/2006/relationships/image" Target="../media/image219.png"/><Relationship Id="rId651" Type="http://schemas.openxmlformats.org/officeDocument/2006/relationships/customXml" Target="../ink/ink328.xml"/><Relationship Id="rId290" Type="http://schemas.openxmlformats.org/officeDocument/2006/relationships/image" Target="../media/image143.png"/><Relationship Id="rId304" Type="http://schemas.openxmlformats.org/officeDocument/2006/relationships/image" Target="../media/image150.png"/><Relationship Id="rId388" Type="http://schemas.openxmlformats.org/officeDocument/2006/relationships/image" Target="../media/image191.png"/><Relationship Id="rId511" Type="http://schemas.openxmlformats.org/officeDocument/2006/relationships/customXml" Target="../ink/ink258.xml"/><Relationship Id="rId609" Type="http://schemas.openxmlformats.org/officeDocument/2006/relationships/customXml" Target="../ink/ink307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595" Type="http://schemas.openxmlformats.org/officeDocument/2006/relationships/customXml" Target="../ink/ink300.xml"/><Relationship Id="rId248" Type="http://schemas.openxmlformats.org/officeDocument/2006/relationships/image" Target="../media/image122.png"/><Relationship Id="rId455" Type="http://schemas.openxmlformats.org/officeDocument/2006/relationships/customXml" Target="../ink/ink230.xml"/><Relationship Id="rId662" Type="http://schemas.openxmlformats.org/officeDocument/2006/relationships/image" Target="../media/image32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9.xml"/><Relationship Id="rId522" Type="http://schemas.openxmlformats.org/officeDocument/2006/relationships/image" Target="../media/image258.png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399" Type="http://schemas.openxmlformats.org/officeDocument/2006/relationships/customXml" Target="../ink/ink202.xml"/><Relationship Id="rId259" Type="http://schemas.openxmlformats.org/officeDocument/2006/relationships/customXml" Target="../ink/ink131.xml"/><Relationship Id="rId466" Type="http://schemas.openxmlformats.org/officeDocument/2006/relationships/image" Target="../media/image230.png"/><Relationship Id="rId673" Type="http://schemas.openxmlformats.org/officeDocument/2006/relationships/customXml" Target="../ink/ink339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image" Target="../media/image161.png"/><Relationship Id="rId533" Type="http://schemas.openxmlformats.org/officeDocument/2006/relationships/customXml" Target="../ink/ink269.xml"/><Relationship Id="rId172" Type="http://schemas.openxmlformats.org/officeDocument/2006/relationships/image" Target="../media/image85.png"/><Relationship Id="rId477" Type="http://schemas.openxmlformats.org/officeDocument/2006/relationships/customXml" Target="../ink/ink241.xml"/><Relationship Id="rId600" Type="http://schemas.openxmlformats.org/officeDocument/2006/relationships/image" Target="../media/image297.png"/><Relationship Id="rId684" Type="http://schemas.openxmlformats.org/officeDocument/2006/relationships/image" Target="../media/image339.png"/><Relationship Id="rId337" Type="http://schemas.openxmlformats.org/officeDocument/2006/relationships/image" Target="../media/image166.png"/><Relationship Id="rId34" Type="http://schemas.openxmlformats.org/officeDocument/2006/relationships/customXml" Target="../ink/ink17.xml"/><Relationship Id="rId544" Type="http://schemas.openxmlformats.org/officeDocument/2006/relationships/image" Target="../media/image269.png"/><Relationship Id="rId183" Type="http://schemas.openxmlformats.org/officeDocument/2006/relationships/customXml" Target="../ink/ink93.xml"/><Relationship Id="rId390" Type="http://schemas.openxmlformats.org/officeDocument/2006/relationships/image" Target="../media/image192.png"/><Relationship Id="rId404" Type="http://schemas.openxmlformats.org/officeDocument/2006/relationships/image" Target="../media/image199.png"/><Relationship Id="rId611" Type="http://schemas.openxmlformats.org/officeDocument/2006/relationships/customXml" Target="../ink/ink308.xml"/><Relationship Id="rId250" Type="http://schemas.openxmlformats.org/officeDocument/2006/relationships/image" Target="../media/image123.png"/><Relationship Id="rId488" Type="http://schemas.openxmlformats.org/officeDocument/2006/relationships/image" Target="../media/image241.png"/><Relationship Id="rId695" Type="http://schemas.openxmlformats.org/officeDocument/2006/relationships/customXml" Target="../ink/ink350.xml"/><Relationship Id="rId45" Type="http://schemas.openxmlformats.org/officeDocument/2006/relationships/image" Target="../media/image22.png"/><Relationship Id="rId110" Type="http://schemas.openxmlformats.org/officeDocument/2006/relationships/customXml" Target="../ink/ink55.xml"/><Relationship Id="rId348" Type="http://schemas.openxmlformats.org/officeDocument/2006/relationships/image" Target="../media/image171.png"/><Relationship Id="rId555" Type="http://schemas.openxmlformats.org/officeDocument/2006/relationships/customXml" Target="../ink/ink280.xml"/><Relationship Id="rId194" Type="http://schemas.openxmlformats.org/officeDocument/2006/relationships/image" Target="../media/image95.png"/><Relationship Id="rId208" Type="http://schemas.openxmlformats.org/officeDocument/2006/relationships/image" Target="../media/image102.png"/><Relationship Id="rId415" Type="http://schemas.openxmlformats.org/officeDocument/2006/relationships/customXml" Target="../ink/ink210.xml"/><Relationship Id="rId622" Type="http://schemas.openxmlformats.org/officeDocument/2006/relationships/image" Target="../media/image308.png"/><Relationship Id="rId261" Type="http://schemas.openxmlformats.org/officeDocument/2006/relationships/customXml" Target="../ink/ink132.xml"/><Relationship Id="rId499" Type="http://schemas.openxmlformats.org/officeDocument/2006/relationships/customXml" Target="../ink/ink252.xml"/><Relationship Id="rId56" Type="http://schemas.openxmlformats.org/officeDocument/2006/relationships/customXml" Target="../ink/ink28.xml"/><Relationship Id="rId359" Type="http://schemas.openxmlformats.org/officeDocument/2006/relationships/customXml" Target="../ink/ink182.xml"/><Relationship Id="rId566" Type="http://schemas.openxmlformats.org/officeDocument/2006/relationships/image" Target="../media/image280.png"/><Relationship Id="rId121" Type="http://schemas.openxmlformats.org/officeDocument/2006/relationships/image" Target="../media/image60.png"/><Relationship Id="rId219" Type="http://schemas.openxmlformats.org/officeDocument/2006/relationships/customXml" Target="../ink/ink111.xml"/><Relationship Id="rId426" Type="http://schemas.openxmlformats.org/officeDocument/2006/relationships/image" Target="../media/image210.png"/><Relationship Id="rId633" Type="http://schemas.openxmlformats.org/officeDocument/2006/relationships/customXml" Target="../ink/ink319.xml"/><Relationship Id="rId67" Type="http://schemas.openxmlformats.org/officeDocument/2006/relationships/image" Target="../media/image33.png"/><Relationship Id="rId272" Type="http://schemas.openxmlformats.org/officeDocument/2006/relationships/image" Target="../media/image134.png"/><Relationship Id="rId577" Type="http://schemas.openxmlformats.org/officeDocument/2006/relationships/customXml" Target="../ink/ink291.xml"/><Relationship Id="rId700" Type="http://schemas.openxmlformats.org/officeDocument/2006/relationships/image" Target="../media/image347.png"/><Relationship Id="rId132" Type="http://schemas.openxmlformats.org/officeDocument/2006/relationships/customXml" Target="../ink/ink66.xml"/><Relationship Id="rId437" Type="http://schemas.openxmlformats.org/officeDocument/2006/relationships/customXml" Target="../ink/ink221.xml"/><Relationship Id="rId644" Type="http://schemas.openxmlformats.org/officeDocument/2006/relationships/image" Target="../media/image319.png"/><Relationship Id="rId283" Type="http://schemas.openxmlformats.org/officeDocument/2006/relationships/customXml" Target="../ink/ink143.xml"/><Relationship Id="rId490" Type="http://schemas.openxmlformats.org/officeDocument/2006/relationships/image" Target="../media/image242.png"/><Relationship Id="rId504" Type="http://schemas.openxmlformats.org/officeDocument/2006/relationships/image" Target="../media/image249.png"/><Relationship Id="rId78" Type="http://schemas.openxmlformats.org/officeDocument/2006/relationships/customXml" Target="../ink/ink39.xml"/><Relationship Id="rId143" Type="http://schemas.openxmlformats.org/officeDocument/2006/relationships/image" Target="../media/image71.png"/><Relationship Id="rId350" Type="http://schemas.openxmlformats.org/officeDocument/2006/relationships/image" Target="../media/image172.png"/><Relationship Id="rId588" Type="http://schemas.openxmlformats.org/officeDocument/2006/relationships/image" Target="../media/image291.png"/><Relationship Id="rId9" Type="http://schemas.openxmlformats.org/officeDocument/2006/relationships/image" Target="../media/image4.png"/><Relationship Id="rId210" Type="http://schemas.openxmlformats.org/officeDocument/2006/relationships/image" Target="../media/image103.png"/><Relationship Id="rId448" Type="http://schemas.openxmlformats.org/officeDocument/2006/relationships/image" Target="../media/image221.png"/><Relationship Id="rId655" Type="http://schemas.openxmlformats.org/officeDocument/2006/relationships/customXml" Target="../ink/ink330.xml"/><Relationship Id="rId294" Type="http://schemas.openxmlformats.org/officeDocument/2006/relationships/image" Target="../media/image145.png"/><Relationship Id="rId308" Type="http://schemas.openxmlformats.org/officeDocument/2006/relationships/image" Target="../media/image152.png"/><Relationship Id="rId515" Type="http://schemas.openxmlformats.org/officeDocument/2006/relationships/customXml" Target="../ink/ink260.xml"/><Relationship Id="rId89" Type="http://schemas.openxmlformats.org/officeDocument/2006/relationships/image" Target="../media/image44.png"/><Relationship Id="rId154" Type="http://schemas.openxmlformats.org/officeDocument/2006/relationships/customXml" Target="../ink/ink77.xml"/><Relationship Id="rId361" Type="http://schemas.openxmlformats.org/officeDocument/2006/relationships/customXml" Target="../ink/ink183.xml"/><Relationship Id="rId599" Type="http://schemas.openxmlformats.org/officeDocument/2006/relationships/customXml" Target="../ink/ink302.xml"/><Relationship Id="rId459" Type="http://schemas.openxmlformats.org/officeDocument/2006/relationships/customXml" Target="../ink/ink232.xml"/><Relationship Id="rId666" Type="http://schemas.openxmlformats.org/officeDocument/2006/relationships/image" Target="../media/image330.png"/><Relationship Id="rId16" Type="http://schemas.openxmlformats.org/officeDocument/2006/relationships/customXml" Target="../ink/ink8.xml"/><Relationship Id="rId221" Type="http://schemas.openxmlformats.org/officeDocument/2006/relationships/customXml" Target="../ink/ink112.xml"/><Relationship Id="rId319" Type="http://schemas.openxmlformats.org/officeDocument/2006/relationships/customXml" Target="../ink/ink161.xml"/><Relationship Id="rId526" Type="http://schemas.openxmlformats.org/officeDocument/2006/relationships/image" Target="../media/image260.png"/><Relationship Id="rId165" Type="http://schemas.openxmlformats.org/officeDocument/2006/relationships/image" Target="../media/image82.png"/><Relationship Id="rId372" Type="http://schemas.openxmlformats.org/officeDocument/2006/relationships/image" Target="../media/image183.png"/><Relationship Id="rId677" Type="http://schemas.openxmlformats.org/officeDocument/2006/relationships/customXml" Target="../ink/ink341.xml"/><Relationship Id="rId232" Type="http://schemas.openxmlformats.org/officeDocument/2006/relationships/image" Target="../media/image114.png"/><Relationship Id="rId27" Type="http://schemas.openxmlformats.org/officeDocument/2006/relationships/image" Target="../media/image13.png"/><Relationship Id="rId537" Type="http://schemas.openxmlformats.org/officeDocument/2006/relationships/customXml" Target="../ink/ink271.xml"/><Relationship Id="rId80" Type="http://schemas.openxmlformats.org/officeDocument/2006/relationships/customXml" Target="../ink/ink40.xml"/><Relationship Id="rId176" Type="http://schemas.openxmlformats.org/officeDocument/2006/relationships/customXml" Target="../ink/ink89.xml"/><Relationship Id="rId383" Type="http://schemas.openxmlformats.org/officeDocument/2006/relationships/customXml" Target="../ink/ink194.xml"/><Relationship Id="rId590" Type="http://schemas.openxmlformats.org/officeDocument/2006/relationships/image" Target="../media/image292.png"/><Relationship Id="rId604" Type="http://schemas.openxmlformats.org/officeDocument/2006/relationships/image" Target="../media/image299.png"/><Relationship Id="rId243" Type="http://schemas.openxmlformats.org/officeDocument/2006/relationships/customXml" Target="../ink/ink123.xml"/><Relationship Id="rId450" Type="http://schemas.openxmlformats.org/officeDocument/2006/relationships/image" Target="../media/image222.png"/><Relationship Id="rId688" Type="http://schemas.openxmlformats.org/officeDocument/2006/relationships/image" Target="../media/image341.png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53.png"/><Relationship Id="rId548" Type="http://schemas.openxmlformats.org/officeDocument/2006/relationships/image" Target="../media/image271.png"/><Relationship Id="rId91" Type="http://schemas.openxmlformats.org/officeDocument/2006/relationships/image" Target="../media/image45.png"/><Relationship Id="rId187" Type="http://schemas.openxmlformats.org/officeDocument/2006/relationships/customXml" Target="../ink/ink95.xml"/><Relationship Id="rId394" Type="http://schemas.openxmlformats.org/officeDocument/2006/relationships/image" Target="../media/image194.png"/><Relationship Id="rId408" Type="http://schemas.openxmlformats.org/officeDocument/2006/relationships/image" Target="../media/image201.png"/><Relationship Id="rId615" Type="http://schemas.openxmlformats.org/officeDocument/2006/relationships/customXml" Target="../ink/ink310.xml"/><Relationship Id="rId254" Type="http://schemas.openxmlformats.org/officeDocument/2006/relationships/image" Target="../media/image125.png"/><Relationship Id="rId699" Type="http://schemas.openxmlformats.org/officeDocument/2006/relationships/customXml" Target="../ink/ink352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461" Type="http://schemas.openxmlformats.org/officeDocument/2006/relationships/customXml" Target="../ink/ink233.xml"/><Relationship Id="rId559" Type="http://schemas.openxmlformats.org/officeDocument/2006/relationships/customXml" Target="../ink/ink282.xml"/><Relationship Id="rId198" Type="http://schemas.openxmlformats.org/officeDocument/2006/relationships/image" Target="../media/image97.png"/><Relationship Id="rId321" Type="http://schemas.openxmlformats.org/officeDocument/2006/relationships/customXml" Target="../ink/ink162.xml"/><Relationship Id="rId419" Type="http://schemas.openxmlformats.org/officeDocument/2006/relationships/customXml" Target="../ink/ink212.xml"/><Relationship Id="rId626" Type="http://schemas.openxmlformats.org/officeDocument/2006/relationships/image" Target="../media/image310.png"/><Relationship Id="rId265" Type="http://schemas.openxmlformats.org/officeDocument/2006/relationships/customXml" Target="../ink/ink134.xml"/><Relationship Id="rId472" Type="http://schemas.openxmlformats.org/officeDocument/2006/relationships/image" Target="../media/image23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8.png"/><Relationship Id="rId299" Type="http://schemas.openxmlformats.org/officeDocument/2006/relationships/customXml" Target="../ink/ink507.xml"/><Relationship Id="rId21" Type="http://schemas.openxmlformats.org/officeDocument/2006/relationships/image" Target="../media/image361.png"/><Relationship Id="rId63" Type="http://schemas.openxmlformats.org/officeDocument/2006/relationships/image" Target="../media/image382.png"/><Relationship Id="rId159" Type="http://schemas.openxmlformats.org/officeDocument/2006/relationships/image" Target="../media/image429.png"/><Relationship Id="rId324" Type="http://schemas.openxmlformats.org/officeDocument/2006/relationships/customXml" Target="../ink/ink520.xml"/><Relationship Id="rId366" Type="http://schemas.openxmlformats.org/officeDocument/2006/relationships/customXml" Target="../ink/ink542.xml"/><Relationship Id="rId170" Type="http://schemas.openxmlformats.org/officeDocument/2006/relationships/customXml" Target="../ink/ink441.xml"/><Relationship Id="rId226" Type="http://schemas.openxmlformats.org/officeDocument/2006/relationships/customXml" Target="../ink/ink469.xml"/><Relationship Id="rId433" Type="http://schemas.openxmlformats.org/officeDocument/2006/relationships/image" Target="../media/image561.png"/><Relationship Id="rId268" Type="http://schemas.openxmlformats.org/officeDocument/2006/relationships/customXml" Target="../ink/ink491.xml"/><Relationship Id="rId475" Type="http://schemas.openxmlformats.org/officeDocument/2006/relationships/image" Target="../media/image582.png"/><Relationship Id="rId32" Type="http://schemas.openxmlformats.org/officeDocument/2006/relationships/customXml" Target="../ink/ink372.xml"/><Relationship Id="rId74" Type="http://schemas.openxmlformats.org/officeDocument/2006/relationships/customXml" Target="../ink/ink393.xml"/><Relationship Id="rId128" Type="http://schemas.openxmlformats.org/officeDocument/2006/relationships/customXml" Target="../ink/ink420.xml"/><Relationship Id="rId335" Type="http://schemas.openxmlformats.org/officeDocument/2006/relationships/customXml" Target="../ink/ink526.xml"/><Relationship Id="rId377" Type="http://schemas.openxmlformats.org/officeDocument/2006/relationships/customXml" Target="../ink/ink548.xml"/><Relationship Id="rId5" Type="http://schemas.openxmlformats.org/officeDocument/2006/relationships/image" Target="../media/image353.png"/><Relationship Id="rId181" Type="http://schemas.openxmlformats.org/officeDocument/2006/relationships/image" Target="../media/image440.png"/><Relationship Id="rId237" Type="http://schemas.openxmlformats.org/officeDocument/2006/relationships/customXml" Target="../ink/ink475.xml"/><Relationship Id="rId402" Type="http://schemas.openxmlformats.org/officeDocument/2006/relationships/image" Target="../media/image546.png"/><Relationship Id="rId279" Type="http://schemas.openxmlformats.org/officeDocument/2006/relationships/image" Target="../media/image487.png"/><Relationship Id="rId444" Type="http://schemas.openxmlformats.org/officeDocument/2006/relationships/customXml" Target="../ink/ink582.xml"/><Relationship Id="rId486" Type="http://schemas.openxmlformats.org/officeDocument/2006/relationships/customXml" Target="../ink/ink603.xml"/><Relationship Id="rId43" Type="http://schemas.openxmlformats.org/officeDocument/2006/relationships/image" Target="../media/image372.png"/><Relationship Id="rId139" Type="http://schemas.openxmlformats.org/officeDocument/2006/relationships/image" Target="../media/image419.png"/><Relationship Id="rId290" Type="http://schemas.openxmlformats.org/officeDocument/2006/relationships/customXml" Target="../ink/ink502.xml"/><Relationship Id="rId304" Type="http://schemas.openxmlformats.org/officeDocument/2006/relationships/image" Target="../media/image499.png"/><Relationship Id="rId346" Type="http://schemas.openxmlformats.org/officeDocument/2006/relationships/customXml" Target="../ink/ink532.xml"/><Relationship Id="rId388" Type="http://schemas.openxmlformats.org/officeDocument/2006/relationships/image" Target="../media/image539.png"/><Relationship Id="rId85" Type="http://schemas.openxmlformats.org/officeDocument/2006/relationships/image" Target="../media/image392.png"/><Relationship Id="rId150" Type="http://schemas.openxmlformats.org/officeDocument/2006/relationships/customXml" Target="../ink/ink431.xml"/><Relationship Id="rId192" Type="http://schemas.openxmlformats.org/officeDocument/2006/relationships/customXml" Target="../ink/ink452.xml"/><Relationship Id="rId206" Type="http://schemas.openxmlformats.org/officeDocument/2006/relationships/customXml" Target="../ink/ink459.xml"/><Relationship Id="rId413" Type="http://schemas.openxmlformats.org/officeDocument/2006/relationships/customXml" Target="../ink/ink566.xml"/><Relationship Id="rId248" Type="http://schemas.openxmlformats.org/officeDocument/2006/relationships/customXml" Target="../ink/ink481.xml"/><Relationship Id="rId455" Type="http://schemas.openxmlformats.org/officeDocument/2006/relationships/image" Target="../media/image572.png"/><Relationship Id="rId12" Type="http://schemas.openxmlformats.org/officeDocument/2006/relationships/customXml" Target="../ink/ink362.xml"/><Relationship Id="rId108" Type="http://schemas.openxmlformats.org/officeDocument/2006/relationships/customXml" Target="../ink/ink410.xml"/><Relationship Id="rId315" Type="http://schemas.openxmlformats.org/officeDocument/2006/relationships/image" Target="../media/image504.png"/><Relationship Id="rId357" Type="http://schemas.openxmlformats.org/officeDocument/2006/relationships/image" Target="../media/image524.png"/><Relationship Id="rId54" Type="http://schemas.openxmlformats.org/officeDocument/2006/relationships/customXml" Target="../ink/ink383.xml"/><Relationship Id="rId96" Type="http://schemas.openxmlformats.org/officeDocument/2006/relationships/customXml" Target="../ink/ink404.xml"/><Relationship Id="rId161" Type="http://schemas.openxmlformats.org/officeDocument/2006/relationships/image" Target="../media/image430.png"/><Relationship Id="rId217" Type="http://schemas.openxmlformats.org/officeDocument/2006/relationships/image" Target="../media/image458.png"/><Relationship Id="rId399" Type="http://schemas.openxmlformats.org/officeDocument/2006/relationships/customXml" Target="../ink/ink559.xml"/><Relationship Id="rId259" Type="http://schemas.openxmlformats.org/officeDocument/2006/relationships/image" Target="../media/image477.png"/><Relationship Id="rId424" Type="http://schemas.openxmlformats.org/officeDocument/2006/relationships/image" Target="../media/image557.png"/><Relationship Id="rId466" Type="http://schemas.openxmlformats.org/officeDocument/2006/relationships/customXml" Target="../ink/ink593.xml"/><Relationship Id="rId23" Type="http://schemas.openxmlformats.org/officeDocument/2006/relationships/image" Target="../media/image362.png"/><Relationship Id="rId119" Type="http://schemas.openxmlformats.org/officeDocument/2006/relationships/image" Target="../media/image409.png"/><Relationship Id="rId270" Type="http://schemas.openxmlformats.org/officeDocument/2006/relationships/customXml" Target="../ink/ink492.xml"/><Relationship Id="rId326" Type="http://schemas.openxmlformats.org/officeDocument/2006/relationships/image" Target="../media/image509.png"/><Relationship Id="rId65" Type="http://schemas.openxmlformats.org/officeDocument/2006/relationships/image" Target="../media/image383.png"/><Relationship Id="rId130" Type="http://schemas.openxmlformats.org/officeDocument/2006/relationships/customXml" Target="../ink/ink421.xml"/><Relationship Id="rId368" Type="http://schemas.openxmlformats.org/officeDocument/2006/relationships/image" Target="../media/image529.png"/><Relationship Id="rId172" Type="http://schemas.openxmlformats.org/officeDocument/2006/relationships/customXml" Target="../ink/ink442.xml"/><Relationship Id="rId228" Type="http://schemas.openxmlformats.org/officeDocument/2006/relationships/customXml" Target="../ink/ink470.xml"/><Relationship Id="rId435" Type="http://schemas.openxmlformats.org/officeDocument/2006/relationships/image" Target="../media/image562.png"/><Relationship Id="rId477" Type="http://schemas.openxmlformats.org/officeDocument/2006/relationships/image" Target="../media/image583.png"/><Relationship Id="rId281" Type="http://schemas.openxmlformats.org/officeDocument/2006/relationships/image" Target="../media/image488.png"/><Relationship Id="rId337" Type="http://schemas.openxmlformats.org/officeDocument/2006/relationships/customXml" Target="../ink/ink527.xml"/><Relationship Id="rId34" Type="http://schemas.openxmlformats.org/officeDocument/2006/relationships/customXml" Target="../ink/ink373.xml"/><Relationship Id="rId76" Type="http://schemas.openxmlformats.org/officeDocument/2006/relationships/customXml" Target="../ink/ink394.xml"/><Relationship Id="rId141" Type="http://schemas.openxmlformats.org/officeDocument/2006/relationships/image" Target="../media/image420.png"/><Relationship Id="rId379" Type="http://schemas.openxmlformats.org/officeDocument/2006/relationships/customXml" Target="../ink/ink549.xml"/><Relationship Id="rId7" Type="http://schemas.openxmlformats.org/officeDocument/2006/relationships/image" Target="../media/image354.png"/><Relationship Id="rId183" Type="http://schemas.openxmlformats.org/officeDocument/2006/relationships/image" Target="../media/image441.png"/><Relationship Id="rId239" Type="http://schemas.openxmlformats.org/officeDocument/2006/relationships/customXml" Target="../ink/ink476.xml"/><Relationship Id="rId390" Type="http://schemas.openxmlformats.org/officeDocument/2006/relationships/image" Target="../media/image540.png"/><Relationship Id="rId404" Type="http://schemas.openxmlformats.org/officeDocument/2006/relationships/image" Target="../media/image547.png"/><Relationship Id="rId446" Type="http://schemas.openxmlformats.org/officeDocument/2006/relationships/customXml" Target="../ink/ink583.xml"/><Relationship Id="rId250" Type="http://schemas.openxmlformats.org/officeDocument/2006/relationships/customXml" Target="../ink/ink482.xml"/><Relationship Id="rId292" Type="http://schemas.openxmlformats.org/officeDocument/2006/relationships/customXml" Target="../ink/ink503.xml"/><Relationship Id="rId306" Type="http://schemas.openxmlformats.org/officeDocument/2006/relationships/image" Target="../media/image500.png"/><Relationship Id="rId488" Type="http://schemas.openxmlformats.org/officeDocument/2006/relationships/customXml" Target="../ink/ink604.xml"/><Relationship Id="rId45" Type="http://schemas.openxmlformats.org/officeDocument/2006/relationships/image" Target="../media/image373.png"/><Relationship Id="rId87" Type="http://schemas.openxmlformats.org/officeDocument/2006/relationships/image" Target="../media/image393.png"/><Relationship Id="rId110" Type="http://schemas.openxmlformats.org/officeDocument/2006/relationships/customXml" Target="../ink/ink411.xml"/><Relationship Id="rId348" Type="http://schemas.openxmlformats.org/officeDocument/2006/relationships/customXml" Target="../ink/ink533.xml"/><Relationship Id="rId152" Type="http://schemas.openxmlformats.org/officeDocument/2006/relationships/customXml" Target="../ink/ink432.xml"/><Relationship Id="rId194" Type="http://schemas.openxmlformats.org/officeDocument/2006/relationships/customXml" Target="../ink/ink453.xml"/><Relationship Id="rId208" Type="http://schemas.openxmlformats.org/officeDocument/2006/relationships/customXml" Target="../ink/ink460.xml"/><Relationship Id="rId415" Type="http://schemas.openxmlformats.org/officeDocument/2006/relationships/customXml" Target="../ink/ink567.xml"/><Relationship Id="rId457" Type="http://schemas.openxmlformats.org/officeDocument/2006/relationships/image" Target="../media/image573.png"/><Relationship Id="rId261" Type="http://schemas.openxmlformats.org/officeDocument/2006/relationships/image" Target="../media/image478.png"/><Relationship Id="rId14" Type="http://schemas.openxmlformats.org/officeDocument/2006/relationships/customXml" Target="../ink/ink363.xml"/><Relationship Id="rId56" Type="http://schemas.openxmlformats.org/officeDocument/2006/relationships/customXml" Target="../ink/ink384.xml"/><Relationship Id="rId317" Type="http://schemas.openxmlformats.org/officeDocument/2006/relationships/image" Target="../media/image505.png"/><Relationship Id="rId359" Type="http://schemas.openxmlformats.org/officeDocument/2006/relationships/image" Target="../media/image525.png"/><Relationship Id="rId98" Type="http://schemas.openxmlformats.org/officeDocument/2006/relationships/customXml" Target="../ink/ink405.xml"/><Relationship Id="rId121" Type="http://schemas.openxmlformats.org/officeDocument/2006/relationships/image" Target="../media/image410.png"/><Relationship Id="rId163" Type="http://schemas.openxmlformats.org/officeDocument/2006/relationships/image" Target="../media/image431.png"/><Relationship Id="rId219" Type="http://schemas.openxmlformats.org/officeDocument/2006/relationships/image" Target="../media/image459.png"/><Relationship Id="rId370" Type="http://schemas.openxmlformats.org/officeDocument/2006/relationships/image" Target="../media/image530.png"/><Relationship Id="rId426" Type="http://schemas.openxmlformats.org/officeDocument/2006/relationships/customXml" Target="../ink/ink573.xml"/><Relationship Id="rId230" Type="http://schemas.openxmlformats.org/officeDocument/2006/relationships/customXml" Target="../ink/ink471.xml"/><Relationship Id="rId468" Type="http://schemas.openxmlformats.org/officeDocument/2006/relationships/customXml" Target="../ink/ink594.xml"/><Relationship Id="rId25" Type="http://schemas.openxmlformats.org/officeDocument/2006/relationships/image" Target="../media/image363.png"/><Relationship Id="rId67" Type="http://schemas.openxmlformats.org/officeDocument/2006/relationships/image" Target="../media/image384.png"/><Relationship Id="rId272" Type="http://schemas.openxmlformats.org/officeDocument/2006/relationships/customXml" Target="../ink/ink493.xml"/><Relationship Id="rId328" Type="http://schemas.openxmlformats.org/officeDocument/2006/relationships/image" Target="../media/image510.png"/><Relationship Id="rId132" Type="http://schemas.openxmlformats.org/officeDocument/2006/relationships/customXml" Target="../ink/ink422.xml"/><Relationship Id="rId174" Type="http://schemas.openxmlformats.org/officeDocument/2006/relationships/customXml" Target="../ink/ink443.xml"/><Relationship Id="rId381" Type="http://schemas.openxmlformats.org/officeDocument/2006/relationships/customXml" Target="../ink/ink550.xml"/><Relationship Id="rId241" Type="http://schemas.openxmlformats.org/officeDocument/2006/relationships/customXml" Target="../ink/ink477.xml"/><Relationship Id="rId437" Type="http://schemas.openxmlformats.org/officeDocument/2006/relationships/image" Target="../media/image563.png"/><Relationship Id="rId479" Type="http://schemas.openxmlformats.org/officeDocument/2006/relationships/image" Target="../media/image584.png"/><Relationship Id="rId36" Type="http://schemas.openxmlformats.org/officeDocument/2006/relationships/customXml" Target="../ink/ink374.xml"/><Relationship Id="rId283" Type="http://schemas.openxmlformats.org/officeDocument/2006/relationships/image" Target="../media/image489.png"/><Relationship Id="rId339" Type="http://schemas.openxmlformats.org/officeDocument/2006/relationships/customXml" Target="../ink/ink528.xml"/><Relationship Id="rId78" Type="http://schemas.openxmlformats.org/officeDocument/2006/relationships/customXml" Target="../ink/ink395.xml"/><Relationship Id="rId101" Type="http://schemas.openxmlformats.org/officeDocument/2006/relationships/image" Target="../media/image400.png"/><Relationship Id="rId143" Type="http://schemas.openxmlformats.org/officeDocument/2006/relationships/image" Target="../media/image421.png"/><Relationship Id="rId185" Type="http://schemas.openxmlformats.org/officeDocument/2006/relationships/image" Target="../media/image442.png"/><Relationship Id="rId350" Type="http://schemas.openxmlformats.org/officeDocument/2006/relationships/customXml" Target="../ink/ink534.xml"/><Relationship Id="rId406" Type="http://schemas.openxmlformats.org/officeDocument/2006/relationships/image" Target="../media/image548.png"/><Relationship Id="rId9" Type="http://schemas.openxmlformats.org/officeDocument/2006/relationships/image" Target="../media/image355.png"/><Relationship Id="rId210" Type="http://schemas.openxmlformats.org/officeDocument/2006/relationships/customXml" Target="../ink/ink461.xml"/><Relationship Id="rId392" Type="http://schemas.openxmlformats.org/officeDocument/2006/relationships/image" Target="../media/image541.png"/><Relationship Id="rId448" Type="http://schemas.openxmlformats.org/officeDocument/2006/relationships/customXml" Target="../ink/ink584.xml"/><Relationship Id="rId252" Type="http://schemas.openxmlformats.org/officeDocument/2006/relationships/customXml" Target="../ink/ink483.xml"/><Relationship Id="rId294" Type="http://schemas.openxmlformats.org/officeDocument/2006/relationships/customXml" Target="../ink/ink504.xml"/><Relationship Id="rId308" Type="http://schemas.openxmlformats.org/officeDocument/2006/relationships/customXml" Target="../ink/ink512.xml"/><Relationship Id="rId47" Type="http://schemas.openxmlformats.org/officeDocument/2006/relationships/image" Target="../media/image374.png"/><Relationship Id="rId89" Type="http://schemas.openxmlformats.org/officeDocument/2006/relationships/image" Target="../media/image394.png"/><Relationship Id="rId112" Type="http://schemas.openxmlformats.org/officeDocument/2006/relationships/customXml" Target="../ink/ink412.xml"/><Relationship Id="rId154" Type="http://schemas.openxmlformats.org/officeDocument/2006/relationships/customXml" Target="../ink/ink433.xml"/><Relationship Id="rId361" Type="http://schemas.openxmlformats.org/officeDocument/2006/relationships/image" Target="../media/image526.png"/><Relationship Id="rId196" Type="http://schemas.openxmlformats.org/officeDocument/2006/relationships/customXml" Target="../ink/ink454.xml"/><Relationship Id="rId417" Type="http://schemas.openxmlformats.org/officeDocument/2006/relationships/customXml" Target="../ink/ink568.xml"/><Relationship Id="rId459" Type="http://schemas.openxmlformats.org/officeDocument/2006/relationships/image" Target="../media/image574.png"/><Relationship Id="rId16" Type="http://schemas.openxmlformats.org/officeDocument/2006/relationships/customXml" Target="../ink/ink364.xml"/><Relationship Id="rId221" Type="http://schemas.openxmlformats.org/officeDocument/2006/relationships/image" Target="../media/image460.png"/><Relationship Id="rId263" Type="http://schemas.openxmlformats.org/officeDocument/2006/relationships/image" Target="../media/image479.png"/><Relationship Id="rId319" Type="http://schemas.openxmlformats.org/officeDocument/2006/relationships/image" Target="../media/image506.png"/><Relationship Id="rId470" Type="http://schemas.openxmlformats.org/officeDocument/2006/relationships/customXml" Target="../ink/ink595.xml"/><Relationship Id="rId58" Type="http://schemas.openxmlformats.org/officeDocument/2006/relationships/customXml" Target="../ink/ink385.xml"/><Relationship Id="rId123" Type="http://schemas.openxmlformats.org/officeDocument/2006/relationships/image" Target="../media/image411.png"/><Relationship Id="rId330" Type="http://schemas.openxmlformats.org/officeDocument/2006/relationships/image" Target="../media/image511.png"/><Relationship Id="rId165" Type="http://schemas.openxmlformats.org/officeDocument/2006/relationships/image" Target="../media/image432.png"/><Relationship Id="rId372" Type="http://schemas.openxmlformats.org/officeDocument/2006/relationships/image" Target="../media/image531.png"/><Relationship Id="rId428" Type="http://schemas.openxmlformats.org/officeDocument/2006/relationships/customXml" Target="../ink/ink574.xml"/><Relationship Id="rId232" Type="http://schemas.openxmlformats.org/officeDocument/2006/relationships/customXml" Target="../ink/ink472.xml"/><Relationship Id="rId274" Type="http://schemas.openxmlformats.org/officeDocument/2006/relationships/customXml" Target="../ink/ink494.xml"/><Relationship Id="rId481" Type="http://schemas.openxmlformats.org/officeDocument/2006/relationships/image" Target="../media/image585.png"/><Relationship Id="rId27" Type="http://schemas.openxmlformats.org/officeDocument/2006/relationships/image" Target="../media/image364.png"/><Relationship Id="rId69" Type="http://schemas.openxmlformats.org/officeDocument/2006/relationships/image" Target="../media/image385.png"/><Relationship Id="rId134" Type="http://schemas.openxmlformats.org/officeDocument/2006/relationships/customXml" Target="../ink/ink423.xml"/><Relationship Id="rId80" Type="http://schemas.openxmlformats.org/officeDocument/2006/relationships/customXml" Target="../ink/ink396.xml"/><Relationship Id="rId176" Type="http://schemas.openxmlformats.org/officeDocument/2006/relationships/customXml" Target="../ink/ink444.xml"/><Relationship Id="rId341" Type="http://schemas.openxmlformats.org/officeDocument/2006/relationships/customXml" Target="../ink/ink529.xml"/><Relationship Id="rId383" Type="http://schemas.openxmlformats.org/officeDocument/2006/relationships/customXml" Target="../ink/ink551.xml"/><Relationship Id="rId439" Type="http://schemas.openxmlformats.org/officeDocument/2006/relationships/image" Target="../media/image564.png"/><Relationship Id="rId201" Type="http://schemas.openxmlformats.org/officeDocument/2006/relationships/image" Target="../media/image450.png"/><Relationship Id="rId243" Type="http://schemas.openxmlformats.org/officeDocument/2006/relationships/customXml" Target="../ink/ink478.xml"/><Relationship Id="rId285" Type="http://schemas.openxmlformats.org/officeDocument/2006/relationships/image" Target="../media/image490.png"/><Relationship Id="rId450" Type="http://schemas.openxmlformats.org/officeDocument/2006/relationships/customXml" Target="../ink/ink585.xml"/><Relationship Id="rId38" Type="http://schemas.openxmlformats.org/officeDocument/2006/relationships/customXml" Target="../ink/ink375.xml"/><Relationship Id="rId103" Type="http://schemas.openxmlformats.org/officeDocument/2006/relationships/image" Target="../media/image401.png"/><Relationship Id="rId310" Type="http://schemas.openxmlformats.org/officeDocument/2006/relationships/customXml" Target="../ink/ink513.xml"/><Relationship Id="rId91" Type="http://schemas.openxmlformats.org/officeDocument/2006/relationships/image" Target="../media/image395.png"/><Relationship Id="rId145" Type="http://schemas.openxmlformats.org/officeDocument/2006/relationships/image" Target="../media/image422.png"/><Relationship Id="rId187" Type="http://schemas.openxmlformats.org/officeDocument/2006/relationships/image" Target="../media/image443.png"/><Relationship Id="rId352" Type="http://schemas.openxmlformats.org/officeDocument/2006/relationships/customXml" Target="../ink/ink535.xml"/><Relationship Id="rId394" Type="http://schemas.openxmlformats.org/officeDocument/2006/relationships/image" Target="../media/image542.png"/><Relationship Id="rId408" Type="http://schemas.openxmlformats.org/officeDocument/2006/relationships/image" Target="../media/image549.png"/><Relationship Id="rId212" Type="http://schemas.openxmlformats.org/officeDocument/2006/relationships/customXml" Target="../ink/ink462.xml"/><Relationship Id="rId254" Type="http://schemas.openxmlformats.org/officeDocument/2006/relationships/customXml" Target="../ink/ink484.xml"/><Relationship Id="rId49" Type="http://schemas.openxmlformats.org/officeDocument/2006/relationships/image" Target="../media/image375.png"/><Relationship Id="rId114" Type="http://schemas.openxmlformats.org/officeDocument/2006/relationships/customXml" Target="../ink/ink413.xml"/><Relationship Id="rId296" Type="http://schemas.openxmlformats.org/officeDocument/2006/relationships/customXml" Target="../ink/ink505.xml"/><Relationship Id="rId461" Type="http://schemas.openxmlformats.org/officeDocument/2006/relationships/image" Target="../media/image575.png"/><Relationship Id="rId60" Type="http://schemas.openxmlformats.org/officeDocument/2006/relationships/customXml" Target="../ink/ink386.xml"/><Relationship Id="rId156" Type="http://schemas.openxmlformats.org/officeDocument/2006/relationships/customXml" Target="../ink/ink434.xml"/><Relationship Id="rId198" Type="http://schemas.openxmlformats.org/officeDocument/2006/relationships/customXml" Target="../ink/ink455.xml"/><Relationship Id="rId321" Type="http://schemas.openxmlformats.org/officeDocument/2006/relationships/image" Target="../media/image507.png"/><Relationship Id="rId363" Type="http://schemas.openxmlformats.org/officeDocument/2006/relationships/image" Target="../media/image527.png"/><Relationship Id="rId419" Type="http://schemas.openxmlformats.org/officeDocument/2006/relationships/customXml" Target="../ink/ink569.xml"/><Relationship Id="rId223" Type="http://schemas.openxmlformats.org/officeDocument/2006/relationships/image" Target="../media/image461.png"/><Relationship Id="rId430" Type="http://schemas.openxmlformats.org/officeDocument/2006/relationships/customXml" Target="../ink/ink575.xml"/><Relationship Id="rId18" Type="http://schemas.openxmlformats.org/officeDocument/2006/relationships/customXml" Target="../ink/ink365.xml"/><Relationship Id="rId265" Type="http://schemas.openxmlformats.org/officeDocument/2006/relationships/image" Target="../media/image480.png"/><Relationship Id="rId472" Type="http://schemas.openxmlformats.org/officeDocument/2006/relationships/customXml" Target="../ink/ink596.xml"/><Relationship Id="rId125" Type="http://schemas.openxmlformats.org/officeDocument/2006/relationships/image" Target="../media/image412.png"/><Relationship Id="rId167" Type="http://schemas.openxmlformats.org/officeDocument/2006/relationships/image" Target="../media/image433.png"/><Relationship Id="rId332" Type="http://schemas.openxmlformats.org/officeDocument/2006/relationships/image" Target="../media/image512.png"/><Relationship Id="rId374" Type="http://schemas.openxmlformats.org/officeDocument/2006/relationships/image" Target="../media/image532.png"/><Relationship Id="rId71" Type="http://schemas.openxmlformats.org/officeDocument/2006/relationships/image" Target="../media/image27.png"/><Relationship Id="rId234" Type="http://schemas.openxmlformats.org/officeDocument/2006/relationships/image" Target="../media/image116.png"/><Relationship Id="rId2" Type="http://schemas.openxmlformats.org/officeDocument/2006/relationships/customXml" Target="../ink/ink357.xml"/><Relationship Id="rId29" Type="http://schemas.openxmlformats.org/officeDocument/2006/relationships/image" Target="../media/image365.png"/><Relationship Id="rId276" Type="http://schemas.openxmlformats.org/officeDocument/2006/relationships/customXml" Target="../ink/ink495.xml"/><Relationship Id="rId441" Type="http://schemas.openxmlformats.org/officeDocument/2006/relationships/image" Target="../media/image565.png"/><Relationship Id="rId483" Type="http://schemas.openxmlformats.org/officeDocument/2006/relationships/image" Target="../media/image586.png"/><Relationship Id="rId40" Type="http://schemas.openxmlformats.org/officeDocument/2006/relationships/customXml" Target="../ink/ink376.xml"/><Relationship Id="rId136" Type="http://schemas.openxmlformats.org/officeDocument/2006/relationships/customXml" Target="../ink/ink424.xml"/><Relationship Id="rId178" Type="http://schemas.openxmlformats.org/officeDocument/2006/relationships/customXml" Target="../ink/ink445.xml"/><Relationship Id="rId301" Type="http://schemas.openxmlformats.org/officeDocument/2006/relationships/customXml" Target="../ink/ink508.xml"/><Relationship Id="rId343" Type="http://schemas.openxmlformats.org/officeDocument/2006/relationships/customXml" Target="../ink/ink530.xml"/><Relationship Id="rId82" Type="http://schemas.openxmlformats.org/officeDocument/2006/relationships/customXml" Target="../ink/ink397.xml"/><Relationship Id="rId203" Type="http://schemas.openxmlformats.org/officeDocument/2006/relationships/image" Target="../media/image451.png"/><Relationship Id="rId385" Type="http://schemas.openxmlformats.org/officeDocument/2006/relationships/customXml" Target="../ink/ink552.xml"/><Relationship Id="rId245" Type="http://schemas.openxmlformats.org/officeDocument/2006/relationships/image" Target="../media/image470.png"/><Relationship Id="rId287" Type="http://schemas.openxmlformats.org/officeDocument/2006/relationships/image" Target="../media/image491.png"/><Relationship Id="rId410" Type="http://schemas.openxmlformats.org/officeDocument/2006/relationships/image" Target="../media/image550.png"/><Relationship Id="rId452" Type="http://schemas.openxmlformats.org/officeDocument/2006/relationships/customXml" Target="../ink/ink586.xml"/><Relationship Id="rId105" Type="http://schemas.openxmlformats.org/officeDocument/2006/relationships/image" Target="../media/image402.png"/><Relationship Id="rId147" Type="http://schemas.openxmlformats.org/officeDocument/2006/relationships/image" Target="../media/image423.png"/><Relationship Id="rId312" Type="http://schemas.openxmlformats.org/officeDocument/2006/relationships/customXml" Target="../ink/ink514.xml"/><Relationship Id="rId354" Type="http://schemas.openxmlformats.org/officeDocument/2006/relationships/customXml" Target="../ink/ink536.xml"/><Relationship Id="rId51" Type="http://schemas.openxmlformats.org/officeDocument/2006/relationships/image" Target="../media/image376.png"/><Relationship Id="rId93" Type="http://schemas.openxmlformats.org/officeDocument/2006/relationships/image" Target="../media/image396.png"/><Relationship Id="rId189" Type="http://schemas.openxmlformats.org/officeDocument/2006/relationships/image" Target="../media/image444.png"/><Relationship Id="rId396" Type="http://schemas.openxmlformats.org/officeDocument/2006/relationships/image" Target="../media/image543.png"/><Relationship Id="rId214" Type="http://schemas.openxmlformats.org/officeDocument/2006/relationships/customXml" Target="../ink/ink463.xml"/><Relationship Id="rId256" Type="http://schemas.openxmlformats.org/officeDocument/2006/relationships/customXml" Target="../ink/ink485.xml"/><Relationship Id="rId298" Type="http://schemas.openxmlformats.org/officeDocument/2006/relationships/customXml" Target="../ink/ink506.xml"/><Relationship Id="rId421" Type="http://schemas.openxmlformats.org/officeDocument/2006/relationships/customXml" Target="../ink/ink570.xml"/><Relationship Id="rId463" Type="http://schemas.openxmlformats.org/officeDocument/2006/relationships/image" Target="../media/image576.png"/><Relationship Id="rId116" Type="http://schemas.openxmlformats.org/officeDocument/2006/relationships/customXml" Target="../ink/ink414.xml"/><Relationship Id="rId158" Type="http://schemas.openxmlformats.org/officeDocument/2006/relationships/customXml" Target="../ink/ink435.xml"/><Relationship Id="rId323" Type="http://schemas.openxmlformats.org/officeDocument/2006/relationships/image" Target="../media/image508.png"/><Relationship Id="rId20" Type="http://schemas.openxmlformats.org/officeDocument/2006/relationships/customXml" Target="../ink/ink366.xml"/><Relationship Id="rId41" Type="http://schemas.openxmlformats.org/officeDocument/2006/relationships/image" Target="../media/image371.png"/><Relationship Id="rId62" Type="http://schemas.openxmlformats.org/officeDocument/2006/relationships/customXml" Target="../ink/ink387.xml"/><Relationship Id="rId83" Type="http://schemas.openxmlformats.org/officeDocument/2006/relationships/image" Target="../media/image391.png"/><Relationship Id="rId179" Type="http://schemas.openxmlformats.org/officeDocument/2006/relationships/image" Target="../media/image439.png"/><Relationship Id="rId365" Type="http://schemas.openxmlformats.org/officeDocument/2006/relationships/image" Target="../media/image528.png"/><Relationship Id="rId386" Type="http://schemas.openxmlformats.org/officeDocument/2006/relationships/image" Target="../media/image538.png"/><Relationship Id="rId190" Type="http://schemas.openxmlformats.org/officeDocument/2006/relationships/customXml" Target="../ink/ink451.xml"/><Relationship Id="rId204" Type="http://schemas.openxmlformats.org/officeDocument/2006/relationships/customXml" Target="../ink/ink458.xml"/><Relationship Id="rId225" Type="http://schemas.openxmlformats.org/officeDocument/2006/relationships/image" Target="../media/image462.png"/><Relationship Id="rId246" Type="http://schemas.openxmlformats.org/officeDocument/2006/relationships/customXml" Target="../ink/ink480.xml"/><Relationship Id="rId267" Type="http://schemas.openxmlformats.org/officeDocument/2006/relationships/image" Target="../media/image481.png"/><Relationship Id="rId288" Type="http://schemas.openxmlformats.org/officeDocument/2006/relationships/customXml" Target="../ink/ink501.xml"/><Relationship Id="rId411" Type="http://schemas.openxmlformats.org/officeDocument/2006/relationships/customXml" Target="../ink/ink565.xml"/><Relationship Id="rId432" Type="http://schemas.openxmlformats.org/officeDocument/2006/relationships/customXml" Target="../ink/ink576.xml"/><Relationship Id="rId453" Type="http://schemas.openxmlformats.org/officeDocument/2006/relationships/image" Target="../media/image571.png"/><Relationship Id="rId474" Type="http://schemas.openxmlformats.org/officeDocument/2006/relationships/customXml" Target="../ink/ink597.xml"/><Relationship Id="rId106" Type="http://schemas.openxmlformats.org/officeDocument/2006/relationships/customXml" Target="../ink/ink409.xml"/><Relationship Id="rId127" Type="http://schemas.openxmlformats.org/officeDocument/2006/relationships/image" Target="../media/image413.png"/><Relationship Id="rId313" Type="http://schemas.openxmlformats.org/officeDocument/2006/relationships/image" Target="../media/image503.png"/><Relationship Id="rId10" Type="http://schemas.openxmlformats.org/officeDocument/2006/relationships/customXml" Target="../ink/ink361.xml"/><Relationship Id="rId31" Type="http://schemas.openxmlformats.org/officeDocument/2006/relationships/image" Target="../media/image366.png"/><Relationship Id="rId52" Type="http://schemas.openxmlformats.org/officeDocument/2006/relationships/customXml" Target="../ink/ink382.xml"/><Relationship Id="rId73" Type="http://schemas.openxmlformats.org/officeDocument/2006/relationships/image" Target="../media/image386.png"/><Relationship Id="rId94" Type="http://schemas.openxmlformats.org/officeDocument/2006/relationships/customXml" Target="../ink/ink403.xml"/><Relationship Id="rId148" Type="http://schemas.openxmlformats.org/officeDocument/2006/relationships/customXml" Target="../ink/ink430.xml"/><Relationship Id="rId169" Type="http://schemas.openxmlformats.org/officeDocument/2006/relationships/image" Target="../media/image434.png"/><Relationship Id="rId334" Type="http://schemas.openxmlformats.org/officeDocument/2006/relationships/image" Target="../media/image513.png"/><Relationship Id="rId355" Type="http://schemas.openxmlformats.org/officeDocument/2006/relationships/image" Target="../media/image523.png"/><Relationship Id="rId376" Type="http://schemas.openxmlformats.org/officeDocument/2006/relationships/image" Target="../media/image533.png"/><Relationship Id="rId397" Type="http://schemas.openxmlformats.org/officeDocument/2006/relationships/customXml" Target="../ink/ink558.xml"/><Relationship Id="rId4" Type="http://schemas.openxmlformats.org/officeDocument/2006/relationships/customXml" Target="../ink/ink358.xml"/><Relationship Id="rId180" Type="http://schemas.openxmlformats.org/officeDocument/2006/relationships/customXml" Target="../ink/ink446.xml"/><Relationship Id="rId215" Type="http://schemas.openxmlformats.org/officeDocument/2006/relationships/image" Target="../media/image457.png"/><Relationship Id="rId236" Type="http://schemas.openxmlformats.org/officeDocument/2006/relationships/image" Target="../media/image466.png"/><Relationship Id="rId257" Type="http://schemas.openxmlformats.org/officeDocument/2006/relationships/image" Target="../media/image476.png"/><Relationship Id="rId278" Type="http://schemas.openxmlformats.org/officeDocument/2006/relationships/customXml" Target="../ink/ink496.xml"/><Relationship Id="rId401" Type="http://schemas.openxmlformats.org/officeDocument/2006/relationships/customXml" Target="../ink/ink560.xml"/><Relationship Id="rId422" Type="http://schemas.openxmlformats.org/officeDocument/2006/relationships/image" Target="../media/image556.png"/><Relationship Id="rId443" Type="http://schemas.openxmlformats.org/officeDocument/2006/relationships/image" Target="../media/image566.png"/><Relationship Id="rId464" Type="http://schemas.openxmlformats.org/officeDocument/2006/relationships/customXml" Target="../ink/ink592.xml"/><Relationship Id="rId303" Type="http://schemas.openxmlformats.org/officeDocument/2006/relationships/customXml" Target="../ink/ink509.xml"/><Relationship Id="rId485" Type="http://schemas.openxmlformats.org/officeDocument/2006/relationships/image" Target="../media/image587.png"/><Relationship Id="rId42" Type="http://schemas.openxmlformats.org/officeDocument/2006/relationships/customXml" Target="../ink/ink377.xml"/><Relationship Id="rId84" Type="http://schemas.openxmlformats.org/officeDocument/2006/relationships/customXml" Target="../ink/ink398.xml"/><Relationship Id="rId138" Type="http://schemas.openxmlformats.org/officeDocument/2006/relationships/customXml" Target="../ink/ink425.xml"/><Relationship Id="rId345" Type="http://schemas.openxmlformats.org/officeDocument/2006/relationships/image" Target="../media/image518.png"/><Relationship Id="rId387" Type="http://schemas.openxmlformats.org/officeDocument/2006/relationships/customXml" Target="../ink/ink553.xml"/><Relationship Id="rId191" Type="http://schemas.openxmlformats.org/officeDocument/2006/relationships/image" Target="../media/image445.png"/><Relationship Id="rId205" Type="http://schemas.openxmlformats.org/officeDocument/2006/relationships/image" Target="../media/image452.png"/><Relationship Id="rId247" Type="http://schemas.openxmlformats.org/officeDocument/2006/relationships/image" Target="../media/image471.png"/><Relationship Id="rId412" Type="http://schemas.openxmlformats.org/officeDocument/2006/relationships/image" Target="../media/image551.png"/><Relationship Id="rId107" Type="http://schemas.openxmlformats.org/officeDocument/2006/relationships/image" Target="../media/image403.png"/><Relationship Id="rId289" Type="http://schemas.openxmlformats.org/officeDocument/2006/relationships/image" Target="../media/image492.png"/><Relationship Id="rId454" Type="http://schemas.openxmlformats.org/officeDocument/2006/relationships/customXml" Target="../ink/ink587.xml"/><Relationship Id="rId11" Type="http://schemas.openxmlformats.org/officeDocument/2006/relationships/image" Target="../media/image356.png"/><Relationship Id="rId53" Type="http://schemas.openxmlformats.org/officeDocument/2006/relationships/image" Target="../media/image377.png"/><Relationship Id="rId149" Type="http://schemas.openxmlformats.org/officeDocument/2006/relationships/image" Target="../media/image424.png"/><Relationship Id="rId314" Type="http://schemas.openxmlformats.org/officeDocument/2006/relationships/customXml" Target="../ink/ink515.xml"/><Relationship Id="rId356" Type="http://schemas.openxmlformats.org/officeDocument/2006/relationships/customXml" Target="../ink/ink537.xml"/><Relationship Id="rId398" Type="http://schemas.openxmlformats.org/officeDocument/2006/relationships/image" Target="../media/image544.png"/><Relationship Id="rId95" Type="http://schemas.openxmlformats.org/officeDocument/2006/relationships/image" Target="../media/image397.png"/><Relationship Id="rId160" Type="http://schemas.openxmlformats.org/officeDocument/2006/relationships/customXml" Target="../ink/ink436.xml"/><Relationship Id="rId216" Type="http://schemas.openxmlformats.org/officeDocument/2006/relationships/customXml" Target="../ink/ink464.xml"/><Relationship Id="rId423" Type="http://schemas.openxmlformats.org/officeDocument/2006/relationships/customXml" Target="../ink/ink571.xml"/><Relationship Id="rId258" Type="http://schemas.openxmlformats.org/officeDocument/2006/relationships/customXml" Target="../ink/ink486.xml"/><Relationship Id="rId465" Type="http://schemas.openxmlformats.org/officeDocument/2006/relationships/image" Target="../media/image577.png"/><Relationship Id="rId22" Type="http://schemas.openxmlformats.org/officeDocument/2006/relationships/customXml" Target="../ink/ink367.xml"/><Relationship Id="rId64" Type="http://schemas.openxmlformats.org/officeDocument/2006/relationships/customXml" Target="../ink/ink388.xml"/><Relationship Id="rId118" Type="http://schemas.openxmlformats.org/officeDocument/2006/relationships/customXml" Target="../ink/ink415.xml"/><Relationship Id="rId325" Type="http://schemas.openxmlformats.org/officeDocument/2006/relationships/customXml" Target="../ink/ink521.xml"/><Relationship Id="rId367" Type="http://schemas.openxmlformats.org/officeDocument/2006/relationships/customXml" Target="../ink/ink543.xml"/><Relationship Id="rId171" Type="http://schemas.openxmlformats.org/officeDocument/2006/relationships/image" Target="../media/image435.png"/><Relationship Id="rId227" Type="http://schemas.openxmlformats.org/officeDocument/2006/relationships/image" Target="../media/image463.png"/><Relationship Id="rId269" Type="http://schemas.openxmlformats.org/officeDocument/2006/relationships/image" Target="../media/image482.png"/><Relationship Id="rId434" Type="http://schemas.openxmlformats.org/officeDocument/2006/relationships/customXml" Target="../ink/ink577.xml"/><Relationship Id="rId476" Type="http://schemas.openxmlformats.org/officeDocument/2006/relationships/customXml" Target="../ink/ink598.xml"/><Relationship Id="rId33" Type="http://schemas.openxmlformats.org/officeDocument/2006/relationships/image" Target="../media/image367.png"/><Relationship Id="rId129" Type="http://schemas.openxmlformats.org/officeDocument/2006/relationships/image" Target="../media/image414.png"/><Relationship Id="rId280" Type="http://schemas.openxmlformats.org/officeDocument/2006/relationships/customXml" Target="../ink/ink497.xml"/><Relationship Id="rId336" Type="http://schemas.openxmlformats.org/officeDocument/2006/relationships/image" Target="../media/image514.png"/><Relationship Id="rId75" Type="http://schemas.openxmlformats.org/officeDocument/2006/relationships/image" Target="../media/image387.png"/><Relationship Id="rId140" Type="http://schemas.openxmlformats.org/officeDocument/2006/relationships/customXml" Target="../ink/ink426.xml"/><Relationship Id="rId182" Type="http://schemas.openxmlformats.org/officeDocument/2006/relationships/customXml" Target="../ink/ink447.xml"/><Relationship Id="rId378" Type="http://schemas.openxmlformats.org/officeDocument/2006/relationships/image" Target="../media/image534.png"/><Relationship Id="rId403" Type="http://schemas.openxmlformats.org/officeDocument/2006/relationships/customXml" Target="../ink/ink561.xml"/><Relationship Id="rId6" Type="http://schemas.openxmlformats.org/officeDocument/2006/relationships/customXml" Target="../ink/ink359.xml"/><Relationship Id="rId238" Type="http://schemas.openxmlformats.org/officeDocument/2006/relationships/image" Target="../media/image467.png"/><Relationship Id="rId445" Type="http://schemas.openxmlformats.org/officeDocument/2006/relationships/image" Target="../media/image567.png"/><Relationship Id="rId487" Type="http://schemas.openxmlformats.org/officeDocument/2006/relationships/image" Target="../media/image588.png"/><Relationship Id="rId291" Type="http://schemas.openxmlformats.org/officeDocument/2006/relationships/image" Target="../media/image493.png"/><Relationship Id="rId305" Type="http://schemas.openxmlformats.org/officeDocument/2006/relationships/customXml" Target="../ink/ink510.xml"/><Relationship Id="rId347" Type="http://schemas.openxmlformats.org/officeDocument/2006/relationships/image" Target="../media/image519.png"/><Relationship Id="rId44" Type="http://schemas.openxmlformats.org/officeDocument/2006/relationships/customXml" Target="../ink/ink378.xml"/><Relationship Id="rId86" Type="http://schemas.openxmlformats.org/officeDocument/2006/relationships/customXml" Target="../ink/ink399.xml"/><Relationship Id="rId151" Type="http://schemas.openxmlformats.org/officeDocument/2006/relationships/image" Target="../media/image425.png"/><Relationship Id="rId389" Type="http://schemas.openxmlformats.org/officeDocument/2006/relationships/customXml" Target="../ink/ink554.xml"/><Relationship Id="rId193" Type="http://schemas.openxmlformats.org/officeDocument/2006/relationships/image" Target="../media/image446.png"/><Relationship Id="rId207" Type="http://schemas.openxmlformats.org/officeDocument/2006/relationships/image" Target="../media/image453.png"/><Relationship Id="rId249" Type="http://schemas.openxmlformats.org/officeDocument/2006/relationships/image" Target="../media/image472.png"/><Relationship Id="rId414" Type="http://schemas.openxmlformats.org/officeDocument/2006/relationships/image" Target="../media/image552.png"/><Relationship Id="rId456" Type="http://schemas.openxmlformats.org/officeDocument/2006/relationships/customXml" Target="../ink/ink588.xml"/><Relationship Id="rId13" Type="http://schemas.openxmlformats.org/officeDocument/2006/relationships/image" Target="../media/image357.png"/><Relationship Id="rId109" Type="http://schemas.openxmlformats.org/officeDocument/2006/relationships/image" Target="../media/image404.png"/><Relationship Id="rId260" Type="http://schemas.openxmlformats.org/officeDocument/2006/relationships/customXml" Target="../ink/ink487.xml"/><Relationship Id="rId316" Type="http://schemas.openxmlformats.org/officeDocument/2006/relationships/customXml" Target="../ink/ink516.xml"/><Relationship Id="rId55" Type="http://schemas.openxmlformats.org/officeDocument/2006/relationships/image" Target="../media/image378.png"/><Relationship Id="rId97" Type="http://schemas.openxmlformats.org/officeDocument/2006/relationships/image" Target="../media/image398.png"/><Relationship Id="rId120" Type="http://schemas.openxmlformats.org/officeDocument/2006/relationships/customXml" Target="../ink/ink416.xml"/><Relationship Id="rId358" Type="http://schemas.openxmlformats.org/officeDocument/2006/relationships/customXml" Target="../ink/ink538.xml"/><Relationship Id="rId162" Type="http://schemas.openxmlformats.org/officeDocument/2006/relationships/customXml" Target="../ink/ink437.xml"/><Relationship Id="rId218" Type="http://schemas.openxmlformats.org/officeDocument/2006/relationships/customXml" Target="../ink/ink465.xml"/><Relationship Id="rId425" Type="http://schemas.openxmlformats.org/officeDocument/2006/relationships/customXml" Target="../ink/ink572.xml"/><Relationship Id="rId467" Type="http://schemas.openxmlformats.org/officeDocument/2006/relationships/image" Target="../media/image578.png"/><Relationship Id="rId271" Type="http://schemas.openxmlformats.org/officeDocument/2006/relationships/image" Target="../media/image483.png"/><Relationship Id="rId24" Type="http://schemas.openxmlformats.org/officeDocument/2006/relationships/customXml" Target="../ink/ink368.xml"/><Relationship Id="rId66" Type="http://schemas.openxmlformats.org/officeDocument/2006/relationships/customXml" Target="../ink/ink389.xml"/><Relationship Id="rId131" Type="http://schemas.openxmlformats.org/officeDocument/2006/relationships/image" Target="../media/image415.png"/><Relationship Id="rId327" Type="http://schemas.openxmlformats.org/officeDocument/2006/relationships/customXml" Target="../ink/ink522.xml"/><Relationship Id="rId369" Type="http://schemas.openxmlformats.org/officeDocument/2006/relationships/customXml" Target="../ink/ink544.xml"/><Relationship Id="rId173" Type="http://schemas.openxmlformats.org/officeDocument/2006/relationships/image" Target="../media/image436.png"/><Relationship Id="rId229" Type="http://schemas.openxmlformats.org/officeDocument/2006/relationships/image" Target="../media/image464.png"/><Relationship Id="rId380" Type="http://schemas.openxmlformats.org/officeDocument/2006/relationships/image" Target="../media/image535.png"/><Relationship Id="rId436" Type="http://schemas.openxmlformats.org/officeDocument/2006/relationships/customXml" Target="../ink/ink578.xml"/><Relationship Id="rId240" Type="http://schemas.openxmlformats.org/officeDocument/2006/relationships/image" Target="../media/image468.png"/><Relationship Id="rId478" Type="http://schemas.openxmlformats.org/officeDocument/2006/relationships/customXml" Target="../ink/ink599.xml"/><Relationship Id="rId35" Type="http://schemas.openxmlformats.org/officeDocument/2006/relationships/image" Target="../media/image368.png"/><Relationship Id="rId77" Type="http://schemas.openxmlformats.org/officeDocument/2006/relationships/image" Target="../media/image388.png"/><Relationship Id="rId100" Type="http://schemas.openxmlformats.org/officeDocument/2006/relationships/customXml" Target="../ink/ink406.xml"/><Relationship Id="rId282" Type="http://schemas.openxmlformats.org/officeDocument/2006/relationships/customXml" Target="../ink/ink498.xml"/><Relationship Id="rId338" Type="http://schemas.openxmlformats.org/officeDocument/2006/relationships/image" Target="../media/image515.png"/><Relationship Id="rId8" Type="http://schemas.openxmlformats.org/officeDocument/2006/relationships/customXml" Target="../ink/ink360.xml"/><Relationship Id="rId142" Type="http://schemas.openxmlformats.org/officeDocument/2006/relationships/customXml" Target="../ink/ink427.xml"/><Relationship Id="rId184" Type="http://schemas.openxmlformats.org/officeDocument/2006/relationships/customXml" Target="../ink/ink448.xml"/><Relationship Id="rId391" Type="http://schemas.openxmlformats.org/officeDocument/2006/relationships/customXml" Target="../ink/ink555.xml"/><Relationship Id="rId405" Type="http://schemas.openxmlformats.org/officeDocument/2006/relationships/customXml" Target="../ink/ink562.xml"/><Relationship Id="rId447" Type="http://schemas.openxmlformats.org/officeDocument/2006/relationships/image" Target="../media/image568.png"/><Relationship Id="rId251" Type="http://schemas.openxmlformats.org/officeDocument/2006/relationships/image" Target="../media/image473.png"/><Relationship Id="rId489" Type="http://schemas.openxmlformats.org/officeDocument/2006/relationships/image" Target="../media/image589.png"/><Relationship Id="rId46" Type="http://schemas.openxmlformats.org/officeDocument/2006/relationships/customXml" Target="../ink/ink379.xml"/><Relationship Id="rId293" Type="http://schemas.openxmlformats.org/officeDocument/2006/relationships/image" Target="../media/image494.png"/><Relationship Id="rId307" Type="http://schemas.openxmlformats.org/officeDocument/2006/relationships/customXml" Target="../ink/ink511.xml"/><Relationship Id="rId349" Type="http://schemas.openxmlformats.org/officeDocument/2006/relationships/image" Target="../media/image520.png"/><Relationship Id="rId88" Type="http://schemas.openxmlformats.org/officeDocument/2006/relationships/customXml" Target="../ink/ink400.xml"/><Relationship Id="rId111" Type="http://schemas.openxmlformats.org/officeDocument/2006/relationships/image" Target="../media/image405.png"/><Relationship Id="rId153" Type="http://schemas.openxmlformats.org/officeDocument/2006/relationships/image" Target="../media/image426.png"/><Relationship Id="rId195" Type="http://schemas.openxmlformats.org/officeDocument/2006/relationships/image" Target="../media/image447.png"/><Relationship Id="rId209" Type="http://schemas.openxmlformats.org/officeDocument/2006/relationships/image" Target="../media/image454.png"/><Relationship Id="rId360" Type="http://schemas.openxmlformats.org/officeDocument/2006/relationships/customXml" Target="../ink/ink539.xml"/><Relationship Id="rId416" Type="http://schemas.openxmlformats.org/officeDocument/2006/relationships/image" Target="../media/image553.png"/><Relationship Id="rId220" Type="http://schemas.openxmlformats.org/officeDocument/2006/relationships/customXml" Target="../ink/ink466.xml"/><Relationship Id="rId458" Type="http://schemas.openxmlformats.org/officeDocument/2006/relationships/customXml" Target="../ink/ink589.xml"/><Relationship Id="rId15" Type="http://schemas.openxmlformats.org/officeDocument/2006/relationships/image" Target="../media/image358.png"/><Relationship Id="rId57" Type="http://schemas.openxmlformats.org/officeDocument/2006/relationships/image" Target="../media/image379.png"/><Relationship Id="rId262" Type="http://schemas.openxmlformats.org/officeDocument/2006/relationships/customXml" Target="../ink/ink488.xml"/><Relationship Id="rId318" Type="http://schemas.openxmlformats.org/officeDocument/2006/relationships/customXml" Target="../ink/ink517.xml"/><Relationship Id="rId99" Type="http://schemas.openxmlformats.org/officeDocument/2006/relationships/image" Target="../media/image399.png"/><Relationship Id="rId122" Type="http://schemas.openxmlformats.org/officeDocument/2006/relationships/customXml" Target="../ink/ink417.xml"/><Relationship Id="rId164" Type="http://schemas.openxmlformats.org/officeDocument/2006/relationships/customXml" Target="../ink/ink438.xml"/><Relationship Id="rId371" Type="http://schemas.openxmlformats.org/officeDocument/2006/relationships/customXml" Target="../ink/ink545.xml"/><Relationship Id="rId427" Type="http://schemas.openxmlformats.org/officeDocument/2006/relationships/image" Target="../media/image558.png"/><Relationship Id="rId469" Type="http://schemas.openxmlformats.org/officeDocument/2006/relationships/image" Target="../media/image579.png"/><Relationship Id="rId26" Type="http://schemas.openxmlformats.org/officeDocument/2006/relationships/customXml" Target="../ink/ink369.xml"/><Relationship Id="rId231" Type="http://schemas.openxmlformats.org/officeDocument/2006/relationships/image" Target="../media/image465.png"/><Relationship Id="rId273" Type="http://schemas.openxmlformats.org/officeDocument/2006/relationships/image" Target="../media/image484.png"/><Relationship Id="rId329" Type="http://schemas.openxmlformats.org/officeDocument/2006/relationships/customXml" Target="../ink/ink523.xml"/><Relationship Id="rId480" Type="http://schemas.openxmlformats.org/officeDocument/2006/relationships/customXml" Target="../ink/ink600.xml"/><Relationship Id="rId68" Type="http://schemas.openxmlformats.org/officeDocument/2006/relationships/customXml" Target="../ink/ink390.xml"/><Relationship Id="rId133" Type="http://schemas.openxmlformats.org/officeDocument/2006/relationships/image" Target="../media/image416.png"/><Relationship Id="rId175" Type="http://schemas.openxmlformats.org/officeDocument/2006/relationships/image" Target="../media/image437.png"/><Relationship Id="rId340" Type="http://schemas.openxmlformats.org/officeDocument/2006/relationships/image" Target="../media/image516.png"/><Relationship Id="rId200" Type="http://schemas.openxmlformats.org/officeDocument/2006/relationships/customXml" Target="../ink/ink456.xml"/><Relationship Id="rId382" Type="http://schemas.openxmlformats.org/officeDocument/2006/relationships/image" Target="../media/image536.png"/><Relationship Id="rId438" Type="http://schemas.openxmlformats.org/officeDocument/2006/relationships/customXml" Target="../ink/ink579.xml"/><Relationship Id="rId242" Type="http://schemas.openxmlformats.org/officeDocument/2006/relationships/image" Target="../media/image469.png"/><Relationship Id="rId284" Type="http://schemas.openxmlformats.org/officeDocument/2006/relationships/customXml" Target="../ink/ink499.xml"/><Relationship Id="rId37" Type="http://schemas.openxmlformats.org/officeDocument/2006/relationships/image" Target="../media/image369.png"/><Relationship Id="rId79" Type="http://schemas.openxmlformats.org/officeDocument/2006/relationships/image" Target="../media/image389.png"/><Relationship Id="rId102" Type="http://schemas.openxmlformats.org/officeDocument/2006/relationships/customXml" Target="../ink/ink407.xml"/><Relationship Id="rId144" Type="http://schemas.openxmlformats.org/officeDocument/2006/relationships/customXml" Target="../ink/ink428.xml"/><Relationship Id="rId90" Type="http://schemas.openxmlformats.org/officeDocument/2006/relationships/customXml" Target="../ink/ink401.xml"/><Relationship Id="rId186" Type="http://schemas.openxmlformats.org/officeDocument/2006/relationships/customXml" Target="../ink/ink449.xml"/><Relationship Id="rId351" Type="http://schemas.openxmlformats.org/officeDocument/2006/relationships/image" Target="../media/image521.png"/><Relationship Id="rId393" Type="http://schemas.openxmlformats.org/officeDocument/2006/relationships/customXml" Target="../ink/ink556.xml"/><Relationship Id="rId407" Type="http://schemas.openxmlformats.org/officeDocument/2006/relationships/customXml" Target="../ink/ink563.xml"/><Relationship Id="rId449" Type="http://schemas.openxmlformats.org/officeDocument/2006/relationships/image" Target="../media/image569.png"/><Relationship Id="rId211" Type="http://schemas.openxmlformats.org/officeDocument/2006/relationships/image" Target="../media/image455.png"/><Relationship Id="rId253" Type="http://schemas.openxmlformats.org/officeDocument/2006/relationships/image" Target="../media/image474.png"/><Relationship Id="rId295" Type="http://schemas.openxmlformats.org/officeDocument/2006/relationships/image" Target="../media/image495.png"/><Relationship Id="rId309" Type="http://schemas.openxmlformats.org/officeDocument/2006/relationships/image" Target="../media/image501.png"/><Relationship Id="rId460" Type="http://schemas.openxmlformats.org/officeDocument/2006/relationships/customXml" Target="../ink/ink590.xml"/><Relationship Id="rId48" Type="http://schemas.openxmlformats.org/officeDocument/2006/relationships/customXml" Target="../ink/ink380.xml"/><Relationship Id="rId113" Type="http://schemas.openxmlformats.org/officeDocument/2006/relationships/image" Target="../media/image406.png"/><Relationship Id="rId320" Type="http://schemas.openxmlformats.org/officeDocument/2006/relationships/customXml" Target="../ink/ink518.xml"/><Relationship Id="rId155" Type="http://schemas.openxmlformats.org/officeDocument/2006/relationships/image" Target="../media/image427.png"/><Relationship Id="rId197" Type="http://schemas.openxmlformats.org/officeDocument/2006/relationships/image" Target="../media/image448.png"/><Relationship Id="rId362" Type="http://schemas.openxmlformats.org/officeDocument/2006/relationships/customXml" Target="../ink/ink540.xml"/><Relationship Id="rId418" Type="http://schemas.openxmlformats.org/officeDocument/2006/relationships/image" Target="../media/image554.png"/><Relationship Id="rId222" Type="http://schemas.openxmlformats.org/officeDocument/2006/relationships/customXml" Target="../ink/ink467.xml"/><Relationship Id="rId264" Type="http://schemas.openxmlformats.org/officeDocument/2006/relationships/customXml" Target="../ink/ink489.xml"/><Relationship Id="rId471" Type="http://schemas.openxmlformats.org/officeDocument/2006/relationships/image" Target="../media/image580.png"/><Relationship Id="rId17" Type="http://schemas.openxmlformats.org/officeDocument/2006/relationships/image" Target="../media/image359.png"/><Relationship Id="rId59" Type="http://schemas.openxmlformats.org/officeDocument/2006/relationships/image" Target="../media/image380.png"/><Relationship Id="rId124" Type="http://schemas.openxmlformats.org/officeDocument/2006/relationships/customXml" Target="../ink/ink418.xml"/><Relationship Id="rId70" Type="http://schemas.openxmlformats.org/officeDocument/2006/relationships/customXml" Target="../ink/ink391.xml"/><Relationship Id="rId166" Type="http://schemas.openxmlformats.org/officeDocument/2006/relationships/customXml" Target="../ink/ink439.xml"/><Relationship Id="rId331" Type="http://schemas.openxmlformats.org/officeDocument/2006/relationships/customXml" Target="../ink/ink524.xml"/><Relationship Id="rId373" Type="http://schemas.openxmlformats.org/officeDocument/2006/relationships/customXml" Target="../ink/ink546.xml"/><Relationship Id="rId429" Type="http://schemas.openxmlformats.org/officeDocument/2006/relationships/image" Target="../media/image559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473.xml"/><Relationship Id="rId440" Type="http://schemas.openxmlformats.org/officeDocument/2006/relationships/customXml" Target="../ink/ink580.xml"/><Relationship Id="rId28" Type="http://schemas.openxmlformats.org/officeDocument/2006/relationships/customXml" Target="../ink/ink370.xml"/><Relationship Id="rId275" Type="http://schemas.openxmlformats.org/officeDocument/2006/relationships/image" Target="../media/image485.png"/><Relationship Id="rId300" Type="http://schemas.openxmlformats.org/officeDocument/2006/relationships/image" Target="../media/image497.png"/><Relationship Id="rId482" Type="http://schemas.openxmlformats.org/officeDocument/2006/relationships/customXml" Target="../ink/ink601.xml"/><Relationship Id="rId81" Type="http://schemas.openxmlformats.org/officeDocument/2006/relationships/image" Target="../media/image390.png"/><Relationship Id="rId135" Type="http://schemas.openxmlformats.org/officeDocument/2006/relationships/image" Target="../media/image417.png"/><Relationship Id="rId177" Type="http://schemas.openxmlformats.org/officeDocument/2006/relationships/image" Target="../media/image438.png"/><Relationship Id="rId342" Type="http://schemas.openxmlformats.org/officeDocument/2006/relationships/image" Target="../media/image517.png"/><Relationship Id="rId384" Type="http://schemas.openxmlformats.org/officeDocument/2006/relationships/image" Target="../media/image537.png"/><Relationship Id="rId202" Type="http://schemas.openxmlformats.org/officeDocument/2006/relationships/customXml" Target="../ink/ink457.xml"/><Relationship Id="rId244" Type="http://schemas.openxmlformats.org/officeDocument/2006/relationships/customXml" Target="../ink/ink479.xml"/><Relationship Id="rId39" Type="http://schemas.openxmlformats.org/officeDocument/2006/relationships/image" Target="../media/image370.png"/><Relationship Id="rId286" Type="http://schemas.openxmlformats.org/officeDocument/2006/relationships/customXml" Target="../ink/ink500.xml"/><Relationship Id="rId451" Type="http://schemas.openxmlformats.org/officeDocument/2006/relationships/image" Target="../media/image570.png"/><Relationship Id="rId50" Type="http://schemas.openxmlformats.org/officeDocument/2006/relationships/customXml" Target="../ink/ink381.xml"/><Relationship Id="rId104" Type="http://schemas.openxmlformats.org/officeDocument/2006/relationships/customXml" Target="../ink/ink408.xml"/><Relationship Id="rId146" Type="http://schemas.openxmlformats.org/officeDocument/2006/relationships/customXml" Target="../ink/ink429.xml"/><Relationship Id="rId188" Type="http://schemas.openxmlformats.org/officeDocument/2006/relationships/customXml" Target="../ink/ink450.xml"/><Relationship Id="rId311" Type="http://schemas.openxmlformats.org/officeDocument/2006/relationships/image" Target="../media/image502.png"/><Relationship Id="rId353" Type="http://schemas.openxmlformats.org/officeDocument/2006/relationships/image" Target="../media/image522.png"/><Relationship Id="rId395" Type="http://schemas.openxmlformats.org/officeDocument/2006/relationships/customXml" Target="../ink/ink557.xml"/><Relationship Id="rId409" Type="http://schemas.openxmlformats.org/officeDocument/2006/relationships/customXml" Target="../ink/ink564.xml"/><Relationship Id="rId92" Type="http://schemas.openxmlformats.org/officeDocument/2006/relationships/customXml" Target="../ink/ink402.xml"/><Relationship Id="rId213" Type="http://schemas.openxmlformats.org/officeDocument/2006/relationships/image" Target="../media/image456.png"/><Relationship Id="rId420" Type="http://schemas.openxmlformats.org/officeDocument/2006/relationships/image" Target="../media/image555.png"/><Relationship Id="rId255" Type="http://schemas.openxmlformats.org/officeDocument/2006/relationships/image" Target="../media/image475.png"/><Relationship Id="rId297" Type="http://schemas.openxmlformats.org/officeDocument/2006/relationships/image" Target="../media/image496.png"/><Relationship Id="rId462" Type="http://schemas.openxmlformats.org/officeDocument/2006/relationships/customXml" Target="../ink/ink591.xml"/><Relationship Id="rId115" Type="http://schemas.openxmlformats.org/officeDocument/2006/relationships/image" Target="../media/image407.png"/><Relationship Id="rId157" Type="http://schemas.openxmlformats.org/officeDocument/2006/relationships/image" Target="../media/image428.png"/><Relationship Id="rId322" Type="http://schemas.openxmlformats.org/officeDocument/2006/relationships/customXml" Target="../ink/ink519.xml"/><Relationship Id="rId364" Type="http://schemas.openxmlformats.org/officeDocument/2006/relationships/customXml" Target="../ink/ink541.xml"/><Relationship Id="rId61" Type="http://schemas.openxmlformats.org/officeDocument/2006/relationships/image" Target="../media/image381.png"/><Relationship Id="rId199" Type="http://schemas.openxmlformats.org/officeDocument/2006/relationships/image" Target="../media/image449.png"/><Relationship Id="rId19" Type="http://schemas.openxmlformats.org/officeDocument/2006/relationships/image" Target="../media/image360.png"/><Relationship Id="rId224" Type="http://schemas.openxmlformats.org/officeDocument/2006/relationships/customXml" Target="../ink/ink468.xml"/><Relationship Id="rId266" Type="http://schemas.openxmlformats.org/officeDocument/2006/relationships/customXml" Target="../ink/ink490.xml"/><Relationship Id="rId431" Type="http://schemas.openxmlformats.org/officeDocument/2006/relationships/image" Target="../media/image560.png"/><Relationship Id="rId473" Type="http://schemas.openxmlformats.org/officeDocument/2006/relationships/image" Target="../media/image581.png"/><Relationship Id="rId30" Type="http://schemas.openxmlformats.org/officeDocument/2006/relationships/customXml" Target="../ink/ink371.xml"/><Relationship Id="rId126" Type="http://schemas.openxmlformats.org/officeDocument/2006/relationships/customXml" Target="../ink/ink419.xml"/><Relationship Id="rId168" Type="http://schemas.openxmlformats.org/officeDocument/2006/relationships/customXml" Target="../ink/ink440.xml"/><Relationship Id="rId333" Type="http://schemas.openxmlformats.org/officeDocument/2006/relationships/customXml" Target="../ink/ink525.xml"/><Relationship Id="rId72" Type="http://schemas.openxmlformats.org/officeDocument/2006/relationships/customXml" Target="../ink/ink392.xml"/><Relationship Id="rId375" Type="http://schemas.openxmlformats.org/officeDocument/2006/relationships/customXml" Target="../ink/ink547.xml"/><Relationship Id="rId3" Type="http://schemas.openxmlformats.org/officeDocument/2006/relationships/image" Target="../media/image352.png"/><Relationship Id="rId235" Type="http://schemas.openxmlformats.org/officeDocument/2006/relationships/customXml" Target="../ink/ink474.xml"/><Relationship Id="rId277" Type="http://schemas.openxmlformats.org/officeDocument/2006/relationships/image" Target="../media/image486.png"/><Relationship Id="rId400" Type="http://schemas.openxmlformats.org/officeDocument/2006/relationships/image" Target="../media/image545.png"/><Relationship Id="rId442" Type="http://schemas.openxmlformats.org/officeDocument/2006/relationships/customXml" Target="../ink/ink581.xml"/><Relationship Id="rId484" Type="http://schemas.openxmlformats.org/officeDocument/2006/relationships/customXml" Target="../ink/ink602.xml"/><Relationship Id="rId137" Type="http://schemas.openxmlformats.org/officeDocument/2006/relationships/image" Target="../media/image418.png"/><Relationship Id="rId302" Type="http://schemas.openxmlformats.org/officeDocument/2006/relationships/image" Target="../media/image498.png"/><Relationship Id="rId344" Type="http://schemas.openxmlformats.org/officeDocument/2006/relationships/customXml" Target="../ink/ink53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7.png"/><Relationship Id="rId21" Type="http://schemas.openxmlformats.org/officeDocument/2006/relationships/image" Target="../media/image599.png"/><Relationship Id="rId42" Type="http://schemas.openxmlformats.org/officeDocument/2006/relationships/customXml" Target="../ink/ink625.xml"/><Relationship Id="rId63" Type="http://schemas.openxmlformats.org/officeDocument/2006/relationships/image" Target="../media/image620.png"/><Relationship Id="rId84" Type="http://schemas.openxmlformats.org/officeDocument/2006/relationships/customXml" Target="../ink/ink646.xml"/><Relationship Id="rId138" Type="http://schemas.openxmlformats.org/officeDocument/2006/relationships/customXml" Target="../ink/ink673.xml"/><Relationship Id="rId159" Type="http://schemas.openxmlformats.org/officeDocument/2006/relationships/image" Target="../media/image668.png"/><Relationship Id="rId170" Type="http://schemas.openxmlformats.org/officeDocument/2006/relationships/customXml" Target="../ink/ink689.xml"/><Relationship Id="rId191" Type="http://schemas.openxmlformats.org/officeDocument/2006/relationships/image" Target="../media/image684.png"/><Relationship Id="rId205" Type="http://schemas.openxmlformats.org/officeDocument/2006/relationships/image" Target="../media/image691.png"/><Relationship Id="rId226" Type="http://schemas.openxmlformats.org/officeDocument/2006/relationships/customXml" Target="../ink/ink717.xml"/><Relationship Id="rId107" Type="http://schemas.openxmlformats.org/officeDocument/2006/relationships/image" Target="../media/image642.png"/><Relationship Id="rId11" Type="http://schemas.openxmlformats.org/officeDocument/2006/relationships/image" Target="../media/image594.png"/><Relationship Id="rId32" Type="http://schemas.openxmlformats.org/officeDocument/2006/relationships/customXml" Target="../ink/ink620.xml"/><Relationship Id="rId53" Type="http://schemas.openxmlformats.org/officeDocument/2006/relationships/image" Target="../media/image615.png"/><Relationship Id="rId74" Type="http://schemas.openxmlformats.org/officeDocument/2006/relationships/customXml" Target="../ink/ink641.xml"/><Relationship Id="rId128" Type="http://schemas.openxmlformats.org/officeDocument/2006/relationships/customXml" Target="../ink/ink668.xml"/><Relationship Id="rId149" Type="http://schemas.openxmlformats.org/officeDocument/2006/relationships/image" Target="../media/image663.png"/><Relationship Id="rId5" Type="http://schemas.openxmlformats.org/officeDocument/2006/relationships/image" Target="../media/image591.png"/><Relationship Id="rId95" Type="http://schemas.openxmlformats.org/officeDocument/2006/relationships/image" Target="../media/image636.png"/><Relationship Id="rId160" Type="http://schemas.openxmlformats.org/officeDocument/2006/relationships/customXml" Target="../ink/ink684.xml"/><Relationship Id="rId181" Type="http://schemas.openxmlformats.org/officeDocument/2006/relationships/image" Target="../media/image679.png"/><Relationship Id="rId216" Type="http://schemas.openxmlformats.org/officeDocument/2006/relationships/customXml" Target="../ink/ink712.xml"/><Relationship Id="rId237" Type="http://schemas.openxmlformats.org/officeDocument/2006/relationships/image" Target="../media/image706.png"/><Relationship Id="rId22" Type="http://schemas.openxmlformats.org/officeDocument/2006/relationships/customXml" Target="../ink/ink615.xml"/><Relationship Id="rId43" Type="http://schemas.openxmlformats.org/officeDocument/2006/relationships/image" Target="../media/image610.png"/><Relationship Id="rId64" Type="http://schemas.openxmlformats.org/officeDocument/2006/relationships/customXml" Target="../ink/ink636.xml"/><Relationship Id="rId118" Type="http://schemas.openxmlformats.org/officeDocument/2006/relationships/customXml" Target="../ink/ink663.xml"/><Relationship Id="rId139" Type="http://schemas.openxmlformats.org/officeDocument/2006/relationships/image" Target="../media/image658.png"/><Relationship Id="rId85" Type="http://schemas.openxmlformats.org/officeDocument/2006/relationships/image" Target="../media/image631.png"/><Relationship Id="rId150" Type="http://schemas.openxmlformats.org/officeDocument/2006/relationships/customXml" Target="../ink/ink679.xml"/><Relationship Id="rId171" Type="http://schemas.openxmlformats.org/officeDocument/2006/relationships/image" Target="../media/image674.png"/><Relationship Id="rId192" Type="http://schemas.openxmlformats.org/officeDocument/2006/relationships/customXml" Target="../ink/ink700.xml"/><Relationship Id="rId206" Type="http://schemas.openxmlformats.org/officeDocument/2006/relationships/customXml" Target="../ink/ink707.xml"/><Relationship Id="rId227" Type="http://schemas.openxmlformats.org/officeDocument/2006/relationships/image" Target="../media/image701.png"/><Relationship Id="rId12" Type="http://schemas.openxmlformats.org/officeDocument/2006/relationships/customXml" Target="../ink/ink610.xml"/><Relationship Id="rId33" Type="http://schemas.openxmlformats.org/officeDocument/2006/relationships/image" Target="../media/image605.png"/><Relationship Id="rId108" Type="http://schemas.openxmlformats.org/officeDocument/2006/relationships/customXml" Target="../ink/ink658.xml"/><Relationship Id="rId129" Type="http://schemas.openxmlformats.org/officeDocument/2006/relationships/image" Target="../media/image653.png"/><Relationship Id="rId54" Type="http://schemas.openxmlformats.org/officeDocument/2006/relationships/customXml" Target="../ink/ink631.xml"/><Relationship Id="rId75" Type="http://schemas.openxmlformats.org/officeDocument/2006/relationships/image" Target="../media/image626.png"/><Relationship Id="rId96" Type="http://schemas.openxmlformats.org/officeDocument/2006/relationships/customXml" Target="../ink/ink652.xml"/><Relationship Id="rId140" Type="http://schemas.openxmlformats.org/officeDocument/2006/relationships/customXml" Target="../ink/ink674.xml"/><Relationship Id="rId161" Type="http://schemas.openxmlformats.org/officeDocument/2006/relationships/image" Target="../media/image669.png"/><Relationship Id="rId182" Type="http://schemas.openxmlformats.org/officeDocument/2006/relationships/customXml" Target="../ink/ink695.xml"/><Relationship Id="rId217" Type="http://schemas.openxmlformats.org/officeDocument/2006/relationships/image" Target="../media/image696.png"/><Relationship Id="rId6" Type="http://schemas.openxmlformats.org/officeDocument/2006/relationships/customXml" Target="../ink/ink607.xml"/><Relationship Id="rId238" Type="http://schemas.openxmlformats.org/officeDocument/2006/relationships/customXml" Target="../ink/ink723.xml"/><Relationship Id="rId23" Type="http://schemas.openxmlformats.org/officeDocument/2006/relationships/image" Target="../media/image600.png"/><Relationship Id="rId119" Type="http://schemas.openxmlformats.org/officeDocument/2006/relationships/image" Target="../media/image648.png"/><Relationship Id="rId44" Type="http://schemas.openxmlformats.org/officeDocument/2006/relationships/customXml" Target="../ink/ink626.xml"/><Relationship Id="rId65" Type="http://schemas.openxmlformats.org/officeDocument/2006/relationships/image" Target="../media/image621.png"/><Relationship Id="rId86" Type="http://schemas.openxmlformats.org/officeDocument/2006/relationships/customXml" Target="../ink/ink647.xml"/><Relationship Id="rId130" Type="http://schemas.openxmlformats.org/officeDocument/2006/relationships/customXml" Target="../ink/ink669.xml"/><Relationship Id="rId151" Type="http://schemas.openxmlformats.org/officeDocument/2006/relationships/image" Target="../media/image664.png"/><Relationship Id="rId172" Type="http://schemas.openxmlformats.org/officeDocument/2006/relationships/customXml" Target="../ink/ink690.xml"/><Relationship Id="rId193" Type="http://schemas.openxmlformats.org/officeDocument/2006/relationships/image" Target="../media/image685.png"/><Relationship Id="rId207" Type="http://schemas.openxmlformats.org/officeDocument/2006/relationships/image" Target="../media/image692.png"/><Relationship Id="rId228" Type="http://schemas.openxmlformats.org/officeDocument/2006/relationships/customXml" Target="../ink/ink718.xml"/><Relationship Id="rId13" Type="http://schemas.openxmlformats.org/officeDocument/2006/relationships/image" Target="../media/image595.png"/><Relationship Id="rId109" Type="http://schemas.openxmlformats.org/officeDocument/2006/relationships/image" Target="../media/image643.png"/><Relationship Id="rId34" Type="http://schemas.openxmlformats.org/officeDocument/2006/relationships/customXml" Target="../ink/ink621.xml"/><Relationship Id="rId55" Type="http://schemas.openxmlformats.org/officeDocument/2006/relationships/image" Target="../media/image616.png"/><Relationship Id="rId76" Type="http://schemas.openxmlformats.org/officeDocument/2006/relationships/customXml" Target="../ink/ink642.xml"/><Relationship Id="rId97" Type="http://schemas.openxmlformats.org/officeDocument/2006/relationships/image" Target="../media/image637.png"/><Relationship Id="rId120" Type="http://schemas.openxmlformats.org/officeDocument/2006/relationships/customXml" Target="../ink/ink664.xml"/><Relationship Id="rId141" Type="http://schemas.openxmlformats.org/officeDocument/2006/relationships/image" Target="../media/image659.png"/><Relationship Id="rId7" Type="http://schemas.openxmlformats.org/officeDocument/2006/relationships/image" Target="../media/image592.png"/><Relationship Id="rId162" Type="http://schemas.openxmlformats.org/officeDocument/2006/relationships/customXml" Target="../ink/ink685.xml"/><Relationship Id="rId183" Type="http://schemas.openxmlformats.org/officeDocument/2006/relationships/image" Target="../media/image680.png"/><Relationship Id="rId218" Type="http://schemas.openxmlformats.org/officeDocument/2006/relationships/customXml" Target="../ink/ink713.xml"/><Relationship Id="rId239" Type="http://schemas.openxmlformats.org/officeDocument/2006/relationships/image" Target="../media/image707.png"/><Relationship Id="rId24" Type="http://schemas.openxmlformats.org/officeDocument/2006/relationships/customXml" Target="../ink/ink616.xml"/><Relationship Id="rId45" Type="http://schemas.openxmlformats.org/officeDocument/2006/relationships/image" Target="../media/image611.png"/><Relationship Id="rId66" Type="http://schemas.openxmlformats.org/officeDocument/2006/relationships/customXml" Target="../ink/ink637.xml"/><Relationship Id="rId87" Type="http://schemas.openxmlformats.org/officeDocument/2006/relationships/image" Target="../media/image632.png"/><Relationship Id="rId110" Type="http://schemas.openxmlformats.org/officeDocument/2006/relationships/customXml" Target="../ink/ink659.xml"/><Relationship Id="rId131" Type="http://schemas.openxmlformats.org/officeDocument/2006/relationships/image" Target="../media/image654.png"/><Relationship Id="rId152" Type="http://schemas.openxmlformats.org/officeDocument/2006/relationships/customXml" Target="../ink/ink680.xml"/><Relationship Id="rId173" Type="http://schemas.openxmlformats.org/officeDocument/2006/relationships/image" Target="../media/image675.png"/><Relationship Id="rId194" Type="http://schemas.openxmlformats.org/officeDocument/2006/relationships/customXml" Target="../ink/ink701.xml"/><Relationship Id="rId208" Type="http://schemas.openxmlformats.org/officeDocument/2006/relationships/customXml" Target="../ink/ink708.xml"/><Relationship Id="rId229" Type="http://schemas.openxmlformats.org/officeDocument/2006/relationships/image" Target="../media/image702.png"/><Relationship Id="rId240" Type="http://schemas.openxmlformats.org/officeDocument/2006/relationships/customXml" Target="../ink/ink724.xml"/><Relationship Id="rId14" Type="http://schemas.openxmlformats.org/officeDocument/2006/relationships/customXml" Target="../ink/ink611.xml"/><Relationship Id="rId35" Type="http://schemas.openxmlformats.org/officeDocument/2006/relationships/image" Target="../media/image606.png"/><Relationship Id="rId56" Type="http://schemas.openxmlformats.org/officeDocument/2006/relationships/customXml" Target="../ink/ink632.xml"/><Relationship Id="rId77" Type="http://schemas.openxmlformats.org/officeDocument/2006/relationships/image" Target="../media/image627.png"/><Relationship Id="rId100" Type="http://schemas.openxmlformats.org/officeDocument/2006/relationships/customXml" Target="../ink/ink654.xml"/><Relationship Id="rId8" Type="http://schemas.openxmlformats.org/officeDocument/2006/relationships/customXml" Target="../ink/ink608.xml"/><Relationship Id="rId98" Type="http://schemas.openxmlformats.org/officeDocument/2006/relationships/customXml" Target="../ink/ink653.xml"/><Relationship Id="rId121" Type="http://schemas.openxmlformats.org/officeDocument/2006/relationships/image" Target="../media/image649.png"/><Relationship Id="rId142" Type="http://schemas.openxmlformats.org/officeDocument/2006/relationships/customXml" Target="../ink/ink675.xml"/><Relationship Id="rId163" Type="http://schemas.openxmlformats.org/officeDocument/2006/relationships/image" Target="../media/image670.png"/><Relationship Id="rId184" Type="http://schemas.openxmlformats.org/officeDocument/2006/relationships/customXml" Target="../ink/ink696.xml"/><Relationship Id="rId219" Type="http://schemas.openxmlformats.org/officeDocument/2006/relationships/image" Target="../media/image697.png"/><Relationship Id="rId230" Type="http://schemas.openxmlformats.org/officeDocument/2006/relationships/customXml" Target="../ink/ink719.xml"/><Relationship Id="rId25" Type="http://schemas.openxmlformats.org/officeDocument/2006/relationships/image" Target="../media/image601.png"/><Relationship Id="rId46" Type="http://schemas.openxmlformats.org/officeDocument/2006/relationships/customXml" Target="../ink/ink627.xml"/><Relationship Id="rId67" Type="http://schemas.openxmlformats.org/officeDocument/2006/relationships/image" Target="../media/image622.png"/><Relationship Id="rId88" Type="http://schemas.openxmlformats.org/officeDocument/2006/relationships/customXml" Target="../ink/ink648.xml"/><Relationship Id="rId111" Type="http://schemas.openxmlformats.org/officeDocument/2006/relationships/image" Target="../media/image644.png"/><Relationship Id="rId132" Type="http://schemas.openxmlformats.org/officeDocument/2006/relationships/customXml" Target="../ink/ink670.xml"/><Relationship Id="rId153" Type="http://schemas.openxmlformats.org/officeDocument/2006/relationships/image" Target="../media/image665.png"/><Relationship Id="rId174" Type="http://schemas.openxmlformats.org/officeDocument/2006/relationships/customXml" Target="../ink/ink691.xml"/><Relationship Id="rId195" Type="http://schemas.openxmlformats.org/officeDocument/2006/relationships/image" Target="../media/image686.png"/><Relationship Id="rId209" Type="http://schemas.openxmlformats.org/officeDocument/2006/relationships/image" Target="../media/image693.png"/><Relationship Id="rId220" Type="http://schemas.openxmlformats.org/officeDocument/2006/relationships/customXml" Target="../ink/ink714.xml"/><Relationship Id="rId241" Type="http://schemas.openxmlformats.org/officeDocument/2006/relationships/image" Target="../media/image708.png"/><Relationship Id="rId15" Type="http://schemas.openxmlformats.org/officeDocument/2006/relationships/image" Target="../media/image596.png"/><Relationship Id="rId36" Type="http://schemas.openxmlformats.org/officeDocument/2006/relationships/customXml" Target="../ink/ink622.xml"/><Relationship Id="rId57" Type="http://schemas.openxmlformats.org/officeDocument/2006/relationships/image" Target="../media/image617.png"/><Relationship Id="rId106" Type="http://schemas.openxmlformats.org/officeDocument/2006/relationships/customXml" Target="../ink/ink657.xml"/><Relationship Id="rId127" Type="http://schemas.openxmlformats.org/officeDocument/2006/relationships/image" Target="../media/image652.png"/><Relationship Id="rId10" Type="http://schemas.openxmlformats.org/officeDocument/2006/relationships/customXml" Target="../ink/ink609.xml"/><Relationship Id="rId31" Type="http://schemas.openxmlformats.org/officeDocument/2006/relationships/image" Target="../media/image604.png"/><Relationship Id="rId52" Type="http://schemas.openxmlformats.org/officeDocument/2006/relationships/customXml" Target="../ink/ink630.xml"/><Relationship Id="rId73" Type="http://schemas.openxmlformats.org/officeDocument/2006/relationships/image" Target="../media/image625.png"/><Relationship Id="rId78" Type="http://schemas.openxmlformats.org/officeDocument/2006/relationships/customXml" Target="../ink/ink643.xml"/><Relationship Id="rId94" Type="http://schemas.openxmlformats.org/officeDocument/2006/relationships/customXml" Target="../ink/ink651.xml"/><Relationship Id="rId99" Type="http://schemas.openxmlformats.org/officeDocument/2006/relationships/image" Target="../media/image638.png"/><Relationship Id="rId101" Type="http://schemas.openxmlformats.org/officeDocument/2006/relationships/image" Target="../media/image639.png"/><Relationship Id="rId122" Type="http://schemas.openxmlformats.org/officeDocument/2006/relationships/customXml" Target="../ink/ink665.xml"/><Relationship Id="rId143" Type="http://schemas.openxmlformats.org/officeDocument/2006/relationships/image" Target="../media/image660.png"/><Relationship Id="rId148" Type="http://schemas.openxmlformats.org/officeDocument/2006/relationships/customXml" Target="../ink/ink678.xml"/><Relationship Id="rId164" Type="http://schemas.openxmlformats.org/officeDocument/2006/relationships/customXml" Target="../ink/ink686.xml"/><Relationship Id="rId169" Type="http://schemas.openxmlformats.org/officeDocument/2006/relationships/image" Target="../media/image673.png"/><Relationship Id="rId185" Type="http://schemas.openxmlformats.org/officeDocument/2006/relationships/image" Target="../media/image681.png"/><Relationship Id="rId4" Type="http://schemas.openxmlformats.org/officeDocument/2006/relationships/customXml" Target="../ink/ink606.xml"/><Relationship Id="rId9" Type="http://schemas.openxmlformats.org/officeDocument/2006/relationships/image" Target="../media/image593.png"/><Relationship Id="rId180" Type="http://schemas.openxmlformats.org/officeDocument/2006/relationships/customXml" Target="../ink/ink694.xml"/><Relationship Id="rId210" Type="http://schemas.openxmlformats.org/officeDocument/2006/relationships/customXml" Target="../ink/ink709.xml"/><Relationship Id="rId215" Type="http://schemas.openxmlformats.org/officeDocument/2006/relationships/image" Target="../media/image695.png"/><Relationship Id="rId236" Type="http://schemas.openxmlformats.org/officeDocument/2006/relationships/customXml" Target="../ink/ink722.xml"/><Relationship Id="rId26" Type="http://schemas.openxmlformats.org/officeDocument/2006/relationships/customXml" Target="../ink/ink617.xml"/><Relationship Id="rId231" Type="http://schemas.openxmlformats.org/officeDocument/2006/relationships/image" Target="../media/image703.png"/><Relationship Id="rId47" Type="http://schemas.openxmlformats.org/officeDocument/2006/relationships/image" Target="../media/image612.png"/><Relationship Id="rId68" Type="http://schemas.openxmlformats.org/officeDocument/2006/relationships/customXml" Target="../ink/ink638.xml"/><Relationship Id="rId89" Type="http://schemas.openxmlformats.org/officeDocument/2006/relationships/image" Target="../media/image633.png"/><Relationship Id="rId112" Type="http://schemas.openxmlformats.org/officeDocument/2006/relationships/customXml" Target="../ink/ink660.xml"/><Relationship Id="rId133" Type="http://schemas.openxmlformats.org/officeDocument/2006/relationships/image" Target="../media/image655.png"/><Relationship Id="rId154" Type="http://schemas.openxmlformats.org/officeDocument/2006/relationships/customXml" Target="../ink/ink681.xml"/><Relationship Id="rId175" Type="http://schemas.openxmlformats.org/officeDocument/2006/relationships/image" Target="../media/image676.png"/><Relationship Id="rId196" Type="http://schemas.openxmlformats.org/officeDocument/2006/relationships/customXml" Target="../ink/ink702.xml"/><Relationship Id="rId200" Type="http://schemas.openxmlformats.org/officeDocument/2006/relationships/customXml" Target="../ink/ink704.xml"/><Relationship Id="rId16" Type="http://schemas.openxmlformats.org/officeDocument/2006/relationships/customXml" Target="../ink/ink612.xml"/><Relationship Id="rId221" Type="http://schemas.openxmlformats.org/officeDocument/2006/relationships/image" Target="../media/image698.png"/><Relationship Id="rId242" Type="http://schemas.openxmlformats.org/officeDocument/2006/relationships/customXml" Target="../ink/ink725.xml"/><Relationship Id="rId37" Type="http://schemas.openxmlformats.org/officeDocument/2006/relationships/image" Target="../media/image607.png"/><Relationship Id="rId58" Type="http://schemas.openxmlformats.org/officeDocument/2006/relationships/customXml" Target="../ink/ink633.xml"/><Relationship Id="rId79" Type="http://schemas.openxmlformats.org/officeDocument/2006/relationships/image" Target="../media/image628.png"/><Relationship Id="rId102" Type="http://schemas.openxmlformats.org/officeDocument/2006/relationships/customXml" Target="../ink/ink655.xml"/><Relationship Id="rId123" Type="http://schemas.openxmlformats.org/officeDocument/2006/relationships/image" Target="../media/image650.png"/><Relationship Id="rId144" Type="http://schemas.openxmlformats.org/officeDocument/2006/relationships/customXml" Target="../ink/ink676.xml"/><Relationship Id="rId90" Type="http://schemas.openxmlformats.org/officeDocument/2006/relationships/customXml" Target="../ink/ink649.xml"/><Relationship Id="rId165" Type="http://schemas.openxmlformats.org/officeDocument/2006/relationships/image" Target="../media/image671.png"/><Relationship Id="rId186" Type="http://schemas.openxmlformats.org/officeDocument/2006/relationships/customXml" Target="../ink/ink697.xml"/><Relationship Id="rId211" Type="http://schemas.openxmlformats.org/officeDocument/2006/relationships/image" Target="../media/image231.png"/><Relationship Id="rId232" Type="http://schemas.openxmlformats.org/officeDocument/2006/relationships/customXml" Target="../ink/ink720.xml"/><Relationship Id="rId27" Type="http://schemas.openxmlformats.org/officeDocument/2006/relationships/image" Target="../media/image602.png"/><Relationship Id="rId48" Type="http://schemas.openxmlformats.org/officeDocument/2006/relationships/customXml" Target="../ink/ink628.xml"/><Relationship Id="rId69" Type="http://schemas.openxmlformats.org/officeDocument/2006/relationships/image" Target="../media/image623.png"/><Relationship Id="rId113" Type="http://schemas.openxmlformats.org/officeDocument/2006/relationships/image" Target="../media/image645.png"/><Relationship Id="rId134" Type="http://schemas.openxmlformats.org/officeDocument/2006/relationships/customXml" Target="../ink/ink671.xml"/><Relationship Id="rId80" Type="http://schemas.openxmlformats.org/officeDocument/2006/relationships/customXml" Target="../ink/ink644.xml"/><Relationship Id="rId155" Type="http://schemas.openxmlformats.org/officeDocument/2006/relationships/image" Target="../media/image666.png"/><Relationship Id="rId176" Type="http://schemas.openxmlformats.org/officeDocument/2006/relationships/customXml" Target="../ink/ink692.xml"/><Relationship Id="rId197" Type="http://schemas.openxmlformats.org/officeDocument/2006/relationships/image" Target="../media/image687.png"/><Relationship Id="rId201" Type="http://schemas.openxmlformats.org/officeDocument/2006/relationships/image" Target="../media/image689.png"/><Relationship Id="rId222" Type="http://schemas.openxmlformats.org/officeDocument/2006/relationships/customXml" Target="../ink/ink715.xml"/><Relationship Id="rId243" Type="http://schemas.openxmlformats.org/officeDocument/2006/relationships/image" Target="../media/image709.png"/><Relationship Id="rId17" Type="http://schemas.openxmlformats.org/officeDocument/2006/relationships/image" Target="../media/image597.png"/><Relationship Id="rId38" Type="http://schemas.openxmlformats.org/officeDocument/2006/relationships/customXml" Target="../ink/ink623.xml"/><Relationship Id="rId59" Type="http://schemas.openxmlformats.org/officeDocument/2006/relationships/image" Target="../media/image618.png"/><Relationship Id="rId103" Type="http://schemas.openxmlformats.org/officeDocument/2006/relationships/image" Target="../media/image640.png"/><Relationship Id="rId124" Type="http://schemas.openxmlformats.org/officeDocument/2006/relationships/customXml" Target="../ink/ink666.xml"/><Relationship Id="rId70" Type="http://schemas.openxmlformats.org/officeDocument/2006/relationships/customXml" Target="../ink/ink639.xml"/><Relationship Id="rId91" Type="http://schemas.openxmlformats.org/officeDocument/2006/relationships/image" Target="../media/image634.png"/><Relationship Id="rId145" Type="http://schemas.openxmlformats.org/officeDocument/2006/relationships/image" Target="../media/image661.png"/><Relationship Id="rId166" Type="http://schemas.openxmlformats.org/officeDocument/2006/relationships/customXml" Target="../ink/ink687.xml"/><Relationship Id="rId187" Type="http://schemas.openxmlformats.org/officeDocument/2006/relationships/image" Target="../media/image6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10.xml"/><Relationship Id="rId233" Type="http://schemas.openxmlformats.org/officeDocument/2006/relationships/image" Target="../media/image704.png"/><Relationship Id="rId28" Type="http://schemas.openxmlformats.org/officeDocument/2006/relationships/customXml" Target="../ink/ink618.xml"/><Relationship Id="rId49" Type="http://schemas.openxmlformats.org/officeDocument/2006/relationships/image" Target="../media/image613.png"/><Relationship Id="rId114" Type="http://schemas.openxmlformats.org/officeDocument/2006/relationships/customXml" Target="../ink/ink661.xml"/><Relationship Id="rId60" Type="http://schemas.openxmlformats.org/officeDocument/2006/relationships/customXml" Target="../ink/ink634.xml"/><Relationship Id="rId81" Type="http://schemas.openxmlformats.org/officeDocument/2006/relationships/image" Target="../media/image629.png"/><Relationship Id="rId135" Type="http://schemas.openxmlformats.org/officeDocument/2006/relationships/image" Target="../media/image656.png"/><Relationship Id="rId156" Type="http://schemas.openxmlformats.org/officeDocument/2006/relationships/customXml" Target="../ink/ink682.xml"/><Relationship Id="rId177" Type="http://schemas.openxmlformats.org/officeDocument/2006/relationships/image" Target="../media/image677.png"/><Relationship Id="rId198" Type="http://schemas.openxmlformats.org/officeDocument/2006/relationships/customXml" Target="../ink/ink703.xml"/><Relationship Id="rId202" Type="http://schemas.openxmlformats.org/officeDocument/2006/relationships/customXml" Target="../ink/ink705.xml"/><Relationship Id="rId223" Type="http://schemas.openxmlformats.org/officeDocument/2006/relationships/image" Target="../media/image699.png"/><Relationship Id="rId18" Type="http://schemas.openxmlformats.org/officeDocument/2006/relationships/customXml" Target="../ink/ink613.xml"/><Relationship Id="rId39" Type="http://schemas.openxmlformats.org/officeDocument/2006/relationships/image" Target="../media/image608.png"/><Relationship Id="rId50" Type="http://schemas.openxmlformats.org/officeDocument/2006/relationships/customXml" Target="../ink/ink629.xml"/><Relationship Id="rId104" Type="http://schemas.openxmlformats.org/officeDocument/2006/relationships/customXml" Target="../ink/ink656.xml"/><Relationship Id="rId125" Type="http://schemas.openxmlformats.org/officeDocument/2006/relationships/image" Target="../media/image651.png"/><Relationship Id="rId146" Type="http://schemas.openxmlformats.org/officeDocument/2006/relationships/customXml" Target="../ink/ink677.xml"/><Relationship Id="rId167" Type="http://schemas.openxmlformats.org/officeDocument/2006/relationships/image" Target="../media/image672.png"/><Relationship Id="rId188" Type="http://schemas.openxmlformats.org/officeDocument/2006/relationships/customXml" Target="../ink/ink698.xml"/><Relationship Id="rId71" Type="http://schemas.openxmlformats.org/officeDocument/2006/relationships/image" Target="../media/image624.png"/><Relationship Id="rId92" Type="http://schemas.openxmlformats.org/officeDocument/2006/relationships/customXml" Target="../ink/ink650.xml"/><Relationship Id="rId213" Type="http://schemas.openxmlformats.org/officeDocument/2006/relationships/image" Target="../media/image694.png"/><Relationship Id="rId234" Type="http://schemas.openxmlformats.org/officeDocument/2006/relationships/customXml" Target="../ink/ink721.xml"/><Relationship Id="rId2" Type="http://schemas.openxmlformats.org/officeDocument/2006/relationships/customXml" Target="../ink/ink605.xml"/><Relationship Id="rId29" Type="http://schemas.openxmlformats.org/officeDocument/2006/relationships/image" Target="../media/image603.png"/><Relationship Id="rId40" Type="http://schemas.openxmlformats.org/officeDocument/2006/relationships/customXml" Target="../ink/ink624.xml"/><Relationship Id="rId115" Type="http://schemas.openxmlformats.org/officeDocument/2006/relationships/image" Target="../media/image646.png"/><Relationship Id="rId136" Type="http://schemas.openxmlformats.org/officeDocument/2006/relationships/customXml" Target="../ink/ink672.xml"/><Relationship Id="rId157" Type="http://schemas.openxmlformats.org/officeDocument/2006/relationships/image" Target="../media/image667.png"/><Relationship Id="rId178" Type="http://schemas.openxmlformats.org/officeDocument/2006/relationships/customXml" Target="../ink/ink693.xml"/><Relationship Id="rId61" Type="http://schemas.openxmlformats.org/officeDocument/2006/relationships/image" Target="../media/image619.png"/><Relationship Id="rId82" Type="http://schemas.openxmlformats.org/officeDocument/2006/relationships/customXml" Target="../ink/ink645.xml"/><Relationship Id="rId199" Type="http://schemas.openxmlformats.org/officeDocument/2006/relationships/image" Target="../media/image688.png"/><Relationship Id="rId203" Type="http://schemas.openxmlformats.org/officeDocument/2006/relationships/image" Target="../media/image690.png"/><Relationship Id="rId19" Type="http://schemas.openxmlformats.org/officeDocument/2006/relationships/image" Target="../media/image598.png"/><Relationship Id="rId224" Type="http://schemas.openxmlformats.org/officeDocument/2006/relationships/customXml" Target="../ink/ink716.xml"/><Relationship Id="rId30" Type="http://schemas.openxmlformats.org/officeDocument/2006/relationships/customXml" Target="../ink/ink619.xml"/><Relationship Id="rId105" Type="http://schemas.openxmlformats.org/officeDocument/2006/relationships/image" Target="../media/image641.png"/><Relationship Id="rId126" Type="http://schemas.openxmlformats.org/officeDocument/2006/relationships/customXml" Target="../ink/ink667.xml"/><Relationship Id="rId147" Type="http://schemas.openxmlformats.org/officeDocument/2006/relationships/image" Target="../media/image662.png"/><Relationship Id="rId168" Type="http://schemas.openxmlformats.org/officeDocument/2006/relationships/customXml" Target="../ink/ink688.xml"/><Relationship Id="rId51" Type="http://schemas.openxmlformats.org/officeDocument/2006/relationships/image" Target="../media/image614.png"/><Relationship Id="rId72" Type="http://schemas.openxmlformats.org/officeDocument/2006/relationships/customXml" Target="../ink/ink640.xml"/><Relationship Id="rId93" Type="http://schemas.openxmlformats.org/officeDocument/2006/relationships/image" Target="../media/image635.png"/><Relationship Id="rId189" Type="http://schemas.openxmlformats.org/officeDocument/2006/relationships/image" Target="../media/image683.png"/><Relationship Id="rId3" Type="http://schemas.openxmlformats.org/officeDocument/2006/relationships/image" Target="../media/image590.png"/><Relationship Id="rId214" Type="http://schemas.openxmlformats.org/officeDocument/2006/relationships/customXml" Target="../ink/ink711.xml"/><Relationship Id="rId235" Type="http://schemas.openxmlformats.org/officeDocument/2006/relationships/image" Target="../media/image705.png"/><Relationship Id="rId116" Type="http://schemas.openxmlformats.org/officeDocument/2006/relationships/customXml" Target="../ink/ink662.xml"/><Relationship Id="rId137" Type="http://schemas.openxmlformats.org/officeDocument/2006/relationships/image" Target="../media/image657.png"/><Relationship Id="rId158" Type="http://schemas.openxmlformats.org/officeDocument/2006/relationships/customXml" Target="../ink/ink683.xml"/><Relationship Id="rId20" Type="http://schemas.openxmlformats.org/officeDocument/2006/relationships/customXml" Target="../ink/ink614.xml"/><Relationship Id="rId41" Type="http://schemas.openxmlformats.org/officeDocument/2006/relationships/image" Target="../media/image609.png"/><Relationship Id="rId62" Type="http://schemas.openxmlformats.org/officeDocument/2006/relationships/customXml" Target="../ink/ink635.xml"/><Relationship Id="rId83" Type="http://schemas.openxmlformats.org/officeDocument/2006/relationships/image" Target="../media/image630.png"/><Relationship Id="rId179" Type="http://schemas.openxmlformats.org/officeDocument/2006/relationships/image" Target="../media/image678.png"/><Relationship Id="rId190" Type="http://schemas.openxmlformats.org/officeDocument/2006/relationships/customXml" Target="../ink/ink699.xml"/><Relationship Id="rId204" Type="http://schemas.openxmlformats.org/officeDocument/2006/relationships/customXml" Target="../ink/ink706.xml"/><Relationship Id="rId225" Type="http://schemas.openxmlformats.org/officeDocument/2006/relationships/image" Target="../media/image7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2531F5C-F301-C05A-4089-73954452D23E}"/>
                  </a:ext>
                </a:extLst>
              </p14:cNvPr>
              <p14:cNvContentPartPr/>
              <p14:nvPr/>
            </p14:nvContentPartPr>
            <p14:xfrm>
              <a:off x="612423" y="730550"/>
              <a:ext cx="2919240" cy="142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2531F5C-F301-C05A-4089-73954452D2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783" y="721910"/>
                <a:ext cx="29368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DB2D9CB-E944-83D6-E2D2-705EDDF55A95}"/>
                  </a:ext>
                </a:extLst>
              </p14:cNvPr>
              <p14:cNvContentPartPr/>
              <p14:nvPr/>
            </p14:nvContentPartPr>
            <p14:xfrm>
              <a:off x="630063" y="3977030"/>
              <a:ext cx="25560" cy="2732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DB2D9CB-E944-83D6-E2D2-705EDDF55A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423" y="3968390"/>
                <a:ext cx="43200" cy="29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26098B0-F042-25C4-0486-40E8177B9416}"/>
              </a:ext>
            </a:extLst>
          </p:cNvPr>
          <p:cNvGrpSpPr/>
          <p:nvPr/>
        </p:nvGrpSpPr>
        <p:grpSpPr>
          <a:xfrm>
            <a:off x="353943" y="147710"/>
            <a:ext cx="5236560" cy="5350320"/>
            <a:chOff x="353943" y="147710"/>
            <a:chExt cx="5236560" cy="535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128FA0B-D4BB-7522-F49B-1A1D627B72F7}"/>
                    </a:ext>
                  </a:extLst>
                </p14:cNvPr>
                <p14:cNvContentPartPr/>
                <p14:nvPr/>
              </p14:nvContentPartPr>
              <p14:xfrm>
                <a:off x="587583" y="161030"/>
                <a:ext cx="210600" cy="504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128FA0B-D4BB-7522-F49B-1A1D627B72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8583" y="152390"/>
                  <a:ext cx="22824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89EC5A-C02E-AA66-71A5-7F715A2F0134}"/>
                    </a:ext>
                  </a:extLst>
                </p14:cNvPr>
                <p14:cNvContentPartPr/>
                <p14:nvPr/>
              </p14:nvContentPartPr>
              <p14:xfrm>
                <a:off x="622503" y="418790"/>
                <a:ext cx="178560" cy="3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89EC5A-C02E-AA66-71A5-7F715A2F01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3863" y="409790"/>
                  <a:ext cx="196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A2E85A-FB48-3020-4938-7D2DCB3925AE}"/>
                    </a:ext>
                  </a:extLst>
                </p14:cNvPr>
                <p14:cNvContentPartPr/>
                <p14:nvPr/>
              </p14:nvContentPartPr>
              <p14:xfrm>
                <a:off x="576063" y="244910"/>
                <a:ext cx="222480" cy="10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A2E85A-FB48-3020-4938-7D2DCB3925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7423" y="235910"/>
                  <a:ext cx="240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021C49D-7F56-70A3-44CF-571D8D578ED6}"/>
                    </a:ext>
                  </a:extLst>
                </p14:cNvPr>
                <p14:cNvContentPartPr/>
                <p14:nvPr/>
              </p14:nvContentPartPr>
              <p14:xfrm>
                <a:off x="754623" y="202070"/>
                <a:ext cx="257760" cy="586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021C49D-7F56-70A3-44CF-571D8D578E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5623" y="193070"/>
                  <a:ext cx="27540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0AF02F-D195-ADB1-7AD9-D10041189F49}"/>
                    </a:ext>
                  </a:extLst>
                </p14:cNvPr>
                <p14:cNvContentPartPr/>
                <p14:nvPr/>
              </p14:nvContentPartPr>
              <p14:xfrm>
                <a:off x="785943" y="414110"/>
                <a:ext cx="167400" cy="44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70AF02F-D195-ADB1-7AD9-D10041189F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6943" y="405470"/>
                  <a:ext cx="185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FC8344-A798-7209-5AFF-309E50E897D5}"/>
                    </a:ext>
                  </a:extLst>
                </p14:cNvPr>
                <p14:cNvContentPartPr/>
                <p14:nvPr/>
              </p14:nvContentPartPr>
              <p14:xfrm>
                <a:off x="936423" y="169310"/>
                <a:ext cx="230040" cy="669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FC8344-A798-7209-5AFF-309E50E897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7783" y="160310"/>
                  <a:ext cx="24768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CB2EEF-777B-378F-B358-BD1FA1924E9D}"/>
                    </a:ext>
                  </a:extLst>
                </p14:cNvPr>
                <p14:cNvContentPartPr/>
                <p14:nvPr/>
              </p14:nvContentPartPr>
              <p14:xfrm>
                <a:off x="1003023" y="527150"/>
                <a:ext cx="110880" cy="12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CB2EEF-777B-378F-B358-BD1FA1924E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4383" y="518510"/>
                  <a:ext cx="128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9214226-0518-CD43-220B-D097148F4449}"/>
                    </a:ext>
                  </a:extLst>
                </p14:cNvPr>
                <p14:cNvContentPartPr/>
                <p14:nvPr/>
              </p14:nvContentPartPr>
              <p14:xfrm>
                <a:off x="1137303" y="464870"/>
                <a:ext cx="158400" cy="146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9214226-0518-CD43-220B-D097148F44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8663" y="456230"/>
                  <a:ext cx="176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491CB84-D92C-885F-3EF9-0CFC31B57AD4}"/>
                    </a:ext>
                  </a:extLst>
                </p14:cNvPr>
                <p14:cNvContentPartPr/>
                <p14:nvPr/>
              </p14:nvContentPartPr>
              <p14:xfrm>
                <a:off x="1281663" y="250310"/>
                <a:ext cx="61920" cy="422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491CB84-D92C-885F-3EF9-0CFC31B57A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73023" y="241670"/>
                  <a:ext cx="795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0F9CB7-1E8E-7E36-F56A-AAD122280BDF}"/>
                    </a:ext>
                  </a:extLst>
                </p14:cNvPr>
                <p14:cNvContentPartPr/>
                <p14:nvPr/>
              </p14:nvContentPartPr>
              <p14:xfrm>
                <a:off x="1284903" y="427790"/>
                <a:ext cx="173880" cy="229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0F9CB7-1E8E-7E36-F56A-AAD122280BD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76263" y="418790"/>
                  <a:ext cx="191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D19CDC-14C9-E42C-AEEE-2A3AC2EFCC6C}"/>
                    </a:ext>
                  </a:extLst>
                </p14:cNvPr>
                <p14:cNvContentPartPr/>
                <p14:nvPr/>
              </p14:nvContentPartPr>
              <p14:xfrm>
                <a:off x="1797903" y="163190"/>
                <a:ext cx="15480" cy="362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D19CDC-14C9-E42C-AEEE-2A3AC2EFCC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88903" y="154550"/>
                  <a:ext cx="331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E16533-E2D3-F9BA-217D-3F8C59BE705B}"/>
                    </a:ext>
                  </a:extLst>
                </p14:cNvPr>
                <p14:cNvContentPartPr/>
                <p14:nvPr/>
              </p14:nvContentPartPr>
              <p14:xfrm>
                <a:off x="1750023" y="163550"/>
                <a:ext cx="189000" cy="208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E16533-E2D3-F9BA-217D-3F8C59BE70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41023" y="154550"/>
                  <a:ext cx="206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B442BBC-0B8A-3512-6D0B-91EEE6AB8BE3}"/>
                    </a:ext>
                  </a:extLst>
                </p14:cNvPr>
                <p14:cNvContentPartPr/>
                <p14:nvPr/>
              </p14:nvContentPartPr>
              <p14:xfrm>
                <a:off x="1963503" y="345350"/>
                <a:ext cx="159840" cy="181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B442BBC-0B8A-3512-6D0B-91EEE6AB8B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4503" y="336350"/>
                  <a:ext cx="177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18FFD1-7514-32DB-63C9-99A1BAA785A4}"/>
                    </a:ext>
                  </a:extLst>
                </p14:cNvPr>
                <p14:cNvContentPartPr/>
                <p14:nvPr/>
              </p14:nvContentPartPr>
              <p14:xfrm>
                <a:off x="2087343" y="348230"/>
                <a:ext cx="204120" cy="205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18FFD1-7514-32DB-63C9-99A1BAA785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78343" y="339230"/>
                  <a:ext cx="221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60F8DA-309D-F8A5-3D03-E59D2F38060D}"/>
                    </a:ext>
                  </a:extLst>
                </p14:cNvPr>
                <p14:cNvContentPartPr/>
                <p14:nvPr/>
              </p14:nvContentPartPr>
              <p14:xfrm>
                <a:off x="2281023" y="168950"/>
                <a:ext cx="132840" cy="429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60F8DA-309D-F8A5-3D03-E59D2F3806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72383" y="160310"/>
                  <a:ext cx="15048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6F33D1-72FD-F07F-099A-44814304D7EC}"/>
                    </a:ext>
                  </a:extLst>
                </p14:cNvPr>
                <p14:cNvContentPartPr/>
                <p14:nvPr/>
              </p14:nvContentPartPr>
              <p14:xfrm>
                <a:off x="2470743" y="380270"/>
                <a:ext cx="172440" cy="191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6F33D1-72FD-F07F-099A-44814304D7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61743" y="371630"/>
                  <a:ext cx="190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E7D80B-B850-FA41-D4BD-A63CFE2FB2A1}"/>
                    </a:ext>
                  </a:extLst>
                </p14:cNvPr>
                <p14:cNvContentPartPr/>
                <p14:nvPr/>
              </p14:nvContentPartPr>
              <p14:xfrm>
                <a:off x="2590983" y="147710"/>
                <a:ext cx="201960" cy="439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E7D80B-B850-FA41-D4BD-A63CFE2FB2A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82343" y="139070"/>
                  <a:ext cx="2196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FBCD47-BF78-76D1-D87D-3E9C65E4A635}"/>
                    </a:ext>
                  </a:extLst>
                </p14:cNvPr>
                <p14:cNvContentPartPr/>
                <p14:nvPr/>
              </p14:nvContentPartPr>
              <p14:xfrm>
                <a:off x="2812743" y="335630"/>
                <a:ext cx="139320" cy="216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FBCD47-BF78-76D1-D87D-3E9C65E4A6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03743" y="326990"/>
                  <a:ext cx="156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B34D48-0D3C-D674-D4EA-598C79DD4D66}"/>
                    </a:ext>
                  </a:extLst>
                </p14:cNvPr>
                <p14:cNvContentPartPr/>
                <p14:nvPr/>
              </p14:nvContentPartPr>
              <p14:xfrm>
                <a:off x="2967543" y="357590"/>
                <a:ext cx="126000" cy="218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B34D48-0D3C-D674-D4EA-598C79DD4D6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58903" y="348950"/>
                  <a:ext cx="143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7E057C-8960-0C00-EA69-ADDE3332492B}"/>
                    </a:ext>
                  </a:extLst>
                </p14:cNvPr>
                <p14:cNvContentPartPr/>
                <p14:nvPr/>
              </p14:nvContentPartPr>
              <p14:xfrm>
                <a:off x="3137103" y="345710"/>
                <a:ext cx="158400" cy="201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7E057C-8960-0C00-EA69-ADDE333249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28463" y="337070"/>
                  <a:ext cx="176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2BC618-82D8-C4D8-28FE-388B225B3752}"/>
                    </a:ext>
                  </a:extLst>
                </p14:cNvPr>
                <p14:cNvContentPartPr/>
                <p14:nvPr/>
              </p14:nvContentPartPr>
              <p14:xfrm>
                <a:off x="3329343" y="330590"/>
                <a:ext cx="150840" cy="216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2BC618-82D8-C4D8-28FE-388B225B37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20343" y="321950"/>
                  <a:ext cx="168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AD905A-0F5B-C589-2DC8-0EFAC1A5FE73}"/>
                    </a:ext>
                  </a:extLst>
                </p14:cNvPr>
                <p14:cNvContentPartPr/>
                <p14:nvPr/>
              </p14:nvContentPartPr>
              <p14:xfrm>
                <a:off x="757143" y="1129790"/>
                <a:ext cx="16920" cy="414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AD905A-0F5B-C589-2DC8-0EFAC1A5FE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8143" y="1121150"/>
                  <a:ext cx="3456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540098-2649-3D17-CAC2-3072B38C83BA}"/>
                    </a:ext>
                  </a:extLst>
                </p14:cNvPr>
                <p14:cNvContentPartPr/>
                <p14:nvPr/>
              </p14:nvContentPartPr>
              <p14:xfrm>
                <a:off x="731943" y="1079030"/>
                <a:ext cx="241200" cy="457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540098-2649-3D17-CAC2-3072B38C83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2943" y="1070390"/>
                  <a:ext cx="2588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C730F2-673B-5779-5268-EB219D6DB935}"/>
                    </a:ext>
                  </a:extLst>
                </p14:cNvPr>
                <p14:cNvContentPartPr/>
                <p14:nvPr/>
              </p14:nvContentPartPr>
              <p14:xfrm>
                <a:off x="1019223" y="1319150"/>
                <a:ext cx="9000" cy="177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C730F2-673B-5779-5268-EB219D6DB9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0583" y="1310510"/>
                  <a:ext cx="26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5C40E0-C4C7-01ED-708A-014729BC92EF}"/>
                    </a:ext>
                  </a:extLst>
                </p14:cNvPr>
                <p14:cNvContentPartPr/>
                <p14:nvPr/>
              </p14:nvContentPartPr>
              <p14:xfrm>
                <a:off x="1015623" y="1170110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5C40E0-C4C7-01ED-708A-014729BC92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6623" y="11611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3D6C9D6-6709-B6B2-203B-B9146B9AFA48}"/>
                    </a:ext>
                  </a:extLst>
                </p14:cNvPr>
                <p14:cNvContentPartPr/>
                <p14:nvPr/>
              </p14:nvContentPartPr>
              <p14:xfrm>
                <a:off x="1092303" y="1262630"/>
                <a:ext cx="126000" cy="233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3D6C9D6-6709-B6B2-203B-B9146B9AFA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3303" y="1253990"/>
                  <a:ext cx="1436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3F743B-B340-1519-C335-ACCCCB4D684D}"/>
                    </a:ext>
                  </a:extLst>
                </p14:cNvPr>
                <p14:cNvContentPartPr/>
                <p14:nvPr/>
              </p14:nvContentPartPr>
              <p14:xfrm>
                <a:off x="1238823" y="1270910"/>
                <a:ext cx="135000" cy="237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3F743B-B340-1519-C335-ACCCCB4D68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29823" y="1261910"/>
                  <a:ext cx="1526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C73FDC-1151-029E-02C4-78D14C61BBB5}"/>
                    </a:ext>
                  </a:extLst>
                </p14:cNvPr>
                <p14:cNvContentPartPr/>
                <p14:nvPr/>
              </p14:nvContentPartPr>
              <p14:xfrm>
                <a:off x="1422423" y="1302230"/>
                <a:ext cx="30600" cy="19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C73FDC-1151-029E-02C4-78D14C61BB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13423" y="1293590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5D4677-DA22-56CA-AF2B-B0FADF072143}"/>
                    </a:ext>
                  </a:extLst>
                </p14:cNvPr>
                <p14:cNvContentPartPr/>
                <p14:nvPr/>
              </p14:nvContentPartPr>
              <p14:xfrm>
                <a:off x="1417383" y="1206110"/>
                <a:ext cx="59400" cy="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5D4677-DA22-56CA-AF2B-B0FADF0721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08383" y="1197470"/>
                  <a:ext cx="77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E32937-357E-4135-C336-1EFD2EFDF3B8}"/>
                    </a:ext>
                  </a:extLst>
                </p14:cNvPr>
                <p14:cNvContentPartPr/>
                <p14:nvPr/>
              </p14:nvContentPartPr>
              <p14:xfrm>
                <a:off x="1531503" y="1283510"/>
                <a:ext cx="158400" cy="200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E32937-357E-4135-C336-1EFD2EFDF3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22863" y="1274510"/>
                  <a:ext cx="176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9EFCE5-1608-D47E-FF07-F8CABC6B4691}"/>
                    </a:ext>
                  </a:extLst>
                </p14:cNvPr>
                <p14:cNvContentPartPr/>
                <p14:nvPr/>
              </p14:nvContentPartPr>
              <p14:xfrm>
                <a:off x="1765143" y="1060310"/>
                <a:ext cx="73080" cy="469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9EFCE5-1608-D47E-FF07-F8CABC6B46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56143" y="1051670"/>
                  <a:ext cx="907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F0EAB59-1306-9E0B-570F-E657E0DF4DE0}"/>
                    </a:ext>
                  </a:extLst>
                </p14:cNvPr>
                <p14:cNvContentPartPr/>
                <p14:nvPr/>
              </p14:nvContentPartPr>
              <p14:xfrm>
                <a:off x="1891863" y="1255430"/>
                <a:ext cx="177480" cy="255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F0EAB59-1306-9E0B-570F-E657E0DF4D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82863" y="1246790"/>
                  <a:ext cx="195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77120E-78C5-0F20-8A6A-FFFF4AA16540}"/>
                    </a:ext>
                  </a:extLst>
                </p14:cNvPr>
                <p14:cNvContentPartPr/>
                <p14:nvPr/>
              </p14:nvContentPartPr>
              <p14:xfrm>
                <a:off x="2075103" y="1083710"/>
                <a:ext cx="186480" cy="35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77120E-78C5-0F20-8A6A-FFFF4AA165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66103" y="1074710"/>
                  <a:ext cx="2041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BABE3FF-4C1B-34FF-8214-AC7BC95A503F}"/>
                    </a:ext>
                  </a:extLst>
                </p14:cNvPr>
                <p14:cNvContentPartPr/>
                <p14:nvPr/>
              </p14:nvContentPartPr>
              <p14:xfrm>
                <a:off x="2446983" y="1174790"/>
                <a:ext cx="177120" cy="207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BABE3FF-4C1B-34FF-8214-AC7BC95A50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37983" y="1166150"/>
                  <a:ext cx="1947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39494D7-1ED3-4FC3-9E19-C93273FC7FB4}"/>
                    </a:ext>
                  </a:extLst>
                </p14:cNvPr>
                <p14:cNvContentPartPr/>
                <p14:nvPr/>
              </p14:nvContentPartPr>
              <p14:xfrm>
                <a:off x="2629863" y="1221590"/>
                <a:ext cx="139680" cy="205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39494D7-1ED3-4FC3-9E19-C93273FC7F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20863" y="1212950"/>
                  <a:ext cx="157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F0B5C83-ECDC-156B-15D2-94001F21CF4C}"/>
                    </a:ext>
                  </a:extLst>
                </p14:cNvPr>
                <p14:cNvContentPartPr/>
                <p14:nvPr/>
              </p14:nvContentPartPr>
              <p14:xfrm>
                <a:off x="2797263" y="927110"/>
                <a:ext cx="192240" cy="477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F0B5C83-ECDC-156B-15D2-94001F21CF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88263" y="918110"/>
                  <a:ext cx="20988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9575BA6-383C-5DE5-AAD4-0B8B0D27D273}"/>
                    </a:ext>
                  </a:extLst>
                </p14:cNvPr>
                <p14:cNvContentPartPr/>
                <p14:nvPr/>
              </p14:nvContentPartPr>
              <p14:xfrm>
                <a:off x="3012903" y="1162910"/>
                <a:ext cx="141840" cy="21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9575BA6-383C-5DE5-AAD4-0B8B0D27D2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03903" y="1154270"/>
                  <a:ext cx="159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B6DE3FA-0365-3350-A879-80BE0BC7BCBC}"/>
                    </a:ext>
                  </a:extLst>
                </p14:cNvPr>
                <p14:cNvContentPartPr/>
                <p14:nvPr/>
              </p14:nvContentPartPr>
              <p14:xfrm>
                <a:off x="3197943" y="1147070"/>
                <a:ext cx="180720" cy="224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B6DE3FA-0365-3350-A879-80BE0BC7BCB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88943" y="1138430"/>
                  <a:ext cx="198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AFF5D78-3A5A-4C48-A581-0CC2E359CD8E}"/>
                    </a:ext>
                  </a:extLst>
                </p14:cNvPr>
                <p14:cNvContentPartPr/>
                <p14:nvPr/>
              </p14:nvContentPartPr>
              <p14:xfrm>
                <a:off x="3430863" y="937190"/>
                <a:ext cx="195480" cy="410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AFF5D78-3A5A-4C48-A581-0CC2E359CD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22223" y="928550"/>
                  <a:ext cx="2131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0C7707-BA6B-109F-7D85-E5C3E96D1FC8}"/>
                    </a:ext>
                  </a:extLst>
                </p14:cNvPr>
                <p14:cNvContentPartPr/>
                <p14:nvPr/>
              </p14:nvContentPartPr>
              <p14:xfrm>
                <a:off x="2499543" y="1358750"/>
                <a:ext cx="96480" cy="73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0C7707-BA6B-109F-7D85-E5C3E96D1FC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90543" y="1349750"/>
                  <a:ext cx="114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2B020B1-FB75-E61C-BBFC-635596145D3A}"/>
                    </a:ext>
                  </a:extLst>
                </p14:cNvPr>
                <p14:cNvContentPartPr/>
                <p14:nvPr/>
              </p14:nvContentPartPr>
              <p14:xfrm>
                <a:off x="3823983" y="1071830"/>
                <a:ext cx="173520" cy="245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2B020B1-FB75-E61C-BBFC-635596145D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14983" y="1063190"/>
                  <a:ext cx="191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8C3065-4750-F9D8-10C7-83E14FAE80A3}"/>
                    </a:ext>
                  </a:extLst>
                </p14:cNvPr>
                <p14:cNvContentPartPr/>
                <p14:nvPr/>
              </p14:nvContentPartPr>
              <p14:xfrm>
                <a:off x="4038183" y="1066790"/>
                <a:ext cx="102600" cy="260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8C3065-4750-F9D8-10C7-83E14FAE80A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29183" y="1058150"/>
                  <a:ext cx="1202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190C6B-F2BA-BBC8-C65C-0E3F65BC5340}"/>
                    </a:ext>
                  </a:extLst>
                </p14:cNvPr>
                <p14:cNvContentPartPr/>
                <p14:nvPr/>
              </p14:nvContentPartPr>
              <p14:xfrm>
                <a:off x="4186863" y="910190"/>
                <a:ext cx="30600" cy="424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190C6B-F2BA-BBC8-C65C-0E3F65BC534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77863" y="901550"/>
                  <a:ext cx="482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BE23CB3-01FA-AF1D-578B-4B1BB898E341}"/>
                    </a:ext>
                  </a:extLst>
                </p14:cNvPr>
                <p14:cNvContentPartPr/>
                <p14:nvPr/>
              </p14:nvContentPartPr>
              <p14:xfrm>
                <a:off x="4340943" y="919190"/>
                <a:ext cx="48240" cy="411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BE23CB3-01FA-AF1D-578B-4B1BB898E34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32303" y="910550"/>
                  <a:ext cx="658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3017AB0-EF92-B07D-030A-311B584C3B75}"/>
                    </a:ext>
                  </a:extLst>
                </p14:cNvPr>
                <p14:cNvContentPartPr/>
                <p14:nvPr/>
              </p14:nvContentPartPr>
              <p14:xfrm>
                <a:off x="4286943" y="1117550"/>
                <a:ext cx="360720" cy="232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3017AB0-EF92-B07D-030A-311B584C3B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78303" y="1108910"/>
                  <a:ext cx="3783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3E6AC3-BE1E-F942-1FB3-0F64A66587C6}"/>
                    </a:ext>
                  </a:extLst>
                </p14:cNvPr>
                <p14:cNvContentPartPr/>
                <p14:nvPr/>
              </p14:nvContentPartPr>
              <p14:xfrm>
                <a:off x="4716423" y="1058150"/>
                <a:ext cx="204120" cy="268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3E6AC3-BE1E-F942-1FB3-0F64A66587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07423" y="1049510"/>
                  <a:ext cx="221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8509186-A9FA-A877-F5EF-1E7B70AE7A98}"/>
                    </a:ext>
                  </a:extLst>
                </p14:cNvPr>
                <p14:cNvContentPartPr/>
                <p14:nvPr/>
              </p14:nvContentPartPr>
              <p14:xfrm>
                <a:off x="4936023" y="916310"/>
                <a:ext cx="15840" cy="392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8509186-A9FA-A877-F5EF-1E7B70AE7A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27383" y="907670"/>
                  <a:ext cx="334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12EEE11-FB76-7B5E-B00A-C357A0F20986}"/>
                    </a:ext>
                  </a:extLst>
                </p14:cNvPr>
                <p14:cNvContentPartPr/>
                <p14:nvPr/>
              </p14:nvContentPartPr>
              <p14:xfrm>
                <a:off x="4872303" y="1109990"/>
                <a:ext cx="162360" cy="5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12EEE11-FB76-7B5E-B00A-C357A0F209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63303" y="1101350"/>
                  <a:ext cx="180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ACDBFF-DF86-4346-114E-5F67638C77AE}"/>
                    </a:ext>
                  </a:extLst>
                </p14:cNvPr>
                <p14:cNvContentPartPr/>
                <p14:nvPr/>
              </p14:nvContentPartPr>
              <p14:xfrm>
                <a:off x="5028903" y="1040150"/>
                <a:ext cx="199800" cy="258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ACDBFF-DF86-4346-114E-5F67638C77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20263" y="1031150"/>
                  <a:ext cx="217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A648190-7CCD-C508-173D-0290BB617A7D}"/>
                    </a:ext>
                  </a:extLst>
                </p14:cNvPr>
                <p14:cNvContentPartPr/>
                <p14:nvPr/>
              </p14:nvContentPartPr>
              <p14:xfrm>
                <a:off x="5246343" y="1059230"/>
                <a:ext cx="173520" cy="212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A648190-7CCD-C508-173D-0290BB617A7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37343" y="1050590"/>
                  <a:ext cx="1911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841DF7-4E67-35AF-EEC3-949ED7C98743}"/>
                    </a:ext>
                  </a:extLst>
                </p14:cNvPr>
                <p14:cNvContentPartPr/>
                <p14:nvPr/>
              </p14:nvContentPartPr>
              <p14:xfrm>
                <a:off x="472023" y="1803710"/>
                <a:ext cx="227520" cy="578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841DF7-4E67-35AF-EEC3-949ED7C987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3023" y="1795070"/>
                  <a:ext cx="24516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DD8AA9-15FF-7924-2B23-0E221551F5B6}"/>
                    </a:ext>
                  </a:extLst>
                </p14:cNvPr>
                <p14:cNvContentPartPr/>
                <p14:nvPr/>
              </p14:nvContentPartPr>
              <p14:xfrm>
                <a:off x="704223" y="1838630"/>
                <a:ext cx="227520" cy="512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DD8AA9-15FF-7924-2B23-0E221551F5B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5223" y="1829630"/>
                  <a:ext cx="245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719C9D5-5998-5679-8449-237C212AB614}"/>
                    </a:ext>
                  </a:extLst>
                </p14:cNvPr>
                <p14:cNvContentPartPr/>
                <p14:nvPr/>
              </p14:nvContentPartPr>
              <p14:xfrm>
                <a:off x="1079703" y="1822070"/>
                <a:ext cx="227520" cy="229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719C9D5-5998-5679-8449-237C212AB61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0703" y="1813430"/>
                  <a:ext cx="245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0B868B-54DA-5E25-DDE7-8BCC56095C43}"/>
                    </a:ext>
                  </a:extLst>
                </p14:cNvPr>
                <p14:cNvContentPartPr/>
                <p14:nvPr/>
              </p14:nvContentPartPr>
              <p14:xfrm>
                <a:off x="1364463" y="1828550"/>
                <a:ext cx="167400" cy="232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0B868B-54DA-5E25-DDE7-8BCC56095C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55823" y="1819910"/>
                  <a:ext cx="1850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562765A-0108-C155-9861-59A01AB7A611}"/>
                    </a:ext>
                  </a:extLst>
                </p14:cNvPr>
                <p14:cNvContentPartPr/>
                <p14:nvPr/>
              </p14:nvContentPartPr>
              <p14:xfrm>
                <a:off x="1511343" y="1835030"/>
                <a:ext cx="126360" cy="196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562765A-0108-C155-9861-59A01AB7A61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02343" y="1826390"/>
                  <a:ext cx="144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2D45EF-002E-369E-9B07-4B557D4EF27B}"/>
                    </a:ext>
                  </a:extLst>
                </p14:cNvPr>
                <p14:cNvContentPartPr/>
                <p14:nvPr/>
              </p14:nvContentPartPr>
              <p14:xfrm>
                <a:off x="1685943" y="1797230"/>
                <a:ext cx="207720" cy="516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2D45EF-002E-369E-9B07-4B557D4EF27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77303" y="1788230"/>
                  <a:ext cx="22536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77DA174-751C-A7D3-778A-C8F529E49668}"/>
                    </a:ext>
                  </a:extLst>
                </p14:cNvPr>
                <p14:cNvContentPartPr/>
                <p14:nvPr/>
              </p14:nvContentPartPr>
              <p14:xfrm>
                <a:off x="1896543" y="1787870"/>
                <a:ext cx="196560" cy="441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77DA174-751C-A7D3-778A-C8F529E4966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87543" y="1778870"/>
                  <a:ext cx="2142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C26851-473F-8E91-B59F-B777F0AD6C58}"/>
                    </a:ext>
                  </a:extLst>
                </p14:cNvPr>
                <p14:cNvContentPartPr/>
                <p14:nvPr/>
              </p14:nvContentPartPr>
              <p14:xfrm>
                <a:off x="2136663" y="1795790"/>
                <a:ext cx="143640" cy="185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5C26851-473F-8E91-B59F-B777F0AD6C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27663" y="1787150"/>
                  <a:ext cx="161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F7669C4-8242-639D-3B76-B1003FD8C6FB}"/>
                    </a:ext>
                  </a:extLst>
                </p14:cNvPr>
                <p14:cNvContentPartPr/>
                <p14:nvPr/>
              </p14:nvContentPartPr>
              <p14:xfrm>
                <a:off x="2346183" y="1749710"/>
                <a:ext cx="181440" cy="227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F7669C4-8242-639D-3B76-B1003FD8C6F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37543" y="1741070"/>
                  <a:ext cx="199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E51F429-6E02-9592-37BA-0BAB85846637}"/>
                    </a:ext>
                  </a:extLst>
                </p14:cNvPr>
                <p14:cNvContentPartPr/>
                <p14:nvPr/>
              </p14:nvContentPartPr>
              <p14:xfrm>
                <a:off x="2599983" y="1713350"/>
                <a:ext cx="158400" cy="209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E51F429-6E02-9592-37BA-0BAB858466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90983" y="1704710"/>
                  <a:ext cx="176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C2BAF06-8CA8-9819-4C11-6D49262FB12E}"/>
                    </a:ext>
                  </a:extLst>
                </p14:cNvPr>
                <p14:cNvContentPartPr/>
                <p14:nvPr/>
              </p14:nvContentPartPr>
              <p14:xfrm>
                <a:off x="2806263" y="1566470"/>
                <a:ext cx="29880" cy="410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C2BAF06-8CA8-9819-4C11-6D49262FB1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97623" y="1557470"/>
                  <a:ext cx="475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6D03ADF-20AE-21D8-63DE-6EA0C5832D0A}"/>
                    </a:ext>
                  </a:extLst>
                </p14:cNvPr>
                <p14:cNvContentPartPr/>
                <p14:nvPr/>
              </p14:nvContentPartPr>
              <p14:xfrm>
                <a:off x="2794383" y="1720190"/>
                <a:ext cx="135000" cy="153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6D03ADF-20AE-21D8-63DE-6EA0C5832D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85383" y="1711190"/>
                  <a:ext cx="152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72A1D94-DB49-D855-E5E4-92D795634ECB}"/>
                    </a:ext>
                  </a:extLst>
                </p14:cNvPr>
                <p14:cNvContentPartPr/>
                <p14:nvPr/>
              </p14:nvContentPartPr>
              <p14:xfrm>
                <a:off x="2983023" y="1678070"/>
                <a:ext cx="157320" cy="221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72A1D94-DB49-D855-E5E4-92D795634EC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74023" y="1669070"/>
                  <a:ext cx="1749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5C3C557-E1FB-50F6-53C6-7407A575CA34}"/>
                    </a:ext>
                  </a:extLst>
                </p14:cNvPr>
                <p14:cNvContentPartPr/>
                <p14:nvPr/>
              </p14:nvContentPartPr>
              <p14:xfrm>
                <a:off x="3183183" y="1739630"/>
                <a:ext cx="167760" cy="177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5C3C557-E1FB-50F6-53C6-7407A575CA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74543" y="1730630"/>
                  <a:ext cx="185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798FD5-22AE-B2DC-0297-F5FF76843AE8}"/>
                    </a:ext>
                  </a:extLst>
                </p14:cNvPr>
                <p14:cNvContentPartPr/>
                <p14:nvPr/>
              </p14:nvContentPartPr>
              <p14:xfrm>
                <a:off x="3636783" y="1550630"/>
                <a:ext cx="5400" cy="329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798FD5-22AE-B2DC-0297-F5FF76843AE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28143" y="1541630"/>
                  <a:ext cx="230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16148B-C12E-A133-E2E4-22CDD45E0C9A}"/>
                    </a:ext>
                  </a:extLst>
                </p14:cNvPr>
                <p14:cNvContentPartPr/>
                <p14:nvPr/>
              </p14:nvContentPartPr>
              <p14:xfrm>
                <a:off x="3652983" y="1689590"/>
                <a:ext cx="146160" cy="210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16148B-C12E-A133-E2E4-22CDD45E0C9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44343" y="1680950"/>
                  <a:ext cx="163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40B3326-3F63-45FA-2414-66FBB3F80EDC}"/>
                    </a:ext>
                  </a:extLst>
                </p14:cNvPr>
                <p14:cNvContentPartPr/>
                <p14:nvPr/>
              </p14:nvContentPartPr>
              <p14:xfrm>
                <a:off x="3860343" y="1703270"/>
                <a:ext cx="122400" cy="176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40B3326-3F63-45FA-2414-66FBB3F80ED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51343" y="1694630"/>
                  <a:ext cx="140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B960860-D4C5-F6C4-E135-4FA0F0658BB1}"/>
                    </a:ext>
                  </a:extLst>
                </p14:cNvPr>
                <p14:cNvContentPartPr/>
                <p14:nvPr/>
              </p14:nvContentPartPr>
              <p14:xfrm>
                <a:off x="4048623" y="1672310"/>
                <a:ext cx="34200" cy="177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B960860-D4C5-F6C4-E135-4FA0F0658B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39623" y="1663310"/>
                  <a:ext cx="518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4617FC-0549-EF14-E87A-4344B1BAD10D}"/>
                    </a:ext>
                  </a:extLst>
                </p14:cNvPr>
                <p14:cNvContentPartPr/>
                <p14:nvPr/>
              </p14:nvContentPartPr>
              <p14:xfrm>
                <a:off x="4036023" y="1566470"/>
                <a:ext cx="40680" cy="108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4617FC-0549-EF14-E87A-4344B1BAD10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27383" y="1557830"/>
                  <a:ext cx="58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0E76ED5-835C-B559-1304-CA4CF7F92974}"/>
                    </a:ext>
                  </a:extLst>
                </p14:cNvPr>
                <p14:cNvContentPartPr/>
                <p14:nvPr/>
              </p14:nvContentPartPr>
              <p14:xfrm>
                <a:off x="4176783" y="1497710"/>
                <a:ext cx="180000" cy="404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0E76ED5-835C-B559-1304-CA4CF7F9297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67783" y="1488710"/>
                  <a:ext cx="1976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7157CA-4F0A-17DB-0C68-21FD8AAEA9AB}"/>
                    </a:ext>
                  </a:extLst>
                </p14:cNvPr>
                <p14:cNvContentPartPr/>
                <p14:nvPr/>
              </p14:nvContentPartPr>
              <p14:xfrm>
                <a:off x="4613463" y="1643150"/>
                <a:ext cx="262800" cy="249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7157CA-4F0A-17DB-0C68-21FD8AAEA9A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04823" y="1634150"/>
                  <a:ext cx="280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B9414D3-C233-960F-827E-38FBAE91887E}"/>
                    </a:ext>
                  </a:extLst>
                </p14:cNvPr>
                <p14:cNvContentPartPr/>
                <p14:nvPr/>
              </p14:nvContentPartPr>
              <p14:xfrm>
                <a:off x="4937463" y="1660070"/>
                <a:ext cx="174960" cy="19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B9414D3-C233-960F-827E-38FBAE9188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928463" y="1651430"/>
                  <a:ext cx="192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B6C0C7B-2737-9F63-887A-BF7F5865C189}"/>
                    </a:ext>
                  </a:extLst>
                </p14:cNvPr>
                <p14:cNvContentPartPr/>
                <p14:nvPr/>
              </p14:nvContentPartPr>
              <p14:xfrm>
                <a:off x="5100543" y="1472870"/>
                <a:ext cx="39600" cy="380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B6C0C7B-2737-9F63-887A-BF7F5865C1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091903" y="1463870"/>
                  <a:ext cx="572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1DC0340-662F-E37C-2057-9196C86422D3}"/>
                    </a:ext>
                  </a:extLst>
                </p14:cNvPr>
                <p14:cNvContentPartPr/>
                <p14:nvPr/>
              </p14:nvContentPartPr>
              <p14:xfrm>
                <a:off x="5058063" y="1633430"/>
                <a:ext cx="150840" cy="19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1DC0340-662F-E37C-2057-9196C86422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49063" y="1624430"/>
                  <a:ext cx="168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F814FF4-1F3F-8EF8-04A4-643F4950BB76}"/>
                    </a:ext>
                  </a:extLst>
                </p14:cNvPr>
                <p14:cNvContentPartPr/>
                <p14:nvPr/>
              </p14:nvContentPartPr>
              <p14:xfrm>
                <a:off x="5253543" y="1563230"/>
                <a:ext cx="336960" cy="245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F814FF4-1F3F-8EF8-04A4-643F4950BB7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44903" y="1554230"/>
                  <a:ext cx="3546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C16B2B-D4A0-9F8D-5712-6DCF2486D30B}"/>
                    </a:ext>
                  </a:extLst>
                </p14:cNvPr>
                <p14:cNvContentPartPr/>
                <p14:nvPr/>
              </p14:nvContentPartPr>
              <p14:xfrm>
                <a:off x="489663" y="2450270"/>
                <a:ext cx="160920" cy="429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C16B2B-D4A0-9F8D-5712-6DCF2486D30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0663" y="2441270"/>
                  <a:ext cx="17856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C4B8DC3-97C6-C789-1E9C-5A6341D32C6D}"/>
                    </a:ext>
                  </a:extLst>
                </p14:cNvPr>
                <p14:cNvContentPartPr/>
                <p14:nvPr/>
              </p14:nvContentPartPr>
              <p14:xfrm>
                <a:off x="688023" y="2663750"/>
                <a:ext cx="280440" cy="462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C4B8DC3-97C6-C789-1E9C-5A6341D32C6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9023" y="2655110"/>
                  <a:ext cx="29808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C02E400-4D72-FB1C-0CC7-D2A8719C815A}"/>
                    </a:ext>
                  </a:extLst>
                </p14:cNvPr>
                <p14:cNvContentPartPr/>
                <p14:nvPr/>
              </p14:nvContentPartPr>
              <p14:xfrm>
                <a:off x="1202463" y="2594270"/>
                <a:ext cx="97920" cy="258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C02E400-4D72-FB1C-0CC7-D2A8719C815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93823" y="2585630"/>
                  <a:ext cx="115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97DF41-3ABF-CFF4-1E90-992C3BE0788C}"/>
                    </a:ext>
                  </a:extLst>
                </p14:cNvPr>
                <p14:cNvContentPartPr/>
                <p14:nvPr/>
              </p14:nvContentPartPr>
              <p14:xfrm>
                <a:off x="1373103" y="2564030"/>
                <a:ext cx="156240" cy="506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97DF41-3ABF-CFF4-1E90-992C3BE0788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64463" y="2555390"/>
                  <a:ext cx="17388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A2BAB35-230D-1C16-59AD-4A670CF8D688}"/>
                    </a:ext>
                  </a:extLst>
                </p14:cNvPr>
                <p14:cNvContentPartPr/>
                <p14:nvPr/>
              </p14:nvContentPartPr>
              <p14:xfrm>
                <a:off x="1650663" y="2510750"/>
                <a:ext cx="192600" cy="231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A2BAB35-230D-1C16-59AD-4A670CF8D68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41663" y="2502110"/>
                  <a:ext cx="210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C6F74B-70E1-F25D-4E42-D9DAA40F1292}"/>
                    </a:ext>
                  </a:extLst>
                </p14:cNvPr>
                <p14:cNvContentPartPr/>
                <p14:nvPr/>
              </p14:nvContentPartPr>
              <p14:xfrm>
                <a:off x="1821303" y="2442350"/>
                <a:ext cx="215280" cy="261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C6F74B-70E1-F25D-4E42-D9DAA40F12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12303" y="2433350"/>
                  <a:ext cx="232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DF3B2A3-DF50-9F88-6549-2A2B1BC24CFA}"/>
                    </a:ext>
                  </a:extLst>
                </p14:cNvPr>
                <p14:cNvContentPartPr/>
                <p14:nvPr/>
              </p14:nvContentPartPr>
              <p14:xfrm>
                <a:off x="1994823" y="2385830"/>
                <a:ext cx="3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DF3B2A3-DF50-9F88-6549-2A2B1BC24CF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85823" y="23768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20DC8FA-4EB9-443E-F66E-EF782F6D9409}"/>
                    </a:ext>
                  </a:extLst>
                </p14:cNvPr>
                <p14:cNvContentPartPr/>
                <p14:nvPr/>
              </p14:nvContentPartPr>
              <p14:xfrm>
                <a:off x="2086623" y="2300870"/>
                <a:ext cx="135720" cy="676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20DC8FA-4EB9-443E-F66E-EF782F6D940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77623" y="2292230"/>
                  <a:ext cx="15336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2DD5A38-B5FD-3B06-A25C-50AB6B8A5E24}"/>
                    </a:ext>
                  </a:extLst>
                </p14:cNvPr>
                <p14:cNvContentPartPr/>
                <p14:nvPr/>
              </p14:nvContentPartPr>
              <p14:xfrm>
                <a:off x="2081223" y="2533790"/>
                <a:ext cx="153360" cy="133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2DD5A38-B5FD-3B06-A25C-50AB6B8A5E2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072583" y="2524790"/>
                  <a:ext cx="171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EEC788A-EF8C-E078-4D6B-C64650FBD80A}"/>
                    </a:ext>
                  </a:extLst>
                </p14:cNvPr>
                <p14:cNvContentPartPr/>
                <p14:nvPr/>
              </p14:nvContentPartPr>
              <p14:xfrm>
                <a:off x="2245743" y="2418590"/>
                <a:ext cx="360" cy="3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EEC788A-EF8C-E078-4D6B-C64650FBD8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37103" y="2409590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9D09DD7-91F7-79B6-9C9B-022F940BF82D}"/>
                    </a:ext>
                  </a:extLst>
                </p14:cNvPr>
                <p14:cNvContentPartPr/>
                <p14:nvPr/>
              </p14:nvContentPartPr>
              <p14:xfrm>
                <a:off x="2327463" y="2321390"/>
                <a:ext cx="52920" cy="371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9D09DD7-91F7-79B6-9C9B-022F940BF82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18463" y="2312390"/>
                  <a:ext cx="705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812432A-D445-7D26-EEC2-A809279E5893}"/>
                    </a:ext>
                  </a:extLst>
                </p14:cNvPr>
                <p14:cNvContentPartPr/>
                <p14:nvPr/>
              </p14:nvContentPartPr>
              <p14:xfrm>
                <a:off x="2337183" y="2430830"/>
                <a:ext cx="157680" cy="157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812432A-D445-7D26-EEC2-A809279E589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28183" y="2422190"/>
                  <a:ext cx="175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E310AED-3D41-EFB8-DE88-E52CE1A3E448}"/>
                    </a:ext>
                  </a:extLst>
                </p14:cNvPr>
                <p14:cNvContentPartPr/>
                <p14:nvPr/>
              </p14:nvContentPartPr>
              <p14:xfrm>
                <a:off x="2530143" y="2365310"/>
                <a:ext cx="138960" cy="255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E310AED-3D41-EFB8-DE88-E52CE1A3E4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21503" y="2356670"/>
                  <a:ext cx="156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9F87308-692E-3128-C119-C0171161D2D8}"/>
                    </a:ext>
                  </a:extLst>
                </p14:cNvPr>
                <p14:cNvContentPartPr/>
                <p14:nvPr/>
              </p14:nvContentPartPr>
              <p14:xfrm>
                <a:off x="2746863" y="2334350"/>
                <a:ext cx="230760" cy="299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9F87308-692E-3128-C119-C0171161D2D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37863" y="2325350"/>
                  <a:ext cx="248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46E0744-E390-4DCA-6594-2440C7EDC2CE}"/>
                    </a:ext>
                  </a:extLst>
                </p14:cNvPr>
                <p14:cNvContentPartPr/>
                <p14:nvPr/>
              </p14:nvContentPartPr>
              <p14:xfrm>
                <a:off x="2936223" y="2256950"/>
                <a:ext cx="360" cy="5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46E0744-E390-4DCA-6594-2440C7EDC2C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27583" y="2247950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A9932F7-3284-95C9-E263-80914A4DB279}"/>
                    </a:ext>
                  </a:extLst>
                </p14:cNvPr>
                <p14:cNvContentPartPr/>
                <p14:nvPr/>
              </p14:nvContentPartPr>
              <p14:xfrm>
                <a:off x="3334023" y="2191430"/>
                <a:ext cx="20520" cy="33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A9932F7-3284-95C9-E263-80914A4DB27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25383" y="2182430"/>
                  <a:ext cx="38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FB50962-80A1-BDF9-F6DA-7967B695FB2C}"/>
                    </a:ext>
                  </a:extLst>
                </p14:cNvPr>
                <p14:cNvContentPartPr/>
                <p14:nvPr/>
              </p14:nvContentPartPr>
              <p14:xfrm>
                <a:off x="3336903" y="2207270"/>
                <a:ext cx="50400" cy="408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FB50962-80A1-BDF9-F6DA-7967B695FB2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327903" y="2198270"/>
                  <a:ext cx="680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2DCB1F1-81E0-6AA5-C0FB-BA5BD0B5F8A0}"/>
                    </a:ext>
                  </a:extLst>
                </p14:cNvPr>
                <p14:cNvContentPartPr/>
                <p14:nvPr/>
              </p14:nvContentPartPr>
              <p14:xfrm>
                <a:off x="3301623" y="2582390"/>
                <a:ext cx="131040" cy="88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2DCB1F1-81E0-6AA5-C0FB-BA5BD0B5F8A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292983" y="2573390"/>
                  <a:ext cx="148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A35CCC-DEC8-3599-C75E-C3F99579B47F}"/>
                    </a:ext>
                  </a:extLst>
                </p14:cNvPr>
                <p14:cNvContentPartPr/>
                <p14:nvPr/>
              </p14:nvContentPartPr>
              <p14:xfrm>
                <a:off x="3273903" y="2172350"/>
                <a:ext cx="236520" cy="28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A35CCC-DEC8-3599-C75E-C3F99579B47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265263" y="2163350"/>
                  <a:ext cx="254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7688CBA-6F3E-BACC-BB93-5D68753723C3}"/>
                    </a:ext>
                  </a:extLst>
                </p14:cNvPr>
                <p14:cNvContentPartPr/>
                <p14:nvPr/>
              </p14:nvContentPartPr>
              <p14:xfrm>
                <a:off x="3546423" y="2568710"/>
                <a:ext cx="37080" cy="255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7688CBA-6F3E-BACC-BB93-5D68753723C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537423" y="2560070"/>
                  <a:ext cx="547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9CBFB80-835D-F54F-273C-50AE95C6F34F}"/>
                    </a:ext>
                  </a:extLst>
                </p14:cNvPr>
                <p14:cNvContentPartPr/>
                <p14:nvPr/>
              </p14:nvContentPartPr>
              <p14:xfrm>
                <a:off x="3542823" y="2597150"/>
                <a:ext cx="131040" cy="8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9CBFB80-835D-F54F-273C-50AE95C6F34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533823" y="2588150"/>
                  <a:ext cx="148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ECA93F3-7D7A-52F3-04C7-D50A665B1411}"/>
                    </a:ext>
                  </a:extLst>
                </p14:cNvPr>
                <p14:cNvContentPartPr/>
                <p14:nvPr/>
              </p14:nvContentPartPr>
              <p14:xfrm>
                <a:off x="3561543" y="2666990"/>
                <a:ext cx="137160" cy="20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ECA93F3-7D7A-52F3-04C7-D50A665B141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552543" y="2658350"/>
                  <a:ext cx="154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8F6DE1-AAE0-7B3D-C579-C214BAF35487}"/>
                    </a:ext>
                  </a:extLst>
                </p14:cNvPr>
                <p14:cNvContentPartPr/>
                <p14:nvPr/>
              </p14:nvContentPartPr>
              <p14:xfrm>
                <a:off x="3710943" y="2548550"/>
                <a:ext cx="132840" cy="250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8F6DE1-AAE0-7B3D-C579-C214BAF3548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701943" y="2539550"/>
                  <a:ext cx="150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818EB35-DDCE-C73A-FC4B-28B8C0C01843}"/>
                    </a:ext>
                  </a:extLst>
                </p14:cNvPr>
                <p14:cNvContentPartPr/>
                <p14:nvPr/>
              </p14:nvContentPartPr>
              <p14:xfrm>
                <a:off x="3966183" y="2445590"/>
                <a:ext cx="125280" cy="8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818EB35-DDCE-C73A-FC4B-28B8C0C0184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957543" y="2436950"/>
                  <a:ext cx="142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A47A27-E74F-64FA-20FE-88792337C2D2}"/>
                    </a:ext>
                  </a:extLst>
                </p14:cNvPr>
                <p14:cNvContentPartPr/>
                <p14:nvPr/>
              </p14:nvContentPartPr>
              <p14:xfrm>
                <a:off x="3966903" y="2328230"/>
                <a:ext cx="135360" cy="19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A47A27-E74F-64FA-20FE-88792337C2D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958263" y="2319230"/>
                  <a:ext cx="153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16FBA2E-47D2-86EB-0637-F1858CCE269A}"/>
                    </a:ext>
                  </a:extLst>
                </p14:cNvPr>
                <p14:cNvContentPartPr/>
                <p14:nvPr/>
              </p14:nvContentPartPr>
              <p14:xfrm>
                <a:off x="4366503" y="2210510"/>
                <a:ext cx="17640" cy="291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16FBA2E-47D2-86EB-0637-F1858CCE269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357503" y="2201870"/>
                  <a:ext cx="352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291FD6C-CF32-89F2-8FCF-C33CB37629E1}"/>
                    </a:ext>
                  </a:extLst>
                </p14:cNvPr>
                <p14:cNvContentPartPr/>
                <p14:nvPr/>
              </p14:nvContentPartPr>
              <p14:xfrm>
                <a:off x="4435263" y="2297630"/>
                <a:ext cx="251280" cy="538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291FD6C-CF32-89F2-8FCF-C33CB37629E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426263" y="2288630"/>
                  <a:ext cx="26892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BCD8A4E-5DCC-9851-B4BA-6F98225F298E}"/>
                    </a:ext>
                  </a:extLst>
                </p14:cNvPr>
                <p14:cNvContentPartPr/>
                <p14:nvPr/>
              </p14:nvContentPartPr>
              <p14:xfrm>
                <a:off x="4782663" y="2111150"/>
                <a:ext cx="138960" cy="334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BCD8A4E-5DCC-9851-B4BA-6F98225F298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773663" y="2102510"/>
                  <a:ext cx="1566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B94D73B-40EF-B7AA-BFBE-F445EC3D5973}"/>
                    </a:ext>
                  </a:extLst>
                </p14:cNvPr>
                <p14:cNvContentPartPr/>
                <p14:nvPr/>
              </p14:nvContentPartPr>
              <p14:xfrm>
                <a:off x="4899663" y="2096750"/>
                <a:ext cx="117000" cy="339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B94D73B-40EF-B7AA-BFBE-F445EC3D597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891023" y="2088110"/>
                  <a:ext cx="1346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4F765A9-089A-FC9D-0F79-0D475DB10865}"/>
                    </a:ext>
                  </a:extLst>
                </p14:cNvPr>
                <p14:cNvContentPartPr/>
                <p14:nvPr/>
              </p14:nvContentPartPr>
              <p14:xfrm>
                <a:off x="4801743" y="2263790"/>
                <a:ext cx="204840" cy="7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4F765A9-089A-FC9D-0F79-0D475DB1086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793103" y="2254790"/>
                  <a:ext cx="222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925CC7C-1D41-A3C3-441B-EF9AF12FB9C8}"/>
                    </a:ext>
                  </a:extLst>
                </p14:cNvPr>
                <p14:cNvContentPartPr/>
                <p14:nvPr/>
              </p14:nvContentPartPr>
              <p14:xfrm>
                <a:off x="633663" y="3182150"/>
                <a:ext cx="25560" cy="458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925CC7C-1D41-A3C3-441B-EF9AF12FB9C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25023" y="3173510"/>
                  <a:ext cx="4320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14CBABF-97CE-F0CA-F410-0298E226C8C7}"/>
                    </a:ext>
                  </a:extLst>
                </p14:cNvPr>
                <p14:cNvContentPartPr/>
                <p14:nvPr/>
              </p14:nvContentPartPr>
              <p14:xfrm>
                <a:off x="628983" y="3193670"/>
                <a:ext cx="282600" cy="408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14CBABF-97CE-F0CA-F410-0298E226C8C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20343" y="3184670"/>
                  <a:ext cx="3002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A4FA490-6B13-0C8A-7EB0-BAFED0B440E0}"/>
                    </a:ext>
                  </a:extLst>
                </p14:cNvPr>
                <p14:cNvContentPartPr/>
                <p14:nvPr/>
              </p14:nvContentPartPr>
              <p14:xfrm>
                <a:off x="1026783" y="3460070"/>
                <a:ext cx="347040" cy="249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A4FA490-6B13-0C8A-7EB0-BAFED0B440E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18143" y="3451070"/>
                  <a:ext cx="364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84F60F4-ADB3-0D53-595A-7F550B069565}"/>
                    </a:ext>
                  </a:extLst>
                </p14:cNvPr>
                <p14:cNvContentPartPr/>
                <p14:nvPr/>
              </p14:nvContentPartPr>
              <p14:xfrm>
                <a:off x="1628343" y="3401390"/>
                <a:ext cx="96480" cy="15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84F60F4-ADB3-0D53-595A-7F550B06956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619343" y="3392750"/>
                  <a:ext cx="114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390F5A4-5B61-8CEA-DDAC-7911DB62EEEC}"/>
                    </a:ext>
                  </a:extLst>
                </p14:cNvPr>
                <p14:cNvContentPartPr/>
                <p14:nvPr/>
              </p14:nvContentPartPr>
              <p14:xfrm>
                <a:off x="1622223" y="3332630"/>
                <a:ext cx="136800" cy="7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390F5A4-5B61-8CEA-DDAC-7911DB62EEE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613583" y="3323630"/>
                  <a:ext cx="154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FEC0D94-92D5-B6E8-DC00-7A8033EFF17D}"/>
                    </a:ext>
                  </a:extLst>
                </p14:cNvPr>
                <p14:cNvContentPartPr/>
                <p14:nvPr/>
              </p14:nvContentPartPr>
              <p14:xfrm>
                <a:off x="2086263" y="3196910"/>
                <a:ext cx="14040" cy="1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FEC0D94-92D5-B6E8-DC00-7A8033EFF17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077623" y="3188270"/>
                  <a:ext cx="31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644BF1-A5A9-079E-CC38-1ABE99BE5D5D}"/>
                    </a:ext>
                  </a:extLst>
                </p14:cNvPr>
                <p14:cNvContentPartPr/>
                <p14:nvPr/>
              </p14:nvContentPartPr>
              <p14:xfrm>
                <a:off x="2042343" y="3164150"/>
                <a:ext cx="186120" cy="263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644BF1-A5A9-079E-CC38-1ABE99BE5D5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033703" y="3155150"/>
                  <a:ext cx="2037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B5D896D-BB76-54AB-689E-B39017EFAD4A}"/>
                    </a:ext>
                  </a:extLst>
                </p14:cNvPr>
                <p14:cNvContentPartPr/>
                <p14:nvPr/>
              </p14:nvContentPartPr>
              <p14:xfrm>
                <a:off x="2110743" y="3133550"/>
                <a:ext cx="170640" cy="13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B5D896D-BB76-54AB-689E-B39017EFAD4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02103" y="3124910"/>
                  <a:ext cx="1882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48AF55B-9919-4C9D-27B8-A0ABE95B77E2}"/>
                    </a:ext>
                  </a:extLst>
                </p14:cNvPr>
                <p14:cNvContentPartPr/>
                <p14:nvPr/>
              </p14:nvContentPartPr>
              <p14:xfrm>
                <a:off x="2323863" y="3152630"/>
                <a:ext cx="206280" cy="291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48AF55B-9919-4C9D-27B8-A0ABE95B77E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314863" y="3143990"/>
                  <a:ext cx="2239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1D0E75-6685-54A7-1FCF-FD1E683B75F4}"/>
                    </a:ext>
                  </a:extLst>
                </p14:cNvPr>
                <p14:cNvContentPartPr/>
                <p14:nvPr/>
              </p14:nvContentPartPr>
              <p14:xfrm>
                <a:off x="2576223" y="3127790"/>
                <a:ext cx="163440" cy="260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1D0E75-6685-54A7-1FCF-FD1E683B75F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567583" y="3119150"/>
                  <a:ext cx="1810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8B828FD-2B44-AF4D-4CB7-F55599235091}"/>
                    </a:ext>
                  </a:extLst>
                </p14:cNvPr>
                <p14:cNvContentPartPr/>
                <p14:nvPr/>
              </p14:nvContentPartPr>
              <p14:xfrm>
                <a:off x="2836503" y="3104030"/>
                <a:ext cx="455400" cy="237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8B828FD-2B44-AF4D-4CB7-F5559923509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827503" y="3095390"/>
                  <a:ext cx="4730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2EF37F3-05E2-63B3-1CF0-6D03A43FB199}"/>
                    </a:ext>
                  </a:extLst>
                </p14:cNvPr>
                <p14:cNvContentPartPr/>
                <p14:nvPr/>
              </p14:nvContentPartPr>
              <p14:xfrm>
                <a:off x="3697263" y="3320030"/>
                <a:ext cx="3960" cy="12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2EF37F3-05E2-63B3-1CF0-6D03A43FB19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688263" y="3311390"/>
                  <a:ext cx="21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C4C549A-31F8-4D6E-E5A4-008DFF4F904D}"/>
                    </a:ext>
                  </a:extLst>
                </p14:cNvPr>
                <p14:cNvContentPartPr/>
                <p14:nvPr/>
              </p14:nvContentPartPr>
              <p14:xfrm>
                <a:off x="3648303" y="3332630"/>
                <a:ext cx="43560" cy="113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C4C549A-31F8-4D6E-E5A4-008DFF4F904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639303" y="3323630"/>
                  <a:ext cx="61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4DAAB7D-2E62-C373-796F-B22E9FC9B1F4}"/>
                    </a:ext>
                  </a:extLst>
                </p14:cNvPr>
                <p14:cNvContentPartPr/>
                <p14:nvPr/>
              </p14:nvContentPartPr>
              <p14:xfrm>
                <a:off x="3926583" y="2912510"/>
                <a:ext cx="172440" cy="435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4DAAB7D-2E62-C373-796F-B22E9FC9B1F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917943" y="2903870"/>
                  <a:ext cx="1900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644C72B-0A89-800D-866B-FB57D96EC6DA}"/>
                    </a:ext>
                  </a:extLst>
                </p14:cNvPr>
                <p14:cNvContentPartPr/>
                <p14:nvPr/>
              </p14:nvContentPartPr>
              <p14:xfrm>
                <a:off x="4177863" y="3118790"/>
                <a:ext cx="190080" cy="192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644C72B-0A89-800D-866B-FB57D96EC6D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168863" y="3109790"/>
                  <a:ext cx="207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786D7BD-6113-1B97-24F6-B36DEFA4990D}"/>
                    </a:ext>
                  </a:extLst>
                </p14:cNvPr>
                <p14:cNvContentPartPr/>
                <p14:nvPr/>
              </p14:nvContentPartPr>
              <p14:xfrm>
                <a:off x="4349223" y="3107630"/>
                <a:ext cx="228240" cy="229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786D7BD-6113-1B97-24F6-B36DEFA4990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340223" y="3098990"/>
                  <a:ext cx="2458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5E87094-F3EF-7C6E-9D27-87189524E93F}"/>
                    </a:ext>
                  </a:extLst>
                </p14:cNvPr>
                <p14:cNvContentPartPr/>
                <p14:nvPr/>
              </p14:nvContentPartPr>
              <p14:xfrm>
                <a:off x="4614183" y="3111590"/>
                <a:ext cx="167760" cy="402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5E87094-F3EF-7C6E-9D27-87189524E93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05543" y="3102590"/>
                  <a:ext cx="1854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51CFCCF-AECA-613F-1E1F-6195E502A568}"/>
                    </a:ext>
                  </a:extLst>
                </p14:cNvPr>
                <p14:cNvContentPartPr/>
                <p14:nvPr/>
              </p14:nvContentPartPr>
              <p14:xfrm>
                <a:off x="4798143" y="3107990"/>
                <a:ext cx="155880" cy="241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51CFCCF-AECA-613F-1E1F-6195E502A56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789143" y="3098990"/>
                  <a:ext cx="173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B668BE7-58E5-04E5-AD3A-C935DDE39E71}"/>
                    </a:ext>
                  </a:extLst>
                </p14:cNvPr>
                <p14:cNvContentPartPr/>
                <p14:nvPr/>
              </p14:nvContentPartPr>
              <p14:xfrm>
                <a:off x="5032863" y="3104030"/>
                <a:ext cx="192600" cy="209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B668BE7-58E5-04E5-AD3A-C935DDE39E7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023863" y="3095030"/>
                  <a:ext cx="210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0A59BC8-2F08-E94B-4745-D9A165538813}"/>
                    </a:ext>
                  </a:extLst>
                </p14:cNvPr>
                <p14:cNvContentPartPr/>
                <p14:nvPr/>
              </p14:nvContentPartPr>
              <p14:xfrm>
                <a:off x="630063" y="4113110"/>
                <a:ext cx="137520" cy="129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0A59BC8-2F08-E94B-4745-D9A16553881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21423" y="4104110"/>
                  <a:ext cx="155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5DACCBB-9374-F265-4617-CE24C6210EA2}"/>
                    </a:ext>
                  </a:extLst>
                </p14:cNvPr>
                <p14:cNvContentPartPr/>
                <p14:nvPr/>
              </p14:nvContentPartPr>
              <p14:xfrm>
                <a:off x="828423" y="4084670"/>
                <a:ext cx="194040" cy="189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5DACCBB-9374-F265-4617-CE24C6210EA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19423" y="4076030"/>
                  <a:ext cx="211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3913ED7-1A42-2AEE-87E2-983D20418B97}"/>
                    </a:ext>
                  </a:extLst>
                </p14:cNvPr>
                <p14:cNvContentPartPr/>
                <p14:nvPr/>
              </p14:nvContentPartPr>
              <p14:xfrm>
                <a:off x="1044423" y="3893870"/>
                <a:ext cx="55440" cy="383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3913ED7-1A42-2AEE-87E2-983D20418B9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35783" y="3885230"/>
                  <a:ext cx="730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B44FD8C-336F-ABA4-A297-600C0C332800}"/>
                    </a:ext>
                  </a:extLst>
                </p14:cNvPr>
                <p14:cNvContentPartPr/>
                <p14:nvPr/>
              </p14:nvContentPartPr>
              <p14:xfrm>
                <a:off x="980343" y="4047590"/>
                <a:ext cx="180000" cy="19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B44FD8C-336F-ABA4-A297-600C0C33280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71703" y="4038950"/>
                  <a:ext cx="197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C7F392C-7501-4B26-87E4-0AF50B0DCB61}"/>
                    </a:ext>
                  </a:extLst>
                </p14:cNvPr>
                <p14:cNvContentPartPr/>
                <p14:nvPr/>
              </p14:nvContentPartPr>
              <p14:xfrm>
                <a:off x="1174023" y="4024190"/>
                <a:ext cx="85320" cy="244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C7F392C-7501-4B26-87E4-0AF50B0DCB6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65383" y="4015190"/>
                  <a:ext cx="102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DF07210-BFB0-CF29-AA83-7F3DA77133A3}"/>
                    </a:ext>
                  </a:extLst>
                </p14:cNvPr>
                <p14:cNvContentPartPr/>
                <p14:nvPr/>
              </p14:nvContentPartPr>
              <p14:xfrm>
                <a:off x="1318023" y="4026350"/>
                <a:ext cx="134640" cy="252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DF07210-BFB0-CF29-AA83-7F3DA77133A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309383" y="4017350"/>
                  <a:ext cx="1522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B4C11E1-1A6F-DE50-75E8-6E1ABB4412CC}"/>
                    </a:ext>
                  </a:extLst>
                </p14:cNvPr>
                <p14:cNvContentPartPr/>
                <p14:nvPr/>
              </p14:nvContentPartPr>
              <p14:xfrm>
                <a:off x="1418463" y="4065590"/>
                <a:ext cx="117000" cy="5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B4C11E1-1A6F-DE50-75E8-6E1ABB4412C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409823" y="4056950"/>
                  <a:ext cx="1346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4B13598-592A-5456-4407-FFB3DC9184EC}"/>
                    </a:ext>
                  </a:extLst>
                </p14:cNvPr>
                <p14:cNvContentPartPr/>
                <p14:nvPr/>
              </p14:nvContentPartPr>
              <p14:xfrm>
                <a:off x="635103" y="3964070"/>
                <a:ext cx="84600" cy="163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4B13598-592A-5456-4407-FFB3DC9184E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6463" y="3955070"/>
                  <a:ext cx="102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49DD2C3-E6F7-6004-2868-CE37B89654E8}"/>
                    </a:ext>
                  </a:extLst>
                </p14:cNvPr>
                <p14:cNvContentPartPr/>
                <p14:nvPr/>
              </p14:nvContentPartPr>
              <p14:xfrm>
                <a:off x="1810143" y="3897110"/>
                <a:ext cx="188640" cy="342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49DD2C3-E6F7-6004-2868-CE37B89654E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801503" y="3888110"/>
                  <a:ext cx="2062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A138154-4852-4771-2C38-945F52FEEB37}"/>
                    </a:ext>
                  </a:extLst>
                </p14:cNvPr>
                <p14:cNvContentPartPr/>
                <p14:nvPr/>
              </p14:nvContentPartPr>
              <p14:xfrm>
                <a:off x="2042343" y="3910790"/>
                <a:ext cx="63720" cy="324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A138154-4852-4771-2C38-945F52FEEB3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033703" y="3901790"/>
                  <a:ext cx="81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B85490F-4ACD-440B-C95B-CC14E7C3F1EE}"/>
                    </a:ext>
                  </a:extLst>
                </p14:cNvPr>
                <p14:cNvContentPartPr/>
                <p14:nvPr/>
              </p14:nvContentPartPr>
              <p14:xfrm>
                <a:off x="2066823" y="3993590"/>
                <a:ext cx="151920" cy="187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B85490F-4ACD-440B-C95B-CC14E7C3F1E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057823" y="3984590"/>
                  <a:ext cx="1695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819D257-D1CB-A53E-2199-3E9E4E3127C0}"/>
                    </a:ext>
                  </a:extLst>
                </p14:cNvPr>
                <p14:cNvContentPartPr/>
                <p14:nvPr/>
              </p14:nvContentPartPr>
              <p14:xfrm>
                <a:off x="2268423" y="3986750"/>
                <a:ext cx="123480" cy="240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819D257-D1CB-A53E-2199-3E9E4E3127C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259423" y="3977750"/>
                  <a:ext cx="141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43C5CEC-F265-3F78-06C4-A798EEC6FF00}"/>
                    </a:ext>
                  </a:extLst>
                </p14:cNvPr>
                <p14:cNvContentPartPr/>
                <p14:nvPr/>
              </p14:nvContentPartPr>
              <p14:xfrm>
                <a:off x="2518983" y="3964070"/>
                <a:ext cx="154080" cy="235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43C5CEC-F265-3F78-06C4-A798EEC6FF0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509983" y="3955070"/>
                  <a:ext cx="1717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3AA8DBE-2216-0D42-CBEA-36C4622109DB}"/>
                    </a:ext>
                  </a:extLst>
                </p14:cNvPr>
                <p14:cNvContentPartPr/>
                <p14:nvPr/>
              </p14:nvContentPartPr>
              <p14:xfrm>
                <a:off x="2883663" y="3964070"/>
                <a:ext cx="6480" cy="36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3AA8DBE-2216-0D42-CBEA-36C4622109D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874663" y="3955070"/>
                  <a:ext cx="24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FA7D4E8-E31A-644C-ECF1-2A935BFC142A}"/>
                    </a:ext>
                  </a:extLst>
                </p14:cNvPr>
                <p14:cNvContentPartPr/>
                <p14:nvPr/>
              </p14:nvContentPartPr>
              <p14:xfrm>
                <a:off x="2869623" y="4115270"/>
                <a:ext cx="12960" cy="19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FA7D4E8-E31A-644C-ECF1-2A935BFC142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860983" y="4106630"/>
                  <a:ext cx="30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72C78D3-AF64-CEA5-DC1C-6437A013B19E}"/>
                    </a:ext>
                  </a:extLst>
                </p14:cNvPr>
                <p14:cNvContentPartPr/>
                <p14:nvPr/>
              </p14:nvContentPartPr>
              <p14:xfrm>
                <a:off x="3458583" y="3749510"/>
                <a:ext cx="173880" cy="330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72C78D3-AF64-CEA5-DC1C-6437A013B19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449583" y="3740510"/>
                  <a:ext cx="1915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800C2E7-4AE2-BE60-8E3F-74FCCBCFE9A0}"/>
                    </a:ext>
                  </a:extLst>
                </p14:cNvPr>
                <p14:cNvContentPartPr/>
                <p14:nvPr/>
              </p14:nvContentPartPr>
              <p14:xfrm>
                <a:off x="3724623" y="3784430"/>
                <a:ext cx="325080" cy="279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800C2E7-4AE2-BE60-8E3F-74FCCBCFE9A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715983" y="3775430"/>
                  <a:ext cx="3427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3D44802-012A-2C68-43C1-F80CFB1958C9}"/>
                    </a:ext>
                  </a:extLst>
                </p14:cNvPr>
                <p14:cNvContentPartPr/>
                <p14:nvPr/>
              </p14:nvContentPartPr>
              <p14:xfrm>
                <a:off x="4279743" y="4077110"/>
                <a:ext cx="9000" cy="24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3D44802-012A-2C68-43C1-F80CFB1958C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270743" y="4068110"/>
                  <a:ext cx="26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E984C48-D0D5-A846-7ECA-8B8EDA7012A3}"/>
                    </a:ext>
                  </a:extLst>
                </p14:cNvPr>
                <p14:cNvContentPartPr/>
                <p14:nvPr/>
              </p14:nvContentPartPr>
              <p14:xfrm>
                <a:off x="500823" y="4526750"/>
                <a:ext cx="33480" cy="373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E984C48-D0D5-A846-7ECA-8B8EDA7012A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92183" y="4517750"/>
                  <a:ext cx="511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7E2A1D7-7945-7825-BBC3-F32022F5B891}"/>
                    </a:ext>
                  </a:extLst>
                </p14:cNvPr>
                <p14:cNvContentPartPr/>
                <p14:nvPr/>
              </p14:nvContentPartPr>
              <p14:xfrm>
                <a:off x="353943" y="4536830"/>
                <a:ext cx="253800" cy="27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7E2A1D7-7945-7825-BBC3-F32022F5B89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45303" y="4527830"/>
                  <a:ext cx="271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38F998F-E6FE-FAFD-AEDE-0BCA547E8CE2}"/>
                    </a:ext>
                  </a:extLst>
                </p14:cNvPr>
                <p14:cNvContentPartPr/>
                <p14:nvPr/>
              </p14:nvContentPartPr>
              <p14:xfrm>
                <a:off x="603783" y="4656350"/>
                <a:ext cx="153360" cy="193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38F998F-E6FE-FAFD-AEDE-0BCA547E8CE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95143" y="4647710"/>
                  <a:ext cx="171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1C2FA4C-DD3F-C9B4-C6E5-40F3D0C71AC6}"/>
                    </a:ext>
                  </a:extLst>
                </p14:cNvPr>
                <p14:cNvContentPartPr/>
                <p14:nvPr/>
              </p14:nvContentPartPr>
              <p14:xfrm>
                <a:off x="774423" y="4643030"/>
                <a:ext cx="158400" cy="247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1C2FA4C-DD3F-C9B4-C6E5-40F3D0C71AC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65783" y="4634390"/>
                  <a:ext cx="176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2818D6E-6730-5D10-0F22-928E5C7B32CC}"/>
                    </a:ext>
                  </a:extLst>
                </p14:cNvPr>
                <p14:cNvContentPartPr/>
                <p14:nvPr/>
              </p14:nvContentPartPr>
              <p14:xfrm>
                <a:off x="987903" y="4511990"/>
                <a:ext cx="52560" cy="3704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2818D6E-6730-5D10-0F22-928E5C7B32C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79263" y="4502990"/>
                  <a:ext cx="702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1D6FB8D-3CC1-9646-6CCA-2C5BB4916C9D}"/>
                    </a:ext>
                  </a:extLst>
                </p14:cNvPr>
                <p14:cNvContentPartPr/>
                <p14:nvPr/>
              </p14:nvContentPartPr>
              <p14:xfrm>
                <a:off x="965223" y="4599110"/>
                <a:ext cx="227880" cy="250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1D6FB8D-3CC1-9646-6CCA-2C5BB4916C9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56583" y="4590470"/>
                  <a:ext cx="245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AB67B92-5DC9-63A9-9CE1-2A72DED209DA}"/>
                    </a:ext>
                  </a:extLst>
                </p14:cNvPr>
                <p14:cNvContentPartPr/>
                <p14:nvPr/>
              </p14:nvContentPartPr>
              <p14:xfrm>
                <a:off x="1248903" y="4505150"/>
                <a:ext cx="54360" cy="3736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AB67B92-5DC9-63A9-9CE1-2A72DED209D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240263" y="4496150"/>
                  <a:ext cx="720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67FA76B-D290-049B-8855-2EBC1870191E}"/>
                    </a:ext>
                  </a:extLst>
                </p14:cNvPr>
                <p14:cNvContentPartPr/>
                <p14:nvPr/>
              </p14:nvContentPartPr>
              <p14:xfrm>
                <a:off x="1320183" y="4643030"/>
                <a:ext cx="129960" cy="177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67FA76B-D290-049B-8855-2EBC1870191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311543" y="4634390"/>
                  <a:ext cx="147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AFF7F7B-BF0B-34B9-65A3-572E9B66888D}"/>
                    </a:ext>
                  </a:extLst>
                </p14:cNvPr>
                <p14:cNvContentPartPr/>
                <p14:nvPr/>
              </p14:nvContentPartPr>
              <p14:xfrm>
                <a:off x="1481463" y="4607030"/>
                <a:ext cx="162000" cy="250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AFF7F7B-BF0B-34B9-65A3-572E9B66888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472823" y="4598030"/>
                  <a:ext cx="179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BD097BD-90B8-62AD-4017-855D84A5B6DB}"/>
                    </a:ext>
                  </a:extLst>
                </p14:cNvPr>
                <p14:cNvContentPartPr/>
                <p14:nvPr/>
              </p14:nvContentPartPr>
              <p14:xfrm>
                <a:off x="1649583" y="4587590"/>
                <a:ext cx="197280" cy="2138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BD097BD-90B8-62AD-4017-855D84A5B6D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640583" y="4578950"/>
                  <a:ext cx="214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EA87870-05D1-1807-2DF2-E3C3B873D779}"/>
                    </a:ext>
                  </a:extLst>
                </p14:cNvPr>
                <p14:cNvContentPartPr/>
                <p14:nvPr/>
              </p14:nvContentPartPr>
              <p14:xfrm>
                <a:off x="2160423" y="4429550"/>
                <a:ext cx="197280" cy="401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EA87870-05D1-1807-2DF2-E3C3B873D77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151783" y="4420910"/>
                  <a:ext cx="2149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636B77F-CE7D-5558-CDAC-97CDCA6CA330}"/>
                    </a:ext>
                  </a:extLst>
                </p14:cNvPr>
                <p14:cNvContentPartPr/>
                <p14:nvPr/>
              </p14:nvContentPartPr>
              <p14:xfrm>
                <a:off x="2413863" y="4574630"/>
                <a:ext cx="167400" cy="223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636B77F-CE7D-5558-CDAC-97CDCA6CA33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405223" y="4565630"/>
                  <a:ext cx="185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CFD4313-3C9B-D876-56DE-2C62C6D0A1FF}"/>
                    </a:ext>
                  </a:extLst>
                </p14:cNvPr>
                <p14:cNvContentPartPr/>
                <p14:nvPr/>
              </p14:nvContentPartPr>
              <p14:xfrm>
                <a:off x="2604663" y="4550150"/>
                <a:ext cx="255240" cy="244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CFD4313-3C9B-D876-56DE-2C62C6D0A1F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596023" y="4541150"/>
                  <a:ext cx="272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1770A15-9BD1-CE60-9BF6-471672714D24}"/>
                    </a:ext>
                  </a:extLst>
                </p14:cNvPr>
                <p14:cNvContentPartPr/>
                <p14:nvPr/>
              </p14:nvContentPartPr>
              <p14:xfrm>
                <a:off x="2830743" y="4505150"/>
                <a:ext cx="2880" cy="72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1770A15-9BD1-CE60-9BF6-471672714D2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822103" y="4496510"/>
                  <a:ext cx="20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49796C2-391E-D796-2FD9-26330D191006}"/>
                    </a:ext>
                  </a:extLst>
                </p14:cNvPr>
                <p14:cNvContentPartPr/>
                <p14:nvPr/>
              </p14:nvContentPartPr>
              <p14:xfrm>
                <a:off x="2929743" y="4516670"/>
                <a:ext cx="100080" cy="249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49796C2-391E-D796-2FD9-26330D19100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920743" y="4507670"/>
                  <a:ext cx="117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E7CB130-2582-6C6D-CDFD-69BF80AE0183}"/>
                    </a:ext>
                  </a:extLst>
                </p14:cNvPr>
                <p14:cNvContentPartPr/>
                <p14:nvPr/>
              </p14:nvContentPartPr>
              <p14:xfrm>
                <a:off x="3144303" y="4351430"/>
                <a:ext cx="63000" cy="435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E7CB130-2582-6C6D-CDFD-69BF80AE018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135303" y="4342430"/>
                  <a:ext cx="806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550A964-AD13-E0B8-D66B-3750AC6B9700}"/>
                    </a:ext>
                  </a:extLst>
                </p14:cNvPr>
                <p14:cNvContentPartPr/>
                <p14:nvPr/>
              </p14:nvContentPartPr>
              <p14:xfrm>
                <a:off x="3085623" y="4551590"/>
                <a:ext cx="162360" cy="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550A964-AD13-E0B8-D66B-3750AC6B970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076983" y="4542590"/>
                  <a:ext cx="180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556A239-6AC0-97DC-E64B-DADC47340F18}"/>
                    </a:ext>
                  </a:extLst>
                </p14:cNvPr>
                <p14:cNvContentPartPr/>
                <p14:nvPr/>
              </p14:nvContentPartPr>
              <p14:xfrm>
                <a:off x="3262023" y="4502990"/>
                <a:ext cx="161640" cy="231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556A239-6AC0-97DC-E64B-DADC47340F1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253383" y="4494350"/>
                  <a:ext cx="179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DF7C2B5-C113-0924-EA71-99A76F7F466D}"/>
                    </a:ext>
                  </a:extLst>
                </p14:cNvPr>
                <p14:cNvContentPartPr/>
                <p14:nvPr/>
              </p14:nvContentPartPr>
              <p14:xfrm>
                <a:off x="3444903" y="4489310"/>
                <a:ext cx="163440" cy="237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DF7C2B5-C113-0924-EA71-99A76F7F466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435903" y="4480670"/>
                  <a:ext cx="1810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B400B61-73E1-3C8D-7EA9-0C67134F66A8}"/>
                    </a:ext>
                  </a:extLst>
                </p14:cNvPr>
                <p14:cNvContentPartPr/>
                <p14:nvPr/>
              </p14:nvContentPartPr>
              <p14:xfrm>
                <a:off x="3617343" y="4470230"/>
                <a:ext cx="219600" cy="235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B400B61-73E1-3C8D-7EA9-0C67134F66A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608343" y="4461230"/>
                  <a:ext cx="237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B646129-B72B-7120-4206-A98F3CE9CF60}"/>
                    </a:ext>
                  </a:extLst>
                </p14:cNvPr>
                <p14:cNvContentPartPr/>
                <p14:nvPr/>
              </p14:nvContentPartPr>
              <p14:xfrm>
                <a:off x="3795183" y="4395710"/>
                <a:ext cx="360" cy="2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B646129-B72B-7120-4206-A98F3CE9CF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86183" y="4386710"/>
                  <a:ext cx="18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89D62F0-E494-B89B-3979-DD27BC127C87}"/>
                    </a:ext>
                  </a:extLst>
                </p14:cNvPr>
                <p14:cNvContentPartPr/>
                <p14:nvPr/>
              </p14:nvContentPartPr>
              <p14:xfrm>
                <a:off x="4086063" y="4211390"/>
                <a:ext cx="158760" cy="4190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89D62F0-E494-B89B-3979-DD27BC127C8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077423" y="4202750"/>
                  <a:ext cx="1764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16EE446-B340-C5BC-4500-28C09F746858}"/>
                    </a:ext>
                  </a:extLst>
                </p14:cNvPr>
                <p14:cNvContentPartPr/>
                <p14:nvPr/>
              </p14:nvContentPartPr>
              <p14:xfrm>
                <a:off x="4381263" y="4400390"/>
                <a:ext cx="147240" cy="211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16EE446-B340-C5BC-4500-28C09F74685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372263" y="4391390"/>
                  <a:ext cx="164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0EBAB51-84B5-EBA8-6531-C4E2A9546CA9}"/>
                    </a:ext>
                  </a:extLst>
                </p14:cNvPr>
                <p14:cNvContentPartPr/>
                <p14:nvPr/>
              </p14:nvContentPartPr>
              <p14:xfrm>
                <a:off x="4553343" y="4165670"/>
                <a:ext cx="64800" cy="443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0EBAB51-84B5-EBA8-6531-C4E2A9546CA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44343" y="4157030"/>
                  <a:ext cx="824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B7F7AA8-C36C-62C6-2B77-4084697C7033}"/>
                    </a:ext>
                  </a:extLst>
                </p14:cNvPr>
                <p14:cNvContentPartPr/>
                <p14:nvPr/>
              </p14:nvContentPartPr>
              <p14:xfrm>
                <a:off x="4687623" y="4367630"/>
                <a:ext cx="194760" cy="225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B7F7AA8-C36C-62C6-2B77-4084697C703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678983" y="4358990"/>
                  <a:ext cx="212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714B61C-409A-260B-EF9C-B4588F2F93F5}"/>
                    </a:ext>
                  </a:extLst>
                </p14:cNvPr>
                <p14:cNvContentPartPr/>
                <p14:nvPr/>
              </p14:nvContentPartPr>
              <p14:xfrm>
                <a:off x="4906143" y="4370870"/>
                <a:ext cx="302760" cy="234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714B61C-409A-260B-EF9C-B4588F2F93F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97143" y="4361870"/>
                  <a:ext cx="320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EF59215-3D8D-3761-1685-61F9B6B8F3B9}"/>
                    </a:ext>
                  </a:extLst>
                </p14:cNvPr>
                <p14:cNvContentPartPr/>
                <p14:nvPr/>
              </p14:nvContentPartPr>
              <p14:xfrm>
                <a:off x="510903" y="5162870"/>
                <a:ext cx="462960" cy="335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EF59215-3D8D-3761-1685-61F9B6B8F3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02263" y="5153870"/>
                  <a:ext cx="4806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FF9E489-5DAC-5678-BA49-36495033CAE4}"/>
                    </a:ext>
                  </a:extLst>
                </p14:cNvPr>
                <p14:cNvContentPartPr/>
                <p14:nvPr/>
              </p14:nvContentPartPr>
              <p14:xfrm>
                <a:off x="1090863" y="5121830"/>
                <a:ext cx="215280" cy="375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FF9E489-5DAC-5678-BA49-36495033CAE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82223" y="5112830"/>
                  <a:ext cx="2329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CFDE3C9-ED2F-5BC8-05A4-93990476CA06}"/>
                    </a:ext>
                  </a:extLst>
                </p14:cNvPr>
                <p14:cNvContentPartPr/>
                <p14:nvPr/>
              </p14:nvContentPartPr>
              <p14:xfrm>
                <a:off x="1186263" y="5282390"/>
                <a:ext cx="168480" cy="1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CFDE3C9-ED2F-5BC8-05A4-93990476CA0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77623" y="5273750"/>
                  <a:ext cx="186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F9BB85B-F47F-EEB4-F20B-ECF9895E9A41}"/>
                    </a:ext>
                  </a:extLst>
                </p14:cNvPr>
                <p14:cNvContentPartPr/>
                <p14:nvPr/>
              </p14:nvContentPartPr>
              <p14:xfrm>
                <a:off x="1429983" y="5253230"/>
                <a:ext cx="268920" cy="214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F9BB85B-F47F-EEB4-F20B-ECF9895E9A4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420983" y="5244230"/>
                  <a:ext cx="286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F69508D-EED4-69C7-CA25-50CB7A0B1320}"/>
                    </a:ext>
                  </a:extLst>
                </p14:cNvPr>
                <p14:cNvContentPartPr/>
                <p14:nvPr/>
              </p14:nvContentPartPr>
              <p14:xfrm>
                <a:off x="1810143" y="5239550"/>
                <a:ext cx="174960" cy="177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F69508D-EED4-69C7-CA25-50CB7A0B132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801503" y="5230910"/>
                  <a:ext cx="192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543B6EE-E966-F3CD-F3EC-26BE79E5DC89}"/>
                    </a:ext>
                  </a:extLst>
                </p14:cNvPr>
                <p14:cNvContentPartPr/>
                <p14:nvPr/>
              </p14:nvContentPartPr>
              <p14:xfrm>
                <a:off x="1967103" y="5082950"/>
                <a:ext cx="77040" cy="400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543B6EE-E966-F3CD-F3EC-26BE79E5DC8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958463" y="5074310"/>
                  <a:ext cx="946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9AC1FBB-7A94-9461-E910-04CDB263DC6C}"/>
                    </a:ext>
                  </a:extLst>
                </p14:cNvPr>
                <p14:cNvContentPartPr/>
                <p14:nvPr/>
              </p14:nvContentPartPr>
              <p14:xfrm>
                <a:off x="1949463" y="5252150"/>
                <a:ext cx="160920" cy="8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9AC1FBB-7A94-9461-E910-04CDB263DC6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940823" y="5243150"/>
                  <a:ext cx="178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01A4907-D3CE-F8E0-575B-4740AA9422BB}"/>
                    </a:ext>
                  </a:extLst>
                </p14:cNvPr>
                <p14:cNvContentPartPr/>
                <p14:nvPr/>
              </p14:nvContentPartPr>
              <p14:xfrm>
                <a:off x="2156823" y="5235230"/>
                <a:ext cx="197280" cy="169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01A4907-D3CE-F8E0-575B-4740AA9422B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147823" y="5226230"/>
                  <a:ext cx="214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70CC954-772A-ABCB-E9E3-086971239857}"/>
                    </a:ext>
                  </a:extLst>
                </p14:cNvPr>
                <p14:cNvContentPartPr/>
                <p14:nvPr/>
              </p14:nvContentPartPr>
              <p14:xfrm>
                <a:off x="2338263" y="5165030"/>
                <a:ext cx="155520" cy="2422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70CC954-772A-ABCB-E9E3-08697123985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329263" y="5156030"/>
                  <a:ext cx="1731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52216C3-5117-15D7-AA8C-F411D21CF185}"/>
                    </a:ext>
                  </a:extLst>
                </p14:cNvPr>
                <p14:cNvContentPartPr/>
                <p14:nvPr/>
              </p14:nvContentPartPr>
              <p14:xfrm>
                <a:off x="2769183" y="4973510"/>
                <a:ext cx="34200" cy="414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52216C3-5117-15D7-AA8C-F411D21CF18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760543" y="4964870"/>
                  <a:ext cx="518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1238AD1-81FE-744B-E619-35097AED084A}"/>
                    </a:ext>
                  </a:extLst>
                </p14:cNvPr>
                <p14:cNvContentPartPr/>
                <p14:nvPr/>
              </p14:nvContentPartPr>
              <p14:xfrm>
                <a:off x="2693943" y="5190950"/>
                <a:ext cx="169920" cy="7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1238AD1-81FE-744B-E619-35097AED084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685303" y="5182310"/>
                  <a:ext cx="187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068CA1C-5299-2B58-B4E9-9C6DA6EBCAD7}"/>
                    </a:ext>
                  </a:extLst>
                </p14:cNvPr>
                <p14:cNvContentPartPr/>
                <p14:nvPr/>
              </p14:nvContentPartPr>
              <p14:xfrm>
                <a:off x="2877183" y="5162870"/>
                <a:ext cx="121680" cy="217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068CA1C-5299-2B58-B4E9-9C6DA6EBCAD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868543" y="5153870"/>
                  <a:ext cx="1393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5A8474D-8118-7D4D-ACEB-B5A54F64EA4D}"/>
                    </a:ext>
                  </a:extLst>
                </p14:cNvPr>
                <p14:cNvContentPartPr/>
                <p14:nvPr/>
              </p14:nvContentPartPr>
              <p14:xfrm>
                <a:off x="2921103" y="5165030"/>
                <a:ext cx="127080" cy="7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5A8474D-8118-7D4D-ACEB-B5A54F64EA4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912463" y="5156390"/>
                  <a:ext cx="144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9E09F73-BE2F-0371-CD0B-C97CE2F9CE56}"/>
                    </a:ext>
                  </a:extLst>
                </p14:cNvPr>
                <p14:cNvContentPartPr/>
                <p14:nvPr/>
              </p14:nvContentPartPr>
              <p14:xfrm>
                <a:off x="3133503" y="4966310"/>
                <a:ext cx="153360" cy="457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9E09F73-BE2F-0371-CD0B-C97CE2F9CE5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124863" y="4957670"/>
                  <a:ext cx="17100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D01A923-AE22-4547-5481-89AB1ABD1BD1}"/>
                    </a:ext>
                  </a:extLst>
                </p14:cNvPr>
                <p14:cNvContentPartPr/>
                <p14:nvPr/>
              </p14:nvContentPartPr>
              <p14:xfrm>
                <a:off x="3627423" y="4887110"/>
                <a:ext cx="141840" cy="474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D01A923-AE22-4547-5481-89AB1ABD1BD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618423" y="4878110"/>
                  <a:ext cx="15948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151A6EE-436C-6B46-0A2B-04644AF80599}"/>
                    </a:ext>
                  </a:extLst>
                </p14:cNvPr>
                <p14:cNvContentPartPr/>
                <p14:nvPr/>
              </p14:nvContentPartPr>
              <p14:xfrm>
                <a:off x="3838743" y="4934990"/>
                <a:ext cx="261720" cy="4482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151A6EE-436C-6B46-0A2B-04644AF8059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830103" y="4926350"/>
                  <a:ext cx="2793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010A2B6-6053-3DEB-B6B9-686470872D5A}"/>
                    </a:ext>
                  </a:extLst>
                </p14:cNvPr>
                <p14:cNvContentPartPr/>
                <p14:nvPr/>
              </p14:nvContentPartPr>
              <p14:xfrm>
                <a:off x="4172823" y="5138030"/>
                <a:ext cx="246240" cy="2610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010A2B6-6053-3DEB-B6B9-686470872D5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164183" y="5129390"/>
                  <a:ext cx="263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7884DDA-84A1-8236-9A37-DE1241763C52}"/>
                    </a:ext>
                  </a:extLst>
                </p14:cNvPr>
                <p14:cNvContentPartPr/>
                <p14:nvPr/>
              </p14:nvContentPartPr>
              <p14:xfrm>
                <a:off x="4516983" y="4750310"/>
                <a:ext cx="139680" cy="647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7884DDA-84A1-8236-9A37-DE1241763C5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507983" y="4741670"/>
                  <a:ext cx="157320" cy="66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C0FC33A-6425-7430-815D-CA069065A186}"/>
                  </a:ext>
                </a:extLst>
              </p14:cNvPr>
              <p14:cNvContentPartPr/>
              <p14:nvPr/>
            </p14:nvContentPartPr>
            <p14:xfrm>
              <a:off x="5779863" y="-20770"/>
              <a:ext cx="87480" cy="68277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C0FC33A-6425-7430-815D-CA069065A186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5770863" y="-29410"/>
                <a:ext cx="105120" cy="684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4F25966A-ACD1-4EDE-C0B4-4E265F3600BE}"/>
              </a:ext>
            </a:extLst>
          </p:cNvPr>
          <p:cNvGrpSpPr/>
          <p:nvPr/>
        </p:nvGrpSpPr>
        <p:grpSpPr>
          <a:xfrm>
            <a:off x="74583" y="5770471"/>
            <a:ext cx="485640" cy="538560"/>
            <a:chOff x="74583" y="5770471"/>
            <a:chExt cx="48564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83FF456-63E5-0C59-7F7F-9E3AFF3DE273}"/>
                    </a:ext>
                  </a:extLst>
                </p14:cNvPr>
                <p14:cNvContentPartPr/>
                <p14:nvPr/>
              </p14:nvContentPartPr>
              <p14:xfrm>
                <a:off x="74583" y="5770471"/>
                <a:ext cx="469440" cy="458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83FF456-63E5-0C59-7F7F-9E3AFF3DE27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5583" y="5761831"/>
                  <a:ext cx="4870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264C5F3-112A-F85B-66BE-41B063EDA53C}"/>
                    </a:ext>
                  </a:extLst>
                </p14:cNvPr>
                <p14:cNvContentPartPr/>
                <p14:nvPr/>
              </p14:nvContentPartPr>
              <p14:xfrm>
                <a:off x="373023" y="6093031"/>
                <a:ext cx="144720" cy="202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264C5F3-112A-F85B-66BE-41B063EDA53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64023" y="6084391"/>
                  <a:ext cx="162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9529ED3-02C8-E35A-DD48-0C821A7C96BE}"/>
                    </a:ext>
                  </a:extLst>
                </p14:cNvPr>
                <p14:cNvContentPartPr/>
                <p14:nvPr/>
              </p14:nvContentPartPr>
              <p14:xfrm>
                <a:off x="408663" y="6150631"/>
                <a:ext cx="151560" cy="158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9529ED3-02C8-E35A-DD48-0C821A7C96B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99663" y="6141991"/>
                  <a:ext cx="16920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3198D7D-C471-7B53-DCB1-3FEAF87206DF}"/>
              </a:ext>
            </a:extLst>
          </p:cNvPr>
          <p:cNvGrpSpPr/>
          <p:nvPr/>
        </p:nvGrpSpPr>
        <p:grpSpPr>
          <a:xfrm>
            <a:off x="834903" y="5982511"/>
            <a:ext cx="10440" cy="120960"/>
            <a:chOff x="834903" y="5982511"/>
            <a:chExt cx="10440" cy="1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3967FFB-5132-BFDD-8D08-FE717A697EDB}"/>
                    </a:ext>
                  </a:extLst>
                </p14:cNvPr>
                <p14:cNvContentPartPr/>
                <p14:nvPr/>
              </p14:nvContentPartPr>
              <p14:xfrm>
                <a:off x="834903" y="6085111"/>
                <a:ext cx="360" cy="18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3967FFB-5132-BFDD-8D08-FE717A697ED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25903" y="6076471"/>
                  <a:ext cx="18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78DBB45-0316-7B52-8CAF-925CA45B23E0}"/>
                    </a:ext>
                  </a:extLst>
                </p14:cNvPr>
                <p14:cNvContentPartPr/>
                <p14:nvPr/>
              </p14:nvContentPartPr>
              <p14:xfrm>
                <a:off x="844983" y="5982511"/>
                <a:ext cx="360" cy="6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78DBB45-0316-7B52-8CAF-925CA45B23E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35983" y="5973511"/>
                  <a:ext cx="1800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6404EF7-3634-5B5C-1B8F-900612DB2D8B}"/>
              </a:ext>
            </a:extLst>
          </p:cNvPr>
          <p:cNvGrpSpPr/>
          <p:nvPr/>
        </p:nvGrpSpPr>
        <p:grpSpPr>
          <a:xfrm>
            <a:off x="1399743" y="5818351"/>
            <a:ext cx="560160" cy="705960"/>
            <a:chOff x="1399743" y="5818351"/>
            <a:chExt cx="560160" cy="70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32839AB-7D0B-7A56-2A04-0080C7223B01}"/>
                    </a:ext>
                  </a:extLst>
                </p14:cNvPr>
                <p14:cNvContentPartPr/>
                <p14:nvPr/>
              </p14:nvContentPartPr>
              <p14:xfrm>
                <a:off x="1438623" y="5846071"/>
                <a:ext cx="41760" cy="4788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32839AB-7D0B-7A56-2A04-0080C7223B0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420983" y="5828431"/>
                  <a:ext cx="7740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8FCF200-4592-2386-ABE7-E09D28AF4314}"/>
                    </a:ext>
                  </a:extLst>
                </p14:cNvPr>
                <p14:cNvContentPartPr/>
                <p14:nvPr/>
              </p14:nvContentPartPr>
              <p14:xfrm>
                <a:off x="1399743" y="5818351"/>
                <a:ext cx="267840" cy="516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8FCF200-4592-2386-ABE7-E09D28AF431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381743" y="5800711"/>
                  <a:ext cx="3034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0DCEE3C-A2CC-B1F4-D582-4AB4129D9ABF}"/>
                    </a:ext>
                  </a:extLst>
                </p14:cNvPr>
                <p14:cNvContentPartPr/>
                <p14:nvPr/>
              </p14:nvContentPartPr>
              <p14:xfrm>
                <a:off x="1748583" y="6231991"/>
                <a:ext cx="211320" cy="292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0DCEE3C-A2CC-B1F4-D582-4AB4129D9ABF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730943" y="6213991"/>
                  <a:ext cx="24696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7797942-33E8-C5D9-26F6-E1DA4CAAC408}"/>
              </a:ext>
            </a:extLst>
          </p:cNvPr>
          <p:cNvGrpSpPr/>
          <p:nvPr/>
        </p:nvGrpSpPr>
        <p:grpSpPr>
          <a:xfrm>
            <a:off x="2235663" y="6095191"/>
            <a:ext cx="122040" cy="129240"/>
            <a:chOff x="2235663" y="6095191"/>
            <a:chExt cx="122040" cy="1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DFCE403-475B-102A-48BA-2C7EC86442A2}"/>
                    </a:ext>
                  </a:extLst>
                </p14:cNvPr>
                <p14:cNvContentPartPr/>
                <p14:nvPr/>
              </p14:nvContentPartPr>
              <p14:xfrm>
                <a:off x="2266263" y="6221911"/>
                <a:ext cx="87480" cy="2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DFCE403-475B-102A-48BA-2C7EC86442A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248623" y="6203911"/>
                  <a:ext cx="123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4B67AAD-D811-E0C1-94A9-FAA9CFAB5B18}"/>
                    </a:ext>
                  </a:extLst>
                </p14:cNvPr>
                <p14:cNvContentPartPr/>
                <p14:nvPr/>
              </p14:nvContentPartPr>
              <p14:xfrm>
                <a:off x="2235663" y="6095191"/>
                <a:ext cx="122040" cy="15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4B67AAD-D811-E0C1-94A9-FAA9CFAB5B1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218023" y="6077551"/>
                  <a:ext cx="1576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95F0F50-5AC0-8874-C593-92BFC0F7995B}"/>
              </a:ext>
            </a:extLst>
          </p:cNvPr>
          <p:cNvGrpSpPr/>
          <p:nvPr/>
        </p:nvGrpSpPr>
        <p:grpSpPr>
          <a:xfrm>
            <a:off x="2773143" y="5693791"/>
            <a:ext cx="520200" cy="369720"/>
            <a:chOff x="2773143" y="5693791"/>
            <a:chExt cx="52020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EC60C09-0016-5A7C-74D5-83D0083A5949}"/>
                    </a:ext>
                  </a:extLst>
                </p14:cNvPr>
                <p14:cNvContentPartPr/>
                <p14:nvPr/>
              </p14:nvContentPartPr>
              <p14:xfrm>
                <a:off x="2797623" y="5713231"/>
                <a:ext cx="32400" cy="2818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EC60C09-0016-5A7C-74D5-83D0083A594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779983" y="5695591"/>
                  <a:ext cx="680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6C8DCAC-71E7-D6F9-069B-FB595FBB034B}"/>
                    </a:ext>
                  </a:extLst>
                </p14:cNvPr>
                <p14:cNvContentPartPr/>
                <p14:nvPr/>
              </p14:nvContentPartPr>
              <p14:xfrm>
                <a:off x="2773143" y="5701351"/>
                <a:ext cx="206280" cy="362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6C8DCAC-71E7-D6F9-069B-FB595FBB034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755143" y="5683351"/>
                  <a:ext cx="2419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EB1FC51-BEC7-F4E1-A141-486FE2F2B49D}"/>
                    </a:ext>
                  </a:extLst>
                </p14:cNvPr>
                <p14:cNvContentPartPr/>
                <p14:nvPr/>
              </p14:nvContentPartPr>
              <p14:xfrm>
                <a:off x="3092103" y="5693791"/>
                <a:ext cx="201240" cy="337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EB1FC51-BEC7-F4E1-A141-486FE2F2B49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074463" y="5676151"/>
                  <a:ext cx="236880" cy="37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CB3F49EA-7833-77FA-B603-A964BE2CF1EF}"/>
                  </a:ext>
                </a:extLst>
              </p14:cNvPr>
              <p14:cNvContentPartPr/>
              <p14:nvPr/>
            </p14:nvContentPartPr>
            <p14:xfrm>
              <a:off x="2749383" y="6185191"/>
              <a:ext cx="531360" cy="2376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CB3F49EA-7833-77FA-B603-A964BE2CF1EF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2731383" y="6167191"/>
                <a:ext cx="5670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349C4750-6E88-22ED-31E5-A9B92DB3425C}"/>
                  </a:ext>
                </a:extLst>
              </p14:cNvPr>
              <p14:cNvContentPartPr/>
              <p14:nvPr/>
            </p14:nvContentPartPr>
            <p14:xfrm>
              <a:off x="2933703" y="6292471"/>
              <a:ext cx="39240" cy="2862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349C4750-6E88-22ED-31E5-A9B92DB3425C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2916063" y="6274471"/>
                <a:ext cx="7488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1BCEF25-F9CF-67E5-245A-99FDE983F6AB}"/>
                  </a:ext>
                </a:extLst>
              </p14:cNvPr>
              <p14:cNvContentPartPr/>
              <p14:nvPr/>
            </p14:nvContentPartPr>
            <p14:xfrm>
              <a:off x="2889783" y="6571111"/>
              <a:ext cx="115920" cy="3528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1BCEF25-F9CF-67E5-245A-99FDE983F6AB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2871783" y="6553111"/>
                <a:ext cx="1515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984A08A-2935-0227-848C-1843E41E1145}"/>
                  </a:ext>
                </a:extLst>
              </p14:cNvPr>
              <p14:cNvContentPartPr/>
              <p14:nvPr/>
            </p14:nvContentPartPr>
            <p14:xfrm>
              <a:off x="2904903" y="6226231"/>
              <a:ext cx="162360" cy="162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984A08A-2935-0227-848C-1843E41E1145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2887263" y="6208591"/>
                <a:ext cx="1980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23AC1CE-F412-3D5D-8720-9BC1AFE781D7}"/>
                  </a:ext>
                </a:extLst>
              </p14:cNvPr>
              <p14:cNvContentPartPr/>
              <p14:nvPr/>
            </p14:nvContentPartPr>
            <p14:xfrm>
              <a:off x="3105783" y="6500191"/>
              <a:ext cx="14040" cy="2224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23AC1CE-F412-3D5D-8720-9BC1AFE781D7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3088143" y="6482191"/>
                <a:ext cx="496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1F948FD0-8704-779B-FA2E-4266C5586421}"/>
                  </a:ext>
                </a:extLst>
              </p14:cNvPr>
              <p14:cNvContentPartPr/>
              <p14:nvPr/>
            </p14:nvContentPartPr>
            <p14:xfrm>
              <a:off x="3109023" y="6501271"/>
              <a:ext cx="147960" cy="900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1F948FD0-8704-779B-FA2E-4266C5586421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3091383" y="6483631"/>
                <a:ext cx="1836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68643D1A-9C4E-0F3F-CB07-425C252B8226}"/>
                  </a:ext>
                </a:extLst>
              </p14:cNvPr>
              <p14:cNvContentPartPr/>
              <p14:nvPr/>
            </p14:nvContentPartPr>
            <p14:xfrm>
              <a:off x="3092103" y="6601351"/>
              <a:ext cx="139680" cy="25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68643D1A-9C4E-0F3F-CB07-425C252B8226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3074103" y="6583711"/>
                <a:ext cx="1753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E2B1CD0D-4DE6-FD7B-3836-621044BFA63A}"/>
                  </a:ext>
                </a:extLst>
              </p14:cNvPr>
              <p14:cNvContentPartPr/>
              <p14:nvPr/>
            </p14:nvContentPartPr>
            <p14:xfrm>
              <a:off x="3319983" y="6484351"/>
              <a:ext cx="124920" cy="2282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E2B1CD0D-4DE6-FD7B-3836-621044BFA63A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3301983" y="6466711"/>
                <a:ext cx="160560" cy="26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A1FD1EB-ED79-A13B-4801-DA08F1900236}"/>
              </a:ext>
            </a:extLst>
          </p:cNvPr>
          <p:cNvGrpSpPr/>
          <p:nvPr/>
        </p:nvGrpSpPr>
        <p:grpSpPr>
          <a:xfrm>
            <a:off x="3710943" y="6097711"/>
            <a:ext cx="164160" cy="101520"/>
            <a:chOff x="3710943" y="6097711"/>
            <a:chExt cx="16416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12F28C0-1C5E-4EEF-8DA2-F151C94C2890}"/>
                    </a:ext>
                  </a:extLst>
                </p14:cNvPr>
                <p14:cNvContentPartPr/>
                <p14:nvPr/>
              </p14:nvContentPartPr>
              <p14:xfrm>
                <a:off x="3721023" y="6191311"/>
                <a:ext cx="110880" cy="7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12F28C0-1C5E-4EEF-8DA2-F151C94C289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703023" y="6173671"/>
                  <a:ext cx="146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86FF4EE-9CC3-F601-B2CC-4B30D82D9FEF}"/>
                    </a:ext>
                  </a:extLst>
                </p14:cNvPr>
                <p14:cNvContentPartPr/>
                <p14:nvPr/>
              </p14:nvContentPartPr>
              <p14:xfrm>
                <a:off x="3710943" y="6097711"/>
                <a:ext cx="164160" cy="57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86FF4EE-9CC3-F601-B2CC-4B30D82D9FE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692943" y="6080071"/>
                  <a:ext cx="1998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96843191-3A1A-6DCD-C5F4-1742FBCA6262}"/>
              </a:ext>
            </a:extLst>
          </p:cNvPr>
          <p:cNvGrpSpPr/>
          <p:nvPr/>
        </p:nvGrpSpPr>
        <p:grpSpPr>
          <a:xfrm>
            <a:off x="4180383" y="5618911"/>
            <a:ext cx="546480" cy="489600"/>
            <a:chOff x="4180383" y="5618911"/>
            <a:chExt cx="54648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2C43EE7-99A8-1315-14C1-DC2F26E3FEBF}"/>
                    </a:ext>
                  </a:extLst>
                </p14:cNvPr>
                <p14:cNvContentPartPr/>
                <p14:nvPr/>
              </p14:nvContentPartPr>
              <p14:xfrm>
                <a:off x="4401423" y="5618911"/>
                <a:ext cx="146160" cy="3560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2C43EE7-99A8-1315-14C1-DC2F26E3FEB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383423" y="5600911"/>
                  <a:ext cx="181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4646AC0-928F-612E-0353-A11FCED66336}"/>
                    </a:ext>
                  </a:extLst>
                </p14:cNvPr>
                <p14:cNvContentPartPr/>
                <p14:nvPr/>
              </p14:nvContentPartPr>
              <p14:xfrm>
                <a:off x="4180383" y="6086191"/>
                <a:ext cx="546480" cy="223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4646AC0-928F-612E-0353-A11FCED6633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162743" y="6068551"/>
                  <a:ext cx="5821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B0467FBF-90C6-3447-CEE7-E017B53987BB}"/>
              </a:ext>
            </a:extLst>
          </p:cNvPr>
          <p:cNvGrpSpPr/>
          <p:nvPr/>
        </p:nvGrpSpPr>
        <p:grpSpPr>
          <a:xfrm>
            <a:off x="4200543" y="6251071"/>
            <a:ext cx="399600" cy="572400"/>
            <a:chOff x="4200543" y="6251071"/>
            <a:chExt cx="399600" cy="57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977E5A5-69D7-2D59-8CEA-86D7F59F480F}"/>
                    </a:ext>
                  </a:extLst>
                </p14:cNvPr>
                <p14:cNvContentPartPr/>
                <p14:nvPr/>
              </p14:nvContentPartPr>
              <p14:xfrm>
                <a:off x="4200543" y="6251071"/>
                <a:ext cx="54720" cy="4003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977E5A5-69D7-2D59-8CEA-86D7F59F480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182543" y="6233431"/>
                  <a:ext cx="903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9F77DA5-B1E9-C4D9-42BA-278C27B8A766}"/>
                    </a:ext>
                  </a:extLst>
                </p14:cNvPr>
                <p14:cNvContentPartPr/>
                <p14:nvPr/>
              </p14:nvContentPartPr>
              <p14:xfrm>
                <a:off x="4293423" y="6407311"/>
                <a:ext cx="306720" cy="4161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9F77DA5-B1E9-C4D9-42BA-278C27B8A76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275423" y="6389311"/>
                  <a:ext cx="34236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44F647F3-A204-B9A6-E850-58315FA22E19}"/>
              </a:ext>
            </a:extLst>
          </p:cNvPr>
          <p:cNvGrpSpPr/>
          <p:nvPr/>
        </p:nvGrpSpPr>
        <p:grpSpPr>
          <a:xfrm>
            <a:off x="4917303" y="5952991"/>
            <a:ext cx="1051560" cy="298800"/>
            <a:chOff x="4917303" y="5952991"/>
            <a:chExt cx="105156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231F7B6-DB0E-779B-2688-1172792293CC}"/>
                    </a:ext>
                  </a:extLst>
                </p14:cNvPr>
                <p14:cNvContentPartPr/>
                <p14:nvPr/>
              </p14:nvContentPartPr>
              <p14:xfrm>
                <a:off x="4922343" y="6140551"/>
                <a:ext cx="113040" cy="129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231F7B6-DB0E-779B-2688-1172792293C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904343" y="6122551"/>
                  <a:ext cx="148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79B5996-25E2-6162-D714-903A9348D7D8}"/>
                    </a:ext>
                  </a:extLst>
                </p14:cNvPr>
                <p14:cNvContentPartPr/>
                <p14:nvPr/>
              </p14:nvContentPartPr>
              <p14:xfrm>
                <a:off x="4917303" y="6058111"/>
                <a:ext cx="106920" cy="82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79B5996-25E2-6162-D714-903A9348D7D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899663" y="6040111"/>
                  <a:ext cx="142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DDD5923-0470-0B8E-DA03-2CFEEA2F2B91}"/>
                    </a:ext>
                  </a:extLst>
                </p14:cNvPr>
                <p14:cNvContentPartPr/>
                <p14:nvPr/>
              </p14:nvContentPartPr>
              <p14:xfrm>
                <a:off x="5150583" y="5959831"/>
                <a:ext cx="192600" cy="291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DDD5923-0470-0B8E-DA03-2CFEEA2F2B9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132583" y="5941831"/>
                  <a:ext cx="228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E96B3D8-CDF8-3529-17CD-7AD54D9319E5}"/>
                    </a:ext>
                  </a:extLst>
                </p14:cNvPr>
                <p14:cNvContentPartPr/>
                <p14:nvPr/>
              </p14:nvContentPartPr>
              <p14:xfrm>
                <a:off x="5435703" y="5972071"/>
                <a:ext cx="12240" cy="2228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E96B3D8-CDF8-3529-17CD-7AD54D9319E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418063" y="5954431"/>
                  <a:ext cx="47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8078894-341B-FA14-DE13-AEC484849C36}"/>
                    </a:ext>
                  </a:extLst>
                </p14:cNvPr>
                <p14:cNvContentPartPr/>
                <p14:nvPr/>
              </p14:nvContentPartPr>
              <p14:xfrm>
                <a:off x="5447223" y="5952991"/>
                <a:ext cx="165960" cy="2988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8078894-341B-FA14-DE13-AEC484849C3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429223" y="5934991"/>
                  <a:ext cx="201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B87068E-E782-85C2-3383-B238077F74C4}"/>
                    </a:ext>
                  </a:extLst>
                </p14:cNvPr>
                <p14:cNvContentPartPr/>
                <p14:nvPr/>
              </p14:nvContentPartPr>
              <p14:xfrm>
                <a:off x="5683743" y="6009511"/>
                <a:ext cx="285120" cy="2304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B87068E-E782-85C2-3383-B238077F74C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665743" y="5991511"/>
                  <a:ext cx="3207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9F0D933-0DC2-CBAD-C56B-3078C88C786D}"/>
              </a:ext>
            </a:extLst>
          </p:cNvPr>
          <p:cNvGrpSpPr/>
          <p:nvPr/>
        </p:nvGrpSpPr>
        <p:grpSpPr>
          <a:xfrm>
            <a:off x="5226183" y="6404791"/>
            <a:ext cx="731880" cy="211680"/>
            <a:chOff x="5226183" y="6404791"/>
            <a:chExt cx="73188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676947A-6D1C-F9E3-1444-05A20587E144}"/>
                    </a:ext>
                  </a:extLst>
                </p14:cNvPr>
                <p14:cNvContentPartPr/>
                <p14:nvPr/>
              </p14:nvContentPartPr>
              <p14:xfrm>
                <a:off x="5226183" y="6404791"/>
                <a:ext cx="731880" cy="1440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676947A-6D1C-F9E3-1444-05A20587E14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217183" y="6396151"/>
                  <a:ext cx="749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565B4DF-E80F-F31F-E511-9F7975BEF23E}"/>
                    </a:ext>
                  </a:extLst>
                </p14:cNvPr>
                <p14:cNvContentPartPr/>
                <p14:nvPr/>
              </p14:nvContentPartPr>
              <p14:xfrm>
                <a:off x="5568903" y="6408391"/>
                <a:ext cx="12240" cy="112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565B4DF-E80F-F31F-E511-9F7975BEF23E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559903" y="6399391"/>
                  <a:ext cx="29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52DDF10-EEC5-E1F4-92EA-F707132D0D77}"/>
                    </a:ext>
                  </a:extLst>
                </p14:cNvPr>
                <p14:cNvContentPartPr/>
                <p14:nvPr/>
              </p14:nvContentPartPr>
              <p14:xfrm>
                <a:off x="5591583" y="6425311"/>
                <a:ext cx="35640" cy="1911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52DDF10-EEC5-E1F4-92EA-F707132D0D77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582583" y="6416311"/>
                  <a:ext cx="5328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A0D0B75B-F4E2-0970-5E6E-D39EAA02CD7E}"/>
              </a:ext>
            </a:extLst>
          </p:cNvPr>
          <p:cNvGrpSpPr/>
          <p:nvPr/>
        </p:nvGrpSpPr>
        <p:grpSpPr>
          <a:xfrm>
            <a:off x="6185943" y="119911"/>
            <a:ext cx="3231720" cy="2518200"/>
            <a:chOff x="6185943" y="119911"/>
            <a:chExt cx="3231720" cy="251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C11B8BC-E01F-AB88-C752-600528A19A82}"/>
                    </a:ext>
                  </a:extLst>
                </p14:cNvPr>
                <p14:cNvContentPartPr/>
                <p14:nvPr/>
              </p14:nvContentPartPr>
              <p14:xfrm>
                <a:off x="6640983" y="278671"/>
                <a:ext cx="733680" cy="6868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C11B8BC-E01F-AB88-C752-600528A19A8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622983" y="260671"/>
                  <a:ext cx="76932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0926BCA-3C0F-0C32-20F1-3934FCAD5D54}"/>
                    </a:ext>
                  </a:extLst>
                </p14:cNvPr>
                <p14:cNvContentPartPr/>
                <p14:nvPr/>
              </p14:nvContentPartPr>
              <p14:xfrm>
                <a:off x="7037703" y="905791"/>
                <a:ext cx="693000" cy="7095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0926BCA-3C0F-0C32-20F1-3934FCAD5D5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020063" y="888151"/>
                  <a:ext cx="72864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C3CA0A6-03CF-EFFA-510D-B79188966C43}"/>
                    </a:ext>
                  </a:extLst>
                </p14:cNvPr>
                <p14:cNvContentPartPr/>
                <p14:nvPr/>
              </p14:nvContentPartPr>
              <p14:xfrm>
                <a:off x="6381063" y="1616791"/>
                <a:ext cx="1017720" cy="889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C3CA0A6-03CF-EFFA-510D-B79188966C4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363423" y="1598791"/>
                  <a:ext cx="105336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94BDC1E-9E2A-1CFB-CB30-F85906A4C765}"/>
                    </a:ext>
                  </a:extLst>
                </p14:cNvPr>
                <p14:cNvContentPartPr/>
                <p14:nvPr/>
              </p14:nvContentPartPr>
              <p14:xfrm>
                <a:off x="6574383" y="276871"/>
                <a:ext cx="59400" cy="32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94BDC1E-9E2A-1CFB-CB30-F85906A4C76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556743" y="258871"/>
                  <a:ext cx="95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C1F6773-FF05-880E-A5DD-5323521319CD}"/>
                    </a:ext>
                  </a:extLst>
                </p14:cNvPr>
                <p14:cNvContentPartPr/>
                <p14:nvPr/>
              </p14:nvContentPartPr>
              <p14:xfrm>
                <a:off x="6345783" y="257071"/>
                <a:ext cx="318600" cy="514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C1F6773-FF05-880E-A5DD-5323521319CD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328143" y="239431"/>
                  <a:ext cx="354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057DD6B-13BA-62F2-FC8E-52D96F8732CB}"/>
                    </a:ext>
                  </a:extLst>
                </p14:cNvPr>
                <p14:cNvContentPartPr/>
                <p14:nvPr/>
              </p14:nvContentPartPr>
              <p14:xfrm>
                <a:off x="6228063" y="167071"/>
                <a:ext cx="28080" cy="590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057DD6B-13BA-62F2-FC8E-52D96F8732C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210063" y="149431"/>
                  <a:ext cx="63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7EBDBE1-BC61-EF90-0D91-EE4F9E9FC0F8}"/>
                    </a:ext>
                  </a:extLst>
                </p14:cNvPr>
                <p14:cNvContentPartPr/>
                <p14:nvPr/>
              </p14:nvContentPartPr>
              <p14:xfrm>
                <a:off x="6308343" y="241591"/>
                <a:ext cx="73440" cy="900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7EBDBE1-BC61-EF90-0D91-EE4F9E9FC0F8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290343" y="223951"/>
                  <a:ext cx="109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D3CD381-26F6-73AB-12EA-EA543BD9CE6C}"/>
                    </a:ext>
                  </a:extLst>
                </p14:cNvPr>
                <p14:cNvContentPartPr/>
                <p14:nvPr/>
              </p14:nvContentPartPr>
              <p14:xfrm>
                <a:off x="6185943" y="119911"/>
                <a:ext cx="137880" cy="3686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D3CD381-26F6-73AB-12EA-EA543BD9CE6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167943" y="101911"/>
                  <a:ext cx="1735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C0255BC-6F72-1254-83BF-F2F64D21944C}"/>
                    </a:ext>
                  </a:extLst>
                </p14:cNvPr>
                <p14:cNvContentPartPr/>
                <p14:nvPr/>
              </p14:nvContentPartPr>
              <p14:xfrm>
                <a:off x="6234903" y="2291071"/>
                <a:ext cx="147960" cy="3470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C0255BC-6F72-1254-83BF-F2F64D21944C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216903" y="2273431"/>
                  <a:ext cx="1836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4D49306-004A-610C-B5DD-12AE78FA2DB4}"/>
                    </a:ext>
                  </a:extLst>
                </p14:cNvPr>
                <p14:cNvContentPartPr/>
                <p14:nvPr/>
              </p14:nvContentPartPr>
              <p14:xfrm>
                <a:off x="7210503" y="1131511"/>
                <a:ext cx="208080" cy="314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4D49306-004A-610C-B5DD-12AE78FA2DB4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192503" y="1113511"/>
                  <a:ext cx="243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4EBDFB1-10EE-C3F4-071C-7AD6A4BF2B0D}"/>
                    </a:ext>
                  </a:extLst>
                </p14:cNvPr>
                <p14:cNvContentPartPr/>
                <p14:nvPr/>
              </p14:nvContentPartPr>
              <p14:xfrm>
                <a:off x="7543503" y="1793191"/>
                <a:ext cx="360" cy="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4EBDFB1-10EE-C3F4-071C-7AD6A4BF2B0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525863" y="177519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CC3C2DC-62E5-AB47-8A25-88F71C7567FD}"/>
                    </a:ext>
                  </a:extLst>
                </p14:cNvPr>
                <p14:cNvContentPartPr/>
                <p14:nvPr/>
              </p14:nvContentPartPr>
              <p14:xfrm>
                <a:off x="7579863" y="1643071"/>
                <a:ext cx="215280" cy="3279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CC3C2DC-62E5-AB47-8A25-88F71C7567F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562223" y="1625071"/>
                  <a:ext cx="250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BEAA0B0-DD20-5E62-A9DB-32C8B87F68B5}"/>
                    </a:ext>
                  </a:extLst>
                </p14:cNvPr>
                <p14:cNvContentPartPr/>
                <p14:nvPr/>
              </p14:nvContentPartPr>
              <p14:xfrm>
                <a:off x="7883703" y="1873111"/>
                <a:ext cx="128520" cy="2149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BEAA0B0-DD20-5E62-A9DB-32C8B87F68B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866063" y="1855471"/>
                  <a:ext cx="164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B36094A-D8A5-F27C-31E6-10AB93CE77E0}"/>
                    </a:ext>
                  </a:extLst>
                </p14:cNvPr>
                <p14:cNvContentPartPr/>
                <p14:nvPr/>
              </p14:nvContentPartPr>
              <p14:xfrm>
                <a:off x="8160543" y="1760431"/>
                <a:ext cx="91440" cy="61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B36094A-D8A5-F27C-31E6-10AB93CE77E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142903" y="1742431"/>
                  <a:ext cx="12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5F8CCEB-7D90-54D6-3CD7-23937650790F}"/>
                    </a:ext>
                  </a:extLst>
                </p14:cNvPr>
                <p14:cNvContentPartPr/>
                <p14:nvPr/>
              </p14:nvContentPartPr>
              <p14:xfrm>
                <a:off x="8186823" y="1831351"/>
                <a:ext cx="99000" cy="36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5F8CCEB-7D90-54D6-3CD7-23937650790F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168823" y="1813711"/>
                  <a:ext cx="134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0972598-FD0A-97F8-A7FA-940BE63C88E8}"/>
                    </a:ext>
                  </a:extLst>
                </p14:cNvPr>
                <p14:cNvContentPartPr/>
                <p14:nvPr/>
              </p14:nvContentPartPr>
              <p14:xfrm>
                <a:off x="8501463" y="1702471"/>
                <a:ext cx="136080" cy="2458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0972598-FD0A-97F8-A7FA-940BE63C88E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483463" y="1684471"/>
                  <a:ext cx="171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A6FDCE7-0CC1-D573-E5EC-21720D2A84A8}"/>
                    </a:ext>
                  </a:extLst>
                </p14:cNvPr>
                <p14:cNvContentPartPr/>
                <p14:nvPr/>
              </p14:nvContentPartPr>
              <p14:xfrm>
                <a:off x="8796303" y="1657111"/>
                <a:ext cx="197280" cy="2559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A6FDCE7-0CC1-D573-E5EC-21720D2A84A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778663" y="1639471"/>
                  <a:ext cx="2329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DF149CD-0940-28FD-D6FB-DE9653CD8BC1}"/>
                    </a:ext>
                  </a:extLst>
                </p14:cNvPr>
                <p14:cNvContentPartPr/>
                <p14:nvPr/>
              </p14:nvContentPartPr>
              <p14:xfrm>
                <a:off x="9077823" y="1681951"/>
                <a:ext cx="339840" cy="2152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DF149CD-0940-28FD-D6FB-DE9653CD8BC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059823" y="1664311"/>
                  <a:ext cx="37548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6E4748C-A40D-5124-D95A-A28B515D60B8}"/>
                  </a:ext>
                </a:extLst>
              </p14:cNvPr>
              <p14:cNvContentPartPr/>
              <p14:nvPr/>
            </p14:nvContentPartPr>
            <p14:xfrm>
              <a:off x="9755703" y="1985071"/>
              <a:ext cx="18000" cy="36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6E4748C-A40D-5124-D95A-A28B515D60B8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9737703" y="1967431"/>
                <a:ext cx="536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7" name="Group 316">
            <a:extLst>
              <a:ext uri="{FF2B5EF4-FFF2-40B4-BE49-F238E27FC236}">
                <a16:creationId xmlns:a16="http://schemas.microsoft.com/office/drawing/2014/main" id="{2DF56C58-ED1A-29C1-D9CC-9AC1945EFEB6}"/>
              </a:ext>
            </a:extLst>
          </p:cNvPr>
          <p:cNvGrpSpPr/>
          <p:nvPr/>
        </p:nvGrpSpPr>
        <p:grpSpPr>
          <a:xfrm>
            <a:off x="7651503" y="2131591"/>
            <a:ext cx="1854360" cy="633600"/>
            <a:chOff x="7651503" y="2131591"/>
            <a:chExt cx="1854360" cy="63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8E5A313-A994-03FC-EAE3-F4CE7287A568}"/>
                    </a:ext>
                  </a:extLst>
                </p14:cNvPr>
                <p14:cNvContentPartPr/>
                <p14:nvPr/>
              </p14:nvContentPartPr>
              <p14:xfrm>
                <a:off x="7708743" y="2131591"/>
                <a:ext cx="36000" cy="3146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8E5A313-A994-03FC-EAE3-F4CE7287A568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691103" y="2113951"/>
                  <a:ext cx="71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45299FC-813C-530F-E573-F470C80491D3}"/>
                    </a:ext>
                  </a:extLst>
                </p14:cNvPr>
                <p14:cNvContentPartPr/>
                <p14:nvPr/>
              </p14:nvContentPartPr>
              <p14:xfrm>
                <a:off x="7673103" y="2476471"/>
                <a:ext cx="114480" cy="626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45299FC-813C-530F-E573-F470C80491D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655103" y="2458831"/>
                  <a:ext cx="150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5A936327-12AA-9543-61C4-7DC6F3EC1384}"/>
                    </a:ext>
                  </a:extLst>
                </p14:cNvPr>
                <p14:cNvContentPartPr/>
                <p14:nvPr/>
              </p14:nvContentPartPr>
              <p14:xfrm>
                <a:off x="7651503" y="2157871"/>
                <a:ext cx="168840" cy="144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5A936327-12AA-9543-61C4-7DC6F3EC138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633503" y="2140231"/>
                  <a:ext cx="2044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765B647-691C-FD50-200F-140F16E4B696}"/>
                    </a:ext>
                  </a:extLst>
                </p14:cNvPr>
                <p14:cNvContentPartPr/>
                <p14:nvPr/>
              </p14:nvContentPartPr>
              <p14:xfrm>
                <a:off x="7901343" y="2456311"/>
                <a:ext cx="10800" cy="1969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765B647-691C-FD50-200F-140F16E4B696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883703" y="2438311"/>
                  <a:ext cx="46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366B9C9-5ED8-D9F8-852F-4A9045477C96}"/>
                    </a:ext>
                  </a:extLst>
                </p14:cNvPr>
                <p14:cNvContentPartPr/>
                <p14:nvPr/>
              </p14:nvContentPartPr>
              <p14:xfrm>
                <a:off x="7897743" y="2469631"/>
                <a:ext cx="132120" cy="14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366B9C9-5ED8-D9F8-852F-4A9045477C9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880103" y="2451991"/>
                  <a:ext cx="167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1444A78-BF62-FE0C-5F95-CF054F5BBE63}"/>
                    </a:ext>
                  </a:extLst>
                </p14:cNvPr>
                <p14:cNvContentPartPr/>
                <p14:nvPr/>
              </p14:nvContentPartPr>
              <p14:xfrm>
                <a:off x="7893783" y="2536591"/>
                <a:ext cx="117000" cy="104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1444A78-BF62-FE0C-5F95-CF054F5BBE63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7876143" y="2518591"/>
                  <a:ext cx="152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427E19B-5A45-FD47-4F58-E98393C17839}"/>
                    </a:ext>
                  </a:extLst>
                </p14:cNvPr>
                <p14:cNvContentPartPr/>
                <p14:nvPr/>
              </p14:nvContentPartPr>
              <p14:xfrm>
                <a:off x="8087103" y="2466391"/>
                <a:ext cx="129600" cy="1832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427E19B-5A45-FD47-4F58-E98393C1783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069463" y="2448391"/>
                  <a:ext cx="1652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9255305-57A0-0C0F-7D10-DEDC4577C5BD}"/>
                    </a:ext>
                  </a:extLst>
                </p14:cNvPr>
                <p14:cNvContentPartPr/>
                <p14:nvPr/>
              </p14:nvContentPartPr>
              <p14:xfrm>
                <a:off x="8232903" y="2193151"/>
                <a:ext cx="20520" cy="896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9255305-57A0-0C0F-7D10-DEDC4577C5B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214903" y="2175151"/>
                  <a:ext cx="56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4DCB925-C26E-E283-BB4E-6C2EBCC67873}"/>
                    </a:ext>
                  </a:extLst>
                </p14:cNvPr>
                <p14:cNvContentPartPr/>
                <p14:nvPr/>
              </p14:nvContentPartPr>
              <p14:xfrm>
                <a:off x="8451063" y="2363431"/>
                <a:ext cx="95760" cy="1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4DCB925-C26E-E283-BB4E-6C2EBCC6787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433423" y="2345791"/>
                  <a:ext cx="131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3C5D2C6-6053-AE0F-EB67-DBBA8B157323}"/>
                    </a:ext>
                  </a:extLst>
                </p14:cNvPr>
                <p14:cNvContentPartPr/>
                <p14:nvPr/>
              </p14:nvContentPartPr>
              <p14:xfrm>
                <a:off x="8447823" y="2450551"/>
                <a:ext cx="91080" cy="93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3C5D2C6-6053-AE0F-EB67-DBBA8B15732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430183" y="2432911"/>
                  <a:ext cx="126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8DA6D00-7148-BB93-12BF-60759F0AF98F}"/>
                    </a:ext>
                  </a:extLst>
                </p14:cNvPr>
                <p14:cNvContentPartPr/>
                <p14:nvPr/>
              </p14:nvContentPartPr>
              <p14:xfrm>
                <a:off x="8716023" y="2264071"/>
                <a:ext cx="18000" cy="2682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8DA6D00-7148-BB93-12BF-60759F0AF98F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698383" y="2246431"/>
                  <a:ext cx="53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1266919-C458-9BEE-5E0C-6E1A0C05AB76}"/>
                    </a:ext>
                  </a:extLst>
                </p14:cNvPr>
                <p14:cNvContentPartPr/>
                <p14:nvPr/>
              </p14:nvContentPartPr>
              <p14:xfrm>
                <a:off x="8766423" y="2385751"/>
                <a:ext cx="204840" cy="3794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1266919-C458-9BEE-5E0C-6E1A0C05AB76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748423" y="2367751"/>
                  <a:ext cx="2404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F5CBAC5-D5C1-9A0D-6EFF-43226AA0192B}"/>
                    </a:ext>
                  </a:extLst>
                </p14:cNvPr>
                <p14:cNvContentPartPr/>
                <p14:nvPr/>
              </p14:nvContentPartPr>
              <p14:xfrm>
                <a:off x="9112743" y="2210431"/>
                <a:ext cx="87120" cy="2412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F5CBAC5-D5C1-9A0D-6EFF-43226AA0192B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095103" y="2192791"/>
                  <a:ext cx="122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2A46D60-72DC-7E82-2AA4-0455966CECB2}"/>
                    </a:ext>
                  </a:extLst>
                </p14:cNvPr>
                <p14:cNvContentPartPr/>
                <p14:nvPr/>
              </p14:nvContentPartPr>
              <p14:xfrm>
                <a:off x="9191943" y="2198551"/>
                <a:ext cx="82080" cy="2376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2A46D60-72DC-7E82-2AA4-0455966CECB2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9173943" y="2180911"/>
                  <a:ext cx="1177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2B4A0B8-8004-60BF-2774-8EF557B60A2C}"/>
                    </a:ext>
                  </a:extLst>
                </p14:cNvPr>
                <p14:cNvContentPartPr/>
                <p14:nvPr/>
              </p14:nvContentPartPr>
              <p14:xfrm>
                <a:off x="9141543" y="2303671"/>
                <a:ext cx="114480" cy="115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2B4A0B8-8004-60BF-2774-8EF557B60A2C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9123903" y="2286031"/>
                  <a:ext cx="150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6F381D0-87ED-8002-F682-BD8213D65B9A}"/>
                    </a:ext>
                  </a:extLst>
                </p14:cNvPr>
                <p14:cNvContentPartPr/>
                <p14:nvPr/>
              </p14:nvContentPartPr>
              <p14:xfrm>
                <a:off x="9486783" y="2448391"/>
                <a:ext cx="19080" cy="17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6F381D0-87ED-8002-F682-BD8213D65B9A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9469143" y="2430391"/>
                  <a:ext cx="5472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7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98AE9D47-0753-E49F-D148-ADA7131625DD}"/>
                  </a:ext>
                </a:extLst>
              </p14:cNvPr>
              <p14:cNvContentPartPr/>
              <p14:nvPr/>
            </p14:nvContentPartPr>
            <p14:xfrm>
              <a:off x="5775903" y="3187831"/>
              <a:ext cx="3693600" cy="3924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98AE9D47-0753-E49F-D148-ADA7131625DD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5767263" y="3179191"/>
                <a:ext cx="371124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5" name="Group 344">
            <a:extLst>
              <a:ext uri="{FF2B5EF4-FFF2-40B4-BE49-F238E27FC236}">
                <a16:creationId xmlns:a16="http://schemas.microsoft.com/office/drawing/2014/main" id="{16EE5F7C-E5EF-3572-FBAA-CDB485715577}"/>
              </a:ext>
            </a:extLst>
          </p:cNvPr>
          <p:cNvGrpSpPr/>
          <p:nvPr/>
        </p:nvGrpSpPr>
        <p:grpSpPr>
          <a:xfrm>
            <a:off x="11216943" y="3200791"/>
            <a:ext cx="411840" cy="697320"/>
            <a:chOff x="11216943" y="3200791"/>
            <a:chExt cx="411840" cy="69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D559298-F467-E9A2-13E8-B1E93A222E82}"/>
                    </a:ext>
                  </a:extLst>
                </p14:cNvPr>
                <p14:cNvContentPartPr/>
                <p14:nvPr/>
              </p14:nvContentPartPr>
              <p14:xfrm>
                <a:off x="11216943" y="3400591"/>
                <a:ext cx="212400" cy="4975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D559298-F467-E9A2-13E8-B1E93A222E82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1207943" y="3391951"/>
                  <a:ext cx="23004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5E69ED0-7E7A-51DE-4B4B-C3970FB88D5D}"/>
                    </a:ext>
                  </a:extLst>
                </p14:cNvPr>
                <p14:cNvContentPartPr/>
                <p14:nvPr/>
              </p14:nvContentPartPr>
              <p14:xfrm>
                <a:off x="11434383" y="3200791"/>
                <a:ext cx="194400" cy="5302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5E69ED0-7E7A-51DE-4B4B-C3970FB88D5D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1425743" y="3191791"/>
                  <a:ext cx="212040" cy="54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4CB85F03-9F4B-797B-908B-0BA8CE5093C7}"/>
              </a:ext>
            </a:extLst>
          </p:cNvPr>
          <p:cNvGrpSpPr/>
          <p:nvPr/>
        </p:nvGrpSpPr>
        <p:grpSpPr>
          <a:xfrm>
            <a:off x="11873223" y="3275311"/>
            <a:ext cx="335880" cy="566280"/>
            <a:chOff x="11873223" y="3275311"/>
            <a:chExt cx="335880" cy="56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CF0B20C-9035-0A92-FFFE-CAA76FFCA583}"/>
                    </a:ext>
                  </a:extLst>
                </p14:cNvPr>
                <p14:cNvContentPartPr/>
                <p14:nvPr/>
              </p14:nvContentPartPr>
              <p14:xfrm>
                <a:off x="11873223" y="3275311"/>
                <a:ext cx="162720" cy="4446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CF0B20C-9035-0A92-FFFE-CAA76FFCA583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864223" y="3266311"/>
                  <a:ext cx="1803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DB46450A-4348-BF7F-9899-377E455D0A86}"/>
                    </a:ext>
                  </a:extLst>
                </p14:cNvPr>
                <p14:cNvContentPartPr/>
                <p14:nvPr/>
              </p14:nvContentPartPr>
              <p14:xfrm>
                <a:off x="12086703" y="3677431"/>
                <a:ext cx="122400" cy="1641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DB46450A-4348-BF7F-9899-377E455D0A86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2077703" y="3668791"/>
                  <a:ext cx="14004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44C9A8B2-CA40-243B-EF48-54912329FA35}"/>
              </a:ext>
            </a:extLst>
          </p:cNvPr>
          <p:cNvGrpSpPr/>
          <p:nvPr/>
        </p:nvGrpSpPr>
        <p:grpSpPr>
          <a:xfrm>
            <a:off x="6121143" y="3214471"/>
            <a:ext cx="4832640" cy="1523880"/>
            <a:chOff x="6121143" y="3214471"/>
            <a:chExt cx="4832640" cy="15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101A01A-D875-F874-4B65-4D96B0CC7E91}"/>
                    </a:ext>
                  </a:extLst>
                </p14:cNvPr>
                <p14:cNvContentPartPr/>
                <p14:nvPr/>
              </p14:nvContentPartPr>
              <p14:xfrm>
                <a:off x="6121143" y="3393031"/>
                <a:ext cx="240120" cy="4626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101A01A-D875-F874-4B65-4D96B0CC7E9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112503" y="3384391"/>
                  <a:ext cx="2577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66E2DF0-9C3B-3C4C-1D3F-11048B1A2966}"/>
                    </a:ext>
                  </a:extLst>
                </p14:cNvPr>
                <p14:cNvContentPartPr/>
                <p14:nvPr/>
              </p14:nvContentPartPr>
              <p14:xfrm>
                <a:off x="6445143" y="3375391"/>
                <a:ext cx="29160" cy="406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66E2DF0-9C3B-3C4C-1D3F-11048B1A296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436143" y="3366391"/>
                  <a:ext cx="468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538673C-485D-54BE-1019-A96005175447}"/>
                    </a:ext>
                  </a:extLst>
                </p14:cNvPr>
                <p14:cNvContentPartPr/>
                <p14:nvPr/>
              </p14:nvContentPartPr>
              <p14:xfrm>
                <a:off x="6470343" y="3565831"/>
                <a:ext cx="149760" cy="2149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538673C-485D-54BE-1019-A9600517544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461343" y="3557191"/>
                  <a:ext cx="1674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C44569C-ED00-1D65-6FC3-28632106F155}"/>
                    </a:ext>
                  </a:extLst>
                </p14:cNvPr>
                <p14:cNvContentPartPr/>
                <p14:nvPr/>
              </p14:nvContentPartPr>
              <p14:xfrm>
                <a:off x="6683823" y="3529111"/>
                <a:ext cx="182520" cy="2613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C44569C-ED00-1D65-6FC3-28632106F15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674823" y="3520111"/>
                  <a:ext cx="200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7549B57-9B68-696C-AA0C-B0D1C3A21996}"/>
                    </a:ext>
                  </a:extLst>
                </p14:cNvPr>
                <p14:cNvContentPartPr/>
                <p14:nvPr/>
              </p14:nvContentPartPr>
              <p14:xfrm>
                <a:off x="6950943" y="3529471"/>
                <a:ext cx="146880" cy="2228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7549B57-9B68-696C-AA0C-B0D1C3A2199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942303" y="3520831"/>
                  <a:ext cx="164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C4E7389-2103-5169-3109-36FEF573BDE3}"/>
                    </a:ext>
                  </a:extLst>
                </p14:cNvPr>
                <p14:cNvContentPartPr/>
                <p14:nvPr/>
              </p14:nvContentPartPr>
              <p14:xfrm>
                <a:off x="7187103" y="3354511"/>
                <a:ext cx="65520" cy="4417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C4E7389-2103-5169-3109-36FEF573BDE3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178103" y="3345511"/>
                  <a:ext cx="831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3BDCE15-CC34-9782-AA7C-C3578A3F8E54}"/>
                    </a:ext>
                  </a:extLst>
                </p14:cNvPr>
                <p14:cNvContentPartPr/>
                <p14:nvPr/>
              </p14:nvContentPartPr>
              <p14:xfrm>
                <a:off x="7294023" y="3504631"/>
                <a:ext cx="251280" cy="2440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3BDCE15-CC34-9782-AA7C-C3578A3F8E5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285023" y="3495991"/>
                  <a:ext cx="268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01D69CC-4248-771C-35F6-F2A2115A11FE}"/>
                    </a:ext>
                  </a:extLst>
                </p14:cNvPr>
                <p14:cNvContentPartPr/>
                <p14:nvPr/>
              </p14:nvContentPartPr>
              <p14:xfrm>
                <a:off x="7642143" y="3327151"/>
                <a:ext cx="214200" cy="3952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01D69CC-4248-771C-35F6-F2A2115A11FE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633503" y="3318511"/>
                  <a:ext cx="2318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B81709A-FC07-0FBC-8D73-6A8339899B20}"/>
                    </a:ext>
                  </a:extLst>
                </p14:cNvPr>
                <p14:cNvContentPartPr/>
                <p14:nvPr/>
              </p14:nvContentPartPr>
              <p14:xfrm>
                <a:off x="8353143" y="3251551"/>
                <a:ext cx="97920" cy="4852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B81709A-FC07-0FBC-8D73-6A8339899B20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344503" y="3242551"/>
                  <a:ext cx="11556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90B8308-AA83-1F0E-E351-F7F77EE84426}"/>
                    </a:ext>
                  </a:extLst>
                </p14:cNvPr>
                <p14:cNvContentPartPr/>
                <p14:nvPr/>
              </p14:nvContentPartPr>
              <p14:xfrm>
                <a:off x="8282943" y="3498871"/>
                <a:ext cx="214920" cy="442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90B8308-AA83-1F0E-E351-F7F77EE84426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274303" y="3490231"/>
                  <a:ext cx="232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7CE7B55-06F0-C661-FFC6-DA23E6A13DDC}"/>
                    </a:ext>
                  </a:extLst>
                </p14:cNvPr>
                <p14:cNvContentPartPr/>
                <p14:nvPr/>
              </p14:nvContentPartPr>
              <p14:xfrm>
                <a:off x="8564103" y="3497791"/>
                <a:ext cx="148320" cy="2224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7CE7B55-06F0-C661-FFC6-DA23E6A13DD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555463" y="3488791"/>
                  <a:ext cx="165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3EB24FC-9654-20A6-2198-7693C7AEDAC1}"/>
                    </a:ext>
                  </a:extLst>
                </p14:cNvPr>
                <p14:cNvContentPartPr/>
                <p14:nvPr/>
              </p14:nvContentPartPr>
              <p14:xfrm>
                <a:off x="8762463" y="3468991"/>
                <a:ext cx="216360" cy="6760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3EB24FC-9654-20A6-2198-7693C7AEDAC1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753823" y="3460351"/>
                  <a:ext cx="23400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C222EAD-579B-2CC9-9558-6FBF51786010}"/>
                    </a:ext>
                  </a:extLst>
                </p14:cNvPr>
                <p14:cNvContentPartPr/>
                <p14:nvPr/>
              </p14:nvContentPartPr>
              <p14:xfrm>
                <a:off x="8973423" y="3483751"/>
                <a:ext cx="236520" cy="2520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C222EAD-579B-2CC9-9558-6FBF51786010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964423" y="3474751"/>
                  <a:ext cx="254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1BAA9A7-4D84-4012-A735-DB995CB8CEF8}"/>
                    </a:ext>
                  </a:extLst>
                </p14:cNvPr>
                <p14:cNvContentPartPr/>
                <p14:nvPr/>
              </p14:nvContentPartPr>
              <p14:xfrm>
                <a:off x="9212103" y="3497791"/>
                <a:ext cx="149760" cy="2476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1BAA9A7-4D84-4012-A735-DB995CB8CEF8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203103" y="3489151"/>
                  <a:ext cx="167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243A74B-035D-E720-F04A-0E3107D15932}"/>
                    </a:ext>
                  </a:extLst>
                </p14:cNvPr>
                <p14:cNvContentPartPr/>
                <p14:nvPr/>
              </p14:nvContentPartPr>
              <p14:xfrm>
                <a:off x="9332343" y="3515791"/>
                <a:ext cx="265680" cy="5076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243A74B-035D-E720-F04A-0E3107D15932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323703" y="3507151"/>
                  <a:ext cx="2833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FEC933F-68D7-9C58-103A-3DE27FF808E8}"/>
                    </a:ext>
                  </a:extLst>
                </p14:cNvPr>
                <p14:cNvContentPartPr/>
                <p14:nvPr/>
              </p14:nvContentPartPr>
              <p14:xfrm>
                <a:off x="9917703" y="3424351"/>
                <a:ext cx="273600" cy="4438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FEC933F-68D7-9C58-103A-3DE27FF808E8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908703" y="3415351"/>
                  <a:ext cx="2912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20F9F32-FD4E-E473-3D85-1B34030647B3}"/>
                    </a:ext>
                  </a:extLst>
                </p14:cNvPr>
                <p14:cNvContentPartPr/>
                <p14:nvPr/>
              </p14:nvContentPartPr>
              <p14:xfrm>
                <a:off x="10000503" y="3305911"/>
                <a:ext cx="65520" cy="183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20F9F32-FD4E-E473-3D85-1B34030647B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991503" y="3296911"/>
                  <a:ext cx="83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798C4F6-409C-0A0D-305D-74CACCDDE20E}"/>
                    </a:ext>
                  </a:extLst>
                </p14:cNvPr>
                <p14:cNvContentPartPr/>
                <p14:nvPr/>
              </p14:nvContentPartPr>
              <p14:xfrm>
                <a:off x="10228743" y="3407431"/>
                <a:ext cx="234000" cy="2628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798C4F6-409C-0A0D-305D-74CACCDDE20E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219743" y="3398791"/>
                  <a:ext cx="2516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5E49974-CE47-5F74-7E52-B9DB55A19799}"/>
                    </a:ext>
                  </a:extLst>
                </p14:cNvPr>
                <p14:cNvContentPartPr/>
                <p14:nvPr/>
              </p14:nvContentPartPr>
              <p14:xfrm>
                <a:off x="10460943" y="3214471"/>
                <a:ext cx="69480" cy="44424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5E49974-CE47-5F74-7E52-B9DB55A19799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452303" y="3205471"/>
                  <a:ext cx="871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1D197B46-D3CC-7E21-A604-FE2A8D6E2159}"/>
                    </a:ext>
                  </a:extLst>
                </p14:cNvPr>
                <p14:cNvContentPartPr/>
                <p14:nvPr/>
              </p14:nvContentPartPr>
              <p14:xfrm>
                <a:off x="10388223" y="3386191"/>
                <a:ext cx="344520" cy="252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1D197B46-D3CC-7E21-A604-FE2A8D6E2159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379583" y="3377191"/>
                  <a:ext cx="362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98C13FB-7A0E-7B72-07F3-445F6833920F}"/>
                    </a:ext>
                  </a:extLst>
                </p14:cNvPr>
                <p14:cNvContentPartPr/>
                <p14:nvPr/>
              </p14:nvContentPartPr>
              <p14:xfrm>
                <a:off x="10796463" y="3233551"/>
                <a:ext cx="157320" cy="4168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D98C13FB-7A0E-7B72-07F3-445F6833920F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787463" y="3224551"/>
                  <a:ext cx="1749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A5838AB-9B12-B4EA-885D-115434FE60BA}"/>
                    </a:ext>
                  </a:extLst>
                </p14:cNvPr>
                <p14:cNvContentPartPr/>
                <p14:nvPr/>
              </p14:nvContentPartPr>
              <p14:xfrm>
                <a:off x="6138783" y="4266031"/>
                <a:ext cx="154800" cy="3214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A5838AB-9B12-B4EA-885D-115434FE60BA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6129783" y="4257391"/>
                  <a:ext cx="1724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3F43282-CA3F-6034-F4EE-19D30FFDFBD0}"/>
                    </a:ext>
                  </a:extLst>
                </p14:cNvPr>
                <p14:cNvContentPartPr/>
                <p14:nvPr/>
              </p14:nvContentPartPr>
              <p14:xfrm>
                <a:off x="6401223" y="4276831"/>
                <a:ext cx="216360" cy="3060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3F43282-CA3F-6034-F4EE-19D30FFDFBD0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6392223" y="4268191"/>
                  <a:ext cx="2340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4E83425-FDDB-6FB3-9641-40273D9B32F8}"/>
                    </a:ext>
                  </a:extLst>
                </p14:cNvPr>
                <p14:cNvContentPartPr/>
                <p14:nvPr/>
              </p14:nvContentPartPr>
              <p14:xfrm>
                <a:off x="6716223" y="4119871"/>
                <a:ext cx="54360" cy="4230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4E83425-FDDB-6FB3-9641-40273D9B32F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707583" y="4111231"/>
                  <a:ext cx="720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982D97A-68C6-B44E-DCD4-573B684E0271}"/>
                    </a:ext>
                  </a:extLst>
                </p14:cNvPr>
                <p14:cNvContentPartPr/>
                <p14:nvPr/>
              </p14:nvContentPartPr>
              <p14:xfrm>
                <a:off x="6691023" y="4300231"/>
                <a:ext cx="286560" cy="2433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982D97A-68C6-B44E-DCD4-573B684E0271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682383" y="4291231"/>
                  <a:ext cx="3042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55B5DB3-ACA9-9464-E53D-4E2F92D0846E}"/>
                    </a:ext>
                  </a:extLst>
                </p14:cNvPr>
                <p14:cNvContentPartPr/>
                <p14:nvPr/>
              </p14:nvContentPartPr>
              <p14:xfrm>
                <a:off x="7043823" y="4106191"/>
                <a:ext cx="66960" cy="4237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55B5DB3-ACA9-9464-E53D-4E2F92D0846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7035183" y="4097191"/>
                  <a:ext cx="846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B02CD6F-840A-22E5-E372-372BED7B4D8B}"/>
                    </a:ext>
                  </a:extLst>
                </p14:cNvPr>
                <p14:cNvContentPartPr/>
                <p14:nvPr/>
              </p14:nvContentPartPr>
              <p14:xfrm>
                <a:off x="7071903" y="4286551"/>
                <a:ext cx="190800" cy="1843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B02CD6F-840A-22E5-E372-372BED7B4D8B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7062903" y="4277551"/>
                  <a:ext cx="208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7E7F8900-1214-24C7-5DD2-C375A84F1A43}"/>
                    </a:ext>
                  </a:extLst>
                </p14:cNvPr>
                <p14:cNvContentPartPr/>
                <p14:nvPr/>
              </p14:nvContentPartPr>
              <p14:xfrm>
                <a:off x="7708023" y="4253431"/>
                <a:ext cx="202320" cy="2577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7E7F8900-1214-24C7-5DD2-C375A84F1A43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7699383" y="4244431"/>
                  <a:ext cx="219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8659A65-F08E-B190-D002-588A5A67D219}"/>
                    </a:ext>
                  </a:extLst>
                </p14:cNvPr>
                <p14:cNvContentPartPr/>
                <p14:nvPr/>
              </p14:nvContentPartPr>
              <p14:xfrm>
                <a:off x="7962903" y="4298071"/>
                <a:ext cx="266760" cy="2905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8659A65-F08E-B190-D002-588A5A67D219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7953903" y="4289071"/>
                  <a:ext cx="2844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B6C850C2-F270-B093-9892-9A68E9520320}"/>
                    </a:ext>
                  </a:extLst>
                </p14:cNvPr>
                <p14:cNvContentPartPr/>
                <p14:nvPr/>
              </p14:nvContentPartPr>
              <p14:xfrm>
                <a:off x="8236503" y="4301311"/>
                <a:ext cx="242640" cy="2408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B6C850C2-F270-B093-9892-9A68E952032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8227863" y="4292311"/>
                  <a:ext cx="260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FC18946-C3E9-3288-0666-7ABA2E0D780B}"/>
                    </a:ext>
                  </a:extLst>
                </p14:cNvPr>
                <p14:cNvContentPartPr/>
                <p14:nvPr/>
              </p14:nvContentPartPr>
              <p14:xfrm>
                <a:off x="8510823" y="4277551"/>
                <a:ext cx="180000" cy="4608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FC18946-C3E9-3288-0666-7ABA2E0D780B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8502183" y="4268911"/>
                  <a:ext cx="1976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14E4FD5-89AE-7D5D-6862-CD7335A13C6B}"/>
                    </a:ext>
                  </a:extLst>
                </p14:cNvPr>
                <p14:cNvContentPartPr/>
                <p14:nvPr/>
              </p14:nvContentPartPr>
              <p14:xfrm>
                <a:off x="8813943" y="4146511"/>
                <a:ext cx="31680" cy="4226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14E4FD5-89AE-7D5D-6862-CD7335A13C6B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8805303" y="4137511"/>
                  <a:ext cx="493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FBCF347-7BE1-71B5-DBEC-6E948D9D4293}"/>
                    </a:ext>
                  </a:extLst>
                </p14:cNvPr>
                <p14:cNvContentPartPr/>
                <p14:nvPr/>
              </p14:nvContentPartPr>
              <p14:xfrm>
                <a:off x="8848863" y="4294471"/>
                <a:ext cx="150120" cy="1994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FBCF347-7BE1-71B5-DBEC-6E948D9D4293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8839863" y="4285471"/>
                  <a:ext cx="167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41E2C88-001E-AA22-3E39-325E0FD891B2}"/>
                    </a:ext>
                  </a:extLst>
                </p14:cNvPr>
                <p14:cNvContentPartPr/>
                <p14:nvPr/>
              </p14:nvContentPartPr>
              <p14:xfrm>
                <a:off x="9015903" y="4272871"/>
                <a:ext cx="187560" cy="2343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41E2C88-001E-AA22-3E39-325E0FD891B2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007263" y="4263871"/>
                  <a:ext cx="205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4566689-2146-B8B5-EEA7-87BE5322384E}"/>
                    </a:ext>
                  </a:extLst>
                </p14:cNvPr>
                <p14:cNvContentPartPr/>
                <p14:nvPr/>
              </p14:nvContentPartPr>
              <p14:xfrm>
                <a:off x="9284823" y="4224271"/>
                <a:ext cx="24120" cy="2883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4566689-2146-B8B5-EEA7-87BE5322384E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275823" y="4215631"/>
                  <a:ext cx="41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FBE984D-EAF1-5BAE-ACBC-229D3DEC0009}"/>
                    </a:ext>
                  </a:extLst>
                </p14:cNvPr>
                <p14:cNvContentPartPr/>
                <p14:nvPr/>
              </p14:nvContentPartPr>
              <p14:xfrm>
                <a:off x="9247023" y="4088911"/>
                <a:ext cx="60480" cy="14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FBE984D-EAF1-5BAE-ACBC-229D3DEC000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238383" y="4079911"/>
                  <a:ext cx="78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8B7F164-A696-7E51-32B2-34CD1C20264C}"/>
                    </a:ext>
                  </a:extLst>
                </p14:cNvPr>
                <p14:cNvContentPartPr/>
                <p14:nvPr/>
              </p14:nvContentPartPr>
              <p14:xfrm>
                <a:off x="9390303" y="4231111"/>
                <a:ext cx="189720" cy="2300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8B7F164-A696-7E51-32B2-34CD1C20264C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381663" y="4222111"/>
                  <a:ext cx="207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60F61F2-A8B7-8401-C973-FAD2473688E0}"/>
                    </a:ext>
                  </a:extLst>
                </p14:cNvPr>
                <p14:cNvContentPartPr/>
                <p14:nvPr/>
              </p14:nvContentPartPr>
              <p14:xfrm>
                <a:off x="9650223" y="4222111"/>
                <a:ext cx="190080" cy="2444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60F61F2-A8B7-8401-C973-FAD2473688E0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9641223" y="4213111"/>
                  <a:ext cx="20772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C924EC55-7BC1-067E-C436-0E447607CF23}"/>
              </a:ext>
            </a:extLst>
          </p:cNvPr>
          <p:cNvGrpSpPr/>
          <p:nvPr/>
        </p:nvGrpSpPr>
        <p:grpSpPr>
          <a:xfrm>
            <a:off x="10177263" y="3935191"/>
            <a:ext cx="1593360" cy="504000"/>
            <a:chOff x="10177263" y="3935191"/>
            <a:chExt cx="159336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6D0B68BD-2181-7C7B-9AD1-F5148316157E}"/>
                    </a:ext>
                  </a:extLst>
                </p14:cNvPr>
                <p14:cNvContentPartPr/>
                <p14:nvPr/>
              </p14:nvContentPartPr>
              <p14:xfrm>
                <a:off x="10177263" y="3935191"/>
                <a:ext cx="211320" cy="4989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6D0B68BD-2181-7C7B-9AD1-F5148316157E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168623" y="3926191"/>
                  <a:ext cx="2289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FD37E39D-D505-8366-CF36-E2771E0EF0DD}"/>
                    </a:ext>
                  </a:extLst>
                </p14:cNvPr>
                <p14:cNvContentPartPr/>
                <p14:nvPr/>
              </p14:nvContentPartPr>
              <p14:xfrm>
                <a:off x="10473543" y="4176031"/>
                <a:ext cx="203760" cy="2610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FD37E39D-D505-8366-CF36-E2771E0EF0DD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464903" y="4167391"/>
                  <a:ext cx="221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2787561-B1C3-BD39-DD4D-8C4F8AE3C296}"/>
                    </a:ext>
                  </a:extLst>
                </p14:cNvPr>
                <p14:cNvContentPartPr/>
                <p14:nvPr/>
              </p14:nvContentPartPr>
              <p14:xfrm>
                <a:off x="10681983" y="4139671"/>
                <a:ext cx="183600" cy="29304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2787561-B1C3-BD39-DD4D-8C4F8AE3C29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0673343" y="4130671"/>
                  <a:ext cx="2012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9D338CE-34EE-73BF-B632-4767AC658D62}"/>
                    </a:ext>
                  </a:extLst>
                </p14:cNvPr>
                <p14:cNvContentPartPr/>
                <p14:nvPr/>
              </p14:nvContentPartPr>
              <p14:xfrm>
                <a:off x="10933263" y="4178191"/>
                <a:ext cx="24120" cy="2602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9D338CE-34EE-73BF-B632-4767AC658D62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924263" y="4169191"/>
                  <a:ext cx="417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D6DF550-3704-4FCA-506C-FE68BA93EDC8}"/>
                    </a:ext>
                  </a:extLst>
                </p14:cNvPr>
                <p14:cNvContentPartPr/>
                <p14:nvPr/>
              </p14:nvContentPartPr>
              <p14:xfrm>
                <a:off x="10928223" y="4041391"/>
                <a:ext cx="59400" cy="194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D6DF550-3704-4FCA-506C-FE68BA93EDC8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0919223" y="4032391"/>
                  <a:ext cx="77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C90F477-6778-4444-5D45-BA4FBDF8DC1E}"/>
                    </a:ext>
                  </a:extLst>
                </p14:cNvPr>
                <p14:cNvContentPartPr/>
                <p14:nvPr/>
              </p14:nvContentPartPr>
              <p14:xfrm>
                <a:off x="11076183" y="4001791"/>
                <a:ext cx="33120" cy="4107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C90F477-6778-4444-5D45-BA4FBDF8DC1E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1067543" y="3992791"/>
                  <a:ext cx="507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F272FA0-949B-BDBC-5E7C-5FB0C5304DB0}"/>
                    </a:ext>
                  </a:extLst>
                </p14:cNvPr>
                <p14:cNvContentPartPr/>
                <p14:nvPr/>
              </p14:nvContentPartPr>
              <p14:xfrm>
                <a:off x="11102463" y="4166671"/>
                <a:ext cx="169920" cy="2296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F272FA0-949B-BDBC-5E7C-5FB0C5304DB0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1093463" y="4158031"/>
                  <a:ext cx="187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D022BC0-6132-9349-238B-D5FE6037321C}"/>
                    </a:ext>
                  </a:extLst>
                </p14:cNvPr>
                <p14:cNvContentPartPr/>
                <p14:nvPr/>
              </p14:nvContentPartPr>
              <p14:xfrm>
                <a:off x="11343663" y="4183591"/>
                <a:ext cx="169200" cy="2556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D022BC0-6132-9349-238B-D5FE6037321C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1334663" y="4174951"/>
                  <a:ext cx="1868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36F557B-C8D4-E854-F4ED-7540079AA907}"/>
                    </a:ext>
                  </a:extLst>
                </p14:cNvPr>
                <p14:cNvContentPartPr/>
                <p14:nvPr/>
              </p14:nvContentPartPr>
              <p14:xfrm>
                <a:off x="11560743" y="4042471"/>
                <a:ext cx="209880" cy="3967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36F557B-C8D4-E854-F4ED-7540079AA907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1552103" y="4033471"/>
                  <a:ext cx="227520" cy="41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1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9923A25A-A3D0-7E97-0CC3-132504D0373D}"/>
                  </a:ext>
                </a:extLst>
              </p14:cNvPr>
              <p14:cNvContentPartPr/>
              <p14:nvPr/>
            </p14:nvContentPartPr>
            <p14:xfrm>
              <a:off x="12002823" y="4443511"/>
              <a:ext cx="11520" cy="3888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9923A25A-A3D0-7E97-0CC3-132504D0373D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11993823" y="4434871"/>
                <a:ext cx="291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3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2BF4DC8A-035A-410E-C2D1-BCCF6092279E}"/>
                  </a:ext>
                </a:extLst>
              </p14:cNvPr>
              <p14:cNvContentPartPr/>
              <p14:nvPr/>
            </p14:nvContentPartPr>
            <p14:xfrm>
              <a:off x="6855543" y="4868671"/>
              <a:ext cx="1539360" cy="33912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2BF4DC8A-035A-410E-C2D1-BCCF6092279E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6837903" y="4850671"/>
                <a:ext cx="157500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5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3AE628F3-7B6D-C6CE-FD29-D4C2920E1B17}"/>
                  </a:ext>
                </a:extLst>
              </p14:cNvPr>
              <p14:cNvContentPartPr/>
              <p14:nvPr/>
            </p14:nvContentPartPr>
            <p14:xfrm>
              <a:off x="8329023" y="4995751"/>
              <a:ext cx="290880" cy="169668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3AE628F3-7B6D-C6CE-FD29-D4C2920E1B17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8311023" y="4977751"/>
                <a:ext cx="326520" cy="173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7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4BD1A343-BD19-2F4F-F1F2-FAF343DC8FD9}"/>
                  </a:ext>
                </a:extLst>
              </p14:cNvPr>
              <p14:cNvContentPartPr/>
              <p14:nvPr/>
            </p14:nvContentPartPr>
            <p14:xfrm>
              <a:off x="6595263" y="6624031"/>
              <a:ext cx="1794960" cy="9684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4BD1A343-BD19-2F4F-F1F2-FAF343DC8FD9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6577263" y="6606391"/>
                <a:ext cx="183060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Group 396">
            <a:extLst>
              <a:ext uri="{FF2B5EF4-FFF2-40B4-BE49-F238E27FC236}">
                <a16:creationId xmlns:a16="http://schemas.microsoft.com/office/drawing/2014/main" id="{405941C4-EB36-8404-FAF7-5B6C62561DC9}"/>
              </a:ext>
            </a:extLst>
          </p:cNvPr>
          <p:cNvGrpSpPr/>
          <p:nvPr/>
        </p:nvGrpSpPr>
        <p:grpSpPr>
          <a:xfrm>
            <a:off x="6305103" y="5041471"/>
            <a:ext cx="1383120" cy="1595520"/>
            <a:chOff x="6305103" y="5041471"/>
            <a:chExt cx="1383120" cy="159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EF6A493-7920-1DFC-2ED8-EAC39C55C165}"/>
                    </a:ext>
                  </a:extLst>
                </p14:cNvPr>
                <p14:cNvContentPartPr/>
                <p14:nvPr/>
              </p14:nvContentPartPr>
              <p14:xfrm>
                <a:off x="6619743" y="5041471"/>
                <a:ext cx="252720" cy="4248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EF6A493-7920-1DFC-2ED8-EAC39C55C165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6601743" y="5023831"/>
                  <a:ext cx="2883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F36DC061-6110-DFCA-BA08-3F390EEE0514}"/>
                    </a:ext>
                  </a:extLst>
                </p14:cNvPr>
                <p14:cNvContentPartPr/>
                <p14:nvPr/>
              </p14:nvContentPartPr>
              <p14:xfrm>
                <a:off x="6305103" y="5473831"/>
                <a:ext cx="569160" cy="6019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F36DC061-6110-DFCA-BA08-3F390EEE051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6287103" y="5456191"/>
                  <a:ext cx="60480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0AA164C-2ED4-CEFC-59F8-3F58531F17D6}"/>
                    </a:ext>
                  </a:extLst>
                </p14:cNvPr>
                <p14:cNvContentPartPr/>
                <p14:nvPr/>
              </p14:nvContentPartPr>
              <p14:xfrm>
                <a:off x="6480423" y="5657071"/>
                <a:ext cx="171720" cy="2268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0AA164C-2ED4-CEFC-59F8-3F58531F17D6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6462423" y="5639071"/>
                  <a:ext cx="207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7194272-A554-B765-F65D-B4DA712F34E1}"/>
                    </a:ext>
                  </a:extLst>
                </p14:cNvPr>
                <p14:cNvContentPartPr/>
                <p14:nvPr/>
              </p14:nvContentPartPr>
              <p14:xfrm>
                <a:off x="6559263" y="5607391"/>
                <a:ext cx="6480" cy="1659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7194272-A554-B765-F65D-B4DA712F34E1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6541623" y="5589391"/>
                  <a:ext cx="42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9468C53-FD9C-BD2F-1E9C-755B1804A03C}"/>
                    </a:ext>
                  </a:extLst>
                </p14:cNvPr>
                <p14:cNvContentPartPr/>
                <p14:nvPr/>
              </p14:nvContentPartPr>
              <p14:xfrm>
                <a:off x="6475383" y="5914471"/>
                <a:ext cx="172440" cy="36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9468C53-FD9C-BD2F-1E9C-755B1804A03C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6457383" y="5896831"/>
                  <a:ext cx="208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6D63CD9-D693-2655-5166-66D87CE9197F}"/>
                    </a:ext>
                  </a:extLst>
                </p14:cNvPr>
                <p14:cNvContentPartPr/>
                <p14:nvPr/>
              </p14:nvContentPartPr>
              <p14:xfrm>
                <a:off x="6590583" y="6067111"/>
                <a:ext cx="5040" cy="5698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6D63CD9-D693-2655-5166-66D87CE9197F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572583" y="6049111"/>
                  <a:ext cx="4068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2E1E8C03-D473-3A9F-5150-DDC4356EF03E}"/>
                    </a:ext>
                  </a:extLst>
                </p14:cNvPr>
                <p14:cNvContentPartPr/>
                <p14:nvPr/>
              </p14:nvContentPartPr>
              <p14:xfrm>
                <a:off x="6728823" y="6115711"/>
                <a:ext cx="171000" cy="2973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2E1E8C03-D473-3A9F-5150-DDC4356EF03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6711183" y="6097711"/>
                  <a:ext cx="2066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31CE29A-FD3E-743B-457C-9A63E74FF11D}"/>
                    </a:ext>
                  </a:extLst>
                </p14:cNvPr>
                <p14:cNvContentPartPr/>
                <p14:nvPr/>
              </p14:nvContentPartPr>
              <p14:xfrm>
                <a:off x="6915663" y="6298591"/>
                <a:ext cx="97560" cy="2224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31CE29A-FD3E-743B-457C-9A63E74FF11D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6898023" y="6280951"/>
                  <a:ext cx="1332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BBA49C6-6BAB-E6BC-AC06-41C3BD7795D0}"/>
                    </a:ext>
                  </a:extLst>
                </p14:cNvPr>
                <p14:cNvContentPartPr/>
                <p14:nvPr/>
              </p14:nvContentPartPr>
              <p14:xfrm>
                <a:off x="7111143" y="6341791"/>
                <a:ext cx="59760" cy="162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BBA49C6-6BAB-E6BC-AC06-41C3BD7795D0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7093503" y="6323791"/>
                  <a:ext cx="95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0ED6039-7D2B-385A-290B-7EF96244F828}"/>
                    </a:ext>
                  </a:extLst>
                </p14:cNvPr>
                <p14:cNvContentPartPr/>
                <p14:nvPr/>
              </p14:nvContentPartPr>
              <p14:xfrm>
                <a:off x="7102863" y="6275551"/>
                <a:ext cx="93240" cy="111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0ED6039-7D2B-385A-290B-7EF96244F828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7085223" y="6257551"/>
                  <a:ext cx="128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98C5F7C3-0E58-8100-DE8D-0A420D60F589}"/>
                    </a:ext>
                  </a:extLst>
                </p14:cNvPr>
                <p14:cNvContentPartPr/>
                <p14:nvPr/>
              </p14:nvContentPartPr>
              <p14:xfrm>
                <a:off x="7287183" y="6206071"/>
                <a:ext cx="127080" cy="1918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98C5F7C3-0E58-8100-DE8D-0A420D60F589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7269183" y="6188071"/>
                  <a:ext cx="162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ABE0AB71-510E-6142-CAFC-1253A99E46CE}"/>
                    </a:ext>
                  </a:extLst>
                </p14:cNvPr>
                <p14:cNvContentPartPr/>
                <p14:nvPr/>
              </p14:nvContentPartPr>
              <p14:xfrm>
                <a:off x="7315983" y="6224071"/>
                <a:ext cx="116280" cy="205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ABE0AB71-510E-6142-CAFC-1253A99E46CE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7298343" y="6206431"/>
                  <a:ext cx="151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FA5DF4F-55F6-7E74-199D-6F8875D1153E}"/>
                    </a:ext>
                  </a:extLst>
                </p14:cNvPr>
                <p14:cNvContentPartPr/>
                <p14:nvPr/>
              </p14:nvContentPartPr>
              <p14:xfrm>
                <a:off x="7485903" y="6244231"/>
                <a:ext cx="202320" cy="1760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FA5DF4F-55F6-7E74-199D-6F8875D1153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7467903" y="6226591"/>
                  <a:ext cx="23796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983BF525-F853-24D0-B6C3-410C5E163E2D}"/>
              </a:ext>
            </a:extLst>
          </p:cNvPr>
          <p:cNvGrpSpPr/>
          <p:nvPr/>
        </p:nvGrpSpPr>
        <p:grpSpPr>
          <a:xfrm>
            <a:off x="7418223" y="5274751"/>
            <a:ext cx="252360" cy="372600"/>
            <a:chOff x="7418223" y="5274751"/>
            <a:chExt cx="25236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C4663914-87CC-2DA2-3462-5CBFDA94ADEF}"/>
                    </a:ext>
                  </a:extLst>
                </p14:cNvPr>
                <p14:cNvContentPartPr/>
                <p14:nvPr/>
              </p14:nvContentPartPr>
              <p14:xfrm>
                <a:off x="7418223" y="5274751"/>
                <a:ext cx="164520" cy="2646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C4663914-87CC-2DA2-3462-5CBFDA94ADEF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7400223" y="5257111"/>
                  <a:ext cx="200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F41B316-8FCD-1433-7590-152AAF76C8CC}"/>
                    </a:ext>
                  </a:extLst>
                </p14:cNvPr>
                <p14:cNvContentPartPr/>
                <p14:nvPr/>
              </p14:nvContentPartPr>
              <p14:xfrm>
                <a:off x="7670223" y="5501191"/>
                <a:ext cx="360" cy="14616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F41B316-8FCD-1433-7590-152AAF76C8CC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7652583" y="5483191"/>
                  <a:ext cx="360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CA26CDF1-1295-3C4C-F169-E7562DC426E8}"/>
              </a:ext>
            </a:extLst>
          </p:cNvPr>
          <p:cNvGrpSpPr/>
          <p:nvPr/>
        </p:nvGrpSpPr>
        <p:grpSpPr>
          <a:xfrm>
            <a:off x="8694783" y="5795311"/>
            <a:ext cx="394920" cy="390960"/>
            <a:chOff x="8694783" y="5795311"/>
            <a:chExt cx="39492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A9F3B748-1271-0BC0-C2B0-59CE610871E9}"/>
                    </a:ext>
                  </a:extLst>
                </p14:cNvPr>
                <p14:cNvContentPartPr/>
                <p14:nvPr/>
              </p14:nvContentPartPr>
              <p14:xfrm>
                <a:off x="8694783" y="5795311"/>
                <a:ext cx="196200" cy="2613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A9F3B748-1271-0BC0-C2B0-59CE610871E9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676783" y="5777311"/>
                  <a:ext cx="231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B8E9DE8F-D566-B7DE-D338-975C3D48A94E}"/>
                    </a:ext>
                  </a:extLst>
                </p14:cNvPr>
                <p14:cNvContentPartPr/>
                <p14:nvPr/>
              </p14:nvContentPartPr>
              <p14:xfrm>
                <a:off x="8954703" y="6044071"/>
                <a:ext cx="135000" cy="1422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B8E9DE8F-D566-B7DE-D338-975C3D48A94E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8936703" y="6026431"/>
                  <a:ext cx="17064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4EC02882-3AEE-A78E-3C2F-A1A2ECD1EE33}"/>
              </a:ext>
            </a:extLst>
          </p:cNvPr>
          <p:cNvGrpSpPr/>
          <p:nvPr/>
        </p:nvGrpSpPr>
        <p:grpSpPr>
          <a:xfrm>
            <a:off x="9992943" y="5243431"/>
            <a:ext cx="644400" cy="384480"/>
            <a:chOff x="9992943" y="5243431"/>
            <a:chExt cx="64440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EFECD24-9093-C562-8AD4-9D7F7989E3B3}"/>
                    </a:ext>
                  </a:extLst>
                </p14:cNvPr>
                <p14:cNvContentPartPr/>
                <p14:nvPr/>
              </p14:nvContentPartPr>
              <p14:xfrm>
                <a:off x="9992943" y="5243431"/>
                <a:ext cx="10440" cy="3574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EFECD24-9093-C562-8AD4-9D7F7989E3B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9974943" y="5225791"/>
                  <a:ext cx="460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82C7C617-24D2-F569-09DD-3AF5FBD7D769}"/>
                    </a:ext>
                  </a:extLst>
                </p14:cNvPr>
                <p14:cNvContentPartPr/>
                <p14:nvPr/>
              </p14:nvContentPartPr>
              <p14:xfrm>
                <a:off x="10040823" y="5350711"/>
                <a:ext cx="128160" cy="2264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82C7C617-24D2-F569-09DD-3AF5FBD7D76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0023183" y="5333071"/>
                  <a:ext cx="163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68935C5-4037-8970-307E-29380112B632}"/>
                    </a:ext>
                  </a:extLst>
                </p14:cNvPr>
                <p14:cNvContentPartPr/>
                <p14:nvPr/>
              </p14:nvContentPartPr>
              <p14:xfrm>
                <a:off x="10221543" y="5400031"/>
                <a:ext cx="144360" cy="17280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68935C5-4037-8970-307E-29380112B632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203903" y="5382031"/>
                  <a:ext cx="180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06CA950-30E8-75C4-BC13-4A37959DA2D0}"/>
                    </a:ext>
                  </a:extLst>
                </p14:cNvPr>
                <p14:cNvContentPartPr/>
                <p14:nvPr/>
              </p14:nvContentPartPr>
              <p14:xfrm>
                <a:off x="10359423" y="5292031"/>
                <a:ext cx="31680" cy="3358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06CA950-30E8-75C4-BC13-4A37959DA2D0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341423" y="5274031"/>
                  <a:ext cx="673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7CA7A93C-158D-1007-64D9-45383CD3DA6B}"/>
                    </a:ext>
                  </a:extLst>
                </p14:cNvPr>
                <p14:cNvContentPartPr/>
                <p14:nvPr/>
              </p14:nvContentPartPr>
              <p14:xfrm>
                <a:off x="10318023" y="5393551"/>
                <a:ext cx="127080" cy="162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7CA7A93C-158D-1007-64D9-45383CD3DA6B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300023" y="5375911"/>
                  <a:ext cx="162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C9FFF95E-88C8-1D15-8866-A5954D6CC84A}"/>
                    </a:ext>
                  </a:extLst>
                </p14:cNvPr>
                <p14:cNvContentPartPr/>
                <p14:nvPr/>
              </p14:nvContentPartPr>
              <p14:xfrm>
                <a:off x="10630503" y="5497591"/>
                <a:ext cx="360" cy="2736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C9FFF95E-88C8-1D15-8866-A5954D6CC84A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0612863" y="5479951"/>
                  <a:ext cx="36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EDB97B7-2169-88A7-921B-0F2F71517319}"/>
                    </a:ext>
                  </a:extLst>
                </p14:cNvPr>
                <p14:cNvContentPartPr/>
                <p14:nvPr/>
              </p14:nvContentPartPr>
              <p14:xfrm>
                <a:off x="10636983" y="5398231"/>
                <a:ext cx="360" cy="828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EDB97B7-2169-88A7-921B-0F2F71517319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0618983" y="5380231"/>
                  <a:ext cx="360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B113EABE-64D6-7CA3-2C09-4292308B53EF}"/>
              </a:ext>
            </a:extLst>
          </p:cNvPr>
          <p:cNvGrpSpPr/>
          <p:nvPr/>
        </p:nvGrpSpPr>
        <p:grpSpPr>
          <a:xfrm>
            <a:off x="10984743" y="5229031"/>
            <a:ext cx="1096200" cy="505080"/>
            <a:chOff x="10984743" y="5229031"/>
            <a:chExt cx="1096200" cy="5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F7C3A56-3A54-DE0A-10A3-3BACE0F6A9A6}"/>
                    </a:ext>
                  </a:extLst>
                </p14:cNvPr>
                <p14:cNvContentPartPr/>
                <p14:nvPr/>
              </p14:nvContentPartPr>
              <p14:xfrm>
                <a:off x="10999503" y="5252791"/>
                <a:ext cx="10440" cy="2908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F7C3A56-3A54-DE0A-10A3-3BACE0F6A9A6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0981863" y="5234791"/>
                  <a:ext cx="460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4A45363-72D4-8E53-069E-AEB0AFA39F72}"/>
                    </a:ext>
                  </a:extLst>
                </p14:cNvPr>
                <p14:cNvContentPartPr/>
                <p14:nvPr/>
              </p14:nvContentPartPr>
              <p14:xfrm>
                <a:off x="10984743" y="5230111"/>
                <a:ext cx="152280" cy="3142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4A45363-72D4-8E53-069E-AEB0AFA39F72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0966743" y="5212471"/>
                  <a:ext cx="1879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9FC6686-F72A-9E9C-6F31-B35EE5B54364}"/>
                    </a:ext>
                  </a:extLst>
                </p14:cNvPr>
                <p14:cNvContentPartPr/>
                <p14:nvPr/>
              </p14:nvContentPartPr>
              <p14:xfrm>
                <a:off x="11214423" y="5463751"/>
                <a:ext cx="35640" cy="2120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9FC6686-F72A-9E9C-6F31-B35EE5B54364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1196423" y="5446111"/>
                  <a:ext cx="71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D73C87A-8A8D-68EF-F517-DB87D14C00C8}"/>
                    </a:ext>
                  </a:extLst>
                </p14:cNvPr>
                <p14:cNvContentPartPr/>
                <p14:nvPr/>
              </p14:nvContentPartPr>
              <p14:xfrm>
                <a:off x="11378223" y="5354311"/>
                <a:ext cx="148680" cy="93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D73C87A-8A8D-68EF-F517-DB87D14C00C8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11360583" y="5336311"/>
                  <a:ext cx="184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90861DF1-DAFA-65F5-B928-CB441FFFF6C5}"/>
                    </a:ext>
                  </a:extLst>
                </p14:cNvPr>
                <p14:cNvContentPartPr/>
                <p14:nvPr/>
              </p14:nvContentPartPr>
              <p14:xfrm>
                <a:off x="11387583" y="5428831"/>
                <a:ext cx="156600" cy="900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90861DF1-DAFA-65F5-B928-CB441FFFF6C5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1369583" y="5410831"/>
                  <a:ext cx="192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F462E51B-D4BB-BD29-43C2-1D5B95B338A6}"/>
                    </a:ext>
                  </a:extLst>
                </p14:cNvPr>
                <p14:cNvContentPartPr/>
                <p14:nvPr/>
              </p14:nvContentPartPr>
              <p14:xfrm>
                <a:off x="11675583" y="5229031"/>
                <a:ext cx="131040" cy="31932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F462E51B-D4BB-BD29-43C2-1D5B95B338A6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1657583" y="5211391"/>
                  <a:ext cx="1666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7473A23-6EB0-133F-2A6D-6BADC6192B72}"/>
                    </a:ext>
                  </a:extLst>
                </p14:cNvPr>
                <p14:cNvContentPartPr/>
                <p14:nvPr/>
              </p14:nvContentPartPr>
              <p14:xfrm>
                <a:off x="11839383" y="5500831"/>
                <a:ext cx="122040" cy="1573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7473A23-6EB0-133F-2A6D-6BADC6192B72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1821383" y="5482831"/>
                  <a:ext cx="157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50F1287D-38A1-1177-8F1B-5701E6B0AEEC}"/>
                    </a:ext>
                  </a:extLst>
                </p14:cNvPr>
                <p14:cNvContentPartPr/>
                <p14:nvPr/>
              </p14:nvContentPartPr>
              <p14:xfrm>
                <a:off x="12060423" y="5713591"/>
                <a:ext cx="20520" cy="2052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50F1287D-38A1-1177-8F1B-5701E6B0AEE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2042783" y="5695591"/>
                  <a:ext cx="561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9FCD4EB6-3FDB-3C87-4A11-B78AE2689A78}"/>
              </a:ext>
            </a:extLst>
          </p:cNvPr>
          <p:cNvGrpSpPr/>
          <p:nvPr/>
        </p:nvGrpSpPr>
        <p:grpSpPr>
          <a:xfrm>
            <a:off x="8431712" y="5131118"/>
            <a:ext cx="1263960" cy="1401120"/>
            <a:chOff x="8431712" y="5131118"/>
            <a:chExt cx="1263960" cy="14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574FBFE-5AF5-BE09-5CC7-010A7FA18245}"/>
                    </a:ext>
                  </a:extLst>
                </p14:cNvPr>
                <p14:cNvContentPartPr/>
                <p14:nvPr/>
              </p14:nvContentPartPr>
              <p14:xfrm>
                <a:off x="8500112" y="5252078"/>
                <a:ext cx="667440" cy="54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574FBFE-5AF5-BE09-5CC7-010A7FA18245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8491472" y="5243438"/>
                  <a:ext cx="685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50D82D9-8845-87DA-7F37-D8B5916BD6D8}"/>
                    </a:ext>
                  </a:extLst>
                </p14:cNvPr>
                <p14:cNvContentPartPr/>
                <p14:nvPr/>
              </p14:nvContentPartPr>
              <p14:xfrm>
                <a:off x="8482112" y="5131118"/>
                <a:ext cx="182520" cy="3024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50D82D9-8845-87DA-7F37-D8B5916BD6D8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8473112" y="5122478"/>
                  <a:ext cx="200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C7C600E9-F179-7BAF-8144-AB8C356666C1}"/>
                    </a:ext>
                  </a:extLst>
                </p14:cNvPr>
                <p14:cNvContentPartPr/>
                <p14:nvPr/>
              </p14:nvContentPartPr>
              <p14:xfrm>
                <a:off x="8431712" y="6405158"/>
                <a:ext cx="673200" cy="2304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C7C600E9-F179-7BAF-8144-AB8C356666C1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8423072" y="6396158"/>
                  <a:ext cx="690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DAB130C3-4538-BA9E-7C12-6BF93ABC197E}"/>
                    </a:ext>
                  </a:extLst>
                </p14:cNvPr>
                <p14:cNvContentPartPr/>
                <p14:nvPr/>
              </p14:nvContentPartPr>
              <p14:xfrm>
                <a:off x="8455472" y="6322358"/>
                <a:ext cx="151560" cy="2066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DAB130C3-4538-BA9E-7C12-6BF93ABC197E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8446832" y="6313718"/>
                  <a:ext cx="169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5EA01F2F-728B-0317-E6C7-73C87DB7A74E}"/>
                    </a:ext>
                  </a:extLst>
                </p14:cNvPr>
                <p14:cNvContentPartPr/>
                <p14:nvPr/>
              </p14:nvContentPartPr>
              <p14:xfrm>
                <a:off x="9149192" y="5290598"/>
                <a:ext cx="281520" cy="43848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5EA01F2F-728B-0317-E6C7-73C87DB7A74E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9140192" y="5281958"/>
                  <a:ext cx="2991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2A0994F-2B41-F0D5-8B20-7AF09C9A5DCA}"/>
                    </a:ext>
                  </a:extLst>
                </p14:cNvPr>
                <p14:cNvContentPartPr/>
                <p14:nvPr/>
              </p14:nvContentPartPr>
              <p14:xfrm>
                <a:off x="9214352" y="5656358"/>
                <a:ext cx="481320" cy="46152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2A0994F-2B41-F0D5-8B20-7AF09C9A5DCA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9205352" y="5647358"/>
                  <a:ext cx="4989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052F4881-9983-AFFC-7F0D-36A5264FBF70}"/>
                    </a:ext>
                  </a:extLst>
                </p14:cNvPr>
                <p14:cNvContentPartPr/>
                <p14:nvPr/>
              </p14:nvContentPartPr>
              <p14:xfrm>
                <a:off x="9354752" y="5795678"/>
                <a:ext cx="239760" cy="20880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052F4881-9983-AFFC-7F0D-36A5264FBF70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9346112" y="5786678"/>
                  <a:ext cx="257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418F9FC0-0FCF-7850-B848-D1A00E1A038C}"/>
                    </a:ext>
                  </a:extLst>
                </p14:cNvPr>
                <p14:cNvContentPartPr/>
                <p14:nvPr/>
              </p14:nvContentPartPr>
              <p14:xfrm>
                <a:off x="8966312" y="6054518"/>
                <a:ext cx="525600" cy="47772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418F9FC0-0FCF-7850-B848-D1A00E1A038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8957312" y="6045518"/>
                  <a:ext cx="543240" cy="49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7049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C492204-CBE1-74E6-0CAE-B932FBDFD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86455"/>
              </p:ext>
            </p:extLst>
          </p:nvPr>
        </p:nvGraphicFramePr>
        <p:xfrm>
          <a:off x="553453" y="673768"/>
          <a:ext cx="6213636" cy="593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06">
                  <a:extLst>
                    <a:ext uri="{9D8B030D-6E8A-4147-A177-3AD203B41FA5}">
                      <a16:colId xmlns:a16="http://schemas.microsoft.com/office/drawing/2014/main" val="2643516813"/>
                    </a:ext>
                  </a:extLst>
                </a:gridCol>
                <a:gridCol w="1035606">
                  <a:extLst>
                    <a:ext uri="{9D8B030D-6E8A-4147-A177-3AD203B41FA5}">
                      <a16:colId xmlns:a16="http://schemas.microsoft.com/office/drawing/2014/main" val="2586343364"/>
                    </a:ext>
                  </a:extLst>
                </a:gridCol>
                <a:gridCol w="1035606">
                  <a:extLst>
                    <a:ext uri="{9D8B030D-6E8A-4147-A177-3AD203B41FA5}">
                      <a16:colId xmlns:a16="http://schemas.microsoft.com/office/drawing/2014/main" val="455411661"/>
                    </a:ext>
                  </a:extLst>
                </a:gridCol>
                <a:gridCol w="1035606">
                  <a:extLst>
                    <a:ext uri="{9D8B030D-6E8A-4147-A177-3AD203B41FA5}">
                      <a16:colId xmlns:a16="http://schemas.microsoft.com/office/drawing/2014/main" val="155220255"/>
                    </a:ext>
                  </a:extLst>
                </a:gridCol>
                <a:gridCol w="1035606">
                  <a:extLst>
                    <a:ext uri="{9D8B030D-6E8A-4147-A177-3AD203B41FA5}">
                      <a16:colId xmlns:a16="http://schemas.microsoft.com/office/drawing/2014/main" val="88492987"/>
                    </a:ext>
                  </a:extLst>
                </a:gridCol>
                <a:gridCol w="1035606">
                  <a:extLst>
                    <a:ext uri="{9D8B030D-6E8A-4147-A177-3AD203B41FA5}">
                      <a16:colId xmlns:a16="http://schemas.microsoft.com/office/drawing/2014/main" val="2451743109"/>
                    </a:ext>
                  </a:extLst>
                </a:gridCol>
              </a:tblGrid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442612"/>
                  </a:ext>
                </a:extLst>
              </a:tr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68810"/>
                  </a:ext>
                </a:extLst>
              </a:tr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824802"/>
                  </a:ext>
                </a:extLst>
              </a:tr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230397"/>
                  </a:ext>
                </a:extLst>
              </a:tr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220844"/>
                  </a:ext>
                </a:extLst>
              </a:tr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502295"/>
                  </a:ext>
                </a:extLst>
              </a:tr>
              <a:tr h="7249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545336"/>
                  </a:ext>
                </a:extLst>
              </a:tr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966479"/>
                  </a:ext>
                </a:extLst>
              </a:tr>
              <a:tr h="6512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6199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BB7C95-D97E-45E4-5CFD-F571248DE5C8}"/>
                  </a:ext>
                </a:extLst>
              </p14:cNvPr>
              <p14:cNvContentPartPr/>
              <p14:nvPr/>
            </p14:nvContentPartPr>
            <p14:xfrm>
              <a:off x="1099232" y="281558"/>
              <a:ext cx="18720" cy="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BB7C95-D97E-45E4-5CFD-F571248DE5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0592" y="272558"/>
                <a:ext cx="363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26A1C27-69E1-46CC-54F2-CF7951E7B8D5}"/>
                  </a:ext>
                </a:extLst>
              </p14:cNvPr>
              <p14:cNvContentPartPr/>
              <p14:nvPr/>
            </p14:nvContentPartPr>
            <p14:xfrm>
              <a:off x="328832" y="1580798"/>
              <a:ext cx="9360" cy="261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26A1C27-69E1-46CC-54F2-CF7951E7B8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192" y="1571798"/>
                <a:ext cx="2700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0FCB033-11E3-1952-F11E-B479B9D6B25D}"/>
                  </a:ext>
                </a:extLst>
              </p14:cNvPr>
              <p14:cNvContentPartPr/>
              <p14:nvPr/>
            </p14:nvContentPartPr>
            <p14:xfrm>
              <a:off x="288872" y="2212598"/>
              <a:ext cx="104040" cy="253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0FCB033-11E3-1952-F11E-B479B9D6B2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232" y="2203598"/>
                <a:ext cx="1216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7E5CE36-2CF7-9C15-7998-3F0F080B9DE6}"/>
                  </a:ext>
                </a:extLst>
              </p14:cNvPr>
              <p14:cNvContentPartPr/>
              <p14:nvPr/>
            </p14:nvContentPartPr>
            <p14:xfrm>
              <a:off x="224072" y="2765918"/>
              <a:ext cx="156240" cy="369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7E5CE36-2CF7-9C15-7998-3F0F080B9D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5072" y="2757278"/>
                <a:ext cx="17388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EC4A91B-C871-A175-232C-2074DC0D84C4}"/>
              </a:ext>
            </a:extLst>
          </p:cNvPr>
          <p:cNvGrpSpPr/>
          <p:nvPr/>
        </p:nvGrpSpPr>
        <p:grpSpPr>
          <a:xfrm>
            <a:off x="267992" y="3428318"/>
            <a:ext cx="168840" cy="423360"/>
            <a:chOff x="267992" y="3428318"/>
            <a:chExt cx="16884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B36443-8AE3-8B51-1065-C9C4C6944FC3}"/>
                    </a:ext>
                  </a:extLst>
                </p14:cNvPr>
                <p14:cNvContentPartPr/>
                <p14:nvPr/>
              </p14:nvContentPartPr>
              <p14:xfrm>
                <a:off x="267992" y="3428318"/>
                <a:ext cx="128160" cy="204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B36443-8AE3-8B51-1065-C9C4C6944F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9352" y="3419678"/>
                  <a:ext cx="145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9F0C11-06D1-AAF4-C907-D8E0CB3661C3}"/>
                    </a:ext>
                  </a:extLst>
                </p14:cNvPr>
                <p14:cNvContentPartPr/>
                <p14:nvPr/>
              </p14:nvContentPartPr>
              <p14:xfrm>
                <a:off x="406232" y="3468278"/>
                <a:ext cx="30600" cy="38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9F0C11-06D1-AAF4-C907-D8E0CB3661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7592" y="3459278"/>
                  <a:ext cx="4824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F334F25-5ADA-3F00-9E66-A35E6898E35B}"/>
              </a:ext>
            </a:extLst>
          </p:cNvPr>
          <p:cNvGrpSpPr/>
          <p:nvPr/>
        </p:nvGrpSpPr>
        <p:grpSpPr>
          <a:xfrm>
            <a:off x="261872" y="4075238"/>
            <a:ext cx="195120" cy="301320"/>
            <a:chOff x="261872" y="4075238"/>
            <a:chExt cx="19512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8C84B6-F348-466F-9D58-3F2909F58B7E}"/>
                    </a:ext>
                  </a:extLst>
                </p14:cNvPr>
                <p14:cNvContentPartPr/>
                <p14:nvPr/>
              </p14:nvContentPartPr>
              <p14:xfrm>
                <a:off x="261872" y="4075238"/>
                <a:ext cx="123840" cy="301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8C84B6-F348-466F-9D58-3F2909F58B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3232" y="4066598"/>
                  <a:ext cx="141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40D938-59F1-61B4-1B5B-2EE3AA2CB5BD}"/>
                    </a:ext>
                  </a:extLst>
                </p14:cNvPr>
                <p14:cNvContentPartPr/>
                <p14:nvPr/>
              </p14:nvContentPartPr>
              <p14:xfrm>
                <a:off x="348632" y="4112318"/>
                <a:ext cx="108360" cy="14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40D938-59F1-61B4-1B5B-2EE3AA2CB5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9992" y="4103318"/>
                  <a:ext cx="12600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68D0895-FA56-78A5-4C03-3A01ABF5CF8C}"/>
                  </a:ext>
                </a:extLst>
              </p14:cNvPr>
              <p14:cNvContentPartPr/>
              <p14:nvPr/>
            </p14:nvContentPartPr>
            <p14:xfrm>
              <a:off x="248192" y="4727558"/>
              <a:ext cx="131040" cy="339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68D0895-FA56-78A5-4C03-3A01ABF5CF8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9552" y="4718918"/>
                <a:ext cx="1486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D038206-D315-8A61-B15C-B949DC0B1A0F}"/>
                  </a:ext>
                </a:extLst>
              </p14:cNvPr>
              <p14:cNvContentPartPr/>
              <p14:nvPr/>
            </p14:nvContentPartPr>
            <p14:xfrm>
              <a:off x="252872" y="5340278"/>
              <a:ext cx="138600" cy="468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D038206-D315-8A61-B15C-B949DC0B1A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4232" y="5331638"/>
                <a:ext cx="15624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9697135-4CF6-FB06-DEC1-9E1EA98D8D76}"/>
                  </a:ext>
                </a:extLst>
              </p14:cNvPr>
              <p14:cNvContentPartPr/>
              <p14:nvPr/>
            </p14:nvContentPartPr>
            <p14:xfrm>
              <a:off x="235952" y="6091238"/>
              <a:ext cx="171000" cy="366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9697135-4CF6-FB06-DEC1-9E1EA98D8D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7312" y="6082598"/>
                <a:ext cx="188640" cy="38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D8778BA9-289E-38D8-6182-398A2F32673F}"/>
              </a:ext>
            </a:extLst>
          </p:cNvPr>
          <p:cNvGrpSpPr/>
          <p:nvPr/>
        </p:nvGrpSpPr>
        <p:grpSpPr>
          <a:xfrm>
            <a:off x="631232" y="1460198"/>
            <a:ext cx="886320" cy="458640"/>
            <a:chOff x="631232" y="1460198"/>
            <a:chExt cx="88632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7057B0-91F8-309A-CFC3-56A7571DD008}"/>
                    </a:ext>
                  </a:extLst>
                </p14:cNvPr>
                <p14:cNvContentPartPr/>
                <p14:nvPr/>
              </p14:nvContentPartPr>
              <p14:xfrm>
                <a:off x="631232" y="1460198"/>
                <a:ext cx="227880" cy="395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7057B0-91F8-309A-CFC3-56A7571DD0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2592" y="1451558"/>
                  <a:ext cx="2455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A450C13-7CF2-9A68-B0AB-F0BF9EC37872}"/>
                    </a:ext>
                  </a:extLst>
                </p14:cNvPr>
                <p14:cNvContentPartPr/>
                <p14:nvPr/>
              </p14:nvContentPartPr>
              <p14:xfrm>
                <a:off x="906272" y="1575038"/>
                <a:ext cx="183960" cy="343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A450C13-7CF2-9A68-B0AB-F0BF9EC378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7272" y="1566038"/>
                  <a:ext cx="2016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8532623-42D1-4E0A-5861-CF47879702C2}"/>
                    </a:ext>
                  </a:extLst>
                </p14:cNvPr>
                <p14:cNvContentPartPr/>
                <p14:nvPr/>
              </p14:nvContentPartPr>
              <p14:xfrm>
                <a:off x="1144952" y="1608158"/>
                <a:ext cx="372600" cy="249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8532623-42D1-4E0A-5861-CF47879702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36312" y="1599158"/>
                  <a:ext cx="39024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D5A5CAC-7C33-B1A8-446B-4999F73482F8}"/>
              </a:ext>
            </a:extLst>
          </p:cNvPr>
          <p:cNvGrpSpPr/>
          <p:nvPr/>
        </p:nvGrpSpPr>
        <p:grpSpPr>
          <a:xfrm>
            <a:off x="690272" y="2204318"/>
            <a:ext cx="859320" cy="338400"/>
            <a:chOff x="690272" y="2204318"/>
            <a:chExt cx="85932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7D0C58F-0474-09CA-E30A-8E839B5F6FDB}"/>
                    </a:ext>
                  </a:extLst>
                </p14:cNvPr>
                <p14:cNvContentPartPr/>
                <p14:nvPr/>
              </p14:nvContentPartPr>
              <p14:xfrm>
                <a:off x="690272" y="2204318"/>
                <a:ext cx="186480" cy="318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7D0C58F-0474-09CA-E30A-8E839B5F6F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1632" y="2195678"/>
                  <a:ext cx="2041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0960DD3-39B2-2B37-FE28-4A20DB5CEA70}"/>
                    </a:ext>
                  </a:extLst>
                </p14:cNvPr>
                <p14:cNvContentPartPr/>
                <p14:nvPr/>
              </p14:nvContentPartPr>
              <p14:xfrm>
                <a:off x="716552" y="2211158"/>
                <a:ext cx="146160" cy="23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0960DD3-39B2-2B37-FE28-4A20DB5CEA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7552" y="2202518"/>
                  <a:ext cx="163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9CB4870-FCD5-7213-4626-5CF0D316873B}"/>
                    </a:ext>
                  </a:extLst>
                </p14:cNvPr>
                <p14:cNvContentPartPr/>
                <p14:nvPr/>
              </p14:nvContentPartPr>
              <p14:xfrm>
                <a:off x="908072" y="2208638"/>
                <a:ext cx="112680" cy="277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9CB4870-FCD5-7213-4626-5CF0D31687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9072" y="2199638"/>
                  <a:ext cx="1303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CEAC4D6-A9B5-419C-64A7-50693B92147D}"/>
                    </a:ext>
                  </a:extLst>
                </p14:cNvPr>
                <p14:cNvContentPartPr/>
                <p14:nvPr/>
              </p14:nvContentPartPr>
              <p14:xfrm>
                <a:off x="1062872" y="2241398"/>
                <a:ext cx="137520" cy="241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CEAC4D6-A9B5-419C-64A7-50693B9214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3872" y="2232398"/>
                  <a:ext cx="155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6DDA9C3-A615-94EC-C5D9-7ABDF1E10E5B}"/>
                    </a:ext>
                  </a:extLst>
                </p14:cNvPr>
                <p14:cNvContentPartPr/>
                <p14:nvPr/>
              </p14:nvContentPartPr>
              <p14:xfrm>
                <a:off x="1217672" y="2289998"/>
                <a:ext cx="331920" cy="252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6DDA9C3-A615-94EC-C5D9-7ABDF1E10E5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09032" y="2281358"/>
                  <a:ext cx="34956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F75DCBD-19AB-8BBD-2DB2-24581E0A4D01}"/>
              </a:ext>
            </a:extLst>
          </p:cNvPr>
          <p:cNvGrpSpPr/>
          <p:nvPr/>
        </p:nvGrpSpPr>
        <p:grpSpPr>
          <a:xfrm>
            <a:off x="692072" y="2756918"/>
            <a:ext cx="895680" cy="416160"/>
            <a:chOff x="692072" y="2756918"/>
            <a:chExt cx="89568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6DDEC8B-D8C0-1388-1DE0-26C41F8A4748}"/>
                    </a:ext>
                  </a:extLst>
                </p14:cNvPr>
                <p14:cNvContentPartPr/>
                <p14:nvPr/>
              </p14:nvContentPartPr>
              <p14:xfrm>
                <a:off x="692072" y="2771318"/>
                <a:ext cx="147960" cy="176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6DDEC8B-D8C0-1388-1DE0-26C41F8A47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3072" y="2762678"/>
                  <a:ext cx="165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929BA8A-2058-E5AB-CF2A-7B3BA70EC07B}"/>
                    </a:ext>
                  </a:extLst>
                </p14:cNvPr>
                <p14:cNvContentPartPr/>
                <p14:nvPr/>
              </p14:nvContentPartPr>
              <p14:xfrm>
                <a:off x="793592" y="2756918"/>
                <a:ext cx="34200" cy="358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929BA8A-2058-E5AB-CF2A-7B3BA70EC0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4592" y="2748278"/>
                  <a:ext cx="518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4BE8093-60A6-F86C-B6F4-2109E111793F}"/>
                    </a:ext>
                  </a:extLst>
                </p14:cNvPr>
                <p14:cNvContentPartPr/>
                <p14:nvPr/>
              </p14:nvContentPartPr>
              <p14:xfrm>
                <a:off x="885032" y="3034478"/>
                <a:ext cx="40320" cy="138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4BE8093-60A6-F86C-B6F4-2109E11179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6392" y="3025838"/>
                  <a:ext cx="57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DC0CD91-9A66-DA4C-77AE-2C100BD4C114}"/>
                    </a:ext>
                  </a:extLst>
                </p14:cNvPr>
                <p14:cNvContentPartPr/>
                <p14:nvPr/>
              </p14:nvContentPartPr>
              <p14:xfrm>
                <a:off x="956672" y="2819558"/>
                <a:ext cx="129600" cy="308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DC0CD91-9A66-DA4C-77AE-2C100BD4C1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7672" y="2810558"/>
                  <a:ext cx="147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2D7B34-204E-BC32-29EA-137466DAFC00}"/>
                    </a:ext>
                  </a:extLst>
                </p14:cNvPr>
                <p14:cNvContentPartPr/>
                <p14:nvPr/>
              </p14:nvContentPartPr>
              <p14:xfrm>
                <a:off x="997712" y="2959238"/>
                <a:ext cx="112680" cy="8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2D7B34-204E-BC32-29EA-137466DAFC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8712" y="2950598"/>
                  <a:ext cx="130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BEC596B-998E-3402-CECB-45FC2E9DA070}"/>
                    </a:ext>
                  </a:extLst>
                </p14:cNvPr>
                <p14:cNvContentPartPr/>
                <p14:nvPr/>
              </p14:nvContentPartPr>
              <p14:xfrm>
                <a:off x="1185992" y="2832158"/>
                <a:ext cx="19440" cy="263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BEC596B-998E-3402-CECB-45FC2E9DA07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77352" y="2823158"/>
                  <a:ext cx="37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DDA17ED-6FAD-E3D8-C39E-60125B6060A2}"/>
                    </a:ext>
                  </a:extLst>
                </p14:cNvPr>
                <p14:cNvContentPartPr/>
                <p14:nvPr/>
              </p14:nvContentPartPr>
              <p14:xfrm>
                <a:off x="1186712" y="2827478"/>
                <a:ext cx="167040" cy="262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DDA17ED-6FAD-E3D8-C39E-60125B6060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77712" y="2818478"/>
                  <a:ext cx="184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2C77749-47CF-55E7-BFAE-69BAB6709AAC}"/>
                    </a:ext>
                  </a:extLst>
                </p14:cNvPr>
                <p14:cNvContentPartPr/>
                <p14:nvPr/>
              </p14:nvContentPartPr>
              <p14:xfrm>
                <a:off x="1328912" y="2828198"/>
                <a:ext cx="258840" cy="236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2C77749-47CF-55E7-BFAE-69BAB6709A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19912" y="2819558"/>
                  <a:ext cx="2764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5A4D01C-9C98-EFEC-8100-B2B492052738}"/>
              </a:ext>
            </a:extLst>
          </p:cNvPr>
          <p:cNvGrpSpPr/>
          <p:nvPr/>
        </p:nvGrpSpPr>
        <p:grpSpPr>
          <a:xfrm>
            <a:off x="654272" y="3454598"/>
            <a:ext cx="954720" cy="312120"/>
            <a:chOff x="654272" y="3454598"/>
            <a:chExt cx="95472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A2AFC7-73F0-36D7-A1A7-6240BEF4A564}"/>
                    </a:ext>
                  </a:extLst>
                </p14:cNvPr>
                <p14:cNvContentPartPr/>
                <p14:nvPr/>
              </p14:nvContentPartPr>
              <p14:xfrm>
                <a:off x="654272" y="3454598"/>
                <a:ext cx="156960" cy="263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A2AFC7-73F0-36D7-A1A7-6240BEF4A5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5272" y="3445958"/>
                  <a:ext cx="1746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10D3CEC-32FE-B470-E1E4-038635A08B98}"/>
                    </a:ext>
                  </a:extLst>
                </p14:cNvPr>
                <p14:cNvContentPartPr/>
                <p14:nvPr/>
              </p14:nvContentPartPr>
              <p14:xfrm>
                <a:off x="833552" y="3492398"/>
                <a:ext cx="129600" cy="263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10D3CEC-32FE-B470-E1E4-038635A08B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4552" y="3483398"/>
                  <a:ext cx="1472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3ECF10F-04A1-C82D-152E-78EF8414BE8C}"/>
                    </a:ext>
                  </a:extLst>
                </p14:cNvPr>
                <p14:cNvContentPartPr/>
                <p14:nvPr/>
              </p14:nvContentPartPr>
              <p14:xfrm>
                <a:off x="1055312" y="3483038"/>
                <a:ext cx="52200" cy="28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3ECF10F-04A1-C82D-152E-78EF8414BE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6672" y="3474038"/>
                  <a:ext cx="69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321C77E-6FAF-214A-E363-F6274AAD121F}"/>
                    </a:ext>
                  </a:extLst>
                </p14:cNvPr>
                <p14:cNvContentPartPr/>
                <p14:nvPr/>
              </p14:nvContentPartPr>
              <p14:xfrm>
                <a:off x="1103912" y="3508238"/>
                <a:ext cx="147600" cy="225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321C77E-6FAF-214A-E363-F6274AAD121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5272" y="3499598"/>
                  <a:ext cx="165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58CCE8-001B-F80B-E685-C0A775888A9B}"/>
                    </a:ext>
                  </a:extLst>
                </p14:cNvPr>
                <p14:cNvContentPartPr/>
                <p14:nvPr/>
              </p14:nvContentPartPr>
              <p14:xfrm>
                <a:off x="1313792" y="3529118"/>
                <a:ext cx="295200" cy="235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58CCE8-001B-F80B-E685-C0A775888A9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04792" y="3520118"/>
                  <a:ext cx="31284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420790-2A9F-A26F-33A0-FB2C4BC82A2C}"/>
              </a:ext>
            </a:extLst>
          </p:cNvPr>
          <p:cNvGrpSpPr/>
          <p:nvPr/>
        </p:nvGrpSpPr>
        <p:grpSpPr>
          <a:xfrm>
            <a:off x="666152" y="4128878"/>
            <a:ext cx="995760" cy="313560"/>
            <a:chOff x="666152" y="4128878"/>
            <a:chExt cx="99576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E2712FB-A308-874E-E3D1-4DA5E9221B2B}"/>
                    </a:ext>
                  </a:extLst>
                </p14:cNvPr>
                <p14:cNvContentPartPr/>
                <p14:nvPr/>
              </p14:nvContentPartPr>
              <p14:xfrm>
                <a:off x="666152" y="4165238"/>
                <a:ext cx="143280" cy="189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E2712FB-A308-874E-E3D1-4DA5E9221B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7512" y="4156598"/>
                  <a:ext cx="160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EB1B7C5-CBD5-13B8-AAAB-6E4446289314}"/>
                    </a:ext>
                  </a:extLst>
                </p14:cNvPr>
                <p14:cNvContentPartPr/>
                <p14:nvPr/>
              </p14:nvContentPartPr>
              <p14:xfrm>
                <a:off x="819512" y="4128878"/>
                <a:ext cx="164880" cy="250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EB1B7C5-CBD5-13B8-AAAB-6E444628931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0512" y="4119878"/>
                  <a:ext cx="182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9B42F2D-F436-2DBE-CFC8-71482B674BF8}"/>
                    </a:ext>
                  </a:extLst>
                </p14:cNvPr>
                <p14:cNvContentPartPr/>
                <p14:nvPr/>
              </p14:nvContentPartPr>
              <p14:xfrm>
                <a:off x="904832" y="4128878"/>
                <a:ext cx="36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9B42F2D-F436-2DBE-CFC8-71482B674BF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6192" y="411987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778CA6E-BB9C-BAD6-38C7-E9AD93F886EA}"/>
                    </a:ext>
                  </a:extLst>
                </p14:cNvPr>
                <p14:cNvContentPartPr/>
                <p14:nvPr/>
              </p14:nvContentPartPr>
              <p14:xfrm>
                <a:off x="904832" y="4128878"/>
                <a:ext cx="216720" cy="269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778CA6E-BB9C-BAD6-38C7-E9AD93F886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6192" y="4119878"/>
                  <a:ext cx="234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0D39F0-F89F-284A-2872-02A204BB53C3}"/>
                    </a:ext>
                  </a:extLst>
                </p14:cNvPr>
                <p14:cNvContentPartPr/>
                <p14:nvPr/>
              </p14:nvContentPartPr>
              <p14:xfrm>
                <a:off x="1193192" y="4180718"/>
                <a:ext cx="6840" cy="250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0D39F0-F89F-284A-2872-02A204BB53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4192" y="4171718"/>
                  <a:ext cx="24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5849B7-6E72-9BF2-2BBA-A028B0D07B22}"/>
                    </a:ext>
                  </a:extLst>
                </p14:cNvPr>
                <p14:cNvContentPartPr/>
                <p14:nvPr/>
              </p14:nvContentPartPr>
              <p14:xfrm>
                <a:off x="1184552" y="4206638"/>
                <a:ext cx="155520" cy="235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5849B7-6E72-9BF2-2BBA-A028B0D07B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5552" y="4197998"/>
                  <a:ext cx="173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B4004FE-A971-5BD8-7A26-549A1509108E}"/>
                    </a:ext>
                  </a:extLst>
                </p14:cNvPr>
                <p14:cNvContentPartPr/>
                <p14:nvPr/>
              </p14:nvContentPartPr>
              <p14:xfrm>
                <a:off x="1364552" y="4207718"/>
                <a:ext cx="297360" cy="228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B4004FE-A971-5BD8-7A26-549A150910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55912" y="4199078"/>
                  <a:ext cx="31500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31D972C-4C26-C239-6500-2C294CAAF82E}"/>
              </a:ext>
            </a:extLst>
          </p:cNvPr>
          <p:cNvGrpSpPr/>
          <p:nvPr/>
        </p:nvGrpSpPr>
        <p:grpSpPr>
          <a:xfrm>
            <a:off x="672272" y="4848158"/>
            <a:ext cx="844920" cy="340200"/>
            <a:chOff x="672272" y="4848158"/>
            <a:chExt cx="84492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DC20CA-21DB-5AA2-DC43-7BC3A8EED2E8}"/>
                    </a:ext>
                  </a:extLst>
                </p14:cNvPr>
                <p14:cNvContentPartPr/>
                <p14:nvPr/>
              </p14:nvContentPartPr>
              <p14:xfrm>
                <a:off x="672272" y="4848158"/>
                <a:ext cx="46080" cy="322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DC20CA-21DB-5AA2-DC43-7BC3A8EED2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3632" y="4839158"/>
                  <a:ext cx="637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9C8D5B8-D7FA-6D96-F3C7-E34155B2CB3F}"/>
                    </a:ext>
                  </a:extLst>
                </p14:cNvPr>
                <p14:cNvContentPartPr/>
                <p14:nvPr/>
              </p14:nvContentPartPr>
              <p14:xfrm>
                <a:off x="808712" y="4861118"/>
                <a:ext cx="288000" cy="310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9C8D5B8-D7FA-6D96-F3C7-E34155B2CB3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9712" y="4852118"/>
                  <a:ext cx="3056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BD991F2-D143-DBA1-463E-526A8BDD9F6E}"/>
                    </a:ext>
                  </a:extLst>
                </p14:cNvPr>
                <p14:cNvContentPartPr/>
                <p14:nvPr/>
              </p14:nvContentPartPr>
              <p14:xfrm>
                <a:off x="1201832" y="4932758"/>
                <a:ext cx="315360" cy="255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BD991F2-D143-DBA1-463E-526A8BDD9F6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93192" y="4924118"/>
                  <a:ext cx="33300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CE8D458-66B5-B157-3C9B-E68549FB200B}"/>
              </a:ext>
            </a:extLst>
          </p:cNvPr>
          <p:cNvGrpSpPr/>
          <p:nvPr/>
        </p:nvGrpSpPr>
        <p:grpSpPr>
          <a:xfrm>
            <a:off x="690632" y="5483198"/>
            <a:ext cx="801720" cy="379080"/>
            <a:chOff x="690632" y="5483198"/>
            <a:chExt cx="80172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499BF2-A02D-E879-4C9C-C827A93388EF}"/>
                    </a:ext>
                  </a:extLst>
                </p14:cNvPr>
                <p14:cNvContentPartPr/>
                <p14:nvPr/>
              </p14:nvContentPartPr>
              <p14:xfrm>
                <a:off x="690632" y="5483198"/>
                <a:ext cx="155520" cy="267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499BF2-A02D-E879-4C9C-C827A93388E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1632" y="5474558"/>
                  <a:ext cx="1731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7CAD9D-3803-F9AD-589A-DF532FBDE646}"/>
                    </a:ext>
                  </a:extLst>
                </p14:cNvPr>
                <p14:cNvContentPartPr/>
                <p14:nvPr/>
              </p14:nvContentPartPr>
              <p14:xfrm>
                <a:off x="901592" y="5742398"/>
                <a:ext cx="32400" cy="119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7CAD9D-3803-F9AD-589A-DF532FBDE64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2952" y="5733758"/>
                  <a:ext cx="50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3A5CBD2-0EA8-8054-73ED-695C1C2BD61C}"/>
                    </a:ext>
                  </a:extLst>
                </p14:cNvPr>
                <p14:cNvContentPartPr/>
                <p14:nvPr/>
              </p14:nvContentPartPr>
              <p14:xfrm>
                <a:off x="1006712" y="5531798"/>
                <a:ext cx="137520" cy="252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3A5CBD2-0EA8-8054-73ED-695C1C2BD6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7712" y="5522798"/>
                  <a:ext cx="155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1550BB3-8F86-0CC6-7552-E5C3D07C2805}"/>
                    </a:ext>
                  </a:extLst>
                </p14:cNvPr>
                <p14:cNvContentPartPr/>
                <p14:nvPr/>
              </p14:nvContentPartPr>
              <p14:xfrm>
                <a:off x="1282832" y="5536118"/>
                <a:ext cx="209520" cy="302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1550BB3-8F86-0CC6-7552-E5C3D07C28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73832" y="5527118"/>
                  <a:ext cx="227160" cy="3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DA92140-D2D6-1899-23F4-36315647367E}"/>
              </a:ext>
            </a:extLst>
          </p:cNvPr>
          <p:cNvGrpSpPr/>
          <p:nvPr/>
        </p:nvGrpSpPr>
        <p:grpSpPr>
          <a:xfrm>
            <a:off x="731672" y="6125438"/>
            <a:ext cx="593640" cy="321840"/>
            <a:chOff x="731672" y="6125438"/>
            <a:chExt cx="59364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915A0E-7868-980E-2FAF-64E6768A9E0F}"/>
                    </a:ext>
                  </a:extLst>
                </p14:cNvPr>
                <p14:cNvContentPartPr/>
                <p14:nvPr/>
              </p14:nvContentPartPr>
              <p14:xfrm>
                <a:off x="731672" y="6144518"/>
                <a:ext cx="15480" cy="213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915A0E-7868-980E-2FAF-64E6768A9E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2672" y="6135878"/>
                  <a:ext cx="33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FA09CB-8B9E-4707-3CB1-EC902EDF2312}"/>
                    </a:ext>
                  </a:extLst>
                </p14:cNvPr>
                <p14:cNvContentPartPr/>
                <p14:nvPr/>
              </p14:nvContentPartPr>
              <p14:xfrm>
                <a:off x="818072" y="6125438"/>
                <a:ext cx="182880" cy="280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FA09CB-8B9E-4707-3CB1-EC902EDF231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9072" y="6116798"/>
                  <a:ext cx="2005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8F286B8-5795-75C6-6C9A-614B3F454EFF}"/>
                    </a:ext>
                  </a:extLst>
                </p14:cNvPr>
                <p14:cNvContentPartPr/>
                <p14:nvPr/>
              </p14:nvContentPartPr>
              <p14:xfrm>
                <a:off x="1105352" y="6145958"/>
                <a:ext cx="7920" cy="286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8F286B8-5795-75C6-6C9A-614B3F454EF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6712" y="6137318"/>
                  <a:ext cx="25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77075F-ADE3-CEE0-7811-13DD2B9C72EB}"/>
                    </a:ext>
                  </a:extLst>
                </p14:cNvPr>
                <p14:cNvContentPartPr/>
                <p14:nvPr/>
              </p14:nvContentPartPr>
              <p14:xfrm>
                <a:off x="1102472" y="6134798"/>
                <a:ext cx="222840" cy="312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77075F-ADE3-CEE0-7811-13DD2B9C72E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3472" y="6125798"/>
                  <a:ext cx="240480" cy="33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EEE5403-682F-F024-294E-633E95E4AE4C}"/>
                  </a:ext>
                </a:extLst>
              </p14:cNvPr>
              <p14:cNvContentPartPr/>
              <p14:nvPr/>
            </p14:nvContentPartPr>
            <p14:xfrm>
              <a:off x="7687232" y="2335718"/>
              <a:ext cx="41400" cy="8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EEE5403-682F-F024-294E-633E95E4AE4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678232" y="2326718"/>
                <a:ext cx="5904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77B7424-FB80-0444-4421-C552294B0E1D}"/>
              </a:ext>
            </a:extLst>
          </p:cNvPr>
          <p:cNvGrpSpPr/>
          <p:nvPr/>
        </p:nvGrpSpPr>
        <p:grpSpPr>
          <a:xfrm>
            <a:off x="609272" y="777278"/>
            <a:ext cx="922320" cy="461880"/>
            <a:chOff x="609272" y="777278"/>
            <a:chExt cx="92232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B3EF63E-C309-68FF-E46F-4064E4B4DE59}"/>
                    </a:ext>
                  </a:extLst>
                </p14:cNvPr>
                <p14:cNvContentPartPr/>
                <p14:nvPr/>
              </p14:nvContentPartPr>
              <p14:xfrm>
                <a:off x="609272" y="777278"/>
                <a:ext cx="151560" cy="341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B3EF63E-C309-68FF-E46F-4064E4B4DE5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0272" y="768638"/>
                  <a:ext cx="1692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4AC0E3B-B94C-4656-9414-E8305075AAC6}"/>
                    </a:ext>
                  </a:extLst>
                </p14:cNvPr>
                <p14:cNvContentPartPr/>
                <p14:nvPr/>
              </p14:nvContentPartPr>
              <p14:xfrm>
                <a:off x="847232" y="1032878"/>
                <a:ext cx="360" cy="169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4AC0E3B-B94C-4656-9414-E8305075AAC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8232" y="1023878"/>
                  <a:ext cx="18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CDDC96C-78BA-44F2-87C7-66875C2FE34E}"/>
                    </a:ext>
                  </a:extLst>
                </p14:cNvPr>
                <p14:cNvContentPartPr/>
                <p14:nvPr/>
              </p14:nvContentPartPr>
              <p14:xfrm>
                <a:off x="959552" y="933878"/>
                <a:ext cx="103320" cy="15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CDDC96C-78BA-44F2-87C7-66875C2FE34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0912" y="924878"/>
                  <a:ext cx="120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3D4B11-9F29-7258-5966-E5755FC616F5}"/>
                    </a:ext>
                  </a:extLst>
                </p14:cNvPr>
                <p14:cNvContentPartPr/>
                <p14:nvPr/>
              </p14:nvContentPartPr>
              <p14:xfrm>
                <a:off x="973232" y="1045838"/>
                <a:ext cx="108360" cy="15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3D4B11-9F29-7258-5966-E5755FC616F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4592" y="1036838"/>
                  <a:ext cx="126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A06E04-2AED-47D4-0679-B4911D8AEA09}"/>
                    </a:ext>
                  </a:extLst>
                </p14:cNvPr>
                <p14:cNvContentPartPr/>
                <p14:nvPr/>
              </p14:nvContentPartPr>
              <p14:xfrm>
                <a:off x="1225592" y="834518"/>
                <a:ext cx="140040" cy="322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A06E04-2AED-47D4-0679-B4911D8AEA0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16592" y="825518"/>
                  <a:ext cx="1576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C40938E-7E99-5B00-30A5-FDEA0D265189}"/>
                    </a:ext>
                  </a:extLst>
                </p14:cNvPr>
                <p14:cNvContentPartPr/>
                <p14:nvPr/>
              </p14:nvContentPartPr>
              <p14:xfrm>
                <a:off x="1400552" y="1072838"/>
                <a:ext cx="131040" cy="166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C40938E-7E99-5B00-30A5-FDEA0D26518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91552" y="1064198"/>
                  <a:ext cx="1486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222D424-96B2-8854-E4B5-8A9C468DDD2C}"/>
              </a:ext>
            </a:extLst>
          </p:cNvPr>
          <p:cNvGrpSpPr/>
          <p:nvPr/>
        </p:nvGrpSpPr>
        <p:grpSpPr>
          <a:xfrm>
            <a:off x="1760552" y="711038"/>
            <a:ext cx="884160" cy="544680"/>
            <a:chOff x="1760552" y="711038"/>
            <a:chExt cx="884160" cy="54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DE79DBE-ED7C-916D-F89B-E3D5DCB6635B}"/>
                    </a:ext>
                  </a:extLst>
                </p14:cNvPr>
                <p14:cNvContentPartPr/>
                <p14:nvPr/>
              </p14:nvContentPartPr>
              <p14:xfrm>
                <a:off x="1760552" y="711038"/>
                <a:ext cx="172440" cy="342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DE79DBE-ED7C-916D-F89B-E3D5DCB6635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51552" y="702038"/>
                  <a:ext cx="1900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3ECA278-F906-1FDA-7E7B-177B057AE27F}"/>
                    </a:ext>
                  </a:extLst>
                </p14:cNvPr>
                <p14:cNvContentPartPr/>
                <p14:nvPr/>
              </p14:nvContentPartPr>
              <p14:xfrm>
                <a:off x="1948832" y="916238"/>
                <a:ext cx="147240" cy="244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3ECA278-F906-1FDA-7E7B-177B057AE27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40192" y="907238"/>
                  <a:ext cx="1648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46358B6-3FE0-9379-0C9C-079F07B9645D}"/>
                    </a:ext>
                  </a:extLst>
                </p14:cNvPr>
                <p14:cNvContentPartPr/>
                <p14:nvPr/>
              </p14:nvContentPartPr>
              <p14:xfrm>
                <a:off x="2154032" y="1082198"/>
                <a:ext cx="102240" cy="136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46358B6-3FE0-9379-0C9C-079F07B9645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45392" y="1073198"/>
                  <a:ext cx="119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930B23F-F9D1-A549-942E-6054AF3067BD}"/>
                    </a:ext>
                  </a:extLst>
                </p14:cNvPr>
                <p14:cNvContentPartPr/>
                <p14:nvPr/>
              </p14:nvContentPartPr>
              <p14:xfrm>
                <a:off x="2285792" y="775118"/>
                <a:ext cx="90720" cy="273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930B23F-F9D1-A549-942E-6054AF3067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76792" y="766478"/>
                  <a:ext cx="108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586CDC6-F8DE-8BF3-128D-A37E0DF0C079}"/>
                    </a:ext>
                  </a:extLst>
                </p14:cNvPr>
                <p14:cNvContentPartPr/>
                <p14:nvPr/>
              </p14:nvContentPartPr>
              <p14:xfrm>
                <a:off x="2457152" y="863318"/>
                <a:ext cx="10440" cy="223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586CDC6-F8DE-8BF3-128D-A37E0DF0C07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48512" y="854678"/>
                  <a:ext cx="28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CF230B1-1511-F44F-8F49-D79F441D5363}"/>
                    </a:ext>
                  </a:extLst>
                </p14:cNvPr>
                <p14:cNvContentPartPr/>
                <p14:nvPr/>
              </p14:nvContentPartPr>
              <p14:xfrm>
                <a:off x="2379032" y="854678"/>
                <a:ext cx="147600" cy="8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CF230B1-1511-F44F-8F49-D79F441D536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70032" y="845678"/>
                  <a:ext cx="165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7D33CAB-1435-3619-3756-994976BE9F00}"/>
                    </a:ext>
                  </a:extLst>
                </p14:cNvPr>
                <p14:cNvContentPartPr/>
                <p14:nvPr/>
              </p14:nvContentPartPr>
              <p14:xfrm>
                <a:off x="2509712" y="783398"/>
                <a:ext cx="135000" cy="472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7D33CAB-1435-3619-3756-994976BE9F0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00712" y="774758"/>
                  <a:ext cx="152640" cy="4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165B1D2-BB4E-9743-96CD-D9BAE16CC9A9}"/>
              </a:ext>
            </a:extLst>
          </p:cNvPr>
          <p:cNvGrpSpPr/>
          <p:nvPr/>
        </p:nvGrpSpPr>
        <p:grpSpPr>
          <a:xfrm>
            <a:off x="2828672" y="816878"/>
            <a:ext cx="843840" cy="364320"/>
            <a:chOff x="2828672" y="816878"/>
            <a:chExt cx="84384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5EE5DF3-BC3B-CE81-0507-87C426A9557D}"/>
                    </a:ext>
                  </a:extLst>
                </p14:cNvPr>
                <p14:cNvContentPartPr/>
                <p14:nvPr/>
              </p14:nvContentPartPr>
              <p14:xfrm>
                <a:off x="2828672" y="872318"/>
                <a:ext cx="23040" cy="5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5EE5DF3-BC3B-CE81-0507-87C426A955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20032" y="863318"/>
                  <a:ext cx="40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4C38F97-4001-CAF1-5561-3EAA82447A80}"/>
                    </a:ext>
                  </a:extLst>
                </p14:cNvPr>
                <p14:cNvContentPartPr/>
                <p14:nvPr/>
              </p14:nvContentPartPr>
              <p14:xfrm>
                <a:off x="2828672" y="816878"/>
                <a:ext cx="193320" cy="302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4C38F97-4001-CAF1-5561-3EAA82447A8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20032" y="808238"/>
                  <a:ext cx="210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AF0E683-D7CE-B3AB-744A-76270378AD9C}"/>
                    </a:ext>
                  </a:extLst>
                </p14:cNvPr>
                <p14:cNvContentPartPr/>
                <p14:nvPr/>
              </p14:nvContentPartPr>
              <p14:xfrm>
                <a:off x="3065912" y="1030718"/>
                <a:ext cx="117360" cy="141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AF0E683-D7CE-B3AB-744A-76270378AD9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56912" y="1022078"/>
                  <a:ext cx="135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5332F75-8E6A-6E6B-59B8-4FFA26F6DF94}"/>
                    </a:ext>
                  </a:extLst>
                </p14:cNvPr>
                <p14:cNvContentPartPr/>
                <p14:nvPr/>
              </p14:nvContentPartPr>
              <p14:xfrm>
                <a:off x="3263552" y="844958"/>
                <a:ext cx="67320" cy="214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5332F75-8E6A-6E6B-59B8-4FFA26F6DF9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54552" y="835958"/>
                  <a:ext cx="84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43ED466-EA80-454A-5A19-9B3C27FCB110}"/>
                    </a:ext>
                  </a:extLst>
                </p14:cNvPr>
                <p14:cNvContentPartPr/>
                <p14:nvPr/>
              </p14:nvContentPartPr>
              <p14:xfrm>
                <a:off x="3330152" y="869078"/>
                <a:ext cx="61200" cy="223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43ED466-EA80-454A-5A19-9B3C27FCB1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21152" y="860438"/>
                  <a:ext cx="788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CC4F6CB-E395-2530-BCF9-7C2A6E8235CF}"/>
                    </a:ext>
                  </a:extLst>
                </p14:cNvPr>
                <p14:cNvContentPartPr/>
                <p14:nvPr/>
              </p14:nvContentPartPr>
              <p14:xfrm>
                <a:off x="3435992" y="848198"/>
                <a:ext cx="126360" cy="250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CC4F6CB-E395-2530-BCF9-7C2A6E8235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26992" y="839558"/>
                  <a:ext cx="144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C5F908-BDCB-9CDD-9D2D-A8D7517BFAE1}"/>
                    </a:ext>
                  </a:extLst>
                </p14:cNvPr>
                <p14:cNvContentPartPr/>
                <p14:nvPr/>
              </p14:nvContentPartPr>
              <p14:xfrm>
                <a:off x="3567392" y="1006238"/>
                <a:ext cx="105120" cy="174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C5F908-BDCB-9CDD-9D2D-A8D7517BFAE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58392" y="997598"/>
                  <a:ext cx="12276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D0B805C-AB7D-D872-CA22-0E96CE9FE5C3}"/>
              </a:ext>
            </a:extLst>
          </p:cNvPr>
          <p:cNvGrpSpPr/>
          <p:nvPr/>
        </p:nvGrpSpPr>
        <p:grpSpPr>
          <a:xfrm>
            <a:off x="3887432" y="750638"/>
            <a:ext cx="532800" cy="523080"/>
            <a:chOff x="3887432" y="750638"/>
            <a:chExt cx="53280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CD4979D-8E2E-E965-975A-821D64AE8B18}"/>
                    </a:ext>
                  </a:extLst>
                </p14:cNvPr>
                <p14:cNvContentPartPr/>
                <p14:nvPr/>
              </p14:nvContentPartPr>
              <p14:xfrm>
                <a:off x="3887432" y="750638"/>
                <a:ext cx="203040" cy="302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CD4979D-8E2E-E965-975A-821D64AE8B1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78792" y="741638"/>
                  <a:ext cx="2206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9247482-1FDA-529F-F043-14AC117562CB}"/>
                    </a:ext>
                  </a:extLst>
                </p14:cNvPr>
                <p14:cNvContentPartPr/>
                <p14:nvPr/>
              </p14:nvContentPartPr>
              <p14:xfrm>
                <a:off x="4065632" y="955478"/>
                <a:ext cx="111240" cy="249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9247482-1FDA-529F-F043-14AC117562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56992" y="946478"/>
                  <a:ext cx="128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9FC7C8A-E9AC-103B-ADD1-0F3EFF85AF68}"/>
                    </a:ext>
                  </a:extLst>
                </p14:cNvPr>
                <p14:cNvContentPartPr/>
                <p14:nvPr/>
              </p14:nvContentPartPr>
              <p14:xfrm>
                <a:off x="4218992" y="1104878"/>
                <a:ext cx="149760" cy="168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9FC7C8A-E9AC-103B-ADD1-0F3EFF85AF6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09992" y="1095878"/>
                  <a:ext cx="167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259C5A7-907D-3603-464C-BF9E9B2C9EDB}"/>
                    </a:ext>
                  </a:extLst>
                </p14:cNvPr>
                <p14:cNvContentPartPr/>
                <p14:nvPr/>
              </p14:nvContentPartPr>
              <p14:xfrm>
                <a:off x="4374152" y="801038"/>
                <a:ext cx="46080" cy="168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259C5A7-907D-3603-464C-BF9E9B2C9ED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65512" y="792398"/>
                  <a:ext cx="6372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1E86CF3-D5CE-9FE2-9835-03EEF3CD8523}"/>
                  </a:ext>
                </a:extLst>
              </p14:cNvPr>
              <p14:cNvContentPartPr/>
              <p14:nvPr/>
            </p14:nvContentPartPr>
            <p14:xfrm>
              <a:off x="5019992" y="835598"/>
              <a:ext cx="195120" cy="3848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1E86CF3-D5CE-9FE2-9835-03EEF3CD852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011352" y="826958"/>
                <a:ext cx="2127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D86D5BC1-D12A-523A-CCD7-9D7360A6556B}"/>
                  </a:ext>
                </a:extLst>
              </p14:cNvPr>
              <p14:cNvContentPartPr/>
              <p14:nvPr/>
            </p14:nvContentPartPr>
            <p14:xfrm>
              <a:off x="1733400" y="-11160"/>
              <a:ext cx="10658160" cy="688140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D86D5BC1-D12A-523A-CCD7-9D7360A6556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724040" y="-20520"/>
                <a:ext cx="10676880" cy="69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D0A06A3-59BA-58F0-B5D9-F4A4B3A7426E}"/>
                  </a:ext>
                </a:extLst>
              </p14:cNvPr>
              <p14:cNvContentPartPr/>
              <p14:nvPr/>
            </p14:nvContentPartPr>
            <p14:xfrm>
              <a:off x="3875885" y="2222030"/>
              <a:ext cx="92160" cy="2206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D0A06A3-59BA-58F0-B5D9-F4A4B3A7426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866885" y="2213030"/>
                <a:ext cx="10980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7AAF5D7-7A5E-FEC4-D834-0BFF8D0AD6CB}"/>
              </a:ext>
            </a:extLst>
          </p:cNvPr>
          <p:cNvGrpSpPr/>
          <p:nvPr/>
        </p:nvGrpSpPr>
        <p:grpSpPr>
          <a:xfrm>
            <a:off x="3821165" y="2159750"/>
            <a:ext cx="483480" cy="352080"/>
            <a:chOff x="3821165" y="2159750"/>
            <a:chExt cx="48348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3988EDF-DF65-141D-D42B-3F47AF13B0D0}"/>
                    </a:ext>
                  </a:extLst>
                </p14:cNvPr>
                <p14:cNvContentPartPr/>
                <p14:nvPr/>
              </p14:nvContentPartPr>
              <p14:xfrm>
                <a:off x="3821165" y="2159750"/>
                <a:ext cx="119520" cy="318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3988EDF-DF65-141D-D42B-3F47AF13B0D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12165" y="2151110"/>
                  <a:ext cx="137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16DFCAE-3ED1-CF66-CEFC-3E65CC6F9364}"/>
                    </a:ext>
                  </a:extLst>
                </p14:cNvPr>
                <p14:cNvContentPartPr/>
                <p14:nvPr/>
              </p14:nvContentPartPr>
              <p14:xfrm>
                <a:off x="4008005" y="2394110"/>
                <a:ext cx="16560" cy="1177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16DFCAE-3ED1-CF66-CEFC-3E65CC6F936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999365" y="2385470"/>
                  <a:ext cx="34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5E9FFC0-4E8F-AEB2-5E7C-318B5B56C93A}"/>
                    </a:ext>
                  </a:extLst>
                </p14:cNvPr>
                <p14:cNvContentPartPr/>
                <p14:nvPr/>
              </p14:nvContentPartPr>
              <p14:xfrm>
                <a:off x="4118525" y="2184950"/>
                <a:ext cx="163800" cy="310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5E9FFC0-4E8F-AEB2-5E7C-318B5B56C93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09885" y="2176310"/>
                  <a:ext cx="1814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34782A7-DF17-B09E-50D8-F9C9E669C934}"/>
                    </a:ext>
                  </a:extLst>
                </p14:cNvPr>
                <p14:cNvContentPartPr/>
                <p14:nvPr/>
              </p14:nvContentPartPr>
              <p14:xfrm>
                <a:off x="4131125" y="2199350"/>
                <a:ext cx="173520" cy="6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34782A7-DF17-B09E-50D8-F9C9E669C93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22485" y="2190350"/>
                  <a:ext cx="1911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90C256E-7D2C-6146-B00D-05DEE6C6DCDE}"/>
              </a:ext>
            </a:extLst>
          </p:cNvPr>
          <p:cNvGrpSpPr/>
          <p:nvPr/>
        </p:nvGrpSpPr>
        <p:grpSpPr>
          <a:xfrm>
            <a:off x="4971725" y="2085590"/>
            <a:ext cx="513000" cy="358200"/>
            <a:chOff x="4971725" y="2085590"/>
            <a:chExt cx="51300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C965985-E54E-67AC-51F7-37B6EEB67C89}"/>
                    </a:ext>
                  </a:extLst>
                </p14:cNvPr>
                <p14:cNvContentPartPr/>
                <p14:nvPr/>
              </p14:nvContentPartPr>
              <p14:xfrm>
                <a:off x="4971725" y="2141750"/>
                <a:ext cx="158760" cy="256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C965985-E54E-67AC-51F7-37B6EEB67C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63085" y="2133110"/>
                  <a:ext cx="176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7CDEE1-3975-C11A-5C0F-8D017E646E95}"/>
                    </a:ext>
                  </a:extLst>
                </p14:cNvPr>
                <p14:cNvContentPartPr/>
                <p14:nvPr/>
              </p14:nvContentPartPr>
              <p14:xfrm>
                <a:off x="5227685" y="2085590"/>
                <a:ext cx="52560" cy="82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7CDEE1-3975-C11A-5C0F-8D017E646E9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19045" y="2076590"/>
                  <a:ext cx="70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9AE24EA-38A7-0EC2-35D0-B9DF189DF7C0}"/>
                    </a:ext>
                  </a:extLst>
                </p14:cNvPr>
                <p14:cNvContentPartPr/>
                <p14:nvPr/>
              </p14:nvContentPartPr>
              <p14:xfrm>
                <a:off x="5313725" y="2117990"/>
                <a:ext cx="109800" cy="325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9AE24EA-38A7-0EC2-35D0-B9DF189DF7C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04725" y="2108990"/>
                  <a:ext cx="1274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C90EECD-A952-F626-E7C4-DA9F96AADC6D}"/>
                    </a:ext>
                  </a:extLst>
                </p14:cNvPr>
                <p14:cNvContentPartPr/>
                <p14:nvPr/>
              </p14:nvContentPartPr>
              <p14:xfrm>
                <a:off x="5440445" y="2366390"/>
                <a:ext cx="44280" cy="50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C90EECD-A952-F626-E7C4-DA9F96AADC6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31805" y="2357750"/>
                  <a:ext cx="6192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61B0E36-6FB2-7086-2038-CEC287798E95}"/>
              </a:ext>
            </a:extLst>
          </p:cNvPr>
          <p:cNvGrpSpPr/>
          <p:nvPr/>
        </p:nvGrpSpPr>
        <p:grpSpPr>
          <a:xfrm>
            <a:off x="3090365" y="217550"/>
            <a:ext cx="335520" cy="438120"/>
            <a:chOff x="3090365" y="217550"/>
            <a:chExt cx="33552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960F692-4D0C-A93C-6463-E706000ACC06}"/>
                    </a:ext>
                  </a:extLst>
                </p14:cNvPr>
                <p14:cNvContentPartPr/>
                <p14:nvPr/>
              </p14:nvContentPartPr>
              <p14:xfrm>
                <a:off x="3090365" y="430310"/>
                <a:ext cx="7920" cy="223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960F692-4D0C-A93C-6463-E706000ACC0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81365" y="421670"/>
                  <a:ext cx="25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FD0EA19-368A-FDAB-D1D8-8135386570C5}"/>
                    </a:ext>
                  </a:extLst>
                </p14:cNvPr>
                <p14:cNvContentPartPr/>
                <p14:nvPr/>
              </p14:nvContentPartPr>
              <p14:xfrm>
                <a:off x="3096845" y="413750"/>
                <a:ext cx="102240" cy="241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FD0EA19-368A-FDAB-D1D8-8135386570C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87845" y="405110"/>
                  <a:ext cx="119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23A469A-AF8D-20CF-31C9-6E8DDCB211B1}"/>
                    </a:ext>
                  </a:extLst>
                </p14:cNvPr>
                <p14:cNvContentPartPr/>
                <p14:nvPr/>
              </p14:nvContentPartPr>
              <p14:xfrm>
                <a:off x="3249845" y="556310"/>
                <a:ext cx="79560" cy="96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23A469A-AF8D-20CF-31C9-6E8DDCB211B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241205" y="547310"/>
                  <a:ext cx="97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B7109A5-5D66-9FF6-9039-96CCC0DD6989}"/>
                    </a:ext>
                  </a:extLst>
                </p14:cNvPr>
                <p14:cNvContentPartPr/>
                <p14:nvPr/>
              </p14:nvContentPartPr>
              <p14:xfrm>
                <a:off x="3399245" y="217550"/>
                <a:ext cx="26640" cy="111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B7109A5-5D66-9FF6-9039-96CCC0DD698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90245" y="208910"/>
                  <a:ext cx="4428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86DB7AD-415F-3F8E-FBFD-59CC7C9CBEA2}"/>
                  </a:ext>
                </a:extLst>
              </p14:cNvPr>
              <p14:cNvContentPartPr/>
              <p14:nvPr/>
            </p14:nvContentPartPr>
            <p14:xfrm>
              <a:off x="7199405" y="333830"/>
              <a:ext cx="34200" cy="1177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86DB7AD-415F-3F8E-FBFD-59CC7C9CBEA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190405" y="325190"/>
                <a:ext cx="51840" cy="13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CEAB5FA-832C-A8E8-9167-4C0E49AC6AA1}"/>
              </a:ext>
            </a:extLst>
          </p:cNvPr>
          <p:cNvGrpSpPr/>
          <p:nvPr/>
        </p:nvGrpSpPr>
        <p:grpSpPr>
          <a:xfrm>
            <a:off x="6945605" y="602750"/>
            <a:ext cx="401400" cy="356760"/>
            <a:chOff x="6945605" y="602750"/>
            <a:chExt cx="40140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51A884C-18DE-6DB3-D6AD-FA7F9004C6DE}"/>
                    </a:ext>
                  </a:extLst>
                </p14:cNvPr>
                <p14:cNvContentPartPr/>
                <p14:nvPr/>
              </p14:nvContentPartPr>
              <p14:xfrm>
                <a:off x="6961805" y="602750"/>
                <a:ext cx="110160" cy="266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51A884C-18DE-6DB3-D6AD-FA7F9004C6D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53165" y="593750"/>
                  <a:ext cx="1278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41D946C-53B9-DD52-0E64-282AF636CD32}"/>
                    </a:ext>
                  </a:extLst>
                </p14:cNvPr>
                <p14:cNvContentPartPr/>
                <p14:nvPr/>
              </p14:nvContentPartPr>
              <p14:xfrm>
                <a:off x="7071605" y="832070"/>
                <a:ext cx="104400" cy="127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41D946C-53B9-DD52-0E64-282AF636CD3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62605" y="823070"/>
                  <a:ext cx="122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FA35F84-63FC-3DD0-1050-A58954C04FE0}"/>
                    </a:ext>
                  </a:extLst>
                </p14:cNvPr>
                <p14:cNvContentPartPr/>
                <p14:nvPr/>
              </p14:nvContentPartPr>
              <p14:xfrm>
                <a:off x="7270685" y="741710"/>
                <a:ext cx="76320" cy="14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FA35F84-63FC-3DD0-1050-A58954C04FE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62045" y="733070"/>
                  <a:ext cx="93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FAAD19B-1345-EF78-0AA2-F0624E8CF2AC}"/>
                    </a:ext>
                  </a:extLst>
                </p14:cNvPr>
                <p14:cNvContentPartPr/>
                <p14:nvPr/>
              </p14:nvContentPartPr>
              <p14:xfrm>
                <a:off x="7270685" y="741710"/>
                <a:ext cx="3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FAAD19B-1345-EF78-0AA2-F0624E8CF2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262045" y="733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7151092-6666-B7BC-7256-20AB8217769C}"/>
                    </a:ext>
                  </a:extLst>
                </p14:cNvPr>
                <p14:cNvContentPartPr/>
                <p14:nvPr/>
              </p14:nvContentPartPr>
              <p14:xfrm>
                <a:off x="7270685" y="741710"/>
                <a:ext cx="65520" cy="60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7151092-6666-B7BC-7256-20AB8217769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62045" y="733070"/>
                  <a:ext cx="83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0FF07E2-208C-6865-B06B-B4F71C3564EC}"/>
                    </a:ext>
                  </a:extLst>
                </p14:cNvPr>
                <p14:cNvContentPartPr/>
                <p14:nvPr/>
              </p14:nvContentPartPr>
              <p14:xfrm>
                <a:off x="6945605" y="618230"/>
                <a:ext cx="34200" cy="338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0FF07E2-208C-6865-B06B-B4F71C3564E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6965" y="609230"/>
                  <a:ext cx="51840" cy="35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663CD4A-C567-C5BC-A166-FA868FFAFB7B}"/>
              </a:ext>
            </a:extLst>
          </p:cNvPr>
          <p:cNvGrpSpPr/>
          <p:nvPr/>
        </p:nvGrpSpPr>
        <p:grpSpPr>
          <a:xfrm>
            <a:off x="3820085" y="2783270"/>
            <a:ext cx="653400" cy="340920"/>
            <a:chOff x="3820085" y="2783270"/>
            <a:chExt cx="65340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D14F72A-6118-D3A6-1D22-F3A6EE033361}"/>
                    </a:ext>
                  </a:extLst>
                </p14:cNvPr>
                <p14:cNvContentPartPr/>
                <p14:nvPr/>
              </p14:nvContentPartPr>
              <p14:xfrm>
                <a:off x="3820085" y="2783270"/>
                <a:ext cx="92520" cy="296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D14F72A-6118-D3A6-1D22-F3A6EE03336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11445" y="2774630"/>
                  <a:ext cx="1101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0005200-DD33-754E-E94E-F4E84D30AD2A}"/>
                    </a:ext>
                  </a:extLst>
                </p14:cNvPr>
                <p14:cNvContentPartPr/>
                <p14:nvPr/>
              </p14:nvContentPartPr>
              <p14:xfrm>
                <a:off x="3964085" y="3043190"/>
                <a:ext cx="3240" cy="81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0005200-DD33-754E-E94E-F4E84D30AD2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55445" y="3034550"/>
                  <a:ext cx="20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F0CB5C7-14BB-F914-4A1F-25D32DC28035}"/>
                    </a:ext>
                  </a:extLst>
                </p14:cNvPr>
                <p14:cNvContentPartPr/>
                <p14:nvPr/>
              </p14:nvContentPartPr>
              <p14:xfrm>
                <a:off x="4010525" y="2831510"/>
                <a:ext cx="96120" cy="151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F0CB5C7-14BB-F914-4A1F-25D32DC2803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001885" y="2822510"/>
                  <a:ext cx="113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219C722-7B07-E17D-D919-93A876B1D776}"/>
                    </a:ext>
                  </a:extLst>
                </p14:cNvPr>
                <p14:cNvContentPartPr/>
                <p14:nvPr/>
              </p14:nvContentPartPr>
              <p14:xfrm>
                <a:off x="4107365" y="2819630"/>
                <a:ext cx="30600" cy="249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219C722-7B07-E17D-D919-93A876B1D77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98365" y="2810990"/>
                  <a:ext cx="482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62AF624-E07D-DEE8-C1CB-363E275A29EF}"/>
                    </a:ext>
                  </a:extLst>
                </p14:cNvPr>
                <p14:cNvContentPartPr/>
                <p14:nvPr/>
              </p14:nvContentPartPr>
              <p14:xfrm>
                <a:off x="4197365" y="2817830"/>
                <a:ext cx="102240" cy="280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62AF624-E07D-DEE8-C1CB-363E275A29E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188725" y="2809190"/>
                  <a:ext cx="1198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D2D7CDB-09A4-56EF-B4E7-33DBF67BEF13}"/>
                    </a:ext>
                  </a:extLst>
                </p14:cNvPr>
                <p14:cNvContentPartPr/>
                <p14:nvPr/>
              </p14:nvContentPartPr>
              <p14:xfrm>
                <a:off x="4342805" y="2787950"/>
                <a:ext cx="130680" cy="285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D2D7CDB-09A4-56EF-B4E7-33DBF67BEF1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333805" y="2778950"/>
                  <a:ext cx="14832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597FA7F-0E0A-6968-F888-35E37B01916D}"/>
              </a:ext>
            </a:extLst>
          </p:cNvPr>
          <p:cNvGrpSpPr/>
          <p:nvPr/>
        </p:nvGrpSpPr>
        <p:grpSpPr>
          <a:xfrm>
            <a:off x="4953365" y="2694350"/>
            <a:ext cx="799920" cy="424440"/>
            <a:chOff x="4953365" y="2694350"/>
            <a:chExt cx="79992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B8BAB46-7F9A-2F58-02C4-257DCB0E6140}"/>
                    </a:ext>
                  </a:extLst>
                </p14:cNvPr>
                <p14:cNvContentPartPr/>
                <p14:nvPr/>
              </p14:nvContentPartPr>
              <p14:xfrm>
                <a:off x="4953365" y="2781470"/>
                <a:ext cx="138600" cy="2293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B8BAB46-7F9A-2F58-02C4-257DCB0E614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44725" y="2772830"/>
                  <a:ext cx="1562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07C0130-D4CD-9F17-8BC6-3275EC802323}"/>
                    </a:ext>
                  </a:extLst>
                </p14:cNvPr>
                <p14:cNvContentPartPr/>
                <p14:nvPr/>
              </p14:nvContentPartPr>
              <p14:xfrm>
                <a:off x="5154245" y="2998190"/>
                <a:ext cx="14040" cy="1018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07C0130-D4CD-9F17-8BC6-3275EC80232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145605" y="2989190"/>
                  <a:ext cx="31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A2AAE0D-6762-A1CB-968D-5798DF6C2C8C}"/>
                    </a:ext>
                  </a:extLst>
                </p14:cNvPr>
                <p14:cNvContentPartPr/>
                <p14:nvPr/>
              </p14:nvContentPartPr>
              <p14:xfrm>
                <a:off x="5257205" y="2805950"/>
                <a:ext cx="94680" cy="208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A2AAE0D-6762-A1CB-968D-5798DF6C2C8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248205" y="2797310"/>
                  <a:ext cx="112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E62C95E-5284-C679-A80A-2F357BD1A1BE}"/>
                    </a:ext>
                  </a:extLst>
                </p14:cNvPr>
                <p14:cNvContentPartPr/>
                <p14:nvPr/>
              </p14:nvContentPartPr>
              <p14:xfrm>
                <a:off x="5332445" y="2694350"/>
                <a:ext cx="128520" cy="3160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E62C95E-5284-C679-A80A-2F357BD1A1B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23805" y="2685350"/>
                  <a:ext cx="1461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6B882E2-227C-32B4-00FF-3CFAF8AA5896}"/>
                    </a:ext>
                  </a:extLst>
                </p14:cNvPr>
                <p14:cNvContentPartPr/>
                <p14:nvPr/>
              </p14:nvContentPartPr>
              <p14:xfrm>
                <a:off x="5577245" y="2744750"/>
                <a:ext cx="38160" cy="73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6B882E2-227C-32B4-00FF-3CFAF8AA589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568605" y="2735750"/>
                  <a:ext cx="55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423DB95-F00D-6B0F-870C-7EE7AAF57E98}"/>
                    </a:ext>
                  </a:extLst>
                </p14:cNvPr>
                <p14:cNvContentPartPr/>
                <p14:nvPr/>
              </p14:nvContentPartPr>
              <p14:xfrm>
                <a:off x="5632685" y="2826470"/>
                <a:ext cx="62280" cy="267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423DB95-F00D-6B0F-870C-7EE7AAF57E9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23685" y="2817470"/>
                  <a:ext cx="79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461C5B3-6C9D-F8EB-830F-155D9F647BA5}"/>
                    </a:ext>
                  </a:extLst>
                </p14:cNvPr>
                <p14:cNvContentPartPr/>
                <p14:nvPr/>
              </p14:nvContentPartPr>
              <p14:xfrm>
                <a:off x="5702885" y="3045350"/>
                <a:ext cx="50400" cy="734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461C5B3-6C9D-F8EB-830F-155D9F647BA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693885" y="3036710"/>
                  <a:ext cx="6804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7EC530B-36A3-AD5F-EBF8-13099D25EACC}"/>
              </a:ext>
            </a:extLst>
          </p:cNvPr>
          <p:cNvGrpSpPr/>
          <p:nvPr/>
        </p:nvGrpSpPr>
        <p:grpSpPr>
          <a:xfrm>
            <a:off x="2815325" y="2852390"/>
            <a:ext cx="748800" cy="290520"/>
            <a:chOff x="2815325" y="2852390"/>
            <a:chExt cx="74880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6DF836F-4475-B23E-FCE9-94F736EDFF44}"/>
                    </a:ext>
                  </a:extLst>
                </p14:cNvPr>
                <p14:cNvContentPartPr/>
                <p14:nvPr/>
              </p14:nvContentPartPr>
              <p14:xfrm>
                <a:off x="2815325" y="2852390"/>
                <a:ext cx="111960" cy="163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6DF836F-4475-B23E-FCE9-94F736EDFF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806685" y="2843390"/>
                  <a:ext cx="129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C0401DC-2357-BC91-81F2-861F7B16DA0C}"/>
                    </a:ext>
                  </a:extLst>
                </p14:cNvPr>
                <p14:cNvContentPartPr/>
                <p14:nvPr/>
              </p14:nvContentPartPr>
              <p14:xfrm>
                <a:off x="2921885" y="2855630"/>
                <a:ext cx="30960" cy="248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C0401DC-2357-BC91-81F2-861F7B16DA0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12885" y="2846990"/>
                  <a:ext cx="486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0D72DDC-79E7-828C-8998-C2D6938AEA0B}"/>
                    </a:ext>
                  </a:extLst>
                </p14:cNvPr>
                <p14:cNvContentPartPr/>
                <p14:nvPr/>
              </p14:nvContentPartPr>
              <p14:xfrm>
                <a:off x="3007205" y="2853110"/>
                <a:ext cx="106200" cy="231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0D72DDC-79E7-828C-8998-C2D6938AEA0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98205" y="2844470"/>
                  <a:ext cx="123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85FD25B-4C5D-1A4D-4A90-A37F8CE34BE8}"/>
                    </a:ext>
                  </a:extLst>
                </p14:cNvPr>
                <p14:cNvContentPartPr/>
                <p14:nvPr/>
              </p14:nvContentPartPr>
              <p14:xfrm>
                <a:off x="3144005" y="2863190"/>
                <a:ext cx="95040" cy="262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85FD25B-4C5D-1A4D-4A90-A37F8CE34BE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35365" y="2854550"/>
                  <a:ext cx="112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074CD4D-8310-16DC-3A8C-6337BE923465}"/>
                    </a:ext>
                  </a:extLst>
                </p14:cNvPr>
                <p14:cNvContentPartPr/>
                <p14:nvPr/>
              </p14:nvContentPartPr>
              <p14:xfrm>
                <a:off x="3254885" y="2890910"/>
                <a:ext cx="59400" cy="184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074CD4D-8310-16DC-3A8C-6337BE92346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45885" y="2881910"/>
                  <a:ext cx="77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D6DE3C0-2DF5-9049-1453-D2942352D820}"/>
                    </a:ext>
                  </a:extLst>
                </p14:cNvPr>
                <p14:cNvContentPartPr/>
                <p14:nvPr/>
              </p14:nvContentPartPr>
              <p14:xfrm>
                <a:off x="3390605" y="3060110"/>
                <a:ext cx="360" cy="82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D6DE3C0-2DF5-9049-1453-D2942352D82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81605" y="3051470"/>
                  <a:ext cx="18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47BDAED-C06C-8839-8579-C2AC9B83D60A}"/>
                    </a:ext>
                  </a:extLst>
                </p14:cNvPr>
                <p14:cNvContentPartPr/>
                <p14:nvPr/>
              </p14:nvContentPartPr>
              <p14:xfrm>
                <a:off x="3503285" y="2853470"/>
                <a:ext cx="360" cy="11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47BDAED-C06C-8839-8579-C2AC9B83D60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494645" y="2844470"/>
                  <a:ext cx="18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89F72F2-D147-5B1B-CF14-41AC93309AEA}"/>
                    </a:ext>
                  </a:extLst>
                </p14:cNvPr>
                <p14:cNvContentPartPr/>
                <p14:nvPr/>
              </p14:nvContentPartPr>
              <p14:xfrm>
                <a:off x="3473405" y="2888750"/>
                <a:ext cx="79200" cy="249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89F72F2-D147-5B1B-CF14-41AC93309AE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64405" y="2879750"/>
                  <a:ext cx="968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A3AD07B-87EE-B087-4DE0-F5200AD3BE5A}"/>
                    </a:ext>
                  </a:extLst>
                </p14:cNvPr>
                <p14:cNvContentPartPr/>
                <p14:nvPr/>
              </p14:nvContentPartPr>
              <p14:xfrm>
                <a:off x="3492125" y="2995670"/>
                <a:ext cx="72000" cy="10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A3AD07B-87EE-B087-4DE0-F5200AD3BE5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83485" y="2987030"/>
                  <a:ext cx="89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4C9009E-C59F-AE0B-0959-88688D7FD074}"/>
                    </a:ext>
                  </a:extLst>
                </p14:cNvPr>
                <p14:cNvContentPartPr/>
                <p14:nvPr/>
              </p14:nvContentPartPr>
              <p14:xfrm>
                <a:off x="3260645" y="2914310"/>
                <a:ext cx="104040" cy="189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4C9009E-C59F-AE0B-0959-88688D7FD07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252005" y="2905670"/>
                  <a:ext cx="12168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378751CC-3290-EACC-BF0C-B1E326716830}"/>
              </a:ext>
            </a:extLst>
          </p:cNvPr>
          <p:cNvGrpSpPr/>
          <p:nvPr/>
        </p:nvGrpSpPr>
        <p:grpSpPr>
          <a:xfrm>
            <a:off x="2802005" y="3501830"/>
            <a:ext cx="384120" cy="348480"/>
            <a:chOff x="2802005" y="3501830"/>
            <a:chExt cx="38412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7993B16-5AB4-8DAB-3511-2590D0D7DBCD}"/>
                    </a:ext>
                  </a:extLst>
                </p14:cNvPr>
                <p14:cNvContentPartPr/>
                <p14:nvPr/>
              </p14:nvContentPartPr>
              <p14:xfrm>
                <a:off x="2802005" y="3501830"/>
                <a:ext cx="35280" cy="53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7993B16-5AB4-8DAB-3511-2590D0D7DBC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793005" y="3493190"/>
                  <a:ext cx="52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48A4641-9FE7-F224-FA4E-76AEF023D2C6}"/>
                    </a:ext>
                  </a:extLst>
                </p14:cNvPr>
                <p14:cNvContentPartPr/>
                <p14:nvPr/>
              </p14:nvContentPartPr>
              <p14:xfrm>
                <a:off x="2836925" y="3501830"/>
                <a:ext cx="360" cy="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48A4641-9FE7-F224-FA4E-76AEF023D2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27925" y="34931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A83F10F-B54A-93E5-832C-CF0507EB7F3F}"/>
                    </a:ext>
                  </a:extLst>
                </p14:cNvPr>
                <p14:cNvContentPartPr/>
                <p14:nvPr/>
              </p14:nvContentPartPr>
              <p14:xfrm>
                <a:off x="2808125" y="3501830"/>
                <a:ext cx="97200" cy="250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A83F10F-B54A-93E5-832C-CF0507EB7F3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99125" y="3493190"/>
                  <a:ext cx="114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F71A109-715E-8DFE-B0BC-73F3084AD0A6}"/>
                    </a:ext>
                  </a:extLst>
                </p14:cNvPr>
                <p14:cNvContentPartPr/>
                <p14:nvPr/>
              </p14:nvContentPartPr>
              <p14:xfrm>
                <a:off x="2980925" y="3549350"/>
                <a:ext cx="115200" cy="208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F71A109-715E-8DFE-B0BC-73F3084AD0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71925" y="3540350"/>
                  <a:ext cx="132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35A7364-8F0C-6AFA-9BFE-F149FC533FA1}"/>
                    </a:ext>
                  </a:extLst>
                </p14:cNvPr>
                <p14:cNvContentPartPr/>
                <p14:nvPr/>
              </p14:nvContentPartPr>
              <p14:xfrm>
                <a:off x="3183245" y="3766430"/>
                <a:ext cx="2880" cy="83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35A7364-8F0C-6AFA-9BFE-F149FC533FA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174605" y="3757430"/>
                  <a:ext cx="2052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9158803-4C41-5232-71A5-8C48F1793E1D}"/>
              </a:ext>
            </a:extLst>
          </p:cNvPr>
          <p:cNvGrpSpPr/>
          <p:nvPr/>
        </p:nvGrpSpPr>
        <p:grpSpPr>
          <a:xfrm>
            <a:off x="3255605" y="3554030"/>
            <a:ext cx="337320" cy="263520"/>
            <a:chOff x="3255605" y="3554030"/>
            <a:chExt cx="33732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7C2A8F6-43D7-9115-8E15-02E5D64D2ECB}"/>
                    </a:ext>
                  </a:extLst>
                </p14:cNvPr>
                <p14:cNvContentPartPr/>
                <p14:nvPr/>
              </p14:nvContentPartPr>
              <p14:xfrm>
                <a:off x="3255605" y="3554030"/>
                <a:ext cx="105480" cy="238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7C2A8F6-43D7-9115-8E15-02E5D64D2EC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246605" y="3545030"/>
                  <a:ext cx="1231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0083B17-0EFA-653F-E885-602D726B036D}"/>
                    </a:ext>
                  </a:extLst>
                </p14:cNvPr>
                <p14:cNvContentPartPr/>
                <p14:nvPr/>
              </p14:nvContentPartPr>
              <p14:xfrm>
                <a:off x="3458285" y="3582110"/>
                <a:ext cx="12960" cy="196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0083B17-0EFA-653F-E885-602D726B036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449285" y="3573470"/>
                  <a:ext cx="306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2F73325-F6E6-EE08-531B-BD451611A29A}"/>
                    </a:ext>
                  </a:extLst>
                </p14:cNvPr>
                <p14:cNvContentPartPr/>
                <p14:nvPr/>
              </p14:nvContentPartPr>
              <p14:xfrm>
                <a:off x="3467645" y="3604790"/>
                <a:ext cx="125280" cy="212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2F73325-F6E6-EE08-531B-BD451611A29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458645" y="3595790"/>
                  <a:ext cx="1429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9319CF9A-2DA7-EF61-0003-568D5F9C947F}"/>
              </a:ext>
            </a:extLst>
          </p:cNvPr>
          <p:cNvGrpSpPr/>
          <p:nvPr/>
        </p:nvGrpSpPr>
        <p:grpSpPr>
          <a:xfrm>
            <a:off x="3810725" y="3530990"/>
            <a:ext cx="619920" cy="301320"/>
            <a:chOff x="3810725" y="3530990"/>
            <a:chExt cx="61992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3281300-3F92-9373-A8DC-5883BB89B042}"/>
                    </a:ext>
                  </a:extLst>
                </p14:cNvPr>
                <p14:cNvContentPartPr/>
                <p14:nvPr/>
              </p14:nvContentPartPr>
              <p14:xfrm>
                <a:off x="3810725" y="3530990"/>
                <a:ext cx="101160" cy="2390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3281300-3F92-9373-A8DC-5883BB89B04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801725" y="3522350"/>
                  <a:ext cx="118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7C5812F-1E6E-22E1-403E-41B9C419BD73}"/>
                    </a:ext>
                  </a:extLst>
                </p14:cNvPr>
                <p14:cNvContentPartPr/>
                <p14:nvPr/>
              </p14:nvContentPartPr>
              <p14:xfrm>
                <a:off x="3985685" y="3735830"/>
                <a:ext cx="5400" cy="964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7C5812F-1E6E-22E1-403E-41B9C419BD7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976685" y="3726830"/>
                  <a:ext cx="23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A50C47F-0CAD-79E0-5F2E-EE6C8D8D7B99}"/>
                    </a:ext>
                  </a:extLst>
                </p14:cNvPr>
                <p14:cNvContentPartPr/>
                <p14:nvPr/>
              </p14:nvContentPartPr>
              <p14:xfrm>
                <a:off x="4014485" y="3576350"/>
                <a:ext cx="72000" cy="116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A50C47F-0CAD-79E0-5F2E-EE6C8D8D7B9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05485" y="3567710"/>
                  <a:ext cx="89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A785CE4-890C-5BAA-32A9-6CCF3D3D571B}"/>
                    </a:ext>
                  </a:extLst>
                </p14:cNvPr>
                <p14:cNvContentPartPr/>
                <p14:nvPr/>
              </p14:nvContentPartPr>
              <p14:xfrm>
                <a:off x="4093325" y="3566270"/>
                <a:ext cx="24480" cy="206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A785CE4-890C-5BAA-32A9-6CCF3D3D571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84685" y="3557630"/>
                  <a:ext cx="42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78E60E6-BB2F-2235-43E3-556D37921742}"/>
                    </a:ext>
                  </a:extLst>
                </p14:cNvPr>
                <p14:cNvContentPartPr/>
                <p14:nvPr/>
              </p14:nvContentPartPr>
              <p14:xfrm>
                <a:off x="4132205" y="3539990"/>
                <a:ext cx="123480" cy="2494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78E60E6-BB2F-2235-43E3-556D3792174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123205" y="3530990"/>
                  <a:ext cx="141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611A3EA-719C-7E47-4B6E-CC29A0C7BF02}"/>
                    </a:ext>
                  </a:extLst>
                </p14:cNvPr>
                <p14:cNvContentPartPr/>
                <p14:nvPr/>
              </p14:nvContentPartPr>
              <p14:xfrm>
                <a:off x="4320845" y="3552230"/>
                <a:ext cx="109800" cy="253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611A3EA-719C-7E47-4B6E-CC29A0C7BF0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311845" y="3543590"/>
                  <a:ext cx="1274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599B6AB-FEB8-CE6D-3D29-880338E4DF7C}"/>
                    </a:ext>
                  </a:extLst>
                </p14:cNvPr>
                <p14:cNvContentPartPr/>
                <p14:nvPr/>
              </p14:nvContentPartPr>
              <p14:xfrm>
                <a:off x="4329485" y="3595790"/>
                <a:ext cx="99360" cy="2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599B6AB-FEB8-CE6D-3D29-880338E4DF7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20485" y="3586790"/>
                  <a:ext cx="1170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AFA9A9ED-AC01-7421-D694-0341B2DA32BB}"/>
              </a:ext>
            </a:extLst>
          </p:cNvPr>
          <p:cNvGrpSpPr/>
          <p:nvPr/>
        </p:nvGrpSpPr>
        <p:grpSpPr>
          <a:xfrm>
            <a:off x="4839245" y="3503630"/>
            <a:ext cx="201240" cy="362160"/>
            <a:chOff x="4839245" y="3503630"/>
            <a:chExt cx="20124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3E194E7-0DCD-4FCB-CB96-1968B9DD6F56}"/>
                    </a:ext>
                  </a:extLst>
                </p14:cNvPr>
                <p14:cNvContentPartPr/>
                <p14:nvPr/>
              </p14:nvContentPartPr>
              <p14:xfrm>
                <a:off x="4839245" y="3503630"/>
                <a:ext cx="121320" cy="243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3E194E7-0DCD-4FCB-CB96-1968B9DD6F5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30245" y="3494990"/>
                  <a:ext cx="138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5A4AB2C-8223-D81F-765D-A0D0F096BF3A}"/>
                    </a:ext>
                  </a:extLst>
                </p14:cNvPr>
                <p14:cNvContentPartPr/>
                <p14:nvPr/>
              </p14:nvContentPartPr>
              <p14:xfrm>
                <a:off x="5040125" y="3755990"/>
                <a:ext cx="360" cy="109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5A4AB2C-8223-D81F-765D-A0D0F096BF3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031125" y="3747350"/>
                  <a:ext cx="180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529E90F6-EB68-61C8-BEB1-E8C99ECE6AD2}"/>
              </a:ext>
            </a:extLst>
          </p:cNvPr>
          <p:cNvGrpSpPr/>
          <p:nvPr/>
        </p:nvGrpSpPr>
        <p:grpSpPr>
          <a:xfrm>
            <a:off x="5674445" y="3500390"/>
            <a:ext cx="163800" cy="370440"/>
            <a:chOff x="5674445" y="3500390"/>
            <a:chExt cx="16380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1A0FC5A-4CF2-859C-D669-002BAA42997E}"/>
                    </a:ext>
                  </a:extLst>
                </p14:cNvPr>
                <p14:cNvContentPartPr/>
                <p14:nvPr/>
              </p14:nvContentPartPr>
              <p14:xfrm>
                <a:off x="5674445" y="3500390"/>
                <a:ext cx="61920" cy="73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1A0FC5A-4CF2-859C-D669-002BAA42997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65445" y="3491750"/>
                  <a:ext cx="79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F16666E-C3DD-B0D1-935A-34592F3F4E3B}"/>
                    </a:ext>
                  </a:extLst>
                </p14:cNvPr>
                <p14:cNvContentPartPr/>
                <p14:nvPr/>
              </p14:nvContentPartPr>
              <p14:xfrm>
                <a:off x="5675165" y="3548270"/>
                <a:ext cx="127440" cy="2948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F16666E-C3DD-B0D1-935A-34592F3F4E3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666165" y="3539630"/>
                  <a:ext cx="1450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5B17D99-CF7A-0BBC-2521-B78821AAF82A}"/>
                    </a:ext>
                  </a:extLst>
                </p14:cNvPr>
                <p14:cNvContentPartPr/>
                <p14:nvPr/>
              </p14:nvContentPartPr>
              <p14:xfrm>
                <a:off x="5739245" y="3776510"/>
                <a:ext cx="99000" cy="94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5B17D99-CF7A-0BBC-2521-B78821AAF82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730605" y="3767510"/>
                  <a:ext cx="11664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4BB7436-BEC0-D59D-D6BC-7485EEE628CE}"/>
                  </a:ext>
                </a:extLst>
              </p14:cNvPr>
              <p14:cNvContentPartPr/>
              <p14:nvPr/>
            </p14:nvContentPartPr>
            <p14:xfrm>
              <a:off x="6076925" y="3890630"/>
              <a:ext cx="6480" cy="144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4BB7436-BEC0-D59D-D6BC-7485EEE628CE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068285" y="3881630"/>
                <a:ext cx="241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3FE3BBC8-2497-8B4C-C231-B600F8BE20AF}"/>
                  </a:ext>
                </a:extLst>
              </p14:cNvPr>
              <p14:cNvContentPartPr/>
              <p14:nvPr/>
            </p14:nvContentPartPr>
            <p14:xfrm>
              <a:off x="3672125" y="4351430"/>
              <a:ext cx="5040" cy="118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3FE3BBC8-2497-8B4C-C231-B600F8BE20A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663485" y="4342430"/>
                <a:ext cx="2268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0" name="Group 259">
            <a:extLst>
              <a:ext uri="{FF2B5EF4-FFF2-40B4-BE49-F238E27FC236}">
                <a16:creationId xmlns:a16="http://schemas.microsoft.com/office/drawing/2014/main" id="{FE66FED9-F714-027C-B67E-31AFC64BA9A1}"/>
              </a:ext>
            </a:extLst>
          </p:cNvPr>
          <p:cNvGrpSpPr/>
          <p:nvPr/>
        </p:nvGrpSpPr>
        <p:grpSpPr>
          <a:xfrm>
            <a:off x="2719565" y="4160270"/>
            <a:ext cx="732240" cy="264960"/>
            <a:chOff x="2719565" y="4160270"/>
            <a:chExt cx="73224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F146889-FD5F-9315-F214-4D64F617D541}"/>
                    </a:ext>
                  </a:extLst>
                </p14:cNvPr>
                <p14:cNvContentPartPr/>
                <p14:nvPr/>
              </p14:nvContentPartPr>
              <p14:xfrm>
                <a:off x="2719565" y="4180790"/>
                <a:ext cx="103680" cy="2224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F146889-FD5F-9315-F214-4D64F617D54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710925" y="4172150"/>
                  <a:ext cx="121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631D67B-B879-1FC6-AA94-83E80622BBA0}"/>
                    </a:ext>
                  </a:extLst>
                </p14:cNvPr>
                <p14:cNvContentPartPr/>
                <p14:nvPr/>
              </p14:nvContentPartPr>
              <p14:xfrm>
                <a:off x="2870765" y="4160270"/>
                <a:ext cx="102600" cy="2268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631D67B-B879-1FC6-AA94-83E80622BBA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861765" y="4151270"/>
                  <a:ext cx="120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30EBB90-2D82-4855-3DEA-0884F79C059D}"/>
                    </a:ext>
                  </a:extLst>
                </p14:cNvPr>
                <p14:cNvContentPartPr/>
                <p14:nvPr/>
              </p14:nvContentPartPr>
              <p14:xfrm>
                <a:off x="3036365" y="4185470"/>
                <a:ext cx="88200" cy="2307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30EBB90-2D82-4855-3DEA-0884F79C059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027725" y="4176830"/>
                  <a:ext cx="1058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C31D71F-476E-E16F-CAFE-AC6A9D139EE2}"/>
                    </a:ext>
                  </a:extLst>
                </p14:cNvPr>
                <p14:cNvContentPartPr/>
                <p14:nvPr/>
              </p14:nvContentPartPr>
              <p14:xfrm>
                <a:off x="3043925" y="4198070"/>
                <a:ext cx="93240" cy="50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C31D71F-476E-E16F-CAFE-AC6A9D139EE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035285" y="4189070"/>
                  <a:ext cx="110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F916FC8-0E75-B9A7-09C9-1728A140CEA4}"/>
                    </a:ext>
                  </a:extLst>
                </p14:cNvPr>
                <p14:cNvContentPartPr/>
                <p14:nvPr/>
              </p14:nvContentPartPr>
              <p14:xfrm>
                <a:off x="3223565" y="4178630"/>
                <a:ext cx="26640" cy="246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F916FC8-0E75-B9A7-09C9-1728A140CEA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214565" y="4169990"/>
                  <a:ext cx="44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9545562-72B8-DCAC-8071-F6458A7D6FCE}"/>
                    </a:ext>
                  </a:extLst>
                </p14:cNvPr>
                <p14:cNvContentPartPr/>
                <p14:nvPr/>
              </p14:nvContentPartPr>
              <p14:xfrm>
                <a:off x="3262445" y="4196630"/>
                <a:ext cx="189360" cy="202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9545562-72B8-DCAC-8071-F6458A7D6FC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253445" y="4187990"/>
                  <a:ext cx="20700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F10B9EBA-E51B-1828-579C-73E1137264A4}"/>
              </a:ext>
            </a:extLst>
          </p:cNvPr>
          <p:cNvGrpSpPr/>
          <p:nvPr/>
        </p:nvGrpSpPr>
        <p:grpSpPr>
          <a:xfrm>
            <a:off x="3823325" y="4163510"/>
            <a:ext cx="542880" cy="283320"/>
            <a:chOff x="3823325" y="4163510"/>
            <a:chExt cx="54288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96542AC-45CD-2B54-9426-DDD8FAF7BEE6}"/>
                    </a:ext>
                  </a:extLst>
                </p14:cNvPr>
                <p14:cNvContentPartPr/>
                <p14:nvPr/>
              </p14:nvContentPartPr>
              <p14:xfrm>
                <a:off x="3823325" y="4163510"/>
                <a:ext cx="90720" cy="259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96542AC-45CD-2B54-9426-DDD8FAF7BEE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814685" y="4154510"/>
                  <a:ext cx="108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B50B7C3-B012-872C-F13D-1D31AD96C36F}"/>
                    </a:ext>
                  </a:extLst>
                </p14:cNvPr>
                <p14:cNvContentPartPr/>
                <p14:nvPr/>
              </p14:nvContentPartPr>
              <p14:xfrm>
                <a:off x="3997925" y="4338110"/>
                <a:ext cx="360" cy="108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B50B7C3-B012-872C-F13D-1D31AD96C36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989285" y="4329110"/>
                  <a:ext cx="18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ED63B7E-5284-D860-E251-9FAD26BFA1A4}"/>
                    </a:ext>
                  </a:extLst>
                </p14:cNvPr>
                <p14:cNvContentPartPr/>
                <p14:nvPr/>
              </p14:nvContentPartPr>
              <p14:xfrm>
                <a:off x="4055885" y="4163870"/>
                <a:ext cx="93960" cy="1598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ED63B7E-5284-D860-E251-9FAD26BFA1A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046885" y="4155230"/>
                  <a:ext cx="111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8E9B885-5D6C-78A2-F15B-A16EB33AEDB8}"/>
                    </a:ext>
                  </a:extLst>
                </p14:cNvPr>
                <p14:cNvContentPartPr/>
                <p14:nvPr/>
              </p14:nvContentPartPr>
              <p14:xfrm>
                <a:off x="4154885" y="4165310"/>
                <a:ext cx="12960" cy="237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8E9B885-5D6C-78A2-F15B-A16EB33AEDB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146245" y="4156310"/>
                  <a:ext cx="30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4851B7F-54D0-5476-A293-8ACF7EF99C11}"/>
                    </a:ext>
                  </a:extLst>
                </p14:cNvPr>
                <p14:cNvContentPartPr/>
                <p14:nvPr/>
              </p14:nvContentPartPr>
              <p14:xfrm>
                <a:off x="4265405" y="4172150"/>
                <a:ext cx="15480" cy="2102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4851B7F-54D0-5476-A293-8ACF7EF99C1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256765" y="4163150"/>
                  <a:ext cx="33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18B15A8-DEA6-B2A2-882F-3CF368812451}"/>
                    </a:ext>
                  </a:extLst>
                </p14:cNvPr>
                <p14:cNvContentPartPr/>
                <p14:nvPr/>
              </p14:nvContentPartPr>
              <p14:xfrm>
                <a:off x="4355765" y="4175390"/>
                <a:ext cx="10440" cy="2286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18B15A8-DEA6-B2A2-882F-3CF36881245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347125" y="4166390"/>
                  <a:ext cx="2808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0D494D89-08C4-90E2-13F8-EECB60B3E1C5}"/>
                  </a:ext>
                </a:extLst>
              </p14:cNvPr>
              <p14:cNvContentPartPr/>
              <p14:nvPr/>
            </p14:nvContentPartPr>
            <p14:xfrm>
              <a:off x="4897205" y="4397870"/>
              <a:ext cx="8280" cy="252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0D494D89-08C4-90E2-13F8-EECB60B3E1C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888205" y="4388870"/>
                <a:ext cx="259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8103715B-01E7-8C45-860B-A088F6150126}"/>
                  </a:ext>
                </a:extLst>
              </p14:cNvPr>
              <p14:cNvContentPartPr/>
              <p14:nvPr/>
            </p14:nvContentPartPr>
            <p14:xfrm>
              <a:off x="6201125" y="4415870"/>
              <a:ext cx="2880" cy="72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8103715B-01E7-8C45-860B-A088F615012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192485" y="4407230"/>
                <a:ext cx="2052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Group 286">
            <a:extLst>
              <a:ext uri="{FF2B5EF4-FFF2-40B4-BE49-F238E27FC236}">
                <a16:creationId xmlns:a16="http://schemas.microsoft.com/office/drawing/2014/main" id="{530D478E-12D7-07D9-1A49-72AE5FF29D2E}"/>
              </a:ext>
            </a:extLst>
          </p:cNvPr>
          <p:cNvGrpSpPr/>
          <p:nvPr/>
        </p:nvGrpSpPr>
        <p:grpSpPr>
          <a:xfrm>
            <a:off x="2806685" y="4883870"/>
            <a:ext cx="696600" cy="308520"/>
            <a:chOff x="2806685" y="4883870"/>
            <a:chExt cx="69660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66D27E8-DF8B-13E7-C417-F5174A714C95}"/>
                    </a:ext>
                  </a:extLst>
                </p14:cNvPr>
                <p14:cNvContentPartPr/>
                <p14:nvPr/>
              </p14:nvContentPartPr>
              <p14:xfrm>
                <a:off x="2806685" y="4883870"/>
                <a:ext cx="130680" cy="2239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66D27E8-DF8B-13E7-C417-F5174A714C9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798045" y="4874870"/>
                  <a:ext cx="148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630F9A6-F1DD-4482-7783-9D29451D1F38}"/>
                    </a:ext>
                  </a:extLst>
                </p14:cNvPr>
                <p14:cNvContentPartPr/>
                <p14:nvPr/>
              </p14:nvContentPartPr>
              <p14:xfrm>
                <a:off x="2972645" y="5078990"/>
                <a:ext cx="12600" cy="1134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630F9A6-F1DD-4482-7783-9D29451D1F3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963645" y="5070350"/>
                  <a:ext cx="30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7272A88-4EA9-1FFC-AC53-3340A594C876}"/>
                    </a:ext>
                  </a:extLst>
                </p14:cNvPr>
                <p14:cNvContentPartPr/>
                <p14:nvPr/>
              </p14:nvContentPartPr>
              <p14:xfrm>
                <a:off x="3012605" y="4913030"/>
                <a:ext cx="93600" cy="2037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7272A88-4EA9-1FFC-AC53-3340A594C87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003605" y="4904390"/>
                  <a:ext cx="111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5B05491-D694-B8C8-CF35-DDF1AB67C19E}"/>
                    </a:ext>
                  </a:extLst>
                </p14:cNvPr>
                <p14:cNvContentPartPr/>
                <p14:nvPr/>
              </p14:nvContentPartPr>
              <p14:xfrm>
                <a:off x="3072725" y="4997990"/>
                <a:ext cx="61920" cy="172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5B05491-D694-B8C8-CF35-DDF1AB67C19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64085" y="4988990"/>
                  <a:ext cx="79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E42DECF-22C8-AD6B-7E0E-775EF031CB80}"/>
                    </a:ext>
                  </a:extLst>
                </p14:cNvPr>
                <p14:cNvContentPartPr/>
                <p14:nvPr/>
              </p14:nvContentPartPr>
              <p14:xfrm>
                <a:off x="3158045" y="4899350"/>
                <a:ext cx="102240" cy="2329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E42DECF-22C8-AD6B-7E0E-775EF031CB8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149405" y="4890710"/>
                  <a:ext cx="119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79CEB7F-C4E1-9704-2AA8-AB66B6740713}"/>
                    </a:ext>
                  </a:extLst>
                </p14:cNvPr>
                <p14:cNvContentPartPr/>
                <p14:nvPr/>
              </p14:nvContentPartPr>
              <p14:xfrm>
                <a:off x="3168125" y="4928870"/>
                <a:ext cx="90720" cy="129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79CEB7F-C4E1-9704-2AA8-AB66B674071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159485" y="4920230"/>
                  <a:ext cx="108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5B1DCB5-D317-37FF-BA17-8E50BAF8FB57}"/>
                    </a:ext>
                  </a:extLst>
                </p14:cNvPr>
                <p14:cNvContentPartPr/>
                <p14:nvPr/>
              </p14:nvContentPartPr>
              <p14:xfrm>
                <a:off x="3324005" y="4917710"/>
                <a:ext cx="179280" cy="2264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5B1DCB5-D317-37FF-BA17-8E50BAF8FB5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315005" y="4908710"/>
                  <a:ext cx="19692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3066E52A-D565-29AD-CA1D-301931EE7ECF}"/>
                  </a:ext>
                </a:extLst>
              </p14:cNvPr>
              <p14:cNvContentPartPr/>
              <p14:nvPr/>
            </p14:nvContentPartPr>
            <p14:xfrm>
              <a:off x="3849605" y="4963790"/>
              <a:ext cx="5760" cy="3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3066E52A-D565-29AD-CA1D-301931EE7EC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40965" y="4955150"/>
                <a:ext cx="234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5526B35-2032-E6B6-FA0B-A8EE55F72FEF}"/>
              </a:ext>
            </a:extLst>
          </p:cNvPr>
          <p:cNvGrpSpPr/>
          <p:nvPr/>
        </p:nvGrpSpPr>
        <p:grpSpPr>
          <a:xfrm>
            <a:off x="3789485" y="4917710"/>
            <a:ext cx="235440" cy="320040"/>
            <a:chOff x="3789485" y="4917710"/>
            <a:chExt cx="23544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FA58583-76AC-EA88-7C07-113298ED5220}"/>
                    </a:ext>
                  </a:extLst>
                </p14:cNvPr>
                <p14:cNvContentPartPr/>
                <p14:nvPr/>
              </p14:nvContentPartPr>
              <p14:xfrm>
                <a:off x="3789485" y="4917710"/>
                <a:ext cx="132480" cy="2545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FA58583-76AC-EA88-7C07-113298ED522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780845" y="4908710"/>
                  <a:ext cx="1501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CC33B5F-3DAF-CF4F-FECE-AA005E0809A7}"/>
                    </a:ext>
                  </a:extLst>
                </p14:cNvPr>
                <p14:cNvContentPartPr/>
                <p14:nvPr/>
              </p14:nvContentPartPr>
              <p14:xfrm>
                <a:off x="4001885" y="5134430"/>
                <a:ext cx="23040" cy="1033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CC33B5F-3DAF-CF4F-FECE-AA005E0809A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992885" y="5125790"/>
                  <a:ext cx="406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3020CBC-A177-36C7-712D-7BAC7D7EB86E}"/>
              </a:ext>
            </a:extLst>
          </p:cNvPr>
          <p:cNvGrpSpPr/>
          <p:nvPr/>
        </p:nvGrpSpPr>
        <p:grpSpPr>
          <a:xfrm>
            <a:off x="4193765" y="4931030"/>
            <a:ext cx="210240" cy="289800"/>
            <a:chOff x="4193765" y="4931030"/>
            <a:chExt cx="21024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703FB0F-79EA-6809-B961-C73219E7ACB1}"/>
                    </a:ext>
                  </a:extLst>
                </p14:cNvPr>
                <p14:cNvContentPartPr/>
                <p14:nvPr/>
              </p14:nvContentPartPr>
              <p14:xfrm>
                <a:off x="4193765" y="4931030"/>
                <a:ext cx="12960" cy="234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703FB0F-79EA-6809-B961-C73219E7ACB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185125" y="4922390"/>
                  <a:ext cx="30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47C77D1-2DC6-EDD1-5163-E4C9584438CA}"/>
                    </a:ext>
                  </a:extLst>
                </p14:cNvPr>
                <p14:cNvContentPartPr/>
                <p14:nvPr/>
              </p14:nvContentPartPr>
              <p14:xfrm>
                <a:off x="4288085" y="4962710"/>
                <a:ext cx="96840" cy="1472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47C77D1-2DC6-EDD1-5163-E4C9584438C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279085" y="4954070"/>
                  <a:ext cx="114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B28EE61-3F3A-0CAC-3E7E-235D4D5F0209}"/>
                    </a:ext>
                  </a:extLst>
                </p14:cNvPr>
                <p14:cNvContentPartPr/>
                <p14:nvPr/>
              </p14:nvContentPartPr>
              <p14:xfrm>
                <a:off x="4383485" y="4981790"/>
                <a:ext cx="20520" cy="2390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B28EE61-3F3A-0CAC-3E7E-235D4D5F020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374485" y="4973150"/>
                  <a:ext cx="381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2912EA6-35F2-200C-8665-76DF56EAAB9B}"/>
              </a:ext>
            </a:extLst>
          </p:cNvPr>
          <p:cNvGrpSpPr/>
          <p:nvPr/>
        </p:nvGrpSpPr>
        <p:grpSpPr>
          <a:xfrm>
            <a:off x="3897485" y="320510"/>
            <a:ext cx="434880" cy="238680"/>
            <a:chOff x="3897485" y="320510"/>
            <a:chExt cx="43488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1ECE9C4-D0A8-681C-6BBF-9434BC29BE87}"/>
                    </a:ext>
                  </a:extLst>
                </p14:cNvPr>
                <p14:cNvContentPartPr/>
                <p14:nvPr/>
              </p14:nvContentPartPr>
              <p14:xfrm>
                <a:off x="3897485" y="354350"/>
                <a:ext cx="109080" cy="2019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1ECE9C4-D0A8-681C-6BBF-9434BC29BE87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888845" y="345350"/>
                  <a:ext cx="126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8A57C02-5933-5621-E64D-73D01D14ED3F}"/>
                    </a:ext>
                  </a:extLst>
                </p14:cNvPr>
                <p14:cNvContentPartPr/>
                <p14:nvPr/>
              </p14:nvContentPartPr>
              <p14:xfrm>
                <a:off x="4046885" y="380270"/>
                <a:ext cx="48240" cy="1688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8A57C02-5933-5621-E64D-73D01D14ED3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038245" y="371630"/>
                  <a:ext cx="65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99CAD33-4991-C810-C29D-8A2679FA6C77}"/>
                    </a:ext>
                  </a:extLst>
                </p14:cNvPr>
                <p14:cNvContentPartPr/>
                <p14:nvPr/>
              </p14:nvContentPartPr>
              <p14:xfrm>
                <a:off x="4174685" y="338510"/>
                <a:ext cx="24480" cy="2206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99CAD33-4991-C810-C29D-8A2679FA6C7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166045" y="329870"/>
                  <a:ext cx="421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4BDD724-713D-C7F9-616E-6860F4416BBE}"/>
                    </a:ext>
                  </a:extLst>
                </p14:cNvPr>
                <p14:cNvContentPartPr/>
                <p14:nvPr/>
              </p14:nvContentPartPr>
              <p14:xfrm>
                <a:off x="4254245" y="320510"/>
                <a:ext cx="78120" cy="2145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4BDD724-713D-C7F9-616E-6860F4416BB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245245" y="311510"/>
                  <a:ext cx="957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8DB2B97-0CD7-1B89-8A10-DBC93D608E2F}"/>
                    </a:ext>
                  </a:extLst>
                </p14:cNvPr>
                <p14:cNvContentPartPr/>
                <p14:nvPr/>
              </p14:nvContentPartPr>
              <p14:xfrm>
                <a:off x="4231565" y="396110"/>
                <a:ext cx="99360" cy="25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8DB2B97-0CD7-1B89-8A10-DBC93D608E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222565" y="387470"/>
                  <a:ext cx="11700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F8E743A3-F2FA-C008-6E70-8F04F2BCA9EA}"/>
                  </a:ext>
                </a:extLst>
              </p14:cNvPr>
              <p14:cNvContentPartPr/>
              <p14:nvPr/>
            </p14:nvContentPartPr>
            <p14:xfrm>
              <a:off x="3062285" y="62750"/>
              <a:ext cx="266400" cy="20412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F8E743A3-F2FA-C008-6E70-8F04F2BCA9EA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053645" y="54110"/>
                <a:ext cx="28404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C7C81934-E3AD-5E11-768C-296FDEA268D8}"/>
              </a:ext>
            </a:extLst>
          </p:cNvPr>
          <p:cNvGrpSpPr/>
          <p:nvPr/>
        </p:nvGrpSpPr>
        <p:grpSpPr>
          <a:xfrm>
            <a:off x="1938005" y="335270"/>
            <a:ext cx="400680" cy="264600"/>
            <a:chOff x="1938005" y="335270"/>
            <a:chExt cx="40068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5A414C6-C609-4429-68AE-F328788D1670}"/>
                    </a:ext>
                  </a:extLst>
                </p14:cNvPr>
                <p14:cNvContentPartPr/>
                <p14:nvPr/>
              </p14:nvContentPartPr>
              <p14:xfrm>
                <a:off x="1938005" y="396830"/>
                <a:ext cx="248760" cy="1875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5A414C6-C609-4429-68AE-F328788D167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929005" y="388190"/>
                  <a:ext cx="266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9CEA3DF-9240-891B-75AE-5712E5213FE2}"/>
                    </a:ext>
                  </a:extLst>
                </p14:cNvPr>
                <p14:cNvContentPartPr/>
                <p14:nvPr/>
              </p14:nvContentPartPr>
              <p14:xfrm>
                <a:off x="2221685" y="373070"/>
                <a:ext cx="56880" cy="2188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9CEA3DF-9240-891B-75AE-5712E5213FE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13045" y="364430"/>
                  <a:ext cx="74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19A3FD9-2E58-D98A-D41D-6E2268DB7504}"/>
                    </a:ext>
                  </a:extLst>
                </p14:cNvPr>
                <p14:cNvContentPartPr/>
                <p14:nvPr/>
              </p14:nvContentPartPr>
              <p14:xfrm>
                <a:off x="2221685" y="335270"/>
                <a:ext cx="84600" cy="2646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19A3FD9-2E58-D98A-D41D-6E2268DB750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213045" y="326270"/>
                  <a:ext cx="102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3920FA3-940D-9315-E481-D46A8C2438AF}"/>
                    </a:ext>
                  </a:extLst>
                </p14:cNvPr>
                <p14:cNvContentPartPr/>
                <p14:nvPr/>
              </p14:nvContentPartPr>
              <p14:xfrm>
                <a:off x="2260565" y="443630"/>
                <a:ext cx="78120" cy="16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3920FA3-940D-9315-E481-D46A8C2438A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251925" y="434630"/>
                  <a:ext cx="9576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8D328BF-CDDF-D968-7791-23D0BF5177D7}"/>
              </a:ext>
            </a:extLst>
          </p:cNvPr>
          <p:cNvGrpSpPr/>
          <p:nvPr/>
        </p:nvGrpSpPr>
        <p:grpSpPr>
          <a:xfrm>
            <a:off x="964925" y="294590"/>
            <a:ext cx="444960" cy="298800"/>
            <a:chOff x="964925" y="294590"/>
            <a:chExt cx="44496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3615D2A-DD8C-8E16-28FA-B80C8E576C18}"/>
                    </a:ext>
                  </a:extLst>
                </p14:cNvPr>
                <p14:cNvContentPartPr/>
                <p14:nvPr/>
              </p14:nvContentPartPr>
              <p14:xfrm>
                <a:off x="964925" y="386030"/>
                <a:ext cx="89640" cy="2073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3615D2A-DD8C-8E16-28FA-B80C8E576C1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6285" y="377030"/>
                  <a:ext cx="107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CBA0882-D07B-7251-B655-77187A5A0102}"/>
                    </a:ext>
                  </a:extLst>
                </p14:cNvPr>
                <p14:cNvContentPartPr/>
                <p14:nvPr/>
              </p14:nvContentPartPr>
              <p14:xfrm>
                <a:off x="1106765" y="294590"/>
                <a:ext cx="88200" cy="262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CBA0882-D07B-7251-B655-77187A5A010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98125" y="285590"/>
                  <a:ext cx="1058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E7AF47A-1425-F1E9-56A5-2141FB32CBAF}"/>
                    </a:ext>
                  </a:extLst>
                </p14:cNvPr>
                <p14:cNvContentPartPr/>
                <p14:nvPr/>
              </p14:nvContentPartPr>
              <p14:xfrm>
                <a:off x="1234925" y="403670"/>
                <a:ext cx="174960" cy="1483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E7AF47A-1425-F1E9-56A5-2141FB32CBA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26285" y="395030"/>
                  <a:ext cx="1926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B0B4F239-124B-2F99-D9E6-96654EE60178}"/>
              </a:ext>
            </a:extLst>
          </p:cNvPr>
          <p:cNvGrpSpPr/>
          <p:nvPr/>
        </p:nvGrpSpPr>
        <p:grpSpPr>
          <a:xfrm>
            <a:off x="5519285" y="4796390"/>
            <a:ext cx="219240" cy="424800"/>
            <a:chOff x="5519285" y="4796390"/>
            <a:chExt cx="21924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3E7DB8E-3F3D-9FF5-9165-32271F2AE68D}"/>
                    </a:ext>
                  </a:extLst>
                </p14:cNvPr>
                <p14:cNvContentPartPr/>
                <p14:nvPr/>
              </p14:nvContentPartPr>
              <p14:xfrm>
                <a:off x="5519285" y="4796390"/>
                <a:ext cx="44640" cy="1346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3E7DB8E-3F3D-9FF5-9165-32271F2AE68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510645" y="4787750"/>
                  <a:ext cx="622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1983468-907A-B7A7-7712-9AB6A0D123BD}"/>
                    </a:ext>
                  </a:extLst>
                </p14:cNvPr>
                <p14:cNvContentPartPr/>
                <p14:nvPr/>
              </p14:nvContentPartPr>
              <p14:xfrm>
                <a:off x="5564645" y="4869110"/>
                <a:ext cx="147240" cy="352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1983468-907A-B7A7-7712-9AB6A0D123B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56005" y="4860110"/>
                  <a:ext cx="1648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F26AC71-7372-9D7B-C95F-EF8601A13C81}"/>
                    </a:ext>
                  </a:extLst>
                </p14:cNvPr>
                <p14:cNvContentPartPr/>
                <p14:nvPr/>
              </p14:nvContentPartPr>
              <p14:xfrm>
                <a:off x="5679125" y="5095550"/>
                <a:ext cx="59400" cy="1051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0F26AC71-7372-9D7B-C95F-EF8601A13C8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70125" y="5086550"/>
                  <a:ext cx="7704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744665A5-202E-7F82-6131-55910427C1AE}"/>
                  </a:ext>
                </a:extLst>
              </p14:cNvPr>
              <p14:cNvContentPartPr/>
              <p14:nvPr/>
            </p14:nvContentPartPr>
            <p14:xfrm>
              <a:off x="6010325" y="5235230"/>
              <a:ext cx="360" cy="36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744665A5-202E-7F82-6131-55910427C1A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01685" y="522623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" name="Group 326">
            <a:extLst>
              <a:ext uri="{FF2B5EF4-FFF2-40B4-BE49-F238E27FC236}">
                <a16:creationId xmlns:a16="http://schemas.microsoft.com/office/drawing/2014/main" id="{63F47EBF-DE6F-0B61-FE7C-78CB1648C8D1}"/>
              </a:ext>
            </a:extLst>
          </p:cNvPr>
          <p:cNvGrpSpPr/>
          <p:nvPr/>
        </p:nvGrpSpPr>
        <p:grpSpPr>
          <a:xfrm>
            <a:off x="4959845" y="4779830"/>
            <a:ext cx="301320" cy="432720"/>
            <a:chOff x="4959845" y="4779830"/>
            <a:chExt cx="30132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7835477-8E58-88BA-327E-AD169C5A5888}"/>
                    </a:ext>
                  </a:extLst>
                </p14:cNvPr>
                <p14:cNvContentPartPr/>
                <p14:nvPr/>
              </p14:nvContentPartPr>
              <p14:xfrm>
                <a:off x="4959845" y="4791350"/>
                <a:ext cx="34200" cy="3128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7835477-8E58-88BA-327E-AD169C5A588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950845" y="4782710"/>
                  <a:ext cx="518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491A82A-B8FE-788A-31C0-7B8BF42612AE}"/>
                    </a:ext>
                  </a:extLst>
                </p14:cNvPr>
                <p14:cNvContentPartPr/>
                <p14:nvPr/>
              </p14:nvContentPartPr>
              <p14:xfrm>
                <a:off x="5107805" y="4779830"/>
                <a:ext cx="150840" cy="2318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491A82A-B8FE-788A-31C0-7B8BF42612A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099165" y="4770830"/>
                  <a:ext cx="1684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F2FE18A-AE35-622B-2640-2FD25BF567BE}"/>
                    </a:ext>
                  </a:extLst>
                </p14:cNvPr>
                <p14:cNvContentPartPr/>
                <p14:nvPr/>
              </p14:nvContentPartPr>
              <p14:xfrm>
                <a:off x="5232005" y="4807550"/>
                <a:ext cx="29160" cy="4050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F2FE18A-AE35-622B-2640-2FD25BF567B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223365" y="4798910"/>
                  <a:ext cx="4680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3A701B3E-65D2-B59E-ABCF-7AD18F5AA947}"/>
              </a:ext>
            </a:extLst>
          </p:cNvPr>
          <p:cNvGrpSpPr/>
          <p:nvPr/>
        </p:nvGrpSpPr>
        <p:grpSpPr>
          <a:xfrm>
            <a:off x="4826645" y="4141550"/>
            <a:ext cx="193680" cy="375480"/>
            <a:chOff x="4826645" y="4141550"/>
            <a:chExt cx="19368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0FF932F-C0D0-11ED-A362-84C037A706F8}"/>
                    </a:ext>
                  </a:extLst>
                </p14:cNvPr>
                <p14:cNvContentPartPr/>
                <p14:nvPr/>
              </p14:nvContentPartPr>
              <p14:xfrm>
                <a:off x="4826645" y="4141550"/>
                <a:ext cx="123480" cy="264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0FF932F-C0D0-11ED-A362-84C037A706F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817645" y="4132550"/>
                  <a:ext cx="1411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E82D8E5-1C65-0EA0-8AFB-28CF00542497}"/>
                    </a:ext>
                  </a:extLst>
                </p14:cNvPr>
                <p14:cNvContentPartPr/>
                <p14:nvPr/>
              </p14:nvContentPartPr>
              <p14:xfrm>
                <a:off x="5009885" y="4413710"/>
                <a:ext cx="10440" cy="1033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E82D8E5-1C65-0EA0-8AFB-28CF0054249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001245" y="4405070"/>
                  <a:ext cx="280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9F74745E-C53E-A5C5-D40F-75A278053541}"/>
              </a:ext>
            </a:extLst>
          </p:cNvPr>
          <p:cNvGrpSpPr/>
          <p:nvPr/>
        </p:nvGrpSpPr>
        <p:grpSpPr>
          <a:xfrm>
            <a:off x="5175485" y="4178630"/>
            <a:ext cx="137520" cy="243360"/>
            <a:chOff x="5175485" y="4178630"/>
            <a:chExt cx="13752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FDCE3B10-ED48-2228-BDF8-6FCAD9454B15}"/>
                    </a:ext>
                  </a:extLst>
                </p14:cNvPr>
                <p14:cNvContentPartPr/>
                <p14:nvPr/>
              </p14:nvContentPartPr>
              <p14:xfrm>
                <a:off x="5175485" y="4193030"/>
                <a:ext cx="116640" cy="2289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FDCE3B10-ED48-2228-BDF8-6FCAD9454B1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166845" y="4184390"/>
                  <a:ext cx="134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323EA5B-ACAF-689C-E313-2216FF1FA0C4}"/>
                    </a:ext>
                  </a:extLst>
                </p14:cNvPr>
                <p14:cNvContentPartPr/>
                <p14:nvPr/>
              </p14:nvContentPartPr>
              <p14:xfrm>
                <a:off x="5197085" y="4178630"/>
                <a:ext cx="115920" cy="93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323EA5B-ACAF-689C-E313-2216FF1FA0C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188085" y="4169990"/>
                  <a:ext cx="13356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A65A51DC-F12D-B462-A0CA-90E114020C0B}"/>
              </a:ext>
            </a:extLst>
          </p:cNvPr>
          <p:cNvGrpSpPr/>
          <p:nvPr/>
        </p:nvGrpSpPr>
        <p:grpSpPr>
          <a:xfrm>
            <a:off x="5576165" y="4077110"/>
            <a:ext cx="292680" cy="371160"/>
            <a:chOff x="5576165" y="4077110"/>
            <a:chExt cx="29268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692F409-1F26-A186-1534-2FAD9D33C0BA}"/>
                    </a:ext>
                  </a:extLst>
                </p14:cNvPr>
                <p14:cNvContentPartPr/>
                <p14:nvPr/>
              </p14:nvContentPartPr>
              <p14:xfrm>
                <a:off x="5576165" y="4077110"/>
                <a:ext cx="65880" cy="1008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692F409-1F26-A186-1534-2FAD9D33C0B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567165" y="4068470"/>
                  <a:ext cx="83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9D96D20B-E751-B2FB-6159-230528474E95}"/>
                    </a:ext>
                  </a:extLst>
                </p14:cNvPr>
                <p14:cNvContentPartPr/>
                <p14:nvPr/>
              </p14:nvContentPartPr>
              <p14:xfrm>
                <a:off x="5611085" y="4157390"/>
                <a:ext cx="157320" cy="2908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9D96D20B-E751-B2FB-6159-230528474E9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602445" y="4148390"/>
                  <a:ext cx="1749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F768284-AA66-FDFE-E3A7-195E9E3BF814}"/>
                    </a:ext>
                  </a:extLst>
                </p14:cNvPr>
                <p14:cNvContentPartPr/>
                <p14:nvPr/>
              </p14:nvContentPartPr>
              <p14:xfrm>
                <a:off x="5801885" y="4343870"/>
                <a:ext cx="66960" cy="756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F768284-AA66-FDFE-E3A7-195E9E3BF81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793245" y="4334870"/>
                  <a:ext cx="8460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605ACC9D-38E8-2866-94FA-469B2979405E}"/>
                  </a:ext>
                </a:extLst>
              </p14:cNvPr>
              <p14:cNvContentPartPr/>
              <p14:nvPr/>
            </p14:nvContentPartPr>
            <p14:xfrm>
              <a:off x="6022925" y="4406870"/>
              <a:ext cx="18000" cy="1296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605ACC9D-38E8-2866-94FA-469B2979405E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6014285" y="4398230"/>
                <a:ext cx="356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438D63DB-D5DC-F44D-B45A-4D10B824FFF4}"/>
                  </a:ext>
                </a:extLst>
              </p14:cNvPr>
              <p14:cNvContentPartPr/>
              <p14:nvPr/>
            </p14:nvContentPartPr>
            <p14:xfrm>
              <a:off x="5189525" y="3480590"/>
              <a:ext cx="120960" cy="29304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438D63DB-D5DC-F44D-B45A-4D10B824FFF4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5180525" y="3471590"/>
                <a:ext cx="1386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A5ED3B61-9434-585E-0AD7-33997CCFA557}"/>
                  </a:ext>
                </a:extLst>
              </p14:cNvPr>
              <p14:cNvContentPartPr/>
              <p14:nvPr/>
            </p14:nvContentPartPr>
            <p14:xfrm>
              <a:off x="2864285" y="5480750"/>
              <a:ext cx="30600" cy="25128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A5ED3B61-9434-585E-0AD7-33997CCFA557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2855645" y="5471750"/>
                <a:ext cx="48240" cy="26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0" name="Group 349">
            <a:extLst>
              <a:ext uri="{FF2B5EF4-FFF2-40B4-BE49-F238E27FC236}">
                <a16:creationId xmlns:a16="http://schemas.microsoft.com/office/drawing/2014/main" id="{B6103DE2-AE2C-E1B7-7BD0-2A3B94B0710A}"/>
              </a:ext>
            </a:extLst>
          </p:cNvPr>
          <p:cNvGrpSpPr/>
          <p:nvPr/>
        </p:nvGrpSpPr>
        <p:grpSpPr>
          <a:xfrm>
            <a:off x="2956085" y="5540870"/>
            <a:ext cx="629640" cy="321840"/>
            <a:chOff x="2956085" y="5540870"/>
            <a:chExt cx="62964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12E6283-E949-820F-47EC-01725E3C3270}"/>
                    </a:ext>
                  </a:extLst>
                </p14:cNvPr>
                <p14:cNvContentPartPr/>
                <p14:nvPr/>
              </p14:nvContentPartPr>
              <p14:xfrm>
                <a:off x="2956085" y="5743550"/>
                <a:ext cx="59400" cy="1191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12E6283-E949-820F-47EC-01725E3C327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947445" y="5734550"/>
                  <a:ext cx="77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71822DD-2449-BFB4-99D5-48CA8FDF2549}"/>
                    </a:ext>
                  </a:extLst>
                </p14:cNvPr>
                <p14:cNvContentPartPr/>
                <p14:nvPr/>
              </p14:nvContentPartPr>
              <p14:xfrm>
                <a:off x="3033845" y="5540870"/>
                <a:ext cx="105840" cy="2548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71822DD-2449-BFB4-99D5-48CA8FDF254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025205" y="5532230"/>
                  <a:ext cx="123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F5287727-822D-B035-4494-8BA16BB12797}"/>
                    </a:ext>
                  </a:extLst>
                </p14:cNvPr>
                <p14:cNvContentPartPr/>
                <p14:nvPr/>
              </p14:nvContentPartPr>
              <p14:xfrm>
                <a:off x="3021245" y="5564990"/>
                <a:ext cx="111960" cy="219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F5287727-822D-B035-4494-8BA16BB1279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012605" y="5555990"/>
                  <a:ext cx="129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CB44E7F-301D-AFDC-00BA-C6322699822C}"/>
                    </a:ext>
                  </a:extLst>
                </p14:cNvPr>
                <p14:cNvContentPartPr/>
                <p14:nvPr/>
              </p14:nvContentPartPr>
              <p14:xfrm>
                <a:off x="3188285" y="5549510"/>
                <a:ext cx="97560" cy="2916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CB44E7F-301D-AFDC-00BA-C6322699822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179645" y="5540870"/>
                  <a:ext cx="115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EE9D06F-0AAD-53C5-EDF1-DE3251DBA498}"/>
                    </a:ext>
                  </a:extLst>
                </p14:cNvPr>
                <p14:cNvContentPartPr/>
                <p14:nvPr/>
              </p14:nvContentPartPr>
              <p14:xfrm>
                <a:off x="3222125" y="5676950"/>
                <a:ext cx="75600" cy="421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EE9D06F-0AAD-53C5-EDF1-DE3251DBA49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213485" y="5667950"/>
                  <a:ext cx="93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0F84CA8-8498-A821-0D09-45AF38F59CFE}"/>
                    </a:ext>
                  </a:extLst>
                </p14:cNvPr>
                <p14:cNvContentPartPr/>
                <p14:nvPr/>
              </p14:nvContentPartPr>
              <p14:xfrm>
                <a:off x="3392765" y="5555990"/>
                <a:ext cx="192960" cy="3052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0F84CA8-8498-A821-0D09-45AF38F59CF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383765" y="5547350"/>
                  <a:ext cx="21060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60719AB3-E4CF-BAA0-6E23-CFC78B7BFA1D}"/>
              </a:ext>
            </a:extLst>
          </p:cNvPr>
          <p:cNvGrpSpPr/>
          <p:nvPr/>
        </p:nvGrpSpPr>
        <p:grpSpPr>
          <a:xfrm>
            <a:off x="3948965" y="5504150"/>
            <a:ext cx="591840" cy="355320"/>
            <a:chOff x="3948965" y="5504150"/>
            <a:chExt cx="59184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2DCE07E-7A71-8C17-52C5-31A31FEF2749}"/>
                    </a:ext>
                  </a:extLst>
                </p14:cNvPr>
                <p14:cNvContentPartPr/>
                <p14:nvPr/>
              </p14:nvContentPartPr>
              <p14:xfrm>
                <a:off x="3948965" y="5579750"/>
                <a:ext cx="28080" cy="2174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2DCE07E-7A71-8C17-52C5-31A31FEF2749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940325" y="5570750"/>
                  <a:ext cx="45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F38B5CD-E7A4-DF27-3351-36C7161BDD31}"/>
                    </a:ext>
                  </a:extLst>
                </p14:cNvPr>
                <p14:cNvContentPartPr/>
                <p14:nvPr/>
              </p14:nvContentPartPr>
              <p14:xfrm>
                <a:off x="4079645" y="5732030"/>
                <a:ext cx="51120" cy="1274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F38B5CD-E7A4-DF27-3351-36C7161BDD31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071005" y="5723390"/>
                  <a:ext cx="68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313E2A8-9137-A2B6-B1CB-62CF27EB0DA6}"/>
                    </a:ext>
                  </a:extLst>
                </p14:cNvPr>
                <p14:cNvContentPartPr/>
                <p14:nvPr/>
              </p14:nvContentPartPr>
              <p14:xfrm>
                <a:off x="4217525" y="5504150"/>
                <a:ext cx="78480" cy="2246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313E2A8-9137-A2B6-B1CB-62CF27EB0DA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208525" y="5495150"/>
                  <a:ext cx="96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B3D1CEE-95BF-9703-5CE0-5A5443AAED5A}"/>
                    </a:ext>
                  </a:extLst>
                </p14:cNvPr>
                <p14:cNvContentPartPr/>
                <p14:nvPr/>
              </p14:nvContentPartPr>
              <p14:xfrm>
                <a:off x="4379525" y="5551310"/>
                <a:ext cx="11520" cy="1774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B3D1CEE-95BF-9703-5CE0-5A5443AAED5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370885" y="5542310"/>
                  <a:ext cx="291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DAC0E74-58E2-B6ED-32B7-BAC75FFE2F10}"/>
                    </a:ext>
                  </a:extLst>
                </p14:cNvPr>
                <p14:cNvContentPartPr/>
                <p14:nvPr/>
              </p14:nvContentPartPr>
              <p14:xfrm>
                <a:off x="4443605" y="5545910"/>
                <a:ext cx="97200" cy="2685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DAC0E74-58E2-B6ED-32B7-BAC75FFE2F1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434965" y="5536910"/>
                  <a:ext cx="11484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0BD100C0-3928-86E9-08A0-BC618057837B}"/>
              </a:ext>
            </a:extLst>
          </p:cNvPr>
          <p:cNvGrpSpPr/>
          <p:nvPr/>
        </p:nvGrpSpPr>
        <p:grpSpPr>
          <a:xfrm>
            <a:off x="4938245" y="5448710"/>
            <a:ext cx="888480" cy="413640"/>
            <a:chOff x="4938245" y="5448710"/>
            <a:chExt cx="88848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5249269-A13F-DF67-A139-1BA2045ECF0E}"/>
                    </a:ext>
                  </a:extLst>
                </p14:cNvPr>
                <p14:cNvContentPartPr/>
                <p14:nvPr/>
              </p14:nvContentPartPr>
              <p14:xfrm>
                <a:off x="4938245" y="5495510"/>
                <a:ext cx="129600" cy="30024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5249269-A13F-DF67-A139-1BA2045ECF0E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929605" y="5486870"/>
                  <a:ext cx="147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02A6861-7CA7-9333-56D5-E910026E971C}"/>
                    </a:ext>
                  </a:extLst>
                </p14:cNvPr>
                <p14:cNvContentPartPr/>
                <p14:nvPr/>
              </p14:nvContentPartPr>
              <p14:xfrm>
                <a:off x="5105285" y="5518550"/>
                <a:ext cx="123480" cy="3157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02A6861-7CA7-9333-56D5-E910026E971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096645" y="5509910"/>
                  <a:ext cx="1411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4994955-556B-74EA-FC73-432FE8392C69}"/>
                    </a:ext>
                  </a:extLst>
                </p14:cNvPr>
                <p14:cNvContentPartPr/>
                <p14:nvPr/>
              </p14:nvContentPartPr>
              <p14:xfrm>
                <a:off x="5148125" y="5517470"/>
                <a:ext cx="137160" cy="9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4994955-556B-74EA-FC73-432FE8392C6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139125" y="5508830"/>
                  <a:ext cx="154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78EDF360-0775-1EBE-116C-9D6B6C39105E}"/>
                    </a:ext>
                  </a:extLst>
                </p14:cNvPr>
                <p14:cNvContentPartPr/>
                <p14:nvPr/>
              </p14:nvContentPartPr>
              <p14:xfrm>
                <a:off x="5326325" y="5763350"/>
                <a:ext cx="12960" cy="990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78EDF360-0775-1EBE-116C-9D6B6C39105E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317325" y="5754350"/>
                  <a:ext cx="30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F312A20-6F42-9DB8-DCA8-58CA8DEE1B0C}"/>
                    </a:ext>
                  </a:extLst>
                </p14:cNvPr>
                <p14:cNvContentPartPr/>
                <p14:nvPr/>
              </p14:nvContentPartPr>
              <p14:xfrm>
                <a:off x="5415245" y="5536190"/>
                <a:ext cx="102600" cy="2620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F312A20-6F42-9DB8-DCA8-58CA8DEE1B0C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406605" y="5527190"/>
                  <a:ext cx="1202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6D9B35D-E602-1EBB-4C07-0AECDC9AB8D5}"/>
                    </a:ext>
                  </a:extLst>
                </p14:cNvPr>
                <p14:cNvContentPartPr/>
                <p14:nvPr/>
              </p14:nvContentPartPr>
              <p14:xfrm>
                <a:off x="5421725" y="5526470"/>
                <a:ext cx="99360" cy="3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6D9B35D-E602-1EBB-4C07-0AECDC9AB8D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12725" y="5517830"/>
                  <a:ext cx="117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A25F833-2737-E1CF-3C23-8D1612BA1CE6}"/>
                    </a:ext>
                  </a:extLst>
                </p14:cNvPr>
                <p14:cNvContentPartPr/>
                <p14:nvPr/>
              </p14:nvContentPartPr>
              <p14:xfrm>
                <a:off x="5614685" y="5450510"/>
                <a:ext cx="33120" cy="968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A25F833-2737-E1CF-3C23-8D1612BA1CE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606045" y="5441510"/>
                  <a:ext cx="50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786E3B6E-816A-0E63-D0D4-4B1A1FA9C727}"/>
                    </a:ext>
                  </a:extLst>
                </p14:cNvPr>
                <p14:cNvContentPartPr/>
                <p14:nvPr/>
              </p14:nvContentPartPr>
              <p14:xfrm>
                <a:off x="5653925" y="5448710"/>
                <a:ext cx="157320" cy="3920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786E3B6E-816A-0E63-D0D4-4B1A1FA9C72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644925" y="5439710"/>
                  <a:ext cx="1749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0CCB63ED-7E44-E4AF-C518-C00696DC88E5}"/>
                    </a:ext>
                  </a:extLst>
                </p14:cNvPr>
                <p14:cNvContentPartPr/>
                <p14:nvPr/>
              </p14:nvContentPartPr>
              <p14:xfrm>
                <a:off x="5777765" y="5676230"/>
                <a:ext cx="48960" cy="1321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0CCB63ED-7E44-E4AF-C518-C00696DC88E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769125" y="5667590"/>
                  <a:ext cx="66600" cy="14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90D70432-106F-1A23-940C-38CA30B8FAD8}"/>
                  </a:ext>
                </a:extLst>
              </p14:cNvPr>
              <p14:cNvContentPartPr/>
              <p14:nvPr/>
            </p14:nvContentPartPr>
            <p14:xfrm>
              <a:off x="6061805" y="5828150"/>
              <a:ext cx="5400" cy="2304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90D70432-106F-1A23-940C-38CA30B8FAD8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6053165" y="5819510"/>
                <a:ext cx="2304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4" name="Group 373">
            <a:extLst>
              <a:ext uri="{FF2B5EF4-FFF2-40B4-BE49-F238E27FC236}">
                <a16:creationId xmlns:a16="http://schemas.microsoft.com/office/drawing/2014/main" id="{60AD7D37-E1B8-622C-9143-D6AA28C34271}"/>
              </a:ext>
            </a:extLst>
          </p:cNvPr>
          <p:cNvGrpSpPr/>
          <p:nvPr/>
        </p:nvGrpSpPr>
        <p:grpSpPr>
          <a:xfrm>
            <a:off x="2769245" y="6192110"/>
            <a:ext cx="700560" cy="311040"/>
            <a:chOff x="2769245" y="6192110"/>
            <a:chExt cx="70056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94D4CD6-C245-1664-3441-E2B1E2265B02}"/>
                    </a:ext>
                  </a:extLst>
                </p14:cNvPr>
                <p14:cNvContentPartPr/>
                <p14:nvPr/>
              </p14:nvContentPartPr>
              <p14:xfrm>
                <a:off x="2769245" y="6192110"/>
                <a:ext cx="121320" cy="2412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94D4CD6-C245-1664-3441-E2B1E2265B0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760605" y="6183110"/>
                  <a:ext cx="138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1C34EDA-3EEF-DBC2-15C3-80D795D10DAD}"/>
                    </a:ext>
                  </a:extLst>
                </p14:cNvPr>
                <p14:cNvContentPartPr/>
                <p14:nvPr/>
              </p14:nvContentPartPr>
              <p14:xfrm>
                <a:off x="2974805" y="6406670"/>
                <a:ext cx="34200" cy="9648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1C34EDA-3EEF-DBC2-15C3-80D795D10DA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966165" y="6398030"/>
                  <a:ext cx="51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047F922-DF06-659A-A69B-456CDCD2EACB}"/>
                    </a:ext>
                  </a:extLst>
                </p14:cNvPr>
                <p14:cNvContentPartPr/>
                <p14:nvPr/>
              </p14:nvContentPartPr>
              <p14:xfrm>
                <a:off x="3071645" y="6255470"/>
                <a:ext cx="66240" cy="1166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047F922-DF06-659A-A69B-456CDCD2EAC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062645" y="6246830"/>
                  <a:ext cx="83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28486412-5C1E-ECF7-5A83-534FDEA01D16}"/>
                    </a:ext>
                  </a:extLst>
                </p14:cNvPr>
                <p14:cNvContentPartPr/>
                <p14:nvPr/>
              </p14:nvContentPartPr>
              <p14:xfrm>
                <a:off x="3149045" y="6238190"/>
                <a:ext cx="20880" cy="2062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28486412-5C1E-ECF7-5A83-534FDEA01D1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140045" y="6229550"/>
                  <a:ext cx="38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3574F3E-558C-4AFF-E414-412784952489}"/>
                    </a:ext>
                  </a:extLst>
                </p14:cNvPr>
                <p14:cNvContentPartPr/>
                <p14:nvPr/>
              </p14:nvContentPartPr>
              <p14:xfrm>
                <a:off x="3288725" y="6229190"/>
                <a:ext cx="181080" cy="2383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3574F3E-558C-4AFF-E414-41278495248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280085" y="6220550"/>
                  <a:ext cx="19872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83BCC093-E883-CE35-403D-84BDA3685111}"/>
              </a:ext>
            </a:extLst>
          </p:cNvPr>
          <p:cNvGrpSpPr/>
          <p:nvPr/>
        </p:nvGrpSpPr>
        <p:grpSpPr>
          <a:xfrm>
            <a:off x="3921245" y="6176270"/>
            <a:ext cx="723600" cy="367200"/>
            <a:chOff x="3921245" y="6176270"/>
            <a:chExt cx="72360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D980185-938D-3835-EDC9-4564578D8BAF}"/>
                    </a:ext>
                  </a:extLst>
                </p14:cNvPr>
                <p14:cNvContentPartPr/>
                <p14:nvPr/>
              </p14:nvContentPartPr>
              <p14:xfrm>
                <a:off x="3921245" y="6176270"/>
                <a:ext cx="123120" cy="2343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D980185-938D-3835-EDC9-4564578D8BA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912605" y="6167270"/>
                  <a:ext cx="140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B7A59EC-FA97-0125-8225-22C5442BB1A3}"/>
                    </a:ext>
                  </a:extLst>
                </p14:cNvPr>
                <p14:cNvContentPartPr/>
                <p14:nvPr/>
              </p14:nvContentPartPr>
              <p14:xfrm>
                <a:off x="4078565" y="6449510"/>
                <a:ext cx="15480" cy="939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B7A59EC-FA97-0125-8225-22C5442BB1A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069565" y="6440870"/>
                  <a:ext cx="33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D073AD9-3447-277F-E501-427F08D045A9}"/>
                    </a:ext>
                  </a:extLst>
                </p14:cNvPr>
                <p14:cNvContentPartPr/>
                <p14:nvPr/>
              </p14:nvContentPartPr>
              <p14:xfrm>
                <a:off x="4126805" y="6195350"/>
                <a:ext cx="88920" cy="2505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D073AD9-3447-277F-E501-427F08D045A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118165" y="6186710"/>
                  <a:ext cx="106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BF62704-247C-C2F5-61C1-FCBE37438EF5}"/>
                    </a:ext>
                  </a:extLst>
                </p14:cNvPr>
                <p14:cNvContentPartPr/>
                <p14:nvPr/>
              </p14:nvContentPartPr>
              <p14:xfrm>
                <a:off x="4262885" y="6217670"/>
                <a:ext cx="92880" cy="20232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BF62704-247C-C2F5-61C1-FCBE37438EF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254245" y="6209030"/>
                  <a:ext cx="110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8445CCC-E367-11FC-C451-3295BEE9BF1D}"/>
                    </a:ext>
                  </a:extLst>
                </p14:cNvPr>
                <p14:cNvContentPartPr/>
                <p14:nvPr/>
              </p14:nvContentPartPr>
              <p14:xfrm>
                <a:off x="4440005" y="6225590"/>
                <a:ext cx="204840" cy="1994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8445CCC-E367-11FC-C451-3295BEE9BF1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431005" y="6216950"/>
                  <a:ext cx="22248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5826C3DD-F819-9512-9858-E8CA24C777E2}"/>
              </a:ext>
            </a:extLst>
          </p:cNvPr>
          <p:cNvGrpSpPr/>
          <p:nvPr/>
        </p:nvGrpSpPr>
        <p:grpSpPr>
          <a:xfrm>
            <a:off x="5035085" y="6130190"/>
            <a:ext cx="901800" cy="405360"/>
            <a:chOff x="5035085" y="6130190"/>
            <a:chExt cx="90180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D032B20-BFB6-8BEB-936E-7ABB80D30EF4}"/>
                    </a:ext>
                  </a:extLst>
                </p14:cNvPr>
                <p14:cNvContentPartPr/>
                <p14:nvPr/>
              </p14:nvContentPartPr>
              <p14:xfrm>
                <a:off x="5035085" y="6220190"/>
                <a:ext cx="149040" cy="248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D032B20-BFB6-8BEB-936E-7ABB80D30EF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026085" y="6211550"/>
                  <a:ext cx="1666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4589F49-8A5E-6334-4EC8-9D06947D137F}"/>
                    </a:ext>
                  </a:extLst>
                </p14:cNvPr>
                <p14:cNvContentPartPr/>
                <p14:nvPr/>
              </p14:nvContentPartPr>
              <p14:xfrm>
                <a:off x="5236325" y="6252950"/>
                <a:ext cx="114480" cy="2109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4589F49-8A5E-6334-4EC8-9D06947D137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227685" y="6243950"/>
                  <a:ext cx="1321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37DA2C3-D9AC-9964-EA01-DA8B9071FF71}"/>
                    </a:ext>
                  </a:extLst>
                </p14:cNvPr>
                <p14:cNvContentPartPr/>
                <p14:nvPr/>
              </p14:nvContentPartPr>
              <p14:xfrm>
                <a:off x="5429285" y="6424310"/>
                <a:ext cx="56880" cy="1112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37DA2C3-D9AC-9964-EA01-DA8B9071FF7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420285" y="6415310"/>
                  <a:ext cx="74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825A712D-B7B1-4E0C-B594-CD97A5C6B1F4}"/>
                    </a:ext>
                  </a:extLst>
                </p14:cNvPr>
                <p14:cNvContentPartPr/>
                <p14:nvPr/>
              </p14:nvContentPartPr>
              <p14:xfrm>
                <a:off x="5503445" y="6270230"/>
                <a:ext cx="127080" cy="2181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825A712D-B7B1-4E0C-B594-CD97A5C6B1F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494445" y="6261230"/>
                  <a:ext cx="144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AD592D97-B85A-57BD-1A3F-3C7077D5C0D4}"/>
                    </a:ext>
                  </a:extLst>
                </p14:cNvPr>
                <p14:cNvContentPartPr/>
                <p14:nvPr/>
              </p14:nvContentPartPr>
              <p14:xfrm>
                <a:off x="5567165" y="6341150"/>
                <a:ext cx="124560" cy="309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AD592D97-B85A-57BD-1A3F-3C7077D5C0D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558525" y="6332510"/>
                  <a:ext cx="142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158984F-8E16-2E0F-9D5E-AFE4EFA1F0FD}"/>
                    </a:ext>
                  </a:extLst>
                </p14:cNvPr>
                <p14:cNvContentPartPr/>
                <p14:nvPr/>
              </p14:nvContentPartPr>
              <p14:xfrm>
                <a:off x="5724125" y="6130190"/>
                <a:ext cx="61920" cy="759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158984F-8E16-2E0F-9D5E-AFE4EFA1F0F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715485" y="6121190"/>
                  <a:ext cx="795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93C60E7-8FB1-CAA7-5450-43496E444853}"/>
                    </a:ext>
                  </a:extLst>
                </p14:cNvPr>
                <p14:cNvContentPartPr/>
                <p14:nvPr/>
              </p14:nvContentPartPr>
              <p14:xfrm>
                <a:off x="5770565" y="6151430"/>
                <a:ext cx="120960" cy="3315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93C60E7-8FB1-CAA7-5450-43496E44485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761925" y="6142430"/>
                  <a:ext cx="138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290C921-C040-FB41-8527-595D33DE2FF2}"/>
                    </a:ext>
                  </a:extLst>
                </p14:cNvPr>
                <p14:cNvContentPartPr/>
                <p14:nvPr/>
              </p14:nvContentPartPr>
              <p14:xfrm>
                <a:off x="5880005" y="6344030"/>
                <a:ext cx="56880" cy="738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290C921-C040-FB41-8527-595D33DE2FF2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871005" y="6335390"/>
                  <a:ext cx="7452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CA13862A-F33E-313F-74D1-017DD41CF0EC}"/>
                  </a:ext>
                </a:extLst>
              </p14:cNvPr>
              <p14:cNvContentPartPr/>
              <p14:nvPr/>
            </p14:nvContentPartPr>
            <p14:xfrm>
              <a:off x="6294005" y="6334310"/>
              <a:ext cx="5400" cy="2304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CA13862A-F33E-313F-74D1-017DD41CF0EC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6285365" y="6325670"/>
                <a:ext cx="230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C98BFE87-233A-11AF-FAB7-D591FB9A50CE}"/>
                  </a:ext>
                </a:extLst>
              </p14:cNvPr>
              <p14:cNvContentPartPr/>
              <p14:nvPr/>
            </p14:nvContentPartPr>
            <p14:xfrm>
              <a:off x="4932125" y="66710"/>
              <a:ext cx="315360" cy="38988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C98BFE87-233A-11AF-FAB7-D591FB9A50CE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4923125" y="58070"/>
                <a:ext cx="333000" cy="40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7" name="Group 406">
            <a:extLst>
              <a:ext uri="{FF2B5EF4-FFF2-40B4-BE49-F238E27FC236}">
                <a16:creationId xmlns:a16="http://schemas.microsoft.com/office/drawing/2014/main" id="{4068B225-6B5C-2D07-DCF9-D7619974ED62}"/>
              </a:ext>
            </a:extLst>
          </p:cNvPr>
          <p:cNvGrpSpPr/>
          <p:nvPr/>
        </p:nvGrpSpPr>
        <p:grpSpPr>
          <a:xfrm>
            <a:off x="5394005" y="252470"/>
            <a:ext cx="91800" cy="81720"/>
            <a:chOff x="5394005" y="252470"/>
            <a:chExt cx="91800" cy="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5977533-F47A-6E94-2D48-5C08D8B6314B}"/>
                    </a:ext>
                  </a:extLst>
                </p14:cNvPr>
                <p14:cNvContentPartPr/>
                <p14:nvPr/>
              </p14:nvContentPartPr>
              <p14:xfrm>
                <a:off x="5394005" y="252470"/>
                <a:ext cx="91800" cy="219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5977533-F47A-6E94-2D48-5C08D8B6314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385005" y="243830"/>
                  <a:ext cx="109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DF98B41-4642-24EE-47ED-E211CCC84836}"/>
                    </a:ext>
                  </a:extLst>
                </p14:cNvPr>
                <p14:cNvContentPartPr/>
                <p14:nvPr/>
              </p14:nvContentPartPr>
              <p14:xfrm>
                <a:off x="5394005" y="252470"/>
                <a:ext cx="89640" cy="817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DF98B41-4642-24EE-47ED-E211CCC8483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385365" y="243830"/>
                  <a:ext cx="1072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23ABEC41-E323-2E46-7F80-B73D62A553FB}"/>
              </a:ext>
            </a:extLst>
          </p:cNvPr>
          <p:cNvGrpSpPr/>
          <p:nvPr/>
        </p:nvGrpSpPr>
        <p:grpSpPr>
          <a:xfrm>
            <a:off x="5627645" y="164630"/>
            <a:ext cx="828720" cy="262440"/>
            <a:chOff x="5627645" y="164630"/>
            <a:chExt cx="82872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02F69624-549D-8251-E827-F2725DE5A94E}"/>
                    </a:ext>
                  </a:extLst>
                </p14:cNvPr>
                <p14:cNvContentPartPr/>
                <p14:nvPr/>
              </p14:nvContentPartPr>
              <p14:xfrm>
                <a:off x="5627645" y="173630"/>
                <a:ext cx="97200" cy="2232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02F69624-549D-8251-E827-F2725DE5A94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618645" y="164630"/>
                  <a:ext cx="114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FDE5BB4-EA54-AFA7-F312-EE9F1E1694BE}"/>
                    </a:ext>
                  </a:extLst>
                </p14:cNvPr>
                <p14:cNvContentPartPr/>
                <p14:nvPr/>
              </p14:nvContentPartPr>
              <p14:xfrm>
                <a:off x="5829605" y="182630"/>
                <a:ext cx="11160" cy="20700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FDE5BB4-EA54-AFA7-F312-EE9F1E1694B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5820965" y="173630"/>
                  <a:ext cx="2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22E4E48-A9E9-5F22-4F0F-B73D1A3E88B8}"/>
                    </a:ext>
                  </a:extLst>
                </p14:cNvPr>
                <p14:cNvContentPartPr/>
                <p14:nvPr/>
              </p14:nvContentPartPr>
              <p14:xfrm>
                <a:off x="5824565" y="164630"/>
                <a:ext cx="178920" cy="2404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22E4E48-A9E9-5F22-4F0F-B73D1A3E88B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815565" y="155990"/>
                  <a:ext cx="196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118F33DD-DEF1-6FD5-518F-27ECA4D97336}"/>
                    </a:ext>
                  </a:extLst>
                </p14:cNvPr>
                <p14:cNvContentPartPr/>
                <p14:nvPr/>
              </p14:nvContentPartPr>
              <p14:xfrm>
                <a:off x="6079445" y="216470"/>
                <a:ext cx="376920" cy="2106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118F33DD-DEF1-6FD5-518F-27ECA4D97336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070805" y="207830"/>
                  <a:ext cx="39456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6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A2CE6049-348D-8F81-7A0D-740CA4A46FF3}"/>
                  </a:ext>
                </a:extLst>
              </p14:cNvPr>
              <p14:cNvContentPartPr/>
              <p14:nvPr/>
            </p14:nvContentPartPr>
            <p14:xfrm>
              <a:off x="4781285" y="23150"/>
              <a:ext cx="1765440" cy="59184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A2CE6049-348D-8F81-7A0D-740CA4A46FF3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4763645" y="5510"/>
                <a:ext cx="180108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8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77FC3D8B-F5B7-05C5-C685-33F05639E86B}"/>
                  </a:ext>
                </a:extLst>
              </p14:cNvPr>
              <p14:cNvContentPartPr/>
              <p14:nvPr/>
            </p14:nvContentPartPr>
            <p14:xfrm>
              <a:off x="10932965" y="1212230"/>
              <a:ext cx="144000" cy="17964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77FC3D8B-F5B7-05C5-C685-33F05639E86B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10923965" y="1203590"/>
                <a:ext cx="161640" cy="1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887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DA07FF7-5DAD-5733-FBD9-A3FB5DD42384}"/>
              </a:ext>
            </a:extLst>
          </p:cNvPr>
          <p:cNvGrpSpPr/>
          <p:nvPr/>
        </p:nvGrpSpPr>
        <p:grpSpPr>
          <a:xfrm>
            <a:off x="1076885" y="458030"/>
            <a:ext cx="3595680" cy="2263680"/>
            <a:chOff x="1076885" y="458030"/>
            <a:chExt cx="3595680" cy="22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1C0CFC-6367-4AA1-7076-384404287013}"/>
                    </a:ext>
                  </a:extLst>
                </p14:cNvPr>
                <p14:cNvContentPartPr/>
                <p14:nvPr/>
              </p14:nvContentPartPr>
              <p14:xfrm>
                <a:off x="1076885" y="1329230"/>
                <a:ext cx="910440" cy="58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1C0CFC-6367-4AA1-7076-3844042870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67885" y="1320590"/>
                  <a:ext cx="928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0A0E7AB-4806-4B8C-FEDB-63657B097A86}"/>
                    </a:ext>
                  </a:extLst>
                </p14:cNvPr>
                <p14:cNvContentPartPr/>
                <p14:nvPr/>
              </p14:nvContentPartPr>
              <p14:xfrm>
                <a:off x="1890845" y="554150"/>
                <a:ext cx="48600" cy="1426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0A0E7AB-4806-4B8C-FEDB-63657B097A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1845" y="545510"/>
                  <a:ext cx="66240" cy="14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79A2A27-22E0-828A-C5FA-32C114E6BFFD}"/>
                    </a:ext>
                  </a:extLst>
                </p14:cNvPr>
                <p14:cNvContentPartPr/>
                <p14:nvPr/>
              </p14:nvContentPartPr>
              <p14:xfrm>
                <a:off x="1867445" y="458030"/>
                <a:ext cx="1985400" cy="1271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79A2A27-22E0-828A-C5FA-32C114E6BF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58445" y="449390"/>
                  <a:ext cx="2003040" cy="12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5D6CF2-A5B7-F039-CE6F-76F270AA77A1}"/>
                    </a:ext>
                  </a:extLst>
                </p14:cNvPr>
                <p14:cNvContentPartPr/>
                <p14:nvPr/>
              </p14:nvContentPartPr>
              <p14:xfrm>
                <a:off x="1919285" y="1586990"/>
                <a:ext cx="1940400" cy="644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5D6CF2-A5B7-F039-CE6F-76F270AA77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0285" y="1577990"/>
                  <a:ext cx="195804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803E08-95EA-6A19-40B5-29D404B37593}"/>
                    </a:ext>
                  </a:extLst>
                </p14:cNvPr>
                <p14:cNvContentPartPr/>
                <p14:nvPr/>
              </p14:nvContentPartPr>
              <p14:xfrm>
                <a:off x="2939165" y="812990"/>
                <a:ext cx="144000" cy="263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803E08-95EA-6A19-40B5-29D404B375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30525" y="803990"/>
                  <a:ext cx="1616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DF15C4-25CF-F610-9964-C97D91CECB87}"/>
                    </a:ext>
                  </a:extLst>
                </p14:cNvPr>
                <p14:cNvContentPartPr/>
                <p14:nvPr/>
              </p14:nvContentPartPr>
              <p14:xfrm>
                <a:off x="3125645" y="966710"/>
                <a:ext cx="29160" cy="234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DF15C4-25CF-F610-9964-C97D91CECB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16645" y="957710"/>
                  <a:ext cx="46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289C364-CE2A-6B74-B6AF-2CADF900EE89}"/>
                    </a:ext>
                  </a:extLst>
                </p14:cNvPr>
                <p14:cNvContentPartPr/>
                <p14:nvPr/>
              </p14:nvContentPartPr>
              <p14:xfrm>
                <a:off x="2920805" y="2302670"/>
                <a:ext cx="169920" cy="351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289C364-CE2A-6B74-B6AF-2CADF900EE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12165" y="2293670"/>
                  <a:ext cx="1875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37D736-D4BD-775B-FD08-057B44F96F74}"/>
                    </a:ext>
                  </a:extLst>
                </p14:cNvPr>
                <p14:cNvContentPartPr/>
                <p14:nvPr/>
              </p14:nvContentPartPr>
              <p14:xfrm>
                <a:off x="3154445" y="2526950"/>
                <a:ext cx="232560" cy="194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37D736-D4BD-775B-FD08-057B44F96F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45445" y="2517950"/>
                  <a:ext cx="250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8F0A87-C45B-2F53-E336-EB6368C3321B}"/>
                    </a:ext>
                  </a:extLst>
                </p14:cNvPr>
                <p14:cNvContentPartPr/>
                <p14:nvPr/>
              </p14:nvContentPartPr>
              <p14:xfrm>
                <a:off x="3822245" y="1359830"/>
                <a:ext cx="850320" cy="26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8F0A87-C45B-2F53-E336-EB6368C332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13605" y="1351190"/>
                  <a:ext cx="86796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A19BCAE-7794-7739-EAFA-A0870E34314C}"/>
                  </a:ext>
                </a:extLst>
              </p14:cNvPr>
              <p14:cNvContentPartPr/>
              <p14:nvPr/>
            </p14:nvContentPartPr>
            <p14:xfrm>
              <a:off x="1625525" y="3130670"/>
              <a:ext cx="78120" cy="537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A19BCAE-7794-7739-EAFA-A0870E3431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16525" y="3122030"/>
                <a:ext cx="9576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A0A581-7BB6-039D-323B-CFDF847CE004}"/>
                  </a:ext>
                </a:extLst>
              </p14:cNvPr>
              <p14:cNvContentPartPr/>
              <p14:nvPr/>
            </p14:nvContentPartPr>
            <p14:xfrm>
              <a:off x="1646765" y="3039230"/>
              <a:ext cx="327240" cy="609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A0A581-7BB6-039D-323B-CFDF847CE0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7765" y="3030590"/>
                <a:ext cx="344880" cy="6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CF1EE67-4446-FACB-3D71-A995D0A44367}"/>
                  </a:ext>
                </a:extLst>
              </p14:cNvPr>
              <p14:cNvContentPartPr/>
              <p14:nvPr/>
            </p14:nvContentPartPr>
            <p14:xfrm>
              <a:off x="2180285" y="2844470"/>
              <a:ext cx="95760" cy="226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CF1EE67-4446-FACB-3D71-A995D0A4436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71285" y="2835470"/>
                <a:ext cx="1134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7BD7CFE-0F94-7E9A-97AC-B09636F52BD8}"/>
              </a:ext>
            </a:extLst>
          </p:cNvPr>
          <p:cNvGrpSpPr/>
          <p:nvPr/>
        </p:nvGrpSpPr>
        <p:grpSpPr>
          <a:xfrm>
            <a:off x="2915045" y="3146150"/>
            <a:ext cx="264600" cy="172080"/>
            <a:chOff x="2915045" y="3146150"/>
            <a:chExt cx="26460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A42D5E-ED28-4F11-EA70-E3E23FA71246}"/>
                    </a:ext>
                  </a:extLst>
                </p14:cNvPr>
                <p14:cNvContentPartPr/>
                <p14:nvPr/>
              </p14:nvContentPartPr>
              <p14:xfrm>
                <a:off x="2915045" y="3146150"/>
                <a:ext cx="199440" cy="1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A42D5E-ED28-4F11-EA70-E3E23FA712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06045" y="3137150"/>
                  <a:ext cx="217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C1570D4-4986-718C-4B32-6B11E8E7FBE9}"/>
                    </a:ext>
                  </a:extLst>
                </p14:cNvPr>
                <p14:cNvContentPartPr/>
                <p14:nvPr/>
              </p14:nvContentPartPr>
              <p14:xfrm>
                <a:off x="2933405" y="3294110"/>
                <a:ext cx="246240" cy="24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C1570D4-4986-718C-4B32-6B11E8E7FB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24765" y="3285110"/>
                  <a:ext cx="2638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ED3EC0-FE22-F9C9-40DD-3D2187DEC362}"/>
              </a:ext>
            </a:extLst>
          </p:cNvPr>
          <p:cNvGrpSpPr/>
          <p:nvPr/>
        </p:nvGrpSpPr>
        <p:grpSpPr>
          <a:xfrm>
            <a:off x="3677885" y="2742230"/>
            <a:ext cx="2111040" cy="705960"/>
            <a:chOff x="3677885" y="2742230"/>
            <a:chExt cx="2111040" cy="70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D19EB0-841E-12B7-6876-959537118986}"/>
                    </a:ext>
                  </a:extLst>
                </p14:cNvPr>
                <p14:cNvContentPartPr/>
                <p14:nvPr/>
              </p14:nvContentPartPr>
              <p14:xfrm>
                <a:off x="3677885" y="2866070"/>
                <a:ext cx="114480" cy="45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D19EB0-841E-12B7-6876-9595371189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69245" y="2857070"/>
                  <a:ext cx="13212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CD8BEA5-02B7-C293-51FC-1EC8E1CF8AEE}"/>
                    </a:ext>
                  </a:extLst>
                </p14:cNvPr>
                <p14:cNvContentPartPr/>
                <p14:nvPr/>
              </p14:nvContentPartPr>
              <p14:xfrm>
                <a:off x="3713165" y="2803430"/>
                <a:ext cx="320400" cy="470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CD8BEA5-02B7-C293-51FC-1EC8E1CF8A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04165" y="2794430"/>
                  <a:ext cx="3380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A0654B-B93C-3DFA-A008-90AA9B8A064D}"/>
                    </a:ext>
                  </a:extLst>
                </p14:cNvPr>
                <p14:cNvContentPartPr/>
                <p14:nvPr/>
              </p14:nvContentPartPr>
              <p14:xfrm>
                <a:off x="4206365" y="3121310"/>
                <a:ext cx="55440" cy="261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A0654B-B93C-3DFA-A008-90AA9B8A06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97725" y="3112310"/>
                  <a:ext cx="73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5FCF94A-3E37-152E-1544-7D3FC8C18033}"/>
                    </a:ext>
                  </a:extLst>
                </p14:cNvPr>
                <p14:cNvContentPartPr/>
                <p14:nvPr/>
              </p14:nvContentPartPr>
              <p14:xfrm>
                <a:off x="4524245" y="2791190"/>
                <a:ext cx="193680" cy="470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5FCF94A-3E37-152E-1544-7D3FC8C180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15245" y="2782550"/>
                  <a:ext cx="21132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F028AE-9D23-08DC-FB84-BD6C9CC455D1}"/>
                    </a:ext>
                  </a:extLst>
                </p14:cNvPr>
                <p14:cNvContentPartPr/>
                <p14:nvPr/>
              </p14:nvContentPartPr>
              <p14:xfrm>
                <a:off x="4666085" y="2838350"/>
                <a:ext cx="232560" cy="477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F028AE-9D23-08DC-FB84-BD6C9CC455D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57085" y="2829350"/>
                  <a:ext cx="2502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8114BF6-5317-68D9-A1DA-119570D3E7D2}"/>
                    </a:ext>
                  </a:extLst>
                </p14:cNvPr>
                <p14:cNvContentPartPr/>
                <p14:nvPr/>
              </p14:nvContentPartPr>
              <p14:xfrm>
                <a:off x="5133005" y="2742230"/>
                <a:ext cx="226080" cy="519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8114BF6-5317-68D9-A1DA-119570D3E7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24005" y="2733590"/>
                  <a:ext cx="2437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F46637-0F86-E31D-67B2-468AD1ECAAB6}"/>
                    </a:ext>
                  </a:extLst>
                </p14:cNvPr>
                <p14:cNvContentPartPr/>
                <p14:nvPr/>
              </p14:nvContentPartPr>
              <p14:xfrm>
                <a:off x="5563925" y="3151550"/>
                <a:ext cx="225000" cy="296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F46637-0F86-E31D-67B2-468AD1ECAA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54925" y="3142910"/>
                  <a:ext cx="242640" cy="31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8D0B12E-2FB9-6116-23D3-6FA2D970DA38}"/>
                  </a:ext>
                </a:extLst>
              </p14:cNvPr>
              <p14:cNvContentPartPr/>
              <p14:nvPr/>
            </p14:nvContentPartPr>
            <p14:xfrm>
              <a:off x="6328205" y="3457910"/>
              <a:ext cx="36720" cy="14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8D0B12E-2FB9-6116-23D3-6FA2D970DA3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19205" y="3448910"/>
                <a:ext cx="5436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099DDF96-4CC0-3966-504D-C1EBB700735E}"/>
              </a:ext>
            </a:extLst>
          </p:cNvPr>
          <p:cNvGrpSpPr/>
          <p:nvPr/>
        </p:nvGrpSpPr>
        <p:grpSpPr>
          <a:xfrm>
            <a:off x="6491285" y="434630"/>
            <a:ext cx="2415960" cy="3823560"/>
            <a:chOff x="6491285" y="434630"/>
            <a:chExt cx="2415960" cy="38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0FC437-43FC-074B-EB94-B08320C78570}"/>
                    </a:ext>
                  </a:extLst>
                </p14:cNvPr>
                <p14:cNvContentPartPr/>
                <p14:nvPr/>
              </p14:nvContentPartPr>
              <p14:xfrm>
                <a:off x="6491285" y="437870"/>
                <a:ext cx="379800" cy="3820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0FC437-43FC-074B-EB94-B08320C7857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82285" y="428870"/>
                  <a:ext cx="397440" cy="38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F74649-4692-5316-57DE-DF4468253E23}"/>
                    </a:ext>
                  </a:extLst>
                </p14:cNvPr>
                <p14:cNvContentPartPr/>
                <p14:nvPr/>
              </p14:nvContentPartPr>
              <p14:xfrm>
                <a:off x="7996445" y="434630"/>
                <a:ext cx="81360" cy="56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F74649-4692-5316-57DE-DF4468253E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87805" y="425630"/>
                  <a:ext cx="9900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26EDD95-5FCF-3D05-AD6A-428637F5FD80}"/>
                    </a:ext>
                  </a:extLst>
                </p14:cNvPr>
                <p14:cNvContentPartPr/>
                <p14:nvPr/>
              </p14:nvContentPartPr>
              <p14:xfrm>
                <a:off x="7761725" y="1253630"/>
                <a:ext cx="603000" cy="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26EDD95-5FCF-3D05-AD6A-428637F5FD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52725" y="1244990"/>
                  <a:ext cx="6206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F842DC-D118-0C74-CDEA-45C543FF9C5C}"/>
                    </a:ext>
                  </a:extLst>
                </p14:cNvPr>
                <p14:cNvContentPartPr/>
                <p14:nvPr/>
              </p14:nvContentPartPr>
              <p14:xfrm>
                <a:off x="7982765" y="1498790"/>
                <a:ext cx="289080" cy="590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F842DC-D118-0C74-CDEA-45C543FF9C5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74125" y="1490150"/>
                  <a:ext cx="30672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7A9A593-F5B0-30B7-14A1-F7F171DFEE52}"/>
                    </a:ext>
                  </a:extLst>
                </p14:cNvPr>
                <p14:cNvContentPartPr/>
                <p14:nvPr/>
              </p14:nvContentPartPr>
              <p14:xfrm>
                <a:off x="8408285" y="1925750"/>
                <a:ext cx="28080" cy="232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7A9A593-F5B0-30B7-14A1-F7F171DFEE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99285" y="1917110"/>
                  <a:ext cx="45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5F51D2-7C2E-02C8-1E32-B1ECD67D9D69}"/>
                    </a:ext>
                  </a:extLst>
                </p14:cNvPr>
                <p14:cNvContentPartPr/>
                <p14:nvPr/>
              </p14:nvContentPartPr>
              <p14:xfrm>
                <a:off x="8631485" y="1274150"/>
                <a:ext cx="275760" cy="35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5F51D2-7C2E-02C8-1E32-B1ECD67D9D6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22845" y="1265150"/>
                  <a:ext cx="293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D7E4E9-A90A-3918-6016-E74B20D99236}"/>
                    </a:ext>
                  </a:extLst>
                </p14:cNvPr>
                <p14:cNvContentPartPr/>
                <p14:nvPr/>
              </p14:nvContentPartPr>
              <p14:xfrm>
                <a:off x="8790965" y="1135190"/>
                <a:ext cx="52920" cy="402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D7E4E9-A90A-3918-6016-E74B20D992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82325" y="1126190"/>
                  <a:ext cx="705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F31F2C-3D1B-307A-EFC5-9F370060B927}"/>
                    </a:ext>
                  </a:extLst>
                </p14:cNvPr>
                <p14:cNvContentPartPr/>
                <p14:nvPr/>
              </p14:nvContentPartPr>
              <p14:xfrm>
                <a:off x="7123805" y="598430"/>
                <a:ext cx="10440" cy="357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F31F2C-3D1B-307A-EFC5-9F370060B9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15165" y="589430"/>
                  <a:ext cx="28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74BDEB4-44ED-0F1D-C8C7-A44558463981}"/>
                    </a:ext>
                  </a:extLst>
                </p14:cNvPr>
                <p14:cNvContentPartPr/>
                <p14:nvPr/>
              </p14:nvContentPartPr>
              <p14:xfrm>
                <a:off x="6980885" y="1098830"/>
                <a:ext cx="324360" cy="51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74BDEB4-44ED-0F1D-C8C7-A445584639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71885" y="1090190"/>
                  <a:ext cx="342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5C855C3-AC5F-FB85-243B-8A6C201010DC}"/>
                    </a:ext>
                  </a:extLst>
                </p14:cNvPr>
                <p14:cNvContentPartPr/>
                <p14:nvPr/>
              </p14:nvContentPartPr>
              <p14:xfrm>
                <a:off x="7002125" y="1453790"/>
                <a:ext cx="217800" cy="71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5C855C3-AC5F-FB85-243B-8A6C201010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93485" y="1444790"/>
                  <a:ext cx="23544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C4D957-C093-7853-8F57-ACFA82160FE5}"/>
                    </a:ext>
                  </a:extLst>
                </p14:cNvPr>
                <p14:cNvContentPartPr/>
                <p14:nvPr/>
              </p14:nvContentPartPr>
              <p14:xfrm>
                <a:off x="7215605" y="1425350"/>
                <a:ext cx="63000" cy="211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C4D957-C093-7853-8F57-ACFA82160F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06965" y="1416710"/>
                  <a:ext cx="80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0B74D00-10C9-7884-BA52-09B27EED3C58}"/>
                    </a:ext>
                  </a:extLst>
                </p14:cNvPr>
                <p14:cNvContentPartPr/>
                <p14:nvPr/>
              </p14:nvContentPartPr>
              <p14:xfrm>
                <a:off x="7430165" y="1234550"/>
                <a:ext cx="146160" cy="20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0B74D00-10C9-7884-BA52-09B27EED3C5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21525" y="1225550"/>
                  <a:ext cx="163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9A68F5-8F8C-7B50-2E99-53FD580C05B0}"/>
                    </a:ext>
                  </a:extLst>
                </p14:cNvPr>
                <p14:cNvContentPartPr/>
                <p14:nvPr/>
              </p14:nvContentPartPr>
              <p14:xfrm>
                <a:off x="7505765" y="1108910"/>
                <a:ext cx="138600" cy="34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9A68F5-8F8C-7B50-2E99-53FD580C05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96765" y="1100270"/>
                  <a:ext cx="1562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568BBB8-ACFF-775B-E7EA-13C8B0C141A0}"/>
              </a:ext>
            </a:extLst>
          </p:cNvPr>
          <p:cNvGrpSpPr/>
          <p:nvPr/>
        </p:nvGrpSpPr>
        <p:grpSpPr>
          <a:xfrm>
            <a:off x="8281565" y="2722430"/>
            <a:ext cx="1447560" cy="793440"/>
            <a:chOff x="8281565" y="2722430"/>
            <a:chExt cx="1447560" cy="79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FBF49DF-CE61-3BED-9D28-4FA99B36ABAD}"/>
                    </a:ext>
                  </a:extLst>
                </p14:cNvPr>
                <p14:cNvContentPartPr/>
                <p14:nvPr/>
              </p14:nvContentPartPr>
              <p14:xfrm>
                <a:off x="8316485" y="2722430"/>
                <a:ext cx="196200" cy="497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FBF49DF-CE61-3BED-9D28-4FA99B36ABA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07485" y="2713790"/>
                  <a:ext cx="21384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648098C-10D2-32D1-E717-8869A2686A19}"/>
                    </a:ext>
                  </a:extLst>
                </p14:cNvPr>
                <p14:cNvContentPartPr/>
                <p14:nvPr/>
              </p14:nvContentPartPr>
              <p14:xfrm>
                <a:off x="8582885" y="3123470"/>
                <a:ext cx="153360" cy="218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648098C-10D2-32D1-E717-8869A2686A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73885" y="3114470"/>
                  <a:ext cx="171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11307F-DA55-ED09-F7A5-E2FA167B768D}"/>
                    </a:ext>
                  </a:extLst>
                </p14:cNvPr>
                <p14:cNvContentPartPr/>
                <p14:nvPr/>
              </p14:nvContentPartPr>
              <p14:xfrm>
                <a:off x="8947925" y="3081710"/>
                <a:ext cx="183600" cy="16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11307F-DA55-ED09-F7A5-E2FA167B768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39285" y="3072710"/>
                  <a:ext cx="201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FF974E3-82B6-AF75-3EB4-4188A7E2CAE9}"/>
                    </a:ext>
                  </a:extLst>
                </p14:cNvPr>
                <p14:cNvContentPartPr/>
                <p14:nvPr/>
              </p14:nvContentPartPr>
              <p14:xfrm>
                <a:off x="9050885" y="2921150"/>
                <a:ext cx="44280" cy="299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FF974E3-82B6-AF75-3EB4-4188A7E2CA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42245" y="2912510"/>
                  <a:ext cx="61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F1A47C-F653-3140-E83F-4AF805158D9F}"/>
                    </a:ext>
                  </a:extLst>
                </p14:cNvPr>
                <p14:cNvContentPartPr/>
                <p14:nvPr/>
              </p14:nvContentPartPr>
              <p14:xfrm>
                <a:off x="9379925" y="2774270"/>
                <a:ext cx="179640" cy="405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F1A47C-F653-3140-E83F-4AF805158D9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70925" y="2765630"/>
                  <a:ext cx="1972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1D4E63B-8C78-4B9E-6809-8BBD6D74D812}"/>
                    </a:ext>
                  </a:extLst>
                </p14:cNvPr>
                <p14:cNvContentPartPr/>
                <p14:nvPr/>
              </p14:nvContentPartPr>
              <p14:xfrm>
                <a:off x="9683765" y="3083870"/>
                <a:ext cx="28080" cy="230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1D4E63B-8C78-4B9E-6809-8BBD6D74D8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74765" y="3075230"/>
                  <a:ext cx="45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DE5138E-0E26-15B0-7EFC-91326356D683}"/>
                    </a:ext>
                  </a:extLst>
                </p14:cNvPr>
                <p14:cNvContentPartPr/>
                <p14:nvPr/>
              </p14:nvContentPartPr>
              <p14:xfrm>
                <a:off x="8281565" y="3498590"/>
                <a:ext cx="1447560" cy="17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DE5138E-0E26-15B0-7EFC-91326356D6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72565" y="3489590"/>
                  <a:ext cx="146520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0BEA860-0AAB-1BC4-DFDB-8B6A306736CA}"/>
                  </a:ext>
                </a:extLst>
              </p14:cNvPr>
              <p14:cNvContentPartPr/>
              <p14:nvPr/>
            </p14:nvContentPartPr>
            <p14:xfrm>
              <a:off x="8542565" y="3774350"/>
              <a:ext cx="15480" cy="3736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0BEA860-0AAB-1BC4-DFDB-8B6A306736C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533565" y="3765710"/>
                <a:ext cx="33120" cy="39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F36B6545-5A99-6306-B6A1-C7C6BA07022F}"/>
              </a:ext>
            </a:extLst>
          </p:cNvPr>
          <p:cNvGrpSpPr/>
          <p:nvPr/>
        </p:nvGrpSpPr>
        <p:grpSpPr>
          <a:xfrm>
            <a:off x="9293165" y="389990"/>
            <a:ext cx="2945520" cy="1964520"/>
            <a:chOff x="9293165" y="389990"/>
            <a:chExt cx="2945520" cy="19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E7F561-982C-BE66-E33C-CA2352C7FB71}"/>
                    </a:ext>
                  </a:extLst>
                </p14:cNvPr>
                <p14:cNvContentPartPr/>
                <p14:nvPr/>
              </p14:nvContentPartPr>
              <p14:xfrm>
                <a:off x="9482885" y="554150"/>
                <a:ext cx="73080" cy="587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E7F561-982C-BE66-E33C-CA2352C7FB7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73885" y="545510"/>
                  <a:ext cx="9072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CE9A86-338E-92AE-B966-67FB4F007D77}"/>
                    </a:ext>
                  </a:extLst>
                </p14:cNvPr>
                <p14:cNvContentPartPr/>
                <p14:nvPr/>
              </p14:nvContentPartPr>
              <p14:xfrm>
                <a:off x="9293165" y="1172270"/>
                <a:ext cx="521280" cy="12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CE9A86-338E-92AE-B966-67FB4F007D7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84525" y="1163630"/>
                  <a:ext cx="538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CB50D8-6B1E-7F2F-8C6C-21E69E8D505A}"/>
                    </a:ext>
                  </a:extLst>
                </p14:cNvPr>
                <p14:cNvContentPartPr/>
                <p14:nvPr/>
              </p14:nvContentPartPr>
              <p14:xfrm>
                <a:off x="9377405" y="1513550"/>
                <a:ext cx="265680" cy="655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3CB50D8-6B1E-7F2F-8C6C-21E69E8D505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68405" y="1504550"/>
                  <a:ext cx="28332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B45225-CF0C-33A9-7305-1719BEDCCCDD}"/>
                    </a:ext>
                  </a:extLst>
                </p14:cNvPr>
                <p14:cNvContentPartPr/>
                <p14:nvPr/>
              </p14:nvContentPartPr>
              <p14:xfrm>
                <a:off x="9718685" y="2037710"/>
                <a:ext cx="359640" cy="316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B45225-CF0C-33A9-7305-1719BEDCCCD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09685" y="2028710"/>
                  <a:ext cx="3772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3A1A29-ED73-FD21-471F-8F2EF15E315E}"/>
                    </a:ext>
                  </a:extLst>
                </p14:cNvPr>
                <p14:cNvContentPartPr/>
                <p14:nvPr/>
              </p14:nvContentPartPr>
              <p14:xfrm>
                <a:off x="10572605" y="389990"/>
                <a:ext cx="15120" cy="398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3A1A29-ED73-FD21-471F-8F2EF15E31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63605" y="380990"/>
                  <a:ext cx="327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185B715-B9E4-B6D2-3C7E-522D3CAC8BCE}"/>
                    </a:ext>
                  </a:extLst>
                </p14:cNvPr>
                <p14:cNvContentPartPr/>
                <p14:nvPr/>
              </p14:nvContentPartPr>
              <p14:xfrm>
                <a:off x="10546325" y="396110"/>
                <a:ext cx="225720" cy="419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185B715-B9E4-B6D2-3C7E-522D3CAC8B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37325" y="387110"/>
                  <a:ext cx="2433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20BB0A7-D536-78BF-1903-E31010AC6F7C}"/>
                    </a:ext>
                  </a:extLst>
                </p14:cNvPr>
                <p14:cNvContentPartPr/>
                <p14:nvPr/>
              </p14:nvContentPartPr>
              <p14:xfrm>
                <a:off x="10812365" y="709670"/>
                <a:ext cx="159840" cy="241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20BB0A7-D536-78BF-1903-E31010AC6F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03365" y="700670"/>
                  <a:ext cx="177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3C6FDE-37FC-4E4D-9246-A97EC63DC037}"/>
                    </a:ext>
                  </a:extLst>
                </p14:cNvPr>
                <p14:cNvContentPartPr/>
                <p14:nvPr/>
              </p14:nvContentPartPr>
              <p14:xfrm>
                <a:off x="10142045" y="1315910"/>
                <a:ext cx="163440" cy="9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3C6FDE-37FC-4E4D-9246-A97EC63DC03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33045" y="1306910"/>
                  <a:ext cx="181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58E0B5-3144-EF36-1D02-43384CC06B69}"/>
                    </a:ext>
                  </a:extLst>
                </p14:cNvPr>
                <p14:cNvContentPartPr/>
                <p14:nvPr/>
              </p14:nvContentPartPr>
              <p14:xfrm>
                <a:off x="10153205" y="1173350"/>
                <a:ext cx="250200" cy="41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58E0B5-3144-EF36-1D02-43384CC06B6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44565" y="1164710"/>
                  <a:ext cx="267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CB2C0FE-8223-987F-55C6-6CBF03C18C75}"/>
                    </a:ext>
                  </a:extLst>
                </p14:cNvPr>
                <p14:cNvContentPartPr/>
                <p14:nvPr/>
              </p14:nvContentPartPr>
              <p14:xfrm>
                <a:off x="10509605" y="1185950"/>
                <a:ext cx="911520" cy="61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CB2C0FE-8223-987F-55C6-6CBF03C18C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00605" y="1176950"/>
                  <a:ext cx="929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6213FF-4977-34E2-5945-D4798EA3FA6D}"/>
                    </a:ext>
                  </a:extLst>
                </p14:cNvPr>
                <p14:cNvContentPartPr/>
                <p14:nvPr/>
              </p14:nvContentPartPr>
              <p14:xfrm>
                <a:off x="10573685" y="1538390"/>
                <a:ext cx="194040" cy="420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6213FF-4977-34E2-5945-D4798EA3FA6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65045" y="1529750"/>
                  <a:ext cx="21168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D464AC2-A0E0-0BFB-4398-4C96C5FC4B4E}"/>
                    </a:ext>
                  </a:extLst>
                </p14:cNvPr>
                <p14:cNvContentPartPr/>
                <p14:nvPr/>
              </p14:nvContentPartPr>
              <p14:xfrm>
                <a:off x="10807325" y="1889750"/>
                <a:ext cx="12960" cy="147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D464AC2-A0E0-0BFB-4398-4C96C5FC4B4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98325" y="1880750"/>
                  <a:ext cx="306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FF2864B-F8F3-E579-A564-E31703516DAC}"/>
                    </a:ext>
                  </a:extLst>
                </p14:cNvPr>
                <p14:cNvContentPartPr/>
                <p14:nvPr/>
              </p14:nvContentPartPr>
              <p14:xfrm>
                <a:off x="10913885" y="1904510"/>
                <a:ext cx="5400" cy="23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FF2864B-F8F3-E579-A564-E31703516DA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05245" y="1895510"/>
                  <a:ext cx="23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2EB4D8-5941-747D-23B2-B2D71B03F53C}"/>
                    </a:ext>
                  </a:extLst>
                </p14:cNvPr>
                <p14:cNvContentPartPr/>
                <p14:nvPr/>
              </p14:nvContentPartPr>
              <p14:xfrm>
                <a:off x="11096045" y="1585550"/>
                <a:ext cx="214560" cy="38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2EB4D8-5941-747D-23B2-B2D71B03F53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87045" y="1576910"/>
                  <a:ext cx="2322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CB43D3-465A-7E96-1A17-72D4238F718D}"/>
                    </a:ext>
                  </a:extLst>
                </p14:cNvPr>
                <p14:cNvContentPartPr/>
                <p14:nvPr/>
              </p14:nvContentPartPr>
              <p14:xfrm>
                <a:off x="11415005" y="1800470"/>
                <a:ext cx="154800" cy="250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CB43D3-465A-7E96-1A17-72D4238F718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406005" y="1791830"/>
                  <a:ext cx="172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7772D52-5056-9357-8731-16C43E7A24BB}"/>
                    </a:ext>
                  </a:extLst>
                </p14:cNvPr>
                <p14:cNvContentPartPr/>
                <p14:nvPr/>
              </p14:nvContentPartPr>
              <p14:xfrm>
                <a:off x="11437325" y="1205030"/>
                <a:ext cx="133560" cy="39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7772D52-5056-9357-8731-16C43E7A24B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28685" y="1196390"/>
                  <a:ext cx="151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5BAB98-BB4F-3EF4-EC09-6FC3F555D7A7}"/>
                    </a:ext>
                  </a:extLst>
                </p14:cNvPr>
                <p14:cNvContentPartPr/>
                <p14:nvPr/>
              </p14:nvContentPartPr>
              <p14:xfrm>
                <a:off x="11519045" y="1135190"/>
                <a:ext cx="11520" cy="234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5BAB98-BB4F-3EF4-EC09-6FC3F555D7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10405" y="1126190"/>
                  <a:ext cx="29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DE8FB5E-606E-339C-3FD5-FC9BFE2AEA85}"/>
                    </a:ext>
                  </a:extLst>
                </p14:cNvPr>
                <p14:cNvContentPartPr/>
                <p14:nvPr/>
              </p14:nvContentPartPr>
              <p14:xfrm>
                <a:off x="11777525" y="431750"/>
                <a:ext cx="176040" cy="321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DE8FB5E-606E-339C-3FD5-FC9BFE2AEA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768885" y="422750"/>
                  <a:ext cx="1936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0D8AF18-4E1F-F1D3-082A-E85C7EA159A3}"/>
                    </a:ext>
                  </a:extLst>
                </p14:cNvPr>
                <p14:cNvContentPartPr/>
                <p14:nvPr/>
              </p14:nvContentPartPr>
              <p14:xfrm>
                <a:off x="12010085" y="636950"/>
                <a:ext cx="6480" cy="234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0D8AF18-4E1F-F1D3-082A-E85C7EA159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001085" y="627950"/>
                  <a:ext cx="24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FA1E0C-6B66-F7F8-3703-7FD58126CBE9}"/>
                    </a:ext>
                  </a:extLst>
                </p14:cNvPr>
                <p14:cNvContentPartPr/>
                <p14:nvPr/>
              </p14:nvContentPartPr>
              <p14:xfrm>
                <a:off x="11698685" y="1153190"/>
                <a:ext cx="464400" cy="70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FA1E0C-6B66-F7F8-3703-7FD58126CBE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689685" y="1144190"/>
                  <a:ext cx="482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F756ED7-AD60-95B3-A4B4-7941D28E24A5}"/>
                    </a:ext>
                  </a:extLst>
                </p14:cNvPr>
                <p14:cNvContentPartPr/>
                <p14:nvPr/>
              </p14:nvContentPartPr>
              <p14:xfrm>
                <a:off x="11667005" y="1554590"/>
                <a:ext cx="109440" cy="261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F756ED7-AD60-95B3-A4B4-7941D28E24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658005" y="1545590"/>
                  <a:ext cx="127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BC54B9C-3EF6-7FB9-9EA8-6E9D59A5310A}"/>
                    </a:ext>
                  </a:extLst>
                </p14:cNvPr>
                <p14:cNvContentPartPr/>
                <p14:nvPr/>
              </p14:nvContentPartPr>
              <p14:xfrm>
                <a:off x="11799125" y="1720190"/>
                <a:ext cx="34200" cy="129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BC54B9C-3EF6-7FB9-9EA8-6E9D59A5310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790125" y="1711550"/>
                  <a:ext cx="51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C3B37B8-81A7-DCD2-3D2A-7A98353BD8DD}"/>
                    </a:ext>
                  </a:extLst>
                </p14:cNvPr>
                <p14:cNvContentPartPr/>
                <p14:nvPr/>
              </p14:nvContentPartPr>
              <p14:xfrm>
                <a:off x="11900645" y="1641350"/>
                <a:ext cx="77040" cy="15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C3B37B8-81A7-DCD2-3D2A-7A98353BD8D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892005" y="1632350"/>
                  <a:ext cx="94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C3B9EA5-8950-DAA6-85B6-100A1275CDCB}"/>
                    </a:ext>
                  </a:extLst>
                </p14:cNvPr>
                <p14:cNvContentPartPr/>
                <p14:nvPr/>
              </p14:nvContentPartPr>
              <p14:xfrm>
                <a:off x="11900645" y="1584830"/>
                <a:ext cx="45720" cy="164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C3B9EA5-8950-DAA6-85B6-100A1275CDC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892005" y="1575830"/>
                  <a:ext cx="63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A71906F-21E9-0113-7703-6F1CA944C03A}"/>
                    </a:ext>
                  </a:extLst>
                </p14:cNvPr>
                <p14:cNvContentPartPr/>
                <p14:nvPr/>
              </p14:nvContentPartPr>
              <p14:xfrm>
                <a:off x="12027365" y="1460270"/>
                <a:ext cx="81720" cy="284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A71906F-21E9-0113-7703-6F1CA944C03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018725" y="1451630"/>
                  <a:ext cx="99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CF0DD71-0F0F-556A-0443-F51E36573D9A}"/>
                    </a:ext>
                  </a:extLst>
                </p14:cNvPr>
                <p14:cNvContentPartPr/>
                <p14:nvPr/>
              </p14:nvContentPartPr>
              <p14:xfrm>
                <a:off x="12160565" y="1705430"/>
                <a:ext cx="78120" cy="164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CF0DD71-0F0F-556A-0443-F51E36573D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151925" y="1696790"/>
                  <a:ext cx="95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0CB58F8-A65E-FF78-F016-E848800C8C1F}"/>
                    </a:ext>
                  </a:extLst>
                </p14:cNvPr>
                <p14:cNvContentPartPr/>
                <p14:nvPr/>
              </p14:nvContentPartPr>
              <p14:xfrm>
                <a:off x="11924765" y="1615070"/>
                <a:ext cx="64080" cy="7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0CB58F8-A65E-FF78-F016-E848800C8C1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915765" y="1606070"/>
                  <a:ext cx="8172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716819A-CB53-0035-C349-7E2EFEC4EBF8}"/>
              </a:ext>
            </a:extLst>
          </p:cNvPr>
          <p:cNvGrpSpPr/>
          <p:nvPr/>
        </p:nvGrpSpPr>
        <p:grpSpPr>
          <a:xfrm>
            <a:off x="8572445" y="3708470"/>
            <a:ext cx="624600" cy="482040"/>
            <a:chOff x="8572445" y="3708470"/>
            <a:chExt cx="62460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241CCD-9619-EFA7-4A67-3D2952CCD22D}"/>
                    </a:ext>
                  </a:extLst>
                </p14:cNvPr>
                <p14:cNvContentPartPr/>
                <p14:nvPr/>
              </p14:nvContentPartPr>
              <p14:xfrm>
                <a:off x="8572445" y="3708470"/>
                <a:ext cx="187560" cy="385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241CCD-9619-EFA7-4A67-3D2952CCD2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63805" y="3699830"/>
                  <a:ext cx="205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325E2EC-7122-5BA1-1620-FAFFF8F124F4}"/>
                    </a:ext>
                  </a:extLst>
                </p14:cNvPr>
                <p14:cNvContentPartPr/>
                <p14:nvPr/>
              </p14:nvContentPartPr>
              <p14:xfrm>
                <a:off x="8924165" y="4010510"/>
                <a:ext cx="45720" cy="180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325E2EC-7122-5BA1-1620-FAFFF8F124F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15525" y="4001510"/>
                  <a:ext cx="633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4558EAB-98A5-68C8-1457-02952922B355}"/>
                    </a:ext>
                  </a:extLst>
                </p14:cNvPr>
                <p14:cNvContentPartPr/>
                <p14:nvPr/>
              </p14:nvContentPartPr>
              <p14:xfrm>
                <a:off x="9147725" y="3831950"/>
                <a:ext cx="49320" cy="55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4558EAB-98A5-68C8-1457-02952922B35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38725" y="3822950"/>
                  <a:ext cx="6696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9CA5CAA-3057-3270-045E-4FEA759F1402}"/>
              </a:ext>
            </a:extLst>
          </p:cNvPr>
          <p:cNvGrpSpPr/>
          <p:nvPr/>
        </p:nvGrpSpPr>
        <p:grpSpPr>
          <a:xfrm>
            <a:off x="9494045" y="3603710"/>
            <a:ext cx="565560" cy="540720"/>
            <a:chOff x="9494045" y="3603710"/>
            <a:chExt cx="56556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F6A3F2B-1911-C451-A777-3C6D097FB9A0}"/>
                    </a:ext>
                  </a:extLst>
                </p14:cNvPr>
                <p14:cNvContentPartPr/>
                <p14:nvPr/>
              </p14:nvContentPartPr>
              <p14:xfrm>
                <a:off x="9494045" y="3603710"/>
                <a:ext cx="201240" cy="389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F6A3F2B-1911-C451-A777-3C6D097FB9A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85405" y="3594710"/>
                  <a:ext cx="218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9AA6A5F-E514-6EE9-8148-31B0EB49D305}"/>
                    </a:ext>
                  </a:extLst>
                </p14:cNvPr>
                <p14:cNvContentPartPr/>
                <p14:nvPr/>
              </p14:nvContentPartPr>
              <p14:xfrm>
                <a:off x="9843245" y="3913310"/>
                <a:ext cx="216360" cy="231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9AA6A5F-E514-6EE9-8148-31B0EB49D3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34245" y="3904310"/>
                  <a:ext cx="23400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91D1A33-CF27-AE7C-81CE-28B0E24D91D7}"/>
              </a:ext>
            </a:extLst>
          </p:cNvPr>
          <p:cNvGrpSpPr/>
          <p:nvPr/>
        </p:nvGrpSpPr>
        <p:grpSpPr>
          <a:xfrm>
            <a:off x="6972245" y="2831510"/>
            <a:ext cx="973080" cy="852840"/>
            <a:chOff x="6972245" y="2831510"/>
            <a:chExt cx="973080" cy="85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CCB1694-0C22-2C78-E555-A58F11292B08}"/>
                    </a:ext>
                  </a:extLst>
                </p14:cNvPr>
                <p14:cNvContentPartPr/>
                <p14:nvPr/>
              </p14:nvContentPartPr>
              <p14:xfrm>
                <a:off x="7624925" y="3465830"/>
                <a:ext cx="282240" cy="20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CCB1694-0C22-2C78-E555-A58F11292B0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15925" y="3456830"/>
                  <a:ext cx="299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AC60B36-4C02-673C-1A2A-9341F8CE2D61}"/>
                    </a:ext>
                  </a:extLst>
                </p14:cNvPr>
                <p14:cNvContentPartPr/>
                <p14:nvPr/>
              </p14:nvContentPartPr>
              <p14:xfrm>
                <a:off x="7672445" y="3626390"/>
                <a:ext cx="272880" cy="57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AC60B36-4C02-673C-1A2A-9341F8CE2D6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63805" y="3617390"/>
                  <a:ext cx="290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6282BDC-1C42-6F88-D572-0FF42617A57D}"/>
                    </a:ext>
                  </a:extLst>
                </p14:cNvPr>
                <p14:cNvContentPartPr/>
                <p14:nvPr/>
              </p14:nvContentPartPr>
              <p14:xfrm>
                <a:off x="7169525" y="2831510"/>
                <a:ext cx="29160" cy="496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6282BDC-1C42-6F88-D572-0FF42617A57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60525" y="2822510"/>
                  <a:ext cx="4680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49CD398-780A-66E4-1A68-09A4DFAA1024}"/>
                    </a:ext>
                  </a:extLst>
                </p14:cNvPr>
                <p14:cNvContentPartPr/>
                <p14:nvPr/>
              </p14:nvContentPartPr>
              <p14:xfrm>
                <a:off x="6972245" y="3560870"/>
                <a:ext cx="428400" cy="84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49CD398-780A-66E4-1A68-09A4DFAA102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63245" y="3551870"/>
                  <a:ext cx="44604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72E1E5D-1CF1-25FD-70EB-E997F26EC803}"/>
              </a:ext>
            </a:extLst>
          </p:cNvPr>
          <p:cNvGrpSpPr/>
          <p:nvPr/>
        </p:nvGrpSpPr>
        <p:grpSpPr>
          <a:xfrm>
            <a:off x="6791165" y="3946070"/>
            <a:ext cx="565200" cy="541800"/>
            <a:chOff x="6791165" y="3946070"/>
            <a:chExt cx="56520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CD7E86D-97E0-465F-DB7D-A671E1A97E70}"/>
                    </a:ext>
                  </a:extLst>
                </p14:cNvPr>
                <p14:cNvContentPartPr/>
                <p14:nvPr/>
              </p14:nvContentPartPr>
              <p14:xfrm>
                <a:off x="6791165" y="3946070"/>
                <a:ext cx="335520" cy="541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CD7E86D-97E0-465F-DB7D-A671E1A97E7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82525" y="3937070"/>
                  <a:ext cx="35316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8FBD22E-5ECA-2F8D-D25F-2D968595FB92}"/>
                    </a:ext>
                  </a:extLst>
                </p14:cNvPr>
                <p14:cNvContentPartPr/>
                <p14:nvPr/>
              </p14:nvContentPartPr>
              <p14:xfrm>
                <a:off x="7197965" y="3978830"/>
                <a:ext cx="158400" cy="287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8FBD22E-5ECA-2F8D-D25F-2D968595FB9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89325" y="3969830"/>
                  <a:ext cx="17604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BACAD9D-5E4B-C892-3268-5F15201C9D14}"/>
              </a:ext>
            </a:extLst>
          </p:cNvPr>
          <p:cNvGrpSpPr/>
          <p:nvPr/>
        </p:nvGrpSpPr>
        <p:grpSpPr>
          <a:xfrm>
            <a:off x="5541605" y="5346830"/>
            <a:ext cx="1168560" cy="769680"/>
            <a:chOff x="5541605" y="5346830"/>
            <a:chExt cx="1168560" cy="7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558D1C1-59A9-6F88-C3F3-9A358848FD81}"/>
                    </a:ext>
                  </a:extLst>
                </p14:cNvPr>
                <p14:cNvContentPartPr/>
                <p14:nvPr/>
              </p14:nvContentPartPr>
              <p14:xfrm>
                <a:off x="5576165" y="5442590"/>
                <a:ext cx="50400" cy="673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558D1C1-59A9-6F88-C3F3-9A358848FD8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67165" y="5433590"/>
                  <a:ext cx="6804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16043D0-76E0-3B62-1F77-48806CA58AC4}"/>
                    </a:ext>
                  </a:extLst>
                </p14:cNvPr>
                <p14:cNvContentPartPr/>
                <p14:nvPr/>
              </p14:nvContentPartPr>
              <p14:xfrm>
                <a:off x="5541605" y="5442590"/>
                <a:ext cx="383400" cy="672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16043D0-76E0-3B62-1F77-48806CA58AC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32965" y="5433590"/>
                  <a:ext cx="40104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F3B97C6-3050-1DF5-637B-218195AAE20C}"/>
                    </a:ext>
                  </a:extLst>
                </p14:cNvPr>
                <p14:cNvContentPartPr/>
                <p14:nvPr/>
              </p14:nvContentPartPr>
              <p14:xfrm>
                <a:off x="6119765" y="5346830"/>
                <a:ext cx="127080" cy="353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F3B97C6-3050-1DF5-637B-218195AAE2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10765" y="5338190"/>
                  <a:ext cx="1447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3C1CD44-8F58-E6A4-4AC3-04D139615C11}"/>
                    </a:ext>
                  </a:extLst>
                </p14:cNvPr>
                <p14:cNvContentPartPr/>
                <p14:nvPr/>
              </p14:nvContentPartPr>
              <p14:xfrm>
                <a:off x="6442325" y="5998790"/>
                <a:ext cx="216360" cy="21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3C1CD44-8F58-E6A4-4AC3-04D139615C1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33325" y="5990150"/>
                  <a:ext cx="234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AA54725-1355-F7E7-BCA8-BD8A3ED1F652}"/>
                    </a:ext>
                  </a:extLst>
                </p14:cNvPr>
                <p14:cNvContentPartPr/>
                <p14:nvPr/>
              </p14:nvContentPartPr>
              <p14:xfrm>
                <a:off x="6473645" y="5878910"/>
                <a:ext cx="236520" cy="10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AA54725-1355-F7E7-BCA8-BD8A3ED1F65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65005" y="5870270"/>
                  <a:ext cx="25416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96542D7-3F9E-CC7C-5447-6751F76E20EA}"/>
              </a:ext>
            </a:extLst>
          </p:cNvPr>
          <p:cNvGrpSpPr/>
          <p:nvPr/>
        </p:nvGrpSpPr>
        <p:grpSpPr>
          <a:xfrm>
            <a:off x="7288325" y="4998710"/>
            <a:ext cx="1311120" cy="599400"/>
            <a:chOff x="7288325" y="4998710"/>
            <a:chExt cx="1311120" cy="59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E84CE40-93FC-8919-E9BB-58F955A5E870}"/>
                    </a:ext>
                  </a:extLst>
                </p14:cNvPr>
                <p14:cNvContentPartPr/>
                <p14:nvPr/>
              </p14:nvContentPartPr>
              <p14:xfrm>
                <a:off x="7288325" y="4998710"/>
                <a:ext cx="313560" cy="516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E84CE40-93FC-8919-E9BB-58F955A5E8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79325" y="4989710"/>
                  <a:ext cx="3312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2DF8CF2-156F-8442-A937-6F4590DF0D0A}"/>
                    </a:ext>
                  </a:extLst>
                </p14:cNvPr>
                <p14:cNvContentPartPr/>
                <p14:nvPr/>
              </p14:nvContentPartPr>
              <p14:xfrm>
                <a:off x="7642565" y="5332070"/>
                <a:ext cx="20520" cy="213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2DF8CF2-156F-8442-A937-6F4590DF0D0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33565" y="5323430"/>
                  <a:ext cx="381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3361E1E-21DB-66C5-323F-0D08E3F5A6EE}"/>
                    </a:ext>
                  </a:extLst>
                </p14:cNvPr>
                <p14:cNvContentPartPr/>
                <p14:nvPr/>
              </p14:nvContentPartPr>
              <p14:xfrm>
                <a:off x="7893485" y="5352590"/>
                <a:ext cx="10440" cy="53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3361E1E-21DB-66C5-323F-0D08E3F5A6E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84845" y="5343590"/>
                  <a:ext cx="28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82D8618-6C15-AFB1-AC23-03E407858383}"/>
                    </a:ext>
                  </a:extLst>
                </p14:cNvPr>
                <p14:cNvContentPartPr/>
                <p14:nvPr/>
              </p14:nvContentPartPr>
              <p14:xfrm>
                <a:off x="8106965" y="5026070"/>
                <a:ext cx="199800" cy="440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82D8618-6C15-AFB1-AC23-03E40785838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97965" y="5017070"/>
                  <a:ext cx="21744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9956290-D1BD-AE28-AA2A-15E9404AD372}"/>
                    </a:ext>
                  </a:extLst>
                </p14:cNvPr>
                <p14:cNvContentPartPr/>
                <p14:nvPr/>
              </p14:nvContentPartPr>
              <p14:xfrm>
                <a:off x="8351765" y="5316230"/>
                <a:ext cx="247680" cy="281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9956290-D1BD-AE28-AA2A-15E9404AD37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342765" y="5307590"/>
                  <a:ext cx="26532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BF2BE37-7E0B-B731-BBD5-8BE9A80B6B09}"/>
              </a:ext>
            </a:extLst>
          </p:cNvPr>
          <p:cNvGrpSpPr/>
          <p:nvPr/>
        </p:nvGrpSpPr>
        <p:grpSpPr>
          <a:xfrm>
            <a:off x="7220645" y="5816630"/>
            <a:ext cx="1628280" cy="758160"/>
            <a:chOff x="7220645" y="5816630"/>
            <a:chExt cx="1628280" cy="75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E857D90-FEBA-96AA-5B63-2E8A2FA52F60}"/>
                    </a:ext>
                  </a:extLst>
                </p14:cNvPr>
                <p14:cNvContentPartPr/>
                <p14:nvPr/>
              </p14:nvContentPartPr>
              <p14:xfrm>
                <a:off x="7220645" y="5816630"/>
                <a:ext cx="1496880" cy="23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E857D90-FEBA-96AA-5B63-2E8A2FA52F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11645" y="5807990"/>
                  <a:ext cx="1514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DAC8EFB-ED11-1FAC-29B4-C2AA6BCA54E8}"/>
                    </a:ext>
                  </a:extLst>
                </p14:cNvPr>
                <p14:cNvContentPartPr/>
                <p14:nvPr/>
              </p14:nvContentPartPr>
              <p14:xfrm>
                <a:off x="7372565" y="5964950"/>
                <a:ext cx="253800" cy="459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DAC8EFB-ED11-1FAC-29B4-C2AA6BCA54E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363565" y="5956310"/>
                  <a:ext cx="2714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7D6F4EF-C730-5E04-61B2-BA6A058B4968}"/>
                    </a:ext>
                  </a:extLst>
                </p14:cNvPr>
                <p14:cNvContentPartPr/>
                <p14:nvPr/>
              </p14:nvContentPartPr>
              <p14:xfrm>
                <a:off x="7692605" y="6414590"/>
                <a:ext cx="40680" cy="139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7D6F4EF-C730-5E04-61B2-BA6A058B496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83965" y="6405950"/>
                  <a:ext cx="58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49E9A1F-4A0C-7959-B46F-D7AF5842EDF3}"/>
                    </a:ext>
                  </a:extLst>
                </p14:cNvPr>
                <p14:cNvContentPartPr/>
                <p14:nvPr/>
              </p14:nvContentPartPr>
              <p14:xfrm>
                <a:off x="7879805" y="6127670"/>
                <a:ext cx="160920" cy="297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49E9A1F-4A0C-7959-B46F-D7AF5842EDF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70805" y="6118670"/>
                  <a:ext cx="178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056DA88-E30C-7D7E-F3D1-3AA92DAE70F5}"/>
                    </a:ext>
                  </a:extLst>
                </p14:cNvPr>
                <p14:cNvContentPartPr/>
                <p14:nvPr/>
              </p14:nvContentPartPr>
              <p14:xfrm>
                <a:off x="8227565" y="6049550"/>
                <a:ext cx="176040" cy="424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056DA88-E30C-7D7E-F3D1-3AA92DAE70F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18565" y="6040910"/>
                  <a:ext cx="1936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353AF11-96AF-817C-9F0A-A4F61F2D6864}"/>
                    </a:ext>
                  </a:extLst>
                </p14:cNvPr>
                <p14:cNvContentPartPr/>
                <p14:nvPr/>
              </p14:nvContentPartPr>
              <p14:xfrm>
                <a:off x="8504765" y="6335750"/>
                <a:ext cx="344160" cy="239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353AF11-96AF-817C-9F0A-A4F61F2D68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96125" y="6326750"/>
                  <a:ext cx="36180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DEBE6F5-7706-59D9-2981-8ADD65F08C70}"/>
              </a:ext>
            </a:extLst>
          </p:cNvPr>
          <p:cNvGrpSpPr/>
          <p:nvPr/>
        </p:nvGrpSpPr>
        <p:grpSpPr>
          <a:xfrm>
            <a:off x="4783445" y="4666430"/>
            <a:ext cx="4399920" cy="2005200"/>
            <a:chOff x="4783445" y="4666430"/>
            <a:chExt cx="4399920" cy="20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4F5EB70-95DA-2560-29EB-57F849B0B2C1}"/>
                    </a:ext>
                  </a:extLst>
                </p14:cNvPr>
                <p14:cNvContentPartPr/>
                <p14:nvPr/>
              </p14:nvContentPartPr>
              <p14:xfrm>
                <a:off x="4832765" y="4742390"/>
                <a:ext cx="138600" cy="1929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4F5EB70-95DA-2560-29EB-57F849B0B2C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15125" y="4724750"/>
                  <a:ext cx="174240" cy="19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6B6C79F-0DA7-5FA6-DBFE-24855C00CF35}"/>
                    </a:ext>
                  </a:extLst>
                </p14:cNvPr>
                <p14:cNvContentPartPr/>
                <p14:nvPr/>
              </p14:nvContentPartPr>
              <p14:xfrm>
                <a:off x="4783445" y="4666430"/>
                <a:ext cx="4249080" cy="153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6B6C79F-0DA7-5FA6-DBFE-24855C00CF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65445" y="4648790"/>
                  <a:ext cx="4284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7457C41-00CB-515F-D6E2-3ABF90EE8006}"/>
                    </a:ext>
                  </a:extLst>
                </p14:cNvPr>
                <p14:cNvContentPartPr/>
                <p14:nvPr/>
              </p14:nvContentPartPr>
              <p14:xfrm>
                <a:off x="9047285" y="4733750"/>
                <a:ext cx="136080" cy="1937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7457C41-00CB-515F-D6E2-3ABF90EE800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29285" y="4715750"/>
                  <a:ext cx="171720" cy="197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2713F43-4879-4539-553E-53246EFA174A}"/>
                  </a:ext>
                </a:extLst>
              </p14:cNvPr>
              <p14:cNvContentPartPr/>
              <p14:nvPr/>
            </p14:nvContentPartPr>
            <p14:xfrm>
              <a:off x="4908365" y="6623030"/>
              <a:ext cx="4264920" cy="648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2713F43-4879-4539-553E-53246EFA174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890365" y="6605390"/>
                <a:ext cx="430056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30C2F58-605E-26FC-6D25-001B224D5D6B}"/>
              </a:ext>
            </a:extLst>
          </p:cNvPr>
          <p:cNvGrpSpPr/>
          <p:nvPr/>
        </p:nvGrpSpPr>
        <p:grpSpPr>
          <a:xfrm>
            <a:off x="10225925" y="4874510"/>
            <a:ext cx="1714320" cy="1686960"/>
            <a:chOff x="10225925" y="4874510"/>
            <a:chExt cx="1714320" cy="168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B370AA-0D1B-02F0-0610-4B7E1F15C2E7}"/>
                    </a:ext>
                  </a:extLst>
                </p14:cNvPr>
                <p14:cNvContentPartPr/>
                <p14:nvPr/>
              </p14:nvContentPartPr>
              <p14:xfrm>
                <a:off x="10229165" y="4970630"/>
                <a:ext cx="34920" cy="380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B370AA-0D1B-02F0-0610-4B7E1F15C2E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11525" y="4952990"/>
                  <a:ext cx="705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5D260AE-7EE3-F3C2-3233-D82CC7203BE7}"/>
                    </a:ext>
                  </a:extLst>
                </p14:cNvPr>
                <p14:cNvContentPartPr/>
                <p14:nvPr/>
              </p14:nvContentPartPr>
              <p14:xfrm>
                <a:off x="10225925" y="4986470"/>
                <a:ext cx="164880" cy="364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5D260AE-7EE3-F3C2-3233-D82CC7203BE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08285" y="4968470"/>
                  <a:ext cx="2005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2B2B7A5-6A2F-9898-E81E-7988C74F6307}"/>
                    </a:ext>
                  </a:extLst>
                </p14:cNvPr>
                <p14:cNvContentPartPr/>
                <p14:nvPr/>
              </p14:nvContentPartPr>
              <p14:xfrm>
                <a:off x="10502045" y="5306150"/>
                <a:ext cx="25560" cy="159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2B2B7A5-6A2F-9898-E81E-7988C74F63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84405" y="5288510"/>
                  <a:ext cx="61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E64054A-A97A-481F-B2EF-5474CF946BA8}"/>
                    </a:ext>
                  </a:extLst>
                </p14:cNvPr>
                <p14:cNvContentPartPr/>
                <p14:nvPr/>
              </p14:nvContentPartPr>
              <p14:xfrm>
                <a:off x="10774565" y="5245310"/>
                <a:ext cx="360" cy="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E64054A-A97A-481F-B2EF-5474CF946BA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56925" y="52273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8AA0B86-40EE-6211-7514-0784112326A0}"/>
                    </a:ext>
                  </a:extLst>
                </p14:cNvPr>
                <p14:cNvContentPartPr/>
                <p14:nvPr/>
              </p14:nvContentPartPr>
              <p14:xfrm>
                <a:off x="10906325" y="4982150"/>
                <a:ext cx="151920" cy="334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8AA0B86-40EE-6211-7514-0784112326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88685" y="4964150"/>
                  <a:ext cx="1875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9D86282-9E64-1E01-AE26-FA157D941602}"/>
                    </a:ext>
                  </a:extLst>
                </p14:cNvPr>
                <p14:cNvContentPartPr/>
                <p14:nvPr/>
              </p14:nvContentPartPr>
              <p14:xfrm>
                <a:off x="11103605" y="5275910"/>
                <a:ext cx="232560" cy="173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9D86282-9E64-1E01-AE26-FA157D9416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85605" y="5257910"/>
                  <a:ext cx="268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CD531FE-908D-2096-D525-50E916173EF9}"/>
                    </a:ext>
                  </a:extLst>
                </p14:cNvPr>
                <p14:cNvContentPartPr/>
                <p14:nvPr/>
              </p14:nvContentPartPr>
              <p14:xfrm>
                <a:off x="11457485" y="4953350"/>
                <a:ext cx="183600" cy="374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CD531FE-908D-2096-D525-50E916173EF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39845" y="4935710"/>
                  <a:ext cx="2192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B02E083-3BDA-CFF7-5BB7-B5E11D898967}"/>
                    </a:ext>
                  </a:extLst>
                </p14:cNvPr>
                <p14:cNvContentPartPr/>
                <p14:nvPr/>
              </p14:nvContentPartPr>
              <p14:xfrm>
                <a:off x="11716325" y="5211470"/>
                <a:ext cx="81720" cy="335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B02E083-3BDA-CFF7-5BB7-B5E11D89896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698325" y="5193470"/>
                  <a:ext cx="117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0419261-AB4D-884A-AD67-35DEA01D4B55}"/>
                    </a:ext>
                  </a:extLst>
                </p14:cNvPr>
                <p14:cNvContentPartPr/>
                <p14:nvPr/>
              </p14:nvContentPartPr>
              <p14:xfrm>
                <a:off x="10234925" y="5702510"/>
                <a:ext cx="1490400" cy="51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0419261-AB4D-884A-AD67-35DEA01D4B5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16925" y="5684510"/>
                  <a:ext cx="1526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1CC84D9-3002-6BC0-366D-2C053A6E6A75}"/>
                    </a:ext>
                  </a:extLst>
                </p14:cNvPr>
                <p14:cNvContentPartPr/>
                <p14:nvPr/>
              </p14:nvContentPartPr>
              <p14:xfrm>
                <a:off x="10314125" y="6002030"/>
                <a:ext cx="237240" cy="326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1CC84D9-3002-6BC0-366D-2C053A6E6A7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296485" y="5984030"/>
                  <a:ext cx="2728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A77CAD-3EB2-EEED-F8D8-9EECF51ABFCA}"/>
                    </a:ext>
                  </a:extLst>
                </p14:cNvPr>
                <p14:cNvContentPartPr/>
                <p14:nvPr/>
              </p14:nvContentPartPr>
              <p14:xfrm>
                <a:off x="10621565" y="6250790"/>
                <a:ext cx="41760" cy="137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A77CAD-3EB2-EEED-F8D8-9EECF51ABFC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03565" y="6232790"/>
                  <a:ext cx="77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6DFC716-6C18-64B9-E986-CDE7CF56A7C3}"/>
                    </a:ext>
                  </a:extLst>
                </p14:cNvPr>
                <p14:cNvContentPartPr/>
                <p14:nvPr/>
              </p14:nvContentPartPr>
              <p14:xfrm>
                <a:off x="10728125" y="6052070"/>
                <a:ext cx="168480" cy="285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6DFC716-6C18-64B9-E986-CDE7CF56A7C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710485" y="6034070"/>
                  <a:ext cx="2041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F640DAC-9257-AE39-F6F3-850286B7E35C}"/>
                    </a:ext>
                  </a:extLst>
                </p14:cNvPr>
                <p14:cNvContentPartPr/>
                <p14:nvPr/>
              </p14:nvContentPartPr>
              <p14:xfrm>
                <a:off x="10918925" y="5982950"/>
                <a:ext cx="158400" cy="296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F640DAC-9257-AE39-F6F3-850286B7E35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01285" y="5965310"/>
                  <a:ext cx="1940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8D968F0-3BD7-1B9F-02F3-25FBB85E6AB6}"/>
                    </a:ext>
                  </a:extLst>
                </p14:cNvPr>
                <p14:cNvContentPartPr/>
                <p14:nvPr/>
              </p14:nvContentPartPr>
              <p14:xfrm>
                <a:off x="11118725" y="6250790"/>
                <a:ext cx="117000" cy="184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8D968F0-3BD7-1B9F-02F3-25FBB85E6AB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100725" y="6232790"/>
                  <a:ext cx="1526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2616DC0-628E-0DD7-F191-F20B917F12D0}"/>
                    </a:ext>
                  </a:extLst>
                </p14:cNvPr>
                <p14:cNvContentPartPr/>
                <p14:nvPr/>
              </p14:nvContentPartPr>
              <p14:xfrm>
                <a:off x="11376125" y="6135590"/>
                <a:ext cx="98280" cy="17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2616DC0-628E-0DD7-F191-F20B917F12D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358125" y="6117590"/>
                  <a:ext cx="133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C20F292-F5B1-F356-6398-D5BFA655665F}"/>
                    </a:ext>
                  </a:extLst>
                </p14:cNvPr>
                <p14:cNvContentPartPr/>
                <p14:nvPr/>
              </p14:nvContentPartPr>
              <p14:xfrm>
                <a:off x="11427605" y="6077990"/>
                <a:ext cx="15480" cy="240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C20F292-F5B1-F356-6398-D5BFA655665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409605" y="6059990"/>
                  <a:ext cx="51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C3CC385-4CD4-459D-25CC-B0AA5F5635CC}"/>
                    </a:ext>
                  </a:extLst>
                </p14:cNvPr>
                <p14:cNvContentPartPr/>
                <p14:nvPr/>
              </p14:nvContentPartPr>
              <p14:xfrm>
                <a:off x="11633165" y="5952710"/>
                <a:ext cx="123480" cy="308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C3CC385-4CD4-459D-25CC-B0AA5F5635C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615525" y="5935070"/>
                  <a:ext cx="1591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AEB402C-C9A8-D9F0-52EC-BAA0A0BF1046}"/>
                    </a:ext>
                  </a:extLst>
                </p14:cNvPr>
                <p14:cNvContentPartPr/>
                <p14:nvPr/>
              </p14:nvContentPartPr>
              <p14:xfrm>
                <a:off x="11767805" y="6188510"/>
                <a:ext cx="172440" cy="372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AEB402C-C9A8-D9F0-52EC-BAA0A0BF104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749805" y="6170870"/>
                  <a:ext cx="2080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AA7C110-BC4D-49F2-885F-46BCD8B42666}"/>
                    </a:ext>
                  </a:extLst>
                </p14:cNvPr>
                <p14:cNvContentPartPr/>
                <p14:nvPr/>
              </p14:nvContentPartPr>
              <p14:xfrm>
                <a:off x="10298285" y="4874510"/>
                <a:ext cx="1326600" cy="1437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AA7C110-BC4D-49F2-885F-46BCD8B4266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80645" y="4856870"/>
                  <a:ext cx="1362240" cy="14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33EBC98-97F4-A4E2-D89A-980E5E3CFF79}"/>
                    </a:ext>
                  </a:extLst>
                </p14:cNvPr>
                <p14:cNvContentPartPr/>
                <p14:nvPr/>
              </p14:nvContentPartPr>
              <p14:xfrm>
                <a:off x="10544885" y="5019230"/>
                <a:ext cx="1186560" cy="1360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33EBC98-97F4-A4E2-D89A-980E5E3CFF7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527245" y="5001230"/>
                  <a:ext cx="1222200" cy="139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8791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2022-09-14T07:47:50Z</dcterms:created>
  <dcterms:modified xsi:type="dcterms:W3CDTF">2022-09-14T07:48:37Z</dcterms:modified>
</cp:coreProperties>
</file>