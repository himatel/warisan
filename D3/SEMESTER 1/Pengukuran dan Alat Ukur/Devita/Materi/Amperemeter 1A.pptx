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7" r:id="rId11"/>
    <p:sldId id="264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6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17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54 3970,'0'0'5469,"0"-3"-4834,2-23 1938,-2 25-2424,0-1 0,0 1 0,0 0 1,0 0-1,0-1 0,0 1 0,1 0 0,-1-1 0,0 1 0,1 0 0,-1 0 0,1 0 0,0 0 0,-1-1 0,1 1 0,0 0 0,-1 0 0,3-1 0,-3 25-98,-3 26 90,-2 0 0,-3 0 1,-14 53-1,10-50-71,-40 166 124,-21 105 73,57-240-29,-15 102 389,30-146-430,1-38-178,0-4-249,0-152-5247,0 94 1161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18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2913,'0'0'7668,"4"0"-6993,-1-1-520,0 1-1,0 0 1,0 1 0,0-1 0,0 1-1,0-1 1,0 1 0,0 0-1,0 0 1,-1 0 0,1 0 0,0 1-1,4 2 1,-1 1 50,0 1 0,0 0 0,-1 0-1,0 0 1,0 1 0,0 0 0,-1 0 0,5 11 0,23 65 614,-25-62-670,74 299 1216,-53-190-766,-13-60-264,56 208 830,-56-231-886,2 0 0,3-1 1,43 76-1,-84-161-4273,-22-44 90,13 31-1615,6 14-1431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18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7267,'0'0'8244,"199"-28"-7972,-129 12-208,-4 4-64,-14 2-672,-14 4-497,-13 0-2080,-8 3-4210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1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3249,'0'0'2089,"5"-11"-1483,17-31 2,-22 41-420,0 0-1,1 0 0,-1 0 1,1 0-1,-1 0 1,1 0-1,-1 0 0,1 1 1,0-1-1,-1 0 0,1 0 1,0 0-1,0 1 0,0-1 1,0 0-1,1 0 0,2-3 227,-4 3-324,1-1-1,-1 1 1,1 0-1,0 1 1,-1-1-1,1 0 0,0 0 1,-1 0-1,1 0 1,0 0-1,0 1 1,0-1-1,0 0 0,0 1 1,0-1-1,0 1 1,0-1-1,0 1 1,0-1-1,0 1 1,0 0-1,0 0 0,2-1 1,-2 1 29,0 1 1,0-1-1,0 0 0,0 1 1,0-1-1,0 1 1,0-1-1,0 1 0,0-1 1,0 1-1,-1 0 1,1 0-1,0-1 1,0 1-1,-1 0 0,1 0 1,-1 0-1,1-1 1,0 1-1,-1 0 0,0 0 1,1 0-1,-1 0 1,0 0-1,1 0 0,-1 2 1,44 158 1675,27 188 1,-59-296-1045,-4-23-219,-9-42-603,0 0 0,1-1 0,1-12-1,1-12-438,-3 8 93,-2-1 1,0 1-1,-2 0 0,-1 0 1,-11-31-1,6 19 68,2 0-1,1-1 1,3 0-1,1 0 1,2-51-1,2 90 363,0 0 0,1 0 0,-1 0 0,1-1 1,-1 1-1,1 0 0,0 0 0,0 0 0,0 0 0,1 0 0,-1 1 0,1-1 0,-1 0 0,1 1 0,0-1 0,0 1 0,0-1 0,1 1 0,-1 0 1,0 0-1,1 0 0,-1 0 0,1 0 0,4-1 0,-2 1 36,0 0 1,0 0 0,0 0-1,0 1 1,0 0-1,0 0 1,1 1-1,-1-1 1,0 1-1,0 0 1,1 1-1,-1-1 1,0 1-1,7 2 1,-8-2-27,0 1 1,-1 0-1,1 0 0,-1 0 0,0 0 1,1 0-1,-1 1 0,0-1 1,-1 1-1,1 0 0,0 0 1,-1 0-1,4 6 0,4 6 171,12 28 0,-18-33-110,21 47 1003,33 114 0,-1 66 945,-51-207-1871,-4-23-119,1 14 36,-3-19-177,-2-10-215,-14-45-287,2-1 0,3-1 0,2-1 1,3 1-1,1-75 0,5 122 583,1 1-1,0 0 0,0-1 1,1 1-1,0 0 0,0 0 1,0 0-1,1 1 0,0-1 1,1 0-1,-1 1 0,1 0 0,1 0 1,-1 0-1,1 0 0,0 1 1,0 0-1,1 0 0,-1 0 1,8-4-1,-11 7 26,1 1-1,-1-1 1,1 1 0,-1-1-1,1 1 1,0 0-1,0 0 1,-1 0 0,1 1-1,0-1 1,0 1-1,0-1 1,0 1 0,0 0-1,0 0 1,0 0-1,0 0 1,0 1 0,-1-1-1,1 1 1,0 0-1,5 2 1,-2 0 26,-1 0 0,1 1-1,-1-1 1,0 1 0,0 0 0,0 1 0,-1-1 0,0 1-1,5 5 1,7 14 268,0 0-1,-1 1 1,19 46-1,22 85 1121,-3 69 212,-52-213-1612,-1-16-246,0 0-1,0 0 1,-1 1 0,0-1 0,0 0-1,0 1 1,0-1 0,0 0 0,-3-3-1,-4-12-570,-13-39-2614,-6-7-2889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0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6979,'0'0'8599,"5"2"-7956,-4-2-602,0 0 0,1 1-1,-1-1 1,0 1 0,1 0 0,-1-1 0,0 1 0,0 0 0,0 0 0,0 0-1,0 0 1,0 0 0,0 0 0,0 0 0,0 0 0,1 3 0,7 30 646,-4 2-258,1 73 1,-4-50-254,39 794 2326,-24-671-2144,-16-179-342,7 38 166,-7-39-174,-1-1-1,1 1 1,-1-1 0,1 1 0,-1-1-1,1 0 1,0 1 0,-1-1-1,1 0 1,0 1 0,0-1 0,0 0-1,0 0 1,0 0 0,0 0-1,1 0 1,-1 0 0,0 0 0,0 0-1,3 1 1,-4-3-14,1 1 0,-1 0 0,0 0-1,0 0 1,1 0 0,-1 0 0,0 0 0,1 0 0,-1 0 0,0-1-1,0 1 1,0 0 0,1 0 0,-1 0 0,0 0 0,0-1 0,1 1-1,-1 0 1,0 0 0,0-1 0,0 1 0,0 0 0,0 0 0,1-1-1,-1 1 1,0 0 0,0-1 0,0 1 0,0 0 0,0 0 0,0-1-1,0 1 1,0 0 0,0-1 0,1-15-289,0 13 205,-3-236-9224,-6 179 4605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0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1 216 8052,'0'0'7174,"15"-29"-6852,51-89-201,-63 113-118,1 0 0,-1 0 0,1 0 0,0 1 0,0-1 0,1 1 0,6-5 0,-7 7 0,-1 0 0,0 1 0,1-1 1,-1 1-1,1 0 0,-1 0 0,5-1 0,5-1 14,1 0 25,1 0 0,-1 0-1,0 2 1,1 0 0,-1 0 0,1 1-1,15 3 1,-21-2 11,0 0 0,-1 1 0,1 1 1,-1-1-1,1 1 0,-1 1 0,0 0 0,0 0 0,0 0 0,-1 1 0,1 0 1,9 9-1,-5-2 132,-1 1 1,0 0 0,-1 1-1,0 0 1,-1 0-1,0 1 1,-2 1 0,0-1-1,0 1 1,5 21 0,-4-4 170,-2 0 1,-1 0 0,-2 0 0,-1 45-1,-1-69-306,-2-1-1,1 0 0,-1 1 1,-1-1-1,1 0 1,-2 0-1,1 0 0,-1 0 1,0 0-1,0-1 0,-1 1 1,0-1-1,-1 0 0,1 0 1,-1 0-1,-1-1 0,1 0 1,-1 0-1,-7 6 1,4-5-45,0 0 1,0-1 0,0 0 0,-1-1 0,0 0 0,0-1 0,0 0 0,-18 5-1,9-5-163,-1 0 1,1-2-1,-37 1 0,51-3 40,0 0 1,0 0 0,0 0-1,0-1 1,0 0 0,0 0 0,0 0-1,0 0 1,0-1 0,0 0-1,1 0 1,-1 0 0,1 0-1,-1-1 1,1 0 0,0 0 0,0 0-1,0 0 1,0-1 0,1 1-1,0-1 1,-1 0 0,1 0 0,0 0-1,1-1 1,-1 1 0,1-1-1,-2-5 1,0-2-881,0-1 0,2 0 1,-1 0-1,1 0 0,1-25 0,0-13-5293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1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0 339 7619,'0'0'8706,"35"9"-8082,111 24-280,-136-30-313,1-1 0,-1-1 0,1 0 0,0 0 0,0-1 0,-1-1 0,1 1 0,-1-2 0,1 1 0,-1-2 0,1 1 0,-1-2 0,11-3 0,-11 1-35,-1 0 1,1-1 0,-1 1-1,0-2 1,-1 1 0,0-1-1,0-1 1,-1 1 0,11-17-1,-13 18-123,-1-1 0,1 1 0,-1-1 0,-1 0 0,0-1 0,0 1 0,0 0-1,1-14 1,-1-1-493,-1-46-1,-2 66 622,0 0 0,0 0 0,-1 0 0,0 0 0,0 0 0,1 0 0,-2 0 1,1 0-1,0 0 0,-1 0 0,1 0 0,-1 1 0,0-1 0,0 1 0,0-1 0,0 1 0,0 0 0,0 0 0,-1 0 0,1 0 0,-1 0 0,0 0 0,1 1 0,-5-2 0,-7-3 89,1 0 1,-2 1-1,-26-5 1,26 6 4,0 2-32,-1-1-1,1 2 1,-28 0-1,27 2-18,15-1-43,-1 0 0,1 1 1,-1 0-1,0-1 0,1 1 0,-1 0 1,1 0-1,-1 0 0,1 0 0,0 0 1,-1 0-1,1 0 0,0 0 1,0 1-1,0-1 0,0 0 0,0 1 1,0-1-1,0 1 0,0-1 1,0 1-1,1-1 0,-1 3 0,-15 42 105,16-44-101,-7 33 230,2 0 0,1 0-1,2 1 1,2 36 0,0-43 64,1-7 1,0 1 0,2-1 1,0 1-1,2-1 0,0 0 0,2 0 1,10 24-1,-10-30-124,0-1 0,1-1 0,0 0 1,1 0-1,1 0 0,1-1 0,-1-1 1,2 0-1,0 0 0,21 15 0,-23-21-135,1 0 0,0-1-1,0-1 1,0 0-1,1 0 1,-1-1-1,1 0 1,0-1-1,0-1 1,0 0-1,0 0 1,0-1 0,0-1-1,13-2 1,-18 2-122,0 0 0,1 0 0,-1-1 0,0-1 0,0 1 1,0-1-1,0 0 0,-1 0 0,1-1 0,-1 0 0,0 0 0,0-1 1,0 1-1,-1-1 0,1-1 0,-1 1 0,0-1 0,-1 0 0,4-6 1,-1 0-683,0 0 0,-1 0 0,-1 0 1,0-1-1,-1 0 0,0 0 1,-1 0-1,-1 0 0,2-23 0,-3-21-5021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1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6035,'0'0'5901,"3"27"-4927,-1 4-627,0-8 33,0 0 0,2 0 0,0-1 1,2 1-1,11 30 0,25 77 1998,-21-60-623,36 79 0,-54-143-1646,11 21 388,-13-25-463,0-1 0,0 0 0,0 0 1,0 1-1,0-1 0,0 0 0,0 0 0,0 0 1,0 0-1,1-1 0,-1 1 0,0 0 0,1 0 0,-1-1 1,0 1-1,2 0 0,4-3 59,-6-11-121,-1 12 24,0-53-439,2 8-1136,-3-1 0,-1 1-1,-14-73 1,7 77 404,1 0 1,2-1-1,1-71 1,5 111 1306,0 0 0,0 0-1,1 0 1,-1 1 0,1-1 0,0 0 0,0 1 0,0-1 0,0 0 0,0 1-1,0 0 1,1-1 0,-1 1 0,1 0 0,0-1 0,0 1 0,0 0-1,0 0 1,0 1 0,0-1 0,0 0 0,1 1 0,-1-1 0,1 1 0,-1 0-1,1 0 1,-1 0 0,1 0 0,0 0 0,2 0 0,7-2 310,1 1 0,-1 0 1,0 1-1,1 0 0,18 2 1,-26 0-378,-1 0 1,0 0-1,1 0 1,-1 0 0,0 1-1,0 0 1,1 0 0,-1 0-1,-1 0 1,1 1 0,0-1-1,-1 1 1,1 0 0,-1 0-1,0 0 1,0 1 0,0-1-1,0 1 1,0-1-1,1 5 1,1-1-239,-1 1 0,-1-1 1,0 1-1,0-1 0,0 1 0,-1 0 0,0 0 0,0 0 0,-1 1 1,0 9-1,-3-12-2535,-10-5-1790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2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1 376 9300,'0'0'10029,"26"20"-9279,89 59-324,-111-76-398,0 0-1,1-1 0,-1 1 0,1-1 0,0 0 1,0-1-1,0 1 0,0-1 0,0 0 0,0 0 1,0 0-1,0-1 0,0 1 0,0-1 1,0-1-1,0 1 0,9-3 0,-5 2 30,-4 0-40,-1 0 0,1 0 0,-1-1 0,0 1 0,1-1 0,-1 0-1,0 0 1,0-1 0,0 1 0,-1-1 0,1 0 0,-1 0 0,4-4-1,-1 1-49,-1 0 0,0-1 0,-1 0 0,1 0 0,-1 0 0,5-15 0,-2 2-282,-1-1 0,-1 0-1,-1 0 1,3-37 0,-4-86-710,-3 140 1020,-1 0-1,0 0 1,0 0-1,-1 1 1,1-1-1,-1 1 1,1-1-1,-1 1 1,0-1-1,-1 1 1,1 0-1,0 0 1,-1 0-1,0 0 1,0 1-1,1-1 1,-2 1-1,1-1 1,0 1-1,-4-2 1,-9-5-168,0 0 0,-32-12-1,46 20 180,0 0-1,0 0 0,0 1 0,0-1 0,0 0 0,-1 1 0,1 0 0,0 0 0,0-1 0,0 1 1,0 0-1,0 1 0,-1-1 0,1 0 0,0 1 0,0-1 0,0 1 0,0-1 0,0 1 0,0 0 1,0 0-1,0 0 0,0 0 0,0 0 0,1 1 0,-1-1 0,0 1 0,1-1 0,-1 1 0,1-1 1,0 1-1,-1 0 0,1-1 0,0 1 0,0 0 0,0 0 0,0 0 0,0 2 0,-3 7 54,0 1-1,1-1 1,1 1-1,0-1 1,-1 21-1,-1 119 1223,5-132-1022,1 0-1,1 1 1,1-1 0,0-1 0,13 35-1,-6-28 67,1 0 1,1 0-1,30 41 0,-36-56-250,0-1 0,1-1 0,0 1 0,0-2 0,1 1 0,0-1 0,0 0 0,1-1 0,0 0 0,0 0 0,0-1 0,13 4 0,-13-6-61,1 0 0,-1-1 0,1 0 0,-1-1 0,1 0 0,-1 0 0,1-1 0,20-3 0,-25 2-83,0-1 1,-1 1 0,1-1 0,-1 0 0,0 0 0,1-1-1,-1 1 1,0-1 0,-1 0 0,1-1 0,0 1-1,-1-1 1,0 0 0,0 0 0,0 0 0,0-1-1,5-9 1,-2 2-624,-1 0 0,0-1 0,-1 0 0,-1 0 0,0 0 0,0-1 0,1-17 0,-2-27-4417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3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4338,'0'0'7182,"0"-5"-6552,0-24 114,0 29-445,10-3 1051,-10 3-1359,1 0 1,0 0-1,0 0 1,0 0 0,-1 0-1,1 1 1,0-1-1,0 0 1,0 1 0,-1-1-1,1 1 1,0-1-1,-1 1 1,1-1-1,0 1 1,-1-1 0,1 1-1,-1 0 1,1-1-1,-1 1 1,1 0 0,-1-1-1,1 1 1,-1 0-1,1 1 1,6 24 303,-6-19-227,15 65 505,62 334 3002,-75-377-3287,-2-11 36,2 0 0,4 18 0,-4-94-858,-3 14-345,-2 1 1,-13-66-1,10 71-22,1 0 0,2-68 0,2 70 837,1 28 68,-1 1-1,2-1 0,-1 1 0,1 0 0,0 0 0,0-1 0,1 1 0,0 0 0,0 1 0,1-1 0,-1 1 0,8-9 1,-3 5 71,0 0 0,0 1 1,1 0-1,0 1 1,1 0-1,20-12 1,-28 18-38,0 1 0,-1 0 0,1 0 0,0 0 0,0 0 0,1 0 0,-1 0 0,0 1 0,0-1 0,0 1 0,1-1 0,-1 1 0,0 0 0,0 0 0,0 0 0,1 0 0,-1 0 0,0 1 0,0-1 0,1 1 0,-1-1 0,0 1 0,0 0 0,0 0 0,0 0 0,0 0 0,0 0 0,0 0 0,0 0 0,-1 1 0,1-1 0,0 1 0,-1 0 0,3 1 0,2 7 142,0-1 0,0 1 1,-1 0-1,0 0 1,6 16-1,-8-18-103,105 347 4060,-84-261-3274,4-13-39,-29-89-1022,0-1 0,1 1-1,0-1 1,1-10 0,0-10-415,-8-320-8033,7 252 8326,0 94 406,1 0 0,-1 1 0,0-1 0,1 0 0,0 1 1,-1-1-1,1 0 0,0 1 0,0-1 0,0 1 0,1 0 0,-1-1 1,1 1-1,-1 0 0,1 0 0,0 0 0,0 0 0,0 0 0,0 0 1,0 0-1,0 1 0,0-1 0,1 1 0,-1 0 0,0-1 0,1 1 1,-1 0-1,1 0 0,0 1 0,3-2 0,8-1 420,0 1 0,1 0 0,-1 1 0,20 1 0,-34 0-507,4 0 47,0 1 0,0-1-1,0 1 1,0 1 0,-1-1-1,1 0 1,0 1 0,-1 0-1,1 0 1,-1 0 0,1 0-1,-1 0 1,0 1 0,0-1-1,0 1 1,0 0 0,4 6-1,5 7 128,-1 0-1,13 24 1,-21-33-109,7 13 158,-1 0 1,0 0-1,8 37 1,9 68 730,-3-13 170,-16-94-1394,-6-37-1082,-1 3-244,-1 0 0,-1 0 0,-7-27 1,-7-10-5613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4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1 485 8420,'0'0'9007,"33"-10"-8412,-33 10-595,141-47 202,-131 43-215,0 0-1,0 0 1,-1-1-1,1-1 1,-1 0-1,-1 0 1,1 0-1,-1-1 1,0-1-1,12-14 1,-11 12-39,-1 3-83,-1-1-1,0 0 0,-1-1 0,0 1 1,0-1-1,-1 0 0,0-1 0,0 1 1,-1-1-1,-1 0 0,1 0 0,-2 0 1,1-1-1,-2 1 0,1-1 0,-1-12 1,0 20 137,-1-1 1,0 1-1,0-1 1,0 1-1,0-1 1,-1 1-1,1-1 1,-1 1 0,0-1-1,0 1 1,0 0-1,-1-1 1,1 1-1,-1 0 1,0 0-1,1 0 1,-2 0 0,1 1-1,0-1 1,0 0-1,-1 1 1,1-1-1,-7-3 1,-8-7-213,-1 0 0,-1 1-1,-26-12 1,34 20 76,0-1-1,0 1 0,-1 1 0,0 0 1,1 1-1,-1 0 0,-21-1 1,29 3 141,1 0-1,0 0 1,-1 0 0,1 0 0,0 1 0,0 0 0,-1-1 0,1 1 0,0 0 0,0 0 0,0 1 0,0-1-1,-6 4 1,6-2 14,1 0 0,-1 0-1,1 0 1,0 1 0,0-1-1,0 1 1,0-1 0,0 1-1,1-1 1,0 1 0,-1 0 0,1 5-1,-4 15 253,1 0 1,1 0-1,2 1 0,2 42 1,0-15 413,-1-16-24,3 0 0,0-1 0,3 1 0,18 66-1,-17-80-326,1-1-1,1 0 0,0-1 0,2 0 0,0 0 1,1-1-1,1 0 0,30 32 0,-37-46-254,1 1 1,-1-1-1,1 0 0,0 0 0,0-1 0,0 0 0,1 0 0,0-1 1,-1 0-1,1-1 0,0 1 0,13 1 0,-15-3-83,0-1 0,0 1 0,1-1 0,-1 0-1,0-1 1,0 0 0,0 0 0,0 0 0,0-1 0,0 1 0,0-2 0,0 1-1,0 0 1,-1-1 0,0 0 0,1-1 0,6-5 0,-2-1-274,0 0 0,0-1-1,-1 0 1,-1-1 0,0 0 0,11-23 0,-3 3-2494,17-57 0,-12 7-3395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4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2817,'0'0'11406,"0"6"-10699,4 68 1657,25 138 0,-9-92-1533,3 64 213,19 114 378,-36-264-1181,1 0 0,2 0 1,21 50-1,-20-64-158,-2-13-189,-8-13-62,0 5 76,0-34-1074,1 7-715,-1 0-1,-1 0 1,-8-42 0,-10 13-2436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5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13206,'0'0'6051,"178"41"-5859,-129-41-192,-7 0-496,-7-7-1265,-14-8-1072,-7-4-3138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5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0 323 10421,'0'0'8105,"26"4"-7529,9 1-415,41 2 1,-69-7-150,0 0 0,0-1 1,0 0-1,0 0 0,0-1 1,0 0-1,0 0 0,0-1 0,-1 0 1,0 0-1,1 0 0,-1-1 1,9-6-1,-1 0-35,3 0-174,-2-1 0,0-1-1,0 0 1,17-20 0,-27 27 20,0 0 1,-1-1-1,0 0 1,0 0-1,0 0 1,-1 0-1,0-1 1,0 1-1,-1-1 1,1 0 0,-1 0-1,-1 0 1,1 0-1,0-12 1,-2 14 112,0 0 0,0 0 1,-1 0-1,1 1 0,-1-1 1,0 0-1,0 0 0,-2-4 1,1 6 61,0 1-1,1-1 1,-1 1 0,0 0 0,0 0 0,0 0 0,0 0-1,-1 0 1,1 0 0,0 0 0,-1 1 0,1-1-1,-1 1 1,-3-2 0,-9-3-32,-1 1-1,1 0 1,-1 1-1,0 0 1,-1 1-1,1 1 1,0 1 0,-1 0-1,1 1 1,-18 3-1,30-2 68,1-1 1,0 1-1,-1 1 0,1-1 1,0 0-1,0 1 0,-1-1 0,1 1 1,0 0-1,1 0 0,-1 0 1,0 1-1,1-1 0,-1 1 1,1-1-1,0 1 0,-1 0 0,1 0 1,1 0-1,-1 0 0,-2 4 1,0 2 75,0 1 1,0-1 0,1 1 0,0 0 0,1 0 0,-2 12 0,1 22 684,4 61 0,0-62-221,0-23-315,0-1-1,2 0 1,0 0-1,2 0 1,0 0-1,1 0 1,0-1 0,2 0-1,0-1 1,1 1-1,1-1 1,0-1-1,1 0 1,25 26-1,-30-35-190,1-1-1,0 0 0,1-1 0,-1 0 1,1 0-1,0 0 0,0-1 0,1 0 1,-1-1-1,14 4 0,-17-6-79,1 0 0,0 0 0,0 0 0,-1 0 0,1-1 1,0 0-1,0 0 0,0-1 0,0 0 0,-1 0 0,1 0 0,0 0 0,-1-1 0,1 0 0,-1 0 0,1-1 0,7-5 1,-5 2-276,0-1 0,0 0 0,-1-1 1,0 0-1,0 0 0,-1-1 1,0 1-1,7-16 0,-1 0-2087,-1 0-1,10-36 0,-2-12-7669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5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8660,'0'0'7990,"4"33"-6760,2 14-715,20 147 1790,-20-153-1584,2 16 193,2-1 0,2-1 1,21 56-1,-32-109-884,-1 0 0,1 0 0,0 0 0,0 0 0,0 0 0,0 0 0,1-1-1,-1 1 1,0 0 0,1-1 0,-1 1 0,1-1 0,2 3 0,-2-4-8,-2-6-25,0-370-4768,0 372 4758,-1-1 0,2 0 0,-1 1 0,1-1 0,-1 1 0,1-1 0,0 1 0,1-1-1,-1 1 1,1 0 0,0-1 0,0 1 0,0 0 0,1 0 0,-1 0 0,1 1 0,0-1-1,0 1 1,0-1 0,1 1 0,-1 0 0,1 0 0,7-4 0,-2 2 185,0 0 1,0 1 0,1 0-1,-1 0 1,1 1 0,0 0-1,0 1 1,21-3 0,4 3 257,46 3 0,-31 0-286,-39-1-425,14 0 655,-7 3-4351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6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6819,'0'0'6742,"-1"3"-6553,-3 40 769,3 0 0,5 80 0,31 110 739,-16-130-948,6 64 466,-9-51 356,48 178 0,-63-290-1532,0 2 22,1 0 1,-1-1 0,1 1-1,1 0 1,-1-1 0,1 1-1,0-1 1,0 0 0,0 0-1,1 0 1,0 0-1,5 4 1,-9-8-36,4 0-111,-4-10-512,0 6 505,1-22-1829,-2-1 0,0 1-1,-2 0 1,-11-47 0,-3 21-3604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7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5987,'0'0'7419,"13"-11"-6699,42-34-322,-51 42-325,1 0 0,0 0 0,-1 0-1,1 1 1,1 0 0,-1-1 0,0 2 0,0-1 0,1 1 0,-1 0-1,1 0 1,-1 0 0,1 1 0,0 0 0,9 0 0,-1 1 18,-7-1-45,23 0 231,33 4 0,-52-3-197,0 2 0,1-1 0,-1 1 0,0 1 0,0 0 0,11 7 0,5 4 252,0 1 0,-1 1 0,0 2 0,-2 0 0,0 2 0,-2 1-1,0 0 1,-1 2 0,33 50 0,-39-49-202,-1 0 0,-1 1 0,-1 0-1,-1 1 1,-2 0 0,-1 0 0,-1 1 0,-1 0 0,-1 1-1,-2-1 1,0 31 0,-2 7 82,-4 85 371,2-139-543,-2-1-1,1 1 1,-1-1-1,-1 0 1,0 0-1,-1 0 1,0 0-1,0-1 1,-1 0-1,-1 0 1,0 0-1,-13 14 1,8-12-35,0 0 0,0-2 0,-1 1 0,-1-2 1,0 0-1,0 0 0,0-1 0,-23 8 0,-2-3-154,-1-1-1,0-3 1,0-1 0,-1-2-1,0-2 1,-66-1-1,106-5 83,0 1-1,0 0 1,1-1-1,-1 1 1,1 0-1,-1-1 1,1 1-1,0-1 1,-1 1-1,1-1 1,0 1-1,0-1 0,0 0 1,0 1-1,0-1 1,1 1-1,-1-2 1,1-2-169,-2-26-894,0 14-404,1 0-1,1 0 1,2-19 0,12-8-4496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28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51 6707,'0'0'7724,"-4"-3"-5163,-20-10-2174,16 8-356,1 1 1,-1 0 0,0 0 0,0 1 0,-1 0 0,1 1 0,-17-3-1,0 2 148,-37 2 0,59 1-143,-4-1 42,0 1 0,0 0 0,1 1 0,-1 0-1,0 0 1,0 0 0,0 1 0,0 0 0,1 0 0,-1 1 0,1 0 0,0 0 0,0 0 0,-9 7-1,2-2-12,1 1 0,1 1-1,0 0 1,0 0 0,1 1-1,0 0 1,1 1 0,0 0-1,1 0 1,0 1-1,1 0 1,1 1 0,0-1-1,0 1 1,2 0 0,-1 1-1,2-1 1,0 1 0,1 0-1,1-1 1,-1 16-1,1 24 301,0-26-172,1-1 0,1 1 0,1 0-1,8 36 1,0-29 57,2-1 0,1-1 0,1 0 0,2-1 0,2-1 0,32 45 0,-41-64-199,0-1-1,0 0 1,1-1-1,1 0 1,0-1 0,0 0-1,0-1 1,1 0-1,1-1 1,-1 0-1,1-1 1,0 0 0,1-1-1,-1-1 1,1 0-1,0-1 1,0 0-1,0-1 1,1-1-1,21 0 1,-22-1-75,-1 0 1,0-1-1,1-1 0,17-4 1,-25 4-27,1-1 0,0 1 1,-1-1-1,0 0 1,1-1-1,-1 0 1,-1 0-1,1 0 1,9-9-1,2-4-274,-1-2 0,22-29 0,-31 38 188,-1 0-1,0-1 1,-1 1 0,0-1 0,0 0 0,-1 0-1,3-14 1,-5-6 573,-2 30-617,0-1 0,0 1 0,0-1 0,0 0 0,0 1 0,0-1 0,-1 1 0,1-1 0,-1 0 0,1 1 0,-1-1 0,1 1-1,-1 0 1,0-1 0,-1-1 0,-13-5-3133,0-1-2847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19:31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4 411 7475,'0'0'6241,"0"0"-6194,0 1 0,0-1 0,-1 0 0,1 0 0,0 1 0,0-1 1,-1 0-1,1 0 0,0 1 0,0-1 0,0 0 0,0 1 0,-1-1 0,1 0 1,0 0-1,0 1 0,0-1 0,0 0 0,0 1 0,0-1 0,0 0 1,0 1-1,0-1 0,0 1 0,0-1 0,0 0 0,0 1 0,0-1 0,0 0 1,0 0-1,1 1 0,-1 0 0,5 0 105,0 1 0,0-1 0,1 0 0,-1-1 0,9 1 0,5 1 246,27 2 395,82-3-1,-19-2-651,506 4 53,-356-4 84,87-11-262,-246 7-19,150-27 0,-161 18 9,362-34 61,-105 14 178,-76 11 346,-1 0-154,71-17-181,-25 22 324,-60 7-475,225-14-38,235 12 154,-150-23 504,-182 10-465,379 10 407,-374-3-450,1 0 203,-171 17-303,233 5 1242,-376 6-1207,-52-5 16,38 1 0,-48-5-66,-16 2-656,-24-4-917,-32-15-2321,-20-7-4169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2.38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490 1 7908,'0'0'3097,"-6"8"-2846,-43 74 801,-64 149 1,-34 157 712,28 7-879,117-386-883,-48 201 115,47-169-553,14-72-358,38-131-6546,-31 76-131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3.18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54 320,'0'0'5163,"3"0"-4555,13 1 142,-11-1-442,1 1 0,0-1 0,-1 0-1,1 0 1,0-1 0,-1 0 0,1 0-1,-1 0 1,1-1 0,-1 1 0,0-1 0,7-4-1,-7 2-99,0-1-1,1 1 0,0 1 0,0-1 0,0 1 1,0 0-1,1 0 0,-1 1 0,1 0 0,-1 0 1,1 0-1,0 1 0,0 0 0,11 0 0,-15 1-139,-1 0 0,0 0-1,0 1 1,0-1 0,0 1-1,0-1 1,0 1-1,0 0 1,0 0 0,0 0-1,-1 0 1,1 0 0,0 0-1,0 0 1,-1 1 0,1-1-1,-1 0 1,3 4-1,-2-3 58,1 1-1,0-1 1,-1 0-1,1 0 0,0 0 1,6 3-1,8 36 1519,-11-30-1592,-1 0-1,0 1 1,-1 0-1,0 0 0,2 13 1,3 9-33,31 100 400,-6 3 1,19 158 0,-40-155-167,-4-29-27,26 118 0,-21-155-212,-20-123-3308,-1 21-136,-21-48 0,24 65 2482,-20-51-5009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3.54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0 148 7459,'0'0'9413,"109"-56"-9061,-12 40 80,8 4-64,-8 5-224,-6 4-144,-21 0-16,-7 0-336,-15-6-736,-13-4-1698,-10-12-4465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3.9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23 5619,'0'0'6653,"0"-4"-6186,0-9-8,0 8 211,0 12-238,0 24-101,11 250 1384,50 304 1476,-56-521-2877,0 11 168,24 128 0,-27-194-405,0-1 1,1 0-1,6 16 0,-8-22-67,0-1-1,-1 0 1,1 1-1,0-1 0,0 1 1,0-1-1,1 0 0,-1 0 1,0 1-1,0-1 1,1 0-1,-1 0 0,1 0 1,-1-1-1,0 1 1,1 0-1,0 0 0,-1-1 1,1 1-1,-1-1 1,1 0-1,0 1 0,-1-1 1,3 0-1,-3 0-10,-1 0-1,0 0 1,0 0 0,0 0-1,1 0 1,-1 0 0,0 0-1,0 0 1,0 0 0,0 0-1,1 0 1,-1 0 0,0 0-1,0-1 1,0 1 0,0 0-1,1 0 1,-1 0 0,0 0-1,0 0 1,0 0 0,0-1-1,0 1 1,1 0 0,-1 0-1,0 0 1,0 0 0,0-1-1,0 1 1,0 0 0,0 0-1,0 0 1,0-1 0,0 1-1,0 0 1,0 0 0,0 0-1,0-1 1,0 1 0,0 0-1,0-1 1,3-19-836,-2-1-1,-1-34 1,0 24-823,-2-15-1990,-7 2-2099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4.81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532 234 7283,'0'0'4773,"-2"-6"-4050,0 3-625,0-1 103,0-1-1,0 0 1,1 0 0,-1 1 0,1-1 0,0 0-1,0 0 1,0-8 0,1 9 13,-1 0 1,0 0-1,0 0 0,0 1 0,0-1 1,0 0-1,-1 1 0,0-1 1,0 1-1,0-1 0,-4-5 0,-32-34 5,34 39-202,-4-3-16,0 0 0,-1 0 0,1 0 1,-2 1-1,1 1 0,0 0 0,-1 0 1,0 1-1,0 0 0,0 0 0,-16-2 0,5 2-3,0 1-1,0 1 0,-1 1 0,-38 3 0,55-1 11,1 0 0,-1 0 0,1 0 0,0 1 0,-1 0 0,1 0 0,0 0 0,0 0 0,0 0 0,-7 6 0,-34 34 121,36-32-104,3-3 28,0 1 0,0 0 0,0 1 0,1-1 0,1 1-1,-1 0 1,1 0 0,1 0 0,0 1 0,-3 16 0,-1 9 283,-1 58 0,5-52 80,2 0-1,2 0 0,9 54 1,-7-79-262,0 0 0,1 0 0,1 0-1,1-1 1,0 1 0,1-1 0,0-1 0,2 1 0,-1-1 0,2-1 0,12 15 0,-18-23-101,2 0 0,-1-1 0,0 1 0,1-1 0,0 0 0,0 0 0,0-1 0,0 0 0,0 0 0,1 0 0,0-1 0,11 3 0,-4-3-12,0-1 0,1 0 0,-1 0 1,0-2-1,18-2 0,-24 2-19,-1 0 1,0-1-1,0 0 0,-1 0 1,1-1-1,0 0 0,-1 0 0,1 0 1,-1-1-1,7-5 0,-3 1-32,-1 0 0,0-1 0,-1 0 0,0 0 0,11-16 0,-6 3-188,0-1 0,-2 0 0,0 0 0,-1-1 0,7-31 0,-11 30-141,-1-1-1,-1 0 1,0-30 0,-4-80-662,-1 59 782,1 19 267,0 57-27,0 4-26,0 20 39,5 266 1068,0-212-538,25 130 1,-25-183-449,13 36 1,-16-54-111,1 1 1,0-1-1,0 1 0,1-1 0,0 0 1,0-1-1,0 1 0,1-1 1,8 8-1,-11-11-16,0 0 1,1-1 0,-1 1-1,1-1 1,-1 0-1,1 0 1,0 0-1,0 0 1,0 0-1,4 0 1,-6-1-9,1 0 0,-1 1 0,1-1 0,-1 0 0,1 0 0,-1-1 0,1 1 0,-1 0 0,1 0 0,-1-1 0,1 1 0,-1-1 0,1 1 0,-1-1 0,0 0 0,1 0 0,-1 1 0,0-1 0,0 0 0,1 0 0,-1 0 0,1-1 0,2-5-139,0 0 0,0-1 0,-1 1 0,0-1 0,-1 1-1,1-1 1,-1 0 0,1-10 0,7-72-2622,-10 85 2573,4-137-7550,-4 65 817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5.1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32 7 9845,'0'0'5824,"0"-7"-5200,34 500 3651,-19-344-3505,-11-99-535,0 4-12,2-1-1,2 1 1,23 75 0,-27-115-177,1-1 0,1 0 1,11 19-1,-15-28-45,0-1 0,0 0 0,0 0 0,0 0 0,1 0 0,-1-1 0,1 1 0,0-1 0,0 1 0,-1-1 0,2 0 0,-1 0 0,0 0 0,0 0 0,1-1 0,-1 0-1,7 2 1,-2-4-131,-7-8-302,-1 5 314,0-6-322,0 0 0,-1-1 0,0 1 0,0 0 0,-1 0 0,-1 0 0,1 0 0,-2 0 0,1 0 0,-1 1 0,-1-1 0,0 1 0,0 0 0,-7-8 0,-105-123-7012,51 73 1615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5.5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38 656,'0'0'18249,"199"-28"-17401,-119 28-528,1 0-240,-5 0-80,-6-6-16,-18 3-1088,-17 3-1425,-17 0-5731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6.16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73 4562,'0'0'8930,"0"-10"-8186,0-43 344,0 43-323,2 10 95,4 22-601,56 526 1236,-56-469-1088,10 133 495,14 146-166,-30-355-734,2 21 15,1-1 0,0 0 0,2 0 0,0 0 0,2 0-1,10 23 1,-14-40-4,0-1-1,0 1 1,1-1-1,0 0 0,6 6 1,-9-9-18,1 0 1,0-1-1,0 1 0,0-1 0,0 1 1,0-1-1,0 0 0,0 0 1,0 0-1,1 0 0,-1 0 0,0-1 1,1 1-1,-1-1 0,0 1 1,3-1-1,-4 0-14,-1 0 0,1 0 0,-1 0 1,1 0-1,-1 0 0,1-1 0,-1 1 0,1 0 1,-1 0-1,1 0 0,-1-1 0,1 1 0,-1 0 1,1-1-1,-1 1 0,0 0 0,1-1 0,-1 1 1,1-1-1,-1 1 0,0 0 0,1-1 0,-1 1 1,0-1-1,0 1 0,1-1 0,-1 1 0,0-1 1,0 1-1,0-1 0,0 0 0,2-21-468,-2 15 189,2-18-1414,-2 1 0,-1-1 0,0 0 0,-2 1 0,-10-43 0,-16-10-6147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6.55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0 180 6675,'0'0'7577,"21"-27"-7129,-21 27-448,25-34 101,42-43 1,-62 73-73,0 0 0,0 0 0,0 0 0,1 0 0,0 1 0,-1 0 0,1 0 0,0 1 0,0-1 0,1 1 0,-1 1 0,0-1 0,1 1 0,-1 0 0,1 1 0,-1-1 0,1 1 0,9 2 0,7-2 4,2-1 92,0 2-1,43 5 1,-57-3-58,0-1 0,0 1 1,0 1-1,-1 0 0,0 1 0,1 0 1,-1 0-1,12 10 0,-9-6 102,-1 0-1,0 1 0,-1 1 1,0 0-1,0 0 0,-1 1 1,-1 0-1,0 1 0,-1 0 1,0 1-1,-1-1 1,0 1-1,-2 1 0,1-1 1,-2 1-1,0 0 0,0 0 1,1 24-1,-3-15 106,-1 1 1,-3 30-1,1-47-229,0-1-1,-1 1 0,1 0 1,-2-1-1,1 1 0,-1-1 1,0 1-1,-1-1 0,0 0 1,0-1-1,-5 8 0,-3-1-94,0-1-1,0 0 1,-2-1-1,1-1 1,-1 0-1,0 0 0,-1-2 1,0 0-1,-1 0 1,0-2-1,0 0 1,0 0-1,0-2 1,-1 0-1,0-1 0,0 0 1,0-2-1,-20 0 1,33-1-82,0 0 0,1 0 0,-1 0 0,0-1 0,0 1 0,0-1 0,0 0 0,0 0 0,0-1 1,1 1-1,-1-1 0,1 0 0,-1 0 0,1 0 0,-5-4 0,5 3-113,0-1 0,0 1 0,1-1 1,-1 0-1,1 1 0,0-1 0,0 0 0,0-1 0,1 1 1,-1 0-1,1 0 0,0-1 0,-1-6 0,0-45-4357,2-6-2836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6.97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1 413 1185,'0'0'12066,"31"-11"-10998,103-39-329,-123 45-697,0 0 1,0 0 0,0-1 0,-1-1 0,0 0 0,0 0 0,-1-1-1,0 0 1,0-1 0,-1 0 0,0 0 0,0-1 0,9-15 0,-15 22-40,3-5-95,0 1 1,0-2 0,0 1-1,-1 0 1,-1-1 0,1 0 0,-2 0-1,1 0 1,-1 0 0,0 0-1,-1 0 1,0-1 0,0-9 0,-1 14-77,0 0 0,0 0 0,0 1 0,-1-1 0,0 0 0,0 0 0,0 1 0,-3-8 0,3 9 127,-1 1 0,0-1 0,0 1 0,0-1 0,-1 1 0,1 0 0,-1 0-1,1 0 1,-1 0 0,1 0 0,-1 1 0,0-1 0,-6-1 0,-2-1 23,-1 1 0,0 0 0,0 1 0,-1 0 0,1 1 0,0 0 0,-22 3-1,8-2 10,24 0 13,0 0 1,1 1 0,-1-1 0,0 0-1,0 1 1,0-1 0,1 1 0,-1 0-1,0 0 1,1-1 0,-1 1 0,1 0-1,-1 0 1,1 1 0,-1-1 0,1 0 0,0 0-1,-1 1 1,1-1 0,0 1 0,0-1-1,0 1 1,0-1 0,0 1 0,0 0-1,1-1 1,-1 1 0,1 0 0,-1 0-1,0 3 1,-1 6 99,0 0 0,1 1 0,1 21-1,0-28-36,-1 30 523,1 15 551,1 1 1,14 87-1,-12-124-952,0 1 0,1-1 0,1 0-1,0 0 1,1-1 0,0 1 0,1-1 0,1 0-1,0-1 1,1 0 0,0 0 0,0-1-1,1 0 1,13 9 0,-15-14-129,0 0 1,1-1-1,0 0 0,0 0 1,0-1-1,1 0 0,-1-1 1,1 0-1,0-1 0,0 0 1,0 0-1,17 0 0,-16-2-51,1 0-1,-1-1 0,0 0 0,1-1 1,-1 0-1,0-1 0,0 0 0,0 0 1,-1-1-1,21-12 0,-17 7-265,-1 0 1,0-1-1,0-1 0,-1-1 0,0 1 1,-1-2-1,14-20 0,-15 18-938,0 0 0,-1-1-1,12-31 1,2-29-5003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7.4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32 10 9060,'0'0'7099,"-5"29"-5879,-1 2-856,-1 2 137,1 1 0,2 1 1,1 47-1,4-31 131,2 1-1,2-1 1,3 0 0,2 0 0,23 70 0,-32-118-605,12 29 206,-12-31-222,-1 1-1,1-1 1,0 0-1,-1 0 1,1 0-1,0 0 1,0 0-1,0 0 1,-1 0-1,1 0 1,0 0-1,0-1 1,1 1-1,-1 0 0,0-1 1,0 1-1,0 0 1,0-1-1,0 0 1,1 1-1,1 0 1,-2-2-11,-1 1 1,1-1 0,0 1 0,0-1 0,-1 1-1,1-1 1,0 0 0,-1 1 0,1-1 0,-1 0-1,1 0 1,-1 1 0,1-1 0,-1 0 0,1 0-1,-1 0 1,0 1 0,1-1 0,-1 0 0,0 0-1,0 0 1,0 0 0,0 0 0,0 0 0,0 0-1,0 0 1,0 1 0,0-1 0,0-2 0,0-5-4,14-152-1074,-8 77-803,24-124 0,-25 186 1426,0 0 0,2 1 0,1-1 0,10-20 0,-16 36 422,1 0 1,0 0-1,0 0 0,0 0 0,1 1 1,-1 0-1,1-1 0,0 1 0,0 0 0,1 1 1,-1-1-1,1 1 0,0 0 0,0 0 0,0 0 1,0 1-1,0 0 0,0 0 0,1 0 1,10-2-1,-12 4 92,1 0 0,-1-1 1,0 1-1,1 1 0,-1-1 0,1 1 0,-1-1 1,1 1-1,-1 1 0,0-1 0,0 0 1,0 1-1,0 0 0,0 0 0,0 0 1,0 1-1,0-1 0,3 4 0,0 2 105,0 0 0,0 0-1,-1 1 1,0 0 0,-1 0-1,8 18 1,-2-3 319,-2 0 0,0 1 0,7 39 0,6 79 1265,-15-87-1212,25 99 0,-29-144-119,-2-8-1821,-1-8-577,0-6 877,0-25-1773,0-12-1828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8.04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294 329 11365,'0'0'3346,"7"-30"-3360,24-95-130,-29 118 138,0 0 0,-1 0 0,1-1 0,-1 1 0,-1 0-1,1-1 1,-2-7 0,0-2 242,1 15-196,-1-1 0,0 0 0,0 1-1,0-1 1,0 0 0,0 1 0,-1-1 0,1 1 0,-1 0-1,1 0 1,-1-1 0,0 1 0,0 0 0,0 0-1,0 0 1,0 1 0,-1-1 0,1 1 0,-4-3 0,-7-3 4,0-1 0,-17-5 0,16 8 49,0 2 0,-1 0 1,1 0-1,-1 2 0,1 0 1,-1 0-1,0 1 1,-25 4-1,38-4-54,-1 1 1,1 0 0,-1-1-1,1 1 1,-1 0-1,1 0 1,0 0-1,-1 1 1,1-1-1,0 0 1,0 1-1,0-1 1,0 1 0,0 0-1,0 0 1,1 0-1,-1 0 1,0 0-1,-2 4 1,0 4 158,-1-1 1,2 1-1,-6 17 1,8-24-149,-6 25 471,1 0-1,2 0 0,-2 33 0,4 88 1314,3-90-1224,-1-41-388,0 0 0,1 0 0,7 34 0,-6-47-192,-1 0 1,1 0 0,0 0 0,0 0 0,0-1 0,1 1 0,-1-1 0,1 1-1,0-1 1,1 0 0,-1 0 0,1 0 0,-1-1 0,1 1 0,0-1 0,1 0 0,8 5-1,-6-5-20,0 0-1,0 0 1,1-1-1,-1 0 0,1 0 1,0-1-1,-1 0 1,1 0-1,0-1 0,0 1 1,-1-2-1,1 1 1,0-1-1,0-1 0,11-3 1,-7 1-10,0 0 1,-1-1-1,0 0 1,0-1-1,-1 0 1,1-1-1,-1 0 1,18-17-1,-9 4-280,0 0 0,-2-1-1,0-1 1,20-34 0,-28 41-108,-1-1 0,-1 0 1,-1 0-1,0 0 0,-1-1 1,-1 0-1,0 0 0,1-21 1,-2 11-1162,-2 1 0,-1-1 0,0 1 0,-8-41 0,7 62 1597,0 1 1,0 0-1,-1 0 0,0 0 1,1 0-1,-2 1 0,1-1 1,-3-4-1,0 7 1891,3 10-383,0 250 3580,3-135-4307,2-36-231,25 154-1,-14-128-337,-6 1 0,-6 128-1,-2-229-262,0-1 0,-2 1-1,0-1 1,0 0 0,-1 1-1,-8 19 1,10-28-2,-2-1 0,1 1 0,0-1 1,-1 1-1,0-1 0,0 0 0,0 0 0,-1 0 0,1-1 0,-1 1 1,0-1-1,0 0 0,0 0 0,0 0 0,-1-1 0,1 1 0,-1-1 1,1 0-1,-1 0 0,-6 1 0,6-2-72,0 1 0,1-2 0,-1 1 0,0 0 0,0-1 1,0 0-1,1 0 0,-1-1 0,0 1 0,0-1 0,0 0 0,1 0 0,-1-1 0,1 1 0,-1-1 0,1 0 1,-8-5-1,7 3-121,0 0 0,0-1 1,0 1-1,1-1 0,0 0 1,-1-1-1,2 1 0,-1-1 1,1 0-1,0 0 1,0 0-1,-3-9 0,-1-12-1387,0 1 0,2-1-1,0 0 1,0-35 0,1-40-8694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8.60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80 1169,'0'0'12333,"0"-9"-11869,1-2-166,1-7-67,-2-1 4469,8 21-3467,-6 1-1202,-1-1-1,1 1 1,-1 0 0,1-1 0,-1 1-1,0 0 1,0 0 0,0 0-1,-1 0 1,1-1 0,0 6 0,2 9 118,28 129 1232,-19-78-619,3 0-1,29 76 0,-41-135-706,1 0-1,0 0 0,1 0 1,0-1-1,0 1 1,1-1-1,0 0 1,0-1-1,1 0 0,8 8 1,-10-12-49,0 1 1,0-1-1,0 0 1,1-1-1,-1 1 1,1-1-1,-1 0 1,1-1-1,0 1 1,0-1-1,0 0 0,0-1 1,0 1-1,0-1 1,0 0-1,-1-1 1,11-1-1,-7 0-5,-1-1 0,0 0 0,0 0 0,0-1 1,0 0-1,0 0 0,-1-1 0,0 0 0,0 0 0,0-1 0,-1 1 0,1-2 0,-1 1 0,-1-1 0,1 0 0,5-10 0,3-5-175,-2 0-1,0-1 1,-1 0 0,10-35 0,-13 32-72,-2 0 0,-1-1 0,3-38 0,-5-78-709,-3 122 802,1 7 113,-2-22-35,1 34 95,0 0 0,0 1 0,0-1-1,-1 0 1,1 0 0,-1 0 0,1 0 0,-1 1 0,0-1 0,0 0 0,0 1 0,0-1 0,0 0 0,-1-1 0,2 3-12,0 0-1,0 0 1,-1 0 0,1 0-1,0 0 1,0-1 0,0 1-1,0 0 1,-1 0 0,1 0-1,0 0 1,0 0 0,0 0-1,0 0 1,-1 0 0,1 0-1,0 0 1,0 0 0,0 0-1,-1 0 1,1 0-1,0 0 1,0 0 0,0 0-1,0 0 1,-1 0 0,1 0-1,0 0 1,0 0 0,0 0-1,-1 0 1,1 0 0,0 0-1,0 0 1,0 0 0,0 1-1,-1-1 1,1 0 0,0 0-1,0 0 1,-4 10 321,1 10-2410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8.99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 77 12005,'0'0'6427,"-4"-13"-6077,-10-39-158,11 40 1007,5 14-1011,4 15-300,45 319 1441,-27 0-134,-20-210-909,-3-45-90,16 99 0,-17-178-194,2 11 19,0-1 0,7 20 0,-8-30-21,0 0 0,0 1 0,0-1 0,0 0 0,0 1 1,1-1-1,-1 0 0,1 0 0,-1 0 0,1 0 0,0-1 0,0 1 0,0 0 0,0-1 0,0 1 0,0-1 0,0 0 0,4 2 0,-6-3-2,0 0 0,1 1 0,-1-1 0,0 0 0,1 0 0,-1 0 0,0 0 0,1 0 0,-1 0 0,0 0-1,1 0 1,-1 0 0,0 0 0,1 0 0,-1 0 0,0 0 0,1 0 0,-1 0 0,0 0 0,0 0 0,1-1 0,-1 1-1,0 0 1,1 0 0,-1 0 0,0 0 0,0-1 0,1 1 0,-1 0 0,0 0 0,0-1 0,0 1 0,1 0-1,-1 0 1,0-1 0,0 1 0,0 0 0,0 0 0,0-1 0,1 1 0,-1 0 0,0-1 0,1-18-225,-1 12 82,0-249-8977,0 184 3384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9.53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458 1 10917,'0'0'9879,"-4"18"-9236,2-9-593,0 1-1,-1 0 1,-1-1-1,1 1 1,-1-1-1,-6 10 1,6-14-36,0-1 1,-1 0-1,1 0 0,-1 0 1,1 0-1,-1 0 0,0-1 0,-1 0 1,1 0-1,-8 2 0,-9 4 22,-29 6-1,28-8-20,-30 8-13,13-4-319,1 1 1,-42 20 0,77-30 292,1 0 0,-1-1 1,1 1-1,0 0 1,0 1-1,-1-1 0,1 1 1,1-1-1,-1 1 1,0 0-1,1 0 1,-1 0-1,1 1 0,0-1 1,0 0-1,0 1 1,0-1-1,1 1 0,0 0 1,-1-1-1,1 1 1,1 0-1,-1 0 0,1 0 1,-1 0-1,1 0 1,0 0-1,0 0 0,1 0 1,-1 0-1,2 5 1,0-3 35,-1 0 0,2-1 1,-1 1-1,0 0 0,1-1 1,0 1-1,1-1 0,-1 0 1,1 0-1,0 0 1,0 0-1,0-1 0,1 0 1,0 1-1,0-2 0,8 6 1,11 6 171,1 0 1,33 13 0,-48-24-130,29 14 52,1-2 0,1-2 1,72 16-1,-112-30-200,0 0-1,0 1 1,0-1 0,0 0-1,0 1 1,0-1-1,0 0 1,1 0-1,-1 0 1,0 0 0,0 0-1,0-1 1,0 1-1,0 0 1,0 0 0,0-1-1,0 1 1,0 0-1,0-1 1,0 1 0,0-1-1,0 0 1,0 1-1,0-1 1,0 0-1,0 1 1,1-2 0,-2-1-564,1 1 0,0-1 0,-1 1 0,0-1 0,1 1 0,-1-1 0,0 1 0,0 0 0,-1-6 0,0-8-1667,1-21-5245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19.87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69 8212,'0'0'7793,"3"-11"-6993,9-35-216,-9 34 1124,-2 21-1512,0 0 0,-1 0 1,1 0-1,-3 17 0,1 5 111,9 239 2098,-4-223-1994,3-1 1,1 1-1,24 74 0,-28-111-353,-1-1 0,1 1-1,1 0 1,0-1 0,0 0 0,11 13-1,-13-18-50,0-1-1,1 0 0,-1 1 0,1-1 1,0 0-1,0-1 0,0 1 0,1-1 1,-1 0-1,1 0 0,-1 0 0,1-1 1,0 1-1,-1-1 0,10 1 0,-5-1-17,0-1 0,-1 0 0,1 0 0,0-1 0,0 0 0,-1 0 0,1-1 0,-1 0 0,1-1 0,-1 0 0,0 0 0,0-1 0,0 0 0,-1 0 0,1-1 0,-1 0 0,0 0 0,0-1 0,-1 0 0,0 0 0,11-14 0,-3 3-269,-2 0 1,0-2-1,-1 1 1,-1-1 0,-1-1-1,-1 0 1,0 0-1,-2-1 1,0 0-1,3-21 1,-1-20-696,-3-1-1,-2-70 1,-3 128 1211,0 0 0,-1 0 1,1 0-1,-1 0 1,0 0-1,-1 0 1,1 0-1,-3-5 1,4 10-210,-8-7-4274,1 1-449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0.23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 23 11669,'0'0'6531,"-1"14"-5837,-1 36 403,2 1 0,10 76 1,0-5 239,-8-90-1057,18 201 1601,-20-230-1861,0 0 0,1-1 0,-1 1 0,0 0 0,1-1 0,0 1 0,0-1 0,-1 1 0,1-1 0,1 1 0,-1-1 0,0 0 0,1 1 0,-1-1 0,1 0 0,0 0 0,-1 0 0,1 0 0,3 2 0,-4-3-19,-1-1 1,0 0-1,1 0 0,-1 0 1,1 0-1,-1 0 1,1 0-1,-1 0 0,1 1 1,-1-1-1,1 0 0,-1-1 1,1 1-1,-1 0 1,0 0-1,1 0 0,-1 0 1,1 0-1,-1 0 0,1 0 1,-1-1-1,1 1 1,-1 0-1,0 0 0,1-1 1,-1 1-1,0 0 0,1-1 1,-1 1-1,0 0 1,1-1-1,-1 1 0,0 0 1,1-1-1,4-9-26,-1 1 0,1-1 0,-2 0 0,1 0 0,-1 0 0,-1-1 0,2-16 0,0 8-93,31-289-3399,-28 225 1880,-5 60 1025,6-53-1272,-6 69 1812,-1 0 0,1 0-1,1 0 1,-1 0 0,1 0 0,0 1 0,1 0 0,5-9 0,-7 13 156,0 0 1,0 0-1,1 0 1,-1 0-1,0 1 1,1-1-1,0 1 1,-1-1-1,1 1 1,0 0-1,0 0 1,-1 0-1,1 0 1,0 1-1,0-1 1,0 1-1,0 0 1,0 0-1,0 0 0,0 0 1,0 0-1,0 1 1,0-1-1,3 2 1,4 0 181,0 1 0,-1 0 0,0 1 0,0 0 0,15 8 0,-10-3-56,49 26 577,-57-32-870,1 0-1,0-1 1,0 0 0,0 0 0,0 0-1,0-1 1,13 0 0,-13-3-2652,-5-11-2926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1.65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332 139 7972,'0'0'8665,"0"-10"-7729,1-2-713,0-3 249,-1-1 0,-2-19-1,1 34-460,0-1-1,0 0 1,1 0-1,-1 1 0,0-1 1,-1 1-1,1-1 1,0 1-1,0-1 0,-1 1 1,1 0-1,-1 0 1,1-1-1,-1 1 0,1 0 1,-1 0-1,-3-1 0,-31-12-12,18 10-11,1 2 0,-1-1 1,1 2-1,-1 1 1,0 0-1,-27 4 1,41-3 9,0 0 0,0 0 0,1 0 1,-1 1-1,0 0 0,1 0 1,-1 0-1,1 0 0,0 0 1,-1 1-1,1-1 0,0 1 1,1 0-1,-1 0 0,0 0 1,1 0-1,-4 7 0,0 0 5,0 0-1,1 1 0,1-1 1,0 1-1,-4 15 0,0 9 178,2 1-1,-2 51 0,7 74 971,1-98-672,0-40-290,1 1-1,1-1 0,1 0 0,1 0 0,9 29 0,-11-45-155,0 0 0,1 0 0,0 0 0,0-1-1,1 1 1,-1-1 0,1 0 0,1 0 0,-1 0-1,1-1 1,0 1 0,0-1 0,1 0-1,0-1 1,0 1 0,0-1 0,0-1 0,0 1-1,1-1 1,13 5 0,-11-5-14,-1-1 1,1 0-1,0-1 0,0 0 1,0 0-1,0-1 0,-1 0 1,1-1-1,0 0 0,0 0 1,0-1-1,-1 0 0,1-1 1,-1 1-1,1-2 0,-1 1 1,0-1-1,0 0 0,-1-1 1,1 0-1,12-11 0,-6 2-137,-1 0-1,-1-1 1,-1 0-1,0-1 0,0-1 1,-2 1-1,0-2 0,-1 1 1,-1-1-1,0 0 1,-2 0-1,6-29 0,-2-13-1028,-2-1 0,-3-99 0,-4 150 1064,-2-61-242,1 64 321,0-1 0,0 1 0,-1-1 0,0 1 0,0 0 1,-1 0-1,-3-7 0,5 13 174,1 9 83,0 556 4063,0-563-4312,0 27 132,4 32 1,-3-52-117,1 0 0,0 0 0,0 0 1,0 0-1,1-1 0,0 1 0,1-1 0,5 10 1,-8-16-23,-1 0 0,1 0 0,-1 0 1,0 0-1,1-1 0,0 1 0,-1 0 1,1 0-1,0-1 0,-1 1 0,1 0 1,0-1-1,0 1 0,-1-1 1,1 1-1,0-1 0,0 1 0,0-1 1,0 0-1,0 1 0,0-1 0,-1 0 1,1 0-1,0 0 0,0 1 0,0-1 1,0 0-1,0 0 0,0-1 0,0 1 1,0 0-1,1 0 0,0-1-18,0-1 1,-1 1-1,1 0 0,-1 0 0,0-1 1,1 1-1,-1-1 0,0 1 0,0-1 0,0 0 1,0 1-1,0-1 0,0 0 0,0 0 1,-1 1-1,1-3 0,6-21-572,-1-1-1,-1 1 1,2-37-1,-3-84-7077,-4 68-1433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2.0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5635,'0'0'11482,"12"27"-10516,3 4-678,-1-3 14,-1 0 1,-2 1-1,-1 0 1,8 37 0,-5 15 1003,6 148-1,-11-88-411,-7-130-807,-1-2-23,1-1-1,-1 0 1,1 0 0,1 0 0,0 0 0,0 0 0,1 0 0,5 12 0,-8-20-62,0 0-1,0-1 1,0 1 0,0 0 0,0 0-1,0 0 1,0 0 0,0 0 0,0 0-1,0 0 1,0 0 0,1 0-1,-1 0 1,0 0 0,0 0 0,0 0-1,0 0 1,0 0 0,0 0-1,0 0 1,0-1 0,0 1 0,0 0-1,1 0 1,-1 0 0,0 0 0,0 0-1,0 0 1,0 0 0,0 0-1,0 0 1,0 0 0,0 1 0,0-1-1,0 0 1,1 0 0,-1 0 0,0 0-1,0 0 1,0 0 0,0 0-1,0 0 1,0 0 0,0 0 0,0 0-1,0 0 1,0 0 0,0 0 0,0 0-1,0 0 1,0 0 0,0 0-1,1 1 1,-1-1 0,0 0 0,0 0-1,0 0 1,0 0 0,0 0-1,0 0 1,0 0 0,0 0 0,0 0-1,0 0 1,0 1 0,0-11 46,0 6-63,-7-391-2608,7 376 2442,0 0-1,2 1 1,0-1-1,4-18 1,-4 30 155,1 0-1,-1 0 1,1 0-1,1 1 1,-1-1-1,1 1 1,0-1-1,0 1 1,1 1-1,0-1 1,0 1-1,11-10 1,-10 11 38,0 0-1,0 0 1,0 0 0,1 1 0,0-1 0,-1 2-1,1-1 1,0 1 0,15-3 0,-1 3 87,0 0 0,23 2 0,-29 0-84,-9 0 58,0 0 0,0 1 1,0 0-1,0 0 0,0 0 1,8 4-1,-11-4-189,-1 0-1,0 0 1,0 0 0,0 0 0,0 1 0,0-1-1,0 1 1,3 2 0,-4-3-262,-1 0 0,1 0 0,0 1 0,0-1 0,0 0 0,-1 1-1,1-1 1,-1 0 0,1 1 0,-1-1 0,1 1 0,-1-1 0,0 1 0,0-1 0,0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2.6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 1 9540,'0'0'6123,"-1"35"-4591,-2 118-73,4-128-991,1-1 0,1 0 0,0 0 0,12 36 1,-7-27-62,-1-6-77,35 122 1193,-36-132-1397,1 0-1,0-1 1,1 0-1,1 0 1,1-1-1,16 21 1,-22-32-120,1 1 0,-1-1 0,1 0 0,0-1 0,0 1 0,0-1 0,1 0 1,-1 0-1,1 0 0,-1-1 0,1 0 0,0 0 0,0 0 0,11 0 0,-12-1-10,-1-1 0,1 0-1,0 0 1,0 0 0,0-1-1,0 1 1,0-1 0,-1-1-1,1 1 1,0-1 0,-1 1 0,1-1-1,-1-1 1,0 1 0,0-1-1,0 1 1,0-1 0,0 0-1,5-5 1,3-7-288,-1 1 0,0-2-1,0 0 1,-2 0 0,0 0 0,-1-2 0,0 1 0,-1-1-1,-2 1 1,6-24 0,-3-3-1091,-1-1 0,-2 0 1,-2-56-1,-2 54 305,0 24 967,0-1 0,-2 1 0,-1 0 0,-5-25 0,5 40 678,0 0 0,1 0 1,0 0-1,0-11 3044,1 31-3011,-2 237 753,5 258-11,-3-504-1323,0 3 36,0 0 0,0 0 0,1 1 0,0-1 0,0 0 0,0 0 0,4 9 0,-5-15-55,0 0 0,0 1 1,0-1-1,0 0 0,0 0 0,0 0 1,0 1-1,0-1 0,0 0 0,0 0 1,0 1-1,1-1 0,-1 0 0,0 0 1,0 0-1,0 1 0,0-1 1,0 0-1,1 0 0,-1 0 0,0 0 1,0 0-1,0 1 0,0-1 0,1 0 1,-1 0-1,0 0 0,0 0 0,0 0 1,1 0-1,-1 0 0,0 0 1,0 0-1,1 1 0,-1-1 0,0 0 1,0 0-1,0 0 0,1 0 0,-1 0 1,0-1-1,0 1 0,1 0 0,-1 0 1,0 0-1,0 0 0,0 0 1,1 0-1,-1 0 0,0 0 0,0 0 1,0-1-1,1 1 0,-1 0 0,0 0 1,0 0-1,0 0 0,0 0 1,1-1-1,-1 1 0,0 0 0,0 0 1,0 0-1,0-1 0,0 1 0,0 0 1,0 0-1,0-1 0,0 1 0,3-8-143,-2-1-1,1 1 0,-1 0 0,-1-1 0,0-8 0,1-6-372,2-106-4246,-3 65 24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3.0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290 22 10293,'0'0'5834,"-11"-3"-5399,-40-12-24,48 14-335,0 0 0,0 1 0,-1-1 0,1 1 0,0 0 0,-1 0-1,1 0 1,0 0 0,0 0 0,-1 1 0,1-1 0,0 1 0,0 0 0,0 0 0,0 0 0,0 1-1,0-1 1,0 1 0,0 0 0,0-1 0,1 1 0,-1 0 0,1 1 0,-1-1 0,1 0 0,0 1-1,0-1 1,0 1 0,0 0 0,0 0 0,1-1 0,-1 1 0,0 4 0,-1 1-22,0-1 1,1 1-1,0-1 1,1 1-1,0 0 1,0 0-1,1 0 1,0 0-1,0-1 1,0 1 0,1 0-1,2 9 1,-1-11-68,1 0 0,-1 0 1,1 0-1,0-1 1,0 1-1,1-1 0,-1 0 1,10 10-1,40 34-355,-26-27 103,20 20-184,-19-20 366,-2 2 1,0 0-1,-2 2 0,22 29 1,-44-52 94,-1 0 0,1 0-1,0 0 1,-1 0 0,1 0 0,0 5 0,-2-7-6,0-1 0,0 1-1,1-1 1,-1 1 0,0 0 0,0-1 0,0 1 0,0 0 0,-1-1 0,1 1 0,0 0-1,0-1 1,0 1 0,0-1 0,-1 1 0,1 0 0,0-1 0,-1 1 0,1-1 0,0 1-1,-1-1 1,1 1 0,-1-1 0,1 1 0,-1-1 0,1 1 0,-1-1 0,1 0 0,-1 1-1,1-1 1,-1 0 0,1 1 0,-1-1 0,0 0 0,1 0 0,-1 0 0,1 0 0,-1 1-1,0-1 1,1 0 0,-1 0 0,-1 0 0,-35 2 263,-46-3 0,54 0-257,10-1-338,1 0 1,0-1-1,0-1 1,0-1-1,1-1 1,0 0-1,0-1 1,0-1-1,1 0 1,0-2-1,0 0 1,-25-21-1,37 28-200,1 0-1,0 0 1,1 0-1,-1 0 0,1 0 1,-1 0-1,1-1 1,0 1-1,0-1 0,0 0 1,1 0-1,-2-5 1,-2-18-7233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3.38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13782,'0'0'2946,"213"19"-2946,-168-19-1089,-20 0-2817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3.94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 3073,'0'0'11889,"2"-1"-11249,-1 1-570,-1 0 0,1-1 0,-1 1 0,1 0-1,-1 0 1,1-1 0,-1 1 0,1 0 0,-1 0 0,1 0 0,-1 0 0,1 0 0,-1 0 0,1 0 0,0 0 0,-1 0 0,1 0 0,-1 0-1,1 0 1,-1 0 0,1 0 0,0 0 0,-1 0 0,1 1 0,-1-1 0,1 0 0,-1 0 0,1 1 0,-1-1 0,0 0 0,1 1-1,-1-1 1,1 1 0,-1-1 0,1 1 0,0 2 58,0 0-1,0 0 1,0 1-1,0-1 1,0 0-1,-1 0 1,1 4-1,7 182 952,-5-84-594,-1-43-244,18 305 1407,-9-252-1011,30 131 1,-37-223-587,2 0 1,0 0-1,2-1 1,0 0-1,2-1 1,13 24-1,-20-41-52,0 0 0,1 0 0,-1 0 0,1 0 0,-1-1 0,1 1 0,0-1 0,1 0 1,-1 0-1,0-1 0,1 1 0,0-1 0,-1 0 0,1 0 0,9 2 0,-11-4-30,0 1 0,1-1 0,-1 0 1,0 1-1,0-2 0,1 1 0,-1 0 0,0-1 1,0 1-1,0-1 0,1 0 0,-1 0 0,0 0 0,0-1 1,0 1-1,-1-1 0,1 1 0,0-1 0,0 0 1,-1 0-1,0 0 0,1-1 0,-1 1 0,0 0 1,3-5-1,1-2-329,-1 0 0,0-1 0,-1 1 0,0-1 0,0 0 1,4-20-1,-3-1-2341,3-36 0,-4 6-2672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4.35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8564,'0'0'6624,"1"31"-5322,0 4-890,1 25 819,12 79 0,-4-67-122,53 274 1730,-61-335-2800,9 28 49,-10-37-89,0 0-1,0 0 1,0 0-1,0 0 1,0 0-1,0 0 1,1 0-1,-1 0 1,0-1 0,1 1-1,0 0 1,-1-1-1,4 3 1,-5-4-14,0 0 1,1 0 0,-1 0 0,0 0-1,0 0 1,1 0 0,-1 1-1,0-1 1,0 0 0,1 0 0,-1 0-1,0 0 1,0 0 0,1 0-1,-1 0 1,0 0 0,1 0 0,-1 0-1,0 0 1,0-1 0,1 1-1,-1 0 1,0 0 0,0 0 0,1 0-1,-1 0 1,0 0 0,0-1 0,1 1-1,-1 0 1,0 0 0,0 0-1,0-1 1,0 1 0,1 0 0,-1 0-1,0 0 1,0-1 0,0 1-1,0 0 1,1-1 0,2-15-904,-1-64-3051,-3 48 1508,1-39-4510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4.7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 3666,'0'0'17432,"52"-6"-18409,-31 24-1344,-3 8-1985,-8-1-7139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5.09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163 0 12822,'0'0'4599,"-26"25"-4263,26-25-336,-103 106 393,99-103-362,1 1 1,0-1 0,0 1 0,1 0-1,-1 0 1,1 0 0,0 0 0,0 0-1,0 1 1,0-1 0,1 1 0,-1-1 0,1 1-1,1-1 1,-1 1 0,1 0 0,-1-1-1,1 1 1,1 8 0,0 5 53,0-9-68,0 0 0,0-1 0,1 1 0,0 0 0,0-1 0,1 1 0,0-1 0,1 0 0,0 0-1,0 0 1,0 0 0,11 13 0,7 5 7,1-1 0,29 25-1,-4-4-5,-39-37 20,-1 1 0,1 0 0,-2 0-1,8 12 1,-13-18 11,0-1 1,0 1-1,-1 0 0,1 0 1,-1 0-1,0 0 0,0 0 1,0 0-1,-1 0 0,0 1 1,1-1-1,-1 0 0,-1 0 1,1 0-1,0 1 0,-2 4 1,1-8-38,0 1 1,0 0 0,0 0 0,0 0 0,-1-1 0,1 1 0,0 0 0,-1-1-1,1 1 1,-1-1 0,0 0 0,1 0 0,-1 1 0,0-1 0,0 0 0,1 0-1,-1-1 1,0 1 0,0 0 0,0-1 0,0 1 0,0-1 0,-4 1 0,-7 1-158,0-1 0,-21-1 1,23 0-204,3 0-53,6 0 161,1 1 0,0-1 0,-1 0 0,1 0 0,0 0 0,-1 0 0,1 0 1,0 0-1,-1 0 0,1 0 0,0-1 0,-1 1 0,1 0 0,0-1 0,-1 1 0,1-1 1,0 0-1,0 1 0,0-1 0,0 0 0,0 0 0,-1 1 0,1-1 0,1 0 0,-1 0 1,0 0-1,0 0 0,0-1 0,0 1 0,0-2 0,-7-21-7494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5.45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99 20 10757,'0'0'5803,"-1"-4"-5299,-1-8 11,1 9 381,1 7-546,1 20-32,2 0 0,5 25 0,2 9 56,66 841 3033,-74-849-3309,0 3 136,15 87 0,-16-132-205,-1-7-24,0 1 0,0-1 0,1 0 0,-1 1 0,0-1 0,1 1 0,-1-1 0,1 0 0,-1 0 0,1 1 0,0-1 0,0 0 0,-1 0 0,3 2 0,-3-3-24,0-31-527,1 6-488,0 0-1,-3 0 1,0 0-1,-1 0 1,-1 1-1,-10-32 1,-19-25-4121</inkml:trace>
  <inkml:trace contextRef="#ctx0" brushRef="#br0" timeOffset="1">1 691 15063,'0'0'5170,"244"35"-4561,-171-35-529,-6 0-80,-12 0-577,-6-19-1055,-14 0-946,-18 0-1455,-10-3-1970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5.7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 0 7203,'0'0'9645,"-1"5"-8864,-1 3-528,0 0-1,0 1 0,1-1 0,1 0 0,-1 0 1,1 0-1,1 1 0,1 12 0,20 72 1150,-6-31-642,25 184 933,-29-162-1289,1-12 49,-10-65-337,-1-12-90,0-16-37,-3-77-389,10-227-2898,-7 300 2941,9-36-1,-9 53 368,0 1 1,1 0-1,0 0 1,0 0-1,0 1 1,1-1-1,0 1 0,0-1 1,6-5-1,-7 10 42,0-1 1,0 0-1,0 1 0,1 0 0,-1 0 0,1 0 0,-1 0 0,1 1 0,0 0 0,0-1 0,0 1 1,0 0-1,-1 1 0,1-1 0,0 1 0,0 0 0,1 0 0,-1 0 0,5 1 0,-2 0 35,1 0 0,-1 1 0,0-1 0,0 1-1,0 1 1,0 0 0,0 0 0,0 0 0,6 5 0,-1 0 4,0 0 1,23 10-1,-33-17-656,-2-3-1417,0-8-2599,0-13-3850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6.14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88 370 10837,'0'0'6915,"25"179"-5762,-15-100-17,0 9-351,1 0-113,-4-13-176,3-19-336,4-18-160,4-19 0,-4-19-128,3 0-848,-3-41-721,-7-19-2593,-7-12-3057</inkml:trace>
  <inkml:trace contextRef="#ctx0" brushRef="#br0" timeOffset="1">1 101 14919,'0'0'3057,"188"-101"-16327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6.51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11445,'0'0'6030,"2"34"-5542,0 14-270,7 163 1186,-7-81-408,6 197 805,-1-234-1145,26 136 0,-31-216-620,1 0 0,1 0 1,-1 0-1,2 0 0,0 0 1,1-1-1,11 19 0,-16-29-38,0 0 0,0-1 0,0 1 0,0-1 0,1 0 0,-1 1 0,0-1 0,1 0 0,-1 0 0,1 0-1,-1 0 1,1 0 0,0 0 0,-1 0 0,1-1 0,0 1 0,0 0 0,-1-1 0,1 0 0,0 1 0,0-1 0,0 0-1,0 0 1,-1 0 0,1 0 0,0 0 0,0 0 0,2-1 0,-2 0-30,0 0-1,0 0 1,0-1 0,0 1-1,0 0 1,0-1 0,0 0-1,-1 1 1,1-1 0,-1 0 0,1 0-1,-1 1 1,0-1 0,0 0-1,1-1 1,-2 1 0,1 0-1,0 0 1,0 0 0,0-3-1,3-21-990,0 0-1,-2 0 1,-1 0-1,-3-30 1,1 1-1202,-2-51-6827,3 58 3370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6.8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186 9 7828,'0'0'10682,"25"-3"-9682,73-2-429,-97 5-559,0-1-1,0 1 0,-1 0 1,1 0-1,0 0 0,0 0 1,0 0-1,0 1 0,0-1 1,0 0-1,0 0 0,0 1 1,-1-1-1,1 0 1,0 1-1,0-1 0,0 1 1,0 0-1,-1-1-3,0 1 0,0-1 0,0 1 0,-1-1-1,1 1 1,0-1 0,0 1 0,-1-1 0,1 1 0,0-1 0,-1 1 0,1-1 0,0 0-1,-1 1 1,1-1 0,-1 0 0,1 1 0,-1-1 0,1 0 0,-1 1 0,-25 16 116,-44 21 1,-4 2-137,56-29-83,0 1 0,1 0-1,-31 29 1,43-36 69,1 0 0,-1 1-1,1 0 1,0-1 0,1 1 0,-1 0 0,1 1-1,0-1 1,1 1 0,-1-1 0,1 1 0,1 0-1,-1 0 1,1 0 0,0 13 0,0-12 19,1 0 0,0 0 0,1 1 0,0-1 1,0 0-1,1 0 0,-1 0 0,2 0 0,-1 0 0,1-1 1,1 1-1,-1-1 0,1 0 0,1 0 0,9 13 0,-3-6 88,2-1 0,0-1 0,0 0-1,1 0 1,0-1 0,24 13-1,-26-18-368,0 0-1,0-1 0,0-1 0,0 0 0,1 0 0,0-1 0,-1-1 0,1 0 1,21-1-1,-28-2-3446,-6-4-3386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7.4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6339,'0'0'10426,"3"3"-9305,6 3-884,0 1 0,0-2 1,1 0-1,0 0 1,0 0-1,0-1 1,13 3-1,79 17 302,-60-17-616,0-3 1,60-1 0,-100-3-82,0 0 1,0 0-1,0 0 1,0 0 0,0 0-1,0-1 1,0 1 0,0-1-1,0 1 1,0-1 0,0 0-1,0 1 1,0-1-1,3-2 1,-4 2-211,0-1 0,0 1-1,-1-1 1,1 1 0,0-1 0,0 0 0,-1 1-1,1-1 1,-1 0 0,0 1 0,1-1 0,-1 0-1,0 1 1,0-1 0,0 0 0,0-2 0,0-12-4832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7.7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9044,'0'0'7508,"212"53"-7236,-166-34-224,-5-3-16,-16-10-32,-4-3-48,-14-3-449,-4 0-1103,-3-3-353,0-22-1841,0 0-736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28.13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12886,'0'0'3858,"223"66"-3026,-149-59-576,-8-7-256,-7 0-32,-17 0-1521,-18-13-2640,-17-3-6949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30.08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487 90 10277,'0'0'5432,"0"2"-3259,-6-3-1369,-12-11-773,0 1 0,0 0 0,-1 2 0,-1 0 0,1 1 0,-1 2 0,-30-7 0,13 7-54,0 2 1,-1 2-1,-65 5 0,100-3 18,0 1-1,1 0 0,-1 0 1,1 0-1,-1 0 1,1 0-1,-1 0 0,1 1 1,0 0-1,0-1 1,0 1-1,0 0 0,0 0 1,0 0-1,0 0 1,1 0-1,-1 0 0,1 0 1,-1 1-1,1-1 0,0 1 1,-2 4-1,-2 8-3,0 0 0,-5 27 0,8-35 16,-4 33 219,2 1-1,1 1 1,4 57 0,0-29 229,-1-36-91,2 0 1,1-1-1,15 66 1,-14-85-240,0 0 0,1 0 1,0-1-1,1 0 0,0 0 0,1 0 1,1-1-1,0 0 0,1 0 1,0-1-1,21 19 0,-23-25-88,0 0-1,0-1 1,1 0-1,0 0 1,0-1-1,0 0 1,0 0 0,0-1-1,1 0 1,-1 0-1,1-1 1,-1 0-1,1-1 1,-1 0-1,1 0 1,-1-1-1,1 0 1,0 0-1,-1-1 1,0 0-1,0-1 1,10-3 0,-8-1-28,1 0 1,-1 0 0,0-1-1,-1 0 1,1-1 0,-2 0-1,1-1 1,-1 1 0,12-21-1,-7 7-121,0 0-1,-1 0 0,15-47 0,-18 38-252,-2-1 1,-2 0-1,-1 0 0,-1 0 1,-3-60-1,-1 80 237,0-1 0,-1 1 0,0 0-1,-1 0 1,-1 1 0,0-1 0,-7-16 0,-6-4-72,-28-42 1,42 71 190,3 4 13,0 0-1,0 0 0,1 0 1,-1 0-1,0 0 0,0 1 1,0-1-1,0 0 0,0 0 1,0 0-1,0 0 0,0 0 1,0 0-1,0 0 0,0 0 1,0 0-1,0 0 1,0 0-1,0 0 0,0 1 1,0-1-1,-1 0 0,1 0 1,0 0-1,0 0 0,0 0 1,0 0-1,0 0 0,0 0 1,0 0-1,0 0 0,0 0 1,0 0-1,0 0 0,0 0 1,0 0-1,0 0 0,0 0 1,0 1-1,0-1 0,-1 0 1,1 0-1,0 0 0,0 0 1,0 0-1,0 0 0,0 0 1,0 0-1,0 0 0,0 0 1,0 0-1,0 0 0,0 0 1,0 0-1,-1 0 0,1 0 1,0 0-1,0 0 0,0-1 1,0 1-1,0 0 0,0 0 1,0 0-1,0 0 0,0 0 1,0 0-1,0 0 0,-2 13 152,2 21 97,0-31-219,0 54 355,-2 23 146,4 0 0,22 138 1,-23-210-505,30 119 282,-26-111-299,0-1 1,1 0 0,1-1-1,0 1 1,18 24 0,-25-38-38,1 1 0,0-1 0,0 0 1,0 0-1,0 1 0,0-1 0,0 0 1,0 0-1,1 0 0,-1 0 0,0 0 0,0-1 1,1 1-1,-1 0 0,0-1 0,1 1 1,-1-1-1,1 1 0,2 0 0,-3-2-40,-1 1 0,1 0-1,0-1 1,0 1 0,0 0-1,0-1 1,-1 1 0,1-1-1,0 1 1,0-1 0,-1 0-1,1 1 1,-1-1 0,1 0-1,0 1 1,-1-1 0,1 0-1,-1 0 1,0 0 0,1 0-1,-1 1 1,0-1 0,1-1-1,2-7-514,-1-1 0,0 1 1,0-1-1,-1-14 0,1-44-3789,-2-9-2683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30.77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9812,'0'0'5918,"11"2"-4891,-9 2-896,0-1 0,0 1 1,-1 0-1,1 0 0,-1 0 0,0 0 0,0 0 1,0 0-1,-1 0 0,0 0 0,1 0 0,-2 8 1,2 10 254,76 512 3746,-63-461-3655,3 0 0,31 81-1,-46-148-439,15 33 189,-16-38-218,0 1 0,-1-1 0,1 0 0,0 0 0,0 1 0,0-1 0,0 0 0,0 0 1,0 0-1,0 0 0,0 0 0,0 0 0,1 0 0,-1 0 0,0-1 0,1 1 0,-1 0 0,0-1 0,1 1 0,2 0 0,-3-1-1,-1 0-1,0 0 1,1-1-1,-1 1 1,1 0-1,-1 0 1,0 0-1,1 0 1,-1-1-1,1 1 1,-1 0-1,0 0 1,1-1-1,-1 1 1,0 0-1,0-1 1,1 1-1,-1 0 1,0-1-1,0 1 1,1 0-1,-1-1 1,0 1-1,0 0 1,0-1-1,0 1 1,1-1-1,-1 1 1,0-1-1,0 0 1,2-18 113,-2 11-68,4-75-492,-3 0-1,-4-1 1,-23-140 0,15 161-301,4-1 1,0-71-1,8 134 749,0 1 0,0-1-1,1 1 1,-1 0 0,0 0 0,0-1 0,0 1 0,0 0 0,0 0 0,0 0 0,1 0-1,-1 0 1,0 1 0,1-1 0,-1 0 12,2 0 5,-1 1-1,1-1 1,-1 1-1,1-1 1,-1 1-1,0 0 0,0 0 1,1 0-1,-1 0 1,0 0-1,0 0 0,0 1 1,3 2-1,22 28 299,-23-25-259,19 26 410,-2 2 1,-2 1 0,27 66 0,28 123 1018,-39-113-979,-31-96-464,11 27 23,-14-41-73,1 1 0,-1-1 0,0 0 0,1 1 0,-1-1 0,1 0 0,0 0 0,0 0 0,0 0 0,0 0-1,0 0 1,3 1 0,-5-3-1,0 1 0,1-1-1,-1 0 1,0 0 0,0 0-1,0 0 1,0 0 0,0 0 0,0 0-1,0 0 1,1 0 0,-1 0-1,0 0 1,0 0 0,0 0-1,0 0 1,0 0 0,0 0-1,1 0 1,-1 0 0,0 0-1,0 0 1,0 0 0,0 0 0,0 0-1,1 0 1,-1 0 0,0 0-1,0 0 1,0 0 0,0 0-1,0 0 1,0 0 0,0 0-1,1 0 1,-1 0 0,0-1-1,0 1 1,0 0 0,0 0 0,0 0-1,0 0 1,0 0 0,0 0-1,0 0 1,0-1 0,0 1-1,0 0 1,0 0 0,1 0-1,-1 0 1,0 0 0,0 0 0,0-1-1,0 1 1,0 0 0,0 0-1,0 0 1,4-23-213,0 0-1,-2 0 1,0-42 0,-1 21-47,1-6 33,12-167-1711,-10 190 1644,0 1 0,2-1 0,1 1 0,1 0-1,21-45 1,-25 64 265,0 0-1,0 0 0,0 1 0,1 0 1,0 0-1,0 0 0,1 0 0,-1 1 1,1 0-1,13-8 0,-15 10 41,1 1-1,-1 0 1,1 0-1,0 0 1,0 1-1,-1 0 1,1 0-1,0 0 1,0 0-1,0 1 1,0 0-1,0 0 1,0 0-1,0 1 1,0-1-1,0 1 1,0 0-1,5 3 1,-4-2 27,0 0-1,-1 1 1,0 0 0,1 0 0,-1 1 0,0-1-1,0 1 1,-1 0 0,5 6 0,1 1 79,0 1 1,13 22 0,-7-4 100,-1 0 1,-2 1 0,0 0 0,-3 1 0,0 0 0,7 54-1,11 203 644,-27-281-856,0 80-1174,-1-86-1202,-4-9-2149,-13-27-2547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31.39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28 5202,'0'0'12147,"2"-3"-12037,-2 3-185,10-13 729,-9 13-614,-1 0 0,1-1 0,-1 1 0,1 0 1,-1 0-1,1-1 0,-1 1 0,1 0 0,-1 0 0,1 0 0,0 0 0,-1 0 0,1-1 0,-1 1 0,1 0 0,-1 0 0,1 1 0,0-1 1,-1 0-1,1 0 0,-1 0 0,1 0 0,-1 0 0,1 1 0,-1-1 0,1 0 0,-1 0 0,1 1 0,-1-1 0,1 0 0,-1 1 0,1-1 0,-1 0 1,0 1-1,1-1 0,-1 1 0,0-1 0,1 1 0,-1 0 0,5 7 87,0 1-1,0 0 1,-1 0 0,4 13 0,-3-7-27,18 51 414,-3 1 0,17 113 0,1 141 598,-35-296-1034,12 166 467,33 241 230,-46-422-743,-2-3-2,1 0 0,0-1 0,1 1 0,0-1 1,0 1-1,0-1 0,1 0 0,-1 0 0,8 11 1,-9-17-30,-1 1 1,0-1-1,1 1 1,-1-1-1,0 1 1,1-1-1,-1 1 1,1-1-1,-1 0 1,1 1-1,-1-1 1,1 0-1,-1 1 1,1-1-1,0 0 1,-1 0-1,1 0 1,-1 1-1,1-1 1,1 0-1,4-8 33,-3-21 16,-3 26-48,-2-206-678,-1 168 310,-3 0-1,-1 0 0,-14-46 1,1 23-411,-57-202-1968,63 202 2462,2 0 1,-5-83-1,13 71 523,9-109 0,-5 176-196,2 1 0,-1 0 0,1 0 0,0 0 0,1 0 1,0 0-1,0 0 0,0 1 0,8-12 0,-8 15-18,0 1 1,0-1-1,0 1 0,0 0 1,0 0-1,1 0 1,-1 0-1,1 0 0,0 1 1,0 0-1,0 0 0,0 0 1,1 0-1,-1 0 1,0 1-1,1 0 0,-1 0 1,1 0-1,4 0 0,-1 1 37,1-1-1,-1 2 0,0-1 0,0 1 1,0 0-1,0 1 0,0 0 0,0 0 1,-1 0-1,1 1 0,0 1 0,-1-1 1,0 1-1,0 0 0,0 1 0,-1-1 1,1 2-1,-1-1 0,0 0 0,7 10 1,2 1 114,0 2 0,-1 0 0,-1 0 1,0 1-1,-2 1 0,0 0 0,-1 1 1,10 31-1,-11-21 6,-1 1-1,-2 0 1,-1 0 0,-1 0 0,-1 44 0,-3-64-157,0-1 0,-1 0 0,0 0 0,-1 0 0,-1 0 0,1-1 0,-1 1 0,-1 0 0,-5 10 1,6-16-41,0 0 0,0-1 0,0 0 0,0 1 0,-1-1 0,1-1 0,-1 1 0,0 0 0,0-1 0,-1 0 0,1 0 0,-1 0 0,1-1 0,-1 1 0,0-1 0,0 0 0,0 0 0,0-1 0,0 0 1,-11 2-1,10-2-130,1 0 0,-1-1 0,0 1 0,0-1 1,0 0-1,1-1 0,-1 1 0,0-1 1,0-1-1,1 1 0,-1-1 0,1 1 1,-1-2-1,1 1 0,0-1 0,0 1 0,0-1 1,0-1-1,0 1 0,1-1 0,-1 0 1,1 0-1,0 0 0,0 0 0,1-1 1,-7-9-1,-1-5-1241,1-1 1,1 0-1,1 0 0,0-1 1,-5-27-1,-3-30-5613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32.25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0 615 6227,'0'0'7643,"27"-15"-6213,87-51-232,-96 55-936,-1-1 0,0-1 0,0 0 0,-2-1 0,25-27 0,-20 19-137,-11 12-147,1-1-1,-2 0 1,0-1-1,0 0 1,11-23 0,-17 28-132,1 1 1,-1-1 0,0 0 0,0 0 0,0 0 0,-1 0 0,0 0-1,-1 0 1,0 0 0,0 0 0,0 0 0,-1 0 0,-2-12 0,1 17 131,1-1 1,-1 0 0,1 0 0,-1 1 0,0-1-1,0 1 1,0 0 0,0-1 0,-1 1 0,1 0-1,0 0 1,-1 1 0,0-1 0,-3-1 0,-41-20 145,44 21-133,-6-1 13,-4-4-7,0 2 1,0 0-1,0 1 1,-1 0-1,0 1 1,1 0-1,-21-1 1,33 4 12,1 0 1,-1 0 0,1 0-1,-1 0 1,0 0-1,1 0 1,-1 0 0,1 1-1,-1-1 1,1 0-1,-1 0 1,1 0 0,-1 1-1,1-1 1,-1 0-1,1 0 1,-1 1-1,1-1 1,-1 1 0,1-1-1,0 0 1,-1 1-1,1-1 1,0 1 0,-1-1-1,1 1 1,-4 19 282,1 46 1147,7 101 1,0-124-822,1 0 0,2-1 1,16 49-1,-15-64-357,1 0 0,2 0 0,1-2 1,1 1-1,30 43 0,-38-63-240,0 1 0,0 0-1,1-1 1,-1 0 0,2 0 0,-1-1 0,1 0 0,-1 0-1,1-1 1,1 1 0,-1-1 0,1-1 0,-1 1 0,1-2-1,0 1 1,0-1 0,0 0 0,1 0 0,-1-1 0,0 0-1,15-1 1,-16-1-70,0 1-1,0-2 0,-1 1 1,1-1-1,0 0 0,-1 0 1,0-1-1,1 1 1,-1-2-1,0 1 0,0-1 1,-1 0-1,1 0 0,-1 0 1,0-1-1,0 0 0,0 0 1,0 0-1,3-6 1,5-7-551,-1-1 0,0 0 0,-2-1 0,15-37 0,-14 25-959,-2-1 1,-1 0-1,-1 0 1,4-64-1,-10-137-8049,-3 211 10460,-2 0 0,-8-35 0,7 38 1670,1-1 0,0 1 0,0-25 1,4 43-1441,1 29 1104,17 154 1022,-5-76-1978,-1 26-181,32 219 728,-43-345-1759,0 2-3,0-1 0,0 0 1,1 0-1,0 1 0,0-1 0,1-1 0,-1 1 1,1 0-1,0-1 0,6 9 0,-9-14-15,1 0-1,-1 1 0,0-1 1,0 1-1,0-1 1,1 0-1,-1 1 1,0-1-1,0 0 1,1 0-1,-1 1 0,0-1 1,0 0-1,1 0 1,-1 1-1,0-1 1,1 0-1,-1 0 1,1 0-1,-1 0 0,0 1 1,1-1-1,-1 0 1,0 0-1,1 0 1,-1 0-1,1 0 1,-1 0-1,0 0 0,1 0 1,-1 0-1,1 0 1,-1 0-1,0 0 1,1-1-1,-1 1 1,0 0-1,1 0 0,-1 0 1,0 0-1,1-1 1,-1 1-1,0 0 1,1 0-1,-1-1 1,0 1-1,1 0 0,-1 0 1,0-1-1,0 1 1,0 0-1,1-1 1,-1 1-1,0 0 1,0-1-1,0 1 0,0 0 1,1-1-1,-1 0 1,3-24-129,-1 1 0,0-1 0,-4-34 0,1 4-262,-13-144-1505,0 0-1140,14 191 2897,0 1-1,0 0 1,1-1 0,0 1 0,0 0 0,1-1 0,0 1 0,0 0-1,1 0 1,4-8 0,-4 11 125,-1 1 1,1-1-1,-1 1 1,1 0-1,0 0 1,0 1-1,1-1 0,-1 1 1,0-1-1,1 1 1,0 0-1,-1 0 0,1 1 1,0-1-1,0 1 1,0 0-1,0 0 0,0 0 1,7 0-1,-3-1 130,1 1 0,-1 0 0,0 1 0,1 0 0,-1 1 0,0 0 0,1 0 0,-1 0 0,0 1 0,0 0 0,0 1 0,0 0 0,0 0 0,-1 1 0,1 0 0,-1 0 0,0 1 0,9 7 0,3 4 143,33 36 1,-29-18-3271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32.67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0 559 11477,'0'0'6675,"36"-9"-6072,116-37-376,-145 44-239,0-1 0,0 0-1,-1 0 1,1-1 0,-1 0 0,0 0 0,0-1-1,0 1 1,0-1 0,-1 0 0,0-1 0,0 1-1,0-1 1,-1 0 0,0-1 0,6-11 0,-2 3-104,-1 3-118,-1-1 0,0 1 0,-1-2 0,0 1-1,-1 0 1,2-16 0,-2 2-684,-1 0-1,-2-31 1,-1 50 751,-1 1 0,0-1 0,0 1 0,-1-1-1,0 1 1,0 0 0,-1 0 0,0 0 0,0 0 0,-1 1 0,0-1-1,0 1 1,0 0 0,-1 0 0,0 0 0,0 1 0,-8-7 0,7 6 214,-1 1 0,0-1 1,-1 1-1,1 1 1,-1 0-1,0 0 1,0 0-1,-1 1 1,1 0-1,-1 0 0,1 1 1,-1 1-1,0-1 1,-11 1-1,17 1 32,1 0 0,0 0 0,-1 1-1,1-1 1,0 1 0,-1-1 0,1 1-1,0 0 1,-1 0 0,1 0 0,0 0 0,0 1-1,0-1 1,0 0 0,0 1 0,0 0 0,1-1-1,-1 1 1,0 0 0,1 0 0,0 0 0,-1 0-1,1 0 1,0 0 0,0 0 0,-1 3 0,-2 6 225,0 0 1,1 1-1,0-1 1,0 15 0,2-23-234,-6 71 1283,4 0 1,6 91-1,-2-146-1189,1-1 0,1 0 0,0 0 0,1 0 0,1 0 0,1 0 0,0-1 0,1 0 0,14 23 0,-16-32-130,0 0 0,1 0 0,0-1-1,0 0 1,1 0 0,-1 0 0,1-1-1,1 0 1,-1-1 0,1 0-1,0 0 1,0 0 0,1-1 0,-1 0-1,1-1 1,0 0 0,0 0 0,0-1-1,0 0 1,13 0 0,-13-1-78,0 0-1,0-2 1,0 1 0,0-1 0,0 0 0,0-1 0,0 0-1,10-4 1,-13 4-185,0-1 0,0 0 0,0 0 0,-1-1-1,1 0 1,-1 0 0,0 0 0,0-1 0,0 0-1,0 0 1,4-6 0,-4 3-831,0 1 0,-1 0 0,0-1-1,7-16 1,2-32-8793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33.48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8 104 5026,'0'0'9493,"-1"-12"-8314,-1-35-235,-1 28 1021,2 33-45,12 330 685,-3-254-1672,36 161 0,-40-233-849,9 32 108,-12-46-175,1 0 1,-1 0-1,1 0 0,0 0 0,0-1 0,1 1 1,-1-1-1,1 0 0,2 4 0,-5-7-17,1 0 0,-1 1 1,0-1-1,0 0 0,0 0 0,0 0 0,0 0 0,0 0 0,0 1 0,1-1 0,-1 0 0,0 0 0,0 0 0,0 0 1,0 0-1,1 0 0,-1 0 0,0 0 0,0 0 0,0 0 0,0 1 0,1-1 0,-1 0 0,0 0 0,0 0 0,0 0 1,1 0-1,-1 0 0,0 0 0,0-1 0,0 1 0,1 0 0,-1 0 0,0 0 0,0 0 0,0 0 0,0 0 0,1 0 1,-1 0-1,0 0 0,0 0 0,0-1 0,0 1 0,0 0 0,1 0 0,-1 0 0,0 0 0,0 0 0,0-1 0,0 1 0,0 0 1,0 0-1,0 0 0,0 0 0,0-1 0,0 1 0,1 0 0,-1 0 0,0 0 0,0 0 0,0-1 0,0 1 0,0 0 1,0-1-1,2-17-109,1 0 1,-2-1 0,-1 1 0,-2-24-1,1-5-280,1 30 253,0-62-782,-10-81 0,-4-98-680,14 253 1589,-1 0 16,1 0 0,1 0 1,-1 0-1,1 0 0,1-6 0,-2 10 14,1-1 0,-1 1 0,1 0-1,0 0 1,-1 0 0,1 0 0,0 0 0,0 0 0,-1 0 0,1 0-1,0 0 1,0 0 0,0 0 0,0 1 0,0-1 0,0 0 0,0 1-1,1-1 1,-1 1 0,0-1 0,0 1 0,0-1 0,1 1 0,-1 0-1,2-1 1,2 1 32,-1-1 0,1 1 1,0 0-1,0 1 0,0-1 0,0 1 0,0 0 0,0 0 1,-1 0-1,1 1 0,0-1 0,-1 1 0,1 0 0,-1 1 0,0-1 1,0 1-1,0 0 0,0 0 0,0 0 0,-1 0 0,1 1 1,-1-1-1,0 1 0,4 6 0,5 9 119,-1 0 0,0 1 0,-2 1 1,8 24-1,-9-25-62,12 39 324,-2 1-1,-3 1 1,-3 0 0,8 97 0,-20-146-394,6 22 27,-6-69-646,0-311-2383,0 329 2816,1-1 0,0 1 0,1-1 0,1 1 0,0 0 0,2-1 0,0 2-1,0-1 1,2 1 0,0 0 0,1 0 0,0 0 0,2 1 0,-1 1 0,2 0 0,22-24 0,-27 32 202,-1 1 1,1 1 0,0-1 0,0 1-1,0 0 1,1 1 0,0-1 0,-1 1-1,1 0 1,0 1 0,0 0 0,1 0 0,-1 1-1,0-1 1,0 1 0,1 1 0,8 0-1,-13 0-6,1 1-1,-1-1 0,0 1 1,1 0-1,-1 0 0,0 0 1,0 0-1,0 0 0,1 1 1,-1 0-1,-1-1 0,1 1 1,5 4-1,-3-1 25,0 1-1,-1-1 0,1 0 1,-1 1-1,0 0 1,4 8-1,0 4 78,0 0 0,-2 0-1,0 1 1,3 20 0,1 23 309,-4 1 1,-2 122-1,-4-119-553,-8-72-2668,5-5 1355,0 1 1,1-1-1,0 0 1,1 0-1,-1-15 1,2-26-8675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33.9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0 625 11237,'0'0'6168,"37"-32"-6112,115-107-26,-138 125-35,0-1 1,20-27-1,-29 33-26,0 1 0,-1-1 0,6-15-1,-4 9-32,1-7-263,-2 0 1,0-1-1,-1 1 1,-1-1 0,-1 0-1,-2-43 1,0 64 319,0-2 11,0-1 0,0 1-1,-1-1 1,1 1 0,-1 0 0,0-1-1,-1 1 1,1 0 0,-1 0-1,1-1 1,-1 1 0,-1 1 0,1-1-1,0 0 1,-1 0 0,0 1-1,0 0 1,0-1 0,0 1 0,-7-4-1,4 3 50,0 0 0,-1 1 1,1 0-1,-1 0 0,0 1 0,0 0 0,0 0 0,0 0 0,0 1 0,0 0 0,0 1 0,-8 0 1,12 0-15,1 0 1,-1 0-1,1 1 1,-1-1-1,1 1 1,-1-1-1,1 1 1,-1 0-1,1 0 1,0 0-1,-1 1 1,1-1-1,0 0 1,0 1-1,0 0 1,0-1-1,0 1 1,0 0-1,1 0 1,-1 0-1,1 0 1,-1 0-1,-1 4 1,-2 4 123,1 0-1,0 0 1,0 1 0,-2 12 0,6-21-138,-8 32 643,3 1 0,-4 53 0,8 72 1199,2-87-1224,-1-51-480,1 0 0,1 0-1,1 0 1,1 0 0,0-1 0,10 25-1,-10-36-112,0 1-1,1-1 1,0 0-1,1-1 1,0 1-1,0-1 1,1 0-1,0-1 0,1 0 1,0 0-1,0 0 1,1-1-1,0-1 1,11 8-1,-12-10-50,1 0-1,0 0 1,0-1-1,0 0 1,1 0-1,-1-1 1,0 0 0,1-1-1,0 0 1,-1 0-1,1-1 1,-1-1 0,1 1-1,0-2 1,-1 1-1,15-5 1,-16 2-143,0-1-1,0 1 1,-1-1-1,0-1 1,0 1 0,0-1-1,-1-1 1,0 1-1,0-1 1,6-9 0,2-4-979,-1-2 0,17-35 0,-19 32-607,8-27 0,1-26-3019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34.26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9845,'0'0'7406,"6"30"-6737,3 11-467,55 296 2734,-40-43-1077,9 63-621,-31-348-1224,2 15 31,8 27-1,-10-45-47,0 0-1,0-1 0,1 1 1,-1-1-1,1 1 0,0-1 1,1 0-1,-1 0 0,9 8 1,-1-7-336,-6-9-521,-2-20-977,-3 1 638,0-8-1931,-3-31-1,-12-10-4592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34.59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48 15591,'0'0'4930,"195"-10"-4017,-132 4-641,-14 0-272,-11-1-544,-10 1-913,-14 0-1648,-14 0-5507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34.95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1 418 8932,'0'0'9562,"30"-7"-8700,101-29-289,-106 28-395,0 0-1,40-21 0,-41 17-98,-3 2-21,-1 0-1,0-1 1,-1-2-1,19-14 1,-33 23-92,0 0 0,0-1-1,-1 0 1,1 0 0,-1 0 0,0-1 0,0 1 0,-1-1 0,0 0 0,0 0 0,0 0 0,-1 0-1,1 0 1,-2-1 0,1 1 0,-1-1 0,0 0 0,1-9 0,-2 5-185,0 8 178,1 0 0,-1 0-1,0 0 1,0 0 0,0 0 0,-1 0-1,1 0 1,-1 0 0,1 0-1,-1 0 1,0 1 0,0-1 0,0 0-1,-1 0 1,1 1 0,-1-1-1,1 1 1,-5-5 0,-2 0 51,0 1 1,-1 0-1,1 0 1,-2 1-1,1 0 1,0 1-1,-1 0 1,0 0-1,0 1 1,0 0-1,0 1 1,-1 0-1,1 1 1,0 0 0,-1 1-1,-11 0 1,20 0 9,1 0 0,-1 0 0,1 0 0,-1 1 0,1-1 0,-1 0 0,1 1 0,-1-1 0,1 1 1,-1 0-1,1-1 0,-1 1 0,1 0 0,0 0 0,0 0 0,-1 0 0,1 0 0,0 0 0,0 0 1,0 0-1,0 0 0,0 1 0,-1 1 0,0 2 33,-1 1-1,1 0 1,0 0 0,-3 10-1,2-5 6,-6 27 299,2 1 0,-5 72 0,9 83 1089,4-139-1063,-1-33-221,1 0 0,1 0 0,1 0 0,1-1 0,7 23 0,-9-36-130,0-1 0,1 1 0,0-1 1,1 0-1,0 0 0,0 0 0,0 0 0,1-1 0,0 0 0,0 0 0,0 0 0,1 0 0,0-1 0,0 0 0,1 0 1,13 7-1,-13-9-100,1 0 0,0-1 0,-1 0 1,1 0-1,0-1 0,0 0 0,0 0 1,0-1-1,1 0 0,-1 0 0,0-1 1,0 0-1,0-1 0,-1 1 0,1-2 1,0 1-1,0-1 0,-1 0 0,0-1 1,0 1-1,0-2 0,0 1 0,0-1 1,-1 0-1,0 0 0,0 0 0,7-9 1,9-12-1975,0-2 0,31-52 0,-14 6-3851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35.27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8356,'0'0'8871,"5"27"-8060,7 50 424,2 85 0,-6 296 2644,-8-433-3647,1 1 0,8 42 0,1-48 41,-10-20-269,0 0 0,0 1 0,0-1 0,1 0 0,-1 0 0,0 1 0,0-1 0,1 0 1,-1 0-1,0 1 0,0-1 0,1 0 0,-1 0 0,0 0 0,1 0 0,-1 1 0,0-1 0,1 0 0,-1 0 1,0 0-1,1 0 0,-1 0 0,0 0 0,1 0 0,-1 0 0,0 0 0,1 0 0,-1 0 0,0 0 1,1 0-1,-1 0 0,0 0 0,1 0 0,-1 0 0,0-1 0,1 1 0,-1 0 0,0 0 0,1 0 1,-1 0-1,0-1 0,0 1 0,1 0 0,-1 0 0,0-1 0,0 1 0,1 0 0,-1-1 0,0 1 1,0 0-1,0 0 0,0-1 0,0 1 0,1 0 0,-1-1 0,8-21-111,0-1 0,-1 1 0,-1-1 0,4-36 0,-5 27-220,15-143-2106,0 4-1598,-18 156 3827,2 0 0,0 0 0,0 0 0,2 0 0,12-23 0,-16 32 288,1 1 0,0 0 0,1 1 0,-1-1 0,1 0 0,0 1-1,0 0 1,1 0 0,-1 0 0,1 0 0,0 1 0,0 0 0,0 0 0,0 0 0,1 1 0,-1-1 0,1 1 0,7-1 0,-1 1 216,0 0 0,1 1-1,-1 1 1,1 0 0,-1 0 0,1 1 0,-1 1-1,1 0 1,-1 1 0,0 0 0,0 1 0,12 6 0,-14-6-242,-1 0 0,1-1 1,10 3-1,2-3-7543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35.62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23 20858,'0'0'0,"35"-22"-19145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46.35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 0 1921,'0'0'3457,"-14"10"-3184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47.1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559 37 2913,'-17'5'1385,"17"-5"-1235,-1-1 1,1 1-1,-1-1 1,1 0-1,0 1 1,-1-1-1,1 0 1,0 0-1,-1 1 1,1-1-1,0 0 1,0 1-1,0-1 1,0 0-1,0 0 1,0 0-1,0-4 9289,-18-10-8529,8 12-899,-1 1-1,0 0 0,0 1 1,0 0-1,0 1 1,0 0-1,-12 2 1,6-2-31,5 2 11,0 0 0,-1 0-1,2 2 1,-1-1-1,0 1 1,1 1 0,-1 0-1,1 1 1,1 0 0,-14 9-1,-14 13-1,-44 42 0,66-56 5,0 2 1,0 0-1,2 1 1,0 1-1,-21 34 1,30-42 6,1 0 1,-1 0-1,1 0 1,1 0-1,0 1 1,0-1-1,1 1 1,1 0-1,0 0 1,0-1-1,1 1 1,0 0-1,1 0 1,2 12-1,-1-15 10,1 0 0,-1 0 0,2 0 0,-1-1 1,1 1-1,0-1 0,0 0 0,1 0 0,0-1 0,0 1 0,0-1 0,1 0 0,10 8 0,8 4 16,0-1 1,38 20-1,-54-32-16,227 111 317,45 26 83,-260-129-377,-1 0-1,25 21 0,-39-29-1,-1 0 0,1-1 1,-1 2-1,1-1 0,-1 0 0,-1 1 0,1 0 0,-1 0 0,0 0 0,-1 0 1,1 1-1,2 11 0,-4-11 18,0 1 0,0-1 1,0 1-1,-1-1 0,0 1 1,-1 0-1,0-1 0,0 1 1,0-1-1,-1 0 0,0 1 0,-6 12 1,3-11-22,0-1 0,-1 0 1,1 0-1,-2 0 0,1-1 1,-1 0-1,0 0 0,-1 0 1,-11 7-1,0-1 5,0-1 1,-1-1-1,0 0 0,-1-2 1,-26 9-1,31-13-1,0-1 1,-1-1-1,1 0 0,-1-1 0,1 0 1,-1-2-1,-30-2 0,45 2-29,0 0 1,1-1-1,-1 1 0,1 0 0,-1-1 1,1 1-1,-1-1 0,1 0 0,-1 1 0,1-1 1,-1 0-1,1 0 0,0 0 0,-1 0 1,1 0-1,0 0 0,0 0 0,0 0 1,0-1-1,0 1 0,0 0 0,-1-3 0,0-1 9,1 0-1,-1 0 0,1 0 0,0 0 0,0-10 0,1 14-11,-2-21-92,1 1 1,1-1-1,1 0 0,0 0 0,2 0 1,1 1-1,0 0 0,2-1 1,16-39-1,-4 22 18,1 1-1,3 0 1,31-42 0,-40 63 13,0 1 0,1 0 1,1 1-1,1 0 1,0 1-1,1 1 0,0 1 1,30-16-1,-39 24 53,1 0 0,-1 1 0,1 1 1,14-4-1,-21 6 21,1-1 1,-1 1-1,1-1 1,0 1-1,-1 0 1,1 0-1,-1 0 1,1 0-1,-1 1 1,1-1-1,-1 1 1,1 0-1,-1-1 1,1 1-1,-1 0 1,0 0-1,0 1 1,1-1-1,-1 0 0,0 1 1,0-1-1,2 3 1,12 20 431,-1 2-1,-1-1 1,17 43-1,-11-24-146,2 5 102,26 83 1,-42-117-1777,-3-16 170,-1-10 111,-2-25-1595,0-14-2521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47.43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13 15543,'0'0'865,"21"-13"-8197,-3 29 545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48.08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39 6275,'0'0'5867,"3"-1"-5163,-2 1-665,0 0 1,0 0-1,-1 0 1,1 0-1,0 0 1,0 0-1,-1 0 1,1-1-1,0 1 1,-1 0-1,1-1 1,0 1-1,-1 0 1,1-1-1,0 1 1,-1-1-1,1 1 1,-1-1-1,1 1 1,-1-1-1,1 0 1,2-22 1369,-3 23-1380,1-1-1,-1 0 1,0 1 0,1-1-1,-1 1 1,1-1-1,-1 1 1,1-1-1,-1 1 1,1 0-1,0-1 1,-1 1 0,1 0-1,0-1 1,-1 1-1,1 0 1,0 0-1,-1-1 1,1 1 0,0 0-1,-1 0 1,1 0-1,0 0 1,-1 0-1,1 0 1,0 0 0,-1 0-1,1 0 1,0 1-1,-1-1 1,1 0-1,0 0 1,-1 0-1,1 1 1,0-1 0,-1 0-1,1 1 1,-1-1-1,1 1 1,0 0-1,3 4-9,0 0-1,-1 0 0,1 1 0,-1-1 1,-1 1-1,1-1 0,-1 1 0,3 9 1,10 53 398,-13-54-305,9 66 1107,1 112 0,-7-67 265,-4-113-725,0-18-456,-2-36-419,1 11 45,0-206-2533,0 233 2570,0 0 0,0 0 0,1 0 0,0 0 0,0-1 0,0 1 0,0 0 0,0 1 0,1-1 0,0 0 0,0 0 0,0 1 0,0-1 0,0 1 0,1-1 0,-1 1 0,1 0 0,0 0 0,0 0 0,6-4 0,-4 4 58,0 0 0,0 1 1,0-1-1,0 1 0,1 0 1,-1 1-1,0-1 0,1 1 1,-1 0-1,1 1 0,0-1 1,-1 1-1,1 0 0,10 1 1,-13 0 24,0 0 0,0 0 0,0 0 0,0 0 0,-1 1 0,1-1 0,0 1 0,-1-1 0,1 1 0,-1 0 0,0 0 0,1 0 0,-1 0 0,0 1 0,2 2 0,26 42 614,-22-34-446,32 63 1168,35 95 0,-42-91-825,-31-77-540,0 4 43,1 0-1,1 0 1,-1 0-1,1 0 1,1 0-1,-1-1 1,9 10-1,-13-23 69,-1-125-820,3-166-2504,-2 293 3122,0 0 0,0 0 0,1 0-1,0 0 1,0 0 0,0 0 0,1 0 0,-1 1 0,1-1-1,0 1 1,5-8 0,-5 10 68,-1 1 1,1-1-1,-1 1 0,1-1 0,0 1 1,0 0-1,0-1 0,0 1 0,0 0 1,0 1-1,0-1 0,0 0 0,0 0 1,0 1-1,1-1 0,-1 1 0,0 0 1,0 0-1,1 0 0,-1 0 0,0 0 1,0 0-1,1 0 0,-1 1 0,0-1 1,0 1-1,0 0 0,0-1 0,3 2 1,0 1 48,0-1 1,1 1-1,-1 0 1,0 1-1,0-1 1,-1 1-1,1 0 1,-1 0-1,0 0 1,0 0-1,5 8 1,4 8 284,18 33 0,-24-40-196,14 31 498,28 86 1,-34-86-369,1 0 0,25 45 0,-40-86-271,0-3 2,-1 1-1,0 0 1,0-1-1,1 1 1,-1 0-1,0-1 0,1 1 1,-1 0-1,0-1 1,1 1-1,-1-1 1,1 1-1,-1-1 1,1 1-1,0-1 1,-1 1-1,1-1 1,-1 0-1,1 1 1,0-1-1,-1 0 1,1 0-1,1 1 1,-1-11-2331,-1-86-5706,0 33-1361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48.77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30 8228,'0'0'6251,"7"-4"-5822,22-15-63,-28 18-321,0 1 0,-1-1 1,1 0-1,0 1 0,0-1 1,0 1-1,-1-1 0,1 1 1,0 0-1,0-1 0,0 1 1,0 0-1,0 0 0,0 0 1,0-1-1,0 1 0,0 0 1,0 0-1,0 0 0,0 0 1,0 1-1,0-1 0,0 0 1,-1 0-1,1 1 1,0-1-1,0 0 0,0 1 1,0-1-1,0 1 0,-1-1 1,1 1-1,0-1 0,0 1 1,-1 0-1,2 1 0,0 1-3,-1 0 0,1 0 0,-1 1 0,0-1 0,0 1 0,0-1 1,0 6-1,0-1 49,132 891 4073,-131-881-4052,3 29 548,1-1 0,22 76 0,-28-122-659,11 26 299,-10-25-289,-1-1 1,1 1 0,-1 0-1,1 0 1,0-1 0,0 1-1,0-1 1,-1 1 0,1 0-1,0-1 1,0 0 0,0 1-1,0-1 1,0 1 0,0-1-1,0 0 1,0 0 0,0 1-1,0-1 1,0 0 0,2 0-1,-3-4 115,0-18-422,0 1 1,-2-1-1,-1 0 0,-10-41 1,0 18-234,2-1 0,2 0 1,2-1-1,2 1 0,2-66 1,3 97 341,-1 3 36,1 1 0,1-1 0,0 1-1,4-21 1,-4 30 131,0-1 0,-1 0 0,1 1 0,1-1 0,-1 1 0,0 0 0,0-1 0,1 1 0,0 0 0,-1 0 0,1 0 0,0 0 0,0 0 0,0 0 0,0 1 0,0-1 0,0 1 0,1-1 0,-1 1 0,1 0 0,-1 0 0,1 0-1,-1 0 1,1 0 0,-1 1 0,5-1 0,1 0 39,-1 0 0,1 1 0,0 0-1,0 1 1,0-1 0,0 2 0,-1-1 0,1 1-1,0 0 1,-1 1 0,0-1 0,1 2 0,-1-1-1,0 1 1,9 6 0,-4 0 138,0 0 1,0 0 0,-1 1-1,-1 1 1,0 0-1,16 25 1,-19-25 14,0 0 0,-1 1 0,-1-1 0,0 1-1,-1 0 1,0 1 0,3 23 0,-5-13 26,0-1 0,-1 1-1,-5 38 1,3-53-182,-2 1 0,1-1 0,-1 0 1,-1 0-1,1 0 0,-1 0 0,-1 0 0,0-1 0,0 0 1,-1 0-1,0-1 0,0 1 0,-1-1 0,-9 8 0,9-9-90,0 1-1,-1-1 0,0-1 1,0 0-1,0 0 0,-1 0 1,0-1-1,0 0 0,0-1 1,0 0-1,0-1 0,-1 1 1,1-2-1,-13 2 0,17-3-89,3 0 102,1 0 0,0 0 0,0 1-1,0-1 1,-1 0 0,1 0 0,0 0 0,0-1-1,-1 1 1,1 0 0,0 0 0,0-1 0,0 1-1,0-1 1,-1 1 0,1-1 0,0 1-1,0-1 1,0 1 0,0-1 0,0 0 0,0 0-1,0 0 1,1 0 0,-1 1 0,0-1 0,0 0-1,1 0 1,-2-2 0,0-7-694,0 0 0,0 0 0,1-1 1,0 1-1,1-20 0,0 21-5,0-50-5218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49.39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133 88 4562,'0'0'7510,"2"-6"-6432,2-17-238,-3 17 1802,-4 6-2540,1 0 0,-1 1 0,0-1 0,0 0 0,0 1 0,0-1 0,0 1 0,0 0 0,1 0 0,-1 0 0,0 1 0,-4 2 0,4-1-16,-1 0 0,0 1 0,1-1 0,0 1 0,0 0 0,-5 8 1,-1 2 113,2-1 0,0 2 0,0-1 1,1 0-1,1 1 0,0 0 1,1 1-1,1-1 0,1 1 1,0-1-1,0 22 0,1-1 206,-1-1 166,2 1 0,1-1 1,8 51-1,-8-80-527,1 1 0,0 0 0,0-1 0,0 1 1,1-1-1,0 0 0,0 1 0,1-1 0,0-1 0,0 1 0,0-1 0,1 1 1,-1-1-1,1-1 0,0 1 0,1-1 0,-1 1 0,1-2 0,0 1 1,0-1-1,0 1 0,0-2 0,1 1 0,-1-1 0,1 0 0,0 0 1,0-1-1,-1 1 0,1-2 0,0 1 0,0-1 0,0 0 0,0 0 0,0-1 1,0 0-1,7-2 0,-8 1-24,0-1 0,0 1 0,0-1 0,0 0 0,0 0 0,-1-1 0,1 0 0,-1 0 0,0 0 1,0 0-1,6-8 0,-2 1-29,0-1 1,-1 1 0,-1-2-1,8-15 1,-8 14-171,-2-2-1,0 1 1,-1 0-1,0-1 0,-2 0 1,1 0-1,-2 0 1,0 0-1,-1 0 1,-4-31-1,2 38 108,0 1-1,-1-1 0,0 0 0,0 0 0,-1 1 0,0 0 0,-1 0 0,0 0 0,0 0 1,0 1-1,-10-10 0,-9-7 3,-46-37 1,65 57 64,-28-21-175,-1 0 0,-1 3-1,-71-34 1,105 55-21,3 16-6193,6-2 1322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49.81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7251,'0'0'10000,"3"0"-9317,-3 0-654,1 0 0,-1 0 1,1 0-1,0 0 0,-1 0 1,1 0-1,-1 0 1,1 0-1,0 1 0,-1-1 1,1 0-1,-1 0 0,1 1 1,-1-1-1,1 0 1,-1 1-1,1-1 0,-1 0 1,1 1-1,-1-1 1,0 1-1,1-1 0,-1 1 1,0-1-1,1 1 0,-1-1 1,0 1-1,1-1 1,-1 1-1,0 0 0,0-1 1,0 1-1,0-1 0,0 1 1,1-1-1,-1 2 1,2 33 636,-1-18-443,12 427 2832,14 155-1035,-22-557-1934,1 1 0,2-1-1,2 0 1,27 70 0,-33-102-80,1 1-1,0-1 0,1-1 0,0 1 0,0-1 1,1 0-1,12 12 0,-15-17-4,1-1 0,0 1 0,0-1 0,0 0 0,0 0 0,0-1 0,0 0 1,1 0-1,-1 0 0,1 0 0,-1-1 0,1 0 0,0 0 0,0 0 0,9-1 0,-11 0 1,1 0 0,0-1 1,-1 0-1,1 0 0,-1 0 0,1 0 0,-1 0 0,0-1 1,0 0-1,1 0 0,-1 0 0,0-1 0,7-5 1,-5 3-43,0-1 1,0 0 0,-1-1 0,0 1-1,0-1 1,0 0 0,4-10 0,-1-1-201,0 0 0,-2 0 0,0-1 0,-1 0-1,-1 0 1,2-23 0,-3-48-3704,-4 54-5347,1 24 2507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50.14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 73 16680,'0'0'5282,"28"0"-5458,-28-16-2497,-10-9-113,-14-6-1936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50.52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7 18040,'0'0'4770,"0"-6"-6754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54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5202,'0'0'4712,"8"0"-3645,117-3 5474,-70-1-6650,-12 0 128,67-4 45,12-2-49,-23 1-1,236 0-43,139 9 74,-293-6-90,848 6 2774,-1030-14-7544,1-16-590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57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1482 54 3330,'0'0'13982,"-5"-1"-13296,-24-10-494,-1 2 1,0 2 0,0 0 0,0 2 0,-1 1 0,-35 1 0,-244 3-188,295 0 6,1 2 1,0 0-1,0 0 0,0 1 1,0 1-1,-22 9 0,-77 42 141,107-51-146,-31 18 12,-55 44 0,39-26 0,36-28-4,-13 8-11,2 2 1,0 0-1,2 2 1,-26 29 0,24-21 24,16-20 6,-18 26 0,-10 32 220,-53 121 1,78-149-106,1 1-1,2 0 0,1 0 1,-6 77-1,-8 8-49,12-70-59,9-32-41,2-1 1,0 1-1,4 39 1,0-9 31,0-32 26,1 0-1,1 1 1,1-1-1,16 45 1,-3-13 10,-1-1 57,3-2 1,40 79-1,-52-116-55,1 1-1,1-1 1,1 0-1,0-1 1,1 0-1,0-1 1,1-1-1,1 0 1,0 0-1,1-1 1,0-1 0,30 16-1,-12-11 19,111 58 69,-127-64-160,8 5 39,51 22 1,-19-15-40,-20-6 113,2-2 0,0-2 0,1-1 0,59 9 0,-57-16-18,132 7 13,-109-9-74,-23-1-8,61-5 1,-89 2-15,0-2 0,0 0 1,0 0-1,-1-1 1,1-1-1,-1 0 1,-1-1-1,1 0 1,-1-1-1,15-13 0,5-6-6,-2-1 0,36-43 0,-5-9-7,-14 17 56,67-107-23,-79 113-24,-22 35-8,-2 0 0,9-26-1,0 2 4,-9 21 19,-2-1 1,0 0-1,-2 0 0,-1 0 0,0-1 0,-2 0 0,-2 0 0,0-33 0,0-52 83,-4-124-61,-3 172-44,-22-114 0,23 164-8,-1-1 0,-8-16 0,-6-16-104,12 29 127,-14-28-1,-7-16 55,16 26-65,-3-1 0,0 2 0,-26-42 0,4 5-15,25 47 16,-1 1 1,-17-26-1,26 44-11,-1 0 1,0 0 0,0 0 0,0 1 0,-1-1-1,0 1 1,0 1 0,0-1 0,-1 1 0,0 0-1,1 1 1,-9-4 0,-51-24 5,54 24 2,-1 1 1,1 0-1,-1 1 0,0 0 0,0 1 1,-23-4-1,20 5-3,0 0-1,-17-6 1,23 8 32,9 1-43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0:59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128 117 1377,'0'0'2788,"-4"-6"-2508,-13-20 200,16 25-311,0 0 0,0 0 0,0 0-1,0 0 1,-1 1 0,1-1 0,0 0 0,-1 0 0,1 1 0,0-1 0,-1 1 0,1-1-1,-1 1 1,1 0 0,-1-1 0,1 1 0,-2 0 0,-29 1 131,20 0 175,-25 3 8036,37-4-8423,3 2-63,-1-1 1,1 1-1,0-1 1,0 1-1,0-1 1,0 0-1,0 0 1,0 0-1,0 0 1,0-1-1,5 1 1,41 0 454,-35-1-266,397 0 181,-237-13-512,-138 13 118,246 6 48,-121-4-25,-84-3-13,-48-1-1,-1-1-1,32-6 1,-32 3-11,2 2 0,31-1 1,152-12 13,-1 0 6,-36 4-20,1 1 2,335 12 1615,-509 0-560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01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395 115 1105,'0'0'5263,"1"-9"-4753,4-55 2266,-4 30 748,-1 26-1666,-2 10-105,-7 21-1655,-1 0 0,-18 29 0,-5 9 11,-89 213 195,-63 129 374,181-397-591,3-4-1,0 0-1,0 0 1,0 0 0,0 0 0,0 0-1,0 1 1,1-1 0,-1 5 0,1-7 20,7-22-1434,38-57-2442,-4 10-1670,-9 4-2361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0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2945,'0'0'8842,"2"-5"-8293,10-23-29,-9 22 3552,-2 23-3726,1 1 0,0-1-1,1 0 1,1 0 0,8 23 0,38 84 451,-29-77-612,101 208 556,-62-135-273,46 131 1,-102-240-418,-1 1 1,-1-1-1,0 1 0,0 13 0,1 6 88,-3-27 57,1-6-114,-1-10-174,-5-24-510,-7 10-904,-1 0 1,-1 1-1,-1 0 1,-23-28 0,17 25-1656,-16-23-5984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02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35 143 4002,'0'0'5752,"-6"-4"-4207,-1-1-979,-4-2 17,0-2 3449,28 9-3148,-11 0-760,70 0 823,140-4 286,-181 2-1181,-1-3-1,1-1 0,-1-1 0,37-14 0,-39 10-868,0-3 1,46-25 0,-66 30-3256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06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3 142 7091,'-3'0'8404,"189"1"-7351,205-3-751,-265-5-293,43-1-10,-96 5 40,85-15 0,-52 4-7,-66 10-32,373-31 26,-245 34-42,6 0 3,-93-9 16,-57 6-2,46-3 0,20 9 27,106-5-58,-113-9 98,-52 6-65,0 1 0,33 1 0,159 4 912,-228 3-1654,-67 39-6197,10-12-3173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08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78 5683,'0'0'6261,"-4"-12"-5218,-11-37-146,5 32 410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09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5523,'0'0'6224,"-1"-4"-3570,1 4-2647,0 0-1,0 0 1,0 0-1,0 0 1,0 0-1,-1 0 0,1 0 1,0 0-1,0 0 1,0 0-1,0 0 1,0 0-1,0 1 1,0-1-1,0 0 1,0 0-1,0 0 1,0 0-1,0 0 0,0 0 1,0 0-1,0 0 1,0 0-1,0 0 1,0 0-1,0 0 1,0 0-1,-1 0 1,1 0-1,0 0 0,0 0 1,0 0-1,0 0 1,0 0-1,0 0 1,0 0-1,0 0 1,0 16-4617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16.1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88 13382,'0'0'2401,"-32"-53"-2977,32 34-1825,7 3-4274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22.8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1 784,'0'0'3794,"-6"5"-1238,2-2-1603,14-2-6927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25.6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1 160 2257,'0'0'2983,"0"-6"-2508,0-32 3430,0 38-3624,0-1-1,0 0 1,0 0-1,0 1 1,0-1-1,0 0 1,0 0-1,0 1 1,0-1-1,0 0 0,0 0 1,1 1-1,-1-1 1,0 0-1,1 0 1,9-3-133,-1 0 1,1 0 0,0 2 0,0-1-1,17-1 1,-1-1-54,6-3-51,-1-2 0,41-19 0,-12 5-312,-37 18-717,-7 5-3881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28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48 624,'0'0'7097,"0"-20"-5611,0 13-1196,0 6-220,0 1 0,0-1 0,1 0 0,-1 1 0,0-1 0,0 1 0,0-1 0,0 0 0,0 1 0,0-1-1,0 0 1,0 1 0,0-1 0,0 1 0,0-1 0,0 0 0,-1 1 0,1-1 0,0 1 0,0-1 0,-1 0 0,1 1 0,0-1 0,-1 1 0,1-1 0,-1 1 0,1-1 0,0 1 0,-1 0 0,1-1 0,-1 1 0,1-1-1,-1 1 1,1 0 0,-1 0 0,0-1 0,1 1 0,-1 0 0,1 0 0,-1-1 0,0 1 0,1 0 0,-1 0 0,0 0 0,1 0 0,-1 0 0,1 0 0,-1 0 0,0 0 0,0 1 0,0-1-70,0 1 0,0 0 0,0 0 0,1 0 1,-1 0-1,0 0 0,1 0 0,-1 0 0,1 0 1,-1 0-1,1 0 0,-1 0 0,1 0 0,0 0 0,0 0 1,-1 0-1,1 0 0,0 3 0,-2 4 7,-4 17 3,0 0 0,2 1-1,-2 40 1,6 82 583,2-66 80,-2-71-548,5 312 2489,29 3 612,-34-322-3122,1-1-63,-1 0 0,0 0 1,1-1-1,-1 1 0,1 0 0,0 0 1,0-1-1,0 1 0,0-1 1,0 1-1,0-1 0,1 1 1,0-1-1,2 3 0,-2-4 13,-1-1-164,-1-233-9353,0 171 4365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29.1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18 385 4434,'0'0'3556,"-3"-19"-3316,-1-5-118,0 10-14,2 0 0,0 0 0,1-1 0,0-17 0,0-11 1096,3-49 884,-1 87-2085,0 0 1,0 0-1,1 1 0,0-1 0,0 0 0,0 0 0,1 1 1,-1 0-1,1-1 0,0 1 0,0 0 0,1 0 0,-1 1 1,1-1-1,0 1 0,0-1 0,0 1 0,0 0 0,6-2 1,-2 0 43,0 1 0,1 0 0,-1 0 1,1 1-1,0 0 0,0 1 1,0-1-1,0 2 0,17-2 0,-8 3-1,-14-1-36,1 1 1,-1 0-1,1 0 0,-1 0 0,1 0 0,-1 1 0,1-1 0,-1 1 1,1 0-1,-1 1 0,0-1 0,0 1 0,1 0 0,-1 0 0,7 5 1,-3 0 96,-1 1 0,1 0 0,-2 0 0,1 0 1,-1 1-1,-1 0 0,1 1 0,-1-1 1,-1 1-1,0 0 0,0 0 0,-1 0 1,3 19-1,0 9 440,-3 0 0,-1 58 0,-2-78-416,0 3-51,-1 1 1,-1-1-1,0 0 0,-2 0 1,-1-1-1,0 1 0,-1-1 1,-15 30-1,-29 48 21,41-83-93,0 0 0,-2 0 0,0-1 0,-13 13 0,5-14-60,19-12 50,-1-1 1,1 0 0,0 1-1,-1-1 1,1 0 0,-1 0-1,1 1 1,0-1 0,-1 0-1,1 0 1,-1 0-1,1 1 1,-1-1 0,1 0-1,-1 0 1,1 0 0,-1 0-1,1 0 1,-1 0 0,1 0-1,-1 0 1,1 0 0,-1 0-1,1-1 1,-1 1 0,1 0-1,-1 0 1,1 0 0,0 0-1,-1-1 1,1 1 0,-1 0-1,1-1 1,0 1 0,-1 0-1,1 0 1,0-1-1,-1 1 1,1-1 0,0 1-1,-1 0 1,1-1 0,0 0-1,-2-17-594,1-1-1,0 1 0,3-21 1,-1 24 13,-1 12 537,1 0 1,-1-1-1,1 1 1,0 0-1,-1 0 0,2 0 1,-1-1-1,0 1 0,1 0 1,-1 1-1,1-1 1,0 0-1,0 0 0,0 1 1,0-1-1,0 1 0,1 0 1,-1 0-1,1-1 1,-1 2-1,1-1 0,0 0 1,0 0-1,0 1 0,0 0 1,0-1-1,0 1 1,0 1-1,0-1 0,1 0 1,4 0-1,-2 0 41,1 1 1,0-1-1,0 1 0,0 0 0,-1 1 1,1 0-1,0 0 0,0 0 0,-1 1 0,1 0 1,-1 0-1,1 1 0,-1 0 0,11 6 1,-3 3 29,1 0 0,-2 1 0,0 1 0,0 0 0,-2 0 0,1 1 0,10 21-1,-9-14 129,-2 0-1,0 0 0,-2 2 0,-1-1 0,6 26 0,-9-21 140,-1 1 0,-1 0 0,-2 0 0,-3 44 0,1-63-241,-1 1 0,0-1 0,-1 0 1,0 0-1,-1 0 0,0 0 1,0-1-1,-1 0 0,0 0 1,-1 0-1,0 0 0,0-1 1,-1 0-1,-13 12 0,12-12-7,-2 0 0,1 0 0,-1-1-1,0 0 1,0-1 0,-1 0 0,0-1 0,0 0 0,-1 0-1,1-1 1,-1-1 0,-18 3 0,17-4-244,0-1 1,-1 0-1,1-2 0,-1 1 1,-24-5-1,32 3 38,0 1 0,0-1 0,1 0 0,-1-1 0,1 0 0,-1 1 0,1-2 0,0 1 0,0-1 0,0 1 0,1-1 0,-1 0 0,1-1 0,-7-8 0,6 6-582,0 0 0,1 0 0,-6-14 1,-3-25-2888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30.2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211 205 4914,'0'0'5125,"5"-16"-4306,16-51 11,-19 64-555,-1-1 0,0 0 0,0 0 0,0 0 0,0 0 0,-1-1 0,0 1 0,0 0 0,0-8 0,-2-1 414,2 12-662,0-1-1,0 1 1,0 0 0,-1-1-1,1 1 1,-1 0 0,1 0 0,-1 0-1,1 0 1,-1 0 0,0-1-1,1 1 1,-1 0 0,0 0 0,0 0-1,0 1 1,0-1 0,0 0-1,0 0 1,0 0 0,0 1 0,0-1-1,0 1 1,-2-2 0,-36-11 15,11 4-18,22 7-5,1 0 1,-1 0 0,1 0 0,-1 1 0,0-1 0,1 1 0,-1 1 0,0-1-1,0 1 1,-10 1 0,0-1-14,15 0-5,0 1 0,0-1 1,0 0-1,0 1 0,0-1 1,0 1-1,0-1 0,0 1 1,0-1-1,0 1 0,0 0 1,0-1-1,0 1 0,0 0 1,1 0-1,-1 0 0,0 0 1,1 0-1,-1 0 0,0 0 1,1 0-1,-1 1 0,-13 31 75,7-13 79,2-8-63,0 0 0,1 1 0,1 0 0,0 0-1,1 0 1,-2 20 0,4 85 548,2-57-282,-3-16-61,0 35 354,2-70-516,0-1 0,0 0 0,1 0-1,0 0 1,0 0 0,5 10-1,-6-16-98,1 0-1,0 0 0,0 0 0,0 0 0,1 0 0,-1 0 0,1-1 0,-1 1 0,1-1 0,0 0 0,0 0 0,0 0 1,0 0-1,0 0 0,7 2 0,-8-3-12,0 0 1,1-1 0,-1 1-1,1-1 1,-1 1 0,1-1-1,-1 0 1,1 0 0,-1 0-1,1 0 1,-1 0 0,1-1-1,-1 1 1,0-1-1,1 1 1,-1-1 0,0 0-1,1 0 1,-1 0 0,0 0-1,0-1 1,0 1 0,0-1-1,3-2 1,8-10-119,-1-1 0,-1-1 0,-1 1 1,0-2-1,-1 1 0,-1-1 0,-1-1 0,7-21 0,-11 22-239,0 1 0,-1 0 0,-1-1 0,0 1 0,-3-25 0,1 2-172,1-136-617,0 175 1126,0 0 0,0 0 0,1 0 0,-1 1 0,0-1 1,0 0-1,0 0 0,0 0 0,1 0 0,-1 0 1,0 0-1,0 0 0,0 0 0,0 1 0,1-1 0,-1 0 1,0 0-1,0 0 0,0 0 0,1 0 0,-1 0 1,0 0-1,0 0 0,1 0 0,-1 0 0,0 0 0,0-1 1,0 1-1,1 0 0,-1 0 0,0 0 0,0 0 1,0 0-1,0 0 0,1 0 0,-1 0 0,0-1 0,0 1 1,0 0-1,0 0 0,0 0 0,1 0 0,-1 0 0,0-1 1,0 1-1,0 0 0,7 24 155,-1 1 0,6 48 1,-2-8 337,-4-31-203,7 40 730,3 0 0,43 123 0,-56-189-973,1-1 0,0 0 0,0 0 1,0 0-1,1 0 0,0 0 1,0-1-1,1 0 0,8 7 0,-12-11-43,1 0 0,-1 0 0,1-1 0,0 1-1,-1-1 1,1 1 0,0-1 0,0 0 0,0 0 0,0 0-1,0-1 1,0 1 0,0-1 0,0 0 0,0 1-1,0-1 1,0-1 0,0 1 0,0 0 0,0-1 0,0 0-1,0 1 1,0-1 0,0 0 0,0-1 0,-1 1-1,6-3 1,-3 0 12,1 0-1,-1-1 1,0 0 0,-1 1-1,1-2 1,-1 1-1,0 0 1,6-12 0,25-57-160,-14 21-1083,-2 0 1,-3-2-1,13-72 1,-21 69-2953,3-84 0,-10 55-1939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30.6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4 7235,'0'0'4306,"-3"-1"-3948,3 1-308,0 0-1,-1-1 1,1 1 0,0 0 0,0 0 0,-1 0-1,1-1 1,0 1 0,-1 0 0,1 0-1,0 0 1,-1 0 0,1 0 0,0 0 0,-1 0-1,1 0 1,0 0 0,-1 0 0,1 0 0,0 0-1,-1 0 1,1 0 0,-1 0 0,1 0 0,0 0-1,0 0 1,-1 0 0,1 1 0,0-1-1,-1 0 1,0 15 1114,1-11-1470,0 68 978,4 322 2615,33-7-859,-35-378-2372,2 14 162,9 34 1,-11-52-182,0 0 0,0 0 0,0 0 0,0 0 0,1 0 0,0-1 0,0 1-1,0-1 1,1 1 0,-1-1 0,9 7 0,-12-11-45,0 0-1,0 0 0,0 0 1,0 1-1,1-1 0,-1 0 1,0 0-1,0 0 0,0 1 1,0-1-1,1 0 0,-1 0 1,0 0-1,0 0 0,1 0 1,-1 0-1,0 1 0,0-1 1,0 0-1,1 0 0,-1 0 1,0 0-1,0 0 0,1 0 1,-1 0-1,0 0 1,0 0-1,1 0 0,-1 0 1,0 0-1,0 0 0,1 0 1,-1-1-1,0 1 0,0 0 1,1 0-1,-1 0 0,0 0 1,0 0-1,1 0 0,-1-1 1,0 1-1,0 0 0,0 0 1,0 0-1,1 0 0,-1-1 1,0 1-1,0 0 0,0 0 1,0-1-1,0 1 0,0 0 1,0 0-1,1 0 0,-1-1 1,0 1-1,0 0 1,0 0-1,0-1 0,0 1 1,0 0-1,0 0 0,0-1 1,0 1-1,-1-1 0,-1-19-1169,-4 2-1578,-1 0 1,-14-29-1,15 34 464,-11-19-5013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31.1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64 12710,'0'0'5859,"209"6"-5123,-150-6-432,-6 0-192,-8-6-112,-10-13 0,-11 3-1024,-6 1-2018,-11 2-4609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31.8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304 174 7091,'0'0'1694,"-1"-11"-1291,-6-32-45,6 39 200,1 0 0,0 0 1,0 0-1,0 0 0,0 0 1,2-6-1,-2 9-477,1-1 1,-1 1-1,0-1 0,0 1 0,0 0 1,1-1-1,-1 1 0,-1-1 1,1 1-1,0-1 0,0 1 1,0-1-1,-1 1 0,1-1 1,-1 1-1,1-1 0,-1 1 1,-1-2-1,-5-8-44,5 7-28,0 0 1,-1 0-1,0 0 1,0 0-1,0 1 1,0-1 0,0 1-1,-5-3 1,6 4-7,0 1 0,1 0 1,-1 0-1,0 0 0,0 1 1,0-1-1,0 0 1,0 1-1,0 0 0,0-1 1,-1 1-1,1 0 1,0 0-1,-3 0 0,-18-1 32,-26 2 53,46-1-87,0 1 0,0-1 0,0 1-1,0 0 1,0 0 0,0 0 0,1 0-1,-1 1 1,0-1 0,1 1-1,-1-1 1,1 1 0,-4 3 0,-5 7 23,1 1 1,0 0-1,1 0 0,1 1 1,0 0-1,1 0 1,0 1-1,1 0 1,1 0-1,0 1 1,-3 19-1,1 12 682,3 1 0,1 71 0,3-99-316,0-1-1,1 1 0,2 0 1,0-1-1,11 37 1,-13-50-323,1-1 1,1 0 0,-1 0 0,1 0 0,-1 0 0,1 0 0,1-1-1,-1 1 1,1-1 0,0 0 0,0 0 0,0 0 0,0-1 0,0 1-1,1-1 1,0 0 0,0-1 0,0 1 0,0-1 0,0 0 0,0 0 0,1 0-1,-1-1 1,0 0 0,12 2 0,-13-3-47,1 1 1,-1-1-1,0 1 1,1-1-1,-1-1 1,0 1-1,1 0 0,-1-1 1,0 0-1,1 0 1,-1-1-1,0 1 1,0-1-1,0 1 1,0-1-1,0-1 0,0 1 1,-1 0-1,1-1 1,-1 0-1,0 0 1,0 0-1,0 0 0,0 0 1,0-1-1,-1 0 1,1 1-1,1-5 1,7-11-274,-2 0 0,-1 0 0,0-1 1,-1 0-1,-1 0 0,-1-1 0,4-32 1,-3-13-2728,-4-70 0,-2 103 2016,1 31 935,-1 1-1,0-1 1,0 0 0,0 0 0,0 1-1,0-1 1,0 0 0,0 0 0,0 1-1,-1-1 1,1 0 0,-1 1 0,1-1 0,-1 0-1,0 1 1,0-1 0,1 1 0,-1-1-1,0 1 1,0-1 0,-1 1 0,1 0-1,-2-2 1,2 3 623,1 34 787,-1 26 173,3 0-1,12 72 1,49 172 25,-61-297-1578,-2-84-6485,0 24 240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32.2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 1 6851,'0'0'7396,"-10"11"-6948,-3 6-273,0 0 0,-17 29 1,25-37-80,0 1 0,0 0 0,1 0 0,1 1 0,-1-1 0,2 1 0,-1 0 0,0 16 0,3-26-96,-1 11 13,1 0 0,2 25 0,-1-33-19,0 0-1,0-1 0,0 1 0,1 0 1,-1 0-1,1-1 0,0 1 0,0-1 1,0 1-1,1-1 0,-1 0 0,5 5 1,9 6-123,0-1 0,19 12 0,-20-15 129,-1 0 0,-1 1 0,18 18 0,-27-25 5,0 1-1,0 0 1,-1-1-1,0 1 0,0 1 1,-1-1-1,1 0 1,-1 1-1,0-1 1,0 1-1,-1 0 0,0-1 1,0 1-1,0 7 1,0-1-8,0-4 22,0 0 0,-1 0 1,0 0-1,0 0 0,-1 0 0,0 0 0,0 0 0,-1-1 0,0 1 0,-1 0 0,-3 8 0,-6-1 41,0 0-1,-1-1 0,0-1 0,-1 0 0,-29 20 1,33-26-5,7-5-51,0 0 1,0 0-1,0 0 0,0 0 1,0 0-1,-1-1 1,-5 3-1,7-4-877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33.3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35 6547,'0'0'6816,"3"-6"-6447,9-17 63,-9 17 1505,-3 12-1510,-12 231 451,0-23-511,12-192-320,4 193 754,-1-188-603,1 0-1,1-1 1,1 0-1,1 0 1,22 50-1,-20-57-43,1 0-1,1-1 1,0 0-1,2 0 0,19 21 1,-26-32-112,1-1 1,0 1-1,0-1 1,1-1-1,0 1 1,0-1-1,0-1 1,1 1-1,-1-2 1,1 1-1,0-1 1,0 0-1,1-1 1,11 2-1,-12-3-13,0 0-1,0-1 0,0 0 1,0 0-1,0-1 0,0 0 0,0-1 1,10-2-1,-14 1-7,1 1-1,-1-1 1,1 0 0,-1 0-1,0 0 1,0-1 0,0 0-1,-1 0 1,1 0-1,-1 0 1,0-1 0,5-7-1,4-7-69,-1-1 0,-1-1 0,-1 0 0,-1 0 0,0-1 0,-2 0 0,-1-1 0,0 1-1,3-37 1,-2-20-927,-5-116-1,-4 104 580,-8-61 378,0-1-768,27 153-9769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33.8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32 5747,'0'0'3988,"0"-5"-2974,0-16-46,0 16 2381,0 7-3248,-1 165 594,2 189 561,27-5-134,-26-334-1062,12 59 319,-13-68-307,2-1 1,-1 0 0,1 0 0,0 0 0,1 0 0,0 0 0,7 10 0,-10-16-56,1 0 0,-1 1-1,0-1 1,1 0 0,-1 0 0,1 0 0,-1 0-1,1 0 1,-1 0 0,3 0 0,-3-1-9,-1 0 0,1 1 0,-1-1 0,0 0 0,1 0 0,-1 0 0,1 0 0,-1 0 0,1 0 0,-1 0 0,0 0 0,1 0 0,-1 0 0,1 0 0,-1 0 0,1-1 0,-1 1 0,0 0 0,1 0 0,-1 0 0,1-1 0,-1 1 0,0 0 0,1 0 0,-1-1 0,0 1 0,1 0 0,-1-1 0,0 1 0,0 0 0,1-1 0,-1 1-1,0 0 1,0-1 0,1 1 0,-1-1 0,0 1 0,0 0 0,0-1 0,0 1 0,0-1 0,0 1 0,0-1 0,0 1 0,0 0 0,0-2 0,3-89-1973,-3 51-3082,5-44 1,2 46-1197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34.1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339 14 3666,'0'0'12187,"3"-2"-11539,5-8-385,-10 8-201,-10 8-8,-114 77 330,54-32-363,48-35-101,0 1 0,2 0 0,-28 29 0,48-45 72,1 1-1,-1-1 0,1 1 1,0-1-1,0 1 1,-1-1-1,1 1 0,0 0 1,0 0-1,0 0 1,1-1-1,-1 1 0,0 0 1,1 0-1,-1 0 1,1 0-1,0 0 0,0 0 1,-1 0-1,1 0 1,1 0-1,-1 0 0,0 0 1,0 0-1,1 0 1,-1 0-1,1 0 0,0 0 1,-1 0-1,1 0 1,0 0-1,0 0 0,0-1 1,0 1-1,1 0 1,-1-1-1,0 1 0,1-1 1,-1 1-1,3 1 1,7 5 23,0-1 1,1 0-1,0 0 1,0-1-1,14 4 1,-6 0 123,80 32 301,28 15 48,-107-46-369,-1 0 0,-1 1 0,0 1 0,17 16 0,-38-30-821,-20-25-3102,-1-13-1382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34.7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70 6819,'0'0'5376,"6"-12"-4642,17-34-62,-17 35 1940,-7 15-2482,1 0 1,-1 0 0,1 0-1,0 0 1,0 0-1,0 1 1,1 5-1,0 3 10,-11 125 1101,10-122-1096,5 163 1391,-2-150-1311,1 0 1,1 0 0,2-1-1,11 32 1,-10-37-80,1-1 0,2 0-1,14 25 1,-21-41-125,0-1 1,0 1-1,0-1 0,1 0 0,-1 0 1,1 0-1,0-1 0,1 0 0,-1 0 1,1 0-1,0 0 0,0-1 1,0 0-1,0 0 0,1-1 0,8 3 1,-10-4-8,1 0 0,0 0 0,0-1 0,0 1 0,0-1 0,0 0 0,0-1 0,0 1 0,0-1 0,-1-1 0,1 1 1,0-1-1,-1 0 0,1 0 0,-1 0 0,1-1 0,-1 0 0,7-5 0,-3 0 14,-1 0-1,1 0 1,-2-1-1,1-1 1,-1 1-1,-1-1 0,0 0 1,8-18-1,0-3-328,-2 0 0,-2-1 0,0 0 0,-2-1 0,-2 0-1,-1-1 1,-1 1 0,-2-48 0,-1 38-517,-4-65-566,2 97 1375,0 0 0,-1-1 0,-1 1-1,0 0 1,-1 0 0,0 1-1,-7-14 1,6 18 372,2 10 633,3 17-3426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35.2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6467,'0'0'8977,"0"5"-7880,-1 125 516,-1 8 591,22 192 0,-19-322-2101,3 14 219,-4-22-306,0 1-1,0 0 0,1-1 0,-1 1 0,0-1 0,0 1 0,1-1 1,-1 1-1,0-1 0,1 1 0,-1-1 0,1 1 0,-1-1 1,0 0-1,1 1 0,-1-1 0,1 1 0,-1-1 0,1 0 0,-1 0 1,1 1-1,-1-1 0,1 0 0,0 0 0,-1 0 0,1 1 0,-1-1 1,2 0-1,-2-1-2,1 0 1,0 0-1,0 0 1,-1 0-1,1 0 1,-1 0-1,1 0 1,-1 0 0,1 0-1,-1 0 1,0 0-1,1-1 1,-1 1-1,0 0 1,0 0-1,0 0 1,0 0-1,0-1 1,0 1-1,0-1 1,0-3 25,3-187-801,-1 13-1360,-2 171 2048,1 0 1,1 0 0,-1 0 0,1 0 0,1 0-1,-1 0 1,1 1 0,1-1 0,-1 1 0,1 0 0,1 0-1,5-7 1,-7 10 81,1-1 1,1 1-1,-1 0 0,0 1 0,1-1 1,0 1-1,0 0 0,0 0 0,0 0 1,1 1-1,-1-1 0,1 1 0,-1 1 1,1-1-1,0 1 0,-1 0 0,9 0 1,-4 0 51,0 0 0,0 1 1,1 0-1,-1 0 0,0 1 1,1 1-1,-1 0 1,0 0-1,0 1 0,10 4 1,-17-5-76,0-1 0,0 0 0,0 0 0,0 0 0,0 0 0,7 1 0,3-2-6627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38.0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46 133 6963,'0'0'9300,"-46"-57"-8627,46 54-65,7 3-432,28 0-32,14 0 0,14 0-32,3 0-112,0-9-80,1-10-1424,-12-3-1922,-13 0-3313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41.2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220 94 3794,'0'0'3548,"0"-4"-2798,0-5-544,1 3 420,-1-1 1,-1 0-1,1 0 1,-1 1-1,-2-10 1,3 14-585,-1 1 1,1-1 0,-1 1-1,0-1 1,1 1-1,-1 0 1,0-1-1,0 1 1,0 0 0,0-1-1,0 1 1,0 0-1,0 0 1,-1 0 0,1 0-1,0 0 1,-1 0-1,1 0 1,0 0-1,-1 1 1,1-1 0,-1 0-1,1 1 1,-1-1-1,0 1 1,1 0-1,-1 0 1,1-1 0,-1 1-1,-1 0 1,-28-1-47,21 0 16,-1 1-1,0 0 0,1 0 1,-14 3-1,20-1-11,1-1 0,0 0 0,1 1 0,-1 0 0,0 0 0,0 0 0,1 0 0,-1 0 0,1 0 0,0 1 0,-1-1 0,1 1 0,0-1 1,1 1-1,-1 0 0,0 0 0,-2 6 0,-1 3-2,0 1 0,-6 25 0,5-4 20,2 0-1,1 1 1,2 60 0,1-50 111,2 17 637,18 109 0,27 62 772,-12-69-825,-13-37-183,15 71 658,-37-197-1175,1 1 36,-1 0-1,0-1 0,1 1 0,-1 0 1,1 0-1,-1-1 0,1 1 0,0 0 0,0-1 1,0 1-1,0 0 0,2 1 0,-2-2 176,-1-6-141,-2-8-564,1 0 0,-2 0-1,0 0 1,0 0 0,-7-14-1,4 9-1005,0 1 0,-5-33-1,7 2-2612,4-4-553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42.0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7 295 4818,'0'0'2281,"-1"-23"-1995,-4-69 7,4 86-157,1 0 0,0 0 0,0 0-1,1 0 1,0 0 0,0 0 0,0 1 0,3-9-1,-2 10 60,0 0 0,0 1 0,1 0 0,-1-1 0,1 1 0,0 0 0,5-4 0,1-3 65,0 2-214,-1 1 1,1 0-1,1 1 0,-1-1 1,1 2-1,0-1 1,0 2-1,1-1 1,-1 1-1,1 1 1,0 0-1,0 0 1,12 0-1,19-2 564,0 3 1,52 3-1,-27 1-223,-55-2-310,-10-1-57,0 1 0,0 0 0,0-1 0,0 1 0,0 0 0,1 0 0,-1 1 0,0-1 0,0 0 0,0 1 0,0-1 1,0 1-1,0 0 0,0 0 0,0 0 0,0-1 0,-1 2 0,1-1 0,0 0 0,0 0 0,-1 1 0,1-1 0,-1 1 0,1-1 0,-1 1 0,2 1 1,5 11 186,-1 1 0,0 0 0,0 0 1,-1 0-1,-1 1 0,-1-1 1,0 1-1,2 24 0,-3 3 78,-2 87 0,-3-118-257,0 0-1,0 0 1,-1 0 0,-1 0-1,0 0 1,0-1-1,-1 0 1,-1 0-1,-8 12 1,-5 6 136,-45 53-1,52-69-114,0 0 0,-1-1-1,-1-1 1,1 0 0,-29 16 0,32-21-25,0-1 0,-1 0 0,0-1 0,0-1 0,0 1 0,-1-2 0,1 1 1,-1-2-1,-19 1 0,28-1-16,0-1-1,1 0 1,-1-1 0,1 1 0,-1 0-1,1-1 1,-1 0 0,1 1 0,-1-1-1,1 0 1,-1 0 0,1 0 0,0-1-1,0 1 1,-1-1 0,1 1 0,0-1-1,0 0 1,1 1 0,-1-1 0,0 0-1,1 0 1,-1 0 0,1-1 0,-1 1-1,1 0 1,0 0 0,0-1-1,-1-3 1,-1-5-197,1 0 0,0-1 0,1 1 1,0-1-1,1-14 0,0 19 1,0 6 167,0 0-1,0 0 0,0-1 1,1 1-1,-1 0 0,0 0 1,0 0-1,1 0 1,-1 0-1,1 0 0,-1 0 1,1 0-1,-1 0 0,1 0 1,0 0-1,-1 0 0,1 0 1,0 0-1,0 0 1,0 0-1,-1 1 0,1-1 1,2-1-1,-1 1 10,1 0 0,-1 0 0,1 0 0,-1 1 0,1-1 0,-1 1 0,1-1 0,0 1 0,-1 0 0,5 0-1,0 1 16,0-1 0,0 2 0,0-1 0,0 1-1,0 0 1,0 0 0,0 1 0,9 5-1,1 3 96,-1 1-1,0 0 0,0 2 0,25 28 0,48 75 1074,-9 14 157,0 2-276,-73-124-1003,-1 0-1,1 0 1,0-1 0,1 0-1,9 8 1,-14-13-43,0-1 0,0 0 0,1 0 0,-1 0 0,1-1 0,-1 1 0,1-1 0,-1 0 0,1 0 0,0 0 0,0 0 0,-1-1 0,1 1 0,0-1 0,0 0 0,0 0 0,6-2 0,-7 2-4,-1-1-1,1 1 1,-1-1-1,1 0 1,-1 0-1,1 0 0,-1-1 1,0 1-1,0 0 1,1-1-1,-1 1 1,0-1-1,0 0 1,-1 0-1,1 0 1,3-4-1,-1-1-135,0 1 0,-1-1 0,0 0 0,3-11-1,-2 5-778,-1 0 0,4-26 0,-5-27-4565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42.5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213 10 5907,'0'0'6827,"0"-6"-6119,0 3-667,0 6 226,-1 3-238,0 0 0,0 1 0,-1-1 1,1 0-1,-2 0 0,1 0 0,-1 0 0,-4 7 0,-7 18 64,-81 259 1464,28 3 56,62-268-1470,1-11-8,2 1 1,0-1 0,0 0 0,2 22-1,2-61-639,1 0-1,1 0 0,14-44 1,3-11-2709,-11 22-893,-2 4-1388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42.9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7619,'0'0'4915,"5"-5"-4632,10-9-125,-14 13-122,-1 1-1,1-1 1,0 1-1,-1-1 1,1 1-1,0-1 1,0 1 0,-1-1-1,1 1 1,0 0-1,0-1 1,0 1-1,-1 0 1,1 0-1,0-1 1,0 1-1,0 0 1,0 0-1,-1 0 1,1 0-1,0 0 1,0 0 0,0 1-1,0-1 1,0 0-1,-1 0 1,1 1-1,0-1 1,0 0-1,0 1 1,-1-1-1,2 1 1,9 14 390,0 1 0,-1 0 0,-1 0 0,-1 1 0,0 0 0,6 21 0,5 9 105,81 199 1410,57 126-317,-116-298-1243,-59-105-2847,-2 1-1,0 1 1,-29-30-1,21 27-1606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43.2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76 12614,'0'0'2993,"199"3"-1744,-126-13-657,1-15-480,-15 6-112,-14 7-96,-17 2-1009,-10 7-2320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44.6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 3105,'-6'3'13572,"45"7"-12954,0-2 0,79 4 1,-22-8-963,-20-4-4428,-65 0 3231,-25 0-4331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45.2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2865,'3'2'12920,"2"-1"-12591,485-1 1507,-489 0-2031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51.4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199 75 1088,'0'0'6593,"1"-7"-5766,4-23 61,2 4 2046,-3 14 877,-30 12-3785,22 0-27,-1 1-1,1-1 1,-1 1-1,1 0 0,0 0 1,-1 1-1,1-1 1,0 1-1,0 0 0,0 0 1,0 0-1,0 0 1,0 1-1,1 0 0,-1 0 1,1 0-1,0 0 1,0 0-1,-4 7 0,-8 6 5,1 1 0,-13 19-1,23-28-1,0-1 0,0 1 0,0-1 0,1 1 0,0 0 0,1 0 0,-1 1 0,0 12-1,-7 44 34,5-40 36,2-1-1,-1 28 1,4-31 25,4 85 346,-3-92-344,2 0 1,0-1-1,0 1 1,1-1-1,9 21 1,4 0 246,2-1 1,1-1-1,1 0 1,2-1 0,31 33-1,-48-59-285,-1 0-1,1-1 0,0 0 1,0 0-1,1 0 1,-1 0-1,1-1 0,0 0 1,0-1-1,0 1 0,0-1 1,0-1-1,15 2 1,5 0 138,1-3 0,37-2 0,-51 1-149,-7 0-36,0 0 1,-1-1-1,1 0 0,-1 0 1,1 0-1,-1-1 0,0 0 0,1 0 1,-2 0-1,7-5 0,9-8 38,24-22-1,-41 34-48,6-5-16,-1-1 1,-1 0-1,0-1 1,0 0-1,-1 0 1,-1 0-1,0-1 1,0 0 0,-1 0-1,-1-1 1,0 1-1,0-1 1,2-20-1,-1-16-82,-1 0 0,-4-66 0,-1 51 62,0 58 31,0 0-1,0 0 0,-1 1 1,1-1-1,-1 0 0,0 1 1,-1 0-1,1-1 0,-1 1 1,-6-8-1,-5-6-5,-20-22-1,26 31-15,-1 0-1,-1 1 0,0 1 1,0 0-1,0 0 0,-1 1 1,0 0-1,-1 1 0,1 0 1,-1 0-1,0 2 0,-1 0 1,1 0-1,-1 1 0,1 0 1,-1 1-1,0 1 0,-25 0 1,31 1 19,-9 0-8,0 0 1,0 0-1,0-2 0,0 0 1,0-1-1,-19-6 0,26 7-47,1 0-1,-1 1 1,0 0 0,0 0-1,0 1 1,-10 1 0,0-1-934,19 25-2804,0-12 1394,0 2-1705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52.6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6 637 4306,'-5'0'12379,"95"1"-11698,-16 1-571,76-9 1,-142 7-105,0-1 0,0-1 0,0 0 0,0 0 1,0-1-1,0 1 0,-1-2 0,1 1 0,-1-1 0,0 0 1,0-1-1,6-5 0,-9 6 1,0 0 0,0 0 0,0 0 0,-1-1 0,0 0 0,0 1 0,0-1 0,-1 0 0,1-1 0,-1 1-1,0 0 1,-1-1 0,1 1 0,-1-1 0,0 1 0,-1-1 0,1-11 0,-1-7-158,1 14 146,-1-1 0,0 1 0,-1-1 0,0 1 0,0-1-1,-1 1 1,-6-19 0,-20-27-277,-9-24 246,33 70 57,1 0 0,0-1 0,0 1 0,1-1 0,1 1 0,-1-15 0,2 12 32,3-24 151,-2 34-200,-1 1 1,1 0-1,0 0 1,0 0-1,1-1 1,-1 1 0,0 0-1,1 1 1,-1-1-1,1 0 1,0 0-1,-1 1 1,4-3-1,4-3 23,1 2-1,-1-1 0,1 1 0,0 1 1,1-1-1,-1 2 0,1-1 0,0 2 1,11-2-1,16-2 61,48 1 0,-47 4 15,-21 0-60,6-1-23,0 1 0,47 5 0,-67-2 1,1 0-1,-1 0 1,0 0 0,0 0-1,0 1 1,0-1-1,-1 1 1,1 0 0,-1 0-1,1 1 1,-1-1-1,0 1 1,0-1 0,2 6-1,5 5 97,-1 1-1,11 23 0,-14-21-67,0 1 0,-2-1 0,0 1 0,0 0 0,-2 0 1,0 0-1,-2 1 0,0-1 0,-4 34 0,2-41-21,-1 0 1,-1-1 0,1 1-1,-2 0 1,0-1 0,0 0-1,0 0 1,-8 9 0,-10 20 11,18-29-4,1-1 1,0 1 0,0 0 0,1 0-1,1 0 1,0 0 0,0 0 0,1 1-1,0 19 1,1-29-14,0 1-1,0 0 1,1-1-1,-1 1 0,1 0 1,-1-1-1,1 1 1,0 0-1,0-1 1,-1 1-1,1-1 0,0 1 1,0-1-1,0 0 1,1 1-1,-1-1 1,0 0-1,0 0 1,1 0-1,-1 0 0,1 0 1,-1 0-1,1 0 1,-1 0-1,1-1 1,0 1-1,1 0 0,7 2 30,0-1-1,-1 0 0,16 2 1,-24-4-50,44 4 110,1-3 1,56-4-1,-92 2-210,0 0-1,0-1 1,0 0 0,-1-1 0,1 0-1,-1 0 1,1-1 0,-1 0 0,10-8-1,-16 11-1556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53.0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63 13142,'0'0'2801,"17"-50"-6819,-10 44 769,-3-1-641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57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2 239 5731,'0'0'1830,"0"2"-1334,-1 5-35,1-6-91,0 0-1,0 1 0,0-1 0,0 0 0,0 1 1,0-1-1,0 0 0,0 1 0,0-1 1,1 0-1,-1 1 0,0-1 0,1 0 0,-1 0 1,1 1-1,1 0 0,9 3-1038,287 0 2004,-176-6-1293,-67-2 7,85-15-1,-41 4 15,210-27 39,-112 15-47,-14 1 7,329 3 100,-54 4-57,83 7-75,-217 10-7,-200-1-23,296-19 43,99-19-19,-114 30 32,-81 12 198,346-4 439,-496-12-678,28 0 234,-125 14 3513,-81 1-4637,-69 22-4546,18-12-2010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58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0 7043,'0'0'8644,"-1"2"-8206,-2 3-374,-1 1 0,0 0 1,0-1-1,0 0 0,-1 1 1,0-2-1,0 1 0,-7 5 1,-18 18 44,8-1-24,1 2 1,1 0-1,2 2 0,1 0 0,-14 34 0,7-3 17,-29 113 0,40-107 40,3 1 0,2 0 0,4 0 0,5 87 0,2-120 60,1 0 1,2 0 0,1-1-1,23 68 1,-3-35 216,50 94 0,-49-109-68,60 82-1,-75-118-272,0-1-1,1 0 1,0-1-1,2-1 0,-1 0 1,2-1-1,0-1 1,28 16-1,-38-25-31,0 0 0,0 0 0,1 0 0,-1-1 0,1 0 0,0 0 0,13 1 0,-20-3-19,-1-8-785,-1-1-1,0 1 1,-1 0 0,0 0-1,-6-14 1,-5-26-5956,9 11-1743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58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44 4482,'0'0'6640,"0"-7"-5676,-3-30 3454,3 40-4456,0 60 113,10 74 0,9 35 738,4 31 391,-21-191-1077,0-1 1,1 1-1,0 0 1,5 11-1,-5-79-4817,-3 16 1182,0-3-1321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59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60 7587,'0'0'8452,"-32"-59"-8164,39 59-752,11 0-720,3 0-1329,7 12-3938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1:59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305 762 6195,'0'0'6998,"14"0"-6505,44 0-197,-43 0 139,-16-13 1748,-1 10-2135,0 1 1,1 0-1,-1 0 1,0 0-1,0 0 0,0 1 1,0-1-1,0 0 1,-1 1-1,1 0 1,0-1-1,-1 1 1,1 0-1,-6-1 1,-38-10 61,18 10-138,-54 1 0,43 1-1,33 1 22,0-1 0,1 1 0,-1 0 0,1 1 0,-1 0 0,1-1 0,0 2 0,0-1 0,0 0 0,0 1 0,0 0 0,0 0 0,1 1 0,-1-1 0,1 1 0,0 0 0,0 0 0,0 1 0,1-1 0,0 1 0,0-1 0,-3 6 0,-1 3 3,0 0 0,1 1 0,1 0 1,0-1-1,1 2 0,0-1 0,-2 22 0,0 43 796,7 106 0,0-159-407,-1-20-290,0 0 1,0 0 0,1 0 0,0 0-1,0-1 1,1 1 0,0 0 0,3 7-1,-4-11-50,1 1 0,-1-1-1,1 0 1,0 0 0,0 0-1,-1 0 1,2 0 0,-1 0 0,0-1-1,0 1 1,0-1 0,1 1-1,-1-1 1,1 0 0,-1 0-1,1 0 1,-1 0 0,1 0 0,5 0-1,-3 0-3,1 0 1,0 0-1,0 0 0,0-1 0,0 0 1,0-1-1,0 1 0,0-1 0,0 0 1,0 0-1,0-1 0,0 0 0,-1 0 1,1 0-1,-1-1 0,1 0 0,-1 0 1,0 0-1,0-1 0,0 1 0,-1-1 1,1 0-1,-1-1 0,0 1 0,5-8 1,5-8-173,-1-1 0,-1 0 0,0-1 0,-2-1 1,-1 0-1,0 0 0,-2 0 0,0-1 0,5-45 1,-5-14-1293,-3-132 1,-5 127 991,1 34 5,2 12-458,-2 1 1,-3 0-1,-1-1 0,-9-40 0,-42-86-1071,24 80 2462,29 80-382,-2-7 794,3 15-101,0 10 257,1 36-376,-1 0-203,2 1 0,8 50 1,79 638 2267,-84-677-2496,9 93 395,-9-123-338,1 1-1,2-1 1,10 29 0,-16-55-295,11 27 356,-11-28-365,-1 0 0,1 0 0,-1 0 0,1 0 0,0 0 0,0 0 1,-1-1-1,1 1 0,0 0 0,0 0 0,0 0 0,0-1 0,0 1 0,0 0 1,0-1-1,0 1 0,0-1 0,0 1 0,0-1 0,1 0 0,0 1 0,-1-8 65,-1-9-412,0-7-3509,-4-44 0,-3 39-1658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00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1 451 6499,'0'0'8228,"13"-10"-7217,83-65 440,2-15-534,-85 76-922,-1 1 1,-1-2-1,0 1 0,-1-2 0,10-19 1,-17 26-84,0 0-1,0-1 1,-2 1 0,1-1 0,-1 1 0,0-1 0,-1 1 0,-1-19 0,0 2-149,1 24 230,0 1 0,0-1 1,-1 0-1,1 1 0,-1-1 0,1 1 0,-1-1 1,0 0-1,0 1 0,1 0 0,-1-1 1,0 1-1,0-1 0,-1 1 0,1 0 1,0 0-1,0 0 0,0-1 0,-1 1 0,1 1 1,-1-1-1,1 0 0,-1 0 0,1 0 1,-1 1-1,1-1 0,-1 1 0,0-1 1,1 1-1,-1 0 0,-3-1 0,-8 0-16,0-1 0,0 2 0,-16 0 0,13 1-15,11-2 37,0 1-1,-1 0 1,1 1-1,0-1 1,0 1 0,0 0-1,-1 0 1,1 1 0,0-1-1,0 1 1,1 0-1,-1 1 1,0-1 0,1 1-1,-1 0 1,1 0-1,0 0 1,0 1 0,0-1-1,0 1 1,1 0 0,-1 0-1,1 0 1,0 1-1,0-1 1,-2 7 0,1-2 7,0 0 0,1 1 1,0-1-1,1 1 0,0-1 1,-1 17-1,2 60 415,1-48-6,0-23-164,1-1-1,0 0 1,1 1-1,1-1 1,0 0 0,1 0-1,0 0 1,7 14 0,-7-21-140,-1 0 0,2 0 0,-1 0 0,1-1 0,-1 1 0,2-1 0,-1-1 0,1 1 0,0-1 0,0 0 0,0 0 0,1 0 0,-1-1 0,1 0 0,1-1 0,8 5 0,-4-5-45,-1-1 0,1 1 1,0-2-1,0 0 0,0 0 0,-1-1 0,1 0 0,22-4 0,-31 3-91,0 1 1,0-1-1,0 0 0,0 0 0,0-1 0,-1 1 1,1-1-1,0 1 0,0-1 0,-1 0 0,0 0 0,1 0 1,-1 0-1,0 0 0,0-1 0,0 1 0,0-1 1,0 1-1,0-1 0,2-5 0,-2 1-729,1 0-1,-1 0 0,0 0 1,-1 0-1,0 0 1,0-1-1,0-13 1,-1-11-6263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01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316 138 6819,'0'0'4455,"5"-12"-3681,16-40 37,-20 50-711,0 1 0,0-1 0,-1 1 0,1-1 0,-1 0 0,1 1 0,-1-1 0,0 0-1,1 0 1,-1 1 0,0-1 0,0 0 0,0 1 0,0-1 0,-1 0 0,1 0 0,0 1 0,-1-1 0,1 0 0,-1 1-1,0-1 1,1 1 0,-1-1 0,0 1 0,0-1 0,0 1 0,0-1 0,-3-1 0,1 0-125,-1 1 0,0 0 0,0 0 0,0 1 0,0-1 1,0 1-1,0 0 0,-6-1 0,0 0 177,-7-1-65,0 1 1,0 1 0,-1 0 0,-20 3 0,-4-1 86,39 0-156,0 0-1,0-1 1,-1 1 0,1 1-1,0-1 1,0 0-1,0 1 1,1 0 0,-1-1-1,0 1 1,0 0-1,1 1 1,-1-1 0,1 0-1,-3 5 1,-3 2 19,1 0 0,0 1 0,-6 11 0,4-5 50,2 1 1,0 0 0,1 0 0,1 1-1,0 0 1,1 0 0,-1 24-1,2 131 1809,4-99-990,-1-61-712,1 0 1,0 0-1,1 0 1,0 0 0,1 0-1,1-1 1,9 25 0,-11-32-142,0-1 1,1 1-1,-1-1 1,1 0-1,0 0 1,0 0-1,0 0 1,1-1-1,-1 1 1,1-1-1,0 0 1,0 0-1,0 0 1,0 0-1,1-1 1,-1 0-1,1 0 1,-1 0-1,1 0 1,0-1-1,0 0 1,0 0-1,9 1 1,-7-1-11,0-1 0,0 0 1,0-1-1,0 1 0,0-1 1,0-1-1,0 1 0,7-4 1,-9 3-35,0-1 1,0 0 0,0 0-1,-1 0 1,1 0 0,-1-1-1,0 1 1,0-1 0,-1 0-1,7-9 1,0-2-205,0-1 0,-1 0 0,-1-1 1,-1 0-1,0 0 0,-2 0 0,1-1 0,2-24 0,-1-3-472,-2-1-1,-2-54 1,-3-80-1534,0 178 2139,0 13-15,15 193 2434,-6-115-1358,-7-67-808,14 110 925,-13-115-1001,1 1-1,1-1 1,0 0 0,1-1 0,12 23 0,-17-37-115,0-1-4,-1 1 0,1-1 0,0 1 0,0-1 0,-1 0-1,1 1 1,0-1 0,0 0 0,0 0 0,1 1 0,-1-1 0,0 0 0,0 0 0,0 0 0,1-1 0,2 3-1,-3-14-1702,-1-22-932,0-18-1811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01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7059,'0'0'8305,"4"7"-6779,4 22-769,-2 0 1,0 0-1,2 45 0,-6-52-568,23 341 2125,0-4-882,-22-317-1250,2 1 0,2-2 0,25 82 0,-29-116-174,0 0-1,0 0 1,1 0 0,0 0-1,0-1 1,0 1 0,1-1-1,0 0 1,0-1-1,1 1 1,0-1 0,0 0-1,0 0 1,0-1 0,11 6-1,-9-7-15,1 0 0,-1 0 0,0-1 0,1 0 0,0 0 1,-1-1-1,1 0 0,0 0 0,0-1 0,0-1 0,-1 1 0,18-5 0,-18 3-110,0 0 0,-1 0 1,1-1-1,-1-1 1,1 1-1,-1-1 1,0-1-1,0 1 1,-1-1-1,0 0 1,0 0-1,10-12 0,-9 9-789,0 0 0,-1-1 0,-1 0 0,1 0 0,-1 0 0,-1-1-1,0 0 1,0 0 0,3-14 0,-1-21-8788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02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9732,'0'0'6374,"30"7"-5584,-10-2-655,-2-3-37,0 2 0,-1 1 0,0 0 0,0 1 0,0 0 0,-1 2 0,0 0 0,0 1 0,-1 0 1,23 19-1,-11-1 61,-2 0 0,-1 1 1,-2 2-1,0 0 0,-2 2 1,-2 0-1,0 1 0,-3 0 1,18 53-1,-12-18-46,-3 1 0,-3 0 0,-3 1 0,3 73 0,-10-33-64,-10 141-1,-2-179-57,-3 0 0,-36 136-1,-90 155-803,124-335 405,-1 0 1,-1-1 0,-1 0-1,-2-1 1,-24 30 0,37-52-92,0 0 1,0 0-1,0 0 0,-1 0 1,1-1-1,-1 0 1,0 0-1,-6 3 0,6-4-899,1-1 0,-1 0 1,0 0-1,1-1 0,-1 1 0,0-1 0,-4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57 1249,'0'0'15065,"0"0"-15023,-1 0-1,1 0 1,-1 0-1,1 0 1,-1-1-1,0 1 1,1 0-1,-1 0 1,1-1 0,-1 1-1,1 0 1,-1-1-1,1 1 1,0-1-1,-1 1 1,1 0-1,-1-1 1,1 1-1,0-1 1,-1 0 0,-3-9-41,4 7-23,-1 0 0,0 0 0,0 0 0,-1 0-1,1 1 1,-1-1 0,1 0 0,-1 1 0,0-1 0,0 1 0,-3-4-1,5 6 19,0 0 0,0 0-1,0-1 1,-1 1 0,1 0 0,0 0-1,0-1 1,0 1 0,0 0-1,-1 0 1,1 0 0,0 0-1,0-1 1,-1 1 0,1 0-1,0 0 1,0 0 0,-1 0-1,1 0 1,0-1 0,0 1-1,-1 0 1,1 0 0,0 0 0,-1 0-1,1 0 1,0 0 0,0 0-1,-1 0 1,1 0 0,0 0-1,-1 0 1,1 0 0,0 1-1,0-1 1,-1 0 0,1 0-1,0 0 1,0 0 0,-1 0-1,1 0 1,0 1 0,0-1 0,-1 0-1,1 0 1,0 0 0,0 1-1,0-1 1,-1 0 0,1 0-1,0 1 1,0-1 0,0 0-1,0 0 1,0 1 0,0-1-1,0 0 1,-1 0 0,1 1-1,0-1 1,0 1 0,-1 26-61,1-14 43,0 87 168,4 0 1,26 154 0,-6-106 407,56 260 853,-76-396-1328,-1 0 0,1 0 1,1-1-1,0 1 0,1-1 0,9 14 1,-15-24-65,1 0 0,0 0 0,0 0 0,-1 1 0,1-1 0,0-1 0,0 1 1,0 0-1,0 0 0,0 0 0,0 0 0,0-1 0,0 1 0,1 0 0,-1-1 1,0 1-1,0-1 0,1 0 0,-1 1 0,3-1 0,-3 0 54,-1-23-889,-4-32-1,3 46 343,-1 1 1,0-1-1,0 1 0,-1 0 0,0 0 0,-8-14 0,-16-22-2777,-1 0-1643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2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36 306 6979,'0'0'5517,"-6"-21"-4807,-17-66-368,21 82-272,1 0 1,0 0 0,0 0 0,0 0-1,1 0 1,-1-11 0,2 6 95,0 6-157,0 0-1,0 0 1,0 1 0,0-1-1,1 0 1,-1 1 0,1-1-1,0 0 1,0 1 0,1 0-1,-1 0 1,1 0 0,-1 0-1,1 0 1,0 0 0,0 1-1,0-1 1,0 1 0,5-3-1,6-4 18,1 1-1,0 0 1,21-8-1,-11 8-4,1 1 0,1 1 0,-1 1 0,1 1 0,0 2 0,0 0 0,45 4 0,-61 0-12,-1 0 0,1 0 0,0 1 0,-1 0 0,1 1 0,-1 0 0,0 1 0,0 0 0,-1 1 0,1-1 0,-1 2-1,16 14 1,-4-1 189,-1 1 0,-1 0-1,30 45 1,-19-18 48,-2 2 1,-3 1-1,-1 1 0,-4 0 0,-1 2 0,13 62 1,-26-77-95,-1-1 1,-1 1-1,-4 53 1,0-67-40,0-6-70,-2-1 1,-1 1-1,0-1 1,-1 1-1,-1-1 1,-1-1-1,0 1 1,-2-1 0,0 0-1,0 0 1,-2-1-1,0 0 1,-1-1-1,-24 26 1,22-27-23,0-1 0,-1 0 0,-1-1 1,0 0-1,-1-2 0,0 0 0,0 0 0,-1-2 1,0 0-1,-1 0 0,0-2 0,0-1 0,0 0 0,-31 4 1,32-7-20,0-1 0,0 0 0,1-2 0,-24-2 0,36 2-33,0 1 0,1-1 0,-1 0 0,0-1 0,1 1 0,-1 0 0,1-1 0,-1 0 0,1 0 0,0 0 0,0 0 0,0-1 0,0 1 0,0-1-1,0 0 1,1 0 0,-1 0 0,1 0 0,0 0 0,0 0 0,0 0 0,0-1 0,0 1 0,-1-6 0,0-2-188,1 1 1,-1-2-1,2 1 0,0 0 1,0-19-1,1 25 31,0 0 0,0 0 0,1 0 0,0 0-1,0 0 1,0 0 0,1 1 0,0-1 0,0 0 0,0 1 0,0 0 0,0-1-1,1 1 1,0 0 0,4-5 0,33-20-2941,8 0-2221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3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39 4082,'0'0'4815,"0"-7"-4278,-2-16-287,2 14-65,3 23-31,38 319 5395,-38-299-5075,1 15 184,2 1 1,15 58 0,-20-107-647,-1 0 0,1 0 0,-1 1 0,1-1 0,-1 0 1,1 0-1,0 0 0,0 0 0,-1 0 0,1 0 0,0 0 0,0 0 1,2 1-1,3-2 37,-2-11-135,-4 5-10,3-22-1798,-1 0 0,-1 0-1,-2 0 1,-6-46 0,4 64 639,-1-1 1,0 1-1,-8-13 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3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9957,'0'0'0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4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2193,'0'0'8847,"0"-6"-7673,0-28 1659,0 41-2785,24 281 1317,-9-172-727,1 57 270,26 189 551,-41-357-1446,13 61 289,-12-60-230,0-1 0,0 1 0,0-1 0,1 1 0,-1-1 0,2 0 0,-1 0 0,6 7 0,-8-11-68,-1-1-1,0 0 1,0 1-1,0-1 1,0 0-1,0 0 1,0 1-1,1-1 1,-1 0-1,0 0 1,0 1 0,0-1-1,1 0 1,-1 0-1,0 0 1,0 1-1,1-1 1,-1 0-1,0 0 1,0 0-1,1 0 1,-1 0-1,0 1 1,0-1 0,1 0-1,-1 0 1,0 0-1,1 0 1,-1 0-1,0 0 1,1 0-1,-1 0 1,0 0-1,0 0 1,1 0-1,-1 0 1,0 0 0,1-1-1,-1 1 1,0 0-1,1 0 1,-1 0-1,0 0 1,0 0-1,1-1 1,-1 1-1,0 0 1,0 0 0,0 0-1,1-1 1,-1 1-1,0 0 1,0 0-1,0-1 1,0 1-1,1 0 1,-1 0-1,0-1 1,0 1-1,0 0 1,0-1 0,0 1-1,0 0 1,0-1-1,2-21 26,-2 19-69,1-22-885,-1 0 0,-2 1 0,0-1 0,-1 1 0,-2-1 0,-12-42 0,-7 3-2685,2-4-1413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4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1 256 6003,'0'0'1147,"12"-28"-328,-12 28-819,59-119 688,-57 113-672,1 1 0,1 0 0,-1-1 0,1 1 0,0 1 0,0-1 1,0 0-1,1 1 0,-1 0 0,1 0 0,0 1 0,1-1 0,-1 1 0,0 0 0,1 0 0,6-2 0,0 0 7,4-1 222,0 1-1,0 0 0,1 1 0,0 0 0,0 2 0,0 0 0,0 1 0,0 0 0,28 4 1,-40-3-121,1 1 0,0 0 0,-1 1 0,1-1 0,-1 1 0,0 0 0,1 0 0,-1 1 0,0 0 0,-1 0 0,1 0 0,0 0 0,-1 1 0,0 0 0,1-1 0,-1 2 0,-1-1 0,1 0 0,-1 1 0,0 0 0,0 0 0,0-1 0,-1 2 0,4 8 0,0 3 209,0 0 1,-2 1-1,0-1 1,-1 1-1,-1 0 1,0 32-1,-2-26-109,1 7 131,-5 33 0,3-54-277,-1 1 1,-1-1-1,0 1 1,0-1-1,-1 0 1,-9 18-1,4-12-18,0-1 0,-1 1-1,-19 20 1,26-32-54,-1 0 0,0-1 0,1 1 0,-1-1 0,0 0 0,-1 0 0,1 0 0,0-1 1,-1 1-1,0-1 0,1 0 0,-1-1 0,0 1 0,0-1 0,0 0 0,-10 1 0,12-2-23,-1 1-1,1-2 1,0 1 0,-1 0-1,1-1 1,0 1-1,-1-1 1,1 0 0,0 0-1,0 0 1,0-1 0,0 1-1,-4-4 1,4 3-65,1 0 0,0 0 1,1 0-1,-1-1 0,0 1 0,1-1 0,-1 1 1,1-1-1,0 0 0,0 1 0,0-1 0,0 0 0,0 0 1,0-3-1,-1-10-809,1 1 0,0-1 0,1-17-1,1 7-890,-1-30-2772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5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77 5010,'0'0'4917,"0"-8"-4439,0-40 1515,-1 47-1967,1 1 1,0-1-1,-1 1 1,1-1-1,-1 0 0,1 1 1,-1-1-1,1 1 1,-1-1-1,0 1 1,1-1-1,-1 1 1,1-1-1,-1 1 1,0 0-1,1-1 0,-1 1 1,0 0-1,0 0 1,1 0-1,-2-1 1,-16-2 191,-164-4 492,181 7-710,-6 0 16,1-1 0,0 1-1,-1 1 1,1-1-1,0 1 1,0 0-1,0 1 1,-1-1-1,1 1 1,1 0-1,-1 1 1,-9 4-1,8-2 10,0-1 0,0 2 0,0-1 0,0 1 0,1 0 0,0 0 0,0 1 0,1-1 0,0 1 0,0 1 0,0-1 0,1 1-1,0-1 1,1 1 0,-4 12 0,1 2 269,2 0 0,1 1-1,0-1 1,2 42 0,0-5 599,2 72 1119,0-119-1815,1 0 0,0 0 0,0 0 0,1-1 1,1 1-1,0-1 0,1 0 0,8 15 0,-11-22-143,0-1-1,1 0 0,0 1 1,-1-1-1,1 0 0,1 0 0,-1-1 1,0 1-1,1-1 0,-1 1 1,1-1-1,0 0 0,-1 0 0,1-1 1,0 1-1,5 0 0,-1 0 22,0-1-1,0 0 1,0-1-1,0 0 1,0 0-1,0 0 1,15-4-1,-16 2-55,0 0 0,0-1 0,-1 0 0,1 0 0,-1-1-1,1 0 1,-1 0 0,-1 0 0,1-1 0,0 1 0,-1-1-1,0-1 1,0 1 0,-1-1 0,1 0 0,-1 0 0,-1 0-1,4-7 1,1-2-269,-1-1-1,-1 0 1,0 0 0,-1-1-1,0 0 1,2-28-1,-3-13-2674,-7-98 1,-1 38 2661,4 121 410,6 98 2069,33 183 0,-31-235-1761,-3-21-243,-4-14-114,1 0 0,0-1-1,1 1 1,1-1-1,0 0 1,1 0-1,10 19 1,-15-32-98,0 0 1,0-1-1,0 1 1,0 0-1,0 0 1,0 0-1,0-1 0,0 1 1,0 0-1,1 0 1,-1 0-1,0-1 1,0 1-1,0 0 1,0 0-1,0 0 1,0-1-1,1 1 0,-1 0 1,0 0-1,0 0 1,0 0-1,0 0 1,1-1-1,-1 1 1,0 0-1,0 0 1,0 0-1,1 0 1,-1 0-1,0 0 0,0 0 1,1 0-1,-1 0 1,0 0-1,0 0 1,0 0-1,1 0 1,-1 0-1,0 0 1,0 0-1,1 0 0,-1 0 1,0 0-1,0 0 1,0 0-1,1 0 1,-1 0-1,0 1 1,0-1-1,0 0 1,1 0-1,-1 0 0,0 0 1,0 0-1,0 1 1,0-1-1,1 0 1,-1 0-1,0 0 1,0 1-1,0-1 1,0 0-1,0 0 1,0 0-1,0 1 0,0-1 1,0 0-1,0 1 1,3-87-2344,-2 36-274,0-7-1593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5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15 9652,'0'0'5163,"-9"-4"-4840,6 3-300,1-1-20,0 1 1,0 0-1,0 0 0,-1 0 0,1 1 0,0-1 0,0 0 0,-1 1 0,1-1 1,0 1-1,-1 0 0,1 0 0,-1 0 0,1 0 0,0 0 0,-1 1 0,1-1 1,0 1-1,0-1 0,-1 1 0,1 0 0,0 0 0,0 0 0,0 0 0,0 0 0,0 0 1,0 1-1,0-1 0,-2 3 0,-5 5 10,1 0 0,0 1 0,1 1 0,0-1 0,0 1 0,1 0 0,0 0-1,1 1 1,-6 21 0,7-15 10,0 1 0,1 0 0,1 0 0,1 0 0,3 37 0,-2-50-23,1-1 1,0 1 0,1 0-1,-1 0 1,1 0 0,0-1-1,1 1 1,-1-1-1,1 0 1,0 0 0,0 0-1,1 0 1,-1 0 0,1 0-1,0-1 1,8 7-1,6 2 28,0-1 0,0 0 0,28 13-1,-30-18 4,-1 1-1,0 1 1,-1 0-1,1 1 1,22 21-1,-34-27-32,0-1 0,-1 1 0,1 0 0,-1-1 0,0 1 0,0 0 0,0 1 0,-1-1 0,1 0 0,-1 0-1,0 1 1,0-1 0,0 1 0,-1-1 0,0 0 0,0 6 0,0-7 14,-1 0-1,0 0 1,0 0-1,0 0 0,0 0 1,0-1-1,0 1 1,-1 0-1,0 0 1,1-1-1,-1 1 0,0-1 1,0 0-1,0 1 1,-1-1-1,1 0 1,0 0-1,-1-1 0,1 1 1,-1 0-1,0-1 1,0 1-1,-4 1 1,-2 1 19,0-1 1,-1 0 0,1 0-1,-1 0 1,0-1 0,-13 1-1,18-3 24,0 0-130,0 1-1,0-1 1,0 0-1,0-1 1,1 1-1,-10-3 1,13 3-84,-1-1 0,1 0 0,0 1 0,0-1-1,-1 0 1,1 0 0,0 0 0,0 0 0,0 0 0,0 0 0,0-1 0,0 1 0,0 0 0,0 0-1,1-1 1,-1 1 0,0 0 0,1-1 0,-1 1 0,1-1 0,-1 1 0,1-1 0,0 1 0,0-1-1,0-2 1,-2-32-5323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6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361 113 7347,'0'0'5856,"0"-7"-5381,1 1-503,0 0 356,0-1 1,0 0-1,0 1 0,-1-1 1,0 0-1,-1 0 0,-1-11 1,1 17-325,0 0 0,1 0 0,-1 0 1,0 0-1,0 0 0,0 1 0,0-1 0,0 0 1,0 0-1,0 0 0,-1 1 0,1-1 0,0 1 1,0-1-1,0 1 0,-3-1 0,-25-5 19,20 5-8,-39-3-9,38 4-2,0 0 1,-1-1 0,-18-4-1,19 3-16,1 1 1,0 0-1,-1 1 0,1 0 0,-1 0 0,-17 4 0,23-2 12,0 1 0,0-1 0,0 1-1,0 1 1,0-1 0,0 0 0,1 1-1,-1 0 1,1 0 0,0 0-1,-4 8 1,-1-1 6,1-1 49,0 1 0,1 0-1,0 1 1,1 0 0,1 0-1,-1 0 1,2 0 0,0 0-1,-3 22 1,2 9 651,4 67-1,0-56 93,0-46-685,0 23 434,1 0 0,6 38 0,-5-59-430,0 0 0,1-1 1,0 0-1,0 0 0,1 0 1,0 0-1,0 0 0,1-1 1,0 0-1,1 0 0,10 12 1,-12-17-82,0 0 1,0 0-1,0 0 1,0 0-1,1-1 1,-1 1-1,1-1 1,0-1 0,-1 1-1,1 0 1,0-1-1,0 0 1,0 0-1,0-1 1,0 0 0,1 1-1,5-2 1,-4 1-3,0-1 1,0 0-1,0 0 1,0-1-1,-1 0 1,1 0-1,0 0 1,-1-1-1,1 0 1,-1 0-1,12-9 1,-6 1-88,0 0 1,-1-1-1,0-1 0,-1 0 1,-1 0-1,0-1 1,0 0-1,-2-1 0,0 1 1,10-30-1,-9 17-702,-1-1 0,0 0 0,-3 0 0,0-1 0,-1-40 0,-3-54 510,0 122 634,0 10-376,-7 90 1053,8 141-1,-1-235-1053,0 2 7,5 60 81,-4-60-87,0 0 1,0-1 0,1 1 0,0-1 0,0 1 0,0-1-1,6 9 1,-8-14-49,0 0-1,1-1 1,-1 1-1,1-1 1,-1 1-1,1-1 1,-1 1-1,1-1 1,-1 1 0,1-1-1,-1 1 1,1-1-1,-1 1 1,1-1-1,0 0 1,-1 0-1,1 1 1,0-1-1,-1 0 1,1 0 0,0 0-1,0 1 1,-1-1-1,1 0 1,0 0-1,-1 0 1,1 0-1,0-1 1,-1 1-1,1 0 1,0 0-1,0 0 1,-1 0 0,1-1-1,0 1 1,-1 0-1,1-1 1,-1 1-1,1 0 1,0-1-1,2-1-401,-1 0 0,0 0 0,1 0-1,-1-1 1,0 1 0,0-1 0,2-3 0,14-26-5700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7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 7571,'0'0'8418,"-2"-3"-8076,-1 11-223,3 4 108,1 1 0,1 0-1,3 17 1,1 6 283,11 113 1509,-11-82-1108,2 0 0,28 105-1,-35-168-884,9 23 139,-9-26-152,-1-1 0,0 1 1,1 0-1,-1 0 1,1 0-1,-1-1 1,1 1-1,-1 0 0,1-1 1,-1 1-1,1 0 1,0-1-1,0 1 0,-1-1 1,1 1-1,0-1 1,0 1-1,-1-1 1,1 1-1,0-1 0,0 0 1,2 1-1,-2-1 115,-3-8-77,2 0 0,-1 0 0,1 1 0,0-1 0,1-9 0,1-10-122,-4-31-384,2-54-936,1 99 1093,1 0-1,-1 1 1,2-1-1,0 0 1,1 1-1,6-15 1,-2 9-210,1 0 1,1 1-1,0 1 0,15-17 1,-21 27 449,0 1 0,0 1 0,1-1 0,0 1 0,0-1 0,0 1 0,1 1 0,-1-1 0,1 1 0,0 0 0,0 0 0,0 1 0,0 0 0,1 0 0,9-2 0,-5 3 113,-1 0 0,1 0-1,-1 1 1,16 2 0,-22-1-24,0 0 0,-1 0 0,1 0-1,-1 0 1,0 1 0,1-1 0,-1 1 0,0 0 0,0 0 0,0 0 0,0 0 0,0 1 0,-1-1 0,1 1 0,3 5 0,5 9 202,-1 0 1,0 1 0,-2 0-1,0 0 1,-1 1 0,-1 0-1,-1 0 1,0 1 0,1 23-1,1 20 224,-2 86-1,-5-224-7736,0 25-3152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7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258 229 4194,'0'0'7956,"0"-17"-7108,0-123 3727,0 138-4549,0-1-1,0 1 1,-1 0-1,1 0 0,-1 0 1,0-1-1,1 1 0,-1 0 1,0 0-1,0 0 1,0 0-1,-1 0 0,1 1 1,0-1-1,-1 0 0,1 0 1,-1 1-1,0-1 1,1 1-1,-1-1 0,0 1 1,0 0-1,0 0 0,-2-1 1,-5-2 183,-1 0 0,0 0 0,-19-3 1,18 4-25,3 2-163,0 0-1,1 0 1,-1 1-1,0 0 1,-8 1-1,-7 0 18,21-1-35,0 1-1,0 0 0,0 0 0,0-1 1,1 1-1,-1 0 0,0 1 1,0-1-1,0 0 0,1 0 1,-1 1-1,1-1 0,-1 1 0,1 0 1,0-1-1,-1 1 0,1 0 1,0 0-1,0-1 0,0 1 0,0 0 1,1 0-1,-2 4 0,-3 10 174,-7 29 0,10-39-90,-9 61 909,3 0 0,2 1 0,7 134 0,0-194-935,-1 0 1,1 0 0,0 0-1,1 0 1,-1-1 0,2 1-1,-1 0 1,1-1 0,0 1 0,1-1-1,5 8 1,-7-12-48,1 1-1,0-1 1,1 0 0,-1 0-1,1 0 1,-1 0 0,1 0-1,0-1 1,0 0 0,0 0-1,0 0 1,0 0-1,0-1 1,1 1 0,-1-1-1,0 0 1,1 0 0,-1-1-1,1 0 1,7 0 0,-8 1-6,0-1 0,0 0-1,0 0 1,0 0 0,0-1 0,0 0 0,0 0 0,0 0 0,0 0 0,-1 0-1,1-1 1,0 1 0,-1-1 0,1 0 0,-1 0 0,0-1 0,1 1 0,-1-1-1,0 1 1,4-7 0,3-3-104,-1-2 0,-1 1-1,0-2 1,0 1 0,-2-1 0,0 0 0,-1 0-1,0 0 1,-1-1 0,3-21 0,-2-17-1134,-1-93 0,-4 109 821,-7-95 1879,7 132-1464,0 1-1,0 0 1,0 0 0,0-1-1,0 1 1,0 0 0,0 0-1,0-1 1,0 1 0,0 0-1,0 0 1,0 0 0,0-1-1,0 1 1,0 0 0,0 0-1,1-1 1,-1 1 0,0 0-1,0 0 1,0 0 0,0-1-1,0 1 1,0 0 0,1 0-1,-1 0 1,0 0 0,0-1-1,0 1 1,1 0 0,-1 0-1,0 0 1,0 0 0,0 0-1,1 0 1,-1 0 0,0 0-1,0 0 1,1 0 0,-1 0-1,0-1 1,0 1 0,1 0-1,-1 0 1,0 1 0,0-1-1,0 0 1,1 0 0,-1 0-1,0 0 1,1 0 0,0 0 16,3 0-16,-1 0-1,1 0 0,-1 0 0,1 0 0,-1 1 0,1-1 0,-1 1 0,1 0 0,-1 0 1,0 0-1,1 0 0,-1 1 0,0 0 0,0-1 0,0 1 0,0 0 0,0 0 0,-1 0 0,1 1 1,-1-1-1,1 1 0,2 4 0,6 7-20,-1 1-1,0 0 1,-2 0 0,0 1 0,0 0 0,-2 1-1,0-1 1,-1 1 0,0 0 0,3 31 0,-2 14 23,-2 106 0,-5-108-4,0-28 6,0-1-1,-3 1 0,0 0 1,-2-1-1,-2 0 0,-1 0 1,-1-1-1,-1 0 0,-2-1 1,-1 0-1,-24 36 0,35-60-50,0 0 0,-1-1 0,0 0 0,0 1 0,-1-1 0,1 0 0,-1-1 0,0 1 0,0-1 0,0 0 0,0 0 0,0-1 0,-1 1 0,1-1 0,-1-1 0,-7 3 0,6-3-600,1 0 0,-1-1-1,0 0 1,0 0 0,1 0 0,-1 0 0,0-1 0,-12-4 0,-19-13-6965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8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42 3778,'0'0'8660,"0"-7"-7647,0-20-119,0 20 253,-2 7-853,-1 1-276,-1-1 0,0 1 0,1 0 0,-1 0 1,0 1-1,1-1 0,0 1 0,-1 0 0,1 0 0,0 0 0,0 0 1,0 0-1,0 1 0,0-1 0,1 1 0,-1 0 0,1 0 0,-4 4 0,-4 8-28,0 1-1,-11 23 0,15-24 4,1 1 0,1-1 0,0 1 0,1 0-1,1-1 1,0 1 0,1 0 0,1 1 0,1-1 0,0 0 0,6 27 0,-4-29-4,2 0 0,0 0-1,0 0 1,1-1 0,1 0 0,0-1 0,11 15 0,71 81-5,-4-4 158,-82-101-146,-1 1 0,1 0 0,-1 0 0,-1 0 0,1 0-1,0 0 1,-1 0 0,0 1 0,0-1 0,0 0 0,-1 1 0,1-1 0,-1 0 0,0 8 0,-1-11 6,1 0 1,0 0-1,0 1 1,-1-1-1,1 0 0,0 0 1,-1 0-1,1 0 1,-1 0-1,1 0 1,-1 0-1,0 0 1,1-1-1,-1 1 1,0 0-1,0 0 1,0 0-1,0-1 1,1 1-1,-1 0 0,0-1 1,0 1-1,0-1 1,0 1-1,-1-1 1,1 0-1,0 1 1,0-1-1,0 0 1,0 0-1,0 0 1,-2 0-1,-42 2 59,34-3-86,7 1-59,0 0-1,0 0 1,0 0 0,1-1-1,-1 1 1,0-1 0,1 0-1,-1 0 1,-5-3-1,7 3-90,1 0-1,0 0 0,0 0 1,-1 0-1,1 0 0,0 0 0,0-1 1,0 1-1,0 0 0,1-1 0,-1 1 1,0 0-1,0-1 0,1 1 1,-1-1-1,1 1 0,-1-1 0,1 0 1,0 1-1,0-1 0,-1 1 1,1-1-1,1-2 0,-1-16-3794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93 447 2001,'0'0'10533,"23"-29"-9824,78-92-359,-57 71-207,-37 44-133,-1-1 0,0 0 0,-1 0 0,1 0-1,-2 0 1,1-1 0,-1 0 0,5-12 0,-6 12-43,-1-1 1,-1 1-1,0-1 1,0 1-1,0 0 1,-1-1-1,-1 1 1,-1-14-1,2 18 27,-1 1 13,0 0-1,-1 0 1,1 0 0,0 1-1,-1-1 1,0 0 0,1 1-1,-1-1 1,0 1 0,0 0-1,0 0 1,-1 0 0,1 0-1,0 0 1,-1 0-1,-5-2 1,0-1 6,0 0 0,0 1 1,-1 1-1,-16-6 0,5 6 7,0 0 0,-1 1 1,-40 3-1,24-1-8,34 0-11,1 1 0,0-1-1,-1 1 1,1-1-1,0 1 1,0 0 0,-1 0-1,1 0 1,0 0-1,0 0 1,0 1-1,0-1 1,0 0 0,0 1-1,1 0 1,-1-1-1,0 1 1,1 0 0,0 0-1,-1 0 1,1 0-1,0 0 1,0 0 0,0 0-1,0 0 1,0 0-1,0 1 1,0 2 0,-2 9 33,0 0 0,0 0 1,0 25-1,1 0 478,2-1 0,1 0 0,2 0-1,16 74 1,-14-93-249,1 1 0,1-1-1,1-1 1,0 1 0,1-2 0,1 1-1,1-1 1,1-1 0,0 0 0,1 0-1,18 17 1,-23-26-196,1 0-1,-1-1 1,1 0-1,0 0 1,0-1-1,1 0 1,0-1-1,0 0 1,0 0-1,0-1 1,0 0-1,1-1 1,-1 0 0,1-1-1,-1 0 1,20-2-1,-24 1-76,0 0 0,1 0 0,-1-1 0,0 0-1,1-1 1,-1 1 0,0-1 0,0 0 0,0-1 0,0 1 0,-1-1 0,1 0-1,-1-1 1,0 1 0,1-1 0,-2 0 0,1-1 0,0 1 0,-1-1-1,0 0 1,0 0 0,0 0 0,-1 0 0,6-11 0,-3 3-1239,0 0 0,0-1 0,-1 1 0,-1-1 0,4-23 0,-6-6-7414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19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51 6307,'0'0'6608,"-11"-6"-5669,10 6-938,-12-7 251,0 0-1,0 1 0,0 1 0,-1 0 1,1 1-1,-1 1 0,0 0 0,-17-1 1,-60 4 407,88 0-651,0 1 0,0-1 0,-1 1 0,1 0 0,0 1 1,0-1-1,1 0 0,-1 1 0,0 0 0,0-1 0,1 1 0,-1 0 1,1 0-1,-1 1 0,1-1 0,0 0 0,0 1 0,-3 4 0,0 1 16,-1 0 0,1 1 0,0 0 0,-6 18 0,5-1 285,0 0-1,2 1 0,1 0 0,2 0 0,2 48 1,-1-26 269,1-32-363,-1 1-1,2-1 0,1 1 0,0-1 1,1 0-1,0 0 0,9 21 1,-8-29-145,-1 1 1,2-1-1,-1 1 1,1-2-1,0 1 1,1-1 0,0 1-1,0-2 1,1 1-1,0-1 1,0 0 0,1-1-1,13 8 1,-13-9-58,1-1-1,0 0 1,1 0 0,-1-1-1,1 0 1,0 0 0,-1-1 0,1-1-1,0 0 1,0-1 0,0 0-1,0 0 1,0-1 0,0-1 0,0 0-1,-1 0 1,1-1 0,-1 0-1,1-1 1,-1 0 0,0-1 0,-1 0-1,1 0 1,-1-1 0,0 0-1,0-1 1,-1 0 0,0-1 0,11-12-1,-10 9-563,-2-1 0,0 0 0,0 0 0,-1-1 0,9-26 0,-11 23-2292,0 0 0,3-24 1,-4 11-7294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2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409 220 8580,'0'0'5266,"-2"-18"-4556,-10-103 1873,11 118-2503,0 0 1,0 0 0,0 0-1,0 0 1,0 1 0,-1-1-1,1 0 1,-1 1 0,1-1 0,-1 1-1,0-1 1,0 1 0,0 0-1,-1 0 1,1 0 0,0 0 0,-1 0-1,1 1 1,-4-3 0,-15-11-105,18 13 25,0 0 0,1 0 1,-1 1-1,0-1 1,0 1-1,0 0 0,0 0 1,0 0-1,-1 0 1,1 1-1,0-1 0,-5 1 1,-47 1-69,28 0 52,24-1 14,-1 1 1,0-1-1,0 1 1,0 0 0,1 0-1,-1 0 1,1 0 0,-1 1-1,1 0 1,-1-1 0,1 1-1,0 1 1,0-1-1,0 0 1,0 1 0,-5 4-1,-2 5-2,0 1 0,-15 24 1,12-16 1,1-2 103,2 0 1,0 1 0,1-1 0,1 2 0,0-1 0,2 1 0,1 0-1,-4 27 1,2 15 554,3 94-1,4-147-621,0 0 71,0-1 1,1 1 0,0 0 0,1-1 0,0 0-1,0 1 1,1-1 0,0 0 0,7 13 0,-8-18-72,1 1 1,0-1 0,0 0 0,0-1 0,0 1-1,1 0 1,-1-1 0,1 0 0,0 0-1,0 0 1,0 0 0,1-1 0,-1 0 0,1 0-1,-1 0 1,1 0 0,0 0 0,-1-1 0,1 0-1,7 1 1,-3-1-4,1 0 0,-1 0 0,0 0 0,0-1 0,0-1 0,0 0 0,0 0 0,0 0 0,0-1 0,0-1 0,0 1 0,-1-1 0,1-1 0,-1 0 0,0 0 0,0-1 0,0 1 0,9-9 0,-3 1-261,-1 0 0,0-1 0,-1-1 0,0 0 0,-1-1 0,0 0 0,-2-1 0,1 0 0,-2 0 0,0-1 0,-2 0 0,1 0 0,-2-1 0,0 1 0,-2-1 0,1 0 0,-2-1 0,0-20 0,-1-16-764,1 34 910,-1 0-1,-2-1 1,0 1 0,-1 0-1,-1 0 1,-9-32-1,0 30 143,11 22 13,1 4-29,-3 409 2662,3-392-2579,1-1 0,0 1 0,6 23 0,-5-36-108,0 0 0,0 0-1,0-1 1,1 1 0,0-1 0,0 0 0,0 1-1,1-1 1,0-1 0,0 1 0,10 9 0,-13-14-51,0 0 1,0 0 0,1-1 0,-1 1-1,0 0 1,0-1 0,1 1 0,-1-1-1,1 1 1,-1-1 0,0 1 0,1-1-1,-1 0 1,1 0 0,-1 0 0,1 0-1,-1 0 1,1 0 0,-1 0 0,1-1-1,-1 1 1,0 0 0,1-1 0,-1 1-1,1-1 1,-1 1 0,0-1 0,0 0-1,1 0 1,-1 0 0,0 1 0,0-1-1,1-2 1,4-8-1229,0-2-1,-1 1 1,-1 0 0,6-26-1,4-20-6669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20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9396,'0'0'6200,"6"42"-4657,37 260 914,-30-201-1499,26 146 647,-37-235-1532,-2-8-33,1 0 0,0 1 0,0-1 1,0 0-1,1 0 0,-1 0 0,1 0 1,0 0-1,0 0 0,0 0 0,6 6 0,-8-10-36,0 0 0,0 0-1,0 0 1,0 0-1,0 0 1,0 0-1,0 0 1,0 0 0,0 0-1,0 1 1,0-1-1,0 0 1,0 0-1,0 0 1,0 0 0,0 0-1,0 0 1,0 0-1,0 0 1,0 0 0,1 0-1,-1 0 1,0 0-1,0 0 1,0 0-1,0 0 1,0 0 0,0 0-1,0 0 1,0 0-1,0 0 1,0 0-1,0 0 1,0 0 0,0 0-1,1 0 1,-1 0-1,0 0 1,0 0 0,0 0-1,0 0 1,0 0-1,0 0 1,0 0-1,0 0 1,0-1 0,0 1-1,0 0 1,0 0-1,0 0 1,0 0-1,0 0 1,0 0 0,0 0-1,0 0 1,0 0-1,0 0 1,1 0-1,-1 0 1,0 0 0,0 0-1,0 0 1,0-1-1,0 1 1,0-10 166,-2-126-178,6-182-5015,-3 303 4787,1 1 1,1-1 0,0 1 0,1 0 0,1 0 0,0 1-1,0-1 1,9-12 0,-11 20 242,0 1 1,0 0-1,1-1 0,-1 2 1,1-1-1,1 0 0,-1 1 1,0 0-1,1 0 0,0 0 1,0 0-1,0 1 0,1 0 1,-1 0-1,1 1 0,-1-1 0,1 1 1,0 0-1,0 1 0,0-1 1,9 0-1,-6 1 175,0 1-1,0 0 1,0 1-1,1-1 1,-1 2 0,0-1-1,0 1 1,0 1 0,0-1-1,-1 1 1,1 1-1,-1 0 1,10 6 0,-4-1 219,1 0 0,24 10 0,-4-10-1223,5-8-4303,-25-4-2753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21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417 128 7796,'0'0'3300,"-4"-9"-2444,-13-27-69,16 35-640,1-1 1,-1 1-1,0-1 0,0 1 0,0-1 0,0 1 1,0 0-1,0-1 0,0 1 0,0 0 1,-1 0-1,1 0 0,0 0 0,-1 0 0,-1-1 1,-5-4 353,2 1-412,1 1-1,0-1 1,-1 1-1,0 0 0,0 1 1,0-1-1,0 1 0,-1 0 1,1 1-1,-14-4 1,5 3-101,-1 0 0,1 1 1,-28 0-1,21 1 63,17 0-48,0 1-1,0-1 0,0 1 0,-1 0 1,1 1-1,0-1 0,0 1 0,0 0 1,0 0-1,0 1 0,0-1 0,0 1 1,-9 5-1,7-2 35,0 1 0,1 0-1,-1 0 1,1 1 0,0 0 0,1 0 0,0 0-1,0 1 1,0 0 0,1 0 0,0 0 0,1 0 0,-1 1-1,-2 12 1,-2 34 958,1 1-1,3 0 1,5 78-1,0-57-58,-1-65-806,0 0 1,1 0-1,0 0 0,1 0 0,1 0 0,0 0 0,0-1 0,6 14 0,-6-20-105,-1-1 0,1 1 0,0-1-1,0 0 1,0 0 0,0 0 0,1 0 0,-1-1 0,1 1 0,0-1 0,1 0 0,-1 0 0,0 0-1,1-1 1,-1 1 0,1-1 0,0 0 0,0-1 0,0 1 0,0-1 0,7 1 0,-3-1-9,-1 0 0,1 0 0,0-1 0,0 0 0,-1-1 0,1 0 1,0 0-1,-1-1 0,1 0 0,-1 0 0,1-1 0,-1-1 0,0 1 1,0-1-1,-1 0 0,11-8 0,-8 4-87,-1 0 0,0-1-1,0 0 1,-1-1 0,0 0-1,0 0 1,-1-1 0,-1 0 0,0 0-1,9-23 1,-8 14-301,-1-1 0,-1 1-1,0-1 1,2-28 0,-3-82-1673,-1 19 1914,-3 111 171,0 0-1,0 0 1,0 0-1,1 0 1,-1-1-1,0 1 0,0 0 1,0 0-1,1 0 1,-1 0-1,1 0 0,-1 0 1,1 0-1,-1 0 1,1 0-1,0 0 0,-1 0 1,1 0-1,0 0 1,1 0-1,-2 1-16,1 0-1,0 0 1,0 0-1,-1 0 1,1 1-1,0-1 1,-1 0-1,1 0 1,0 1-1,-1-1 1,1 1 0,-1-1-1,1 1 1,0-1-1,-1 0 1,1 1-1,-1 0 1,0-1-1,1 1 1,-1-1-1,1 1 1,-1 0-1,0-1 1,1 1 0,-1 0-1,0-1 1,0 1-1,0 0 1,1-1-1,-1 1 1,0 0-1,0 0 1,9 35 200,0-1-1,-3 1 1,2 38 0,5 22-143,-3-36-2743,4 105 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2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8 4818,'0'0'7329,"-5"-1"-6793,-9-2-452,0 2 1,0-1-1,0 1 0,0 1 1,-14 2-1,19-1-63,1 0-1,-1 1 1,1 0 0,0 1-1,0-1 1,0 2-1,0-1 1,0 1 0,-14 9-1,13-5-16,-1-1 0,1 1 0,0 1 0,0 0 0,-10 14 0,15-17-3,0 1 0,0-1 0,1 1 1,0 0-1,0-1 0,1 1 1,0 1-1,0-1 0,0 0 1,0 13-1,0-2 14,2 0 0,0-1 0,0 1 0,2 0 0,0 0-1,1-1 1,1 1 0,1-1 0,10 25 0,65 118 258,-51-107-71,-2 1-1,21 60 1,-46-107 64,0-1-1,-1 1 1,1-1 0,-1 1-1,-1 0 1,1 9-1,-5-16 42,-1-1-335,0 0 0,1 0 0,-1-1-1,1 0 1,-1 0 0,1 0 0,0 0-1,-1-1 1,1 1 0,0-1 0,1 0-1,-1 0 1,0-1 0,1 1 0,0-1-1,-4-5 1,-6-7-1253,0-2-1,-14-25 1,7-2-3113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22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1 575 10661,'0'0'2582,"20"-27"-1498,127-168 268,-144 192-1353,20-26 148,39-64 0,-56 82-348,0-1 0,-1 0 0,-1 0 0,1 0 0,-2 0 0,0-1-1,-1 0 1,0 1 0,0-22 0,-2 32 200,0 1-1,0 0 1,-1-1 0,1 1-1,0-1 1,-1 1 0,0 0-1,1-1 1,-1 1 0,0 0-1,1 0 1,-1 0 0,0-1-1,0 1 1,0 0 0,0 0-1,-1-1 1,-3-1 5,1 0 0,0 0-1,-1 0 1,-8-4 0,4 3 14,-1 1 0,1 0 1,-1 0-1,0 0 0,-11 0 0,-43-8-3,47 7 63,-1 1 1,-32-1 0,49 4-73,0 0 0,1 0-1,-1 0 1,0 0 0,0 0 0,0 1 0,0-1 0,0 0-1,0 1 1,0-1 0,1 1 0,-1-1 0,0 1 0,0-1 0,1 1-1,-1-1 1,0 1 0,1 0 0,-1-1 0,0 1 0,1 0-1,-1 0 1,1-1 0,-1 1 0,1 0 0,0 0 0,-1 2 0,-6 30 95,6-25-49,-2 39 572,2 57 0,1-50-73,0-14 20,2 0 0,1-1 0,15 67 1,-15-93-470,1 0 0,0 0 1,0 0-1,2-1 0,-1 0 1,2 0-1,0 0 1,0-1-1,1 0 0,0 0 1,1-1-1,0 0 0,1-1 1,18 15-1,-19-19-71,1 0 0,-1 0 0,1 0 0,1-2 0,-1 1-1,0-1 1,1-1 0,0 0 0,0 0 0,18 0 0,-20-2-37,1 0 0,-1 0 1,0-1-1,1-1 0,-1 1 0,0-1 0,0-1 0,0 0 0,0 0 1,0-1-1,-1 0 0,12-7 0,-11 4-365,-1 0 0,0-1 0,0 0 0,-1 0 0,0-1-1,10-15 1,-10 12-714,-1 1 0,0-1 0,-1 0 0,0-1 0,4-15 0,0-29-6129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23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6883,'0'0'3436,"3"29"-1147,-1-3-1815,25 178 2147,-6-66-669,17 77 1211,-38-212-3082,0-2-43,0 0 0,0 0 0,1 0 0,-1 0 0,0 0 0,0 0-1,0 0 1,1 0 0,-1 0 0,1 0 0,-1 0 0,0 0 0,1 0 0,0 0 0,-1 0 0,1-1 0,0 1 0,-1 0 0,1 0 0,0-1 0,0 1 0,-1 0 0,3 0 0,-2-6 162,7-146-379,0-8-2111,-5 128 1488,1 1 0,2 0 0,10-32 0,-13 53 673,1 1 0,-1-1 0,1 1 1,0 0-1,1 0 0,0 0 0,1 0 1,11-12-1,-13 16 140,0 1 0,0 0-1,0-1 1,0 1 0,1 1 0,0-1 0,0 1 0,-1 0 0,1 0 0,0 0 0,1 0 0,-1 1-1,0 0 1,0 0 0,1 1 0,6-1 0,9 1 278,-12-1-64,1 1-1,-1 1 1,1-1 0,10 4 0,-16-3-177,-1 0-1,0 0 1,0 0-1,0 1 1,0-1-1,0 1 1,0 0 0,0 0-1,0 0 1,-1 0-1,1 0 1,-1 1 0,0-1-1,0 1 1,3 3-1,-2-2-531,16 22 1504,-19-25-1465,1 0 0,0-1 0,-1 1 1,1 0-1,0-1 0,0 1 0,0-1 1,-1 1-1,1-1 0,0 1 0,0-1 1,0 1-1,0-1 0,1 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23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1 320,'0'0'11742,"-1"23"-10235,-3 357 3738,8-323-4751,3 0-1,19 74 1,-23-124-574,-3-30-2311,0-12-781,0-10-1075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24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16023,'0'0'3634,"146"-56"-8052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2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96 5507,'0'0'6616,"-9"-13"-6288,-26-38-85,23 27 724,12 24-929,0 0-1,0-1 1,0 1-1,0-1 1,0 1-1,-1 0 1,1-1-1,0 1 1,0 0-1,-1-1 1,1 1-1,0 0 1,0-1-1,-1 1 1,1 0-1,0-1 1,-1 1-1,1 0 1,0 0-1,-1 0 1,1-1-1,0 1 1,-1 0-1,1 0 1,-1 0-1,1 0 1,0 0-1,-1 0 1,1 0-1,-1 0 1,1 0-1,-1 0 1,1 0-1,0 0 1,-1 0-1,1 0 1,-1 0-1,1 0 1,0 0-1,-1 0 1,0 1-1,-5-1-114,5 0 88,1 3-119,0 58 309,13 111-1,68 397 2807,-78-552-2911,4 41 245,2 0 1,25 84-1,-32-137-290,0 0 0,0 0 0,0 0-1,0 0 1,1-1 0,4 7 0,-6-9-37,1-1-1,-1 1 1,0-1 0,1 0 0,-1 0 0,1 0 0,-1 0 0,1 0-1,0 0 1,-1 0 0,1-1 0,0 1 0,0-1 0,-1 1-1,1-1 1,0 0 0,0 1 0,0-1 0,1 0 0,-2 0-26,-1 0 0,0-1 0,1 1 0,-1 0 0,0 0 0,1 0 0,-1-1 0,0 1 0,0 0 0,1 0 1,-1-1-1,0 1 0,0 0 0,1 0 0,-1-1 0,0 1 0,0 0 0,0-1 0,0 1 0,1 0 0,-1-1 0,0 1 1,0 0-1,0-1 0,0 1 0,0 0 0,0-1 0,0 1 0,0-1 0,0 1 0,0 0 0,0-1 0,0 1 0,-1-1 1,0-10-674,0 9 533,0 1-1,1-1 1,-1 0 0,0 0 0,0 0-1,-1 1 1,1-1 0,0 1 0,-1-1-1,1 1 1,0-1 0,-1 1 0,-3-2-1,-4-6-642,-10-16-1988,-2-5-1904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27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11701,'0'0'4258,"185"37"-2945,-108-37-801,0 0-352,-8 0-128,-13-9-32,-14-10-176,-14 3-2209,-11-12-2929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27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4 5346,'0'0'5995,"-9"0"-5240,-54-3 1177,62 4-1885,0 0 0,1 0 0,-1 0-1,1 0 1,-1 0 0,1 1 0,0-1 0,-1 0 0,1 0 0,0 0 0,0 0 0,0 1 0,0-1 0,0 0 0,0 0 0,0 2-1,0-1 21,0 52 498,-1 52 321,20 166 0,102 412 1667,-117-659-2348,-3-17-117,0-1 0,1 1 0,-1-1 0,1 1 1,1-1-1,-1 1 0,7 10 0,-7-19 426,-1-6-424,0-10-131,-3-8-80,0 0 0,-2 0 1,-7-25-1,4 20-513,-4-46 1,9 49-225,1-1 1,5-47-1,-2 62 567,0 1 0,1 0-1,1-1 1,0 1 0,0 1-1,1-1 1,1 1 0,7-13 0,-4 11-35,-1 1-1,1 0 1,19-18 0,-25 26 278,1 1 0,0 0 0,0 0 0,0 0 0,0 0 0,0 1 0,0 0 0,1 0 0,-1 0 0,1 0 0,0 1 0,-1 0 0,1-1 0,0 2 0,6-1 0,-2 1 108,-3-1-14,0 1 0,0 1 0,0-1 0,10 3 0,-13-2-22,-1 0-1,1 0 1,-1 0-1,1 0 0,-1 1 1,0-1-1,0 1 1,1-1-1,-1 1 1,0 0-1,-1 0 1,1 0-1,3 4 1,5 10 319,-1-1 1,0 2 0,-2-1 0,0 1 0,0 0 0,4 23 0,19 112 1323,-22-106-1350,-3-15-56,-3-11-66,2-1 1,0-1-1,9 26 1,-4-32-117,-8-12-79,-1 0-1,0 0 1,0 0 0,1 0-1,-1 0 1,0 1 0,1-1-1,-1 0 1,0 0 0,1 0 0,-1 0-1,0 0 1,1 0 0,-1 0-1,0 0 1,1 0 0,-1 0-1,0 0 1,0 0 0,1 0-1,-1-1 1,0 1 0,1 0 0,-1 0-1,0 0 1,1 0 0,-1 0-1,0-1 1,0 1 0,1 0-1,-1 0 1,0 0 0,0-1-1,0 1 1,1 0 0,-1 0-1,0-1 1,0 1 0,0 0 0,0-1-1,1 1 1,-1 0 0,0-1-1,0 1 1,0 0 0,0 0-1,0-1 1,6-21-771,0-1 1,4-38-1,-1 1-2517,5-7-3752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28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304 657 7507,'0'0'6982,"0"-7"-6544,0-52 506,0 57-903,-1 0 1,1 1-1,-1-1 0,0 0 0,0 1 0,1-1 0,-1 0 1,0 1-1,0-1 0,0 1 0,-1 0 0,1-1 1,0 1-1,0 0 0,-1 0 0,1 0 0,-1 0 0,1 0 1,-1 0-1,1 0 0,-1 0 0,0 1 0,-2-2 0,-46-13 262,49 14-292,-14-2 2,1 1 0,-1 0 0,0 1 0,0 1 0,0 1 0,-17 1 0,29-1-16,-1 0 1,1 1 0,0-1-1,0 0 1,1 1-1,-1 0 1,0 0-1,0-1 1,1 2-1,-1-1 1,1 0-1,0 0 1,-1 1 0,1-1-1,0 1 1,1 0-1,-4 5 1,-1 4 23,0-1 0,1 2 0,-5 17 0,3-4 161,1 1 1,1-1-1,-1 36 1,4 84 1081,3-96-740,-1-44-441,-1 18 240,2 0 0,0 1 0,10 46-1,-10-66-277,1 0-1,-1 0 0,1 0 1,0 0-1,0 0 0,0-1 0,1 1 1,-1-1-1,1 1 0,0-1 1,1 0-1,-1 0 0,1 0 0,0-1 1,0 1-1,0-1 0,0 0 1,0 0-1,1 0 0,-1-1 0,1 1 1,0-1-1,0 0 0,7 1 1,-5-1-23,0 0 1,0-1 0,1 0 0,-1 0 0,0-1 0,0 0-1,0 0 1,0-1 0,1 0 0,-1 0 0,0-1 0,0 0-1,-1 0 1,1 0 0,0-1 0,-1 0 0,1 0 0,-1-1-1,0 0 1,0 0 0,0 0 0,-1-1 0,0 0 0,7-7-1,6-10-66,-2-2 0,0 1 0,-1-2-1,-1 0 1,-2-1 0,0 0 0,-2-1-1,9-37 1,-8 15-905,-1-1 0,-3 0 0,1-99 1,-12-27-1014,0 140 1366,-1 0 1,-16-63-1,17 87 500,-4-18-32,-1 1 0,-2 0 0,-20-40 0,25 60 317,0 1 1,-1-1-1,1 2 1,-2-1-1,1 1 0,-1 0 1,0 0-1,0 1 1,-1 0-1,0 1 1,0 0-1,0 0 0,-16-5 1,25 10-174,0 0 1,-1 0-1,1 0 0,-1 0 1,1 0-1,-1 0 1,1 0-1,-1 0 1,1 0-1,0 0 1,-1 0-1,1 0 0,-1 0 1,1 0-1,-1 1 1,1-1-1,0 0 1,-1 0-1,1 0 0,-1 1 1,1-1-1,0 0 1,-1 0-1,1 1 1,0-1-1,-1 0 0,1 1 1,0-1-1,0 1 1,-1-1-1,1 0 1,0 1-1,0-1 0,0 1 1,0-1-1,-1 0 1,1 1-1,0 0 1,-1 18-120,1-14 160,-2 99 448,4 1 1,18 119-1,54 202 545,-65-378-978,21 91 102,-23-114-143,1 0-1,2-1 1,15 32-1,-23-52-20,1 0 0,0 0 0,0 0 0,0 0 0,0-1-1,0 1 1,1-1 0,-1 0 0,1 0 0,6 4 0,-9-6-14,1-1 1,-1 1-1,0-1 1,0 1 0,0-1-1,0 0 1,0 1-1,1-1 1,-1 0-1,0 0 1,0 0 0,1 0-1,-1 0 1,0 0-1,0 0 1,0 0 0,1 0-1,-1-1 1,0 1-1,0 0 1,0-1 0,0 1-1,0-1 1,1 0-1,-1 1 1,0-1-1,0 0 1,0 1 0,-1-1-1,1 0 1,0 0-1,0 0 1,0 0 0,-1 0-1,1 0 1,0 0-1,-1 0 1,1 0 0,-1 0-1,1 0 1,-1-1-1,0 1 1,1 0-1,-1-2 1,4-12-710,-1 0 0,-1 0 0,-1 0 1,0-29-1,-1-13-4113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29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16 5314,'0'0'6491,"-5"-3"-5781,2 1-548,2 1-110,-1 0 0,1 0-1,0 0 1,0 0 0,-1 0 0,1 0 0,0 1-1,-1-1 1,1 0 0,-1 1 0,1 0 0,-1-1 0,1 1-1,-4-1 1,5 1-47,0 0-1,0 0 1,0 0-1,0 0 1,-1 0 0,1 1-1,0-1 1,0 0-1,0 0 1,0 0 0,-1 0-1,1 0 1,0 0-1,0 0 1,0 0-1,0 0 1,-1 0 0,1 1-1,0-1 1,0 0-1,0 0 1,0 0 0,0 0-1,0 0 1,0 1-1,0-1 1,-1 0-1,1 0 1,0 0 0,0 0-1,0 1 1,0-1-1,0 0 1,0 0 0,0 0-1,0 1 1,0-1-1,0 0 1,0 0-1,0 0 1,0 0 0,0 1-1,0-1 1,0 0-1,0 0 1,1 1 0,-2 3 33,-2 55 320,3 1 0,2 0 1,2-1-1,4 1 1,19 77-1,-5-43-85,96 439 1015,-105-458-1145,-3-15 173,27 95 1,-36-151-240,0 0 0,1-1-1,-1 1 1,1 0 0,0-1 0,0 1 0,0-1 0,1 0 0,4 6-1,-7-9-68,1 0-1,-1 0 0,0 1 0,0-1 0,0 0 0,0 0 0,1 0 1,-1 0-1,0 0 0,0 0 0,0 0 0,0 0 0,1 0 0,-1 0 1,0 0-1,0 0 0,0 0 0,0 0 0,1 0 0,-1 0 1,0 0-1,0 0 0,0-1 0,0 1 0,0 0 0,1 0 0,-1 0 1,0 0-1,0 0 0,0 0 0,0 0 0,0 0 0,0-1 1,1 1-1,-1 0 0,0 0 0,0 0 0,0 0 0,0 0 0,0-1 1,0 1-1,0 0 0,0 0 0,0 0 0,0 0 0,0-1 1,0 1-1,0 0 0,0 0 0,0 0 0,0 0 0,0-1 0,0 1 1,0 0-1,2-15 181,-1-153 194,-2 92-497,-9-92-1541,0 7-631,9 153 2175,1 1 0,1 0 1,-1 0-1,1 0 0,1 0 1,-1 0-1,1 0 0,3-7 1,-3 11 77,0-1 0,0 1 0,1 0 0,-1-1 0,1 1 0,-1 0 0,1 1 0,0-1 1,0 0-1,1 1 0,-1-1 0,0 1 0,1 0 0,-1 0 0,7-1 0,-2-1 39,0 2-1,0-1 1,0 2-1,1-1 1,-1 1-1,0 0 1,1 0-1,-1 1 1,1 0-1,-1 1 0,11 2 1,-12-2 4,-1 1-1,1-1 1,0 2 0,-1-1 0,1 1-1,-1 0 1,0 0 0,0 1 0,0-1-1,-1 1 1,1 1 0,-1-1 0,9 10-1,-5-1 140,1 0 1,-2 0-1,0 1 0,-1 0 0,0 1 0,-1-1 0,-1 1 0,0 0 1,5 30-1,-5-5 293,-2 1 1,-2 68 0,-2-99-381,0 0-1,0 0 1,-1 0 0,0-1 0,-1 1-1,-1-1 1,1 1 0,-1-1 0,-1 0-1,-5 9 1,6-12-36,0 0-1,0-1 1,-1 1-1,1-1 0,-1 0 1,-1 0-1,1 0 1,-1-1-1,0 1 1,0-2-1,0 1 1,0 0-1,-1-1 1,-10 3-1,12-4-12,0-2 0,-1 1 1,1-1-1,-10 0 0,6 0 4,9 0-18,-1 0 0,1 0 0,-1 0 0,1 0 0,-1 0 0,1 0 0,-1 0 0,1 0 0,-1-1 0,1 1 0,-1 0 0,1 0 0,-1 0 0,1-1 0,0 1 0,-1 0 0,1-1 0,0 1-1,-1 0 1,1-1 0,0 1 0,-1 0 0,1-1 0,0 1 0,-1-1 0,1 1 0,0 0 0,0-1 0,0 1 0,-1-1 0,1 1 0,0-1 0,0-18-183,0 10 29,0-5-175,-1 8 40,1 0 0,0 0-1,0 0 1,0 0 0,1-1-1,0 1 1,0 0 0,1 1-1,3-11 1,-1 9-465,1 1 0,-1-1 0,1 1 0,10-11 0,23-17-6610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30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110 439 2145,'0'0'13350,"19"-31"-13179,63-100 138,-41 72-220,-30 44-78,-1 0-1,11-22 1,-18 30-26,-1 0 0,0 0 0,0 0-1,0 0 1,-1 0 0,0-1 0,0 1 0,-1-10-1,0 6-135,1 7 97,-1-1 1,0 1-1,0 0 0,-1-1 0,1 1 0,-1 0 0,-2-6 0,2 9 40,1-1 0,-1 1 0,0-1 0,0 1 1,0-1-1,-1 1 0,1 0 0,0 0 0,0 0 0,-1 0 0,1 0 1,-1 0-1,1 0 0,-1 0 0,1 0 0,-1 1 0,1-1 0,-1 1 1,0-1-1,1 1 0,-1-1 0,0 1 0,-2 0 0,-4-1-15,0-1-1,0 2 0,-1-1 1,1 1-1,0 1 1,0-1-1,-1 2 0,1-1 1,0 1-1,0 0 0,0 0 1,0 1-1,1 1 1,-1-1-1,1 1 0,0 0 1,0 0-1,0 1 1,-10 9-1,7-4 43,1 0-1,0 0 1,0 1-1,1 1 1,0-1-1,1 1 1,1 1-1,0-1 1,0 1 0,1 0-1,1 0 1,0 1-1,1-1 1,1 1-1,0 0 1,0 23-1,0-8 357,1 0 0,2 0 0,6 40 0,-5-60-233,0 1 0,1-1 0,0 0 0,0 0 0,1 0 0,0-1 0,1 1 0,0-1 0,0 0 0,1 0 0,0-1 0,0 1 1,1-1-1,7 6 0,-6-7-30,0 0 0,0-1 0,1-1 0,-1 1 0,1-2 0,0 1 0,0-1 1,1 0-1,-1-1 0,1 0 0,-1 0 0,13-1 0,-11 0-50,1-1 0,-1 0 0,0-1 0,1 0 0,-1-1 0,0-1 0,0 0 0,0 0 0,0-1 0,11-5 0,-7 0-88,-1 0 0,-1 0 0,0-2 0,0 1-1,-1-2 1,-1 0 0,13-16 0,-8 7-1355,-1 0 1,-1-1 0,22-47 0,-11 6-4121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30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4786,'0'0'4488,"-2"3"-3829,0 3-447,0 0 0,0 0 1,0 0-1,1 0 1,0 0-1,0 0 1,1 1-1,0-1 0,0 0 1,2 11-1,-2 10 205,0 27 362,3 1 0,10 58 0,23 81 909,30 184-79,-51-252-1244,30 167 884,-42-281-1109,-3-9-93,1 0 1,-1 0 0,1 0 0,0 0-1,0 0 1,1 0 0,-1 0-1,0-1 1,4 6 0,-3-6 69,-4-26-296,-1-1-1,-1 1 0,-1 1 1,-2-1-1,0 1 1,-14-32-1,11 31-435,1 0 0,1 0 0,2-1 1,0 0-1,-3-39 0,8 51 319,0-1-516,1 0-1,3-26 1,-3 36 700,1 0 1,0 0-1,0 1 0,1-1 1,-1 0-1,1 1 1,0-1-1,0 1 0,0-1 1,0 1-1,0 0 0,1 0 1,0 0-1,4-4 1,3-1 179,0 1 0,1-1 0,0 2 0,1-1 0,-1 2 1,1-1-1,1 2 0,-1 0 0,22-5 0,-2 4 224,0 1-1,56 1 0,-78 4-195,0-1 0,0 1 0,-1 0 1,1 1-1,0 0 0,-1 1 0,1 0 0,-1 0 1,0 1-1,13 7 0,-16-7 9,0 0 1,0 1-1,0 0 0,0 0 1,-1 0-1,0 0 1,0 1-1,-1 0 0,1 0 1,-1 0-1,-1 1 0,1-1 1,-1 1-1,4 10 0,-4-4 19,0-1-1,-1 1 0,0 0 0,-1 0 0,0-1 0,-1 1 0,-1 0 0,0 0 1,0 0-1,-2-1 0,1 1 0,-2-1 0,0 1 0,0-1 0,-1 0 0,0-1 1,-1 1-1,0-1 0,-11 14 0,2-6 31,0 0 1,-1-1 0,-33 28-1,40-39-137,-1 0-1,1 0 0,-1-1 1,0 0-1,0-1 0,-1 0 1,0 0-1,0-1 0,-21 4 1,31-7-18,0-1 0,-1 0 0,1 1 0,0-1 0,-1 0 0,1 0 0,0 0 0,-1 0 0,1 0 0,0 0 0,-1 0 0,1 0 0,0 0 0,-1-1 0,1 1 0,0 0 0,0-1 0,-1 0 0,1 1 0,0-1 0,0 0 0,0 1 0,0-1 0,0 0 0,0 0 0,-2-1 0,2-2-57,0 1 0,0 0-1,0-1 1,1 1-1,-1-1 1,1 1 0,0-1-1,0 1 1,0-4 0,0 3-10,0-26-726,-1 3-1150,2 0-1,4-32 1,0 35-2796,13-33 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3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86 7652,'0'0'4135,"0"-4"-3450,0-5 184,1 1 9,-1 1 0,0-1 0,-2-13 0,-3 18-853,0-1 0,0 1 1,-1 1-1,1-1 0,-1 1 0,-11-3 0,1 2 10,-1 1-1,1 1 1,-1 1 0,-25 1-1,-2 1-15,40-1-22,1-1 0,0 1 1,0 0-1,0 0 0,0 1 0,1-1 0,-1 1 0,0-1 0,0 1 1,1 0-1,-1 0 0,1 0 0,0 1 0,-1-1 0,-1 4 0,-31 39 7,30-36 18,1-1 1,-1 1-1,2 0 1,-1 1-1,1-1 1,0 1-1,1-1 1,-2 19-1,2 8 362,2 39 0,1-34 9,-2 3 117,0-4 123,6 61 1,-4-91-532,1 0 1,0-1 0,0 1 0,1 0 0,1 0 0,-1-1 0,1 0 0,1 0 0,0 0 0,0 0 0,8 9 0,-11-15-72,1-1 0,0 1 0,0-1 0,0 0 0,0 0 0,0 0 0,1 0 0,-1 0 0,1-1 0,-1 1 0,1-1 0,-1 0 0,1 0 0,0 0 0,-1-1 0,1 1 0,0-1 0,0 0 0,-1 0 0,1 0 0,0-1 0,0 1 0,-1-1 0,1 0 0,0 0 0,-1 0 0,1-1 0,-1 1 0,1-1 0,-1 0 0,0 0 0,0 0 0,0 0 0,0 0 0,0-1 0,3-3 0,6-7 4,-1-1-1,0 0 1,-2-1-1,1 0 1,10-24 0,-7 8-381,-1 1 0,8-36 0,-13 35-597,-1-1-1,3-56 1,-8-65-826,-2 77 1833,1 121 77,0 82 1864,21 181 0,-20-303-1980,0 3 33,0 0 0,1 0 0,0 0 0,5 12 0,-7-20-57,0 0-2,0 0 0,0 0 0,0 0-1,0-1 1,0 1 0,0 0 0,0 0 0,1 0-1,-1 0 1,0 0 0,0 0 0,0-1 0,0 1 0,0 0-1,0 0 1,0 0 0,1 0 0,-1 0 0,0 0-1,0 0 1,0 0 0,0 0 0,0-1 0,1 1-1,-1 0 1,0 0 0,0 0 0,0 0 0,0 0-1,0 0 1,1 0 0,-1 0 0,0 0 0,0 0 0,0 0-1,0 0 1,1 0 0,-1 0 0,0 0 0,0 1-1,0-1 1,0 0 0,0 0 0,1 0 0,-1 0-1,0 0 1,0 0 0,0 0 0,0 0 0,0 0 0,0 1-1,0-1 1,1 0 0,-1 0 0,0 0 0,0 0-1,0 0 1,0 0 0,0 1 0,0-1 0,0 0-1,0 0 1,0 0 0,0 0 0,0 1 0,0-111-5082,0 58 238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32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7203,'0'0'6702,"0"0"-6633,-1 0 0,1 0 0,0-1 0,0 1 0,-1 0 0,1 0 0,0 0 0,0 0 0,-1 0 0,1 0 0,0 0 0,-1 0 0,1 0 0,0 0 0,-1 0-1,1 0 1,0 0 0,0 0 0,-1 0 0,1 0 0,0 1 0,0-1 0,-1 0 0,1 0 0,0 0 0,0 0 0,-1 0 0,1 1 0,0-1 0,0 0 0,-1 0 0,1 0 0,0 1 0,0-1 0,0 0 0,0 0 0,-1 1 0,1-1 0,0 1 0,-2 21 671,1 0-1,2 23 1,1-1-209,-3 70 395,3 143 728,-2-246-1531,0 1 0,1-1 0,0 0 0,1 0 0,0 1 0,1-1 0,1-1 0,8 22 0,-11-30 144,1-47-91,-1-31-2089,23-147 0,-23 220 1891,1-12-134,0 1 0,2 0 0,0 1 1,0-1-1,1 1 0,1 0 0,0 0 0,10-14 1,-8 15 0,1 0 1,0 1 0,1 1 0,13-13 0,-17 19 129,0-1 1,0 1 0,1 1 0,0-1-1,-1 1 1,1 0 0,0 0-1,0 1 1,14-3 0,-5 2 73,0 1 1,25 0-1,-36 1-21,-1 2 0,0-1-1,0 0 1,0 1 0,0 0 0,0 0-1,0 0 1,0 0 0,0 1 0,0 0-1,0-1 1,-1 1 0,1 1 0,-1-1-1,4 3 1,0 3 108,1 1-1,-2 0 1,1 0 0,-1 1-1,-1 0 1,0 0 0,0 0-1,-1 0 1,0 1-1,3 12 1,1 13 468,7 64 0,-7 139 1332,-8-225-1855,0-13-68,0-18-10329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32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18472,'0'0'4194,"-17"0"-4482,17 3-2449,-4 13-1889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36.8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85 5987,'0'0'5714,"-3"-1"-4745,3 1-885,-1-1 1,1 1 0,0 0-1,-1 0 1,1 0-1,-1 0 1,1 0 0,0-1-1,-1 1 1,1 0-1,0 0 1,-1 0-1,1-1 1,0 1 0,0 0-1,-1-1 1,1 1-1,0 0 1,-1-1 0,1 1-1,0 0 1,0-1-1,0 1 1,0 0 0,-1-1-1,1 1 1,0-1-1,0 1 1,0 0 0,0-1-1,0 1 1,0-1-1,0 1 1,0 0-1,0-1 1,0 1 0,0-1-1,0 1 1,0 0-1,1-1 1,17-8 1878,-16 9-2229,15-5 491,1 0-1,0 2 1,0 0 0,22 0 0,77 3-99,-48 1-109,411-1 172,-446 2-200,37 6-1,-37-4 8,37 1-1,892-5 2495,-957-1-2403,1 0 0,-1-1 0,1 0 0,-1 0 0,0 0 0,0-1 0,11-7 0,4 0 238,-17 7-18,1 1-1,-1-1 0,0 0 0,0 0 0,5-6 0,-3 4-240,-3 3-72,-3 2-234,-4 0-651,-28 4-3089,-22 14-2194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46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1 210 1825,'0'0'6483,"9"-8"-6075,38-35 873,-46 39-779,0 0 0,0 0 1,0 0-1,0 0 0,-1 0 0,0-1 1,0 1-1,0 0 0,-1-8 1,0-1-561,1-83 452,0 95 108,0 10-593,0 46 91,14 339 30,9-166 134,38 263 968,-57-476-721,-4-16-408,0 1 1,0 0-1,0 0 1,0 0-1,0 0 1,0 0-1,0 0 1,0 0-1,0 0 1,0 0-1,0 0 1,0 0-1,0 0 1,0 0-1,0 0 0,0 0 1,0-1-1,0 1 1,0 0-1,0 0 1,0 0-1,0 0 1,0 0-1,0 0 1,0 0-1,0 0 1,0 0-1,0 0 1,1 0-1,-1 0 1,0 0-1,0 0 1,0 0-1,0 0 1,0 0-1,0 0 1,0 0-1,0 0 1,0 0-1,0 0 1,0 0-1,0 0 0,0 0 1,0 0-1,0 0 1,1 0-1,-1 0 1,0 0-1,0 0 1,0 0-1,0 0 1,0 0-1,0 0 1,0 0-1,0 0 1,0 0-1,0 0 1,0 0-1,0 0 1,0 0-1,0 0 1,0 0-1,0 0 1,1-2-127,-1-1 0,0 1 1,0 0-1,-1-1 1,1 1-1,-1-1 1,1 1-1,-2-5 1,-1 1-839,-1-1-1,1 1 1,-9-12 0,-21-20-6215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4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6467,'0'0'7459,"10"-2"-7056,41-5 238,0 3 0,77 4-1,-66 0-265,419 0 799,-442-1-1119,50-9 0,-60 6 11,-27 4-45,-2 0-18,1 0-1,-1 0 1,1 0-1,-1 0 1,0 0-1,1 0 0,-1 0 1,0 0-1,1 0 1,-1 0-1,0 0 1,1 0-1,-1 0 1,0 0-1,1-1 0,-1 1 1,0 0-1,0 0 1,1 0-1,-1-1 1,0 1-1,1 0 0,-1 0 1,0-1-1,0 1 1,0 0-1,1 0 1,-1-1-1,0 1 1,0 0-1,0-1 0,0 1 1,1-1-1,-1 0-52,-5 3-3195,-7 6-991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47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4 152 4418,'0'0'5354,"-1"-19"-4980,0-4-73,0-32-216,0 1 2728,1 79-2808,5 251 1821,0-201-976,24 122 1,-27-187-796,-1-3-9,0-1 0,0 0-1,1 1 1,0-1 0,0 0 0,1 0-1,0 0 1,3 6 0,-2-11 119,-4-8-130,0 5-128,1-21-762,-1 2-3000,-2-32 1,-7 13-3160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47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7331,'0'0'8548,"10"-85"-8580,4 85-1777,0 0-3473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2:49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473 469 768,'0'0'10827,"0"-20"-8690,0 18-2099,-1-1 1,0 1 0,0 0 0,0-1-1,0 1 1,0 0 0,0 0 0,-1 0-1,1 0 1,-1 0 0,0 0 0,1 0-1,-1 1 1,0-1 0,0 0 0,-3-1-1,-35-23-51,28 21 16,0 0 0,0 0 0,0 1 0,-1 0-1,0 1 1,-18-1 0,-79-1-120,92 5 86,13 1 26,0 0-1,0 0 1,0 1 0,1-1-1,-1 1 1,0 0-1,1 0 1,-1 1-1,1-1 1,0 1 0,0 0-1,-5 4 1,0 1-11,0 0 0,1 0 0,0 0 1,-9 14-1,10-10 8,0 1 1,0 0-1,2 0 1,-1 1 0,2 0-1,0 0 1,0 0-1,-2 25 1,2 14 240,2 53 1,2-82-53,-1 19 232,0-9 203,1 0-1,9 60 0,-8-86-485,1 1 0,0-1 1,1 1-1,0-1 0,0 0 1,0 0-1,1 0 0,1 0 1,-1-1-1,1 1 0,0-1 0,1-1 1,0 1-1,0-1 0,13 11 1,-15-14-79,1-1 0,-1 0 0,1 0 0,0 0 0,-1 0 0,1-1 0,0 1 0,0-1 0,0-1 0,0 1 0,0-1-1,1 0 1,-1 0 0,0 0 0,0 0 0,0-1 0,0 0 0,0 0 0,0-1 0,-1 1 0,1-1 0,0 0 0,-1 0 0,1-1 0,-1 0 0,0 1 0,1-1 0,-1 0 0,-1-1 0,1 1 0,0-1 0,3-5 0,10-15-61,-2 0-1,-1-1 1,-1-1-1,-1 0 1,-1 0-1,13-49 0,-16 42-393,-1 0 0,-1-1 0,1-48 0,-8-103-1566,0 139 1610,0 20 41,-2 0 0,-1 1 0,-1-1 0,-1 1-1,-12-32 1,-59-115-702,74 167 1121,0-1 0,1 1 1,-1-1-1,1 0 1,0 0-1,0 0 0,1 1 1,0-2-1,0 1 0,0-13 953,0 19-1006,-1 0-24,1 0 72,1 1-80,0 3 0,0-3 22,0-1 170,0 0-181,0 0 1,0 0-1,-1 0 1,1 0-1,0 0 1,0 0-1,0 0 1,0 0 0,0 0-1,0 0 1,-1 0-1,1 0 1,0 0-1,0 0 1,0 0-1,0 0 1,0 0-1,0 0 1,-1 0-1,1 0 1,0 0-1,0 0 1,0 0-1,0 0 1,0 0 0,0 0-1,0 1 1,0-1-1,-1 0 1,1 0-1,0 0 1,0 0-1,0 0 1,0 0-1,0 0 1,0 0-1,0 1 1,0-1-1,0 0 1,0 0-1,0 0 1,0 0 0,0 0-1,0 0 1,0 1-1,0-1 1,0 0-1,0 0 1,0 0-1,0 0 1,0 0-1,0 0 1,0 1-1,0-1 1,0 0-1,0 0 1,0 0-1,0 0 1,0 0-1,0 0 1,0 0 0,0 1-1,1-1 1,-1 0-1,0 0 1,1 12-52,1 1 1,0-1-1,1 0 1,0 0-1,6 14 1,2 8 12,10 46 53,13 94 1,-3 82 9,-8-50-35,-22-201-16,19 110 15,-17-103-14,0 1 0,1 0 0,1-1 1,0 0-1,0 0 0,10 14 0,-13-23-41,1 0-1,-1 0 0,1 0 1,-1 0-1,1-1 0,6 5 1,-8-6-406,1 0 0,-1 0 1,0-1-1,1 1 1,-1-1-1,0 1 0,1-1 1,-1 1-1,1-1 0,-1 0 1,2 0-1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06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76 1473,'0'0'2006,"9"-12"-1766,3 4 1182,-3 6 3652,-9-16-482,-1 17-4578,-1 0 0,1 0 0,0 0-1,0 0 1,-1 1 0,1-1 0,0 0 0,-1 1 0,1-1 0,-1 1 0,1 0 0,-1-1 0,1 1 0,-1 0 0,1 0 0,-3 0-1,-31 1 158,20 0-146,-222-1 1071,233 1-1081,0 0 0,0 0-1,0 1 1,0-1-1,0 1 1,0 0 0,1 0-1,-1 1 1,0-1-1,1 1 1,0 0-1,0-1 1,-5 7 0,-24 16 175,27-22-188,0 1 1,1-1-1,-1 1 0,0 0 0,1 0 0,0 1 0,0-1 0,0 1 0,1 0 1,0 0-1,0 0 0,0 1 0,0-1 0,1 0 0,0 1 0,0 0 0,0 0 1,1 0-1,-1 6 0,-1 15 72,1 0 0,1-1 0,3 31 1,-1-8 74,-1-11-43,4 92 483,-2-116-480,0 0 0,1 0 0,1 0 1,0 0-1,1-1 0,0 0 0,7 13 0,-10-23-76,0 0 0,0 0-1,-1 0 1,2 0 0,-1-1 0,0 1-1,0-1 1,1 0 0,0 1-1,-1-1 1,1 0 0,0 0 0,0-1-1,0 1 1,0-1 0,5 2-1,1-1 168,0 0-1,0-1 0,0 0 1,18-1-1,-21-1-163,0 0 1,1 0-1,-1-1 0,0 1 0,0-2 1,0 1-1,-1-1 0,11-5 1,-8 3-36,0 1 1,1 0 0,12-3-1,-13 5-20,-5 2 10,-1-1 0,1 1 1,0-1-1,-1 1 1,1-1-1,-1 0 0,1 0 1,-1 0-1,0 0 0,1-1 1,-1 1-1,0-1 1,0 1-1,0-1 0,0 0 1,0 0-1,0 0 0,0 0 1,0 0-1,-1 0 1,1 0-1,-1 0 0,2-4 1,5-18-205,8-27 1,-12 33 117,1 2 0,0-1 0,2 1 0,0-1 0,9-15 0,6-5-677,-1-1 0,-2-1 1,-2-1-1,22-79 1,-36 103 617,0-1 1,-2 1-1,0-1 1,0 1-1,-4-23 1,2-7 1986,0 46-1820,1 0 0,-1 0 0,1 0 0,-1 0 0,0 1 0,1-1 0,-1 0 0,1 0 0,-1 1 0,1-1 0,-1 0 0,1 1 0,-1-1 0,1 1 0,0-1 0,-1 0 0,1 1-1,-1-1 1,1 1 0,-1 0 0,-1 8 10,1 0 1,-1 1-1,1-1 0,1 1 0,0-1 0,2 15 0,-1 6 37,-1-25-46,3 214 988,2-154-428,15 86-1,-17-137-507,1 7 24,0 0 0,2 0 0,0 0-1,13 27 1,-19-47-86,0 0 0,0 0 1,1 0-1,-1-1 0,1 1 0,-1 0 0,1 0 0,-1-1 0,1 1 0,-1 0 0,1-1 0,-1 1 0,1 0 0,0-1 0,0 1 0,-1-1 0,1 1 0,0-1 0,0 1 0,-1-1 0,1 0 1,0 1-1,0-1 0,1 0 0,-1 0-5,-1 0 0,0 0 1,0 0-1,0 0 0,1 0 0,-1 0 1,0 0-1,0 0 0,0 0 0,0 0 1,0 0-1,1 0 0,-1 0 1,0-1-1,0 1 0,0 0 0,0 0 1,0 0-1,1 0 0,-1 0 0,0 0 1,0-1-1,0 1 0,0 0 1,0 0-1,0 0 0,0 0 0,0-1 1,0 1-1,0 0 0,0 0 0,0 0 1,0 0-1,0-1 0,0 1 0,0 0 1,0 0-1,0 0 0,0 0 1,0-1-1,0 1 0,0 0 0,0 0 1,1-101-3300,-1 55-1249,0 10-2580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07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2993,'0'0'5654,"0"-10"111,0 62-5679,24 555 2392,-14-517-2111,16 106 328,-16-160-413,-10-34-122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07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0 5795,'0'0'7334,"-8"1"-6334,-6 5-798,0 0 0,0 0 0,1 1 0,-18 14-1,-22 11-79,-21 1-263,-150 47 0,224-80 129,-1 0 0,0 1 0,1-1 0,-1 0 0,1 0 1,-1 0-1,1 1 0,-1-1 0,1 0 0,-1 0 1,1 1-1,-1-1 0,1 0 0,-1 1 0,1-1 1,0 1-1,-1-1 0,1 1 0,-1-1 0,1 1 1,0-1-1,0 1 0,-1-1 0,1 1 0,0 0 0,0 0-16,0 0 0,0 0 0,1 0-1,-1 0 1,0 0 0,1 0 0,-1-1-1,1 1 1,-1 0 0,1 0 0,-1 0-1,1-1 1,0 1 0,-1 0-1,1-1 1,0 1 0,0-1 0,-1 1-1,3 0 1,102 61 495,-40-26 61,49 30 643,141 81 1220,-250-144-2365,0 0 0,0 0 0,0-1 0,0 1 0,1-1 0,-1 0 0,1-1 0,-1 1 0,1-1 0,-1 0 0,1-1-1,0 1 1,0-1 0,10-1 0,-15 0-36,-1 1-1,1 0 0,0 0 0,0 0 0,-1-1 1,1 1-1,0 0 0,-1-1 0,1 1 1,0 0-1,-1-1 0,1 1 0,0-1 0,-1 1 1,1-1-1,-1 0 0,1 1 0,-1-1 1,1 1-1,-1-1 0,0 0 0,1 1 0,-1-2 1,3-9-763,0 1 1,-1 0 0,0 0 0,-1-1 0,0 1 0,-1-14-1,0-25-7220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10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6227,'0'0'5408,"0"2"-5168,-1 83 457,13 320 473,91 270 2861,-101-665-3880,7 24 173,-9-33-272,1 0 0,-1 0 0,0 0-1,1 0 1,-1 0 0,1 0-1,-1 0 1,1 0 0,0 0 0,-1 0-1,1-1 1,0 1 0,-1 0-1,1 0 1,0-1 0,0 1 0,0 0-1,0-1 1,0 1 0,0-1-1,0 0 1,0 1 0,0-1 0,0 1-1,2-1 681,-4-21-868,-1-1-1,-7-27 1,1-2-493,3-9-497,4-94 0,3 69-269,-2 74 1220,1 0 0,1 0-1,0 0 1,1 0-1,0 1 1,0-1-1,1 1 1,0-1 0,1 1-1,1 1 1,8-14-1,-6 12-23,0 0-1,1 1 1,0 0-1,0 0 1,1 1-1,1 0 1,0 1-1,0 0 0,13-7 1,-18 13 259,1-1-1,0 1 1,0 0-1,0 1 1,0-1-1,0 1 1,0 1 0,0-1-1,0 1 1,1 1-1,13 2 1,-18-2-1,1 0 1,-1 1 0,1-1-1,-1 1 1,0 0-1,0 1 1,0-1-1,0 0 1,0 1 0,0-1-1,-1 1 1,1 0-1,-1 0 1,0 0-1,0 0 1,3 6-1,6 10 241,11 32-1,-20-47-251,5 15 139,-1 1 0,-1 1-1,0-1 1,-2 1 0,1 24-1,-3 105 1060,-1-141-1155,-1 5 9,0 1 0,-2 0 0,1-1 0,-2 1 0,0-1 0,-1 0 0,0 0 0,-1-1 0,-1 0 0,-13 22 0,14-26-85,-1 0 0,0 0 0,0-1 0,-1 0 0,1 0 0,-2-1-1,1 0 1,-1 0 0,0-1 0,-1 0 0,1-1 0,-1 0 0,0-1 0,-20 7 0,28-11-50,1 1-1,0-1 1,-1 0 0,1 1 0,-1-1-1,1 0 1,-1 0 0,1 0 0,0 0-1,-1 0 1,1 0 0,-1-1 0,1 1 0,0 0-1,-1-1 1,1 1 0,-1-1 0,1 1-1,0-1 1,0 0 0,-1 1 0,1-1 0,0 0-1,0 0 1,0 0 0,0 0 0,0 0-1,0 0 1,0 0 0,0 0 0,1-1-1,-1 1 1,0 0 0,1 0 0,-1-1 0,0 1-1,1-2 1,-2-6-346,0 1 0,1-1-1,0 0 1,1 0 0,0-10 0,0 8-219,0-40-3242,0 13-1555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10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44 6419,'0'0'6758,"0"-4"-6033,-3-15-10,2 18-650,1 1-1,0 0 0,-1-1 1,1 1-1,-1-1 1,1 1-1,0 0 0,-1-1 1,1 1-1,-1 0 1,1 0-1,-1-1 0,1 1 1,-1 0-1,1 0 0,-1 0 1,0-1-1,1 1 1,-1 0-1,1 0 0,-1 0 1,1 0-1,-2 0 0,-16 1 390,13-1-348,-2 1-40,0 0 0,0 0 0,0 0-1,0 1 1,0 0 0,0 1 0,0-1-1,1 1 1,-1 0 0,1 1-1,0 0 1,0 0 0,0 0 0,-7 7-1,-8 9 189,1 1-1,-21 29 0,35-42-187,-1 1 2,0 1 0,1 1 0,1-1 0,-1 1 0,2 0 0,-1 0 0,2 1 0,-1-1 0,2 1 0,-3 14 0,1 14 361,2 67-1,2-72-147,0-23-193,0 7 155,0-1 0,1 1 1,7 32-1,-7-47-206,0 1 0,1 0-1,-1-1 1,1 1 0,0-1 0,0 0 0,1 1 0,-1-1 0,1 0-1,0 0 1,0-1 0,1 1 0,-1-1 0,1 1 0,-1-1 0,1 0 0,0-1-1,0 1 1,7 3 0,-5-4-3,0 0-1,0 0 1,0 0-1,0-1 1,0 0 0,0 0-1,0 0 1,1-1-1,-1 0 1,0 0-1,0-1 1,0 0 0,1 0-1,-1 0 1,8-3-1,-5 0 5,-1 1 0,1-1 0,-1 0-1,0-1 1,-1 0 0,1-1 0,-1 1 0,0-1-1,9-10 1,0-1-66,-2-1-1,0 0 0,17-31 0,-25 38-98,-1 0 0,0 0 0,0-1 0,-1 0 0,-1 0-1,0 0 1,-1 0 0,2-15 0,-4 15-31,3-96-1436,-4 97 1479,0-1 1,-1 0-1,0 1 0,0-1 0,-2 1 0,1 0 0,-6-12 0,-3-1 151,-1 1-1,-22-30 0,30 45-26,-1 1 0,0 0 0,0 0 0,-1 1-1,1 0 1,-1 0 0,-1 1 0,1-1 0,-1 2-1,-16-8 1,18 10 641,3 2-2907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11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 5426,'0'0'8789,"-3"-1"-7856,3 1-874,0 0-1,-1 0 1,1 0-1,0 0 1,-1 0-1,1 0 1,-1 0-1,1 0 1,0 0-1,-1 1 1,1-1-1,0 0 1,-1 0-1,1 0 1,0 1-1,0-1 1,-1 0 0,1 0-1,0 0 1,0 1-1,-1-1 1,1 0-1,0 1 1,0-1-1,-1 0 1,1 1-1,0-1 1,0 0-1,0 1 1,0-1-1,0 0 1,0 1-1,0-1 1,0 0-1,-1 1 1,1-1-1,0 1 1,-5 27 452,1 39-715,4-61 357,-1 324 1159,2-183-612,-1-78-433,3 0-1,3-1 1,22 102 0,-26-163-245,7 22 102,-9-28-119,1 0 0,-1 0 0,0 0-1,1-1 1,-1 1 0,1 0 0,-1 0 0,1 0 0,-1-1-1,1 1 1,0 0 0,-1-1 0,1 1 0,0 0 0,-1-1-1,1 1 1,0-1 0,0 0 0,0 1 0,-1-1-1,1 1 1,0-1 0,0 0 0,1 1 0,-1-2-15,-1 1 0,1 0-1,-1 0 1,1 0 0,-1-1 0,0 1 0,1 0 0,-1-1 0,1 1 0,-1 0 0,0-1 0,1 1 0,-1 0 0,0-1 0,0 1-1,1-1 1,-1 1 0,0-1 0,0 1 0,0-1 0,1 1 0,-1 0 0,0-1 0,0 1 0,0-1 0,0 1 0,0-1 0,0 1-1,0-1 1,0 0 0,0 0-83,9-56-2645,3-9-3613,-5 36-1122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11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1 270 9236,'0'0'6974,"33"11"-6526,107 30-181,-133-39-239,0 0 0,0 0 0,0-1 0,0 0 0,0-1 0,0 1 0,12-2 1,-16 0-17,0 0 1,1 0-1,-1 0 1,0-1 0,0 1-1,0-1 1,-1 0 0,1 1-1,0-1 1,2-3-1,1 1 1,1-2-115,0-1-1,0 0 1,-1 0-1,0 0 1,0-1-1,0 0 1,-1 0-1,0 0 1,-1 0 0,0-1-1,0 0 1,-1 0-1,0 0 1,0 0-1,-1-1 1,-1 1-1,0-1 1,0 1-1,0-1 1,-1 1-1,-3-20 1,3 25 83,-1-1-1,0 1 1,0 0-1,-1 0 1,1 0 0,-1 0-1,0 0 1,0 0 0,0 0-1,-1 0 1,0 1-1,1-1 1,-1 1 0,0 0-1,0 0 1,-1 0 0,1 0-1,-1 0 1,1 1-1,-1 0 1,0-1 0,0 1-1,0 1 1,0-1 0,-6-1-1,-7-2 49,1 1 0,-1 1 0,0 1-1,0 0 1,-24 1 0,36 1 3,1 0-1,-1 1 1,1-1 0,0 1 0,-1 0-1,1 0 1,0 1 0,0-1-1,-1 1 1,1 0 0,0 0 0,1 0-1,-1 0 1,0 1 0,1 0-1,-1 0 1,1 0 0,0 0 0,0 0-1,0 0 1,0 1 0,1 0-1,-1-1 1,1 1 0,0 0-1,0 0 1,1 0 0,-2 5 0,-2 7 108,1 1 0,0 0 0,1 0 0,1 0 0,1 0 0,1 18 0,-1 14 576,3-1 1,10 67-1,-9-99-515,1 0 0,1 0 0,0-1-1,0 0 1,2 0 0,0 0 0,1-1 0,0 0 0,1 0-1,0-1 1,14 14 0,-16-20-169,0-1 0,1 0 0,-1 0 0,1-1 0,1 0 0,-1 0 0,1-1 0,-1 0 0,1-1 0,1 0 0,-1 0 0,0-1 0,0 0 0,1 0 0,0-1 0,-1-1 0,1 1 0,-1-2 0,1 1 0,0-1 0,-1-1 0,0 0 0,1 0 0,-1-1 0,0 0 0,0 0 0,0-1 0,-1 0 0,1-1 0,14-11 0,-8 4-239,-1-2 0,0 0-1,-1-1 1,15-21 0,-21 24-656,0 0 1,9-21-1,-13 24-355,0 0 0,0-1-1,0 0 1,0-12-1,-1-27-9311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12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7 5282,'0'0'8279,"-7"-7"-6497,6 8-1711,-1 0-1,0-1 1,1 1-1,-1 0 1,1 0 0,-1 0-1,1 0 1,0 0 0,-1 0-1,1 1 1,0-1-1,0 0 1,0 1 0,0-1-1,0 0 1,0 1-1,0 0 1,0-1 0,1 1-1,-1-1 1,0 1-1,1 0 1,0-1 0,-1 4-1,-9 47 281,5 148 433,5-134-507,3 14 347,3 1-1,17 78 0,49 155 837,-62-279-1248,22 71 401,-27-92-444,1 0-1,0-1 0,1 0 1,1 0-1,12 15 1,-18-25-121,-1-2-35,-1-1 1,1 1-1,-1 0 0,1 0 1,-1-1-1,1 1 0,0 0 0,-1-1 1,1 1-1,0-1 0,0 1 1,-1-1-1,1 1 0,0-1 1,0 1-1,0-1 0,-1 0 1,1 0-1,1 1 0,0-11 129,-2-238-4131,0 237 3709,1 0-1,1 1 1,0 0-1,0-1 1,1 1-1,0 0 1,1 0-1,0 0 1,1 1-1,0 0 1,0 0-1,1 0 1,13-16-1,-13 18 270,1 0 0,-1 1 0,1 0 0,0 0 0,0 0 0,1 1 0,0 0 0,0 1 0,0-1 0,0 2 0,1-1 0,0 1 0,0 0 0,-1 1 0,1 0 0,15-1 0,-14 2 99,5 0 61,0 1-1,-1 1 0,26 3 0,-36-3-105,1 0 0,0 0 0,-1 1 0,1 0 0,-1 0 0,0 0 0,1 0 0,-1 1 0,0-1 0,-1 1 0,1 0 0,0 0 0,-1 1 0,0-1 0,5 7 0,0 2 86,0 0 0,-1 1 0,0 0 0,-1 0 1,-1 0-1,0 1 0,4 21 0,-1 7 545,2 54 0,-6-45-319,13 62 1,-16-111-959,-1-24-8409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14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1393,'0'0'10258,"0"-5"-9383,0-18-478,0 17 201,0 8-582,0 4-16,-1 39 244,2-1-1,14 79 1,77 325 3325,-88-425-3370,-3-14-14,0-1 1,1 1-1,0 0 1,0-1-1,1 1 1,8 14-1,-11-23-170,0 0 0,0 0-1,0 1 1,0-1 0,0 0 0,0 0-1,0 0 1,0 0 0,0 0 0,0 0-1,0 0 1,0 0 0,0 0 0,0 0-1,0 0 1,0 0 0,0 0 0,1 0-1,-1 0 1,0 0 0,0 1 0,0-1-1,0 0 1,0 0 0,0 0 0,0 0-1,0 0 1,0 0 0,0 0 0,0 0-1,1 0 1,-1 0 0,0 0 0,0 0-1,0 0 1,0 0 0,0 0 0,0 0-1,0-1 1,0 1 0,0 0-1,0 0 1,0 0 0,1 0 0,-1 0-1,0 0 1,0 0 0,0 0 0,0 0-1,0 0 1,0 0 0,0 0 0,0 0-1,0 0 1,0 0 0,0 0 0,0-1-1,0 1 1,0 0 0,0 0 0,0 0-1,0 0 1,0 0 0,0 0 0,0 0-1,0 0 1,0 0 0,0-1 0,2-10 178,-1-13-307,-1-461-5105,0 473 5085,1 1 0,0-1 0,1 1 0,0-1 0,6-14 0,-7 22 135,0 0 0,0 0 0,1 0 0,0 1 0,0-1-1,0 0 1,0 1 0,1-1 0,-1 1 0,1 0 0,0 0 0,0 0 0,0 0 0,0 1 0,0-1 0,1 1-1,-1 0 1,6-3 0,-7 5 49,0-1 0,0 0 0,0 1 0,1 0 0,-1-1 0,0 1 0,0 0 0,1 0 0,-1 0 0,0 1 0,0-1 0,0 0 0,1 1 0,-1 0 0,0-1 0,0 1 0,0 0-1,0 0 1,0 0 0,0 0 0,0 1 0,0-1 0,-1 0 0,1 1 0,0-1 0,-1 1 0,1 0 0,1 3 0,4 5 102,0 0 1,-1 1-1,0 0 0,4 13 0,-1-3 98,28 63 732,-4 2 0,-3 1-1,27 137 1,-55-215-915,1 7 81,0 1-1,2-1 1,0 0 0,1 0-1,8 16 1,-14-31-23,0-5 8,1-318-3505,0 305 2940,1 0 0,0 1 0,1-1 0,1 1 0,1-1 0,0 1 0,1 1 0,1-1 0,0 1 0,1 0 0,1 1 0,0 0 0,1 0 0,1 1 0,14-14 0,-24 25 436,1 0-1,0 0 1,0 0 0,1 0 0,-1 1 0,0-1 0,0 0 0,1 1-1,-1 0 1,1 0 0,-1 0 0,1 0 0,0 0 0,-1 0-1,1 1 1,0-1 0,0 1 0,-1 0 0,1 0 0,0 0 0,0 0-1,-1 0 1,6 1 0,-5 1 113,0-1 0,-1 1-1,1 0 1,0-1 0,0 1 0,-1 0 0,1 1-1,-1-1 1,0 0 0,1 1 0,-1-1-1,0 1 1,-1 0 0,1 0 0,0 0-1,-1 0 1,0 0 0,1 0 0,0 4-1,54 203 3442,-11-35-1569,-44-172-1970,-1-1 0,1 1 0,0 0 0,0-1 0,1 0 0,-1 1 1,3 3-1,-4-6-99,1 1 0,0-1 0,-1 1 0,1-1 0,-1 0 0,1 1 1,0-1-1,-1 1 0,1-1 0,0 0 0,-1 0 0,1 1 0,0-1 0,0 0 1,-1 0-1,1 0 0,0 0 0,0 0 0,-1 0 0,1 0 0,0 0 1,0 0-1,-1 0 0,1 0 0,0-1 0,-1 1 0,2-1 0,-1 1-98,-1 0-1,1 0 1,-1-1-1,1 1 0,-1 0 1,1-1-1,-1 1 0,0-1 1,1 1-1,-1-1 1,1 1-1,-1 0 0,0-1 1,0 1-1,1-1 0,-1 1 1,0-1-1,0 0 1,1 1-1,-1-2 0,7-27-6528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14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46 393 8724,'0'0'5104,"31"-30"-4971,99-94-120,-79 71-9,-49 50 2,0-1-1,0 1 1,0-1-1,0 1 1,0-1 0,1-5-1,-2 7-2,1-7 25,0-1 0,-1 1 1,0-1-1,0 1 1,-2-19-1,0 11 63,1 14-72,0 1 0,0-1 0,0 1-1,-1 0 1,1-1 0,-1 1 0,0 0 0,0 0-1,0-1 1,0 1 0,0 0 0,0 0 0,-1 0 0,1 0-1,-1 0 1,1 0 0,-1 1 0,0-1 0,1 0-1,-1 1 1,0-1 0,0 1 0,0 0 0,0 0-1,-1-1 1,1 1 0,0 1 0,0-1 0,-1 0 0,-3 0-1,-8-2-39,1 1 0,0 1 0,-1 0 0,-16 1 0,16 1 18,7-1 1,-3-1-4,0 1 0,1 1 1,-1 0-1,-18 4 0,25-4 3,0 0 0,0 0-1,0 0 1,0 1 0,1-1-1,-1 1 1,1 0-1,-1 0 1,1 0 0,0 0-1,-1 0 1,1 0 0,0 1-1,0-1 1,1 1 0,-1-1-1,0 1 1,1 0-1,0-1 1,-2 5 0,0 7 90,0 0 1,1 0-1,0 0 0,1 1 1,1-1-1,0 0 1,3 22-1,-1-17 139,0 3 149,1-1 0,1 1-1,1-1 1,15 39 0,-1-16 586,27 46 1,-33-67-620,0-1 0,2 0 0,0-1 1,2-1-1,26 27 0,-37-41-291,0-1 0,1 1 1,0-1-1,-1-1 0,2 1 1,-1-1-1,0 0 0,1-1 0,0 0 1,-1 0-1,1-1 0,0 1 0,1-2 1,-1 1-1,0-1 0,0-1 0,1 1 1,-1-1-1,0-1 0,17-2 0,-19 1-60,1 0 0,-1-1 0,0 0 0,0 0 0,0 0-1,-1-1 1,1 1 0,-1-1 0,0-1 0,0 1 0,0-1 0,0 0-1,-1 0 1,7-11 0,0-1-575,-1 0 0,-1-1 0,11-31 0,-13 31-1629,7-36 0,-5-15-5006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15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85 3153,'0'0'4504,"-8"-7"-3578,0 0-543,4 4-141,1 0 1,-1 0 0,1 0-1,0 0 1,0-1-1,1 1 1,-1-1 0,-6-4 3940,9 8-4115,0 0 0,0 0 0,0-1 0,0 1 0,0 0 0,0 0 0,0 0 0,0 0 0,0 0 0,-2 13 1140,1 24-1873,1-30 1194,0 36 105,1-1 0,3 0 0,1 1 0,17 65 0,-17-90-412,7 29 353,3-1-1,2 0 1,23 45 0,-23-70-60,-17-21-505,1 1 0,-1-1 0,0 0 0,0 0 0,1 1 0,-1-1 0,0 0 0,1 0 0,-1 0 0,0 0 0,1 0 0,-1 1 0,0-1 0,1 0 0,-1 0 0,1 0 0,-1 0-1,0 0 1,1 0 0,-1 0 0,0 0 0,1 0 0,-1 0 0,1-1 0,-1 1-2,1-1 0,-1 1 1,1-1-1,-1 1 0,1-1 0,-1 0 0,1 1 0,-1-1 0,0 1 0,0-1 0,1 0 0,-1 0 0,0 1 0,0-1 0,0 0 1,1 1-1,-1-1 0,0-1 0,5-63-1283,-4-100 1,-3 75-865,1 33 571,-1 33 973,2 0 1,0 0 0,8-45-1,-6 62 582,0 0-1,0 0 0,1 0 1,0 1-1,0 0 0,1-1 1,-1 1-1,6-5 0,-7 8 24,0 0-1,0 1 1,1-1-1,-1 1 0,1 0 1,-1-1-1,1 1 1,0 1-1,0-1 1,0 0-1,0 1 0,0-1 1,0 1-1,0 0 1,0 0-1,1 0 1,-1 0-1,5 0 0,7 1 84,-8 0 62,-1 0 1,1 0 0,-1 0-1,12 3 1,-15-2-96,-1 0 1,1 0 0,-1 1 0,1-1 0,-1 0-1,1 1 1,-1 0 0,0-1 0,0 1 0,0 0-1,0 0 1,0 0 0,0 0 0,2 4 0,18 28 590,-1 2 0,-1 0 0,-2 1 1,15 45-1,39 160 1611,-49-157-1663,1-17 298,-24-66-732,0-23-34,-5-168-1617,0-71-4197,6 248 5335,1 0 0,-1 0 1,2 0-1,0 0 0,0 0 0,1 1 1,1-1-1,10-18 0,-13 25 374,1 0 1,0 1-1,0-1 0,0 1 1,0 0-1,1 0 1,-1 0-1,1 0 0,0 1 1,0-1-1,1 1 0,-1 0 1,1 1-1,-1-1 0,1 1 1,0 0-1,0 0 0,0 0 1,0 0-1,0 1 1,1 0-1,6 0 0,-9 1 30,0 0-1,0 0 0,0 0 1,-1 1-1,1-1 1,0 1-1,-1 0 0,1 0 1,0 0-1,-1 0 1,1 0-1,-1 1 0,1-1 1,-1 1-1,0-1 1,0 1-1,1 0 0,-1 0 1,0 0-1,-1 0 1,1 0-1,2 4 0,1 4 148,0-1 0,-1 1 0,0 0 0,4 18 0,-5-15-35,18 72 1966,15 147-1,-23-132-1069,-13-93-1046,0-65-5060,0 8-6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16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349 213 1857,'0'0'9887,"0"-5"-9511,1-10-550,0 4 797,0-1 1,-1 1 0,-3-23 0,2 33-615,0-1-1,0 1 0,0 0 1,0-1-1,0 1 0,0 0 1,0-1-1,0 1 0,0 0 1,-3-1-1,-9-13 15,10 10-18,0 1 0,0 0 0,0 0 0,0 0 0,0 0 0,-1 1 0,1-1 0,-9-4 0,-10-13 9,20 20-12,1-1 0,-1 1-1,0 0 1,1 0 0,-1-1 0,0 1 0,0 0 0,0 0 0,-3 0 0,-10-7 11,13 6 10,0 1 0,0 0 1,0 1-1,0-1 0,0 0 1,0 1-1,0-1 0,0 1 1,-1-1-1,1 1 0,-3 0 1,-107 0 910,109 1-901,-1 1 1,1-1-1,0 1 1,-1-1-1,1 1 1,0 0-1,0 0 0,0 1 1,0-1-1,1 0 1,-1 1-1,1 0 1,-5 5-1,2-2-8,2-2-11,-1 1 0,1-1 0,1 1 0,-1 0 0,0 0 0,1 0-1,0 0 1,0 0 0,1 0 0,-2 10 0,0 5 232,0 31 0,2-43-141,1 132 1841,1-114-1450,2 0 0,0 0 0,11 35 0,-9-44-243,0 1 1,0-1-1,2 0 0,0-1 1,1 0-1,1 0 1,0-1-1,19 23 1,-26-35-207,1-1 0,0 1 0,0-1 0,0 0 0,0 0 1,0 0-1,1 0 0,-1-1 0,1 0 0,-1 1 0,1-1 1,-1 0-1,1 0 0,0-1 0,-1 1 0,1-1 0,0 0 0,-1 0 1,1 0-1,4-1 0,0 1 32,-5 0-67,0 0-1,-1-1 0,1 1 0,-1-1 0,1 0 0,-1 0 0,1 0 0,-1 0 1,1 0-1,-1 0 0,0-1 0,0 1 0,1-1 0,-1 1 0,0-1 0,-1 0 0,1 0 1,0 0-1,0 0 0,-1 0 0,1 0 0,-1-1 0,0 1 0,2-4 0,2-7-176,1-1 0,-2 1-1,4-20 1,-4 19-89,5-39-1142,-1 0 0,-3 0 1,-4-104-1,4-37 1235,-1 174 172,0 15 17,2 16 24,9 53 814,10 102 0,-16-100-283,3 30 299,25 143 1286,-35-233-2128,-1 1 0,1-1 1,0 1-1,1-1 0,0 0 1,0 0-1,5 7 1,-2-7 1,-5-25-575,-2-38-1492,0-27-1345,4 29-2174,3 22-3078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17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8 8356,'0'0'6912,"-10"-1"-5837,-3-1-771,-3 0 624,-32-1 0,44 3-856,-1 0 0,1 1 0,0-1 0,-1 1 0,1 0 0,0 0 0,0 0 0,0 1-1,0-1 1,0 1 0,0 0 0,0 0 0,-5 4 0,0 3-17,0 0-1,1 1 1,0 0-1,1 0 1,0 0 0,0 1-1,1 0 1,1 0-1,0 1 1,1 0-1,0-1 1,0 2 0,1-1-1,1 0 1,0 0-1,1 1 1,0-1-1,1 1 1,2 21-1,-1-29-60,0-1 0,0 1 0,0 0-1,1 0 1,-1-1 0,1 1 0,0-1 0,1 1-1,-1-1 1,1 0 0,0 0 0,0 0-1,0 0 1,0 0 0,5 3 0,7 5-162,0 0 0,26 16 0,-10-8-48,-22-14 189,55 42 32,-59-44-2,0 1 0,-1-1 0,1 1 0,-1 0 0,0 0 0,0 0 0,-1 1 0,1 0 0,2 7 0,-5-11-11,0 1-1,0-1 0,0 1 0,0-1 1,-1 1-1,1-1 0,-1 1 0,0-1 1,0 1-1,0 0 0,0-1 1,0 1-1,0-1 0,-1 1 0,1-1 1,-1 1-1,0-1 0,0 1 0,0-1 1,0 0-1,0 1 0,0-1 0,-1 0 1,1 0-1,-1 0 0,0 0 0,1 0 1,-1 0-1,0 0 0,0-1 0,-3 3 1,-5 1 13,0 0 1,1-1-1,-1 0 1,-1-1-1,1 0 1,-12 2-1,10-2-17,-9 1-530,1 0 1,-39 1-1,56-5 229,-2-1-1191,4-9-1465,1-20-2666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1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336 158 4578,'0'0'9039,"0"-8"-8490,0-96 2202,0 102-2752,0 1 0,-1 0 0,1 0 0,0-1 0,0 1 0,-1 0 0,1 0 0,-1 0-1,1 0 1,-1 0 0,0-1 0,0 1 0,1 0 0,-1 1 0,0-1 0,0 0 0,0 0 0,0 0 0,0 0 0,0 1 0,0-1 0,0 0 0,-2 0-1,-30-11-42,21 8 37,4 3 12,0-1 1,0 2 0,0-1 0,0 1 0,0 0-1,-11 2 1,-8-1 20,18-1-21,0 0-1,0 1 0,0 0 0,0 1 0,-15 4 0,19-4-4,1-1 1,-1 2-1,1-1 1,0 0-1,-1 1 0,1 0 1,0 0-1,1 0 0,-1 1 1,0-1-1,1 1 0,-5 6 1,1 1 90,1 0-1,0 0 1,1 0 0,0 1 0,0 0 0,2 0 0,-1 0-1,2 0 1,-2 15 0,0 15 688,3 58 0,1-56-431,0-25-49,1 0 0,1 0-1,1 0 1,1-1-1,6 22 1,-7-32-157,0 1 1,0-1-1,1 0 1,0 0-1,0 0 1,1 0 0,0-1-1,1 0 1,-1 0-1,1 0 1,1-1-1,13 11 1,-16-14-98,0-1 1,0 1 0,0-1-1,0 0 1,1 0 0,-1-1-1,1 1 1,-1-1-1,1 0 1,-1-1 0,1 1-1,0-1 1,-1 1 0,1-1-1,0-1 1,-1 1 0,10-3-1,-8 2-39,0-1 0,-1-1-1,1 1 1,-1-1 0,0 0 0,0 0-1,0 0 1,0-1 0,0 0 0,-1 0-1,1 0 1,-1 0 0,4-7-1,9-12-421,0-1-1,-2-1 0,20-45 1,-28 51-220,0 1 1,-1-1-1,-1-1 1,-1 1-1,0-1 1,1-28 0,-4-109-4089,-2 94 5304,1 60 946,-3 21-402,-4 392 2992,7-326-3612,0-81-499,0 1-1,0-1 0,0 1 1,0-1-1,1 0 0,0 1 1,-1-1-1,3 4 0,-2-6-26,-1 0-1,1 0 1,0 0-1,-1 0 1,1 0-1,0-1 1,0 1-1,0 0 1,0 0-1,0-1 1,0 1-1,0-1 0,0 1 1,0-1-1,0 1 1,0-1-1,0 0 1,0 1-1,0-1 1,0 0-1,0 0 1,1 0-1,-1 0 1,0 0-1,1 0 1,-1 0-74,0 0 0,0 0 0,0 0 1,0 0-1,0 0 0,1 0 1,-1-1-1,0 1 0,0 0 1,-1-1-1,1 1 0,0-1 1,0 1-1,0-1 0,0 1 1,0-1-1,0 0 0,-1 1 1,2-2-1,10-21-2002,-12 22 2052,17-45-4220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18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9877,'0'0'6531,"2"36"-4565,-1-3-1515,21 206 1992,-5-118-1055,21 124 885,-31-215-1958,-7-28-217,0-5-58,-1-102-900,4-140-3466,-1 231 3941,0 1 1,1 0 0,0 0-1,1 1 1,0-1-1,1 1 1,1 0-1,0 0 1,0 0-1,1 1 1,14-17 0,-16 21 402,1 1 0,0-1 1,0 1-1,1 0 1,0 0-1,0 1 1,0 0-1,0 0 0,1 1 1,0 0-1,0 0 1,0 1-1,0 0 1,1 0-1,-1 1 0,1 0 1,0 1-1,10-1 1,-15 2 63,0 0 0,0 1 1,0 0-1,0 0 0,0 0 1,-1 0-1,1 1 0,0-1 1,-1 1-1,1 0 0,-1 0 1,1 1-1,-1-1 0,0 1 1,0-1-1,0 1 0,0 0 1,-1 0-1,1 0 0,-1 0 1,3 6-1,3 3 153,-2 1 1,0 0-1,0 0 0,6 27 1,-5-14 134,-2 1 0,-1-1 0,0 31-1,-4 83 936,-1-62-1574,-6-129-4381,0 1 286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19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384 197 10517,'0'0'3063,"9"-17"-2791,29-54 80,-27 45 1223,-12 16-180,0 0-662,1 8-716,0-1-1,-1 1 1,1 0 0,-1-1-1,1 1 1,-1-1 0,0 1 0,0 0-1,0-1 1,0 1 0,0 0-1,0 0 1,0 0 0,-1 0-1,1 0 1,-1 0 0,0 0 0,0 1-1,1-1 1,-1 0 0,0 1-1,0-1 1,-1 1 0,1 0 0,0 0-1,0 0 1,-1 0 0,1 0-1,0 1 1,-1-1 0,-3 0 0,-9-2 4,-1 1 1,0 1 0,1 1 0,-17 1 0,8-1 233,20 1-217,0-1-1,1 1 1,-1 0 0,0 0-1,0 1 1,1-1-1,-1 1 1,1 0 0,-1 0-1,1 0 1,0 0 0,0 0-1,0 1 1,0 0 0,0-1-1,0 1 1,1 0 0,-1 0-1,1 1 1,-4 6 0,-1 3 133,0 0 0,1 0 0,0 1 0,-5 20 0,4-7 245,1 0 1,2 1-1,-1 29 0,3 86 1019,3-86-869,-1-50-481,0-1 1,0 1 0,1 0-1,0 0 1,0 0-1,3 11 1,-3-16-76,0 0 0,0 0-1,1 0 1,-1 0 0,0-1-1,1 1 1,-1 0 0,1 0-1,-1-1 1,1 1 0,0-1 0,0 0-1,0 1 1,0-1 0,0 0-1,0 0 1,0 0 0,0 0 0,0-1-1,0 1 1,1 0 0,-1-1-1,4 1 1,-2-1-12,1 1-1,0-1 1,-1 0-1,1 0 1,-1 0 0,1-1-1,0 1 1,-1-1-1,1 0 1,-1 0 0,1-1-1,-1 0 1,0 1-1,0-2 1,0 1-1,0 0 1,0-1 0,6-4-1,0-4-221,1 0-1,-2-1 1,0 0 0,12-19-1,-19 27 137,16-22-1006,-2-1 0,-1 0 0,-1-1 0,-2-1 0,-1 0 1,-1 0-1,-1-1 0,6-37 0,-15 67 1187,-1 0 0,1-1 0,0 1 0,0 0 0,0-1 0,0 1 0,0 0 0,0-1 0,0 1-1,0 0 1,0 0 0,0-1 0,0 1 0,0 0 0,1-1 0,-1 1 0,0 0 0,0-1 0,0 1 0,0 0 0,0 0 0,1-1 0,-1 1 0,0 0 0,0 0 0,0 0 0,1-1-1,-1 1 1,0 0 0,0 0 0,1 0 0,-1-1 0,0 1 0,0 0 0,1 0 0,-1 0 0,0 0 0,1 0 0,-1 0 0,0 0 0,1 0 0,-1 0 0,0 0 0,0 0 0,1 0 0,-1 0-1,0 0 1,1 0 0,-1 0 0,0 0 0,1 0 0,-1 0 0,0 0 0,0 0 0,1 1 0,-1-1 0,0 0 0,1 0 0,-1 0 0,0 1 0,2 0 66,-1 0 0,1 1 0,-1-1 1,0 1-1,0-1 0,0 1 0,0 0 1,0-1-1,2 4 0,4 18 238,-1 0 0,-1 1 0,4 36 1,-2 75-58,-5-71-274,0 0 127,-9 96-1,5-144-171,-2-1 0,1 1 0,-2-1 1,0 0-1,-1 0 0,0-1 0,-1 1 0,-12 17 1,14-25-24,0 1 0,-1 0 0,0-1 1,0 0-1,-1-1 0,0 0 0,0 0 1,0 0-1,-1 0 0,0-1 0,0-1 1,0 1-1,0-1 0,-1-1 0,-15 5 0,-10-3-731,0-2-1,-62-1 0,66-2-287,-42 0-2848,4 0-3073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1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17 5827,'0'0'5768,"-1"-3"-5243,1 2-414,0 1-1,-1-1 1,1 0-1,0 0 1,-1 1-1,1-1 1,-1 0-1,1 1 1,-1-1-1,1 1 1,-1-1-1,0 1 1,1-1-1,-1 1 1,0-1-1,1 1 1,-1 0-1,0-1 1,-1 1-1,-20-2 909,21 2-1078,-1 0 64,0 1 1,-1-1-1,1 1 1,0-1-1,0 1 1,0 0-1,-1 0 1,1 0-1,0 0 0,0 1 1,0-1-1,0 0 1,1 1-1,-1 0 1,0-1-1,-2 4 1,-27 38 11,24-32-13,-17 28 19,2 2-1,2 0 0,1 1 1,-21 74-1,-32 184 318,60-244-205,4-20-25,0-1 147,2 0 0,-4 44 0,10-140-3581,0 18-2154,0 15-79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1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5827,'0'0'6803,"5"-6"-5990,13-14-95,-13 14 293,-3 7-954,1-1-1,-1 1 0,0 0 1,0 0-1,0 0 1,0 0-1,1 0 0,-1 0 1,-1 0-1,1 1 0,0-1 1,0 1-1,0 0 1,-1-1-1,1 1 0,-1 0 1,1 0-1,-1 0 1,0 0-1,0 0 0,1 2 1,6 11 110,10 29 0,-13-31-66,15 44 495,25 112 0,-6 62 589,-33-187-972,11 69 302,41 218 819,-40-270-1134,-16-55-176,1-1 1,-1 0 0,1 1-1,0-1 1,0 0 0,1-1-1,-1 1 1,6 5 0,-9-10-26,0 0 0,0 0 1,0 0-1,0 0 1,0 0-1,0 1 1,0-1-1,0 0 0,1 0 1,-1 0-1,0 0 1,0 0-1,0 0 0,0 0 1,0 0-1,1 1 1,-1-1-1,0 0 1,0 0-1,0 0 0,0 0 1,0 0-1,1 0 1,-1 0-1,0 0 0,0 0 1,0 0-1,0 0 1,1 0-1,-1 0 1,0 0-1,0 0 0,0 0 1,0 0-1,0 0 1,1 0-1,-1 0 0,0 0 1,0-1-1,0 1 1,0 0-1,0 0 1,1 0-1,-1 0 0,0 0 1,0 0-1,0 0 1,0 0-1,0-1 1,0 1-1,0 0 0,1 0 1,-1 0-1,0 0 1,1-4-140,-1 1 1,1-1 0,-1 1-1,1-1 1,-1 1 0,0-1-1,0 1 1,-1-1 0,1 1-1,-1-1 1,0 1 0,0-1-1,0 1 1,-1-4 0,-4-5-782,0-1 0,-9-14 0,-16-22-1969,-4 2-1167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2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1 207 9893,'0'0'4588,"31"-2"-3489,2 2-858,22-2 68,84-13 1,184-37-4854,-320 52 4742,0 0-1,0-1 1,0 0 0,0 0 0,0 0-1,0 0 1,0 0 0,0 0-1,2-3 2592,-4 12-2747,22 140 1190,-5-43 4,-15-75-792,-2-17-245,1 1 1,-1-1-1,2 0 0,0 0 1,1 0-1,0 0 0,10 20 0,-10-30 237,-2-9-309,-1-16-165,-1 17 82,0-411-6770,0 410 6634,0 0 1,1 0-1,0 0 0,0 0 1,0 0-1,1 0 0,-1 0 1,1 0-1,6-9 0,-7 13 122,0 0 0,0 0 0,0 1 0,1-1 0,-1 0 0,1 1 0,-1-1 0,1 1 0,0 0 0,0-1 0,-1 1 0,1 0 0,0 0 0,0 0 0,0 1 0,0-1 0,0 0 0,0 1 0,0-1-1,0 1 1,1 0 0,-1-1 0,0 1 0,0 0 0,0 0 0,0 1 0,0-1 0,0 0 0,1 1 0,-1-1 0,0 1 0,3 1 0,-2 0 82,1-1 0,-1 1 0,0 0 0,0 1 0,0-1 0,0 0 0,0 1 0,0-1 0,-1 1 0,0 0 0,1 0 0,2 5 0,24 45 974,-19-30-613,12 21 517,-2 2 0,16 57 0,18 95 691,-51-183-1594,1 0-23,7 21 74,-11-36-132,2 3 13,0-9 21,-3-64-761,-1 18-95,3 1 1,8-65 0,-7 101 597,1 1-1,0 0 1,1-1 0,1 1 0,0 1 0,1-1 0,0 1 0,1 0-1,1 0 1,0 1 0,1 0 0,16-18 0,-20 25 209,0 1 0,0 0 0,0 0 0,1 1 0,-1-1 0,1 1-1,0 0 1,0 1 0,0-1 0,0 1 0,1 0 0,-1 1 0,0-1 0,1 1 0,-1 1 0,1-1 0,7 1 0,-11 1 34,0-1 0,0 0 0,-1 1 0,1-1-1,0 1 1,0 0 0,-1 0 0,1 0 0,0 0 0,-1 0 0,1 0-1,-1 1 1,0-1 0,5 4 0,-3-1 38,0 1-1,0-1 0,0 1 1,-1 0-1,0-1 1,5 11-1,1 4 208,-2 1 1,0 0-1,4 22 0,-11-41-259,7 31 342,-3 1-1,0 0 1,-1 34-1,1 22 55,0-78-332,-4-12-132,0 1 1,0 0-1,0 0 1,0 0 0,0 0-1,0 0 1,0-1-1,0 1 1,0 0-1,0 0 1,0 0 0,0 0-1,0 0 1,0 0-1,0-1 1,0 1 0,0 0-1,0 0 1,0 0-1,0 0 1,1 0 0,-1 0-1,0-1 1,0 1-1,0 0 1,0 0 0,0 0-1,0 0 1,0 0-1,0 0 1,1 0 0,-1 0-1,0 0 1,0 0-1,0 0 1,0 0 0,0 0-1,1-1 1,-1 1-1,0 0 1,0 0 0,0 0-1,0 0 1,0 0-1,0 0 1,1 0 0,-1 0-1,0 1 1,0-1-1,0 0 1,0 0 0,0 0-1,1 0 1,-1 0-1,0 0 1,0 0-1,0 0 1,0 0 0,0 0-1,0 0 1,0 0-1,1 1 1,-1-1 0,0 0-1,0 0 1,0 0-1,0 0 1,0 0 0,0 1-1,4-20-5428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3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3666,'0'0'11392,"-2"2"-10728,1 0-614,-1 1 1,1-1-1,0 1 1,0 0-1,0-1 1,0 1 0,0 0-1,1-1 1,-1 1-1,1 0 1,0 5-1,0 40 433,2-19-201,0 68 1019,28 182-1,42 135 386,-67-389-1602,-1 3 43,1 0 0,2 0 0,1-1-1,19 46 1,-25-69-61,-2-3-46,1 1 1,-1-1-1,1 0 0,-1 1 0,1-1 1,0 0-1,-1 0 0,1 1 1,0-1-1,0 0 0,0 0 0,0 0 1,0 0-1,0 0 0,0-1 1,2 2-1,-3-2 185,1-44-730,-2 0 0,-2-1 0,-2 1 0,-14-58 0,-46-191-5145,55 224 4883,3 1 1,2-94-1,6 150 810,0 1 1,0-1-1,1 1 1,1 0-1,0 0 1,1 0-1,0 0 1,0 0-1,10-15 1,-11 21-13,1-1 1,0 0 0,0 1 0,0 0 0,0 0 0,1 0 0,0 1-1,0 0 1,1 0 0,-1 0 0,1 0 0,-1 1 0,1 0 0,0 0-1,1 1 1,-1-1 0,12-2 0,-9 4 132,0 0 0,-1 0 1,1 1-1,0 0 0,0 0 0,0 1 0,-1 0 0,1 1 1,0-1-1,-1 2 0,1-1 0,-1 1 0,11 6 1,-13-5 16,0 0 0,0 0 0,0 0 0,-1 1 0,0-1 0,1 1 0,-2 1 0,1-1 0,-1 1 0,0 0 0,0 0 0,0 0 0,-1 0 0,0 1 0,0-1 0,-1 1 0,2 7 0,0 3 126,0 0 0,-2 0-1,0 0 1,-1 0 0,0 0 0,-2 0-1,-3 24 1,3-31-242,-1 0 0,-1 0 0,1-1 0,-2 1 0,1-1 0,-1 0 0,-1 0 0,0 0 0,0 0 0,0-1 0,-1 0 0,-1 0 0,-10 11 0,10-14-117,1 0 0,-1 0 0,0 0 0,0-1 0,-1 0 0,1-1 0,-1 0 0,0 0 0,0 0 0,0-1 0,0 0 0,0-1 0,0 0 0,-1 0-1,-12-1 1,19 1-91,-1-1-1,0 0 0,1 0 0,-1-1 0,0 1 0,1-1 0,-1 1 1,0-1-1,1 0 0,-1 0 0,1 0 0,-1 0 0,1 0 0,0-1 1,0 1-1,-1-1 0,1 1 0,0-1 0,0 0 0,0 0 0,1 0 1,-1 0-1,0 0 0,1-1 0,-1 1 0,1 0 0,0-1 0,0 1 1,0-1-1,-1-3 0,-17-48-5612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3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1 427 7684,'0'0'7067,"23"-27"-6816,76-87-62,-32 44-59,-56 61-139,-1-2 0,-1 1-1,1-1 1,-2 0 0,8-13 0,-14 21-90,0-1 1,0 0 0,0 1-1,-1-1 1,1 0 0,-1 0-1,0 0 1,0 0-1,-1 0 1,1-7 0,-1 9 70,0 1-1,0-1 1,0 1 0,-1-1 0,1 1 0,-1-1 0,1 1 0,-1-1-1,1 1 1,-1 0 0,0-1 0,0 1 0,1 0 0,-1 0 0,0-1-1,0 1 1,0 0 0,-1 0 0,1 0 0,0 0 0,0 0 0,0 0-1,-1 1 1,1-1 0,-1 0 0,1 1 0,0-1 0,-1 1 0,-1-1-1,-62-18-441,-54-13 498,111 29 24,7 3-33,0 0-1,-1-1 0,1 1 0,0 0 0,0-1 0,0 1 1,-1 0-1,1 0 0,0 0 0,0 0 0,-1 0 1,1 0-1,-2 1 0,2 0-2,1-1 1,-1 1-1,0 0 0,1 0 1,-1 0-1,0 0 0,1-1 1,-1 1-1,1 0 0,-1 0 1,1 0-1,0 0 0,-1 0 1,1 0-1,0 1 0,0-1 1,0 0-1,0 0 0,0 0 1,0 0-1,0 2 1,-3 72 1524,4 0 0,12 93 1,-7-128-1023,1 0-1,2-1 1,2 0 0,2 0 0,32 67-1,-40-96-454,0 0 0,1-1 0,1 0 0,-1 0 0,1 0 0,1-1 0,0 0 0,0-1 0,10 7 0,-13-10-54,-1-1 0,2 0 0,-1-1 0,0 1 1,0-1-1,1 0 0,0-1 0,-1 1 0,1-1 0,0 0 0,-1 0 1,1-1-1,0 0 0,0 0 0,0 0 0,-1-1 0,1 0 1,11-3-1,-11 2-43,-1 0 0,1-1 1,0 0-1,-1 0 0,0 0 0,0-1 0,0 0 1,0 0-1,-1 0 0,1 0 0,-1-1 1,0 0-1,6-10 0,3-6-534,-1 0 0,10-27 0,-20 44 446,8-20-821,-2 1 0,0-1 1,-2 0-1,5-34 0,-7 25-2579,-1-40-1,-3 15-2257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4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40 4514,'0'0'7956,"-6"-9"-6932,4 6-826,-14-20 221,8 19 4,8 4-382,0 0 0,-1 1 0,1-1 0,0 1 0,-1-1 0,1 0 0,0 1 0,0-1 0,-1 1 0,1-1 0,0 1 0,0-1 0,0 1 0,0-1 0,0 1 0,0-1 0,0 1 0,0 0 0,0-1 0,0 1 0,0 0 0,1 96 2715,15 122 0,-13-204-2598,33 182 2003,-34-192-2071,0 1 1,1 0-1,-1-1 1,6 7-1,-8-12 82,-1-112-766,3-145-4428,-1 253 4964,-1 1-1,1-1 1,0 1-1,0 0 1,0-1-1,0 1 1,0 0-1,1 0 1,-1 0-1,1 0 1,0 0-1,0 0 1,0 0 0,1 1-1,-1-1 1,0 1-1,1-1 1,0 1-1,-1 0 1,1 0-1,0 0 1,0 1-1,0-1 1,1 1-1,-1-1 1,0 1-1,0 0 1,7-1 0,9-1 241,0 0 1,1 1-1,-1 2 1,22 1-1,-12-1 352,11-1 39,-23 0-551,0 0 0,-1 2 0,1 0-1,0 0 1,-1 2 0,18 4 0,-25-2-1529,-7 2-3370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4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1 541 6659,'0'0'10085,"16"-22"-9528,108-139 60,-88 116-468,-8 12-298,-1-2-1,-1 0 1,36-70-1,-60 98 33,1 0 0,-1 0-1,-1 0 1,1 0-1,-1 0 1,0-1 0,-1 1-1,0-11 1,0 17 114,-1-1-1,1 1 1,0 0 0,-1 0-1,1-1 1,-1 1 0,0 0-1,1 0 1,-1 0 0,0 0-1,1 0 1,-1-1 0,0 1-1,0 1 1,0-1 0,0 0-1,0 0 1,0 0 0,0 0-1,-1 1 1,1-1 0,0 1-1,0-1 1,0 1 0,-1-1-1,1 1 1,0 0 0,-1-1-1,1 1 1,-3 0 0,-7-2 29,-1 1 0,-18 1 0,22 0-12,-3 0 3,1-1-3,0 2 0,0-1 0,-13 3-1,20-2-1,-1 0 0,1 0-1,-1 1 1,1-1 0,0 1-1,-1-1 1,1 1 0,0 0 0,0 1-1,0-1 1,0 0 0,-3 5-1,0 0 60,2 0 0,-1 1 0,1-1 0,0 1 0,0 0 0,1 0 0,0 1 0,0-1 0,1 1 0,0-1 0,1 1 0,-1 12 0,0 16 720,5 59 1,-3-86-641,2 5 40,0 1 0,1 0 0,1-1-1,0 1 1,1-1 0,0 0-1,1-1 1,1 1 0,1-1 0,0-1-1,15 21 1,-16-25-141,1 0 1,0 0-1,0-1 1,1 1-1,0-2 0,1 0 1,-1 0-1,1 0 1,1-1-1,-1-1 0,1 0 1,0 0-1,0-1 1,1-1-1,-1 0 1,14 2-1,-5-2-44,0-2-1,1 0 1,-1-1-1,34-5 1,-46 4-275,-1-1 0,0 1 0,1-1 1,-1-1-1,0 0 0,0 0 0,0 0 0,-1 0 0,1-1 0,-1-1 0,0 1 1,0-1-1,-1 0 0,1 0 0,5-7 0,8-21-5448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1521,'0'0'6315,"1"-7"-4835,-1 7-1271,4-27 447,-4 26-529,0 0 1,0-1-1,0 1 0,1 0 0,-1 0 0,0 0 0,1 0 0,-1 0 0,1 0 0,-1 1 0,1-1 0,0 0 0,-1 0 1,1 0-1,0 0 0,0 1 0,-1-1 0,1 0 0,0 1 0,0-1 0,0 0 0,0 1 0,0-1 0,0 1 0,0 0 0,0-1 1,2 1-1,-2 0-129,-1 0 0,1 1 0,-1-1 0,0 0 0,1 1 0,-1-1 1,1 1-1,-1-1 0,0 1 0,1-1 0,-1 1 0,0-1 1,1 1-1,-1-1 0,0 1 0,0-1 0,1 1 0,-1-1 0,0 1 1,0 0-1,0-1 0,0 1 0,0 0 0,2 21 7,-1-17 11,40 289 2005,-13-104-593,-23-158-922,12 48-1,-15-73-179,0-7-41,1-5-82,2-36-1227,-2 0-1,-3-77 0,-1 44-2146,-10-108-1178,11 171 4347,0 1 0,0 0 1,2 0-1,-1 0 0,1 0 0,0 0 0,1 0 1,7-17-1,-2 10-58,7-12 60,-15 28-10,1 0-1,0 0 1,0 0-1,1 0 1,-1 0 0,0 1-1,0-1 1,0 0 0,0 1-1,1-1 1,-1 0 0,0 1-1,1-1 1,-1 1 0,0 0-1,1 0 1,-1-1 0,1 1-1,1 0 1,-2 0 17,-1 0 1,0 0-1,1 0 0,-1 0 1,0 0-1,1 0 1,-1 1-1,1-1 0,-1 0 1,0 0-1,1 0 0,-1 0 1,0 0-1,1 1 0,-1-1 1,0 0-1,0 0 1,1 0-1,-1 1 0,0-1 1,0 0-1,1 1 0,-1-1 1,0 0-1,0 1 0,0-1 1,1 0-1,-1 1 0,8 15 774,-1 0-1,-1 0 0,0 1 0,4 24 0,2 4 354,121 370 5768,-127-397-6676,9 25 156,-14-41-350,0 0 1,0 0-1,0 0 0,0 0 1,0 0-1,0 0 0,1-1 1,-1 1-1,1 0 0,0-1 1,-1 1-1,1-1 0,0 0 1,0 1-1,2 0 0,-3-1-1,-1-1-26,0 0-1,0 0 0,0 0 1,1 0-1,-1 0 1,0 0-1,0 1 0,0-1 1,0 0-1,1 0 1,-1 0-1,0 0 0,0 0 1,0 0-1,1 0 1,-1 0-1,0 0 1,0 0-1,0 0 0,1 0 1,-1 0-1,0 0 1,0 0-1,0 0 0,1 0 1,-1 0-1,0 0 1,0 0-1,0-1 0,0 1 1,1 0-1,-1 0 1,0 0-1,0 0 0,0 0 1,0 0-1,1-1 1,-1 1-1,0 0 1,0 0-1,0 0 0,0 0 1,0-1-1,0 1 1,0 0-1,0 0 0,0 0 1,1-1-1,-1 1 1,0 0-1,0 0 0,0 0 1,0-1-1,0 1 1,0 0-1,0 0 0,0 0 1,-1-1-1,9-161-1101,1-20-2372,-6 157 2069,1 1-1,2 0 1,0 0-1,1 0 1,13-28 0,-16 43 953,1 0-1,0 0 1,0 0 0,1 1 0,12-13 0,-16 18 739,1 0 1,0 0-1,0 1 1,0 0-1,0-1 1,1 1-1,-1 0 1,1 0-1,-1 1 0,1-1 1,0 1-1,-1 0 1,1 0-1,0 0 1,0 0-1,6 0 1,-8 1-186,1 1 0,-1-1 0,0 1 1,0-1-1,0 1 0,0 0 0,0 0 0,0 0 1,0 0-1,0 0 0,0 0 0,0 0 0,0 1 1,0-1-1,-1 1 0,1-1 0,-1 1 0,1 0 1,-1 0-1,0-1 0,0 1 0,0 0 0,2 3 1,3 8 94,-1-1 1,7 26-1,-9-26 62,10 43 790,-3 0 0,5 80 0,8 46 1210,-22-174-2211,1 0-1,0 0 1,0 0-1,0 0 0,1-1 1,5 11-1,-7-16-71,0 0 1,0 0-1,-1 0 0,1 1 1,0-1-1,1 0 1,-1 0-1,0 0 0,0 0 1,0-1-1,1 1 0,-1 0 1,0 0-1,1-1 1,-1 1-1,1-1 0,-1 1 1,1-1-1,-1 0 0,1 1 1,-1-1-1,1 0 0,-1 0 1,1 0-1,-1 0 1,1 0-1,-1-1 0,1 1 1,-1 0-1,1-1 0,-1 1 1,0-1-1,1 1 1,-1-1-1,2-1 0,0 1-118,-1-1 0,0 1 0,0-1 0,0 0 0,0 0 0,0 0 0,0 0 0,0 0 0,0 0 0,-1 0 0,1-1 0,1-2 0,12-33-2270,-13 32 1892,16-50-6312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6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99 361 5763,'0'0'4394,"20"-32"-4077,65-103-322,-73 117-114,-1-1 0,11-26 0,-20 39-33,0-1-1,-1 0 1,0 0-1,0 0 0,-1 1 1,0-12-1,-1 16 170,1 0 1,-1 0-1,1 0 0,-1 0 1,0 0-1,0 0 0,0 1 1,0-1-1,0 0 0,0 1 1,0-1-1,0 1 0,-1-1 1,1 1-1,-1-1 0,1 1 1,-1 0-1,1 0 0,-1 0 1,0 0-1,1 0 0,-1 0 0,0 0 1,0 0-1,0 1 0,-3-1 1,-7-3 200,0 1 1,1 1 0,-13-1-1,15 2-19,-45-2 363,51 4-521,0-1-1,1 0 0,-1 1 0,0-1 1,0 1-1,0 0 0,0 0 1,0 0-1,1 0 0,-1 0 1,0 1-1,1-1 0,-1 1 0,1 0 1,-4 3-1,1 1 136,0 1 0,1 0 0,-1 1 0,1-1 0,1 1 0,-1 0 0,1 0 0,1 0 0,-1 0 0,2 0 0,-3 12 0,1 15 948,1 52-1,2-65-768,1 29 647,7 61 0,-4-89-739,0-1-1,1 0 0,2 0 0,0 0 1,11 23-1,-9-28-98,0 0 1,1 0-1,0-1 0,19 21 1,-23-30-122,-1-2 1,1 1 0,1-1-1,-1 1 1,1-2 0,-1 1 0,1-1-1,1 0 1,-1-1 0,1 1-1,-1-1 1,15 3 0,-12-4-2,1 0 0,-1-1 0,0 0 0,0-1 0,1 0 0,-1-1 0,16-2 0,-19 1-44,0 0 0,-1 0 0,1-1 1,-1 0-1,0 0 0,0 0 0,0-1 1,0 1-1,0-2 0,-1 1 0,9-9 1,-1-2-536,-2-1 1,1 0-1,-2 0 1,-1-1-1,0 0 1,-1 0-1,0-1 1,-2 0-1,0-1 1,-1 1-1,2-21 1,6-40-4442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6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8004,'0'0'4620,"-2"-1"-4321,0 7-93,2 18 34,22 613 5765,-14-558-5454,-2-5 59,29 128 1,-35-201-607,2 9 24,0 0 0,1-1 0,0 1 0,1-1 1,0 0-1,1 0 0,6 11 0,-11-20-31,1 1 0,-1-1 0,0 1 0,1 0 0,-1-1 0,0 1 0,1-1-1,-1 1 1,1-1 0,-1 0 0,1 1 0,-1-1 0,1 1 0,-1-1 0,1 0 0,-1 1 0,1-1 0,0 0 0,-1 0 0,1 1-1,0-1 1,-1 0 0,1 0 0,0 0 0,-1 0 0,1 0 0,0 0 0,-1 0 0,1 0 0,-1 0 0,1 0 0,0 0-1,-1-1 1,1 1 0,0 0 0,-1 0 0,2-1 0,-1-1-65,0 1 0,1-1 0,-1 1 0,0-1 0,0 0 0,0 0 0,0 0 0,0 1 0,0-1-1,-1 0 1,2-4 0,4-29-2375,-2 1-1,-1-1 0,-2-47 0,-1 80 2271,0-68-7295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7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13366,'0'0'4082,"230"3"-2785,-157-12-1105,-3-4-192,-15 1-1761,-13 9-1168,-14-4-3202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7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31 435 5635,'0'0'8958,"20"-19"-8317,2-3-452,5-3 81,-2-1-1,31-42 0,-37 44-124,38-54 28,-50 68-215,-2 0 0,1 0 1,-1-1-1,-1 0 0,7-21 0,-10 28 2,-1 0-1,1-1 1,-1 1-1,0-1 1,0-6-1,-1-2 44,1 11-1,0 1 0,-1 0 0,1 0-1,0 0 1,-1 0 0,1 0 0,-1 0 0,1 0 0,-1 0 0,0 1-1,0-1 1,1 0 0,-1 0 0,0 0 0,0 1 0,0-1 0,0 0-1,0 1 1,1-1 0,-1 1 0,0-1 0,-1 1 0,1-1 0,0 1-1,0 0 1,-2-1 0,-32-5 0,33 5-3,-147-11 17,143 11 11,-1 0 0,1 1 0,0-1 0,0 2 0,0-1 0,-12 3-1,16-3-10,0 1-1,1 0 1,-1 0-1,0 0 1,1 0-1,-1 0 1,1 0-1,-1 0 1,1 0-1,0 1 1,0-1-1,-1 1 0,1-1 1,0 1-1,0-1 1,0 1-1,1-1 1,-1 1-1,0 0 1,1 0-1,-1-1 1,1 1-1,-1 0 0,1 0 1,0 0-1,0 0 1,0 2-1,-3 26 325,2 0 0,1 1 0,1-1 0,2 0-1,1 0 1,2-1 0,0 1 0,2-1-1,1-1 1,13 29 0,34 51 406,-47-92-632,1 0 1,1-1-1,1 0 1,19 18-1,-26-29-111,-1 0 1,2 0-1,-1-1 1,0 0-1,1 0 1,-1 0-1,1-1 1,0 0-1,0 0 1,0 0-1,0-1 1,0 1-1,0-2 1,0 1-1,0-1 0,0 0 1,1 0-1,-1 0 1,0-1-1,0 0 1,0 0-1,0-1 1,0 0-1,0 0 1,0 0-1,-1-1 1,1 1-1,-1-1 1,8-6-1,-1-2-431,-1 0 0,0-1-1,-1 0 1,-1-1 0,9-14 0,0-4-2464,17-40 0,-8 4-3202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7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7363,'0'0'5558,"0"27"-3397,-1 13-1416,5 146 2298,35 76 717,-39-258-3708,2 4 58,-1 1 42,0 0-1,0-1 1,1 1-1,1-1 1,-1 1-1,1-1 1,1 0-1,0 0 1,6 11-1,-7-20 289,-2-5-362,0-12-126,3-169-1272,-1 139-297,19-92 0,-18 125 1367,1 0 0,0 0 0,2 0 0,-1 0 0,2 1 0,0 0 1,0 1-1,1 0 0,1 0 0,17-17 0,-19 22 309,1-1 1,0 2-1,1-1 0,0 2 0,0-1 1,0 1-1,1 1 0,0 0 1,0 0-1,0 1 0,0 0 0,1 1 1,-1 1-1,19-2 0,-16 2 135,1 2 1,-1 0-1,21 3 0,-31-3-177,0 1 1,0 0-1,0 0 0,0 1 0,-1-1 0,1 1 1,0-1-1,-1 1 0,1 0 0,-1 1 1,0-1-1,0 1 0,0-1 0,0 1 0,0 0 1,4 6-1,-2-2-88,-1-1 0,-1 1 0,6 14 0,-4-3-2449,-5-5-2664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8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23 5923,'0'0'7022,"-1"-4"-6467,1 3-525,0 0 1,-1 0 0,1 0 0,-1 0 0,1 0 0,-1 0 0,0 0 0,1 0 0,-1 1 0,0-1 0,1 0 0,-1 0 0,0 1 0,0-1 0,0 0 0,0 1 0,0-1 0,0 1 0,0-1 0,0 1 0,0-1 0,-1 1 0,-1-1 3,0 1 0,-1-1 0,1 1 0,0 0 0,-1 0 0,1 0 0,0 1 1,-5 0-1,3 1-30,1 0 0,0 0 0,0 0 0,-1 0 1,1 1-1,1 0 0,-1 0 0,0 0 0,1 0 1,-1 0-1,1 1 0,0-1 0,0 1 0,0 0 1,-2 6-1,-3 3 67,0 0 0,2 1 1,-9 24-1,11-26-23,1-1 0,0 1 0,1 0 0,1 0 0,0 0 0,0 0 0,1 1 0,1-1 0,0 0 0,0 0 0,1 0 0,1 0 0,0-1 0,1 1 0,0-1 0,1 1 0,10 18 0,14 11 28,39 43 1,16 21 149,-80-99-138,0-1 0,0 1 0,-1 0 0,0 0-1,0 0 1,0 1 0,-1-1 0,0 0 0,0 1 0,-1 0 0,0-1 0,0 1 0,0 0-1,-1 0 1,0 0 0,-2 13 0,2-19-65,-1 1-1,0 0 1,0-1-1,0 1 0,0-1 1,0 1-1,-1-1 1,1 0-1,0 1 1,-1-1-1,1 0 1,-1 0-1,1 0 1,-1 0-1,0 0 1,1 0-1,-1-1 1,0 1-1,0 0 1,1-1-1,-1 1 1,0-1-1,0 0 1,-2 0-1,0 1-8,0 0-1,-1-1 1,1 0 0,0 0-1,0 0 1,0-1 0,0 1-1,0-1 1,0 0-1,0 0 1,-4-2 0,5 2-43,1-1-1,-1 0 1,1 0 0,0 0 0,0 0 0,0 0-1,0-1 1,0 1 0,0-1 0,1 1 0,-1-1-1,1 1 1,0-1 0,0 0 0,0 0 0,0 0-1,0 0 1,0-4 0,-1-7-662,0 0 0,2-22 1,0 30 318,2-44-4569,13 8-4140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9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35 491 2897,'0'0'10941,"34"-33"-10404,104-107-324,-118 119-169,20-27 1,-35 40-52,0 1 1,-1-1-1,6-15 1,-10 22 4,4-8-136,-1-1 0,-1 0 0,0 0-1,0 0 1,-1 0 0,0-1-1,0 1 1,-2 0 0,1 0 0,-1-1-1,-2-9 1,1 17 116,1-1 0,-1 1 1,0 0-1,0-1 0,0 1 0,0 0 0,-1 1 1,1-1-1,-1 0 0,0 1 0,0-1 0,0 1 1,0 0-1,0 0 0,0 0 0,0 0 0,-1 1 1,-5-3-1,-2 0 28,0 0 0,-1 1 0,0 0 0,-18-1 0,-60 3 298,88 1-279,-1 0 0,1 0 0,-1 1 0,0-1 0,1 1 1,-1-1-1,1 1 0,-1 0 0,1 0 0,-1 0 0,1 0 0,0 1 0,0-1 0,-1 0 0,1 1 1,0 0-1,0-1 0,-1 3 0,0 0 70,0 1-1,0-1 1,0 0 0,1 1-1,-1-1 1,1 1 0,1 0 0,-3 9-1,0 6 394,1 0-1,1 0 1,1 33-1,1-52-479,-1 27 461,5 73 1197,-3-90-1474,1 1 0,0-1 0,1 1 0,0-1 0,1 0 0,8 17 0,-4-15-53,-1 0 1,2-1 0,-1 0-1,2-1 1,0 0 0,0 0-1,16 12 1,-17-16-103,-1-1 0,1 0 0,0-1 0,1 1 1,0-2-1,-1 0 0,1 0 0,1-1 0,-1 0 1,20 3-1,-4-4-30,0-1 0,26-3 0,-48 2-144,0-1 0,0 1 0,0-1 0,0 0 1,-1-1-1,1 1 0,0 0 0,0-1 0,-1 0 0,1 0 0,-1 0 0,1 0 0,-1-1 1,0 1-1,0-1 0,3-4 0,-2 2-727,0 0-1,0 0 1,-1-1 0,0 1 0,5-11-1,1-19-7242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29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81 5635,'0'0'6208,"3"-7"-5480,6-23-154,-9 30-536,0-1 1,0 0 0,0 1-1,0-1 1,0 1-1,0-1 1,0 1 0,0-1-1,0 0 1,0 1-1,0-1 1,0 1 0,-1-1-1,1 1 1,0-1-1,0 1 1,-1-1 0,1 1-1,0-1 1,-1 1-1,1-1 1,0 1 0,-1 0-1,1-1 1,-1 1 0,1-1-1,-1 1 1,1 0-1,-1-1 1,-17-7 629,11 5-360,1 1-197,1-1 0,-1 1 0,0-1 0,0 1 0,0 1 0,0-1 0,0 1 0,0 1 1,-1-1-1,1 1 0,0 0 0,-12 1 0,-4 0-26,19-1-78,0 1 1,1-1-1,-1 1 1,1 0 0,-1 0-1,0 0 1,1 0-1,0 1 1,-1-1-1,1 1 1,0-1-1,0 1 1,-1 0 0,2 0-1,-1 0 1,0 0-1,0 0 1,0 0-1,1 0 1,-1 1 0,-1 3-1,-4 7 132,1 0 1,-8 23-1,14-36-139,-6 24 343,0 1 0,2 1 0,1-1 0,1 1 0,2 50 0,0-41 99,1-16-223,0-1 0,1 1 0,1-1 0,0 0 0,8 23 1,-7-29-118,0-1 1,1 0 0,1 0 0,-1 0-1,2-1 1,-1 0 0,1 0 0,1-1-1,10 12 1,-12-17-97,-1 0-1,0-1 0,1 1 1,-1-1-1,1 0 1,0-1-1,0 1 1,0-1-1,1 0 1,-1-1-1,0 1 0,1-1 1,-1 0-1,1-1 1,-1 0-1,1 0 1,0 0-1,-1-1 0,0 0 1,1 0-1,-1-1 1,1 1-1,-1-1 1,0-1-1,7-3 1,-6 1-223,0-1 1,0 0-1,0 0 1,-1-1-1,0 0 1,0 0-1,-1 0 1,0-1-1,0 0 1,4-11-1,0 1-1856,-2-1 0,0-1 0,7-31-1,-6 6-6538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0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93 3362,'0'0'7971,"0"-8"-7261,1-2-526,-1 7-118,1-1 0,-1 1 0,0-1 1,0 1-1,0-1 0,0 1 0,0-1 0,-1 1 0,-1-4 1,0 5-4,0 1 0,0-1 0,0 1 1,0-1-1,0 1 0,0 0 1,0 0-1,-1 0 0,1 0 1,0 0-1,-1 1 0,1-1 0,-1 1 1,-2-1-1,-7-2 113,-12-2 132,-1 0-1,1 1 1,-1 2-1,1 0 0,-42 4 1,21-2 398,43 0-692,-1 0-1,1 0 1,0 0-1,0 1 1,-1-1 0,1 1-1,0-1 1,0 1 0,0 0-1,0-1 1,0 1-1,0 0 1,0 1 0,0-1-1,0 0 1,0 0 0,0 1-1,1-1 1,-1 1-1,1 0 1,-1-1 0,1 1-1,-1 0 1,0 2 0,-10 11 24,6-7-11,1 0 0,-1 0 0,1 1 0,0 0 0,1 0 0,0 1 1,1-1-1,0 1 0,0 0 0,-2 18 0,2 9 445,0 60 0,3-76-223,-1 35 409,0-21-67,4 57-1,-2-82-512,1 0-1,0 0 1,0 0-1,1 0 1,1 0-1,-1-1 1,1 1-1,1-1 1,0 0-1,7 9 1,-9-14-52,0 0 0,1-1 0,-1 1 0,1-1 0,0 0 0,0 0 0,0 0 0,0-1 1,1 0-1,-1 1 0,1-1 0,-1-1 0,1 1 0,0-1 0,0 0 0,0 0 0,-1 0 0,1-1 0,0 1 0,0-1 0,0 0 0,0-1 0,0 1 0,0-1 0,0 0 0,0-1 1,-1 1-1,1-1 0,7-3 0,-3-1-51,-1 0 0,1 0 0,-1-1 0,-1 0 0,12-13 0,33-47-929,-38 48 510,3-5-545,-1-1 0,20-38-1,-29 49 351,-1-1-1,-1 1 0,0-1 0,-1 0 1,-1 0-1,2-23 0,-2-7-1466,-4-79 0,0 114 2083,0 1-1,-1 0 1,-5-13 0,6 20 71,1 0 1,-1-1-1,0 1 0,0 0 0,0 0 1,0 0-1,0 0 0,0 0 0,-1 0 1,1 1-1,0-1 0,-1 0 0,0 1 1,1-1-1,-1 1 0,0-1 1,0 1-1,-3-2 0,4 3 32,0 0 0,1 0-1,-1 0 1,0 0 0,0 0 0,1 0 0,-1 0 0,0 1-1,1-1 1,-1 0 0,0 0 0,0 1 0,1-1 0,-1 0-1,1 1 1,-1-1 0,0 1 0,1-1 0,-1 1-1,1-1 1,-1 1 0,1-1 0,-1 1 0,1-1 0,-1 1-1,1 0 1,-1-1 0,1 1 0,0 0 0,0-1 0,-1 1-1,1 0 1,0-1 0,0 2 0,-6 31 471,5-23-150,-11 92 2821,3 202 0,9-224-2890,0-80-350,0 0 1,0 0-1,0 1 0,0-1 1,0 0-1,0 0 0,0 0 0,0 1 1,-1-1-1,1 0 0,0 0 0,0 0 1,0 1-1,0-1 0,0 0 1,0 0-1,0 1 0,0-1 0,0 0 1,1 0-1,-1 1 0,0-1 0,0 0 1,0 0-1,0 0 0,0 1 1,0-1-1,0 0 0,0 0 0,1 0 1,-1 1-1,0-1 0,0 0 0,0 0 1,0 0-1,1 0 0,-1 0 1,0 1-1,0-1 0,0 0 0,1 0 1,-1 0-1,0 0 0,0 0 1,0 0-1,1 0 0,-1 0 0,0 0 1,0 0-1,1 0 0,-1 0 0,0 0 1,0 0-1,0 0 0,1 0 1,-1 0-1,0 0 0,0 0 0,1 0 1,-1 0-1,0 0 0,0 0 0,0 0 1,1-1-1,0 0-166,0 0 1,0 0-1,0 0 0,0 0 1,-1 0-1,1 0 0,0 0 1,0 0-1,-1-1 0,1 1 1,0-2-1,5-29-3116,-2-8-1753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0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6643,'0'0'7884,"6"30"-6022,2 3-1339,3 18 761,9 81 1,-14-54 41,-4-36-567,2-1 0,2-1 0,14 58 0,-16-168-626,-5 28-342,1-1-1002,7-72 1,-6 104 989,1-1 0,0 1 0,1-1 0,1 1 0,0 0 0,0 0 0,1 0 0,1 1 0,-1 0 0,2 0 0,7-10 0,-11 16 234,1 1 0,-1 0 0,1-1-1,0 1 1,1 0 0,-1 1 0,0-1 0,1 1 0,-1 0 0,1 0 0,0 0 0,0 1 0,0-1-1,8 0 1,4 0 462,1 1 0,33 3 1,-8 0-305,-12-2-1284,-10 0-5159,-10 0-1641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1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28 2369,'0'0'9479,"1"-1"-9109,0 0 0,0 0 0,0 0 1,0 0-1,0 0 0,-1 0 0,1 0 0,0 0 0,-1 0 0,2-3 0,-5 3-346,0-1-1,0 0 0,0 1 0,0-1 0,0 1 1,-1 0-1,1 0 0,0 0 0,0 1 1,-1-1-1,1 1 0,-5-1 0,-51 3 227,28-1-145,-48-1 791,77 1-873,1-1 1,-1 1-1,1 0 1,-1 0-1,1 0 0,0 0 1,-1 0-1,1 0 1,0 0-1,-1 0 1,1 1-1,0-1 0,0 0 1,-1 2-1,-5 6 106,2-4-9,1 0-1,0 1 0,0-1 1,0 1-1,1 0 0,-1 0 1,1 0-1,-2 8 0,-15 56 768,11-13-405,2 1 0,3 0 0,3 61-1,1-89-170,0-27-253,-1 0-1,1 0 0,0 1 0,1-1 0,-1 0 0,0 0 0,1 0 0,0 0 0,0 0 0,0 0 0,1 3 0,-1-5-32,1 0 1,-1 0-1,0 0 0,1 0 0,-1-1 0,0 1 0,1-1 1,-1 1-1,1-1 0,-1 1 0,1-1 0,-1 0 0,1 0 0,-1 1 1,1-1-1,-1-1 0,1 1 0,-1 0 0,1 0 0,-1 0 1,1-1-1,-1 1 0,3-2 0,1 1-12,0-1 0,-1 1 0,1-1 0,0-1 0,-1 1 0,1-1 0,-1 1 0,0-1 0,0-1 1,0 1-1,6-7 0,5-8-293,18-26 1,-9 13-274,-1 3-437,-2-1 0,0-1 1,-2 0-1,-2-2 0,22-50 0,-23 52 1297,-15 30-245,-1-1-1,1 0 1,-1 1-1,1-1 1,-1 1-1,1-1 1,0 1-1,-1-1 1,1 1-1,0-1 1,-1 1 0,1-1-1,0 1 1,-1 0-1,1-1 1,1 1-1,-1 0-18,-1 0-1,1 0 0,-1 1 1,1-1-1,-1 0 1,1 1-1,-1-1 0,1 0 1,-1 1-1,0-1 1,1 0-1,-1 1 0,1-1 1,-1 1-1,0-1 1,1 0-1,-1 1 0,0-1 1,0 1-1,1-1 1,-1 1-1,0 0 0,0-1 1,0 1-1,0-1 1,0 1-1,0-1 0,0 1 1,5 29 232,-1-1 0,-2 0 0,-1 1 0,-4 29 0,2 4-74,0-22-98,0 10-58,3-17-3487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2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16 5330,'0'0'3706,"-2"-2"-2922,0-1-428,1 2-241,1 1 0,0-1 1,-1 0-1,1 1 0,-1-1 0,1 0 0,-1 1 0,0-1 0,1 1 1,-1-1-1,0 1 0,1-1 0,-1 1 0,0 0 0,0-1 1,1 1-1,-1 0 0,0-1 0,0 1 0,1 0 0,-1 0 0,-2 0 814,2 0-777,1 0-147,-1 1 0,0-1 0,1 1 0,-1-1-1,1 1 1,-1 0 0,0-1 0,1 1 0,0 0-1,-1-1 1,1 1 0,-1 0 0,1 0 0,0-1-1,-1 1 1,1 0 0,0 0 0,0 0 0,0-1-1,0 1 1,-1 0 0,2 1 0,-2 1 4,-5 52 170,1 0 0,5 68 0,0-65-25,-1 112 485,3 210 1022,-1-370-1620,-1 19 114,8 43 1,-7-64-114,1-1 0,-1 1 0,2-1 0,-1 0 0,1 0 0,0 0 0,1 0 0,-1 0 0,1-1 0,8 10 0,-11-14-38,1-1 1,-1 1-1,0-1 1,1 0-1,-1 1 1,0-1-1,1 0 0,-1 0 1,1 0-1,0 0 1,-1 0-1,1-1 1,0 1-1,0 0 1,-1-1-1,1 1 1,0-1-1,0 0 1,0 1-1,0-1 0,0 0 1,-1 0-1,1 0 1,0-1-1,0 1 1,0 0-1,0-1 1,0 1-1,-1-1 1,1 0-1,0 1 1,-1-1-1,1 0 1,0 0-1,-1 0 0,1 0 1,-1 0-1,1-1 1,-1 1-1,0 0 1,1-1-1,-1 1 1,0-1-1,0 1 1,0-1-1,0 1 1,0-1-1,-1 0 0,1 0 1,0 1-1,0-3 1,5-18-1738,0 0-1,4-39 1,-8 10-4659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7235,'0'0'3447,"30"-10"-2377,-1-1-846,-9 2-133,0 2 1,1 1-1,0 0 0,0 2 1,0 0-1,1 1 1,31 0-1,-38 3-32,0 1 0,0 0 0,0 1 0,0 1 0,0 1-1,0 0 1,-1 0 0,1 1 0,-1 1 0,-1 1 0,1 0 0,-1 0-1,0 2 1,18 14 0,-17-12 155,-1 0 1,0 0-1,-1 1 0,-1 0 0,0 1 0,0 1 1,-1 0-1,-1 0 0,0 1 0,-1 0 0,-1 0 1,0 1-1,5 21 0,-7-9 118,-1 1 0,-2-1-1,-2 37 1,0-52-218,0 1-34,0 0 0,-1-1 1,-1 1-1,0 0 1,-1-1-1,-1 1 0,0-1 1,0 0-1,-1 0 1,-1 0-1,-1-1 0,1 0 1,-2 0-1,-14 18 0,12-19-73,0 1-1,-1-2 1,0 1-1,-1-2 0,0 1 1,-1-2-1,-15 9 0,20-13-200,1 0-1,-1-1 1,0 0-1,0 0 0,0-1 1,-1 0-1,1 0 1,0-1-1,-1 0 0,1-1 1,-1 0-1,1 0 1,-1-1-1,-9-1 0,17 1 88,0 1 0,0 0 0,0-1 0,0 1 0,0 0 0,0-1 0,0 1 0,0-1 0,0 0 0,0 1 0,0-1 0,0 0 0,1 0 0,-1 1 0,0-1 0,0 0 0,1 0 0,-1 0 0,0 0 0,1 0 0,-1 0 0,0-2-1,-2-23-2214,3 21 1720,-1-35-4392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4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7 2497,'0'0'9879,"0"-6"-7560,-1 16-2256,-1 1 1,0 0 0,0-1 0,-1 1 0,0-1-1,-10 20 1,-3 12 71,-199 703 1581,214-737-1699,-5 14 106,2 2 0,0-1 0,0 25 0,6-58-257,0 0-1,0 1 0,0-1 1,1 1-1,1 0 0,-1-1 1,7-9-1,4-11-938,6-27-2131,-8 0-2316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4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5555,'0'0'6210,"9"22"-5316,14 35 19,23 84-1,171 609 5141,-208-725-6011,-5-15-140,0 1 0,-1 0 1,0 0-1,-1 1 1,2 20-1,-8-42-1572,-11-11-1503,-34-37-1,-1 4-2847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11669,'0'0'5523,"209"38"-4098,-129-38-881,-3 0-544,-7 0-769,-11-3-1007,-3-10-2418,-11-15-3538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5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42 168 2817,'0'0'9447,"0"0"-9383,1 0 0,-1 0 0,1 0 0,-1 0 0,1 0-1,-1-1 1,1 1 0,-1 0 0,1 0 0,-1 0 0,0 0 0,1 0-1,-1 0 1,1 1 0,-1-1 0,1 0 0,-1 0 0,1 0 0,-1 0-1,1 0 1,-1 1 0,0-1 0,1 0 0,-1 0 0,1 1 0,-1-1-1,0 0 1,1 1 0,-1-1 0,1 1 0,-1 789 5584,0-786-5395,0-14-154,0-35-649,1-47-1897,-4 1 0,-20-130-1,11 158 2185,3 0-1,3-1 1,3-103 0,3 160 286,1 1 1,1 0 0,-1 0 0,1 0 0,0 0 0,1 1-1,-1-1 1,1 1 0,0-1 0,0 1 0,1 0 0,0 0 0,0 0-1,0 0 1,0 1 0,1 0 0,0 0 0,0 0 0,5-3 0,-2 2 6,1-1 0,-1 2 0,1-1 0,0 1 0,1 1 0,-1-1 0,1 2 0,-1-1 0,1 1 0,0 1 0,13-1 0,-5 1 148,-13 1-92,0-1 0,1 1 0,-1 0 0,1 1 0,-1-1 0,0 1 0,1 0 0,-1 0 0,10 4 0,-9-1 78,1 1-1,0 0 1,-1 0-1,0 1 1,0 0 0,-1 0-1,0 0 1,8 11-1,-3 0 390,0-1-1,14 33 0,-18-30-87,-1 1-1,-1 0 0,0 0 1,-1 1-1,-2-1 0,-1 40 1,0-53-354,0 4-24,-1 0 1,-1 0-1,0 0 0,0 0 1,-1-1-1,0 1 0,-1-1 0,0 0 1,-1 0-1,0 0 0,-1 0 1,0-1-1,-14 17 0,7-11-72,0-1 1,-2-1-1,0 0 0,0-1 0,-1 0 0,-34 18 1,40-25-89,0-1 1,0 0 0,-16 4 0,22-7-83,1 0 0,-1 0 0,0-1 0,0 0 0,0 1-1,1-1 1,-1 0 0,0-1 0,0 1 0,0-1 0,1 0 0,-6-1 0,8 1 103,0 1 1,1-1 0,-1 0-1,0 1 1,1-1 0,-1 0-1,1 0 1,-1 1 0,1-1 0,-1 0-1,1 0 1,0 0 0,-1 0-1,1 1 1,0-1 0,0 0-1,-1 0 1,1 0 0,0 0-1,0 0 1,0 0 0,0 0 0,0 0-1,0 1 1,1-1 0,-1 0-1,0 0 1,0 0 0,1 0-1,-1 0 1,0 0 0,1 1-1,-1-1 1,1 0 0,-1 0 0,1 1-1,-1-1 1,1 0 0,0 1-1,-1-1 1,1 0 0,0 1-1,0-1 1,-1 1 0,1-1 0,0 1-1,0 0 1,0-1 0,0 1-1,-1 0 1,3-1 0,7 0 70,0 0 1,0 1-1,-1 0 1,1 1-1,0 0 1,0 0 0,0 1-1,-1 0 1,1 1-1,-1 0 1,0 1-1,0 0 1,0 0 0,12 8-1,18 16 424,-1 3 0,64 65-1,-17-14 466,-85-82-899,17 11 85,-10-13-1070,-3-11-1305,-3-18-3254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6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 8580,'0'0'6192,"-13"30"-5090,-39 53-654,-26 46 70,30-33 215,3 1 1,-52 176 0,94-263-675,0 1 1,1-1 0,0 1 0,0 14 0,2-22-28,12-24-137,66-139-4281,-29 46-3305,-28 58 1077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6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3394,'0'0'10009,"5"0"-9688,-4 0-301,1 0 0,-1 0 1,0 0-1,1 0 1,-1 0-1,0 0 0,1 1 1,-1-1-1,0 1 1,0-1-1,0 1 0,1-1 1,-1 1-1,0 0 1,0-1-1,0 1 0,0 0 1,0 0-1,0 0 1,0 0-1,0 0 0,0 0 1,-1 0-1,1 0 1,0 0-1,-1 0 0,1 0 1,-1 1-1,1-1 1,0 2-1,2 7 224,0 1 1,-1-1-1,2 14 0,0 2 246,26 146 1506,71 318 778,-97-475-2687,-2-10-60,-1 0 1,1 1-1,-1-1 1,-1 0 0,1 0-1,-1 0 1,0 8-1,0-11-414,0-7-851,-4-8 153,0 0-1,0 1 0,-1 0 0,0 0 0,-1 0 1,-1 1-1,-15-21 0,-15-19-5805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7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12406,'0'0'3825,"244"-25"-2752,-160-3-833,-7 0-240,-15-1-1072,-13 1-1778,-17 6-3569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7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5042,'0'0'8674,"4"7"-7815,-1-1-636,0 1 0,0-1 1,-1 1-1,0-1 0,0 1 0,0 0 1,-1 0-1,0 0 0,0 11 1,8 329 4315,-4-192-3542,-4-101-725,7 113 332,-5-138-516,1-1 1,1-1-1,17 50 0,-20-71-83,0-1 0,0 0 0,0 0 0,1-1 0,0 1 0,0 0 0,0-1 0,8 8 0,-9-10-19,0 0 0,0-1 0,0 0 0,0 1 0,0-1 1,1 0-1,-1 0 0,0 0 0,1-1 0,-1 1 0,1 0 0,-1-1 0,1 0 1,-1 1-1,1-1 0,-1 0 0,1 0 0,-1-1 0,1 1 0,-1 0 0,0-1 1,4 0-1,2-3-174,1 0 0,-1 0 0,0-1 0,0 0 0,-1-1 0,1 0 0,-1 0 0,0 0 0,-1-1 0,1 0 0,4-8 1,-9 14 134,83-105-5101,-33 33-1196,-22 30-1216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7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5491,'0'0'11525,"0"-1"-11373,1 1 0,0 0 1,0 0-1,0 0 0,0 0 1,-1 0-1,1 0 0,0 0 1,0 0-1,0 0 1,0 0-1,0 1 0,-1-1 1,1 0-1,0 0 0,0 1 1,-1-1-1,1 1 0,1 0 1,1 4-45,0-1 0,-1 1 1,0 0-1,0 1 0,0-1 1,0 0-1,-1 1 0,1 5 1,5 52 413,-6-39-344,5 286 1019,-8-189-900,1-63-165,3 74 238,-2-120-325,2-1 0,0 0 0,0 1 0,1-1 0,0 0 0,1 0 0,1-1 0,9 19 0,-11-25-43,0 0-1,1 0 1,-1 0-1,1-1 1,-1 0-1,1 0 1,0 0 0,0 0-1,0 0 1,1-1-1,-1 0 1,0 0-1,1 0 1,0 0 0,-1-1-1,1 0 1,9 2-1,-8-3-53,1 1 0,-1-1 0,0 0 1,0-1-1,0 1 0,0-1 0,0 0 0,0-1 0,0 1 0,0-1 0,0-1 0,0 1 0,9-6 0,-2-2-627,0 0 0,-1-1 0,-1 0 0,1-1 0,12-18 0,-16 19-1293,0-1-1,0-1 1,8-17 0,-11 10-2798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10069,'0'0'8756,"213"6"-8324,-164-6-368,-11 0-64,-7 0-144,-10 0-705,-7 0-495,-3-3-481,-8-6-512,-3-10-1393,0 3-368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8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13334,'0'0'3714,"217"0"-1857,-127 0-129,8 0-863,-11 0-865,-10-7-144,-18-5-1137,-24-4-1376,-14 4-1937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3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7780,'0'0'8417,"2"0"-7916,2 0-432,-3 0-24,-1 0 0,1 0 0,0 0 0,0 0 0,-1 0 0,1 0 0,0 0-1,0 0 1,0 0 0,-1 0 0,1 1 0,0-1 0,0 0 0,-1 1 0,1-1 0,0 0 0,-1 1 0,1-1 0,0 1 0,-1-1 0,1 1 0,-1-1 0,1 1 0,-1-1 0,1 1 0,-1-1 0,1 1 0,-1 0 0,1-1 0,-1 1-1,0 0 1,0 0 0,1-1 0,-1 1 0,0 0 0,0 0 0,1 1 0,23 87 823,-4 2-1,-3 1 1,-5 0 0,1 104-1,-12-144-684,-2-13-76,2 0 0,1 0 0,2 0 0,11 40 0,-15-77-105,1 0-1,-1 0 1,1 0 0,0 0 0,0 0 0,0 0-1,0 0 1,0 0 0,0 0 0,0-1 0,1 1 0,-1 0-1,1-1 1,-1 1 0,1-1 0,0 0 0,-1 1-1,5 1 1,-3-2 4,-1-1 0,1 1 1,0 0-1,0-1 0,0 0 0,1 0 0,-1 0 0,0 0 0,0 0 0,0 0 0,0-1 1,0 0-1,3-1 0,6-2-30,-1-1 0,1 0 0,-1-1 0,0 0 0,11-9 0,16-9-107,-24 16 54,1 0 0,0 1 0,0 0 1,1 1-1,0 1 0,0 0 0,0 2 0,0 0 0,1 0 0,19 1 0,-35 1-14,0 1-1,1 0 0,-1 0 0,0 0 1,0-1-1,1 1 0,-1-1 0,0 1 1,0-1-1,0 0 0,1 1 0,-1-1 1,0 0-1,0 0 0,1-1 0,-1 1-437,1-1 0,-1 1 0,0-1 0,1 1 0,-1-1 0,0 0 0,0 1 0,-1-1 0,1 0 0,0 0 0,0 0 0,-1 0 0,1 0 0,-1 0 0,1-2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42.5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97 6371,'0'0'6107,"10"-8"-5584,1-1-426,-4 3-34,0 0 0,0 0 1,-1-1-1,0 0 1,10-14-1,-14 19 43,-1 0-1,0 0 1,0 0 0,0 1-1,1-1 1,-1 1 0,1-1-1,0 1 1,-1-1-1,1 1 1,0 0 0,0 0-1,0 0 1,-1 0-1,1 0 1,0 0 0,1 1-1,-1-1 1,0 1 0,0-1-1,0 1 1,0 0-1,0-1 1,0 1 0,0 0-1,1 1 1,-1-1-1,0 0 1,0 1 0,0-1-1,0 1 1,0-1 0,0 1-1,0 0 1,0 0-1,0 0 1,0 0 0,3 3-1,3 2 101,0 1 0,-1 0 0,0 0 0,0 1-1,0 0 1,9 16 0,18 34 790,28 70 1,-38-74-409,60 97 1,-79-144-507,-1-1 0,1 0 0,11 11 0,-14-15-55,0-1-1,0 1 0,1-1 1,-1 1-1,0-1 0,1 0 0,-1 0 1,1 0-1,-1 0 0,1-1 0,-1 1 1,1-1-1,-1 1 0,6-1 0,-7 0-23,0 0-1,0 0 1,0 0-1,0 0 1,0-1-1,0 1 1,0 0-1,1 0 1,-1-1-1,0 1 1,0-1-1,0 1 0,-1-1 1,1 1-1,0-1 1,0 0-1,0 1 1,0-1-1,0 0 1,-1 0-1,1 0 1,1-1-1,8-25-53,-8 20 30,6-25-541,-2-1 0,5-64 0,-8-71-2577,-3 128 2134,0 38 928,0 1 0,0 0 1,0 0-1,0 0 0,0-1 0,0 1 0,0 0 0,1 0 0,-1 0 0,0 0 0,1-1 1,-1 1-1,1 0 0,-1 0 0,1 0 0,0 0 0,-1 0 0,1 0 0,0 0 1,0 1-1,0-1 0,0 0 0,-1 0 0,1 0 0,0 1 0,0-1 0,0 1 1,1-1-1,-1 1 0,0-1 0,2 0 0,8-4-2121,-1-1-2401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43.8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 3490,'0'0'4666,"-6"0"-4506,-20 0-239,9 0 7396,17 10-7317,5 103 1044,23 128 1,-2-33 561,-20-122-1040,6 55 81,-8-112-485,1 0 0,14 45 0,-7-48-71,-11-25-96,0 0 1,-1 0 0,1 0 0,0 0 0,0-1 0,0 1 0,0 0 0,-1 0 0,1-1 0,0 1 0,0-1 0,0 1 0,0-1 0,1 1 0,-1-1 0,0 0 0,0 1 0,0-1 0,0 0 0,2 0 0,-3 0-53,1 0 0,0-1 0,-1 1 0,1-1 0,-1 1 0,1-1 0,-1 1 0,1-1 0,-1 1 0,1-1 0,-1 0 0,0 1 0,1-1 0,-1 1 0,0-1 0,0 0 0,1 1 0,-1-1 0,0 0 0,0 0 0,0 1 0,0-1 0,0 0 0,0 1 1,0-1-1,0 0 0,0-1 0,0-28-1515,-1 21 782,2-10-625,-1 5-1048,0 1 0,-3-22 0,-9-5-4481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44.1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 12294,'0'0'2865,"199"0"-2177,-147 0-688,-7-6-576,-13-7-1537,-15 4-4194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44.8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3714,'0'0'9497,"0"2"-9443,11 180 1580,-1-43-728,-8-90-597,21 329 2311,-22-371-2515,4 28 402,-4-34-464,-1 1-1,0 0 1,1 0 0,0 0-1,-1 0 1,1-1-1,0 1 1,0 0 0,0-1-1,0 1 1,0 0-1,1-1 1,1 3-1,-2-4-34,-1 0 0,0 1-1,1-1 1,-1 0-1,0 0 1,1 0-1,-1 0 1,1 1 0,-1-1-1,0 0 1,1 0-1,-1 0 1,1 0-1,-1 0 1,0 0 0,1 0-1,-1 0 1,0 0-1,1 0 1,-1 0-1,1 0 1,-1 0 0,0-1-1,1 1 1,-1 0-1,0 0 1,1 0-1,-1 0 1,0-1 0,1 1-1,-1 0 1,0 0-1,1-1 1,-1 1-1,0 0 1,0-1 0,1 1-1,-1 0 1,0-1-1,0 1 1,0 0-1,1-1 1,-1 1 0,0 0-1,0-1 1,5-20-50,-4 19 29,9-102-2018,-2 19-169,-6 73 1997,1 1 0,0 0 1,0 0-1,1 0 0,1 0 0,0 1 1,0-1-1,9-11 0,7-7-2,32-34 0,-46 55 87,-4 4 58,0 0 0,1 0 1,-1 1-1,0-1 0,1 1 1,0 0-1,0 0 0,0 0 0,0 1 1,1-1-1,-1 1 0,1 0 1,-1 0-1,1 1 0,0-1 1,-1 1-1,1 0 0,6-1 1,-10 3 65,0-1 1,0 0 0,1 1 0,-1-1-1,0 1 1,0-1 0,0 1 0,0-1-1,0 1 1,0 0 0,-1-1 0,1 1-1,0 0 1,0 0 0,0 0 0,-1 0-1,1 0 1,0 0 0,-1 0 0,1 0-1,0 2 1,11 27 365,-10-23-260,10 29 635,-2 1 0,7 59 0,0 75 1736,-16-158-2274,0 2 71,-1-9-162,0 1 0,0-1 1,1 1-1,0-1 0,0 0 1,1 1-1,0-1 0,4 11 1,-5-17-127,-1 0 1,1 1 0,0-1 0,-1 0 0,1 0 0,0 1-1,-1-1 1,1 0 0,0 0 0,-1 0 0,1 0 0,0 0-1,-1 0 1,1 0 0,0 0 0,-1 0 0,1 0 0,0 0 0,-1 0-1,1-1 1,0 1 0,-1 0 0,1 0 0,0-1 0,-1 1-1,1 0 1,-1-1 0,1 1 0,-1-1 0,1 1 0,-1-1-1,1 1 1,-1-1 0,1 1 0,-1-1 0,0 1 0,1-1 0,-1 1-1,0-1 1,1-1 0,4-11-803,0 0 0,4-17 0,-3 9-695,7-26-3401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45.7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295 537 4338,'0'0'4607,"-2"-14"-4436,-7-42-75,9 55-64,-1-1-1,1 1 0,-1 0 1,1-1-1,-1 1 1,0-1-1,1 1 1,-1 0-1,0-1 0,0 1 1,0 0-1,0 0 1,0 0-1,0 0 1,0 0-1,-1 0 0,1 0 1,0 0-1,0 0 1,-1 0-1,1 1 0,-1-1 1,1 1-1,-1-1 1,1 1-1,0-1 1,-1 1-1,0 0 0,1 0 1,-1 0-1,1 0 1,-1 0-1,1 0 0,-1 0 1,-2 1-1,-15-3 1071,5-5 29,10 5-1051,0 0 0,0 0 0,0 1-1,0-1 1,-1 1 0,1 0 0,0 0 0,-1 0 0,1 1-1,-6-1 1,-7 0-12,12 1-34,1-1 0,-1 1 1,1 0-1,-1 0 0,1 0 0,-1 1 0,1-1 0,-1 1 0,1 0 0,-1 1 1,-4 1-1,3 2 40,1 0 0,0 0 0,0 0 0,0 1 0,0 0 0,1 0 0,0 0 0,1 0 0,-1 1 0,1 0 0,0-1 0,1 1 0,-3 11 0,-1 4 217,2 1-1,1-1 1,-1 25-1,1 2 897,6 77 0,-2-121-1114,0-1-1,0 0 0,0 0 0,0 0 0,1 0 0,0-1 0,-1 1 0,1 0 0,1 0 0,-1-1 0,0 0 0,1 1 1,0-1-1,0 0 0,0 0 0,0-1 0,0 1 0,1 0 0,-1-1 0,1 0 0,-1 0 0,1 0 0,0 0 0,0-1 1,0 0-1,5 2 0,-3-2-25,1 1 1,-1-1 0,0 0-1,1-1 1,0 0 0,-1 0-1,1 0 1,-1 0-1,1-1 1,-1-1 0,0 1-1,1-1 1,-1 0 0,0 0-1,0-1 1,9-4-1,-7 1-82,-1 0 0,1-1-1,-1 0 1,0 0 0,0 0-1,-1-1 1,7-11 0,1-4-574,17-36 1,-20 32-74,-1 0 1,-1 0-1,-1-1 1,-1 0-1,5-57 0,-9-145-1167,-4 214 1814,0 0 0,-1-1 0,-1 1 0,-1 0 0,0 0 0,-1 0 0,0 1 0,-1 0 0,-1 0 0,-1 0 0,0 1 0,-1 0 0,0 0 0,-17-18 0,9 19 185,3 1 2672,14 31-2729,11 251 1326,7-31-244,9 71 228,-25-296-1266,0 1 1,2-1 0,-1 0-1,7 15 1,-10-28-136,1 0 0,-1 0 0,1 0 0,-1 0 0,1 0 0,0 0 0,-1-1 0,1 1 0,0 0 0,0 0 0,0 0 0,-1-1 0,1 1 0,0 0 0,0-1 0,0 1 0,0-1 0,0 1 0,0-1 0,0 1 0,0-1 0,1 0 0,-1 0 0,0 1 0,0-1 0,0 0 0,0 0 0,0 0 0,0 0 0,1 0 0,-1-1 0,0 1 0,0 0 0,0 0 0,0-1 0,0 1 0,0 0 0,0-1 1,0 0-1,0 1 0,0-1 0,0 1 0,0-1 0,0 0 0,0 0 0,-1 1 0,1-1 0,1-2 0,1-4-367,0 0-1,0 0 1,0 0 0,-1-1 0,2-12 0,4-44-5205,-7 20-2100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46.6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0 2625,'0'0'6651,"-3"0"-5522,-5 0-414,1 0 2297,5 5-2636,-4 65 723,6 87 0,1-62-285,-1 7-141,3 157 1146,-2-234-1612,2 0 0,1-1 0,1 1 1,1-1-1,15 41 0,-20-62-145,1 0-1,-1 0 1,1 0-1,0 0 1,0 0 0,0 0-1,4 3 1,-6-6-58,1 1 1,-1-1-1,0 0 0,1 0 1,-1 1-1,0-1 1,1 0-1,-1 0 1,1 0-1,-1 1 1,0-1-1,1 0 1,-1 0-1,1 0 0,-1 0 1,1 0-1,-1 0 1,0 0-1,1 0 1,-1 0-1,1 0 1,-1 0-1,1 0 1,-1 0-1,1 0 0,0-1-12,-1 0 0,1 1 0,0-1 0,-1 0 0,1 0-1,0 1 1,-1-1 0,1 0 0,-1 0 0,1 0 0,-1 0-1,0 0 1,1 0 0,-1 0 0,0 1 0,1-3 0,7-41-1358,-1-1 1,2-88-1,-8 85 452,2 1-1,18-88 0,-19 126 816,0 0-1,1 1 1,1-1-1,0 1 1,8-14-1,-10 19 107,-1 0 0,1 1 0,0-1 0,1 1 0,-1-1 0,0 1 0,1 0 1,-1 0-1,1 0 0,0 0 0,0 1 0,0-1 0,0 1 0,0 0 0,0-1 0,0 1 0,0 1 0,0-1 0,5 0 0,-3 0 51,0 1-1,-1 0 1,1 0 0,0 0-1,0 1 1,0 0-1,0 0 1,0 0 0,-1 0-1,1 1 1,-1 0 0,1 0-1,-1 0 1,1 0 0,-1 1-1,0-1 1,0 1 0,0 0-1,-1 1 1,1-1-1,-1 1 1,0-1 0,0 1-1,0 0 1,0 0 0,0 0-1,1 5 1,3 4 118,0 1 0,-1-1 1,-1 1-1,0 0 0,0 1 0,2 22 0,-2-3 254,-1 61-1,-4-85-328,-1 0 1,0 0 0,0 1-1,-1-1 1,0 0 0,0 0 0,-6 13-1,5-17-52,0 0 0,0 0 0,-1-1 1,1 0-1,-1 1 0,0-1 0,-1-1 0,1 1 0,-1-1 0,0 1 0,0-1 0,-11 6 0,10-7-72,-1 1 0,0-1 0,0 0 0,0-1 0,0 0 1,0 0-1,0-1 0,-1 1 0,1-2 0,-1 1 0,-9-1 0,14-1-69,1 1 0,0 0 0,0-1 0,0 0-1,0 0 1,0 1 0,1-1 0,-1 0 0,0-1 0,0 1 0,1 0-1,-1 0 1,0-1 0,1 1 0,-1-1 0,1 1 0,0-1-1,-1 0 1,1 1 0,0-1 0,0 0 0,0 0 0,1 0 0,-1 0-1,0 0 1,1 0 0,-1 0 0,0-4 0,-1-6-1063,0 0 1,1 0-1,0-19 1,1 27 718,0-31-5401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47.1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43 353 7619,'0'0'9053,"7"-14"-8861,42-91-387,-40 87-462,-2 1-1,0-2 1,-1 1-1,0-1 1,-2 0 0,0 0-1,-1 0 1,-1 0 0,-1-23-1,-1 41 661,0 0 0,-1-1 0,1 2-1,0-1 1,-1 0 0,1 0 0,-1 0 0,1 0-1,-1 0 1,1 0 0,-1 0 0,0 0 0,1 1-1,-1-1 1,0 0 0,0 1 0,1-1 0,-1 0-1,0 1 1,0-1 0,0 1 0,0-1-1,0 1 1,0 0 0,0-1 0,0 1 0,0 0-1,0-1 1,0 1 0,-1 0 0,-34-2-24,33 2 27,-5-1-3,6 1 19,0 0-1,0-1 0,0 1 0,0 0 0,0 0 0,0 0 0,0 0 0,1 1 0,-1-1 0,0 0 0,0 1 0,0-1 0,0 1 0,1 0 1,-1-1-1,0 1 0,0 0 0,1 0 0,-1 0 0,1 1 0,-1-1 0,1 0 0,0 0 0,-1 1 0,1-1 0,0 1 0,0-1 0,0 1 0,0-1 1,-2 4-1,-1 7 308,0-1 0,0 1 0,1 0 0,0 0 0,1 0 1,0 13-1,-1 78 1580,3-75-1352,0-15-289,0-1-1,1 0 1,0 1 0,0-1 0,6 17 0,-6-25-228,0-1 0,1 1 0,0-1 1,-1 0-1,1 0 0,1 0 0,-1 0 0,0 0 1,1 0-1,-1-1 0,1 1 0,0-1 1,0 0-1,0 0 0,0 0 0,0 0 0,0 0 1,1-1-1,-1 1 0,1-1 0,-1 0 0,5 1 1,-1 0-126,-1-1 0,1 1 0,-1-1-1,1-1 1,-1 1 0,1-1 0,0 0 0,-1-1 0,1 0 0,-1 0 0,1 0 0,-1-1 0,0 0 0,1 0 0,-1 0 0,0-1 0,0 0 0,0 0 0,-1-1 0,1 0 0,-1 1 0,0-2 0,8-7 0,21-30-4403,-5-4-4484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47.7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 4066,'0'0'6526,"0"2"-6212,-3 10-71,2 0-1,0 0 0,0 1 0,3 21 0,-1 3 300,22 481 5515,-15-400-5097,-5-73-642,-3-17-129,2-1-1,0 0 0,2 0 1,1 0-1,13 37 0,-18-63-177,0 0 0,1 0 0,-1-1 0,0 1-1,1 0 1,-1-1 0,1 1 0,-1 0 0,1-1-1,0 1 1,-1-1 0,1 1 0,-1-1 0,1 1 0,1 0-1,-2-1-6,0 0-1,1 0 0,-1 0 1,0 0-1,0 0 0,1 0 1,-1 0-1,0 0 0,0 0 1,1 0-1,-1 0 0,0 0 1,0 0-1,1 0 0,-1 0 1,0 0-1,0 0 0,1 0 1,-1 0-1,0 0 0,0 0 1,0 0-1,1-1 0,-1 1 1,0 0-1,0 0 0,0 0 1,1 0-1,-1-1 0,0 1 1,0 0-1,0 0 0,0 0 0,1-1 1,-1 1-1,0 0 0,0 0 1,0 0-1,0-1 0,0 1 1,2-12-225,0 0 1,0 0-1,-2 0 1,-1-24-1,1 10-357,-1-35-898,0 17-723,1-1 0,3 1 0,10-59 1,-12 97 1982,1 0-1,-1-1 1,2 1 0,4-11 0,-6 15 265,0 1 0,0-1 0,0 1 0,0 0 0,0-1 0,0 1 0,0 0-1,0 0 1,1 0 0,-1 0 0,1 0 0,-1 0 0,0 0 0,1 0 0,0 1 0,-1-1 0,1 0 0,-1 1 0,1-1-1,0 1 1,-1 0 0,1 0 0,2-1 0,0 1 100,1 0 1,-1 1-1,0-1 1,0 1-1,0-1 0,1 1 1,-1 0-1,0 1 1,0-1-1,0 1 0,-1 0 1,1 0-1,0 0 1,-1 0-1,1 1 0,-1-1 1,0 1-1,0 0 1,0 0-1,0 0 0,0 0 1,-1 1-1,4 4 1,0 1 67,-1 0-1,0 0 1,0 1 0,0 0 0,-2 0 0,1 0-1,4 21 1,-5-8 179,0 1-1,-1 36 1,-2-56-344,-1 1-1,0 0 1,0 0-1,0-1 1,0 1-1,-1-1 1,0 1-1,0-1 1,0 0 0,0 0-1,-1 1 1,0-2-1,0 1 1,0 0-1,0 0 1,0-1-1,-1 0 1,-4 4 0,2-3-72,1 0 1,0 0 0,-1-1-1,0 0 1,0 0 0,0 0-1,0-1 1,0 0 0,-1 0-1,1 0 1,-1-1 0,-12 1-1,8-2-251,-17 0-904,27 0 1052,0 0 1,0-1-1,0 1 0,0 0 0,0 0 0,0-1 0,0 1 1,1-1-1,-1 1 0,0-1 0,0 1 0,0-1 0,0 0 1,1 1-1,-1-1 0,0 0 0,1 0 0,-1 1 1,0-1-1,1 0 0,-1 0 0,1 0 0,-1-1 0,-3-25-3033,3-3-1894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48.7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169 101 3169,'0'0'3973,"0"-4"-3490,3-43 5163,-3 25-5764,0 22 121,-1-1 0,1 0 1,-1 1-1,1-1 0,-1 0 0,1 1 1,-1-1-1,0 1 0,1-1 1,-1 1-1,0-1 0,1 1 0,-1 0 1,0-1-1,0 1 0,1 0 1,-1 0-1,0-1 0,0 1 0,0 0 1,0 0-1,1 0 0,-1 0 1,0 0-1,0 0 0,-1 0 0,-32 0 108,25 0 37,-3 0 7,9 0-142,1-1 0,-1 1 0,0 0 0,0 0 0,1 0 0,-1 0 0,0 1 0,1-1 0,-1 1 0,0 0 0,1-1 0,-1 1 0,1 0 0,-1 1 0,1-1 0,0 0-1,-1 1 1,1-1 0,0 1 0,0 0 0,0 0 0,0 0 0,-2 2 0,0 2 16,0 0-1,0 0 0,1 0 0,0 0 0,0 0 0,0 1 0,1-1 0,0 1 1,1 0-1,-2 12 0,0 7 585,3 41-1,0-35-18,0 129 2488,0-156-2960,0 0 0,1 0 0,-1 0 0,1 0 0,0 1 1,0-1-1,0 0 0,1-1 0,2 7 0,-3-9-87,0-1 1,0 1-1,1 0 0,-1-1 0,0 1 0,1-1 1,-1 1-1,1-1 0,0 0 0,-1 0 1,1 1-1,0-1 0,0 0 0,0-1 1,0 1-1,0 0 0,0-1 0,0 1 1,0-1-1,0 1 0,0-1 0,0 0 1,0 0-1,3 0 0,0 0-58,1-1 0,-1 0 0,1 0 0,-1-1 0,1 1 0,-1-1 0,0 0 0,0-1 1,0 1-1,0-1 0,0 0 0,-1 0 0,1-1 0,-1 1 0,0-1 0,0 0 0,0 0 0,-1 0 0,1-1 0,5-8 0,2-6-861,0-1 0,-2 1 0,15-43 0,-15 31-108,-1-2 0,-1 0 0,-2 0 0,-1 0 0,-2-63 0,-2 52 1158,0 43 284,0 20 324,0 342 5269,5-349-6054,-5-12-36,0 0 0,0 0 1,1 1-1,-1-1 0,0 0 0,0 0 1,1 0-1,-1 0 0,0 0 0,0 0 1,0 0-1,1 0 0,-1 0 0,0 0 0,0 0 1,1 0-1,-1 0 0,0 0 0,0 0 1,1 0-1,-1 0 0,0 0 0,0 0 1,1 0-1,-1 0 0,0 0 0,0 0 0,0-1 1,1 1-1,-1 0 0,0 0 0,0 0 1,0 0-1,0 0 0,1-1 0,-1 1 1,0 0-1,0 0 0,0 0 0,0-1 1,0 1-1,0 0 0,1 0 0,-1-1 0,0 1 1,0 0-1,1-3-696,0 0 1,-1 0 0,1 0-1,0 0 1,-1-1-1,0 1 1,0-3-1,0-6-1780,3-17-3290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3:49.3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3474,'0'0'9716,"0"9"-8251,12 234 4632,1-5-2979,-13-278-4738,2 1 1,12-66 0,-9 85 714,0 1-1,0-1 1,2 1 0,1 1 0,0-1 0,1 1 0,14-19 0,-22 34 975,1 1 0,0-1 0,0 1 0,0 0 0,1 0 1,-1 0-1,0 0 0,1 0 0,-1 1 0,1-1 0,0 1 1,0-1-1,-1 1 0,7-2 0,-7 3 29,0 0-1,0 0 1,0 0-1,0 0 1,0 0-1,0 0 1,0 0 0,0 0-1,0 1 1,-1-1-1,1 1 1,0-1-1,0 1 1,0 0-1,-1 0 1,1 0 0,0 0-1,-1 0 1,1 0-1,-1 0 1,1 1-1,-1-1 1,1 1 0,-1-1-1,2 3 1,5 9 199,0-1 0,-1 1-1,-1 1 1,0-1 0,-1 1 0,0 0 0,-1 1 0,-1-1 0,3 20 0,-1 18-859,-2 67 0,-3-103-152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4:28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8 230 5475,'0'0'4860,"-1"-3"-4259,-1 0-127,-1-5-682,2 0 6790,22 8-6283,544 0 133,-559 1-440,0-1 0,0 1-1,0 1 1,0-1 0,0 1 0,10 5-1,-10-5 14,0 1-1,0-1 1,0 0-1,1 0 1,-1-1-1,13 1 0,8 0-2,0 0-1,47 12 0,-27-5-5,4-3 10,0-2 0,83-5 0,-46 0-5,425 1-233,-326 9 171,737-9-1922,-881-2 1773,48-8-1,-26 1-72,13 1-484,148-19 590,-152 7 142,-54 13-118,0 2 0,32-5 0,106 1-231,-110 7 412,55-10 1,-55 6-3,56-2 0,-69 7-50,69-10 0,-36 2-95,0 4 0,82 3 0,-100 2 95,-15 0 65,146-5 30,-140 3-88,23-4-33,75-12-3,-103 15 59,-25 3-25,0-1 1,-1-1 0,16-3 0,29-9 26,103-13 0,-122 21 165,-21 3-104,0 1-1,19-1 1,62-4 27,158-5 507,184 12 2358,-476 1-6864,-7 4-4004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4:31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1345,'0'0'12776,"19"0"-12000,35 1-666,69 10-1,31 21-342,-127-25 221,87 10-102,-58-10 65,44 13-2,-68-13 33,0 0-1,1-2 0,36 0 1,265 7-953,-154-9 849,11 0-399,29 0 335,-116-5 57,-78 2 86,40 1 25,0-2-1,-1-4 0,74-14 0,116-20 501,-61 12-94,-91 6-731,73-11 158,6 29 595,-98 5-367,-41-2 5,-1 2-1,50 8 0,-23 1-91,84 3 1,70-10 88,-214-4-33,29 1 157,43 9-1,-44-5-23,44 1 0,45 0-161,-90-4 78,42 7 0,-42-4-4,43 1 1,-42-6 932,-32 0-744,-26 0-1048,-27 0-3078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02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1409,'0'0'0,"-35"0"-353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5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3826,'0'0'1627,"9"-6"-2158,29-20-629,-35 24 1168,1 1 0,0-1 0,-1 1 0,1 0 0,0 0 0,0 1 0,0-1 0,0 1 0,0 0 0,0 0 0,0 0 0,0 0 0,0 1 0,4 0 0,8-18 9826,-15 22-7767,-1 8-3528,-1-11 2242,-4 351 1661,7-205-2099,-3-11-125,15 401 578,12 264-519,-8-354-165,-10-365-66,5-27-3,-9-36-51,-3-14 5,7-4-30,-4-3 13,127-7 585,-71 5-556,90-16-1,-60 6-22,-18 7-3,79 4 0,36-2 3,-141 0 21,237-26-14,-129 17-1,-107 11 0,343-1-12,-208 5-8,49-3 41,279 2-42,-378 8 33,137 26 1,-98-10-1,-44-15 10,154-6 0,-159-5-7,-119 1-7,987-7 56,-332 4-83,9 0-10,-479-6-8,45-1-20,248-8-9,-443 15 74,444-26-8,-302 30-37,203-3 31,-272-5-153,26-1-48,54 9 184,219-3 73,-253-11-39,-4 0-9,180 11-56,161-8 18,-279 0 34,126-10 97,164-6-179,3 26-588,-220 1 254,-67 11 195,5 0 187,111-10 43,368-5-16,-550-9-13,-14 1 60,367 4 71,-146 6 270,26-2-211,-49-2-99,-23 2 229,-233 3-209,-50 2-54,37 6-1,-35-4 121,39 1 0,186 7 720,-118-12 459,-141 0-1307,-1 0 1,0 0-1,1 0 0,-1 0 1,0 0-1,1 0 0,-1 0 1,0 0-1,0 0 0,1 0 1,-1 0-1,0 0 0,1 0 1,-1 0-1,0 0 0,1 0 1,-1 1-1,0-1 1,0 0-1,1 0 0,-1 0 1,0 0-1,0 1 0,1-1 1,-1 0-1,0 0 0,0 0 1,0 1-1,1-1 0,-1 0 1,0 0-1,0 1 0,0-1 1,0 0-1,0 1 0,0-1 1,1 0-1,-1 0 0,0 1 1,0-1-1,0 0 0,0 1 1,0-1-1,0 0 0,0 1 1,0-1-1,0 0 0,0 1 1,-1-1-1,1 0 0,0 1 1,0 0 71,0 0 397,0-8-1790,-1 2 901,0 0 0,0 0 0,0 1 0,-1-1 0,0 0 0,0 1 0,0 0 0,0-1 1,-1 1-1,0 0 0,0 0 0,0 0 0,0 1 0,0-1 0,-1 1 0,0 0 0,-5-4 0,-29-21-8013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06.8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11221,'0'0'6849,"-7"0"-5009,77 0-415,25-1-643,107 13-1,-34 7-663,103 15-131,-244-27 11,-22-5 11,0-1-1,0 0 1,0 0 0,0 0-1,6 0 1,-11-1-17,0 1-26,1-1 0,-1 0 0,0 0-1,0 0 1,0 1 0,0-1 0,0 0-1,0 0 1,0 1 0,0-1 0,0 0-1,0 0 1,0 0 0,0 1 0,0-1 0,0 0-1,0 0 1,0 1 0,0-1 0,0 0-1,0 0 1,0 0 0,0 1 0,-1-1 0,1 0-1,0 0 1,0 0 0,0 1 0,0-1-1,0 0 1,-1 0 0,1 0 0,0 0-1,0 1 1,0-1 0,0 0 0,-1 0 0,1 0-1,0 0 1,-1 0 0,-11 1-1081,8-1 495,0 1 1,0-1-1,0 0 1,0 0 0,0-1-1,0 1 1,0-1 0,1 0-1,-1 0 1,0 0 0,0-1-1,-4-1 1,-21-24-8767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07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 4818,'-2'-1'11903,"0"10"-10800,14 508 1170,-9-451-2333,2 41-642,18 105 0,-15-175-2559,-7-20-2283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10.1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0 3618,'0'0'10460,"-5"1"-9579,-12 2-98,23-2 1121,42-1 1669,-23-1-4033,196 9 1160,-1 0-312,-182-9-346,-14 0-14,0 1 0,0 1 1,0 1-1,0 1 0,34 9 0,-39-6 137,0-1 0,1-1 0,-1-1 0,1-1 0,27 1 0,-47-3 48,-18 0-1520,17 0 1269,-23 0-1940,-1 1 1,-36 6-1,-26 16-7298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19.4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55 4786,'0'0'3621,"-5"-23"831,5 22-4415,-1 1 0,1 0 0,0-1 0,-1 1-1,1-1 1,-1 1 0,1 0 0,-1-1 0,1 1 0,0-1 0,-1 1-1,1-1 1,0 1 0,0-1 0,-1 1 0,1-1 0,0 1 0,0-1-1,0 0 1,0 1 0,-1-1 0,1 1 0,0-1 0,0 1 0,0-1-1,1-1 1,-1 2-8,0-1-1,0 0 0,0 1 1,0-1-1,0 0 0,0 1 1,0-1-1,-1 0 1,1 1-1,0-1 0,0 0 1,0 1-1,-1-1 0,1 0 1,0 1-1,-1-1 1,1 1-1,-1-1 0,1 1 1,0-1-1,-1 1 0,1-1 1,-1 1-1,0-1 1,1 1-1,-1 0 0,1-1 1,-1 1-1,0-1 0,0 14 3595,1 26-3944,0-28 640,0 1776 198,4-1718-421,-4-68 198,0-3-958,0-90-5734,0 45 966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20.0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14 102 848,'0'0'11496,"-3"-2"-10142,-7 0 828,10 2-1995,0 0 0,0 1 0,0-1 1,0 0-1,0 0 0,0 1 0,-1-1 0,1 0 0,0 0 0,0 1 0,0-1 0,0 0 1,0 0-1,0 1 0,0-1 0,0 0 0,0 0 0,1 1 0,-1-1 0,0 16 10,2-1 0,0 0 0,0 0 0,10 30 0,28 59 447,-14-41-304,3 14 241,4-2 0,54 93-1,-84-164-550,-3-2-16,1 0 1,0 0-1,0 0 0,1 0 0,-1 0 0,0 0 0,1 0 0,-1 0 0,1-1 1,-1 1-1,1-1 0,0 1 0,0-1 0,0 0 0,-1 0 0,1 1 0,0-1 1,1-1-1,-1 1 0,0 0 0,0 0 0,4 0 0,-2-6 117,5-36-328,-2 0 0,3-64-1,-7 58-185,17-83 0,-10 93 209,1 0-1,28-59 1,-30 76-257,2 0 0,0 1 0,2 0 1,0 1-1,30-32 0,-37 44-489,1 1 0,0 0 0,0 0 0,1 0 0,12-5 0,7-3-5133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20.6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79 2 6403,'0'0'7838,"-1"0"-7724,0-1-1,1 1 1,-1 0-1,0 0 1,1 0-1,-1 0 1,0-1-1,1 1 1,-1 0-1,0 0 1,1 0-1,-1 1 1,0-1-1,0 0 1,1 0-1,-1 0 1,0 0-1,1 1 1,-1-1-1,1 0 1,-1 1-1,0-1 1,0 1-1,-2 12 335,-7 30 399,1 1 0,-4 89-1,0 564 968,12-421-1212,2-148-1020,-7-168-1284,3 31-157,2-1 1,-1 1-1,1-11 0,1 9-3223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21.0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18 199 1617,'0'0'11010,"-3"0"-9884,-9 0-216,9 0-73,3-5 681,1 3-1490,0 1-1,-1-1 0,1 0 1,0 1-1,0-1 1,0 1-1,0-1 0,1 1 1,-1 0-1,0-1 0,1 1 1,-1 0-1,0 0 0,1 0 1,0 0-1,-1 0 0,1 0 1,-1 0-1,1 0 0,0 1 1,0-1-1,2 0 0,6-2 0,-1 0-1,1 1 0,12-2 0,2 1 85,0 2 0,0 0 1,1 2-1,-1 0 0,38 8 0,-36 2 135,-23-9-220,1 0 0,-1 0 1,1-1-1,0 0 1,0 0-1,-1 0 0,1 0 1,0 0-1,4 0 1,-9-6-673,-2-9-109,-1-1 1,-1 1-1,-9-21 0,-3-8-1922,-4-15-2082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21.4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58 102 4226,'0'0'5907,"-9"-10"-4744,-29-29-109,28 24 933,16 12-380,-2 3-1626,350-25 1590,-200 16-1368,-109 9-539,-44 0-676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22.2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73 8356,'0'0'4882,"-2"-1"-4500,1 0-373,1 1 1,-1 0 0,1-1 0,-1 1 0,1 0 0,-1-1 0,1 1 0,-1-1 0,1 1-1,0 0 1,-1-1 0,1 1 0,-1-1 0,1 1 0,0-1 0,0 1 0,-1-1 0,1 0-1,0 1 1,0-1 0,0 1 0,-1-1 0,1 0 0,0 1 0,0-1 0,0 1 0,0-1-1,0 0 1,0 1 0,0-1 0,0 0 0,1 1 0,-1-2 0,1 0 8,0 0 1,1 0-1,-1 0 0,0 1 1,1-1-1,-1 0 0,1 0 1,0 1-1,3-3 0,1 0 2,0 0-1,0 0 1,0 1-1,0 0 1,1 0-1,8-3 1,-3 4 25,0 0 1,0 1-1,0 0 0,0 1 1,0 0-1,17 3 0,-28-2-28,0 0-1,0-1 0,0 1 0,0 0 1,0 0-1,1 0 0,-2 0 0,1 0 1,0 0-1,0 0 0,0 0 0,0 1 1,-1-1-1,1 0 0,-1 0 0,1 1 0,-1-1 1,1 0-1,0 3 0,6 33 264,-5-28-151,2 28 237,0 0-1,-3 50 1,-2-53-286,0-23-59,-2 0 0,1 0 0,-1 0 0,-1 0 1,0 0-1,-1-1 0,0 0 0,-8 13 1,4-7 72,-3 7 127,0-2 1,-2 0-1,-31 37 1,37-49-153,-1 0 1,0-1-1,0 0 1,-1-1 0,1 0-1,-2 0 1,1-1 0,-1-1-1,0 0 1,-15 6-1,0-9 160,18-2-143,7-21-40,1 19-37,0 1 0,0-1 0,0 0 0,1 0 0,-1 0 0,1 0 0,-1 0 0,1 0 1,0 1-1,-1-1 0,1 0 0,0 0 0,0 1 0,0-1 0,1 1 0,-1-1 0,0 1 0,1-1 0,-1 1 1,0 0-1,1 0 0,0 0 0,-1-1 0,1 2 0,0-1 0,-1 0 0,1 0 0,0 0 0,0 1 1,3-1-1,5-1 61,1 0 0,-1 1 0,1 0 0,15 1 0,-15 0 26,-1 1-21,-1 0 1,0 1-1,1 0 1,-1 0-1,0 1 1,0 0-1,0 0 1,-1 1-1,1 0 0,-1 1 1,0 0-1,10 8 1,23 12 135,-35-22-196,1 0 0,0 0 0,-1-1 0,1 0 0,0 0-1,1 0 1,9 0 0,-14-2-58,0 1 0,0-1 0,1 0 0,-1 0 0,0-1 0,1 1 0,-1 0 0,0-1 0,0 0 0,0 0 0,1 0 0,-1 0 0,0-1 0,0 1 0,-1-1 0,1 0 0,0 0 0,4-4-1,-2-1-366,0-2-1,-1 1 1,0 0-1,0-1 1,-1 0-1,0 0 0,-1 0 1,0 0-1,1-12 1,3-35-4062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24.7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22 251 8132,'0'0'6469,"-5"0"-5844,-12 0 788,34 0 1544,2 0-2940,257 12 635,-164-3-552,147-7-1,-20-1 9,-38 18-1,292-10 154,-315-10 1911,-177 1-2159,-3-4-928,-11-17 617,-1 0 0,-1 1-1,-19-20 1,-59-54-890,86 87 1104,-6-5 119,0 1-1,-1 0 1,0 0 0,-1 2-1,-1 0 1,1 0 0,-1 2-1,-19-7 1,34 13-224,-5 0 1128,5 2-909,1-1 1,0 0-1,0 1 1,0-1-1,0 0 1,0 1-1,0-1 1,0 0-1,0 0 1,0 1 0,0-1-1,0 0 1,0 1-1,0-1 1,0 0-1,0 1 1,0-1-1,0 0 1,0 1-1,0-1 1,0 0-1,1 0 1,-1 1-1,0-1 1,0 0-1,0 0 1,0 1-1,1-1 1,-1 0 0,0 0-1,0 1 1,1-1-1,-1 0 1,10 12 12,-1 0 0,2-1 0,0 0 0,0-1 1,25 17-1,71 40 122,-69-45-90,1-1 1,1-1-1,85 27 0,-123-47-73,-1 0-1,0 0 0,0 0 0,-1 0 0,1 0 0,0 1 0,0-1 0,0 0 0,0 0 0,0 1 0,-1-1 0,1 0 0,0 1 0,0-1 0,-1 1 0,1-1 0,0 1 0,0-1 0,-1 1 0,2 0 0,-2 0-31,-9-1-146,1 0 157,0 1-1,-1 0 1,1 1 0,0 0 0,0 0 0,0 0 0,0 1 0,0 0-1,1 1 1,-1 0 0,1 0 0,0 0 0,0 1 0,1 0 0,-11 10-1,-20 16-94,2 2 0,1 2 0,1 1 0,-42 60 0,69-83-377,-5 8-870,5-15-2993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25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6467,'0'0'6963,"0"-4"-6368,0-20 2492,0 27-2994,2 27 120,2-1-1,0 0 1,11 36 0,3 16 174,-3 20 597,1 104-1,-12 104 714,-4-277-1554,3-11 881,-2-9-3521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26.1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27 273 5939,'0'0'6560,"-5"5"-5397,-12 13-61,17-18-1054,0 0 0,0 0 0,-1 0 0,1 0 0,0 0-1,0 0 1,0 0 0,-1 0 0,1 0 0,0-1 0,0 1 0,0 0 0,-1 0 0,1 0 0,0 0-1,0 0 1,0-1 0,0 1 0,0 0 0,0 0 0,-1 0 0,1 0 0,0-1 0,0 1 0,0 0-1,0 0 1,0 0 0,0-1 0,0 1 0,0 0 0,0 0 0,0 0 0,0-1 0,0 1 0,0 0-1,0 0 1,0 0 0,0-1 0,0 1 0,0 0 0,0 0 0,0 0 0,0-1 0,0 1 0,0-12 187,0 9-181,1-1 1,-1 1-1,1 0 1,0-1 0,0 1-1,1 0 1,-1 0 0,1 0-1,-1 0 1,1 0 0,0 0-1,0 0 1,0 0-1,1 1 1,-1-1 0,1 1-1,-1 0 1,1 0 0,5-4-1,5-2-12,1 0-1,29-12 0,-29 14-30,0 2 0,1 0 1,-1 0-1,1 1 0,15-1 0,75 1 127,-84 3-60,-16 0-8,-1 0 0,0 0 0,1 1 0,-1-1 1,0 1-1,1 0 0,-1 0 0,0 0 0,0 1 0,0 0 0,0-1 0,0 1 1,0 1-1,0-1 0,-1 0 0,1 1 0,-1 0 0,0 0 0,1 0 0,3 5 1,-7-7-70,0-1 1,0 0 0,0 0 0,0 0 0,1 0 0,-1 0 0,0 1 0,0-1 0,0 0-1,0 0 1,0 0 0,0 0 0,0 1 0,0-1 0,0 0 0,0 0 0,0 0 0,0 0 0,0 1-1,0-1 1,0 0 0,0 0 0,0 0 0,0 1 0,0-1 0,0 0 0,-1 0 0,1 0-1,0 0 1,0 0 0,0 1 0,0-1 0,0 0 0,0 0 0,0 0 0,-1 0 0,1 0-1,0 0 1,0 1 0,0-1 0,-1 0 0,-9 1-398,-12-5-771,18 0 813,-1-1 0,1 1 0,1-1 0,-1 0 0,1 0 0,-1 0 0,2 0 0,-1 0 0,0-1 0,-1-6 0,-1 1-445,-21-47-4462,-4-7-3252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26.4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51 4914,'0'0'10789,"-48"-23"-9812,66 46 63,25 1 49,13-9-369,9-11-128,14-4-496,3 0-96,5-23-704,-14-16-1681,-16 8-3202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15.3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8084,'0'0'10340,"0"10"-9934,0 23-87,2 1 0,9 54 1,-3-29-264,-2 0 1,-2 67 0,-1-8 2,2 128-35,-3 74-16,-4-168-2,1-50-3,3 116-4,-2-210 1,1 8 3,1 1 0,5 24 1,-5-35-11,0 0 1,0 0 0,0-1-1,0 1 1,1-1 0,0 0-1,0 0 1,1 0 0,-1 0-1,1-1 1,7 7-1,-11-10 173,0-11-297,1-39-930,-3-77-4678,-5 65 1014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15.9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39 145 4018,'0'0'6552,"-35"0"1649,34-1-8682,-2 2 2639,6 8-431,66 122-993,-3-8-134,-19-18-147,62 116 340,-105-214-765,1 0-1,-1 0 1,10 9-1,-13-14-19,1-1-1,0 1 1,0-1-1,0 1 1,-1-1-1,1 0 1,1 0-1,-1 0 1,0 0-1,0 0 1,0 0-1,0 0 1,1-1-1,-1 1 1,0-1-1,5 0 1,-6 0-4,1 0 1,-1 0-1,0-1 1,1 1-1,-1 0 0,0-1 1,1 0-1,-1 1 1,0-1-1,0 0 1,0 1-1,1-1 0,-1 0 1,0 0-1,0 0 1,0 0-1,0 0 1,-1 0-1,1 0 0,0 0 1,0-1-1,-1 1 1,1 0-1,0 0 1,-1-1-1,1 1 0,0-3 1,1-5-18,0-1-1,0 1 1,0-11 0,0 7 0,6-75-439,-3-106 0,-5 181 410,1 1-1,1-1 1,0 1 0,1-1-1,0 1 1,1 0 0,5-12-1,44-78-986,-38 74 377,54-91-4643,-31 60-444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16.7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4930,'3'-4'14293,"-3"4"-14160,1 15 1586,-1 35-2552,0-32 1443,23 529 539,28-7-35,-29-402-688,-22-137-421,0 0-1,0 0 1,0 0-1,0 0 0,1 0 1,-1-1-1,0 1 1,1 0-1,-1 0 1,0 0-1,1 0 0,-1-1 1,1 1-1,0 0 1,-1-1-1,1 1 0,-1 0 1,1-1-1,0 1 1,0-1-1,-1 1 0,2 0 1,0 0 96,-2-9-1728,0-72-4979,0 39 251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17.3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1 215 7299,'0'0'7868,"7"-6"-7428,-2 2-395,-2 2-38,0 0-1,0-1 1,0 1-1,0-1 1,0 0-1,-1 0 1,1 0-1,-1 0 1,0-1-1,1 1 1,-2-1-1,1 1 1,0-1 0,-1 0-1,2-4 1,3-23-55,-1-1 1,2-56 1478,-8 92-1396,0 1-1,1-1 0,0 0 1,-1 1-1,2-1 0,0 7 1,0 9 31,3 115 997,5-1-1,38 187 1,-43-296-1014,-3-17-37,0 1 1,1-1 0,-1 0-1,2 0 1,-1 1-1,1-2 1,0 1-1,1 0 1,0-1-1,7 11 1,-11-17-20,1-1 0,-1 1 0,0-1 0,1 1 0,-1-1 0,1 0 0,-1 1 0,1-1 0,-1 0-1,1 1 1,-1-1 0,1 0 0,-1 1 0,1-1 0,0 0 0,-1 0 0,1 0 0,-1 0 0,1 0 0,0 0 0,-1 1 0,1-1 0,-1 0 0,1-1 0,0 1 0,-1 0 0,2 0 0,-2-1-37,1 1 0,0-1 0,0 1 0,-1-1 0,1 0 0,0 0 0,-1 1 0,1-1 0,-1 0 0,1 0 0,-1 0 0,1 0 0,-1 1 0,1-1 0,-1 0 0,0 0 0,0 0 0,1-2 0,2-21-1196,-1 0 0,-2-47-1,0 33-1086,0-14-2531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30.7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170 10 5747,'0'0'7008,"-6"0"-6394,2 0-443,2 0-109,0 0 0,1 0 0,-1 0 0,0 0-1,0 0 1,1 0 0,-1-1 0,0 1 0,0-1 0,1 1 0,-1-1-1,0 0 1,1 1 0,-3-3 0,1 3 227,1-1 0,-1 1 0,1-1 0,0 1 0,-1 0 0,1 0 0,-1 0 0,-3 1 0,1 0-190,-13-2-28,14 0 19,0 1 0,0-1-1,0 1 1,0 0 0,-1 0 0,1 1-1,0-1 1,0 1 0,0 0 0,0 0-1,0 0 1,-7 4 0,-8 2 157,15-6 227,14-1 776,289 0-1138,-295 1-158,-1 0-1,1 1 1,0-1-1,-1 1 1,1 0-1,-1 0 1,1 0-1,4 4 0,6 3-841,-11-8 197,0 1 0,0 0 0,-1-1 0,1 1 0,0 0 0,-1 0 0,1 0 0,-1 1 0,4 4 0,-5 4-4666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31.5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12 4562,'0'0'4941,"-1"3"-4333,-7 13 1511,15-16 1748,56-5-3020,-37-1-801,-2 0-15,0 1-1,0 1 0,33-1 1,46 6-15,-102-1-84,0 0 0,1 0 0,-1 0 0,0 1 0,0-1 0,1 0 0,-1 1 0,0-1 0,0 1 0,0-1 0,0 1 0,1 0 0,-1 0 0,0-1 0,0 1 0,0 0 0,-1 0 0,1 0 1,0 0-1,0 0 0,0 0 0,-1 0 0,1 0 0,0 0 0,-1 1 0,1-1 0,-1 0 0,1 0 0,-1 0 0,0 1 0,0-1 0,1 0 0,-1 1 0,0-1 0,0 0 0,0 1 0,0-1 0,-1 0 0,1 2 0,0 10-3712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30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12 223 7235,'0'0'4965,"-12"0"-2473,56 0-2039,0-2-1,63-11 1,-7-5-461,-1 4 0,149-1 0,-115 13 35,-1-5-1,169-31 1,-62 9-14,-211 25 2,0-2-1,49-16 0,-49 14 34,-24 7 9,1 0 0,0 0 0,0 1 0,-1-1 0,1 1 0,0 0 0,0 1 0,-1-1 0,1 1 0,0 0 0,-1 0 0,1 0 0,-1 1 0,1 0 0,-1 0 0,9 4 0,-12-5-14,1 0 0,0 0 0,-1-1 0,1 1 0,0-1 0,0 1 0,-1-1 0,1 0 0,0 0 0,0 0 0,0 0 0,2 0 0,0 0 209,-3 0 169,-1-26-5855,0-10 60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31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2209,'0'0'5237,"0"-7"-4618,0-25-197,0 25 4833,1 7-5216,0 0 0,0 0 0,0 0 0,0 0 0,0 0-1,0 0 1,0 1 0,0-1 0,0 0 0,0 1 0,0-1 0,0 1-1,0-1 1,0 1 0,1 1 0,3 5 68,0 1 1,-1 0-1,0 0 1,-1 0-1,0 0 1,3 12-1,3 5 85,-1 2 6,0 0 0,-1 1 0,2 29 0,4 87 155,-10-99-297,14 492 405,-17-518-373,0-1-1,1 0 0,1 0 0,1 0 0,9 35 0,-9-49-68,-2-3-8,-7-36-3118,4 25 2277,0 0 0,0 0 0,1-12 0,1-24-3223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33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96 2961,'0'0'1601,"0"-11"-1305,0-28-122,0 7 6095,0 32-6203,0 0 0,-1 0 0,1-1 0,0 1 0,0 0-1,0-1 1,0 1 0,0 0 0,0-1 0,0 1 0,0-1 0,0 1 0,0 0 0,0-1-1,0 1 1,0 0 0,0-1 0,0 1 0,0 0 0,1-1 0,-1 1 0,0 0-1,0 0 1,0-1 0,0 1 0,1 0 0,-1-1 0,0 1 0,0 0 0,1 0 0,-1-1-1,0 1 1,0 0 0,1 0 0,0-1 0,19-1 245,1 1 1,30 3-1,-8-1-175,68-1 24,164 20 0,-180-8-147,140-1 1,183 0 103,-233-5-72,25 3 51,320 5-88,-357-15 16,-153 1-22,190-8 15,-6-11-12,-117 18 713,-87 11-510,0 1077 182,-1-1086-393,0 0 0,0-1 0,0 1 0,-1-1 0,1 0 0,0 1 0,0-1 1,0 0-1,0 0 0,0 0 0,0 1 0,-1-1 0,1 0 0,0-1 0,0 1 0,-2 0 1,2 0-8,-740 0-201,712 2 201,0 1 0,0 1 1,0 2-1,-32 10 0,-37 8 19,-220 40 55,195-48-47,32-7-47,-156 22 67,187-25-28,-61-1 0,-45 4-16,34 1 41,42-5 52,-48-4 71,73-2-77,55 2-62,0 0 0,0 1-1,-16 4 1,17-3 16,-1-1-1,0 0 1,-16 1 0,18-3-17,0 1 1,0 0 0,0 1-1,0 0 1,-11 3 0,8-1 76,-11 3 203,15-4-267,0-1 0,0 0 0,0 0 0,0 0 0,-14 0 0,20-2 18,1 0-16,-1 0-11,0 0 0,1 0-1,-1-1 1,0 1-1,1 0 1,-1 0 0,0-1-1,1 1 1,-1 0-1,1-1 1,-1 1 0,1-1-1,-1 1 1,1 0-1,-1-1 1,1 1 0,-1-1-1,1 0 1,0 1-1,-1-1 1,1 1-1,0-1 1,-1 0 0,1 1-1,0-1 1,0 1-1,0-1 1,-1 0 0,1 1-1,0-1 1,0 0-1,0 1 1,0-2 0,1-29 68,-1 20 26,1 1-72,0 0-1,1 0 1,0 0 0,0-1 0,8-16 0,-5 13-49,-1 1 1,4-23-1,-4-12-172,-3-76 1,-2 60 220,1 63-51,0 0 0,0 0 0,0 0 0,0-1 0,1 1 0,-1 0 0,0 0 0,0 0 0,1 0 0,-1 0 0,1 1 0,-1-1 0,1 0 0,-1 0 1,1 0-1,-1 0 0,1 0 0,0 1 0,0-1 0,-1 0 0,1 0 0,0 1 0,0-1 0,0 1 0,0-1 0,-1 1 0,1-1 0,0 1 0,2-1 0,1 0-432,1 0 0,0 0-1,-1 1 1,1 0 0,5 0-1,-5 0-408,4 0-3422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36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35 231 2465,'0'0'3034,"-5"-2"-2368,1-1-430,2 2-110,1 0-1,-1 1 1,1-1 0,-1 0 0,1 0 0,-1 1-1,1-1 1,-1 1 0,0 0 0,1-1 0,-3 1-1,3 0 44,1 0 0,0 0 1,0 0-1,-1-1 0,1 1 0,0 0 0,-1-1 676,1 1-676,0 0 0,-1 0 0,1-1 1,0 1-1,0 0 0,0 0 0,0-1 0,0 1 0,0 0 0,0 0 0,0-1 0,-1 1 0,1 0 0,0 0 0,0-1 0,0 1 1,0 0-1,0 0 0,0-1 0,1 1 0,-1 0 0,0 0 0,0-1 0,0 1 0,0 0 0,0 0 0,0-1 0,0 1 0,0 0 1,1 0-1,-1-1 676,1 1-676,-1-1 0,0 1 0,7-5-278,15 0 205,-1 2 1,1 0 0,30-1 0,4 0-18,90 1 338,23 0-152,-90 5-117,-44-2-115,30 1 6,113-14 1,-106 5-4,1 3-1,80 6 1,-73 1 0,114-11 0,-161 4-34,232-18 9,126 15 72,-283 4-64,-7 2-9,0-4-1,119-24 1,-136 17 37,142-6 1,-52 8 60,-14 1-80,-46 5 40,-103 4-51,155-7 515,-147 6 173,-7 1-1978,-4 0-3606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39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58 2081,'0'0'181,"-8"0"-213,-35-4 35,42 0 689,1 4-549,0-1 1,0 0-1,0 0 0,0 1 0,0-1 0,0 0 1,0 1-1,0-1 0,0 0 0,0 1 0,0-1 1,-1 0-1,1 1 0,0-1 0,0 0 0,-1 1 1,1-1-1,-1 1 0,1-1 0,0 1 0,-1-1 1,0 0-1,0 1-73,1 0-1,-1 0 1,1 0 0,0 0 0,-1 0-1,1 0 1,-1 0 0,1 0 0,-1 0-1,1 0 1,-1-1 0,1 1 0,-1 0 0,1 0-1,-1 0 1,1-1 0,0 1 0,-1 0-1,1-1 1,-1 1 0,1 0 0,0-1-1,-1 1 1,1 0 0,0-1 0,0 1-1,-1-1 1,1 1 0,0-1 0,-1-16 2817,2 7-2870,-1 77 3869,8 166-3197,35 121 146,-36-274-788,-4 113 1,-4-116-28,1 436 81,2-484-93,1 0 0,11 46 0,-2-13-2,-5 8 25,-3 0 0,-5 77-1,-1-44-10,2 555-404,-1-668-1748,-6-18-1723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4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2177,'0'0'12699,"11"0"-12323,106-2 573,140 5-398,-206 3-499,73 18 0,-83-14 28,0-2 0,0-2 0,48 1 0,-75-7-46,10 1 128,0-1-1,0-2 1,45-8-1,-43 8 56,-14 1 65,-25-5-535,-10-3-856,-1 1 0,0 2 0,0 1 1,-32-4-1,1 8-3141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4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15 3185,'0'0'3730,"-11"-1"-2967,0-1-494,6 2-51,0-1-1,0 0 0,0 0 0,0-1 1,0 1-1,-9-5 0,10 8 2775,4 6-166,0-3-3497,2 73 1382,12 84 0,44 324-122,-50-422-495,32 193 154,-21-158-155,-4 0 1,-5 1-1,-2 120 0,-9-121 33,23 168-1,-8-180 12,7 154 1,-21-235-134,0 1 0,0-1 0,1 0 0,0 1 0,0-1 0,1 0 0,3 8 0,-4-12 7,0 0 0,0 0 1,0 0-1,0 0 0,0 0 0,1 0 1,-1 0-1,1-1 0,-1 1 0,1 0 1,0-1-1,0 0 0,0 1 0,0-1 1,0 0-1,0 0 0,0 0 0,0 0 1,0 0-1,0-1 0,1 1 0,2 0 1,37 3 224,0-2 0,56-5 0,-84 3-189,78-8 0,31 1 20,-67 6-47,-31-1 7,0 1 0,0 2 0,0 1 0,0 1 0,42 10 0,-49-8 21,0-1 1,1 0-1,-1-1 1,1-1-1,27 0 1,-43-3-23,0 0 0,0 0 1,0 0-1,0 0 0,0-1 0,0 1 1,-1-1-1,1 1 0,0-1 1,-1 0-1,1 0 0,2-4 1,30-30 29,-35 36-54,7-7 4,-4 3 11,0 1 0,1-1 1,-1 1-1,0-1 0,-1 0 1,1 0-1,-1 0 0,0 0 0,0 0 1,0-1-1,0 1 0,-1-1 1,0 1-1,0-1 0,1-7 1,0-215 627,-3 120-493,1 20-46,2 8-106,-3 0-1,-18-111 0,10 140 6,-29-202 174,29 183-165,-21-85-1,4 29 0,-9-104 33,26 99-89,-7-52-37,-11 50-5,26 128 73,0 0 0,-1 1 1,1-1-1,-1 0 1,0 0-1,0 1 0,0-1 1,0 1-1,-1 0 0,1 0 1,-1 0-1,0 0 1,-5-4-1,6 5 29,1 0 0,0 0 1,-1 0-1,1 0 0,0 0 1,0 0-1,0 0 0,0 0 0,1 0 1,-1 0-1,0 0 0,1 0 0,0-1 1,-1-2-1,1-35-273,0 25-262,0 15 440,0 0-1,1-1 1,-1 1-1,0 0 1,0-1 0,0 1-1,0 0 1,0 0-1,1-1 1,-1 1 0,0 0-1,0 0 1,0 0 0,1-1-1,-1 1 1,0 0-1,0 0 1,1 0 0,-1 0-1,0 0 1,0-1-1,1 1 1,-1 0 0,0 0-1,1 0 1,-1 0-1,0 0 1,0 0 0,1 0-1,-1 0 1,0 0-1,1 0 1,-1 0 0,0 0-1,0 0 1,1 0-1,-1 0 1,0 0 0,1 1-1,-1-1 1,0 0-1,0 0 1,1 0 0,-1 0-1,0 0 1,0 1-1,1-1 1,-1 0 0,0 0-1,0 1 1,1-1 0,3 21-3674,-3 34-1829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42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2289,'0'0'3298,"3"-6"-2130,11-23 7065,-12 56-7469,0-1-1,13 52 0,0-2-438,-4 35-141,-7 178 0,-5-168-133,14 629 125,-13 818 130,0-1567-466,-1-22-2430,-3-117-4203,4 103 4782,0-36-2378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45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1 190 784,'0'0'3207,"0"5"-2612,0 41 4410,5-46-3948,28 0-244,-13 1-745,-1-1 0,1 0 0,-1-2 0,1 0 0,-1-1 0,0-1 0,19-6 1,-8-1-37,1 2 1,0 1 0,1 1 0,0 2-1,0 1 1,32 1 0,106-14 356,-15 1-119,206 13 331,-193 4-572,24 1 5,213-4 158,-327-4-101,19 1-3,1502 5 1281,-1431-10-1326,3 0-33,179-9 9,33 11 1,-115 7-11,-222-3-9,0-3 0,80-20-1,-81 15 2,0 2 1,80-7-1,123 16 110,-137 2-33,-105-3-46,-6 2-5,1 0 0,-1 0-1,0 0 1,0-1 0,0 1-1,0 0 1,0 0 0,0 0 0,1 0-1,-1 0 1,0 0 0,0 0 0,0 0-1,0 0 1,0 0 0,1 0-1,-1 0 1,0 0 0,0 0 0,0 0-1,0 0 1,0 0 0,0 0-1,1 0 1,-1 1 0,0-1 0,0 0-1,0 0 1,0 0 0,0 0-1,0 0 1,0 0 0,1 0 0,-1 0-1,0 0 1,0 0 0,0 1-1,0-1 1,0 0 0,0 0 0,0 0-1,0 0 1,0 0 0,0 0 0,0 1-1,0-1 1,0 0 0,0 0-1,0 0 1,0 0 0,0 0 0,0 1-1,0-1 1,0 0 0,0 0-1,0 0 1,0 0 0,0 0 0,0 0-1,0 1 1,0-1 0,0 0-1,0 0 1,0 0 0,0 0 0,0 0-1,5 41 289,0 79 0,-4-41-264,4 28-17,30 398 68,-17-368-99,21 237 10,-29-229-11,1 50 4,-2 296-12,-9 359 68,0-849-70,0 12 18,0 79 9,0-92 93,0-3-595,0-50-2542,0 8-913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45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4002,'0'0'6453,"1"-2"-5348,1 0-862,0 1 1,0 0-1,0-1 1,0 1-1,0 0 0,0 1 1,0-1-1,0 0 1,0 0-1,0 1 0,0-1 1,1 1-1,-1 0 1,0 0-1,4 0 1,46 1 437,-30 0-273,963 3 984,-986 1-461,2-4-913,-1-1 0,0 1 0,0-1 0,0 1 0,1-1 0,-1 1 0,0-1 0,0 1 0,0-1 0,0 1 0,0-1 0,0 1 0,0-1 0,0 1-1,0-1 1,0 1 0,0-1 0,0 1 0,0-1 0,0 1 0,-1-1 0,1 1 0,0-1 0,0 0 0,-1 1 0,1-1 0,0 1 0,0-1 0,-1 1 0,1-1 0,-1 0 0,1 1 0,0-1 0,-1 0-1,1 0 1,-1 1 0,1-1 0,0 0 0,-1 0 0,1 1 0,-1-1 0,1 0 0,-1 0 0,-171 0-7096,104 0 502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47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5507,'0'0'4895,"14"0"-3017,-12 0-1811,-1 0-1,0 0 0,0 0 1,0 0-1,1 1 0,-1-1 1,0 0-1,0 1 1,0-1-1,0 1 0,0-1 1,0 1-1,0 0 0,0-1 1,0 1-1,0 0 0,0 0 1,0-1-1,0 1 1,-1 0-1,1 0 0,0 0 1,0 0-1,-1 0 0,1 0 1,-1 0-1,1 1 0,-1-1 1,0 0-1,1 2 0,1 1-76,11 28 549,-1 1 0,-1 0 1,11 65-1,3 108 321,-18-136-703,64 644 14,-33-414-109,-12-105-39,-4-45 6,9 94-18,-28-126-2,7 80 1,-9-189 9,1-1 0,1 1 1,-1-1-1,1 1 0,1-1 0,0 0 0,0-1 0,0 1 0,1-1 0,0 1 0,1-2 1,-1 1-1,1 0 0,11 8 0,-6-5 24,1-1 1,0-1-1,0 0 1,0 0-1,1-2 1,0 1-1,0-1 0,17 4 1,-10-6 53,1-1 1,-1-1-1,1 0 1,36-3 0,-38-1-125,1 2 0,-1 0 0,0 2 0,0 0 0,0 1 0,20 5 0,-22-2 26,-5-1 23,1 0-1,-1-1 1,0-1 0,1 0 0,0-1 0,0 0 0,-1-1 0,1-1 0,13 0 0,-22-1-10,0-1 0,0 1-1,0-1 1,-1 1-1,1-1 1,0 0 0,-1-1-1,0 1 1,0-1-1,0 1 1,0-1 0,0 0-1,0 0 1,0 0-1,-1-1 1,0 1 0,0-1-1,0 1 1,0-1-1,0 1 1,-1-1 0,2-4-1,68-167 416,-63 153-373,0 0-1,-2-1 1,-1 0-1,-1 0 1,-1 0-1,1-27 1,-1 13 67,0 5-65,42-349 80,-30 295-100,9-62 345,-20-35 84,-4 128-426,-1 32-43,0 0 1,-2 1-1,0 0 1,-2-1-1,-7-24 0,-2-6 12,-11-95-1,-2-8-43,-33-69-251,46 176 273,-11-29-112,-62-129 1,83 197 111,0 0 0,1-1 0,0 1 1,1-1-1,0 0 0,0-14 0,3-69-72,0 41 58,-1 49 27,0 3 0,0 0 1,0 0-1,0 0 1,0 0-1,0 0 0,0 0 1,1 0-1,-1 0 1,0 0-1,1 0 0,-1 0 1,0 0-1,1 0 1,-1 0-1,1 0 0,0 1 1,-1-1-1,1 0 1,0 0-1,-1 1 0,1-1 1,0 0-1,0 1 1,1-2-1,-1 1 9,-1-12-646,0 6 205,0-10-939,0 5-3140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4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4226,'0'0'6192,"0"4"-2691,0 28-2771,21 525 2176,-11-46-2512,-11-351-268,1 1895 309,1-2039-428,0 1 0,6 22 0,-4-24 97,-1 1 0,1 22 0,-2-31 44,1-11-65,0-10-252,-2-6-412,1 12-70,-1 0 1,0-1-1,-1 1 0,-2-14 1,-12-13-3072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53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2139 2 1873,'0'0'4871,"-16"0"1772,-64-1-5895,-92 2 30,147 2-721,0 1 0,-34 11 0,31-8 95,-34 5 0,-60-5 240,31-4-263,76-1-112,0 1 1,0 0 0,0 2 0,-23 9 0,23-8 16,1-1 0,0-1 0,-1 0 0,-24 3-1,-80 1 566,-79 8-339,74-6-133,-178-6-1,162-6-24,114 2-82,15 1-3,0 0 1,0-2 0,0 1-1,-1-1 1,1-1 0,0 0 0,0-1-1,-14-5 1,14 4 60,0 0 0,-1 1-1,1 0 1,-1 0 0,-23-1 0,-61 4 670,45 1-570,51 22-37,0 25-82,-1-7 67,1 1 0,3-1 0,8 46 0,1-10-107,-3 1 0,-2 95 0,-5-96-15,2 243 2,-2-266 6,10 138 5,8-28 20,-1 177 1,-19-39 90,-3-266-117,-1-1 1,-2 1-1,-1-1 1,-2 0-1,-14 37 0,-3 13-10,22-74-1234,9-31-935,8-15-2026,3 3-3450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55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1765 446 7075,'0'0'6398,"3"-2"-5766,-1 0-465,-1 0 0,1 0-1,0-1 1,-1 1 0,0 0-1,0-1 1,0 1 0,0-1-1,0 1 1,0-1 0,0 1-1,-1-1 1,1 1 0,-1-1-1,0 0 1,0 1 0,0-1 0,0 0-1,0 1 1,-1-1 0,1 1-1,-1-1 1,0 0 0,-1-3-1,-9-10-28,0-1-1,-1 2 1,-1 0 0,-24-22-1,7 6 8,-97-92 761,104 104-692,-1 0 1,0 2-1,-50-26 0,63 38-195,-1 0 1,1 2-1,-1-1 0,0 1 0,0 1 0,-19-1 0,-75 2 28,53 3 10,45-3-53,-12 1 11,0 0-1,0 2 1,0 0 0,-27 6-1,-33 12 57,-59 17 59,118-30-94,1 1-1,0 1 1,0 1-1,-26 17 1,7 0 8,2 2 1,1 1 0,1 2-1,2 2 1,1 0-1,2 2 1,2 2-1,1 1 1,-33 63-1,14-9 51,4 2 0,4 2 0,5 1-1,4 2 1,-26 163 0,20 87 71,21 3-137,12-292-19,1 182 68,2-135-31,0-84-26,1-1 0,1 0 0,1 1 0,1-1 0,1-1 0,17 42 0,-7-27 37,2-1-1,2 0 0,29 39 1,-23-42 2,1-1 0,2 0 0,1-2 0,1-2 1,1-1-1,2-1 0,1-2 0,1-1 0,0-2 1,42 17-1,-27-16-16,2-3 0,-1-2 0,2-3 0,0-1 0,0-3 0,1-3 0,65 1-1,155-7 59,-234-3-96,-1-2 0,0-1 1,1-3-1,-2 0 0,1-3 0,-2-2 0,1-1 1,-2-1-1,0-3 0,-1-1 0,52-36 1,-57 32-16,-2-1 1,0-2 0,-1 0 0,-2-2 0,25-34 0,-12 8-7,-2-2 0,32-66 0,-26 40 18,59-124 14,-86 170-14,-3-1 0,-1-1 0,13-71 0,-11 20 45,3-138 0,-17 174 14,-3-84-7,1 118-72,0 1 0,-2 0 0,0-1-1,-1 1 1,-11-25 0,-57-107 2,-34-84 24,86 184-5,-1 1-1,-56-87 0,-74-80-5,136 195 2,-79-96-53,78 98 39,-2 2 0,0 0 0,0 1 0,-23-14 1,-13-5 10,-97-81 0,151 115-6,-1 1 0,0-1 0,1 0-1,-1 1 1,0-1 0,1 1 0,-1-1 0,0 1-1,0 0 1,1 0 0,-1 0 0,0 0-1,-2 0 1,-5 0-182,4-1-423,-4-1 8,1 2-5511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55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8036,'0'0'6331,"-4"0"-4896,248 22 2042,-21-1-3014,-21-20-343,-117-2-4668,-86 1 4074,-1 0 1,0 0-1,0 0 0,1-1 1,-1 1-1,1-1 1,-1 1-1,0-1 1,1 1-1,-1-1 1,-2-2-1,-21-17-4755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55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16 7443,'0'0'5152,"-4"-3"-4784,1 0-242,2 2-65,0 0 1,0 0 0,-1 1 0,1-1-1,0 0 1,0 0 0,-1 1-1,1-1 1,0 0 0,-1 1 0,1-1-1,-1 1 1,1 0 0,-4-1 2240,5 2-1995,-1 178 730,19 468 1419,-12-604-2497,13 55 1,-18-88-760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5:56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0 2497,'0'0'9474,"-16"3"-8570,-52 8-295,64-11-428,0 1 0,0 0 0,0 0 0,0 1 0,0-1 0,0 1 0,0 0 0,1 0 0,-1 0 1,1 0-1,0 0 0,-1 1 0,1 0 0,0-1 0,1 1 0,-4 4 0,-11 9 398,16-15-512,0 0-1,0-1 0,0 1 1,0 0-1,0 0 0,0 0 1,0 0-1,0 0 0,0 0 1,1 0-1,-1 0 0,0 0 1,0 2-1,1-3-36,0 1 0,0-1 0,0 0 0,0 0 0,0 1-1,0-1 1,0 0 0,1 1 0,-1-1 0,0 0 0,0 0 0,0 1 0,1-1 0,-1 0-1,0 0 1,0 0 0,0 1 0,1-1 0,-1 0 0,0 0 0,1 0 0,-1 0 0,0 0-1,0 1 1,1-1 0,-1 0 0,0 0 0,1 0 0,-1 0 0,0 0 0,1 0 0,-1 0 0,1 0-1,41-2 957,-35 2-1142,74-10 239,71-2-30,-111 11-56,-15 0-1,0 1-1,0 1 0,0 1 0,46 11 0,11 16-104,-64-21 0,0 0 1,1-2-1,-1 0 0,2-1 1,-1-2-1,32 3 0,-47-5-260,-5-1 313,0 0 1,1 0-1,-1 0 0,0 1 0,1-1 1,-1 0-1,0 0 0,1 0 1,-1 0-1,0 0 0,1 0 1,-1 0-1,0 0 0,1 0 0,-1-1 1,0 1-1,1 0 0,-1 0 1,0 0-1,1 0 0,-1 0 0,0 0 1,1-1-1,-1 1 0,0 0 1,0 0-1,1 0 0,-1-1 1,0 1-1,0 0 0,1-1 0,-1 1 1,0 0-1,0 0 0,0-1 1,0 1-1,1 0 0,-1-1 0,0 1 1,0 0-1,0-1 0,0 1 1,0 0-1,0-1 0,0 1 1,0 0-1,0-1 0,0 1 0,0 0 1,0-1-1,0 1 0,0 0 1,-1-1-1,-1-33-4904,-9-8-4786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37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6659,'0'0'5552,"4"0"-4816,14 0-26,-14 0 2691,-4-1-3377,0 1-1,0 0 0,0 0 0,0 0 0,0 0 1,0 0-1,0-1 0,0 1 0,0 0 0,0 0 0,0 0 1,0 0-1,0 0 0,0 0 0,0-1 0,1 1 0,-1 0 1,0 0-1,0 0 0,0 0 0,0 0 0,0 0 0,0 0 1,0 0-1,0 0 0,0-1 0,1 1 0,-1 0 0,0 0 1,0 0-1,0 0 0,0 0 0,0 0 0,0 0 1,0 0-1,1 0 0,-1 0 0,0 0 0,0 0 0,0 0 1,0 0-1,0 0 0,1 0 0,-1 0 0,0 0 0,0 0 1,0 0-1,0 0 0,0 0 0,0 0 0,0 0 0,1 0 1,-1 0-1,0 1 0,0-1 0,0 0 0,0 0 1,0 0-1,0 0 0,0 0 0,0 0 0,1 0 0,-1 0 1,0 0-1,0 1 0,0-1 0,0 0 0,0 0 0,0 0 1,3 4-20,0-1 1,0 1-1,0-1 1,-1 1 0,1 0-1,-1 0 1,0 1-1,0-1 1,1 5 0,12 46 114,-9-29-39,25 119 595,17 187-1,-6-24-297,-41-301-360,1 5 28,1 1-1,0-1 0,9 21 1,-12-31-53,0-17-542,0-13 437,1-1-146,-1 0 0,-1 0 0,-2 0 0,-1 1 0,-10-40 0,-19-28-320,11 34 59,-23-106-1,9-101 23,29 156 634,7 110-128,0 1 0,1-1 0,-1 1 0,1 0 1,0-1-1,0 1 0,0 0 0,0 0 0,0-1 0,0 1 1,1 0-1,-1 0 0,1 0 0,-1 1 0,1-1 1,0 0-1,0 1 0,0-1 0,0 1 0,0-1 0,0 1 1,4-2-1,6-3 19,1 0 0,24-6 0,-24 8-19,28-8 31,1 1 0,0 3 0,1 1 1,0 2-1,61 1 0,-97 4-16,0 0 1,0 0-1,0 1 0,0 0 1,-1 0-1,1 1 1,0 0-1,-1 0 1,8 4-1,-10-4-3,-1 0 1,0 0-1,1 1 1,-1 0-1,0-1 1,0 1-1,0 0 0,-1 1 1,1-1-1,-1 0 1,0 1-1,0-1 1,0 1-1,0 0 1,0 0-1,1 7 0,6 28 285,-1 0 1,-2 1-1,-2-1 0,-2 1 0,-5 74 0,2-106-288,0-1 1,-1 1-1,0-1 1,0 1-1,-1-1 1,0 0 0,0 0-1,-1 0 1,0-1-1,0 1 1,-8 8-1,-6 7 63,-36 33 0,32-35-68,0-2 0,-1 0-1,-1-2 1,0 0-1,-1-2 1,-1-1-1,0 0 1,-47 13 0,64-23-78,-1-2 1,0 1 0,0-1-1,-17-1 1,19 0-89,6 0-179,2-3 50,1 2 275,0 0 0,0-1 0,0 1 0,0 0 0,0-1 1,0 1-1,0 0 0,0 0 0,1 0 0,-1 0 0,0 0 0,1 1 0,-1-1 0,1 0 0,-1 1 0,1-1 1,-1 0-1,1 1 0,-1 0 0,1-1 0,0 1 0,-1 0 0,3 0 0,50-2 90,-40 2-51,-2 1 43,-1 1 0,0 0 0,0 0 0,0 1 1,0 0-1,0 1 0,0 1 0,-1-1 1,0 2-1,0-1 0,0 1 0,-1 1 0,0 0 1,11 9-1,14 17 295,-1 1 1,31 42-1,-50-59-261,25 32 204,29 35 145,-57-73-407,0 0 0,0-1 0,1-1 0,23 16 0,-30-22-53,0 0 1,0-1-1,0 1 1,1-1-1,-1-1 0,0 1 1,1-1-1,-1 0 1,1 0-1,0 0 0,10-1 1,-12 0-34,0-1 1,-1 0-1,1 0 0,-1 0 1,1 0-1,-1-1 0,1 1 1,-1-1-1,0 0 0,0 0 1,0 0-1,0 0 0,0 0 1,0-1-1,-1 1 0,1-1 0,-1 0 1,0 0-1,3-4 0,2-5-251,0-1-1,-1 1 1,-1-1-1,0 0 1,-1-1-1,-1 1 1,3-17-1,-1-4-2599,0-64-1,-5 21-4758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39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37 161 6227,'0'0'6902,"-2"-7"-6174,0-3-521,-1-1 335,1 0 0,-2-19 0,1 31 148,1 9-582,27 438 1006,-16-336-892,1 65 118,3 39 670,-13-205-858,0-7-108,0-1-1,0 1 1,1-1-1,-1 1 1,1-1-1,-1 1 1,1-1-1,0 0 1,0 1-1,1-1 1,-1 0-1,4 5 1,-5-8-48,0 0 1,0 0-1,1 0 1,-1-1 0,0 1-1,0 0 1,0 0-1,1 0 1,-1 0-1,0 0 1,0-1-1,0 1 1,1 0-1,-1 0 1,0 0 0,0-1-1,0 1 1,0 0-1,0 0 1,1-1-1,-1 1 1,0 0-1,0 0 1,0-1 0,0 1-1,0 0 1,0 0-1,0-1 1,0 1-1,0 0 1,0-1-1,0 1 1,0 0-1,0 0 1,0-1 0,0 1-1,-1-1 1,2-14-168,-3-10-104,-1 1-1,-1 0 0,-2-1 1,-15-45-1,-3-10-296,13 27 239,2-1-1,-2-76 1,10-112 170,2 120 339,0 113-178,0-1-1,1 1 1,0-1-1,0 1 1,1 0 0,0-1-1,1 1 1,0 1-1,1-1 1,-1 1 0,2 0-1,9-13 1,-6 9 1,1 1 0,0 1 0,1 0-1,0 0 1,0 1 0,1 0 0,23-12 0,-27 17-1,1 0 0,0 2 0,0-1 0,0 1 0,0 0 0,14-1 0,58 2-33,-48 1 73,-29 1-17,0-1 0,-1 1 0,1-1 0,0 1 1,0 0-1,-1 0 0,1 1 0,-1-1 0,1 1 0,-1 0 0,0 0 0,1 0 0,-1 0 0,0 0 0,0 1 0,-1 0 0,5 4 0,1 3 87,0 0 1,-1 1-1,-1 0 0,7 13 1,-7-10 59,0 1 0,-1-1 0,-1 1 0,0 0 0,-1 0 0,2 19 0,-2 94 743,-3-88-896,-2-14 21,0 1-1,-2-1 1,-2 0 0,0 0 0,-1 0-1,-2-1 1,0 0 0,-2-1 0,-1 0-1,0 0 1,-2-2 0,-1 1 0,-1-2-1,-19 22 1,29-37-38,0-1-1,0 0 0,-1 0 1,0 0-1,1 0 1,-2-1-1,1 0 0,0-1 1,-1 0-1,0 0 1,-7 2-1,11-4-44,0-1-1,1 1 1,-1 0 0,0-1 0,1 0-1,-1 0 1,0 0 0,0 0 0,1-1-1,-1 1 1,0-1 0,1 0 0,-1 0-1,1 0 1,-1-1 0,1 1 0,0-1-1,-1 0 1,1 0 0,0 0-1,0 0 1,0-1 0,1 1 0,-1-1-1,0 1 1,-2-5 0,1 1-128,0-1 0,1 0 0,0 0 0,0 0 0,0-1 0,1 1 0,0-1 0,0 1 0,0-11-1,-1-12-545,2-32 0,1 46 448,0 12 245,-1 1-1,1-1 1,1 1-1,-1-1 1,0 1-1,1-1 1,0 1-1,0-1 1,0 1-1,0-1 1,1 1-1,-1 0 1,1 0-1,0 0 1,2-4-1,-1 5 62,-1 0-1,0 1 1,1-1-1,-1 1 1,1 0-1,-1 0 1,1 0-1,0 0 1,-1 0-1,1 0 1,0 1-1,0-1 1,0 1-1,-1 0 1,1 0 0,0 0-1,0 0 1,0 1-1,-1-1 1,5 2-1,-2-1 57,1 0 1,-1 0-1,1 1 0,-1 0 1,0 0-1,0 1 0,0-1 1,0 1-1,-1 0 0,1 0 1,7 7-1,1 3 183,-1 1 1,15 20-1,7 15 745,42 79-1,16 60 588,16 29-642,-102-206-934,0-1-1,1 0 0,0 0 0,0 0 0,12 11 0,-18-21-147,-1 0 95,0 0-1,0 0 0,0 0 1,0 0-1,0-1 0,0 1 1,0 0-1,0 0 0,0 0 1,0 0-1,0 0 0,0 0 1,0-1-1,0 1 0,0 0 1,0 0-1,0 0 0,0 0 1,0 0-1,0 0 0,0-1 1,0 1-1,0 0 0,0 0 1,0 0-1,1 0 0,-1 0 1,0 0-1,0 0 0,0 0 1,0 0-1,0-1 0,0 1 1,0 0-1,1 0 0,-1 0 1,0 0-1,0 0 0,0 0 1,0 0-1,0 0 0,0 0 1,1 0-1,-1 0 0,0 0 1,0 0-1,0 0 0,0 0 1,0 0-1,1 0 0,-1 0 1,0 0-1,0 0 0,0 0 0,0 1 1,0-1-1,1 0 0,-1-51-3420,0 15-1634,0 15-776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39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71 6275,'0'0'7139,"-21"-70"-6515,21 101-207,0 35 767,4 28 225,5 15-289,-5 4-79,5-11-497,4-24-400,0-28-144,8-30-256,1-20-1809,0-20-3089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41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53 191 5955,'0'0'4975,"-13"-3"529,13 786-1377,0-769-4014,-1-11-91,1 1-1,-1-1 0,1 1 1,0-1-1,1 1 0,-1-1 0,0 1 1,1-1-1,0 1 0,0-1 1,0 0-1,0 1 0,0-1 0,3 4 1,-4-7-25,0 1 0,0-1 1,0 0-1,0 0 0,0 0 1,1 0-1,-1 0 1,0 0-1,0 0 0,0 0 1,0 0-1,0 1 0,0-1 1,1 0-1,-1 0 0,0 0 1,0 0-1,0 0 0,0 0 1,0 0-1,0 0 1,1 0-1,-1 0 0,0 0 1,0 0-1,0 0 0,0 0 1,0 0-1,1 0 0,-1 0 1,0 0-1,0 0 1,0 0-1,0-1 0,0 1 1,0 0-1,1 0 0,-1 0 1,0 0-1,0 0 0,0 0 1,0 0-1,0 0 1,0 0-1,0-1 0,1 1 1,1-10-102,-1-15-77,-1 21 136,1-140-1744,-3-167-1117,0 287 2731,0 1 1,-2-1-1,0 1 1,-14-40-1,12 42 123,0 0-1,2 0 1,0-1-1,-1-24 0,4-90-212,1 77 228,0 57 45,0-1 0,0 1 0,1-1 0,-1 1 0,0 0 0,1-1 0,0 1 0,-1 0 0,1 0 0,0-1 0,0 1 0,0 0 0,1 0 1,-1 0-1,0 0 0,1 0 0,-1 0 0,1 1 0,0-1 0,0 1 0,0-1 0,-1 1 0,1-1 0,0 1 0,1 0 0,-1 0 0,0 0 0,0 0 0,0 0 1,1 1-1,3-2 0,8 0 68,-1 0 1,1 1-1,0 1 1,21 2-1,-7-1-20,-18-1-21,-5-1-3,-1 1 0,0 0 1,1 0-1,-1 0 0,1 0 1,-1 1-1,0 0 0,1 0 1,-1 0-1,0 0 0,0 1 1,0-1-1,0 1 0,0 0 1,0 0-1,5 4 0,0 4 130,1 0 1,-2 1-1,13 18 0,-12-15-11,20 22-1,-18-25-111,32 38 104,-39-44-50,0 0-1,0 1 1,-1 0 0,0-1-1,0 1 1,-1 0-1,4 12 1,-2 8 254,-1 1 1,-1-1-1,-2 38 0,-1-27-322,1-25-10,-1 1 0,-1 0 1,-1 0-1,1-1 0,-2 1 0,0-1 0,0 0 0,-8 14 1,1-6 3,0 0 1,-1-1 0,-26 31 0,30-42-10,0 0-1,0 0 0,0-1 1,-1 0-1,0 0 1,0-1-1,-1-1 0,1 1 1,-1-2-1,-1 1 1,-12 3-1,7-4-101,0 0 0,0-2 1,0 0-1,0 0 0,-1-2 0,1 0 0,-17-2 0,33 2 86,-1 0-1,0 0 0,0 0 0,1 0 0,-1 0 0,0 0 1,0 0-1,1 0 0,-1-1 0,0 1 0,1 0 0,-1 0 0,0-1 1,1 1-1,-1 0 0,0-1 0,1 1 0,-1-1 0,1 1 1,-1-1-1,1 1 0,-1-1 0,1 1 0,-1-1 0,1 0 0,0 1 1,-1-1-1,1 0 0,0 1 0,-1-1 0,1 0 0,0 1 1,0-1-1,0 0 0,0 0 0,-1 1 0,1-1 0,0 0 0,0 1 1,0-1-1,1 0 0,-1 0 0,0 1 0,0-2 0,0-3 54,8 5 174,-2 1-194,-1 0-1,1 0 0,-1 0 0,1 0 0,-1 1 0,0 0 0,0 0 0,0 1 0,0-1 0,0 1 0,0 0 0,0 0 0,-1 1 0,5 3 0,10 12 149,30 35 1,-36-38-77,24 32 483,56 96 1,8 12 325,-92-143-820,-7-9-73,0-1-1,0-1 1,0 1-1,0 0 1,1 0-1,-1-1 1,1 1-1,-1-1 0,1 0 1,0 0-1,0 0 1,0 0-1,5 2 1,-7-8-213,-1-13-198,1-5-864,-1 0 1,-1 1-1,-1-1 1,-1 0 0,-8-29-1,-3 10-3998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6:41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6515,'0'0'7489,"62"0"-5152,-49 0-2122,-1 0 0,0 0-1,0 1 1,0 0 0,0 1 0,0 1 0,-1 0 0,1 0 0,-1 1-1,1 1 1,-1 0 0,13 8 0,-14-6-40,0 0 0,-1 1 0,0 0 1,0 0-1,-1 1 0,10 12 0,-14-15-101,0 1 0,-1-1 0,1 1 0,-1-1 0,0 1 0,-1 0-1,0 0 1,0 1 0,0-1 0,-1 0 0,1 11 0,-1 6 92,-3 39-1,1-54-161,-1 0 0,0-1 0,0 1 0,-1 0 0,0-1 0,0 1 0,-8 13 0,2-8-19,-1 0 0,0-1 0,-1 0 0,0-1 0,-15 13 1,-69 48-324,81-63 279,13-7-42,6-1 75,14-1 55,-15-1-29,223-12 950,6 0-4939,-219 12-888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7:18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438 117 11253,'0'0'6262,"0"13"-4838,1 5-1282,1-1 0,0 1 0,6 17 0,-4-16 12,0 1 0,0 21 0,36 1427 1727,-15-1159-1670,-15-222-163,-1 198-10,-10-208-68,1-76 137,19 0-501,-1 1 390,1 1 1,-1 1-1,22 7 0,-17-5 4,-1 0 0,29 2 0,167-1-166,-138-7 42,128 15 1,-37 16 135,-65-10 6,136 8 0,132-24-18,-249-6 0,45 13 12,-37-1-5,63-10 12,-105-2-14,-87 2-4,1-1 1,-1 0 0,1-1 0,-1 1 0,1-1 0,-1 0 0,1 0 0,-1 0 0,1-1 0,-1 1 0,0-1 0,0 0 0,0 0 0,0-1-1,0 1 1,-1-1 0,1 0 0,-1 0 0,1 0 0,-1 0 0,0-1 0,0 1 0,-1-1 0,1 0 0,-1 0 0,1 0 0,-1 0 0,2-7 0,4-20 0,-2 0 0,-1 0 0,-2 0 1,0-56-1,-2 56-13,0-211-143,7-136 150,6 222 86,55-244-1,-49 313-60,56-255-87,-62 257-1,-4-1 0,0-91 0,-10-252 174,0 428 61,-481 3-65,241-4-83,115 6-9,-170 27-1,-89 2 33,123-15-46,-121 16-71,142-16 71,-8 1 4,175-10-10,-98 25 1,83-8 13,54-15 4,0-1 0,0-2 0,-1-1 0,-65 4 1,99-11 94,29 17-569,3 3-1984,0-2 0,54 21 0,-26-15-2908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7:19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6963,'0'0'7003,"-1"12"-5068,-25 7-1388,22-18-531,1 1 0,-1 0 0,1 1 0,0-1 0,0 1 0,0-1 0,0 1 0,0 0 0,1 0 0,-1 0 0,1 0 0,0 1 0,0-1 0,0 1 0,-1 3 0,0 4 83,1 1 0,0-1-1,1 1 1,1-1 0,-1 1 0,3 14 0,-1 7 286,-1-28-350,0-1 0,0 1-1,1-1 1,-1 1 0,1-1-1,0 0 1,0 1-1,1-1 1,-1 0 0,1 0-1,0 1 1,0-1-1,1-1 1,-1 1 0,1 0-1,0-1 1,0 1-1,0-1 1,0 0 0,0 0-1,1 0 1,-1 0-1,1-1 1,0 1 0,0-1-1,0 0 1,0 0 0,0 0-1,1-1 1,-1 0-1,0 1 1,1-2 0,-1 1-1,1 0 1,4-1-1,-2 0 31,-2 0-8,1 1 0,-1-2 0,0 1 0,0-1 0,6-1 0,-9 1-53,0 0 0,0 1-1,0-1 1,-1-1 0,1 1-1,0 0 1,-1 0 0,1 0-1,-1-1 1,1 1 0,-1-1-1,0 1 1,0-1 0,1 0 0,-1 1-1,0-3 1,4-5-113,-2 0-1,1 0 1,-1-1 0,-1 1 0,1-1-1,-2 1 1,2-19 0,-2 1-529,-5-43 0,4 66 612,-1 1 0,0-1 0,-1 0 0,1 1 1,0 0-1,-1-1 0,0 1 0,-2-4 0,3 6 28,0-1 1,0 1-1,0-1 0,0 1 0,0 0 0,0-1 0,0 1 0,-1 0 0,1 0 1,0 0-1,-1 0 0,1 0 0,-1 0 0,0 0 0,1 0 0,-1 1 0,1-1 0,-4 0 1,5 1-105,0 24-14134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7:21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55 2401,'-1'-6'13764,"-2"10"-13760,1 0 1,0 1-1,0-1 1,0 1-1,1-1 1,-1 1-1,1-1 1,0 1-1,1 0 1,-1 5-1,1 57 149,1-39 37,-1-23-152,-1 5 60,1 0-1,1 0 1,0 0 0,0 0-1,4 13 1,-4-21-78,0 1 1,0-1-1,0 1 0,0-1 0,0 0 1,1 0-1,-1 0 0,1 0 0,-1 0 1,1 0-1,0 0 0,0 0 0,0-1 1,0 1-1,0-1 0,0 1 0,0-1 1,0 0-1,1 0 0,-1 0 1,0 0-1,1 0 0,-1 0 0,1-1 1,-1 1-1,5-1 0,-2 1 8,37 0 288,-40-1-309,-1 0-1,1-1 1,0 1 0,0-1 0,0 1 0,0-1 0,0 1-1,-1-1 1,1 0 0,0 0 0,-1 0 0,1 0 0,-1 0-1,1-1 1,-1 1 0,1 0 0,-1-1 0,0 1 0,2-3-1,3-7-137,-1 0-1,-1 0 0,0 0 0,0-1 0,-1 0 0,0 0 1,1-23-1,-1-91-1847,-4 84 1523,2 41 497,-1 0 1,0 0-1,0 0 1,0 0-1,0 0 0,0 0 1,-1 0-1,1 1 1,0-1-1,0 0 1,-1 0-1,1 0 1,0 0-1,-1 0 1,1 1-1,-1-2 0,-12 0 1007,6 2-1111,0 1 95,0 0 0,0 0 1,0 1-1,0-1 0,0 2 1,0-1-1,1 1 1,-1 0-1,1 0 0,-1 1 1,1 0-1,0 0 0,-9 9 1,-2-1-65,13-9-221,1 0 1,-1 0-1,0-1 0,0 0 0,0 0 1,0 0-1,0 0 0,-1 0 1,1-1-1,-8 1 0,-6-1-4304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7:21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55 6339,'0'0'5963,"-7"-2"-5422,-22-6-143,22 6 2262,9 2-2383,366-19 497,-362 18-782,1 1 0,-1-1 0,1 0 0,-1 0 0,0-1 0,0 0 0,0 0 0,0-1 0,9-4 0,-15 7-43,0 0 1,0 0-1,0 0 1,0 0-1,0 0 1,0 0-1,0 0 0,0 0 1,0 0-1,0 0 1,1 0-1,-1 0 1,0 0-1,0-1-252,0 1 253,0 0-1,0 0 1,0 0-1,0 0 0,0 0 1,0 0-1,0 0 1,0 0-1,0 0 1,0 0-1,0 0 1,0-1-1,0 1 1,0 0-1,0 0 1,0 0-1,0 0 1,0 0-1,0 0 1,0 0-1,0 0 0,0 0 1,0 0-1,0 0 1,0 0-1,0-1 1,0 1-1,0 0 1,0 0-1,-1 0-252,1 0 252,0 0 1,0 0-1,0 0 1,0 0-1,0 0 1,0 0-1,0 0 1,0 0-1,0 0 1,0 0-1,-8-1-4269,6 1 4798,-22 0-3351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7:22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4834,'0'0'4864,"0"0"-4822,0 0 0,0 0 0,-1 0 0,1 0 0,0 0 0,0 0 0,-1 0 0,1 0 0,0 0 0,-1 0 0,1 0 0,0 0 0,0 0 0,-1 0 0,1 0 0,0 0 0,0 1 0,-1-1 0,1 0 0,0 0 0,0 0 0,0 0 0,-1 0 0,1 1 0,0-1 0,0 0 0,0 0 0,-1 0 0,1 1 0,0-1 0,0 0 0,0 0 0,0 0 0,0 1 0,0-1 0,-1 0 0,1 0 1,0 1-1,0-1 0,0 0 0,0 0 0,0 1 0,0-1 0,0 0 0,0 1 0,0-1 0,0 0 0,3 15 224,5 33 560,2 82 0,-10 61-2656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7:22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6099,'0'0'10116,"-17"0"-9667,51 0-81,10 0-352,8 7 144,4-3 32,-4-4-192,4 0-240,-12 0-1601,-18 0-1905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7:30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451 11 3586,'0'0'3892,"0"-11"1889,-1 36-5382,-1 0 1,-1 0-1,-2 0 0,-11 39 0,-42 94 195,52-143-481,-88 202 622,-37 98 213,128-308-934,-68 210 296,55-158-252,-15 107 1,17 211 226,15-297-101,0-44-37,2 0 0,2 0-1,1-1 1,17 57 0,61 133 400,-59-168-475,3-1 1,2-2-1,2 0 1,3-3-1,2 0 1,2-3-1,2-1 1,2-2-1,2-2 1,64 48-1,162 91 205,-224-155-246,1-3-1,1-2 1,1-1-1,56 13 1,-32-17 17,0-3-1,114 6 1,153-14 130,-246-7-163,-56 2-10,0-2 1,0-2-1,0-2 0,-1-1 1,0-2-1,51-18 0,-22 0 13,73-43-1,60-45-14,-75 40-9,-55 35 14,368-231 105,-310 178-110,303-225 36,-16-18 1,-308 234 19,-5-4 0,94-127-1,40-46-77,-167 206-44,128-104-1,143-79-209,-252 187 138,2 4-1,3 4 0,2 4 1,3 4-1,2 5 0,198-65 1,-239 95 82,1 3 1,1 2 0,0 3 0,96-2-1,-50 9 55,133 6 28,-207 0 51,0 2 0,0 0 0,-1 3 0,0 1 0,35 15 0,-79-26-548,1 1 0,-1 0 0,1 0 0,-23 5 0,-33 15-4103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7:48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128 194 2577,'0'0'7430,"-2"-10"-6883,-3-46 393,3 6 2562,2 48-3473,0 0-1,-1 0 1,1 0-1,0 0 1,-1 0 0,0 0-1,1 0 1,-1 1-1,0-1 1,0 0-1,0 0 1,-2-2 0,-5-11 151,8 13-156,-1 0-1,1 1 0,0-1 0,-1 1 0,1-1 1,-1 1-1,0-1 0,0 1 0,1-1 0,-1 1 0,0 0 1,0-1-1,0 1 0,0 0 0,-1 0 0,1 0 1,0 0-1,0 0 0,-1 0 0,1 0 0,0 0 0,-1 0 1,1 1-1,-1-1 0,1 1 0,-1-1 0,1 1 1,-4-1-1,-7-1 90,12 2-100,-1 0 0,1 0 0,-1 0 0,1 0 0,-1 0 1,1 0-1,-1 0 0,1 0 0,-1 0 0,1 0 0,-1 0 0,1 0 0,-1 0 0,1 0 0,-1 0 0,1 0 0,-1 1 0,1-1 0,-1 0 0,1 0 0,0 1 0,-1-1 0,1 0 0,-1 0 0,1 1 0,0-1 0,-1 1 0,1-1 0,0 0 0,-1 1 0,1-1 0,0 1 0,-1-1 1,1 1-1,0-1 0,0 0 0,0 1 0,0-1 0,-1 2 0,-6 13 99,0 0 0,1 1 0,1 0 0,-4 19 0,6-15 173,1 0 0,1 0-1,2 30 1,0-11-58,-1-36-200,1 0-1,-1 0 1,1 1 0,0-1 0,0 0-1,0 0 1,0 0 0,0 0 0,1 0-1,-1 0 1,1 0 0,0 0 0,0-1-1,0 1 1,0-1 0,1 1 0,-1-1-1,1 0 1,-1 0 0,1 0 0,0 0 0,4 2-1,-1-1 37,0 0 0,1 0 0,0 0 0,-1-1 1,1 0-1,0 0 0,0-1 0,0 0 0,11 0 0,-11 0 12,-3-1-53,1 0 0,-1 0 1,1-1-1,-1 1 0,9-3 0,-12 2-29,1 1 0,-1-1 1,1 0-1,-1 0 0,1 0 0,-1 0 0,0 0 0,1 0 1,-1-1-1,0 1 0,0 0 0,0-1 0,0 1 1,0-1-1,0 1 0,0-1 0,1-2 0,9-27-128,-1 0 1,-1 0-1,-2-1 0,-1 0 1,-1-1-1,-2 1 0,-2-54 0,-2 85 134,-1 0 0,1 1 0,-1-1 0,0 0-1,1 1 1,-1 0 0,0-1 0,1 1 0,-1 0-1,0 0 1,0 0 0,1 0 0,-1 0 0,0 0-1,-2 1 1,-3-1-6,-28-1-29,-36 1-2368,64 0 1291,0 1 0,1 1 0,-1-1 1,-11 5-1,-11 8-5858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00.022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31 688 976,'0'0'8076,"0"2"-7209,0 522 3867,0 264-3916,-13-591-766,0 2 3,8 222 9,5-113-168,19-308 339,20 0-241,194-5 9,-106-11 24,-84 8-32,78-2-1,-45 6 23,81-14 0,52-2 32,95 19 130,19 0-174,-276-2 2,48-11 1,-54 7 7,76-3 0,-64 10-27,34 1 32,-1-3 0,126-21 0,-147 13-16,87-4 0,67 11 89,-174 3-50,246-8 173,-79 8-37,-187-3-144,-24 3-21,-1 0-1,1 0 0,0 0 1,0-1-1,-1 1 0,1 0 0,0-1 1,-1 1-1,1 0 0,-1-1 1,1 1-1,0-1 0,-1 1 1,1-1-1,-1 1 0,1-1 1,-1 0-1,1 1 0,-1-1 1,0 0-1,1 1 0,-1-1 1,0 0-1,1 1 0,-1-1 1,0 0-1,0 1 0,0-3 1,0 3 762,0-24-333,-22-492 170,-20 218-647,15 115 183,12 94-149,-5 0 0,-32-90 0,29 94-129,-15-104-1,13 54 85,-52-457-768,76 584 812,-4-242 653,6 155-610,-1 85-20,1 1 1,1-1-1,0 1 0,4-13 1,5-27 113,-3-37 611,-8 86-744,0-1 0,0 1 0,0 0 0,0 0-1,0 0 1,0 0 0,0 0 0,0-1 0,0 1 0,0 0 0,0 0 0,0 0 0,-1 0 0,1 0-1,0 0 1,0-1 0,0 1 0,0 0 0,0 0 0,0 0 0,0 0 0,0 0 0,-1 0 0,1 0-1,0-1 1,0 1 0,0 0 0,0 0 0,0 0 0,0 0 0,-1 0 0,1 0 0,0 0 0,0 0-1,0 0 1,0 0 0,0 0 0,-1 0 0,1 0 0,0 0 0,0 0 0,0 0 0,0 0 0,0 0-1,-1 0 1,1 0 0,0 0 0,-2 1 21,-3-1-17,-34-2 5,0 3-1,0 1 1,1 2 0,-1 2-1,-38 10 1,-19 14-13,-165 45-4,188-57 15,-120 12-1,-41-2-5,26-2-8,-101 1-6,80 0 0,-54 4 1,-183-26-795,327-6 680,117 0 112,0-1 0,1-1 0,-23-6 0,23 4-5,-1 1 1,1 1-1,-24-1 0,-37 4-156,82 27 42,0 85 203,3 236 33,24-6-87,-10-232-967,34 124 1,-36-182-2454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03.9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1 3522,'0'0'11098,"-18"0"-10543,13 0-541,1 1 1,-1-1-1,1 1 1,0 0-1,-1 1 1,1-1-1,0 1 1,0 0-1,0 0 1,0 0-1,0 1 1,0-1-1,1 1 1,-1 0-1,1 0 1,-1 0-1,1 0 1,0 1-1,1-1 1,-1 1-1,-3 7 1,0-2-4,1 1 1,0 0 0,1 0 0,0 1-1,1-1 1,0 1 0,1 0-1,-1 11 1,-1 131 387,4-107-294,0-44-83,1 1-1,0 0 0,-1 0 0,1-1 0,0 1 1,0 0-1,1-1 0,-1 1 0,1-1 0,-1 0 1,1 1-1,0-1 0,-1 0 0,1 0 0,0 0 1,1 0-1,-1 0 0,0-1 0,0 1 1,1-1-1,-1 1 0,1-1 0,-1 0 0,5 1 1,3 3 40,1-2 0,0 1 1,-1-2-1,1 1 0,12 0 1,-3-1 52,0-2 1,30-2 0,-48 1-114,0 1 0,1-1 0,-1 0 0,0 0 0,0-1 0,0 1 0,1 0 0,-1-1 0,-1 1 0,1-1 0,0 0 0,0 0 0,-1 0 0,1 1 0,-1-1 1,1-1-1,-1 1 0,0 0 0,0 0 0,1-3 0,3-6-46,-1 1 0,5-22 1,-4 2-148,-1 0 0,-2-1 1,-3-52-1,0 31 207,1-21 74,0 72-82,0 0 0,0 0 0,0 0 1,0 0-1,-1 0 0,1 0 0,-1 1 0,1-1 0,0 0 0,-1 0 0,1 0 0,-1 0 0,0 1 0,1-1 0,-1 0 0,0 1 0,1-1 1,-1 0-1,0 1 0,0-1 0,1 1 0,-1-1 0,0 1 0,0 0 0,0-1 0,0 1 0,0 0 0,0-1 0,1 1 0,-1 0 1,0 0-1,-1 0 0,-37-1 168,29 1-106,2 0-29,-1 0 0,0 1 1,1 0-1,-1 0 1,1 1-1,-16 5 0,19-5-236,0 1-1,1-1 0,-1 1 1,1 0-1,0 0 0,0 0 0,0 0 1,0 1-1,0 0 0,1 0 1,0 0-1,-6 8 0,0 4-4075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07.255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0 0 1873,'0'0'1296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10.878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102 9 1265,'0'0'1704,"-5"-1"-786,-1 0-489,4 1-236,0 0 0,0 0 1,0 0-1,1-1 0,-1 1 1,0 0-1,0-1 0,0 0 0,1 1 1,-1-1-1,0 0 0,1 0 1,-7 1 5919,7 11-4515,0 18-2342,1-25 1357,0 482 1399,-8-330-1728,-1-3-21,5 169-118,-22 0-114,18-227-17,5 151-1,5-127-5,-2-37 7,4 217 42,-2 99-3,-4-210-39,2 121 44,0-309 95,0 1-130,0 2-24,0-3 313,3 0-278,0-1 0,-1 1 0,1-1 0,-1 0 1,1 1-1,-1-1 0,1 0 0,-1-1 0,0 1 1,1 0-1,-1-1 0,0 1 0,3-3 0,-3 2-42,0 0-1,1 0 0,-1 0 0,1 1 1,-1-1-1,1 1 0,0-1 0,0 1 1,-1 0-1,1 0 0,0 1 0,0-1 0,5 0 1,196-7 49,566 8 743,-662-4-737,142-26 0,-134 14-32,-15 8 10,132 6 1,-117 4-16,501-2-11,-590 2 15,-1 0 1,50 13-1,-20-3 32,-21-5-34,-16-3-2,-1-1 1,36 2 0,123 3 119,252-8 250,-265-8-216,-2 1 316,-161 6-452,-1 1 1,1 0-1,0 0 0,-1-1 1,1 1-1,-1 0 0,1-1 1,-1 1-1,1-1 0,-1 1 1,1-1-1,-1 1 0,1-1 1,-1 1-1,0-1 0,1 1 1,-1-1-1,0 0 1,0 1-1,1-1 0,-1 0 1,0 1-1,0-1 0,0 1 1,0-1-1,1 0 0,-1 1 1,0-1-1,0 0 0,-1 1 1,1-1-1,0-1 0,-3-28 329,-3 0-154,-20-51 1,3 14-160,-68-243 19,-47-167-86,21 94 24,105 347-6,-69-285-54,66 253 73,-40-145 49,26 111-103,-22-148 1,29-28-69,21 201 157,3-87-76,1 143 16,1 1 0,1-1 0,0 2 0,16-36-1,-9 23 30,-12 31-26,0 1 1,0-1-1,0 1 0,0 0 1,0-1-1,0 1 0,-1-1 1,1 1-1,0 0 0,0-1 1,0 1-1,-1-1 0,1 1 1,0 0-1,-1-1 0,1 1 1,0 0-1,-1 0 1,1-1-1,0 1 0,-1 0 1,1 0-1,-1-1 0,1 1 1,0 0-1,-1 0 0,1 0 1,-1 0-1,1 0 0,-1 0 1,1 0-1,0 0 1,-1 0-1,1 0 0,-1 0 1,1 0-1,-1 0 0,1 0 1,-1 0-1,-27 0 73,22 0-88,-34 0 33,1 2 0,0 1-1,-52 12 1,51-7-14,-1-3-1,-47 2 1,-85-7-22,79-1 28,55 1-3,1-2 0,-68-11 0,-194-28-15,171 27-34,-296-2-63,352 16 125,-78 8-10,-2 0 0,71-9 2,-109 3 3,147 4-21,0 1 0,-49 15 0,-42 8-12,79-24 30,-71-2 0,12-1 6,100-1-20,0 1-1,0 0 0,1 1 1,-1 1-1,1 1 0,-24 12 1,12-6-20,25-11 72,1 3-4835,0 0-677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35.680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 12 3602,'0'0'378,"11"-2"-458,18-2-580,43-2 0,-71 6 940,-1 0-1,1 0 1,-1 0 0,0 1 0,1-1 0,-1 0-1,0 0 1,1 0 0,-1 0 0,0 0-1,1 0 1,-1 0 0,0 1 0,1-1 0,-1 0-1,0 0 1,0 1 0,1-1 0,-1 0-1,0 0 1,0 1 0,1-1 0,-1 0 0,0 1-1,0-1 1,0 0 0,1 1 0,-1-1-1,0 0 1,0 1 0,0 0 0,1 14 5587,0-2-6294,11 31 655,-1 1 0,-3 0-1,4 58 1,-5 141-5,-3 370 124,5-379-312,0 0-4,-9 791 74,4-563 340,-4-462-402,0-3-9,-8-306-5439,3 173 243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38.236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24 445 3153,'0'0'2916,"-3"-13"-2617,-9-56 266,9 30 5367,14 39-5289,52-6-233,116 3 1,-91 4-168,-16 0-139,353-16 2198,-218-11-2279,325-27 21,-440 48-37,229-6 66,-242 7-47,-1-4 0,120-27 0,54-7 184,21 9-122,-100 12-61,111 12-18,-108 8-2,-135-2-7,-1-2 0,40-11 0,-45 7 0,1 3 0,70-5 0,-6 7 29,-100 4 163,3 3-173,-1-1 0,0 1-1,0-1 1,0 1-1,0-1 1,0 1-1,-1 0 1,1 0 0,-1 0-1,0 0 1,0 0-1,1 4 1,1 1 25,10 27 31,-2 0 1,-2 1-1,-1 0 0,5 62 1,-6-46-50,35 586 92,-41-605-108,0 231 14,11 174 83,3-195-78,-4-40-10,6 85-13,13 149 214,1-180 277,-30-184-271,-2-40 105,1-32-329,0 0 1,-1 0-1,0 0 0,1 0 0,-1 0 0,0 0 0,1 0 1,-1-1-1,0 1 0,0 0 0,0 0 0,0-1 1,0 1-1,1 0 0,-1-1 0,-1 1 0,1-1 0,0 1 1,0-1-1,0 1 0,0-1 0,0 0 0,0 0 1,0 0-1,0 1 0,-1-1 0,0 0 0,-37 2-1,-1248 2-15,1074 11 27,84-3 4,-59-4 73,-50 4 33,-79-7-60,188-6-49,91 3-6,1 2 0,-1 1 0,-56 17 0,52-11 2,-1-2 0,-50 3 0,-3 1-1,26-2 22,-13-7 5,-7 0-46,-40 7 4,-131-6 0,197-5 18,41-1-5,-33-7 0,33 5-5,-20-8-13,33 8 7,-1 0 0,1 1 0,0 0 0,-16 0-1,-25 0-10,-43 2-14,85 1 25,0 0-1,0 0 1,0 1-1,0 0 1,0 1-1,0 0 1,-13 6-1,15-3-532,9-5-1237,4-3-509,10-8-2759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42.376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5 24 416,'0'0'16101,"-1"0"-16082,-2 0-3,2 0 875,7 0-2409,-5 0 1372,0 1-1,-1-1 0,1 0 1,0 0-1,-1 0 0,1 0 1,0 0-1,0 0 0,-1 0 1,1 0-1,0 0 0,-1 0 1,1-1-1,0 1 0,-1 0 1,1 0-1,0-1 0,-1 1 1,1 0-1,-1-1 0,1 1 1,0 0-1,-1-1 0,1 1 0,-1-1 1,1 1-1,-1-1 0,1 0 1,-1 1-1,0-1 0,1 1 1,-1-2-1,5-12-3463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9:02.430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 44 3314,'0'0'2395,"0"-5"-2152,0-13-38,0 13 54,4-10 5413,6 15-4045,-7 0-5556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9:24.294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9 181 2785,'0'0'4325,"0"-10"-3872,0-109-188,0 117-323,0 0 1,1 0-1,-1 0 1,1-1-1,-1 1 0,1 0 1,0 0-1,2-4 1,3-13-130,-6 14-1291,3 0 9434,-2 14-6646,20 298 329,-4-93-1010,-10-90-317,39 497 1064,-28-515-924,44 141 0,-35-156-355,-5 2 0,12 110 1,-23 195-60,-11-302-39,-5 15 59,-21 121-1,2-30-36,22-181-10,0 0 1,2 0-1,3 27 0,-1-42 4,0-1 0,1 1 0,-1-1 0,1 0 0,1 0 0,-1 0 0,1 0 0,-1-1 0,6 5-1,7 10 24,-5 0-34,0 0 1,-1 1-1,0 1 0,-2 0 1,0 0-1,-2 0 0,0 1 1,-2 0-1,0 0 0,-1 0 0,-2 0 1,0 29-1,-1-50-3,0 0 1,0 0-1,0-1 0,1 1 0,-1 0 0,0 0 1,1 0-1,-1 0 0,1-1 0,-1 1 0,1 0 1,-1 0-1,1-1 0,-1 1 0,1 0 1,0-1-1,-1 1 0,1-1 0,0 1 0,0-1 1,0 1-1,-1-1 0,1 1 0,0-1 1,0 0-1,0 1 0,0-1 0,0 0 0,-1 0 1,1 0-1,0 0 0,0 0 0,0 0 1,0 0-1,0 0 0,0 0 0,1 0 0,8 1 14,13 3-1,0 0 0,0-1-1,0-1 1,1-2 0,26-2-1,4 1 1,-27 1-13,63 1 15,-1-4 0,113-18-1,-137 10-20,91-1-1,65 11-11,-113 1 13,-3 0 5,416 19 12,-519-19-13,200 31 18,-4 4 15,-140-29-3,0-1 0,76-6 0,-52 0-11,-62 1-18,36 0 3,98 11-1,258 40 186,-349-45-135,82 4 66,-137-10-107,0 0 0,-1 0 0,1 0 0,0-1 0,0-1 0,-1 1 0,15-6 0,-18 5-3,-1 0 0,0 0 0,0 0 0,0-1 0,0 1 0,0-1 1,-1 0-1,1 0 0,-1 0 0,0 0 0,1 0 0,-1-1 0,-1 1 0,1-1 0,0 1 1,-1-1-1,0 1 0,1-6 0,5-22 7,-3 0 1,0 0-1,-2-1 0,-1 1 1,-3-34-1,1-56-167,25-121 79,-5 51 161,6-66 51,10-153-172,-32 321-48,7-98 107,12-255 252,-22 377-261,1 1-29,-2 0 0,-12-74 0,-22-124 24,28 199-20,-3 1 1,-21-70 0,29 124 9,0 0 1,-1 1 0,0-1 0,0 0 0,-1 1-1,0 0 1,-1 0 0,1 0 0,-8-7-1,9 10 7,-1 0-1,0 1 0,0 0 0,0-1 0,-1 1 1,1 1-1,-1-1 0,0 1 0,0-1 0,0 2 1,0-1-1,0 0 0,0 1 0,0 0 0,-8-1 0,-160-16 96,-208-11-57,-419 29-43,741-2-1,1-2 0,-58-12 0,-113-36 4,168 38-2,-1 2 0,0 2 1,-116-1-1,42 10-14,-126 1-7,182 4 11,-101 18 0,81-3 5,-3 1 5,-185 13 0,-23-32-51,173-2 22,128 2 19,-1 0 1,1 0 0,-1 1 0,-16 5 0,85 6-9477,-9 1 499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9:29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4386,'0'0'5493,"7"4"-4511,22 12 21,-20-8 4316,-7 1-3446,-9 9-2789,1-8 1342,0 17-335,1 0 1,2 0 0,0 0-1,2 0 1,2 29-1,-1-29 168,0-15-126,-1 4 69,2 1 1,0-1 0,0 1-1,5 16 1,-5-29-171,0 0 0,0-1 0,0 1 0,1-1 0,-1 1 0,1-1 0,0 0 0,0 0 1,0 1-1,0-1 0,1-1 0,-1 1 0,1 0 0,0-1 0,0 1 0,0-1 0,0 0 0,0 0 0,0 0 0,0 0 1,1-1-1,-1 1 0,6 1 0,-4-2-30,-1 0-1,1 0 1,0 0 0,-1-1 0,1 0 0,0 0-1,-1 0 1,1 0 0,0-1 0,0 0-1,-1 0 1,1 0 0,-1 0 0,1-1 0,-1 0-1,0 0 1,1 0 0,-1 0 0,0-1 0,0 1-1,-1-1 1,1 0 0,0-1 0,-1 1 0,0 0-1,0-1 1,0 0 0,3-5 0,2-4-142,-1 0 0,0 0 0,-1-1 0,-1 0 0,0 0 0,-1-1 0,4-24 1,-3 10-571,-2 0 0,-2 0 1,0 0-1,-6-48 0,5 73 690,-1 0-1,1 1 0,-1-1 1,0 1-1,0-1 0,0 1 1,-1-1-1,1 1 0,-1 0 0,0 0 1,0 0-1,0 0 0,0 0 1,-1 0-1,1 0 0,-1 1 1,1-1-1,-1 1 0,0 0 1,0 0-1,-5-3 0,1 2 147,1 1 0,0 0 0,-1 1 0,1-1 0,-1 1 0,0 0 0,1 1 0,-1 0 0,0 0 0,1 0 0,-9 2 0,11-1-50,1-1 0,-1 1 0,1 1 0,-1-1 1,1 0-1,-1 1 0,1 0 0,0-1 0,0 1 0,0 1 1,0-1-1,-4 4 0,-30 38 391,29-33-544,0-1 1,-13 12-1,21-52-10781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9:30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91 4626,'0'0'6595,"0"-7"-6072,0-19-43,0 20 715,-31 7 2223,29 1-3412,0-1 1,1 1-1,-1-1 0,1 1 0,0 0 0,0 0 1,-1-1-1,1 1 0,0 0 0,0 0 1,1 0-1,-1 0 0,0 1 0,1-1 0,-1 0 1,1 3-1,-3 39 168,2-14 40,0-11 187,1-1 0,1 0 1,5 29-1,-5-42-314,1 1 1,-1-1-1,1 0 1,0 0-1,1 0 1,-1 0-1,1 0 1,0-1-1,0 1 0,0-1 1,1 0-1,0 0 1,0 0-1,0 0 1,0-1-1,6 5 1,-2-4-60,-1-1 0,1 0 1,0-1-1,-1 1 1,1-1-1,1-1 0,-1 0 1,0 0-1,0 0 1,0-1-1,0 0 0,1-1 1,12-2-1,-16 2-36,0-1-1,-1 1 0,1-1 0,0 0 1,0 0-1,-1-1 0,0 1 1,1-1-1,-1 0 0,0 0 1,0-1-1,0 1 0,-1-1 0,1 0 1,-1 0-1,0 0 0,0 0 1,-1 0-1,1-1 0,3-9 1,0 0-351,0-1 1,-1 0 0,-1 0 0,0 0 0,2-25-1,-4-45-2440,-2 61 1943,0 22 805,0 0-1,0-1 1,0 1-1,0 0 0,0-1 1,-1 1-1,1 0 0,-1-1 1,1 1-1,-1 0 0,0 0 1,0 0-1,0 0 1,0 0-1,0 0 0,-1 0 1,1 0-1,-1 0 0,1 0 1,-1 0-1,0 1 0,-3-3 1,0 1 46,0 1 1,0 0-1,-1 1 1,1-1-1,0 1 1,-1 0-1,1 0 1,-1 1-1,-5 0 1,0-1 141,0 0 0,0 1 0,0 1 0,0 0 0,0 0 0,0 1 0,0 0 0,0 1-1,1 0 1,-1 1 0,-11 6 0,22-10-156,-17 8 245,17-8-266,0 0 1,-1 1-1,1-1 0,-1 0 0,1 0 0,0 0 0,-1 0 0,1 1 0,-1-1 0,1 0 0,0 0 0,-1 0 0,1 0 1,-1 0-1,1 0 0,-1 0 0,1 0 0,0 0 0,-1 0 0,1 0 0,-1 0 0,1 0 0,0-1 0,-1 1 0,1 0 1,-1 0-1,1 0 0,0-1 0,-1 1 0,1 0 0,0 0 0,-1-1 0,1 1 0,0 0 0,-1-1 0,0-15-3313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9:33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31 106 2225,'0'0'3863,"-18"7"-920,6 6 7138,12-12-9648,0 8-196,26-5 161,34 8 210,-42-8-535,-1 0 0,30 1 1,-27-3-44,34 7 0,-27-4 9,43 4-1,2 0 21,-29-1-24,79 4 0,1104-12 1115,-1200-2-1147,-1 0 0,0-2 1,34-9-1,32-5 26,75-11-18,-10 2 16,247-19-9,-335 36-15,-10 1 2,89-3 1,178 0 10,763 12 421,-961-11-384,-59 3-42,239-8 96,-284 16 1539,-30 3-3519,-10 6 376,-1 0 1,2 2-1,-27 20 0,39-28 1143,-82 60-7978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0:59.305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145 118 4306,'0'0'6117,"-3"0"-5618,2 0-433,1 0-1,-1 0 0,1 0 0,-1 0 0,1 0 0,-1 0 0,1 0 1,-1 0-1,1 0 0,-1-1 0,1 1 0,-1 0 0,1 0 1,-1 0-1,1-1 0,-1 1 0,1 0 0,0-1 0,-1 1 1,1 0-1,-1-1 0,1 1 0,0-1 0,-1 1 0,1 0 1,0-1-1,0 1 0,-1-1 0,1 1 0,0-1 0,-2-20 2008,3 11-2617,-1-36 1795,4 54 438,-4 123-690,6-1 1,28 162-1,-26-237-882,2 85 1,-10 58 134,-2-77-149,2 1257 439,-6-1293-528,-1 3-4,-6 87 19,13-153-29,-1-1 0,-2 0 0,0 0 0,-7 26 0,7-36 9,1 0 1,0 0-1,0 22 0,2-32 93,0-1-81,0 167 174,0-167-75,1 23 2,0-21-102,-1 0 0,1 0 0,0 0 0,0-1-1,0 1 1,0 0 0,0 0 0,0-1 0,1 1-1,-1-1 1,0 1 0,1-1 0,0 1-1,-1-1 1,1 0 0,0 0 0,-1 0 0,1 0-1,4 1 1,0 0 6,1-1-1,-1 0 1,1 0-1,0-1 1,7 0-1,-13 0-24,731 0 479,-485 8-266,-138-7-180,0 5-1,154 29 1,-188-25 9,1-3-1,137-6 1,-99-3-59,70 4 11,203-5 56,-184-16-38,237 12 173,-354 7-183,-72-1 7,0-1-1,0-1 1,-1 1-1,27-11 0,27-5 184,-50 14-199,1 0 0,-1-1 0,0-1 0,0-1 0,-1 0 0,17-11 0,16-4 614,-18 10-499,8 1 5,-13 5-28,-2 1-21,-18 4-55,-1 0 0,0 0-1,1 0 1,-1-1 0,0 1-1,0-1 1,0-1 0,7-3 0,-11 5-11,0-1 0,-1 1 0,1-1 1,0 1-1,-1-1 0,1 1 0,-1-1 1,1 1-1,-1-1 0,0 1 0,0-1 1,0 1-1,0-1 0,0 0 0,0-1 1,0 0-7,0 1 1,0 0 0,0-1 0,0 1 0,0 0 0,1-1 0,-1 1 0,2-4 0,4-3-26,0-2 84,0 0 1,7-20-1,-2 1 45,-8 24-93,0-1 0,0 0 0,-1 0 0,0 0 0,0 0 0,-1 0-1,1-14 1,7-278 2,4-221-24,-13 447 33,-2 47-20,-1 0 0,-2 0 1,-1 0-1,0 1 0,-20-49 0,4 13 2,-2-11-12,-42-155-18,52 166 6,4 0 1,-5-117-1,15-337-664,-3 471 619,-1-1 0,-12-48 0,8 49 24,-44-146-35,49 179 73,1-1 0,0 1 0,1 0 0,0 0 0,0-1 0,2-15 0,0-11 0,-1 37 29,-53-10 26,-480 1-227,343 12 124,-683-2 23,841-2-17,-38-6 0,38 4-19,-41-2 1,-124 2 3,125 1 76,-73-13 1,34 3-53,-326-5-213,159 10 160,-390 8-11,661 4 735,4-1-1940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1:03.9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127 0 2193,'0'0'3383,"-4"16"7609,4-16-10502,-3 1-475,1 0-1,-1 0 1,1 0-1,-1 0 1,1 1-1,-1-1 1,1 1-1,0-1 1,0 1-1,0 0 1,0 0-1,0 0 1,0 0-1,1 0 1,-4 5-1,-9 9 19,6-8-3,1 1 0,-13 17 1,11-14-10,6-7 2,0 0 1,0 0 0,0 0-1,1 0 1,0 1-1,0 0 1,0-1 0,1 1-1,-2 9 1,1 4 373,2 32 0,0-24-53,0-24-320,0 0 0,1-1 0,-1 1 1,1-1-1,-1 0 0,1 1 1,0-1-1,-1 1 0,1-1 1,1 0-1,-1 0 0,0 1 0,0-1 1,1 0-1,-1 0 0,1 0 1,2 2-1,0-1 2,0 1-1,1-2 1,-1 1 0,1 0 0,-1-1-1,1 0 1,0 0 0,5 2-1,6 0 64,0-1 0,-1 0 0,1-1-1,26-1 1,-34-1-41,-4 1-64,-1-1 1,0 0-1,0 0 1,1-1-1,-1 1 0,5-2 1,-7 1 3,1 1 0,-1-1 1,0 0-1,0 0 0,0 1 0,0-1 1,0 0-1,0 0 0,0 0 0,0 0 1,0 0-1,0 0 0,-1-1 0,1 1 1,0 0-1,-1 0 0,1 0 0,-1-1 1,1-1-1,11-38-168,-3-1-1,-1 0 1,-3 0 0,2-75-1,-7 115 173,-1 0 0,1 1 0,0-1 0,-1 0-1,1 0 1,-1 1 0,1-1 0,-1 0 0,0 1 0,0-1-1,0 0 1,0 1 0,0-1 0,0 1 0,0-1 0,-1 1-1,1 0 1,0 0 0,-1 0 0,1-1 0,-1 1 0,1 0-1,-1 1 1,0-1 0,1 0 0,-1 0 0,0 1-1,0-1 1,-1 1 0,-6-3 15,0 2-1,0-1 0,0 1 0,-15 0 1,23 33-13331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1:07.543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 60 816,'0'0'8463,"0"-7"-7895,0-36-61,0 43-446,0-1-1,0 1 1,0-1 0,0 1-1,1-1 1,-1 1 0,0 0-1,0-1 1,0 1 0,1-1-1,-1 1 1,0 0 0,0-1-1,1 1 1,-1 0 0,0-1-1,1 1 1,-1 0 0,0-1-1,1 1 1,-1 0-1,1 0 1,-1 0 0,0-1-1,1 1 1,-1 0 0,1 0-1,-1 0 1,2 0 0,-2 0 87,0 0 0,1 0 0,-1 0 0,0 0 0,0 0 0,1 0 0,-1 0 1,0 0-1,1 1 0,-1-1 0,0 0 0,0 0 0,1 0 0,-1 0 0,0 1 0,0-1 0,1 0 1,-1 0-1,0 1 0,0-1 0,0 0 0,1 0 0,-1 1 0,0-1 0,0 0 0,0 1 1,0-1-1,0 0 0,0 1 0,0-1 0,0 0 0,1 1 0,12 72 507,36 231 1067,-28-23-977,8 76-407,-12-121-251,-7-65 133,-4 192 80,-8-215-266,2 410 126,-1-525-152,-2-1 0,-10 44 0,1-12 5,11-15 25,1-31 12,-4 10 180,-1-55-527,5-56-788,2-144-4811,9 108 349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1:09.245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0 106 3858,'0'0'9866,"2"15"-7479,-1-14-2303,1 0-1,0 0 1,0-1-1,-1 1 1,1 0-1,0-1 1,0 0-1,0 1 1,0-1-1,-1 0 1,1 0-1,0 0 1,0 0-1,0 0 1,2-1-1,3 1 25,817 0 1178,-460 11-961,3-18-256,-121 3-21,94-8 62,42-7-73,-201 6-21,-98 5-13,506-22-32,-526 27 54,90-16 0,-92 10 52,90-3 1,-83 12 442,-66 3-506,1 0 0,-1 0 0,0 1 0,0-1 0,0 1 0,0-1 0,1 5 0,-1-3-3,1 5-13,0 0 0,-1 1 0,0 0 0,-1-1 0,0 1 0,0 0-1,-1 0 1,-3 16 0,2 10 18,-3 687 286,-1-182 50,5-140-69,-11-268-205,0-33-36,2 616 59,10-455-74,12-138 1432,-13-123-1264,0-26-1804,0 21 1245,0 0 1,0-1-1,0 1 0,-1-1 0,1 1 0,-1 0 1,-2-6-1,2 8 72,0 0 0,-1 0-1,1 0 1,-1 0 0,1 0 0,-1 0 0,0 0 0,0 1-1,0-1 1,0 1 0,0-1 0,0 1 0,0 0 0,-1 0 0,-2-2-1,-62-18-7678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1:11.130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22 0 5939,'0'0'6320,"0"16"-5570,5 210 1968,-2 264-53,-6-434-2497,-15 76 1,14-113-181,2 1 0,0 25 1,2-45 12,1 1 0,-1 0 0,1-1 1,-1 1-1,1-1 0,-1 1 0,1-1 0,0 1 1,-1-1-1,1 1 0,0-1 0,-1 0 0,1 1 1,0-1-1,0 0 0,0 1 0,-1-1 0,1 0 1,0 0-1,0 0 0,0 0 0,-1 0 0,1 0 1,0 0-1,0 0 0,0 0 0,-1 0 0,1 0 1,1-1-1,2 1-2,65 0-67,22 1 74,154-18 0,215-56-60,-327 60 468,217 8 0,-203 6-153,72 1-176,240-4 745,-165-14-534,182 9-219,-411 7-22,0-4 1,82-14-1,-31 1-34,-62 10 1,72-18-1,-98 18 18,2 0 0,-1 2 0,1 1 0,43 0-1,-31 5 157,-24 1-46,0-2-1,0 0 1,0-1-1,0-1 1,19-5-1,-14 6-147,-21 1 3,0 0-1,0 0 1,-1 1 0,1-1-1,0-1 1,0 1-1,0 0 1,0 0-1,0-1 1,-1 1-1,1-1 1,0 0-1,0 1 1,-1-1 0,1 0-1,1-1 1,-2-1 21,0 0 1,0 0 0,-1 0 0,0 0-1,1 0 1,-1 0 0,0 0-1,-1 0 1,0-5 0,1-1-49,1-4 54,0-1 0,2 1-1,-1-1 1,10-23-1,-7 21-30,0-1-1,-2 1 0,3-20 0,-4-133 64,-3 90-614,1 78 453,0 0 0,0 0 0,0-1 0,0 1 1,-1 0-1,1 0 0,0 0 0,-1 0 0,1 0 1,0 1-1,-1-1 0,1 0 0,-1 0 0,1 0 0,-1 0 1,0 0-1,1 0 0,-1 1 0,0-1 0,0 0 1,1 1-1,-1-1 0,-2-1 0,-24-5-3312,-3 5-1355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1:14.7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83 70 704,'0'0'12251,"0"1"-12097,0 0 0,0 0 0,0 0 1,0 0-1,0 0 0,-1 0 0,1 0 0,0 0 0,-1 0 0,1 0 0,-1 0 0,1 0 0,-1 0 0,1 0 0,-2 1 0,-3 1-42,0 0 0,0 0 0,0 1 0,0 0-1,1 0 1,-1 1 0,1-1 0,0 1-1,0 0 1,1 0 0,-1 0 0,1 0 0,1 1-1,-1-1 1,1 1 0,-1 0 0,2 0 0,-1 0-1,-1 10 1,0 27 804,1 50 1,3-53-303,-1-35-542,0 0 0,0-1 1,0 1-1,1 0 0,0-1 1,0 1-1,3 6 0,-3-9-60,-1-1 0,1 1 0,0 0 1,1-1-1,-1 1 0,0-1 0,0 1 0,1-1 0,-1 0 0,1 1 0,-1-1 0,1 0 0,0 0 0,-1 0 0,1 0 1,0 0-1,0 0 0,-1-1 0,1 1 0,4 0 0,-2 0-15,0 0 0,1-1 0,-1 1 0,0-1 0,1 0 0,-1 0 0,0 0 0,0-1 0,1 1 0,-1-1 0,0 0 0,0-1 0,0 1 0,0-1 0,0 1 0,0-1 1,5-4-1,-3 2-55,-1-1 1,0 0 0,0 0 0,-1 0-1,1 0 1,-1-1 0,0 0 0,-1 0-1,1 0 1,2-8 0,1-5-174,-1-1 0,0 0 0,-2 0 0,0 0 0,-1-1 0,-2 1 0,0-1 1,-1-22-1,0 39 234,0 0 0,0 0 1,-1 0-1,1 0 1,-1 1-1,0-1 0,0 0 1,0 0-1,0 0 1,-2-3-1,2 6 32,-1-1 1,1 1-1,0-1 0,0 1 1,0 0-1,-1 0 0,1 0 1,-1 0-1,1 0 1,-1 0-1,1 0 0,-1 0 1,0 0-1,1 1 0,-1-1 1,0 1-1,0-1 0,1 1 1,-1 0-1,0 0 0,0 0 1,1 0-1,-3 0 0,-69 0 1355,72 0-1425,1 0-1,-1 0 0,1 0 0,-1 0 1,0 0-1,1 0 0,-1 0 0,1 0 1,-1-1-1,0 1 0,1 0 1,-1 0-1,1 0 0,-1-1 0,1 1 1,-1 0-1,1-1 0,-1 1 0,1 0 1,0-1-1,-1 1 0,1-1 0,-1 1 1,1-1-1,0 1 0,-1-1 0,1 0 1,-3-20-2096,3 17 1730,-1-53-5359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2:06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5619,'0'0'4439,"2"3"-3364,0 1-717,2 3-85,1-2 2951,-7-1-3209,1-1-1,-1 1 1,1-1 0,0 1-1,0-1 1,1 1 0,-1 0-1,1-1 1,-1 1 0,1 0-1,0 0 1,1 3 0,-1-1 18,-1 48 466,-1-31-112,1-1 0,1 1-1,2 0 1,7 39 0,-8-57-338,0-1 0,1 0 0,-1 1 0,1-1-1,0 0 1,0 0 0,1-1 0,-1 1 0,1 0-1,0-1 1,0 1 0,0-1 0,1 0 0,-1 0-1,1 0 1,-1-1 0,1 1 0,0-1 0,0 0-1,0 0 1,0 0 0,0-1 0,1 1 0,-1-1-1,0 0 1,1 0 0,-1-1 0,1 1-1,-1-1 1,6 0 0,1 0-25,-8 1-29,0-1 0,1 0 1,-1 0-1,0 0 0,0 0 1,1 0-1,-1-1 0,0 0 1,0 1-1,0-1 0,1 0 0,2-2 1,0-2-129,0 0 1,0 0 0,-1-1-1,1 0 1,-1 0 0,-1 0-1,1-1 1,-1 1 0,0-1-1,-1 0 1,1 0 0,-1-1-1,3-14 1,0 3-356,-2 0 0,-1-1 0,0 1 0,0-32 0,-3 27 297,-1-25 476,1 48-260,-1 0 0,1 0 0,-1 0 0,1 0 0,-1 1 0,1-1 0,-1 0 0,0 0 0,1 1 0,-1-1 0,0 0 0,1 1 0,-1-1 0,0 1 0,0-1 0,0 1 0,0 0 0,0-1 0,1 1 0,-1 0 0,0-1 0,0 1 0,0 0 0,0 0 0,0 0 0,0 0 0,0 0 0,0 0 0,0 0 0,0 0 0,-1 1 0,-4-1 119,-178-2 1129,98 3-4045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2:08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40 142 1793,'0'0'8422,"-7"-8"-6920,-19-23-450,19 23 1084,69 0-682,341 16-1211,30 16-272,154 11 136,-261-31 27,30 3 38,-205-2-44,-14-2-63,79-1-4,-113-4-45,-94 2-16,7 0 3,1 0 0,-1 1 1,0 0-1,32 8 0,-16-2 3,1-1 1,-1-2-1,1-1 1,56-2-1,-60-2-3,140 2-38,182-2 1476,-353-19-1620,-18-9 108,18 27 69,1 0 1,-1 0 0,1 1 0,-1-1-1,0 1 1,0-1 0,0 1 0,1 0 0,-1 0-1,-1 0 1,1 0 0,0 0 0,0 0 0,0 1-1,-4-2 1,6 2 25,-9 14 315,6 5-41,1 1 0,0-1 1,2 1-1,1 19 0,1 5 311,-3-43-591,1 1 0,0-1 0,1 1 1,-1-1-1,0 1 0,0-1 1,1 1-1,-1-1 0,1 1 0,-1-1 1,1 1-1,-1-1 0,1 0 0,0 1 1,0-1-1,0 0 0,0 0 1,0 0-1,0 1 0,0-1 0,0 0 1,0 0-1,0 0 0,1-1 1,-1 1-1,0 0 0,1 0 0,-1-1 1,1 1-1,2 0 0,3 0 9,1 1 0,0-2-1,-1 1 1,1-1 0,9-1 0,1 1-53,-14 0-14,0-1-1,0 1 0,0-1 1,0 1-1,-1-1 1,1-1-1,0 1 1,0 0-1,-1-1 0,1 0 1,-1 0-1,1 0 1,4-4-1,-2 1-105,-1 0 0,0 0 1,0 0-1,-1-1 0,1 0 0,-1 0 0,3-7 0,0-1-298,-1 0 0,0 0-1,-1-1 1,-1 1 0,0-1 0,3-30-1,-6-47-662,-1 90 1111,0 0 0,0 0-1,0 0 1,0-1 0,0 1 0,-1 0-1,1 0 1,-1 0 0,1 0 0,-1 0-1,0 0 1,0 0 0,0 0 0,0 0-1,0 0 1,-1 0 0,-1-2 0,1 3 76,0-1 1,-1 1 0,1-1 0,0 1-1,-1 0 1,0 0 0,1 0 0,-1 0-1,0 1 1,1-1 0,-1 1 0,0-1-1,-4 1 1,-12-1 762,1 1 1,-28 2-1,38-1-728,0 1 0,0 0 1,0 0-1,0 1 0,0 0 1,0 0-1,-12 8 0,-10 7-123,-23 16-200,16-19-2975,13-13-4855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2:31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0 1681,'0'0'4466,"-52"0"-4514,48 0-48,0 4 32,-5 0 32,5 0-144,4 0-2129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2:42.9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0 0 3169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2:54.6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0 7267,'0'0'7836,"-13"2"-2628,17 984-2794,5-783-1787,-9-200-608,0 0 1,0 0-1,1-1 0,-1 1 1,1 0-1,-1 0 0,1-1 1,0 1-1,0 0 0,0-1 1,1 1-1,-1-1 0,1 1 1,-1-1-1,4 4 0,-5-6 8,1-5-4126,-1-1 2800,-1 0 1,1 1 0,-1-1 0,0 1-1,-1-1 1,-2-9 0,-5-5-7042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2:55.0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3 235 5635,'0'0'7408,"-1"-6"-6717,0 4-644,1 0 0,0-1 0,-1 1-1,1 0 1,0 0 0,0-1 0,1 1-1,-1 0 1,0 0 0,1 0 0,-1-1 0,1 1-1,0 0 1,0 0 0,0 0 0,2-4-1,2-1 128,0 0 0,1 0 1,11-10-1,-6 6 14,-1 2 0,2-1 0,22-14 0,-28 21-145,1 0 0,-1 0 0,1 0 0,-1 1 0,1 0 0,0 1 0,-1-1-1,1 1 1,0 0 0,8 1 0,-1 0 156,-1 0 0,23 4-1,-31-3-117,0 1 0,-1-1-1,1 1 1,0 0 0,0 0 0,-1 1-1,1 0 1,-1-1 0,7 7 0,27 28 651,-28-26-168,1 0 0,20 15 1,-25-21-314,-5-6-530,-2-10-232,0 0-57,0 0-1,-1 0 1,-1 0 0,0 0 0,0 0 0,-1 1 0,-7-13 0,0-4-1554,-11-30-4036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2:55.4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75 6547,'0'0'8276,"70"8"-7428,-27-8-160,5-4 161,-1 0-177,5 0-272,0 0-208,-4-4-128,-5-7-64,-8-5-288,-9 5-1072,-8 7-1410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14.6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30 301 560,'0'0'5168,"-5"-10"-4538,-15-29-73,15 29 8518,28 7-8641,20 5-259,0 3 1,0 1-1,46 14 0,-65-15-135,-7-2 17,1-1 0,23 0 0,-3 0-12,187 2-17,-145-4-34,77-12-14,-31 1 40,73-5-19,52 0-5,-224 15 20,0-2 0,42-9 1,-35 6 11,66 0 786,3-1-342,-102 7-258,3-3 1656,-4 2-1910,0-12-470,0-7-242,0-16-2719,5-47 0,3 40-1529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15.2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97 3169,'0'0'3752,"-3"-9"-3078,-12-29-68,14 35-339,0 0 0,0 0 0,0-1 0,1 1 0,-1 0 0,1-1 0,0 1 0,0 0 0,0-1 0,1-3 0,-1-3 3954,1 23-4136,3 9 142,1 1-1,13 36 1,6 23 174,8 90 317,10 190-1,-39-308-583,1 32 371,23 132 1,-24-206-487,4 31 58,-7-42-21,0-12-408,0-218-7852,0 157 1969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16.6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 43 4818,'0'0'4741,"0"-3"-4021,0-11-212,0 5 2341,1 8-2781,0 0 0,0 1 0,1-1 1,-1 1-1,0-1 0,0 1 1,1 0-1,-1-1 0,0 1 1,1 0-1,-1 0 0,0 0 0,1 0 1,-1 0-1,2 0 0,-2 0-8,150-12 802,741 12-1017,-885 1 183,0 0 0,0 0 0,0 1 0,-1 0-1,1 0 1,0 0 0,-1 1 0,9 4 0,-8-3-10,1 0 1,-1-1 0,1 0 0,0-1-1,0 0 1,8 2 0,226 4 634,-242-8-221,5 784 1313,-5-635-1142,-1-149-609,1 1 0,0-1-1,0 1 1,-1-1 0,1 0 0,0 1-1,-1-1 1,1 0 0,0 1 0,-1-1-1,1 0 1,-1 1 0,1-1 0,-1 0-1,1 0 1,-1 1 0,1-1 0,-1 0-1,1 0 1,-1 0 0,1 0-1,-1 0 1,1 1 0,-1-1 0,1 0-1,-1 0 1,-21 1-5,16-1-9,-62 4 5,-36 3 33,67-3 8,-49-3 0,-13 2 15,64 0-39,-22 2-2,-89 18 1,69-6 11,-1-3 0,0-4 0,-128 0 0,-79-10 116,181-4 579,122 4-953,-13 0-97,-1-1-1,0 1 1,0-1-1,1 0 1,-1-1-1,0 1 1,0-1-1,0 1 1,-1-1-1,1 0 0,0-1 1,4-2-1,34-25-6280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18.1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31 149 1665,'0'0'144,"-5"4"24,-20 15 12128,38-19-11237,246 8 433,-136 4-1444,149-12-3,-248-2-39,-1 0-1,42-11 1,-34 6-4,242-36 14,-42 27-19,-204 13 5,46-11-1,-51 9-1,1 0 0,0 2 0,29-1 0,-16 2 2,0-2 1,70-16-1,-20 3 4,-49 12 579,67 2-1,-102 3-539,25-2 1066,-26 1 423,-15 0-1482,-8-2-2472,1-13-3470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20.0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105 0 4418,'0'0'6115,"-5"0"-5328,-15 0-64,15 0 656,-17 0 1158,20 1-2510,0-1 0,1 0-1,-1 1 1,0 0 0,0-1 0,1 1-1,-1 0 1,0 0 0,1 0-1,-1 0 1,1 0 0,0 0 0,-1 0-1,1 0 1,0 1 0,-1-1-1,1 0 1,0 1 0,0-1 0,0 1-1,0 0 1,-1 2 0,0 2 21,-1 0 0,1 0-1,0 0 1,0 1 0,-1 6 0,0 18 670,2 52 0,1-50-220,0-29-440,0 1-1,0-1 0,1 0 0,0 0 1,0 0-1,0 0 0,0 0 0,1 0 1,-1 0-1,1 0 0,0 0 1,0-1-1,0 1 0,1-1 0,-1 1 1,1-1-1,3 3 0,-2-2-27,1-1 0,0 1 0,-1-1 0,1 0 0,0-1-1,0 1 1,1-1 0,-1 0 0,0 0 0,1-1 0,-1 1 0,9 0 0,-10-1-26,0-1 0,0 1 0,1-1 1,-1 1-1,0-1 0,0-1 1,1 1-1,-1-1 0,0 1 0,0-1 1,0 0-1,0-1 0,0 1 1,0-1-1,0 0 0,0 0 0,-1 0 1,1 0-1,-1 0 0,1-1 1,-1 0-1,0 0 0,0 0 0,0 0 1,0 0-1,-1 0 0,1-1 1,-1 1-1,0-1 0,0 0 0,0 0 1,1-6-1,5-11-437,-1-1 1,-1 0-1,0 0 1,-2 0-1,-1-1 1,-1 0-1,-1-42 1,-1 64 435,0 0 0,0 0 1,0 0-1,0 0 0,0 0 0,0 0 1,0 0-1,0 0 0,-1 0 0,1 0 1,0 0-1,-1 0 0,1 0 1,0 0-1,-1 1 0,1-1 0,-1 0 1,1 0-1,-1 0 0,0 1 0,1-1 1,-2-1-1,0 1 17,0 1 0,0-1 0,0 1 0,0-1-1,0 1 1,0 0 0,0 0 0,0 0 0,-3 0 0,0 0-19,-12 0 44,1 0-1,-1 1 1,0 1 0,1 0 0,-1 1 0,-20 7 0,30-7-63,-1-1 1,1-1-1,-1 1 0,0-2 0,1 1 0,-12-1 0,17 0-144,2 0 60,0 0 0,-1 0-1,1 0 1,0 0 0,0 0-1,0 0 1,0 0 0,-1 0-1,1 0 1,0 0 0,0 0 0,0 0-1,0 0 1,-1 0 0,1 0-1,0 0 1,0 0 0,0 0-1,0 0 1,-1 0 0,1-1 0,0 1-1,0 0 1,0 0 0,0 0-1,0 0 1,0 0 0,0 0-1,-1-1 1,1 1 0,0 0 0,0 0-1,0 0 1,0 0 0,0-1-1,0 1 1,0 0 0,0 0-1,0 0 1,0 0 0,0-1-1,0 1 1,0 0 0,0 0 0,0 0-1,0-1 1,0 1 0,0 0-1,0 0 1,0 0 0,0 0-1,0 0 1,0-1 0,1 1 0,-1 0-1,0-17-9973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3:42.0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121 338 4402,'0'0'6219,"-16"-21"-5115,-52-62-570,66 80-408,0-1-1,-1 1 1,1 0-1,0 0 1,1-1-1,-1 1 1,1-1-1,-1 0 1,1 1 0,0-1-1,0-5 1,1 9-42,0-1 1,0 0 0,-1 0 0,1 1-1,0-1 1,0 0 0,0 1 0,0-1-1,-1 0 1,1 1 0,0-1 0,-1 0-1,1 1 1,-1-1 0,1 0 0,0 1-1,-1-1 1,1 1 0,-1-1 0,0 1-1,1-1 1,-1 1 0,1-1 0,-1 1-1,0 0 1,1-1 0,-1 1 0,-1-1-1,2 1-62,0 1-1,0-1 0,-1 0 0,1 0 0,0 0 0,0 0 0,0 0 0,0 0 0,-1 0 0,1 0 0,0 0 0,0 0 1,0 0-1,0 1 0,0-1 0,-1 0 0,1 0 0,0 0 0,0 0 0,0 0 0,0 1 0,0-1 0,0 0 0,0 0 1,0 0-1,0 0 0,0 1 0,-1-1 0,1 0 0,0 0 0,0 0 0,0 0 0,0 1 0,0-1 0,0 0 0,0 0 1,0 0-1,1 1 0,-1-1 0,0 0 0,0 0 0,0 0 0,0 0 0,0 1 0,0-1 0,0 0 0,0 0 0,0 0 1,0 0-1,1 0 0,-1 1 0,0-1 0,5 17-63,22 59 446,-4 2 0,-3 0 0,16 129 0,-15 244 1349,-21-449-1708,0-4-66,-3-54-737,-15-91 0,8 91-7,-2-93-1,12 114 538,1-1-65,-1 0 0,-3 1 0,0-1 0,-10-36-1,12 64 207,-7-19-116,1 0 0,2-1 0,1 0 0,-1-31 0,5 34 233,-1 6-27,1 0 0,1 0 1,1 1-1,4-22 0,-5 35-9,1 0 0,-1 1 0,1-1-1,0 0 1,0 0 0,1 1 0,-1 0-1,1-1 1,0 1 0,0 0 0,0 0-1,1 1 1,-1-1 0,1 1 0,0-1-1,0 1 1,0 0 0,0 1 0,1-1-1,7-3 1,4 1 34,0 0-1,1 1 1,-1 0-1,1 2 1,19-2-1,90 4 97,-64 1-79,-60-1-45,13 0 32,0 0 0,16 3 0,-26-2 15,1 1 0,-1-1 0,0 1 0,0 0 0,0 0 0,0 0-1,0 1 1,0 0 0,4 3 0,2 4 56,0-1 0,0 2 0,-1-1 0,-1 2 1,0-1-1,-1 1 0,0 0 0,0 1 0,-1 0 0,-1 0 0,0 1 0,5 18 0,-3-3 191,-2 1 0,0-1 0,-2 1 0,0 59-1,-3-79-198,-1-1-1,0 1 0,-1-1 1,0 1-1,-1-1 0,0 0 0,0 0 1,-1 0-1,0 0 0,0 0 0,-9 15 1,-1-5 7,-1-1 0,-1 0 0,0-1 0,-1-1 1,-1 0-1,-26 19 0,18-18-51,-1 0 0,0-1 0,-1-2 1,-41 16-1,50-24-110,1-1 1,-1-1 0,-1 0-1,1-1 1,0-2-1,-1 1 1,1-2 0,-33-3-1,50 3 24,-1-1-1,1 1 0,0 0 1,-1-1-1,1 1 0,0-1 1,-1 1-1,1-1 0,0 0 1,0 1-1,-1-1 1,1 0-1,0 0 0,0 0 1,0 0-1,0 0 0,0 0 1,0 0-1,1 0 0,-1-1 1,0 1-1,1 0 1,-1 0-1,0-1 0,1 1 1,0 0-1,-1-1 0,1 1 1,0-1-1,-1 1 0,1 0 1,0-1-1,0 1 1,0-1-1,0 1 0,1-2 1,-1 1 7,0 0 1,1 0 0,-1 0-1,1 0 1,-1 0 0,1 0-1,0 0 1,0 0 0,0 0-1,0 0 1,0 1-1,0-1 1,0 0 0,1 1-1,-1-1 1,1 1 0,-1-1-1,1 1 1,-1 0 0,1 0-1,0 0 1,-1 0 0,1 0-1,0 0 1,0 0 0,3 0-1,15-2 54,1 1 0,0 2 0,0 0-1,0 1 1,22 4 0,-25-2 91,0 2 0,0 0 0,0 1 0,-1 0 0,0 2 0,0 0 0,0 1 0,24 18 0,9 10 564,55 57 0,19 13 28,-116-101-696,0 0-1,1 0 1,0-1 0,0-1-1,0 1 1,1-2 0,-1 1-1,1-1 1,0-1 0,0 1-1,17 0 1,-21-3-61,0 0 0,0 0 0,1-1 0,-1 1 1,0-2-1,0 1 0,0-1 0,0 0 0,0 0 0,0 0 0,0-1 0,-1 0 1,1 0-1,-1 0 0,0-1 0,0 0 0,0 0 0,-1 0 0,7-8 0,0-3-456,-1 1-1,0-1 0,-2-1 0,1 0 0,-2 0 0,0-1 1,-2 0-1,9-34 0,-2-47-5204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47.3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44 4002,'0'0'10621,"-9"1"-10419,8 0-190,-1 0 0,1 1 0,0-1-1,0 0 1,0 0 0,0 1 0,0-1-1,0 1 1,0-1 0,1 1-1,-1-1 1,1 1 0,-1 0 0,1-1-1,-1 1 1,1 0 0,0 1 0,-3 31 347,2 13 146,0-18-28,4 50 1,-3-77-455,1 1 1,-1-1 0,1 1-1,-1-1 1,1 1 0,0-1-1,0 1 1,0-1 0,0 0-1,1 0 1,-1 1 0,1-1-1,-1 0 1,1 0 0,0 0-1,0-1 1,-1 1 0,1 0 0,1-1-1,-1 1 1,0-1 0,0 1-1,4 0 1,2 1 12,-1-1 0,0-1-1,1 1 1,-1-1 0,1-1 0,13 0 0,-18 0-31,1-1-1,-1 1 1,0-1 0,1 0 0,-1 0 0,0-1-1,1 1 1,-1-1 0,0 1 0,0-1 0,0 0 0,0 0-1,-1-1 1,1 1 0,-1 0 0,1-1 0,-1 0-1,0 1 1,0-1 0,0 0 0,0 0 0,0 0-1,-1-1 1,2-3 0,2-5-180,0 0 0,-1-1-1,0 1 1,-1-1 0,2-18 0,-3 5-440,-1-1 0,0 0 0,-5-30 0,4 55 636,-1 1 1,1-1-1,-1 0 1,0 0-1,0 1 0,0-1 1,0 0-1,0 1 1,0-1-1,0 1 1,0-1-1,-1 1 0,1 0 1,0-1-1,-1 1 1,1 0-1,-1 0 1,0 0-1,1 0 0,-1 0 1,0 1-1,0-1 1,1 0-1,-1 1 1,0-1-1,0 1 0,0 0 1,-2-1-1,-9 0 21,-1 0-1,1 0 1,-14 2-1,10-1-105,2 0-153,4 0-4686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48.1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 0 3089,'0'0'6574,"0"29"-3613,0 687 758,0-701-3703,1 21 67,-2-1 1,-11 70 0,10-98-146,-3 15 608,5-8-3658,-7-34-1626,-6-10-3418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50.0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 51 3874,'0'0'3719,"-5"4"-2820,-25 16 6776,48-20-7168,566 0 843,-472 4-883,-111-4-165,-2 0-78,-98 1-162,-117-3-404,203 0 214,1 0 1,-1-1-1,-21-7 1,23 6 127,0 1 1,-1 0-1,1 0 1,0 1-1,-17-1 1,-26 5-35,23-1 28,-52-4 0,72 0-13,-6-2 191,16 5-161,1 0 0,-1 0-1,0 1 1,1-1 0,-1 0 0,1 0 0,-1 0 0,1 0 0,-1 1 0,1-1 0,-1 0 0,1 0 0,0 1 0,-1-1-1,1 0 1,-1 1 0,1-1 0,0 1 0,-1-1 0,1 0 0,0 1 0,-1-1 0,1 1 0,0-1 0,0 1 0,-1-1 0,1 1-1,0-1 1,0 1 0,0 0 0,-6 31 171,1-1-1,2 1 1,1 0 0,4 51-1,-2 21-3,-8 489-13,8-539-162,-4 403 240,4-254-128,0-198-104,1 0 0,0-1 0,0 1 0,1 0 1,-1-1-1,1 1 0,0-1 0,0 0 1,6 8-1,6 17 45,13 24 1,3 11-45,-29-62-12,0 0-1,1 0 1,-1 0-1,1 0 1,-1 0-1,1 0 1,0-1-1,0 1 1,0-1-1,0 1 1,0-1-1,0 1 1,0-1-1,0 0 1,1 0-1,-1 0 1,0 0-1,1-1 1,-1 1-1,1-1 1,2 1-1,11 1 16,0 0 0,20-1 0,-14-1-4,48 4 27,0 4-1,-1 2 0,0 3 1,100 33-1,-162-44-32,1 0 0,0 0 0,0-1 0,-1 0 0,1 0 0,13-2 0,-13 1-2,-7 0-4,-1 0 0,1 0 0,0 0 0,-1 0 1,1 0-1,-1 0 0,1 0 0,0-1 1,-1 1-1,1 0 0,-1 0 0,1-1 1,-1 1-1,1 0 0,-1-1 0,1 1 1,-1-1-1,1 1 0,-1-1 0,0 1 1,1-1-1,-1 1 0,0-1 0,1 1 1,-1-1-1,0 1 0,1-2 0,3-18-42,-3 11 19,8-28-200,2 1-1,23-52 1,-18 50 150,21-75 0,-22 33-3,6-91 1,-8-83-555,-10 175 566,-1-265 366,-3 184-308,0 123-24,-1 0 0,-2 0 0,-1 0 0,-2 1 0,-2 0 1,-16-45-1,16 61-2,-1 0 1,-1 1-1,-25-34 1,21 32 117,1 0 0,-16-35 0,28 52-44,0-1 0,0 1-1,-1-1 1,0 1 0,1 0-1,-1 0 1,-5-5 0,3 9 88,4 23-8841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28:51.5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 1 5234,'0'0'6363,"4"8"-5642,0 3-578,8 14 917,-2 2 0,-1-1 0,8 36 0,0 120 302,-8 222 1,-9-330-1268,12 136 7,-1-61 7,18 287-40,-25-204-21,-4-114 77,1 1-60,-1-119-73,0 0 0,1-1 0,-1 1 0,0 0 1,0 0-1,1-1 0,-1 1 0,0 0 0,0-1 1,1 1-1,-1 0 0,0-1 0,0 1 1,0 0-1,0-1 0,1 1 0,-1 0 0,0-1 1,0 1-1,0 0 0,0-1 0,0 1 1,0-1-1,0 1 0,0 0 0,0-1 0,0 1 1,0 0-1,0-1 0,0 1 0,-1-1 1,1 1-1,0 0 0,0-1 0,0 1 0,-16-11 57,15 10-41,-1 0 1,1 0 0,-1 0 0,1 0-1,-1 0 1,1 0 0,-1 0 0,0 0 0,1 0-1,-1 1 1,0-1 0,0 1 0,0 0-1,1-1 1,-1 1 0,-3 0 0,-71 0 114,75 0-114,1 1 0,-1-1 0,0 0 0,1 1 0,-1-1 0,1 1 0,0-1 1,-1 1-1,1-1 0,-1 1 0,1-1 0,0 1 0,-1-1 0,1 1 0,0 0 1,0-1-1,-1 1 0,1 0 0,0-1 0,0 1 0,0-1 0,0 2 1,-3 5 57,-1 0-37,1-1-1,0 1 1,0 0-1,0 0 1,1 0-1,0 0 1,0 1-1,-1 14 1,2 65 175,2-54 12,-2-27-197,1 0-1,1 0 1,-1 0-1,1 0 1,0 0 0,0-1-1,1 1 1,0 0-1,0-1 1,0 1-1,0-1 1,1 0-1,0 1 1,0-1-1,1-1 1,-1 1-1,1 0 1,0-1 0,0 0-1,1 0 1,-1 0-1,1-1 1,0 1-1,0-1 1,0 0-1,0 0 1,1-1-1,-1 0 1,1 0-1,-1 0 1,1 0 0,0-1-1,11 1 1,-9-1-11,-1-1-2,-1 1-1,1-1 0,-1 0 0,11-2 1,-15 1-14,0 1 0,0-1 1,0 0-1,0 0 1,0 0-1,0 0 1,0 0-1,0 0 0,0 0 1,0-1-1,0 1 1,-1-1-1,1 1 1,-1-1-1,1 0 0,-1 0 1,2-3-1,3-6-87,-1 0 0,0-1-1,-1 1 1,0-1 0,-1 0-1,0 0 1,1-24 0,-1-91-892,-4 76 624,1 49 371,0 0 0,-1 1-1,1-1 1,0 0 0,0 1 0,-1-1 0,1 0 0,-1 1-1,0-1 1,1 1 0,-1-1 0,0 1 0,0-1 0,0 1 0,0-1-1,0 1 1,0 0 0,-1-1 0,1 1 0,0 0 0,-1 0-1,1 0 1,0 0 0,-1 0 0,1 1 0,-1-1 0,0 0-1,1 1 1,-1-1 0,0 1 0,1-1 0,-3 1 0,-7-2-1,0 1 0,0 1 0,0-1 0,-13 3 0,2-1-425,11-1-75,5-1-155,0 1 0,0 0 0,0 1 0,0-1 0,1 1 1,-1 0-1,0 0 0,1 1 0,-10 3 0,-15 16-7930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3:45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60 5298,'0'0'6377,"2"-5"-5988,0-1-237,0 1 0,1 0-1,0-1 1,0 1 0,0 1 0,0-1-1,5-4 1,-6 0 1589,-3 19-918,1 79-840,-13 423 565,5-424-230,-14 283 2008,30-390-2158,-5-1-424,0 1 0,-2-1 0,0 0 1,-3-24-1,1-2-309,2-9 50,0 25-151,-1 0 0,-1 0 1,-1-1-1,-10-43 0,-27-87-1296,32 124 1302,2 0 1,0-55-1,3 57 644,1 18 64,1 1-1,0 0 0,4-23 1,-3 35-40,1 1 1,-1 0 0,1 0-1,0-1 1,-1 1 0,1 0-1,1 1 1,-1-1 0,0 0-1,1 1 1,0-1 0,-1 1-1,1 0 1,0 0 0,0 0-1,0 0 1,5-2 0,5-2 86,1 0 1,25-7 0,3 5-9,0 1 0,1 2 0,-1 1 0,58 4 0,-94 0 3,0 1 1,0 0 0,0 1 0,0-1 0,0 1 0,0 0-1,0 1 1,-1-1 0,1 1 0,-1 0 0,0 1 0,0-1 0,0 1-1,0 0 1,0 0 0,-1 1 0,5 6 0,8 10 547,-1 0 0,22 39-1,-35-54-538,4 5 81,0 0 1,-1 1 0,0-1 0,-1 1-1,0 0 1,-1 1 0,-1-1 0,0 1-1,0 0 1,-1 0 0,0 15 0,-2-8-54,1-13-99,0-1 1,-1 1 0,0 0 0,-1-1-1,1 1 1,-1-1 0,-1 1 0,1-1-1,-1 1 1,0-1 0,-6 12 0,-2-5 6,-2 0 1,0-1-1,-1-1 1,0 1-1,0-2 1,-1 0-1,0-1 1,-1 0-1,-20 9 1,21-13-42,0 0 1,-1 0 0,1-2-1,-1 0 1,-19 2 0,-74-1-481,97-4 408,2 1-92,-1-2-1,0 1 0,0-1 1,-11-3-1,19 4 124,0 0 0,0-1 0,0 0 0,0 1 0,0-1 0,0 0 0,1 0 0,-1 0 0,0 0 0,1 0 0,-1-1 0,1 1 0,-1 0 0,1-1-1,-1 1 1,1-1 0,0 0 0,0 1 0,0-1 0,0 0 0,0 0 0,0 1 0,0-1 0,1 0 0,-1 0 0,0-2 0,1 2 28,-1 1 0,1-1 0,0 0 0,-1 1-1,1-1 1,0 0 0,0 1 0,0-1 0,0 0 0,1 1 0,-1-1 0,0 0 0,1 1-1,-1-1 1,1 1 0,-1-1 0,1 1 0,0-1 0,-1 1 0,3-3 0,-1 3 12,0-1 0,1 1 1,-1 0-1,0 0 0,1 0 1,-1 0-1,1 0 0,-1 1 0,1-1 1,0 1-1,-1 0 0,6 0 1,8-2 118,0 1 1,1 1 0,-1 0-1,0 1 1,0 1 0,0 1-1,0 0 1,0 1 0,-1 0-1,0 2 1,0-1 0,23 14-1,34 30 1140,115 101 0,-131-103-760,2 8-345,-57-54-667,-1-17-9047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3:45.6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7860,'0'0'5282,"0"265"-3281,0-175-913,0-12-719,0-20-369,5-26 0,8-21-1265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4:30.004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 6 5843,'0'0'8059,"0"-5"-4756,0 12-3195,0 1 0,1 0 0,0 0 0,0 0 0,4 9 1,0 3 63,-1 0 1,-1 0 0,1 22 0,-2-29-104,12 141 520,16 150 38,-23-251-568,2 17 26,0 73 1,-9 366 90,-9-221-160,9 43 48,-2-289-12,-2-1 0,-17 76 0,11-74-37,3-1 1,-5 82 0,10-124-657,-1-9 36,-5-161-5091,8 72-470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4:32.659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64 246 4322,'0'0'3738,"0"-3"-3391,0-1-356,0 2 172,0-1 0,0 1 0,0 0 0,0-1 0,0 1 1,-1 0-1,1-1 0,-1 1 0,1 0 0,-1 0 0,0-1 1,0 1-1,0 0 0,0 0 0,0 0 0,0 0 0,-1 0 1,1 0-1,-1 0 0,-2-2 0,5 3 69,-1 0-1,1-1 1,0 1 0,1 0 0,-1 0-1,0 1 1,0-1 0,0 0-1,1 0 1,-1 0 0,0 1 0,1-1-1,-1 1 1,1-1 0,-1 1-1,2-1 1,32-11-222,9 4 331,83-3 1,48 12 278,-66 1-563,632-2 223,-277 11-245,-432-11-35,35 2 0,-1-4 0,0-3 0,67-13 0,-69 4-11,0 2 1,128-5-1,-158 17 11,358-16 19,24 1-52,-346 15 31,-10-2 7,1-3-1,0-3 1,77-19 0,-110 21 1,0 3 0,33-1 0,19-3-62,-69 6 46,-10 1 463,-2 18-249,1-1-156,0 0-1,0 0 1,2 0-1,0 0 0,1 0 1,9 28-1,11 14 78,-10-29-95,-2 0-1,11 43 1,32 266 426,-26-141-178,-16-114-273,2 141 0,-13-116-22,0-5-6,-16 161-1,7-180-156,3 118-1,0 17 81,-1 150 86,8-220-15,-2 193 416,0-332-334,-1 1 1,-4 19 0,4-26-58,0 0 0,0 0 0,-1-1-1,1 1 1,-1-1 0,0 1 0,-1-1 0,1 0 0,-5 5 0,5-7-19,-1 0 0,0-1 0,-1 1 0,1-1 0,0 0 0,0 0 0,-1 0 0,1 0 1,0 0-1,-1-1 0,1 0 0,-1 1 0,1-1 0,-7-1 0,-8 1 47,-21 5 106,0 2 0,-44 13 1,-3 1-93,-204 24-13,104-19 1,82-11 4,-69 13 76,-194 58 0,145-31-89,112-35 29,-177 8 1,271-27-47,-279 2 51,157-4-17,90 0 22,-65-9 0,26 2-28,-146 6-1,120 3-9,76-1-14,-340 7 29,236-6 524,138-2-547,1 0-1,-1 0 1,1 0 0,0-1-1,-1 1 1,1-1-1,0 1 1,0-1-1,0 0 1,0 0-1,0 0 1,0 0-1,1 0 1,-1 0-1,1 0 1,-2-3-1,-13-14-10,7 12 4,0 0 0,1-1 0,0 0 0,1-1 1,-1 1-1,2-1 0,-1-1 0,1 1 0,-5-12 1,2 5-12,1 3 3,0 0 0,1-1 0,1 0 0,1 0 0,-1 0 0,2-1 0,-3-15 0,-10-59 20,9 56-1,-5-63-1,10 40-18,-4-106-32,7 151 28,-1-1 0,0 0 0,-1 1 0,-1-1 0,1 1 0,-2-1 1,0 1-1,0 0 0,-8-14 0,0 6-4,0 0 0,-1 1-1,-29-32 1,41 48 1,-1 0 0,1 0-1,0 0 1,0-1 0,0 1 0,0 0 0,0-1-1,0 1 1,0-1 0,1 1 0,0-1 0,-1 0-1,1 1 1,0-1 0,0 1 0,0-1 0,1 1-1,-1-1 1,0 0 0,1 1 0,1-4-1,2-6-417,0 1-1,1 0 0,6-12 0,-10 22 364,21-40-2628,-1 1-2446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4:34.149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13 55 4098,'0'0'4807,"-2"-7"-4033,-2-2-427,3 6-60,0-1 0,0 1 0,0 0-1,0-1 1,0 1 0,1 0 0,-1-1-1,1 1 1,0-6 4538,0 11-4689,1 9-63,1 0-1,0-1 1,1 1 0,0-1-1,1 0 1,5 12 0,6 17 90,5 34 176,-4 2-1,-2 0 1,5 100-1,-11 234 148,-2-40-378,15 0-92,-10 213-100,-13-376 88,2-156 13,-2-8-24,3 1 1,12 83-1,-9-99 19,-1 0 0,-1 49 0,-2-50-2,0-1 1,2 1-1,5 26 1,0-34-36,-6-18 28,0 1 1,-1-1-1,1 0 0,0 1 0,-1-1 1,1 1-1,0-1 0,0 0 1,-1 0-1,1 1 0,0-1 0,0 0 1,0 0-1,-1 0 0,1 0 1,0 0-1,1 0 0,-2 0-5,1 0 0,-1 0 0,0-1-1,0 1 1,1 0 0,-1 0 0,0 0 0,1 0-1,-1-1 1,0 1 0,0 0 0,0 0-1,1-1 1,-1 1 0,0 0 0,0 0 0,0-1-1,1 1 1,-1 0 0,0 0 0,0-1-1,0 1 1,0 0 0,0-1 0,0 1 0,0 0-1,0-1 1,0 1 0,0 0 0,0-1 0,0 1-1,0 0 1,0-1 0,0 1 0,0 0-1,0 0 1,0-1 0,0 1 0,-1-1 0,1-4-51,0-216-4702,0 147 1125,0-25-3851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4:36.639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3 9 6259,'0'0'5216,"-3"0"-2983,110 0 858,146 14-2586,158 11-484,1200-25 654,-1249-10-575,-4 0-109,-16 2-7,-268 9 2,195-8-23,-86 1-132,-145 7 149,135-9 247,-160 7-219,20 1-172,-32 0 164,0 0 0,0 1 1,-1-1-1,1 0 0,0 0 0,0 1 0,0-1 1,0 0-1,-1 1 0,1-1 0,0 1 1,0-1-1,0 1 0,-1-1 0,1 1 0,0-1 1,-1 1-1,1 0 0,-1-1 0,1 1 1,-1 0-1,1 0 0,-1-1 0,1 1 0,-1 0 1,0 0-1,1 0 0,-1 1 0,6 53 372,-1 84-1,-2-13-313,5 11 39,14 158-5,-7-164-75,-4 134 1,-11 1445-130,0-1692 133,-2 0-1,0-1 1,-1 1 0,-1-1 0,-6 19 0,9-34-28,1-1 0,-1 1 0,1-1 0,-1 0 0,1 1 0,-1-1 0,0 0 0,1 0 0,-1 1 0,0-1 0,0 0 0,0 0 0,0 0 0,0 0-1,0 0 1,0 0 0,-1 0 0,1 0 0,0-1 0,-1 1 0,1 0 0,0-1 0,-1 1 0,1-1 0,0 1 0,-1-1 0,1 0 0,-1 1 0,1-1 0,-1 0 0,1 0 0,-2 0 0,0 0 3,0 0 0,1 0 1,-1 1-1,1-1 0,-1 1 0,0-1 1,1 1-1,0 0 0,-3 2 1,-7 3 26,-1 0 1,1-1 0,-1 0 0,0-1-1,0 0 1,-20 3 0,2-3-207,-56 0-1,-16-4 62,-278 12 194,-214 11 1,544-23-72,-26 4 31,-87 15-1,-42 2 19,30-4-39,-28 0 7,-32-18-7,-254 3 34,426 4-22,-118 25-1,131-21 18,-19 11 7,56-16-38,1 0 0,-1-1 0,0 0 1,-1-2-1,-26 3 0,-247 13 23,225-14-16,-67-5 0,40-1-6,72 3-10,4-1-2,1 0 0,-1-1 1,-19-3-1,28 2 2,0 1 0,0-1 0,0 0 1,0 0-1,1 0 0,-1-1 0,1 1 0,0-1 0,-1 0 1,2-1-1,-1 1 0,-6-7 0,-42-44 104,51 52-79,0-1-1,0 1 0,0 0 1,1-1-1,-1 1 1,1-1-1,-1 1 1,1-1-1,0 1 1,0-1-1,0 1 1,0-1-1,0 1 1,1-3-1,0-8 103,-1 1-55,-1 8-52,1 1 0,-1-1 0,1 1 0,0-1 0,0 1 0,1-1 0,-1 1 1,1-1-1,0 1 0,0-1 0,0 1 0,0 0 0,1-1 0,1-3 0,2 2-137,0 0 1,0-1-1,0 0 0,-1 0 0,0 0 0,-1-1 1,1 1-1,-1-1 0,0 0 0,-1 0 0,0 0 1,0 0-1,0 0 0,-1 0 0,0-1 0,0 1 1,-1-12-1,0-17-1681,0-6-2193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4:38.076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0 10 3025,'0'0'6118,"0"-10"-1033,1 20-4980,1-1 0,0 0 0,1 1-1,0-1 1,0 0 0,8 14 0,-2-2 15,17 49 490,31 133 1,-6 78 275,-19-23-394,-15-107-298,13 206-111,-29 141-32,-2-265-36,-19-1-107,6-101 46,5 131 40,9-262-61,0-2-31,0-15-283,0-20-2091,-5-45 0,-3 33-1802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4:39.978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26 125 4530,'0'0'3946,"-4"1"-3260,-13 1-70,12-1 280,25-1 3223,201 11-1709,220-1-2209,-280-11-184,90 2 14,289-3 45,-428-6-42,142-28 0,56-5 23,248 22 115,-222 11-168,-180 9-22,52-3-121,-106-15 21,-76 11 110,1 1 0,48-2 1,102 7 164,-176 1-157,0-1 0,0 0 0,0 1 0,0-1 0,0 1 0,0-1 0,0 1 0,0-1 0,0 1 0,-1 0 0,1-1 0,0 1 0,0 0 0,-1 0 0,1 0 0,-1-1 0,1 1 0,-1 0 0,1 0 0,-1 0-1,1 0 1,-1 0 0,0 0 0,1 0 0,-1 0 0,0 0 0,0 0 0,0 0 0,0 2 0,4 39 6,-4-31 8,3 173 286,-2-34-269,3 189-27,-2-26 45,10-163-31,1 34-7,0 259-13,-13-368 3,1 84 16,13-58-28,-3-30-2,-2 46-67,-8 123-1,-2-117-81,-12 115 173,13-51 120,0-186-182,0-23-1854,0 21 1694,0-1 0,0 1 0,-1-1 0,1 1 0,-1 0 0,1-1 0,-1 1 0,1-1 0,-1 1 0,0 0 0,1-1 0,-1 1 1,0 0-1,0 0 0,0 0 0,0-1 0,0 1 0,0 0 0,-1 0 0,1 1 0,0-1 0,0 0 0,-2 0 0,-29-18-7051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4:41.423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14 67 1617,'0'0'4191,"-3"-3"-3265,-2-5-1155,0 4 6027,5 20-2742,-1-4-2902,1-1 0,1 0 0,0 0 0,0 0 0,1 1 0,0-1 0,1-1 0,1 1 0,0 0 0,9 17 0,-12-26-135,0 0 0,0-1 0,1 0 0,-1 1 0,0-1 0,1 0 0,0 1 0,-1-1 0,1 0 0,-1 0 0,1 0 0,0-1 0,0 1 0,-1 0 0,1-1 0,0 1 0,0-1 0,0 1 0,3-1 0,44 1 127,-28-2-160,125 2 86,358-13-426,-220-10 142,111-11 194,-277 21-10,366-26 51,-162 0-18,-10 1 3,-199 35-25,108-7 13,-86 4-36,21-3 40,113 1-41,-252 7 31,69-1-110,15 1 132,-32 1 2748,-142-5-9280,7 4-1038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5:28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1 246 7411,'0'0'6361,"1"-2"-5932,0 1-328,-1 0-71,1 1 1,-1-1-1,0 1 1,0-1-1,1 1 1,-1-1-1,1 1 1,-1-1 0,1 1-1,-1 0 1,0-1-1,1 1 1,-1-1-1,1 1 1,0 0-1,-1 0 1,1-1-1,-1 1 1,1 0-1,0 0 1,0 0 292,-2 8 1968,-3 59-1863,5 75-1,-1-140-401,1 10 107,0 0 0,0-1 0,1 1 0,1-1 0,0 0 0,1 1 0,5 11 0,-7-18-88,0-1 1,0 0-1,0 0 1,1 0-1,-1-1 0,1 1 1,0-1-1,0 1 0,0-1 1,1 0-1,-1 0 0,1 0 1,0-1-1,0 1 1,0-1-1,0 0 0,0 0 1,0 0-1,0 0 0,8 1 1,-7-3-23,-1 1 0,1-1 0,0 0 0,-1 0 0,1 0 0,0-1 0,0 1 1,-1-1-1,1 0 0,-1-1 0,1 1 0,-1-1 0,1 0 0,-1 0 0,0 0 1,0-1-1,0 1 0,0-1 0,-1 0 0,1 0 0,-1-1 0,1 1 0,-1-1 0,4-5 1,3-7-58,0 0 1,-1-1-1,-1 0 1,11-35 0,-10 25-173,-2-1 0,-1 0 0,5-56 0,-6-89-1210,-5 164 1342,0 2 44,0 1 0,-1-1-1,1 1 1,-1 0-1,-1-1 1,1 1 0,-1 0-1,0-1 1,-6-10-1,7 15 51,-1-1-1,0 1 0,1 0 0,-1-1 0,0 1 1,0 0-1,-1 0 0,1 0 0,0 1 1,-1-1-1,1 0 0,-1 1 0,0 0 1,1 0-1,-1-1 0,0 1 0,0 1 0,1-1 1,-1 0-1,0 1 0,0 0 0,0-1 1,-4 1-1,3 1 27,0 0 1,0 0-1,0 0 0,0 0 1,0 1-1,0-1 0,0 1 1,0 0-1,0 0 0,1 1 1,-1-1-1,1 1 0,0 0 1,0 0-1,0 0 0,0 0 1,0 0-1,1 0 0,-1 1 1,-2 4-1,-7 13 104,0 0-1,-11 31 1,17-38-73,2-4-47,-9 19 10,2-1 0,-14 54 0,22-72-421,1-30-2998,2 19 3361,0-52-4320,-4-12-4111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5:32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1 273 4626,'0'0'6811,"0"3"-6397,0-2-254,0-1 1,0 1-1,-1-1 1,1 1-1,0-1 0,0 1 1,0-1-1,0 1 1,0-1-1,1 0 1,-1 1-1,0-1 0,0 1 1,0-1-1,0 1 1,0-1-1,1 1 1,-1-1-1,0 0 1,0 1-1,1-1 0,-1 1 1,0-1-1,0 0 1,1 1-1,-1-1 1,1 0-1,-1 1 0,0-1 1,1 0-1,-1 0 1,1 1-1,9-4 3112,0-4-4579,85-73 1561,-36 31-188,-43 33-32,2 1 0,0 1 0,37-22 0,-20 17-32,-23 11 43,1 1 1,0 1 0,0 0-1,21-6 1,-10 7 41,1 2-1,0 1 1,0 1 0,35 3 0,-6-1 130,38-3-94,-37 0 11,0 2 0,89 12 0,-107-4-7,0 2-1,65 26 0,68 43 252,-113-51-353,39 24 207,107 75 1,-60-34-18,-95-60-136,-1 1 1,51 48-1,40 50 179,117 118-119,-169-148-91,-50-59-37,69 73 53,-9-17-48,62 56 249,-135-136-225,0-1 0,1-1 0,1-1 0,1-1-1,40 16 1,84 26 39,207 50 0,-319-95-80,0 1 0,-1 1 1,58 33-1,-61-32-8,1-2 0,0-2 1,0-1-1,1-2 0,44 5 0,85 22-21,-76-7 14,-34-9 13,102 20 1,-96-27-15,0 2-1,0 4 1,-2 1 0,0 4-1,60 32 1,-93-42 17,-5-3 1,-1 0-1,-1 1 1,0 1-1,32 26 1,-35-22 18,21 26 1,-26-28-10,0-1-1,1 0 0,26 21 1,-23-20-6,-14-13 0,0 0 1,0 0 0,0 0-1,0 0 1,1 0 0,-1 0-1,0 0 1,1 0 0,-1 0-1,1-1 1,-1 1 0,1 0-1,-1-1 1,1 1 0,-1-1-1,1 0 1,0 0 0,-1 1 0,1-1-1,-1 0 1,3-1 0,-1 1-398,-5 0-74,-15 0-821,-28 0-3656,6 0-3678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6:05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60 188 2801,'0'0'3063,"-7"0"-2252,-17 0-31,3 0 5886,17-7-6156,2-14-549,1 0 0,2-38-1,0 11-96,-1 47 116,0-1 0,0 1 0,0 0 1,0 0-1,0 0 0,1 0 0,-1 0 0,0 0 0,0-1 0,1 1 0,-1 0 0,1 0 0,-1 0 0,1 0 1,-1 0-1,1 0 0,0 0 0,-1 1 0,1-1 0,0 0 0,0 0 0,0 0 0,0 1 0,-1-1 0,1 0 0,0 1 1,0-1-1,2 0 0,1 0-399,0 0 1,0 0-1,0 1 1,0-1-1,0 1 1,6 0-1,-5 0-313,9 0-2763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2:34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22 5619,'0'0'6928,"6"0"-6266,17 0 21,-17 0 3540,-20 0-4145,-16 2 21,28-2-99,1 1 0,0-1 0,-1 1 1,1 0-1,0 0 0,0 0 0,-1 0 1,1 0-1,0 0 0,0 0 0,0 0 1,0 0-1,0 0 0,1 0 0,-1 1 1,0-1-1,0 0 0,0 3 0,-3 8 156,1 1-1,0-1 0,0 1 1,1 0-1,1 0 0,1 0 1,-1 0-1,4 19 0,-2 10 499,-1-37-579,1 1 1,-1-1-1,1 0 1,0 1-1,0-1 1,1 0-1,0 0 1,0 0-1,5 9 1,-6-12-58,0 0 1,1 1-1,-1-1 1,1 0-1,0 0 1,0 0 0,0 0-1,0-1 1,0 1-1,0 0 1,0-1-1,0 0 1,1 1 0,-1-1-1,1 0 1,-1 0-1,1 0 1,-1 0 0,1-1-1,-1 1 1,1-1-1,3 1 1,9-1 78,-8 0-56,0 0-1,0 0 1,0-1 0,12-2-1,-16 2-52,0 0 0,-1 0 0,1 0 0,-1 0 1,1-1-1,-1 1 0,0-1 0,1 0 0,-1 1 0,0-1 0,0 0 0,0 0 0,-1-1 0,1 1 0,2-4 0,9-18-360,-1 0 0,-1 0-1,-1-2 1,-2 1-1,0-1 1,7-44 0,-14 22 1233,-5 46-769,0 0-1,0 1 1,0-1-1,-1 1 0,1 0 1,0 0-1,-10 0 0,-5-1-127,-2 1 0,1 1 0,-28 4 0,44-3-11,0 0 0,0 0-1,0 1 1,1 0 0,-1-1-1,0 1 1,1 1 0,0-1-1,-1 0 1,-3 4 0,-30 33-2971,27-28 708,1 0-2655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2:35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0 239 4162,'0'0'8028,"14"-12"-5782,-12 11-2053,0-2-3,0 1 0,0 0 0,0 0 0,1 1 0,-1-1 0,1 0 0,-1 1 0,1 0 0,-1-1 0,1 1 0,0 0 0,4-1 2297,-8 54-2191,0-19 330,5 46-1,-4-77-597,0 1 0,0 0 0,0 0-1,1 0 1,0-1 0,-1 1 0,1 0 0,0 0 0,0-1 0,0 1 0,1-1 0,-1 1-1,1-1 1,-1 1 0,1-1 0,0 0 0,0 0 0,0 0 0,0 0 0,0 0-1,0 0 1,0-1 0,1 1 0,-1-1 0,1 1 0,-1-1 0,1 0 0,0 0 0,-1 0-1,4 0 1,-1 0-22,0 0-1,-1-1 0,1 1 0,-1-1 0,1 0 1,0 0-1,-1-1 0,1 0 0,-1 1 1,1-1-1,-1-1 0,1 1 0,-1-1 0,0 0 1,0 0-1,0 0 0,0 0 0,0-1 1,0 1-1,0-1 0,-1 0 0,0 0 0,6-8 1,5-5-282,-2 0 1,0-1 0,-1-1-1,0 0 1,-2-1 0,0 0-1,-1 0 1,-1-1-1,-1 1 1,-1-2 0,-1 1-1,0-1 1,1-31 0,-5 34-3,1 11 218,-1 0 0,0 1 0,-1-1 0,1 0 0,-3-10 0,2 15 86,0 1 0,1-1 1,-1 1-1,0-1 0,0 0 0,0 1 1,0 0-1,0-1 0,0 1 1,0 0-1,0-1 0,-1 1 0,1 0 1,0 0-1,-1 0 0,1 0 0,-1 0 1,1 1-1,-1-1 0,0 0 1,1 1-1,-1-1 0,0 1 0,1-1 1,-4 1-1,-7-2 177,0 2 0,-1-1 0,1 2 0,0 0 0,0 0 0,0 1 0,0 0 0,0 1 0,1 1 0,-1 0 0,1 0 0,-19 11 0,-24 10-1037,15-10-6384,14-5-146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6:23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5619,'0'0'5706,"9"2"-3435,-9 0-2165,1 0 0,-1 1 0,1-1 1,0 0-1,0 0 0,0 1 0,0-1 0,0 0 1,0 0-1,1 0 0,-1 0 0,1 0 1,0 0-1,-1-1 0,1 1 0,0 0 1,0-1-1,0 0 0,4 3 0,6 4 52,1-1 0,15 5 0,-20-8-30,17 6 7,28 7-1,-1-1-77,-38-11-54,0-2 0,0 1 1,1-2-1,23 2 0,61-5 81,-42 0 50,654-3 472,-693 5-572,-1 1 0,1 0 0,18 6 0,18 3 14,133 4 58,-57-7-14,251 11 273,-125 2-310,-51-2 2,-12-7 124,115 3 28,-146-10-138,-136-3-57,319 0 210,-180-4-72,412 6 51,-534-6-194,69-12 1,10-2 3,199-15 35,-281 29-36,0-2 0,0-2 0,74-20 0,-92 20-19,0 2 0,1 1 0,-1 0 0,1 2 1,26 1-1,24-2-3,-32 2 29,-29 0-11,-1 0 0,1 0 0,17-4 0,-17 0 348,-32 4-441,19 0 81,-37 0-2119,-54 7 1,-12 13-2944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6:36.1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 0 3986,'0'0'11653,"0"3"-11570,0 102 553,2 58 181,-26 205 0,12-243-267,11-70-6764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6:36.5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0 188 6707,'0'0'4594,"18"-18"-4546,56-57-45,-71 71 16,1 1-1,-1 0 1,1 0 0,0 0 0,0 0 0,1 1-1,-1 0 1,7-3 0,-8 4 48,0 0-1,1 1 1,-1 0-1,0 0 1,0-1-1,0 2 1,7 0 0,7 0 407,-12-2-353,1 1 0,-1 0 0,0 0 0,0 0 0,0 1 0,0 0 0,0 0 0,0 0-1,0 0 1,0 1 0,0 0 0,0 0 0,0 0 0,-1 1 0,8 5 0,64 40 1385,-54-35-1169,-22-12-349,0-1 0,1 0 0,-1 0 0,0 0 0,0 0 0,0 0 0,0 0-1,0 1 1,0-1 0,0 0 0,1 0 0,-1 0 0,0 0 0,0 0 0,0 0 0,0 0 0,1 0 0,-1 0 0,0 0-1,0 0 1,0 0 0,0 0 0,1 1 0,-1-1 0,0 0 0,0 0 0,0-1 0,0 1 0,1 0 0,-1 0 0,0 0-1,0 0 1,0 0 0,0 0 0,1 0 0,-1 0 0,0 0 0,0 0 0,0 0 0,0 0 0,0-1 0,1 1 0,-1 0-1,0 0 1,0 0 0,0 0 0,0 0 0,0 0 0,0-1 0,0 1 0,0 0 0,1 0 0,-1 0 0,0 0 0,0-1-1,0 1 1,0 0 0,0 0 0,0 0 0,0 0 0,0-1 0,0 1 0,0 0 0,0 0 0,0 0 0,0 0 0,-1-1-1,-12-31-3730,-10-41 0,10 31-1886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6:36.9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4530,'0'0'13014,"212"156"-12710,-164-137-224,0-11-80,-1-8 0,-12 0-752,-9-19-1409,-9-24-2353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6:37.3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0 231 9396,'0'0'1841,"16"-30"-3041,49-94 413,-25 48 3289,-38 78-1437,1 7-851,0-1 0,-1 1 0,1 0 0,-2 0 0,1 0 0,-1 0 0,-1 0 0,0 11 0,1 7 130,3 218 942,-4-197-1350,0-21-225,-1 1 0,-4 29 0,-1-33-633,-1 0 1,-13 31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9:39.3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 1169,'0'0'1827,"8"-1"-1485,52-2-190,-59 3-155,0 0 0,0-1 0,0 1 0,-1 0 0,1 0 0,0 0 0,0-1 0,0 1 0,-1 0 0,1-1 0,0 1 0,0 0 0,-1-1 0,1 1 0,0-1 0,-1 1 0,1-1 0,0 0 0,0 0 0,0 0 104,-1 0 0,1 1-1,-1-1 1,1 1 0,-1-1 0,1 1-1,0-1 1,-1 1 0,1-1 0,0 1-1,-1 0 1,1-1 0,0 1 0,0 0-1,-1 0 1,11 2 9240,-9 0-9846,3 14 1079,-1-1-310,0-1 1,0 1 0,-2 0-1,2 18 1,9 104 373,-13 455 528,-15-350-803,12-218-361,-32 624 558,27-499-355,-1 89 81,-4 482 806,13-685-1072,9 359 56,2-96 51,-5-88-73,34 321 338,-18-292-264,3 25 54,19-25-134,-11-59-31,7 49-2,-18-97-15,-6-32 8,37 121 0,-52-217-8,60 190 2,-51-163 4,25 49 1,5 13-6,13 23 31,41 106-16,-40-77-3,-38-97-10,9 35 67,-18-52-24,2 0 0,16 34 0,-14-37-18,-1 0-1,8 37 1,2 10-2,73 208 60,-88-268-80,1 0-1,1 0 1,0-1 0,16 22 0,41 48 13,-56-74-17,1 0 1,1 0-1,0-1 1,0 0-1,0-1 0,1 0 1,1-1-1,-1 0 1,1 0-1,0-2 1,0 1-1,1-2 1,25 7-1,-31-9-26,-1 0 0,0 0 1,0 0-1,0 1 0,8 5 0,18 8 29,-7-7 3,-5-1-6,0-1 1,1-1 0,37 6-1,-45-10-5,1 1 1,-1 1-1,19 7 0,-18-6-9,0 0 1,24 4 0,-3-5-72,0-2-1,40-3 1,-25 0 90,-40 0-10,-1-1 1,0 0-1,0 0 0,13-6 1,-21 8 2,10-5-4,0 0 0,0-1 0,12-8-1,-13 7 2,-1 2-1,1-1 0,14-5 0,-14 6-15,0 0-1,0-1 1,-1 0 0,1 0 0,-1-1 0,-1-1 0,1 1-1,6-10 1,-2 4-13,0 1 0,19-13-1,-29 22 23,0 0-1,0 0 1,-1 0 0,1-1-1,-1 1 1,1 0-1,1-5 1,7-9-51,3-3 27,-12 17 36,0-1-1,0 1 0,0 0 1,0 0-1,0 1 1,1-1-1,0 1 0,-1-1 1,1 1-1,0 0 0,0 0 1,7-4-1,-5 3 11,-4 3-12,-1-1 0,1 0 0,0 1 0,0-1 0,0 1 0,0 0 0,-1-1 0,1 1-1,0 0 1,0 0 0,0-1 0,0 1 0,0 0 0,0 0 0,0 0 0,1 0 0,-2 0-174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35:49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90 2145,'0'0'14321,"-10"0"-14035,6 0-286,1 1 1,-1-1 0,1 1 0,0 0 0,-1 0-1,1 0 1,0 0 0,-1 0 0,1 1 0,0-1-1,0 1 1,0 0 0,1 0 0,-1 0 0,0 1-1,1-1 1,-1 1 0,1-1 0,-3 5 0,4-4 44,0 0 0,1 0 0,-1 0 1,1 0-1,0 0 0,0 1 1,0-1-1,0 0 0,1 5 0,0 2 44,-2 14 182,2 25 295,-1-46-529,0 0 1,1-1-1,-1 1 0,1 0 0,0-1 0,0 1 1,0 0-1,0-1 0,1 0 0,-1 1 1,1-1-1,-1 0 0,1 1 0,2 2 1,1-2 9,0 0 0,-1 0 1,1 0-1,1-1 1,-1 1-1,0-1 1,0 0-1,1-1 1,-1 1-1,1-1 1,0 0-1,-1-1 1,1 1-1,0-1 0,-1 0 1,1-1-1,0 1 1,9-3-1,-13 2-52,0 1-1,0-1 0,-1 1 1,1-1-1,0 0 0,-1 0 1,1 0-1,-1 0 1,1 0-1,-1 0 0,1 0 1,-1-1-1,0 1 0,1-1 1,-1 1-1,1-2 0,16-30-193,-11 19 83,-2 5 7,0 0-1,-1-1 1,0 0-1,-1 0 0,0 0 1,-1 0-1,0 0 1,-1 0-1,0-1 0,0 1 1,-1-13-1,0 3 51,1 15 114,-1-1-1,0 1 1,0 0-1,-1-1 1,1 1-1,-3-9 1,2 12-35,0 0 0,0 1 0,0-1 0,0 1 0,0 0 0,0-1 0,0 1 0,0 0 0,0-1 0,-1 1 1,1 0-1,0 0 0,-1 0 0,1 0 0,-1 1 0,1-1 0,-1 0 0,0 1 0,1-1 0,-1 1 0,0-1 0,1 1 0,-1 0 0,-3-1 1,-72-2-814,72-5-3566,1 0-422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29:36.304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35 1 15671,'0'0'528,"-35"3"-1376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29:38.940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192 0 1857,'0'0'3001,"-24"0"-2208,-35 7 3739,58 18-1373,5 548 1577,-13-443-4569,1-20-33,-6 103 71,0 67-154,14-227-42,2-16 3,-3 0 0,-7 58 1,0-36 16,3 0 1,2 72 0,3-61 7,-9 72-1,-1-67 40,-1 83 0,4-41 35,0 6-83,7 769 2341,0-1145-9580,0 162 1259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29:41.282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6 230 160,'0'0'12470,"-6"0"-11182,39 1-411,1 2 0,34 9 0,-30-6-730,43 3-1,264-5-45,-213-5-47,62-8 10,94 5-43,-174-5 9,197-42 0,-250 39-28,135-31 3,40-8 19,-92 26-13,282-13 0,177 26-59,-562 7 22,-32 3 148,0 1 1,0 0-1,18 0 1,-27 24-67,0 657 1926,-9-406-1449,0-1-442,1-61-24,2-86 26,1-11 31,-3 182 35,8-279-140,6 503 312,-4-359-169,4 75-52,-2-155-61,-3-47-38,1 1 0,2-1 0,12 50 0,-12-70 243,-1-1 0,0 1 0,1 26 1,3-58-869,-3-67-3820,-4 40 272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29:42.796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10 0 4978,'0'0'4544,"-10"0"2768,33 2-7042,-1 0 0,0 1 0,31 9 0,21 4-176,7-8-56,97-3 0,-38-3-31,277 3 284,50 3-262,-96 11 64,-12-12-61,-212-9-1,183 22 0,-177-7 123,208-9 0,-197-5 95,-50 1 3145,-114-1-3579,0 0 3,0 0 0,0 0-1,-1 0 1,1 0 0,0 1 0,0-1-1,-1 0 1,1 0 0,0 0-1,-1 1 1,1-1 0,-1 0 0,1 0-1,-1 1 1,0-1 0,1 0 0,-2 0-1,-12-2-2420,-6 3-1791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29:46.287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82 8 2401,'0'0'8881,"-5"-1"-8702,-12-4 242,16 5-268,0-1-1,0 1 1,-1 0 0,1 0 0,0 0-1,0-1 1,-1 1 0,1 0-1,0 1 1,0-1 0,0 0-1,-1 0 1,1 0 0,0 1 0,0-1-1,0 1 1,-2 0 0,0 3-3,1 0 0,-1 0 0,1 0 0,0 0 0,0 0 0,1 1 0,-1-1 0,0 7 0,-7 40 525,8-47-627,-4 61 587,3 105 1,3-85-291,-1-26-114,5 226 607,-1-212-636,28 136 0,-14-122-18,-4 2 0,4 112 0,-5 4-70,2 103-68,-15 892 475,4-1168-481,-4-31-40,0-1 0,0 0 0,0 1 0,0-1 0,0 0 0,0 1 0,1-1 1,-1 0-1,0 1 0,0-1 0,0 0 0,1 1 0,-1-1 0,0 0 0,0 1 0,1-1 1,-1 0-1,0 0 0,1 0 0,-1 1 0,0-1 0,1 0 0,-1 0 0,0 0 1,1 0-1,-1 1 0,0-1 0,1 0 0,-1 0 0,1 0 0,-1 0 0,0 0 0,1 0 1,-1 0-1,0 0 0,1 0 0,-1 0 0,1 0 0,-1-1 0,0 1 0,1 0 0,4-1 46,-5 10 80,-1 1-62,-1 0 1,0-1-1,0 1 1,0-1-1,-2 1 1,1-1-1,-7 13 1,5-13-49,1 0 0,0 1 0,1-1-1,0 1 1,1 0 0,-1 0 0,0 15 0,3-23-136,2-21-1148,30-192-4958,-24 118 631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29:48.931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28 92 3730,'0'0'7091,"-4"-7"-6451,-15-23-45,18 29-562,1 0-1,-1 0 1,1 0 0,-1 0-1,1-1 1,0 1 0,-1 0-1,1 0 1,0-1 0,0 1-1,0 0 1,0 0 0,0-1-1,0 1 1,0 0-1,0-1 1,1 1 0,-1 0-1,0 0 1,1 0 0,-1-1-1,1 1 1,-1 0 0,1 0-1,0 0 1,-1 0-1,1 0 1,0 0 0,0 0-1,0 0 1,0 0 0,0 0-1,0 0 1,0 1 0,0-1-1,0 0 1,0 1 0,2-1-1,1-1 188,1 0 1,-1 0-1,1 1 0,-1-1 0,1 1 0,0 0 1,0 1-1,6-1 0,20 1 498,9-1-170,1 2 1,74 12 0,71 20-160,326 15 1,304-40 633,-507-9-864,-262 0-160,295 5 90,-242 0-55,160 1-10,-120-26 59,202 16-78,-220 6 238,-120 0-200,0 0 0,0 0 0,0 1 0,0-1-1,0 0 1,0 1 0,0 0 0,0-1 0,-1 1 0,1 0 0,-1 0-1,3 4 1,11 10 43,-8-10-77,0-1-1,-1 1 1,0 0-1,0 1 1,0 0-1,-1 0 1,0 0-1,0 0 1,-1 1 0,1 0-1,-2 0 1,1 0-1,-1 0 1,2 12-1,3 13 126,-2 0 1,3 64-1,-10 71 203,0-70-319,1 833 158,17-653-148,-10-198-29,4 342 44,-11-327-20,-2 23-82,7 157 76,-2-243-8,-2-15-28,0 0 0,7 28 0,-7-44 12,-1 1 0,0 0 0,0-1-1,1 1 1,-1 0 0,-1 0 0,1-1 0,0 1 0,0 0 0,-1 0 0,1-1 0,-1 1 0,1 0 0,-1-1 0,0 1 0,1-1 0,-1 1 0,0-1 0,0 1 0,0-1 0,0 0 0,-1 1 0,1-1 0,0 0-1,0 0 1,-1 0 0,1 0 0,-1 0 0,1 0 0,-1 0 0,1-1 0,-1 1 0,1 0 0,-1-1 0,-2 1 0,-4 2 13,0-1 0,-1 0 1,1 0-1,-1-1 0,-15 0 1,8 1-25,0 0 0,0 0 0,0 2 1,1 0-1,0 0 0,-19 10 1,13-6 19,-1-1 0,-30 6 0,-21-1-33,-73 14-50,-242 49-266,342-68 307,-500 74-293,460-75-148,-109-5-1,93-2 450,-159-8 63,1-1-129,218 8 81,0-2-1,0-2 1,0-2 0,1-1-1,-48-18 1,67 20 24,-1 2 0,1 1 0,-46-4 1,-71 8 118,62 2-142,61-2 11,8-1 20,-1 1 1,1 0-1,0 0 1,0 1-1,-1 0 1,1 0 0,0 1-1,0 0 1,0 0-1,1 1 1,-1 0-1,-8 5 1,2 2 34,9-7-27,0 1-1,0-1 0,0 0 0,0 0 0,0 0 0,-1-1 0,1 0 0,-1 0 0,0 0 0,1-1 0,-11 2 0,-37 3-326,52-7 221,1 0 1,-1 0 0,1 0-1,-1 0 1,1 0 0,-1 0-1,1 1 1,0-1 0,-1-1-1,1 1 1,0 0-1,0 0 1,0 0 0,0 0-1,0 0 1,0 0 0,0 0-1,0 0 1,0-1 0,0 0-139,0-33-3489,0 12-1603,0 6-3008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29:50.311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50 0 8468,'0'0'4650,"-3"2"-4429,1-1-191,0 0 0,0 1-1,0 0 1,1-1-1,-1 1 1,1 0 0,-1 0-1,1 0 1,0 0-1,0 0 1,0 0-1,0 0 1,0 0 0,0 0-1,0 0 1,1 1-1,-1-1 1,0 3 0,-5 56 617,4-36-461,-12 390 1827,14-350-1889,-1 119 144,1 149 195,22-2-4,-20-318-450,28 352 302,-30-237-64,-1 149 170,-5-178-292,-1 22-39,7 160-54,1-264-19,1 0-1,0-1 1,2 0 0,8 27-1,-5-17-3,-7-26-15,0 0 1,0 1-1,0-1 1,0 0-1,0 0 1,0 1-1,0-1 1,0 0-1,0 0 1,0 1-1,0-1 1,0 0-1,0 1 1,0-1-1,0 0 1,1 0-1,-1 1 1,0-1-1,0 0 1,0 0-1,0 0 1,0 1-1,1-1 1,-1 0-1,0 0 1,0 0-1,0 1 1,1-1-1,-1 0 1,0 0-1,0 0 1,1 0-1,-1 0 1,0 1-1,0-1 1,1 0-1,-1 0 1,0 0-1,0 0 1,1 0-1,-1 0 1,0 0-1,1 0 1,-1 0-1,0 0 1,0 0-1,1 0 1,-1 0-1,0 0 1,0 0-1,1-1 1,-1 1-1,0 0 1,0 0-1,1 0 1,-1 0-1,0 0 1,0-1-1,1 1 1,-1 0-1,0 0 1,0 0-1,0-1 1,1 1-1,8-17-487,45-233-5062,-42 155 203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29:52.028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4 48 5314,'0'0'5758,"-1"9"-4923,-1 29-67,2-37-712,0 0-1,0 1 1,0-1 0,0 1 0,0-1-1,1 0 1,-1 1 0,1-1-1,-1 0 1,1 0 0,-1 1-1,1-1 1,0 0 0,-1 0-1,1 0 1,0 0 0,0 0-1,0 0 1,0 0 0,0 0-1,0 0 1,0 0 0,0 0-1,0 0 1,1-1 0,-1 1-1,0-1 1,0 1 0,3 0-1,3 1 56,0 0 1,0-1-1,0 0 0,9 1 0,-10-2-26,193 2 1555,-110-3-1410,-49 1-195,234-5 127,-202 1-129,127-26 1,-64-3 14,-69 15 9,0 3 1,1 3-1,88-5 0,329 15 251,-254 3-213,-164 2 53,67 12 0,-69-7 23,67 1 0,379-9 677,-475 1-786,51 10 0,-51-5-49,54 1 0,-32-9 7,-27 1-17,1 1 0,52 6 0,-77-5 1,0-1 0,0 2 0,-1-1 0,1 1 0,0 0 1,-1 0-1,0 0 0,1 1 0,-1-1 0,0 2 0,0-1 0,0 0 0,-1 1 0,1 0 1,-1 0-1,0 0 0,0 1 0,-1-1 0,1 1 0,-1 0 0,0 0 0,0 0 1,4 11-1,-2 1 126,-1 1 0,0 0 0,-1 0 0,0 20 0,-3 75 221,-1-52-288,1 24-36,-7 193 13,-15 106-2,13-153 4,4 168 46,6-240-77,-10-38 65,1 2-14,8-105-61,-1 21 20,1 0 0,3 0 1,1 0-1,11 42 0,-1-14 4,11 130-1,-19-126 36,4 222 455,-10-268-437,0-24-9,-1-15-944,-1 5 273,-1 0 0,0 1 0,0-1 1,-1 1-1,0 0 0,0 0 0,-1 0 0,0 0 0,-1 1 1,0 0-1,-13-13 0,-24-20-5908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29:53.804"/>
    </inkml:context>
    <inkml:brush xml:id="br0">
      <inkml:brushProperty name="width" value="0.025" units="cm"/>
      <inkml:brushProperty name="height" value="0.025" units="cm"/>
      <inkml:brushProperty name="color" value="#849398"/>
    </inkml:brush>
  </inkml:definitions>
  <inkml:trace contextRef="#ctx0" brushRef="#br0">1 1 1825,'0'0'4146,"10"0"3681,-9 1-7748,1-1-1,-1 1 0,0 0 1,0 0-1,0 0 1,0 0-1,0 1 0,0-1 1,-1 0-1,1 0 0,0 0 1,-1 1-1,1-1 0,-1 0 1,1 1-1,-1-1 1,1 0-1,-1 1 0,0-1 1,0 1-1,0 1 0,3 7 189,15 47 210,18 100 1,-25-98-251,32 96-1,-42-152-219,0 0-1,1 0 0,0 0 1,-1 0-1,1 0 0,0-1 1,0 1-1,1-1 0,-1 0 1,0 1-1,1-1 0,-1 0 1,1 0-1,0-1 0,0 1 1,0 0-1,0-1 0,0 0 1,0 0-1,0 0 0,6 1 1,5 1 37,1-2-1,-1 0 1,26-1 0,-16 0 68,12 0 14,5 1-86,-1-2 0,1-1 0,-1-2 0,50-12 0,70-32 57,82-20 6,2-8 334,-168 49-226,116-27 0,-143 44-174,52-9 8,9 4 98,20-3 226,157-2 0,-228 20-213,90 12 0,-71-4-63,-1-3 1,81-6-1,-47-1-34,-25 1 48,101 3 69,-170-1-128,30 9 1,-9-2-2,41 1 34,137 0 0,-163-6 66,-52-3 320,-3-12-1637,0 0 0,0 0 0,-1 1-1,-6-14 1,-5-10-6081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29:57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5603,'0'0'5712,"-4"0"-5435,1 0-167,1 0 0,-1 0 0,0 0 0,0 0 0,1 0 0,-1 1 0,0 0 0,1-1 0,-1 1 0,1 0 1,-1 0-1,1 1 0,-1-1 0,1 0 0,-4 3 0,-23 20 785,23-20-799,1 0 0,-1 1-1,0 0 1,1 0 0,-9 11 0,11-11-35,0 0 0,1 0-1,-1 0 1,1 0 0,0 1 0,0-1 0,0 1 0,1 0 0,-1 7 0,0 54 797,3-42-596,-1-19-171,0 1 0,0 0 0,1-1 0,0 1 0,1-1 0,-1 1 0,1-1 0,1 0 0,-1 0 0,5 8 0,-5-11-86,0 0 1,0-1 0,0 1-1,0 0 1,0-1-1,1 0 1,-1 0-1,1 0 1,0 0-1,-1 0 1,1 0-1,0 0 1,0-1-1,0 0 1,0 1-1,1-1 1,-1 0-1,0-1 1,0 1-1,1-1 1,-1 1 0,5-1-1,-5 0-2,0 1 1,-1-1-1,1 0 1,0 0-1,-1 0 0,1-1 1,0 1-1,-1 0 1,1-1-1,0 0 0,-1 0 1,1 0-1,-1 0 0,1 0 1,-1 0-1,0-1 1,1 1-1,-1-1 0,0 1 1,0-1-1,0 0 0,0 0 1,0 0-1,-1 0 1,1 0-1,-1-1 0,1 1 1,-1 0-1,2-4 0,1-2-102,-1 0-1,0 0 1,0-1-1,-1 1 1,0-1-1,0 1 1,0-10-1,-1-61-1485,-2 44 1115,1 33 483,0 0 1,0-1 0,0 1-1,0-1 1,-1 1 0,1 0-1,-1-1 1,0 1 0,1 0-1,-1-1 1,0 1 0,-1 0 0,1 0-1,0 0 1,-1 0 0,1 0-1,-1 0 1,1 1 0,-1-1-1,0 0 1,0 1 0,0-1-1,0 1 1,0 0 0,0-1 0,0 1-1,0 0 1,0 0 0,-1 1-1,1-1 1,-4-1 0,-7 0 122,0 1 0,0-1 0,0 2 0,-23 1 0,9 0-982,43-3-1684,18-8-1914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29:58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11 163 4018,'0'0'6213,"-10"4"-3534,10-3-2608,0 0 0,0 0 0,0 0 0,0-1 0,1 1 0,-1 0 0,0 0 0,1 0 0,-1-1 0,0 1 0,1 0 0,-1 0-1,1-1 1,-1 1 0,1 0 0,0-1 0,-1 1 0,1-1 0,-1 1 0,1-1 0,0 1 0,0-1 0,-1 1 0,1-1 0,1 1 0,26 7 78,-12-4 101,15 6-105,0-3 0,0 0-1,1-2 1,0-2 0,43 0 0,519-3 360,-554 0-457,275-3 202,-201-4-231,43-1-27,695 8 888,-815-2-827,58-10-1,-59 6 56,60-3 0,-66 8-70,-1-2 1,34-8 0,-41 7 42,-15 3-13,-1 0 7,0 0 0,1-1 0,-1 0 0,0 0 0,7-4 0,-12 6 853,-1-1-1137,0 0 219,0-1 0,0 1 0,0 0 0,0 0 0,0 0 0,-1 0 0,1 0 0,0 0 0,-1-1 0,1 1 0,0 0 0,-1 0 0,1 0 0,-1 0 0,0 0 0,1 0 0,-3-1 0,0 0-2,0 1 0,0 0 0,0 0 1,0 0-1,-1 0 0,1 0 0,0 1 1,-1 0-1,-5 0 0,7-1 9,1 1 0,-1 0 0,1 0 0,-1 1 0,1-1 0,-1 0 0,1 0 0,-1 1 0,1-1 0,0 1 0,-1-1 0,1 1 0,-1 0 0,1 0 0,0-1 0,0 1 0,0 0 0,-1 0 0,1 0 0,0 0 0,0 0 0,0 1 0,0-1 0,-1 2 0,-1 8 142,0 0 1,0 0-1,1 1 0,0-1 1,1 0-1,0 1 1,1-1-1,2 20 1,-2-29-146,1 0 0,0 0 1,0 0-1,0 0 0,0 0 0,0-1 0,0 1 1,0 0-1,0 0 0,1-1 0,-1 1 1,1-1-1,-1 0 0,1 1 0,-1-1 1,1 0-1,0 0 0,0 0 0,-1 0 0,1 0 1,0 0-1,0 0 0,0-1 0,0 1 1,0-1-1,0 0 0,3 1 0,8 1 10,0-1 1,0 0-1,15-1 0,-16-1 20,-7 2-36,0-1 1,0-1-1,0 1 1,0-1-1,-1 0 1,1 0-1,0 0 1,-1 0-1,1-1 1,0 0-1,-1 0 1,0 0-1,1-1 1,-1 1-1,4-4 1,-5 2-49,0 1 1,-1 0 0,1 0 0,-1-1 0,0 0 0,0 1 0,0-1 0,0 0 0,-1 0-1,1 0 1,-1 0 0,0 0 0,0 0 0,-1-1 0,1 1 0,-1 0 0,0-7 0,0 9 12,0-2-6,0 0 0,0-1 0,0 1 0,-1 0 0,1-1 0,-1 1 0,-2-6 0,2 8 47,0 1-1,0-1 0,0 1 0,0 0 0,0 0 1,0-1-1,0 1 0,-1 0 0,1 0 0,-1 0 1,1 0-1,0 1 0,-1-1 0,1 0 0,-1 1 1,0-1-1,1 1 0,-1-1 0,1 1 0,-1 0 0,0-1 1,-3 1-1,-66-1 693,44 1-486,27 0-226,-1 0 1,1 0 0,-1 0 0,1-1 0,-1 1 0,1 0 0,-1 0-1,1-1 1,0 1 0,-1 0 0,1-1 0,-1 1 0,1 0-1,0-1 1,-1 1 0,1 0 0,0-1 0,-1 1 0,1-1 0,0 1-1,0-1 1,0 1 0,-1-1 0,1 1 0,0-1 0,0 1-1,0-1 1,0 1 0,0-1 0,0 1 0,0-1 0,0 0-1,0-23-880,0 16 222,0-33-4000,0-8-4812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18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10 688,'0'0'12972,"-4"24"-10950,-20-19-853,21-5-1156,1 0 1,-1 0 0,0 1-1,0-1 1,0 1-1,1 0 1,-6 2 0,4-1 48,0 0 0,0 0 1,0 0-1,1 0 0,-1 1 1,1 0-1,0 0 0,0 0 1,0 0-1,0 0 0,0 1 1,1-1-1,0 1 0,-1 0 1,1-1-1,0 1 0,1 0 1,-1 0-1,1 0 0,0 1 1,-2 7-1,1 13 428,0 1 0,2 34 0,0-22-74,0-35-376,0 1 1,1-1-1,-1 0 0,1 1 0,-1-1 1,1 0-1,0 1 0,0-1 0,0 0 0,1 0 1,-1 0-1,1 0 0,0 0 0,0 0 0,0 0 1,3 3-1,-1-3-24,-1 0 0,1 0 0,0-1 0,-1 0 0,1 1 0,0-2 0,0 1 0,0 0-1,1-1 1,-1 1 0,0-1 0,8 1 0,-3-1-20,1 0-1,-1-1 0,0 1 0,1-2 1,10-1-1,-17 2-24,1-1-1,-1 0 1,1 0-1,-1 0 1,1 0-1,-1-1 1,0 0 0,1 1-1,-1-1 1,0 0-1,0-1 1,0 1 0,-1 0-1,1-1 1,3-4-1,-1 0-105,-1 0-1,0 0 1,0 0-1,0-1 1,-1 1-1,0-1 0,-1 0 1,0 0-1,2-14 1,-1-4-298,-2-45 0,-1 45 376,0 23 72,0 0 0,-1 0 0,1 0 0,-1 0 0,1 0 0,-1 1 0,0-1 0,0 0 0,0 0 0,0 1 0,-1-1 0,1 1 0,-1-1 0,0 1 0,1 0 0,-1-1 0,0 1 0,0 0 0,-1 0 0,1 0 0,0 1 0,-5-3 0,-10-10 243,1-3-108,15 15-206,-1 0-1,1 0 1,-1 1 0,1-1 0,-1 0 0,0 1 0,0-1 0,0 1-1,0 0 1,0 0 0,0 0 0,0 0 0,0 0 0,0 0-1,-1 0 1,1 1 0,0-1 0,0 1 0,-1-1 0,1 1-1,0 0 1,-4 0 0,0 0-334,0 0 0,0 1 0,0 0 0,0 0 0,0 0 0,0 0-1,0 1 1,-9 4 0,-28 19-3326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19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51 4162,'0'0'7710,"-1"16"-6435,-4-5-856,-2 0-1,-13 18 0,-9 14 299,24-34-602,1 1 0,1-1 0,-1 1 0,1-1 0,1 1 0,-2 13 0,1 61 1049,3-79-1079,0-3-60,0 0-1,0-1 0,0 1 1,0 0-1,0 0 0,1 0 1,-1 0-1,1 0 0,-1-1 1,1 1-1,0 0 0,0-1 1,0 1-1,0 0 0,0-1 1,0 1-1,0-1 0,0 1 1,1-1-1,-1 0 0,1 1 1,-1-1-1,1 0 1,-1 0-1,1 0 0,-1 0 1,1 0-1,0-1 0,3 2 1,4 0 30,0 0 1,-1-1 0,1 0 0,0-1-1,11 0 1,-8-1 2,-7 1-49,0 0-1,-1-1 1,1 1-1,-1-1 0,1 0 1,-1-1-1,0 1 1,1-1-1,-1 0 1,0 0-1,0 0 0,0-1 1,4-3-1,-2 1-36,1-1 0,-1 0 0,0-1 0,0 1 0,-1-1 0,7-13 0,-4 7-169,-1 0 1,-1-1-1,-1 0 0,0 0 1,-1-1-1,0 0 1,3-29-1,-6-40-449,-1 82 672,0-1-1,0 0 1,-1 0 0,0 0-1,1 0 1,-1 1-1,0-1 1,0 0-1,0 1 1,-1-1 0,1 1-1,-1-1 1,1 1-1,-1 0 1,0-1 0,0 1-1,0 0 1,0 0-1,0 0 1,0 1-1,-1-1 1,1 1 0,-1-1-1,1 1 1,-1 0-1,1-1 1,-1 1-1,0 1 1,-5-2 0,-6-2 97,-1 2 1,0 0-1,0 0 0,-21 2 1,30 0-116,0 1 0,1-1-1,-1 1 1,1 1 0,-1-1 0,-7 4 0,-8 8-1356,21-12 1024,-1 0 0,0 0 0,0 0 0,0 0 0,1 0 0,-1 0 0,1 0 0,-1 1 0,1-1 0,-1 0 0,1 0 0,-1 0 0,1 1 0,0-1 0,0 0 0,0 2 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20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3121,'0'0'6868,"19"0"-3160,13 1-2756,0 2 0,38 9 0,-34-5-792,51 4-1,129-2 19,264 7 105,-418-16-245,393-15 279,-228 4-277,-140 8 16,319-1 15,-11-1-3,253 1 1166,-406 5-926,-244-1-315,-1 0 0,1-1-1,0 1 1,0-1 0,0 1 0,0-1 0,0 0 0,0 0-1,0 0 1,0 0 0,1 0 0,-1 0 0,-3-4 0,-23-24-172,7 6 103,18 20 86,1 0-1,-1 1 1,0-1-1,0 1 1,0 0-1,0 0 1,0 0-1,0 0 1,0 0 0,0 1-1,-1-1 1,1 1-1,-1 0 1,1 0-1,-1 1 1,0-1-1,1 0 1,-7 1 0,-9-1 163,13 1-125,0 0 0,0 0-1,0 0 1,0 0 0,0 1 0,-6 1 0,10-1-31,1 0 0,-1-1 0,0 1 0,1 0-1,0 0 1,-1 0 0,1 0 0,0 0 0,-1 0 0,1 0-1,0 0 1,0 1 0,0-1 0,0 0 0,0 1 0,0-1-1,0 1 1,1-1 0,-1 1 0,0-1 0,1 1-1,-1-1 1,1 1 0,0 0 0,-1-1 0,1 3 0,-3 26 268,1 0 1,2 0-1,4 40 0,-3-62-262,0 0 0,1 0-1,0-1 1,0 1-1,1-1 1,0 1 0,0-1-1,1 0 1,0 0-1,0 0 1,1-1 0,0 0-1,0 0 1,0 0-1,1 0 1,-1-1 0,1 0-1,1 0 1,-1 0-1,1-1 1,0 0 0,0 0-1,0-1 1,0 0-1,1 0 1,-1-1 0,1 0-1,0 0 1,-1 0-1,1-1 1,0-1 0,0 1-1,14-2 1,-19 0-37,1 1 0,0-1 0,0 0 1,0 0-1,0 0 0,-1-1 0,1 1 1,-1-1-1,1 0 0,-1 0 0,1 0 0,-1 0 1,4-5-1,-2 2-65,0 0-1,-1 0 1,0-1 0,0 1 0,0-1 0,-1 0-1,4-8 1,-2 0-185,0-1 1,0 1-1,-2-1 0,0 0 0,0 0 0,0-21 1,-3 24 109,1-3 55,0-1 0,-1 1-1,-1 0 1,-1 0-1,-4-20 1,5 31 144,0 1 0,0 0 1,0 0-1,-1 0 0,1 0 1,-1 0-1,0 0 0,0 1 0,0-1 1,0 1-1,0-1 0,0 1 0,-1 0 1,1-1-1,-1 1 0,0 1 0,0-1 1,1 0-1,-1 1 0,0-1 1,0 1-1,0 0 0,-1 0 0,1 0 1,0 0-1,0 1 0,-1-1 0,1 1 1,0 0-1,-5 0 0,-19 0 281,17-1-294,0 0 0,0 1 0,1 0 0,-1 1 0,0 0 0,1 1 0,-1 0 0,1 0 0,-1 1 0,-9 4 0,-100 66-4541,68-36-1272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3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90 4722,'0'0'5395,"-6"-10"-2722,-71 10-1305,75 1-1341,0-1 0,0 1-1,0-1 1,0 1 0,0 0-1,0 0 1,0 0 0,1 0-1,-1 0 1,0 0-1,1 0 1,-1 1 0,1-1-1,-1 0 1,1 1 0,0-1-1,-1 1 1,1 0 0,-2 2-1,1 0 56,0-1-1,1 0 1,-1 1-1,1-1 0,-1 1 1,1-1-1,0 1 1,0 0-1,0 6 1,0 19 289,0-15-125,1 0 0,1 0 0,3 23 0,-3-33-201,0 0 0,1 1-1,-1-1 1,1 0 0,0 0-1,0 0 1,0 0 0,1 0-1,-1 0 1,1-1 0,0 1-1,0-1 1,0 0 0,0 0-1,6 4 1,-2-3-9,0 0-1,0-1 1,0 0-1,0 0 1,0-1-1,1 0 1,-1 0-1,1-1 1,0 0-1,-1 0 1,1-1-1,0 0 1,9-1-1,-12 1 12,-3 0-40,1 0-1,-1 0 1,0-1-1,0 1 0,1-1 1,-1 0-1,0 1 1,0-1-1,0 0 1,0 0-1,0 0 1,0-1-1,0 1 0,0 0 1,3-4-1,-2 2-22,1-1-1,-1-1 0,0 1 0,0 0 1,0-1-1,3-8 0,-1 2-153,-1 0-1,-1-1 0,0 1 1,0-1-1,1-18 0,-3 17 84,0-10-144,0-29-1,-1 47 213,-1 0-1,1 0 0,-1 1 0,0-1 1,0 0-1,-1 0 0,1 0 0,-1 1 1,0-1-1,0 1 0,-6-9 0,5 9 42,-1 0-1,0 0 0,0 0 0,0 0 0,-1 1 1,1 0-1,-1 0 0,0 0 0,0 0 0,0 1 1,0 0-1,0 0 0,-8-2 0,2 2 33,0 1 1,-1 0-1,1 1 0,-1 0 0,-16 2 0,20 0-135,1 0 0,-1 0-1,1 1 1,0 0 0,-1 0-1,1 1 1,1-1 0,-1 2 0,1-1-1,-1 1 1,1 0 0,-7 8 0,9-11-1966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33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30 2657,'0'0'5387,"0"-5"-4451,0-14 283,0 19-1120,0 0-1,0-1 0,0 1 0,0 0 0,0 0 1,0-1-1,0 1 0,0 0 0,-1 0 0,1 0 1,0-1-1,0 1 0,0 0 0,0 0 0,0 0 1,-1-1-1,1 1 0,0 0 0,0 0 0,-1 0 1,1 0-1,0 0 0,0-1 0,0 1 0,-1 0 1,1 0-1,0 0 0,0 0 0,-1 0 0,1 0 1,0 0-1,0 0 0,-1 0 0,1 0 0,0 0 1,0 0-1,-1 0 0,1 0 0,0 0 0,0 0 1,-1 0-1,1 0 0,0 0 0,0 1 0,-1-1 0,1 0 1,0 0-1,0 0 0,0 0 0,-1 1 0,1-1 1,1 103 487,-9 199 2026,2-221-2519,7 89-1,0-65-36,-1 1288 413,-7-1154-394,7 128 21,1-357-111,0 0 1,0 0 0,4 11-1,2 20 76,12 105-28,-7-55-21,-6-45-4,-3-9-6,3 1 0,13 49-1,-10-56 5,-1 0 0,-2 0 0,-1 0-1,-1 1 1,-1 38 0,-3 1-2068,0-111-2122,0 15-279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39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7 173 2065,'0'0'1345,"0"-3"-1156,-1 0 0,-1-9 2442,1-8 2479,0 15-5023,0 0-1,1 0 0,0 0 1,0 0-1,0 0 0,2-9 1,-1 8-152,0-1 0,0 0 0,-1 0 1,-1-12-1,0 0 2878,1 29-2536,-1 17 163,0-13-188,1 1 1,0-1-1,1 0 1,1 0-1,3 16 1,-4-27-229,0 0 0,0 0 0,0-1 1,0 1-1,0 0 0,0-1 0,1 1 0,0-1 1,-1 1-1,1-1 0,0 0 0,0 0 0,0 0 1,1 0-1,-1 0 0,0 0 0,1 0 1,-1-1-1,1 1 0,-1-1 0,1 0 0,0 0 1,0 0-1,-1 0 0,1 0 0,0-1 1,0 1-1,0-1 0,0 0 0,5 0 0,1 0-26,-2 0 71,0 0-1,1 0 1,-1 0-1,0-1 0,0 0 1,10-3-1,-15 3-78,0 0-1,0-1 1,0 1-1,0 0 1,0-1 0,0 1-1,0-1 1,0 1-1,0-1 1,-1 0 0,1 0-1,-1 0 1,1 0-1,-1 0 1,0 0-1,0 0 1,0 0 0,0-1-1,0 1 1,-1 0-1,1-1 1,-1 1 0,1-4-1,0-7-379,0 1-1,-1-18 0,-1 7 117,1 21 276,0-1 0,-1 1 0,1 0 0,-1-1 0,0 1 0,1 0 0,-1-1 0,0 1 0,0 0 0,-1 0 0,1 0 0,0 0 0,-1 0 0,1 0 0,-1 0 0,0 1 0,1-1 0,-1 0 0,0 1 0,0-1 0,0 1-1,0 0 1,-1 0 0,1 0 0,0 0 0,0 0 0,-1 0 0,1 1 0,0-1 0,-4 0 0,-8-2 120,0 1 0,-1 1 1,-25 0-1,38 1-410,0 0-1,-1-1 1,1 1 0,0 0 0,0-1 0,-1 1 0,1-1 0,0 1 0,0-1-1,0 0 1,0 0 0,-3-2 0,-16-14-5539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02.64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161 11 4866,'0'0'2364,"-4"9"1304,1-7-3491,0-1-1,0 0 0,0-1 0,0 1 0,0-1 1,0 1-1,0-1 0,-1 0 0,1 0 0,0 0 1,-5-2-1,-6 1 22,-66 1 205,79 0-394,0 0-1,0 1 1,0-1-1,1 0 0,-1 0 1,0 1-1,0-1 1,0 0-1,1 1 1,-1-1-1,0 1 0,0-1 1,1 1-1,-1-1 1,0 1-1,1 0 1,-1-1-1,1 1 0,-1 0 1,1-1-1,-1 1 1,1 0-1,-1 0 1,1 0-1,0-1 1,0 1-1,-1 0 0,1 0 1,0 0-1,0 0 1,0 1-1,-3 32 314,4-28-244,-2 10 246,1-1 0,1 0 0,1 0 0,6 27 0,-7-37-265,1-1 0,0 1 0,0-1 0,0 0 0,0 1 0,1-1 0,0 0 0,0 0 0,0 0 0,0-1 1,1 1-1,-1-1 0,1 0 0,0 0 0,0 0 0,0 0 0,0-1 0,0 0 0,6 3 0,0-2 21,-1-1 0,1 0 0,0 0 0,0-1 0,1 0 0,18-1 0,-25 0-66,0 0-10,0 0-1,0-1 1,-1 0 0,1 1 0,-1-1-1,1-1 1,-1 1 0,1 0 0,-1-1-1,0 0 1,1 1 0,-1-2 0,0 1-1,0 0 1,0 0 0,-1-1 0,1 1-1,-1-1 1,1 0 0,-1 0 0,0 0-1,0 0 1,0 0 0,0-1 0,-1 1-1,1-1 1,0-4 0,3-5-355,-2-1 0,1 0 1,-2 0-1,0 0 0,-1 0 0,0-16 0,-1 26 330,0 0 0,-1 0 0,0 0 0,0 0 0,0 0 0,0 0 0,0 0 0,-1 0 0,0 0 0,0 0 0,0 1 0,0-1 0,0 1 0,-1 0 0,0-1 0,1 1 0,-1 0 0,0 0 0,-1 1 0,1-1 0,0 1-1,-1 0 1,1-1 0,-1 2 0,0-1 0,0 0 0,0 1 0,0-1 0,0 1 0,0 0 0,0 1 0,0-1 0,0 1 0,-5 0 0,1-1 96,1 0-1,-1 1 1,1 0-1,-1 1 1,1 0-1,-1 0 1,1 0-1,-1 1 1,1 0-1,0 0 1,0 1-1,0 0 1,0 0-1,1 1 1,-12 8 0,10-6-28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03.66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36 1 3009,'0'0'1054,"-3"0"-1006,-19 0 197,17 0 3513,0 0 3895,5 19-6783,10 147 656,3 49-925,-9-92-492,-2 137 233,-3-155-2066,1-139-3233,0 18-838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04.37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12 35 1489,'0'0'6130,"-3"1"-5537,3-1-508,-8 5 2129,8-5-2075,0 0-1,0 0 0,0 0 1,0 0-1,0 1 0,0-1 1,0 0-1,0 0 0,0 0 1,0 0-1,0 0 0,0 0 0,-1 2 3044,1-2-3044,0 0 1,0 0-1,36 0 256,358-6 1138,-333 5-1475,-35 1-61,-1 0 0,1-2 0,0-1-1,-1-1 1,37-11 0,-55 13-8,0-1-1,1 1 1,0 0-1,-1 1 1,15-2-1,-22 3 120,8 0 139,-4 0-242,-5 0-190,-81 0-1400,-4 0-4365,52 0 1659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05.72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8 0 5715,'0'0'5162,"-7"4"-3228,8 187 2988,19 94-4001,-13-203-814,-4 88 1,1 14 298,6 106-83,-10 242 683,1-527-996,0 0 1,0 0-1,0 0 0,0 0 0,1-1 0,0 1 1,0 0-1,0-1 0,0 0 0,1 1 0,0-1 1,0 0-1,0 0 0,0 0 0,1-1 0,4 5 1,-1-5 23,0-1 0,0 1 0,0-1 0,0-1 1,0 1-1,0-1 0,1 0 0,-1-1 1,12 0-1,0 0-8,221 0 171,-218-3-197,-1-2 0,1-1 0,-1 0 0,0-2 1,0 0-1,21-12 0,-10 5 20,-25 12-20,1 1 0,0 0 0,-1 0 0,12-1 0,-10 2 13,-1 0 1,1-1-1,-1 0 1,14-5-1,-19 7 43,-3 0 152,5-14-947,-2 1 1,1-1-1,-2 0 0,0 0 0,0 0 0,-2 0 1,0-21-1,0 28 86,0-36-4586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06.88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39 82 2673,'0'0'5189,"0"-5"-4821,2-43 2605,-1 24-229,-1 20-1390,0 8-141,0 9-1107,0 4 55,0-1 1,1 1-1,1 0 0,6 29 1,55 274 894,-49-232-677,41 195 109,-40-169-186,-9-45-219,5 94 111,-11 96-55,0-255-139,-1-1 0,1 0 0,0 0 0,-1 1 0,0-1 0,0 0 0,0 0 0,0 0 0,-1 0 0,1 0 0,-1 0 0,1 0 0,-5 4 0,4-6-29,0 0-1,-1 0 1,1-1 0,-1 1 0,1 0 0,-1-1-1,1 0 1,-1 0 0,1 0 0,-1 0 0,0 0-1,-4-1 1,0 1 22,-133 0-377,140 0 310,-1 0 0,1 0 0,-1 0 0,1 0 1,-1 0-1,1-1 0,0 1 0,-1 0 0,1 0 0,-1 0 0,1 0 1,0 0-1,-1-1 0,1 1 0,-1 0 0,1 0 0,0-1 0,-1 1 1,1 0-1,0 0 0,-1-1 0,1 1 0,0 0 0,0-1 0,-1 1 1,1-1-1,0 1 0,0 0 0,0-1 0,-1 1 0,1-1 0,0 1 1,0-1-1,0 1 0,0 0 0,0-1 0,0 1 0,0-1 0,0 1 1,0-1-1,-3-22-3949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09.18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326 17 1793,'0'0'4186,"-5"-1"-3869,0 0 24,0 0 0,1 0-1,-1-1 1,0 1 0,1-1 0,-5-3-1,9 5-138,-1-1 0,1 1 0,-1 0 0,1 0 0,0-1-1,-1 1 1,1 0 0,0 0 0,-1 0 0,1 0 0,-1 0-1,1-1 1,-1 1 0,1 0 0,0 0 0,-1 0 0,1 0-1,-1 0 1,1 0 0,-1 0 0,1 1 0,0-1 0,-1 0-1,1 0 1,-1 0 0,1 0 0,0 0 0,-1 1 0,0-1 0,-4 14 2054,5 29-2553,1-27 870,-1 972 1025,-3-923-1422,-16 86 0,15-126-93,-6 143 44,7-89-38,-12 57-11,0-14 405,9-75-383,-1-1 1,-18 57 0,-1 7-30,21-66-40,2 0 0,3 80 0,2-45-15,-2 28 0,-7-50-421,7-98-235,6 18 674,1 4-79,-4 2-186,-2 14 227,0 0 0,0 0-1,0 0 1,0 0 0,-1 0 0,0 0-1,1 0 1,-1 0 0,0 0 0,-1 0 0,1 0-1,0 0 1,-1 0 0,0 0 0,0 1 0,0-1-1,-2-5 1,1 5 6,0 2 1,1-1 0,0 0-1,-1 0 1,1 0 0,0 0-1,0-1 1,0 1 0,0 0 0,0 0-1,0-5 1,0 6 0,1 1 0,-1-1 0,0 0-1,0 1 1,0 0 0,1-1 0,-1 1 0,0-1-1,0 1 1,0 0 0,0 0 0,0 0-1,0-1 1,0 1 0,1 0 0,-1 0 0,0 0-1,0 0 1,0 0 0,-2 1 0,-28-7 1152,30 6-1083,0 0-55,-1 0 1,0 0-1,0 0 0,1 0 0,-1 1 0,0-1 1,1 0-1,-1 1 0,0-1 0,-2 2 0,1 1-7,-1-1 0,1 1 0,0 0-1,-1 1 1,1-1 0,1 1 0,-1-1-1,0 1 1,1 0 0,0 0-1,0 0 1,0 0 0,0 0 0,1 0-1,0 0 1,-2 8 0,1 5 121,1 0 0,0-1 0,2 22 0,0-4 212,-1-32-320,-1 1 0,1 0 0,0-1 0,1 1 0,-1 0 0,0-1 0,1 1 0,-1 0 0,1-1 0,0 1 1,0-1-1,0 0 0,0 1 0,0-1 0,1 0 0,-1 1 0,1-1 0,-1 0 0,1 0 0,0 0 0,0 0 0,0-1 0,0 1 0,0 0 0,0-1 0,0 1 0,1-1 0,-1 0 1,0 0-1,1 0 0,-1 0 0,1 0 0,0-1 0,-1 1 0,1-1 0,-1 1 0,1-1 0,4 0 0,-2 0-33,0 1-1,0-1 1,1 0-1,-1-1 1,0 1 0,0-1-1,0 0 1,0 0-1,0-1 1,0 1 0,0-1-1,-1 0 1,1-1-1,0 1 1,-1-1 0,0 0-1,0 0 1,1 0-1,3-5 1,-3 3-27,0 0 1,0-1-1,0 1 1,0-1-1,-1 0 1,0-1-1,-1 1 1,1-1-1,-1 0 0,-1 1 1,1-1-1,-1-1 1,0 1-1,-1 0 1,1 0-1,-1-1 1,-1 1-1,0-1 1,-1-14-1,0 19 72,0 0 1,0 0 0,-1 0-1,1 0 1,-1 0-1,0 0 1,0 0-1,0 1 1,-4-5-1,-9-13 63,11 11-77,-1 1-1,0-1 0,-1 1 1,-11-13-1,-9 2-1669,24 17 1075,-1 1-1,0 0 0,1 0 1,-1 0-1,0 1 0,0-1 1,0 1-1,0-1 0,-2 1 0,-13 0-6406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50.95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66 165 2225,'0'0'8553,"-4"-8"-8073,0 1-231,1-1 0,0 1 0,0-1-1,1 1 1,0-1 0,1 0-1,0 0 1,-1-14 0,5 147 3557,1 31-2893,-4 381 2521,0-536-3314,0-12-696,0-22 137,0-19-917,7-67 0,0 38-56,-3-104 1,-4 126 1051,-7-126-1425,6 170 1688,2 1 0,3-28 0,-2 37 80,-1 0 1,1 0-1,0 0 0,0 0 1,0 0-1,0 0 1,1 1-1,0-1 0,0 1 1,0 0-1,5-5 0,-5 6 35,0 0 0,0 0-1,0 0 1,0 1 0,0-1-1,0 1 1,1 0 0,-1 0-1,1 0 1,-1 0 0,1 0-1,0 1 1,0 0 0,0 0-1,0 0 1,0 0 0,0 1-1,0-1 1,0 1 0,6 0-1,10 0 140,24 0 221,-42 0-364,0 0 0,0 0-1,0 1 1,0-1 0,0 1 0,0 0 0,0 0 0,0-1 0,0 1 0,0 0 0,0 0 0,-1 1 0,1-1 0,0 0-1,-1 1 1,3 2 0,3 6 111,-1 1-1,0 0 1,0 0 0,-1 0-1,-1 1 1,0 0-1,4 15 1,-2 8 353,4 46 0,-8-62-298,-1-1-1,-1 1 0,-3 21 1,2-38-142,0 1 0,0 0 0,0 0 0,0-1 0,-1 1 0,1-1 0,-1 1 0,0-1 1,0 0-1,1 1 0,-1-1 0,-1 0 0,-3 3 0,-36 24 258,30-21-197,-5 2-78,0 0 0,0-1 0,-1 0 0,0-2 0,-1 0 0,1-1 0,-1-1-1,-1-1 1,1-1 0,0 0 0,-26 0 0,44-4-40,0 1 0,1-1 0,-1 1-1,0-1 1,1 1 0,-1-1 0,1 0 0,-1 1 0,1-1-1,-1 0 1,1 1 0,-1-1 0,1 0 0,-1 1 0,1-1-1,0 0 1,0 0 0,-1 0 0,1 1 0,0-1-1,0 0 1,0 0 0,0 0 0,0 0 0,0 0 0,0 1-1,0-1 1,0 0 0,0 0 0,1-1 0,-1-1-37,0 0 0,1 0 0,-1 0-1,1 0 1,0 0 0,-1 0 0,1 0 0,1 0 0,0-2 0,1 2 5,-1 1 0,1-1 0,-1 1 0,1 0 0,0 0 0,0 0 1,0 0-1,0 1 0,0-1 0,0 1 0,0 0 0,6-2 0,0 1 33,0 0 0,0 1 0,18 0 0,-24 1 30,-1 0 0,1 1 0,-1 0 0,1-1 0,-1 1 0,0 0 0,1 0 0,-1 0 0,0 0 0,0 1-1,0-1 1,0 0 0,0 1 0,0 0 0,0-1 0,-1 1 0,1 0 0,0 0 0,-1 0 0,0 0 0,3 4 0,2 5 119,0 1 0,8 23 1,-11-26-66,36 128 1374,-30-100-747,0-1 1,3 0-1,25 56 0,-35-88-663,0 0 0,1 0 0,-1-1 0,1 1 0,-1 0 1,1-1-1,0 1 0,0-1 0,1 0 0,-1 0 0,1 0 0,0-1 1,-1 1-1,1-1 0,0 0 0,0 0 0,1 0 0,-1 0 0,0-1 1,1 0-1,-1 0 0,0 0 0,1 0 0,-1-1 0,1 0 0,7 0 0,-9 0-42,0 0 1,-1-1-1,1 1 0,0-1 0,0 1 0,-1-1 0,1 0 0,0 0 0,-1 0 0,1 0 0,-1 0 0,1-1 0,-1 1 0,0-1 0,1 0 0,-1 1 0,2-4 0,0 1-61,-1-1 0,1 0 0,-1 1 0,-1-1 0,1 0-1,-1 0 1,1 0 0,1-8 0,-1 0-824,0-1-1,2-21 0,-2-22-5425,-3 50 1531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0:51.62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105 75 6515,'0'0'5725,"-2"-3"-4980,-10-18 2367,12 20-3037,0 0 0,-1 0-1,1 0 1,0 1-1,0-1 1,0 0 0,0 0-1,0 0 1,0 0 0,0 0-1,0 0 1,0 1 0,0-1-1,0 0 1,0 0 0,1 0-1,-1 0 1,0 0-1,1 1 1,-1-1 0,1 0-1,-1 0 1,1 1 0,-1-1-1,1 0 1,-1 1 0,1-1-1,0 0 1,-1 1 0,1-1-1,1 0 1,6-3 9,1 0-1,0 1 1,-1 0 0,1 0 0,0 1-1,0 0 1,0 0 0,16 1 0,-20 0-54,0 1 0,1 0 0,-1 1 0,0-1 0,0 1 0,0 0 0,0 0 0,0 1 0,0-1 0,0 1 0,0 0 0,0 1 0,-1-1 0,1 1 0,-1 0 0,7 6 0,-6-4 75,-1 1-1,0 0 0,0 0 0,-1 1 1,0-1-1,0 1 0,0-1 0,-1 1 1,0 0-1,0 0 0,-1 0 0,0 1 1,0-1-1,0 0 0,-1 0 0,0 0 1,-1 1-1,0-1 0,0 0 0,0 0 1,-1 0-1,0 0 0,0 0 0,-1 0 1,-6 12-1,0-7-60,0 0 1,-1 0-1,0-1 0,-16 13 0,-52 38 5,59-47-31,-106 79-21,120-91 0,5-2 2,-1-1-1,0 0 0,1 0 1,-1 1-1,0-1 0,1 0 1,-1 1-1,1-1 0,-1 1 1,1-1-1,-1 1 0,1-1 1,-1 1-1,1-1 0,0 1 1,-1-1-1,1 1 0,0 0 1,-1-1-1,1 1 0,0-1 1,0 1-1,0 0 0,-1-1 1,1 1-1,0 0 0,5 0-35,373 9 627,-268-11-2495,-108 0-1270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00.35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36 85 7780,'0'0'4783,"-3"-8"-4553,-19-62 1071,17 63 283,5 7-1523,-1 0 0,1 1 0,0-1 0,-1 0-1,1 0 1,0 0 0,0 1 0,-1-1 0,1 0 0,0 0-1,0 1 1,-1-1 0,1 0 0,0 0 0,0 1-1,0-1 1,-1 0 0,1 1 0,0-1 0,0 0-1,0 1 1,0-1 0,0 0 0,0 1 0,0-1-1,0 0 1,0 1 0,0-1 0,0 1 0,0-1-1,0 0 1,0 1 0,0-1 0,0 0 0,0 1-1,1-1 1,3 93 356,20 106 0,-7-76 38,-10-61-160,46 275 1173,-53-334-1451,20 64 323,-18-61-303,1 0 1,-1-1 0,1 1 0,0-1-1,0 1 1,1-1 0,0 0 0,6 7 0,-9-12-158,-18-107-8786,13 51 3602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01.03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0 195 5939,'0'0'4778,"0"-15"-4188,1-45-25,-1 57-497,0 0 0,0 0 0,0 0 0,1 0 0,0 0 1,-1 0-1,1 1 0,0-1 0,0 0 0,0 0 0,1 1 0,-1-1 0,1 1 0,-1-1 0,1 1 0,0-1 0,0 1 0,2-2 0,5-6 176,-5 6-167,0-1 1,0 1-1,1-1 1,-1 1-1,1 1 1,0-1-1,0 1 1,0 0-1,1 0 0,-1 0 1,1 1-1,0 0 1,0 0-1,0 0 1,-1 1-1,8-1 1,7 0 76,0 0 0,1 2 1,30 3-1,-41-1-113,0 0 1,0 0-1,0 1 0,0 1 1,0 0-1,-1 0 1,0 1-1,0 0 0,0 0 1,-1 1-1,1 0 0,-1 1 1,7 7-1,1 2 197,0 1 0,-2 1 0,0-1 0,23 40 0,-33-48-138,1 1 1,-1 0 0,0 0-1,-1 0 1,0 0-1,2 19 1,-3 0 244,0 34-1,-2-42-262,-1-15-52,1 0-1,-1 1 1,1-1-1,-2 0 1,1 0-1,-1 0 1,0 0-1,0 0 1,0 0-1,-1-1 1,0 1-1,-6 7 1,4-6-2,-1 0 1,0 0-1,-1-1 0,0 0 1,0 0-1,0-1 0,-16 9 1,7-6-100,0 0 1,-1-2 0,0 0 0,-1 0 0,1-2-1,-1-1 1,0 0 0,-20 1 0,-10-1-37,2 0-798,16-2-5164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01.4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39 107 12486,'0'0'7827,"-7"6"-7667,0-6-1360,0-19-705,0-22-1281,-4-12-4657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02.20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426 34 8196,'0'0'7102,"-12"-8"-5235,3 4-1764,0 0-1,0 0 1,0 1-1,0 1 0,-1-1 1,1 1-1,-1 1 1,1 0-1,-1 0 1,0 1-1,-13 1 1,11-1-71,3 0-28,0 0 0,1 1-1,-1 0 1,0 1 0,1-1 0,0 2 0,-1-1-1,1 1 1,0 0 0,0 1 0,0 0 0,1 0-1,-1 1 1,1 0 0,0 0 0,0 0 0,1 1-1,-11 12 1,1 1 31,1 0 0,1 0 0,-22 43 0,30-49 11,0-1 1,1 1 0,1 0 0,0 0-1,1 1 1,1-1 0,0 1 0,-1 20-1,3-33-42,0 15 127,1 0 1,2 16-1,-2-27-91,0 0 0,0 0 0,1 0 0,0 0 0,0 0 0,0 0 0,1-1 0,-1 1 0,7 7 0,0-1 16,1-1 0,0 0-1,1-1 1,0 0 0,0 0 0,1-1-1,0-1 1,20 9 0,9 2-4,60 15 0,-60-21-31,58 26 0,-87-32-23,50 27 9,-57-30-10,0 0 1,-1 0 0,1 1-1,-1 0 1,0 0 0,0 0-1,-1 1 1,1-1 0,-1 1-1,3 5 1,-4-2-6,0 0 0,-1-1-1,1 2 1,-2-1 0,1 0 0,-1 0-1,0 0 1,-1 0 0,0 0 0,-3 12-1,1-14 25,0 0-1,0 0 1,-1 0-1,1 0 1,-2 0-1,1-1 1,0 0-1,-1 0 0,0 0 1,0 0-1,0-1 1,-11 7-1,3-3-4,0 0 0,-1-1 0,0 0 0,-25 8 0,20-11-3,1 0-1,-1-1 0,-35 1 1,-58-6-1137,108 2 814,-1-1-1,1 1 1,0-1 0,0 0-1,0 0 1,0 0-1,0-1 1,0 0-1,0 0 1,0 0 0,1 0-1,-5-3 1,-14-9-5066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10.22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69 6323,'0'0'12387,"1"8"-10645,89 191-400,-80-173-1215,1-1 1,1 1-1,24 36 1,-34-59-116,0-1 0,1 1 0,-1 0 1,1-1-1,-1 0 0,1 0 0,0 0 0,0 0 1,0 0-1,0 0 0,0-1 0,0 1 1,6 1-1,-7-3-14,0 1 0,1-1-1,-1 0 1,0 0 0,0 0 0,0 0 0,0 0 0,0 0-1,1 0 1,-1-1 0,0 1 0,0-1 0,0 1 0,0-1 0,0 0-1,0 0 1,0 0 0,0 0 0,-1 0 0,1-1 0,0 1-1,-1 0 1,1-1 0,1-1 0,8-14-155,0 0 0,-1 0 0,-1-1 0,-1 0-1,11-37 1,-4 13-301,0 2-38,-7 17 237,0 0 1,2 0-1,1 1 0,0 0 0,21-28 0,-29 47 239,0 0-1,0-1 1,0 2-1,1-1 1,0 0-1,0 1 0,-1 0 1,1-1-1,0 2 1,1-1-1,-1 0 1,0 1-1,8-2 1,4 1-432,-1 0 1,26 1 0,-3 0-1429,4-2-1901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10.84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6 7075,'0'0'6899,"3"-2"-6346,-3 2-473,1 0 0,-1-1 0,0 1 0,1 0 0,-1-1 0,1 1 0,-1 0 0,0 0 0,1 0 0,-1 0 1,1-1-1,-1 1 0,0 0 0,1 0 0,-1 0 0,1 0 0,-1 0 0,1 0 0,-1 0 0,0 0 0,1 0 0,-1 0 1,1 0-1,-1 0 0,1 0 0,-1 1 0,0-1 0,1 0 0,0 0 0,3 17 2727,-3-7-3238,9 93 1213,-5 170 0,-6-170-313,0-18-94,4 139 511,0-185-713,2 0 1,1 0 0,19 64-1,-23-99-200,-2-2 13,0-1 0,0 0-1,0 0 1,1 0 0,-1 0 0,0 0-1,1 0 1,-1 1 0,1-1 0,-1 0-1,1 0 1,-1 0 0,1 0 0,0-1-1,0 1 1,-1 0 0,1 0 0,0 0 0,0 0-1,0-1 1,0 1 0,0-1 0,0 1-1,0 0 1,0-1 0,0 0 0,0 1-1,1 0 1,-1-2-66,0 1 0,-1-1-1,1 1 1,-1-1 0,1 1 0,-1-1-1,0 1 1,1-1 0,-1 1 0,1-1-1,-1 0 1,0 1 0,1-1 0,-1 0-1,0 1 1,0-1 0,0 0 0,0 1-1,1-1 1,-1 0 0,0 1 0,0-1-1,0 0 1,0 1 0,-1-2 0,1-27-1541,0 21 822,0-32-3016,0 2-1321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11.23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63 11301,'0'0'5259,"10"5"-4819,-7-3-371,5 1 148,1 1 1,-1-1 0,1 0 0,-1-1 0,1 0 0,0 0 0,0-1 0,11 1 0,80-2 1003,15 0-876,-39 0-3112,-81-4 1257,-28-49-3943,12 19 334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11.59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10293,'0'0'4626,"220"0"-4578,-171 0-48,-11 0-224,-3 0-673,-11 9-1408,-3 7-2609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11.97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37 3 7091,'0'0'6438,"17"0"-5931,2-1-315,100 0 1587,-115 1-1710,-1 0-1,1 0 1,0 1-1,-1 0 1,1-1-1,0 2 0,-1-1 1,0 0-1,1 1 1,-1-1-1,0 1 1,1 0-1,-1 0 1,0 0-1,0 1 0,-1-1 1,1 1-1,0-1 1,-1 1-1,0 0 1,1 0-1,-1 0 1,0 0-1,2 6 0,-1 0 139,0 0 0,0 0-1,-1 0 1,-1 0 0,1 0-1,-1 0 1,-1 1 0,0-1-1,-1 12 1,0-13-164,0 0 0,-1-1 0,0 1-1,0-1 1,-1 0 0,0 0 0,0 0 0,0 0 0,-7 10-1,-5 4 65,-27 29-1,21-26-43,-25 26 58,18-20-8,2 2-1,-45 66 1,71-98-112,-1 1-1,1-1 0,0 0 1,-1 1-1,1-1 0,0 1 0,-1-1 1,1 1-1,0-1 0,-1 1 1,1-1-1,0 1 0,0-1 1,0 1-1,0-1 0,-1 1 1,1 0-1,0-1 0,0 1 0,0-1 1,0 1-1,0-1 0,0 1 1,0-1-1,1 1 0,-1 0 1,0-1-1,0 1 0,1 0 1,8-3-56,-8 1 28,20-7-139,-1-1 0,0-1 0,0 0 1,18-15-1,15-7-29,-5 6 129,0 2-1,72-24 1,-89 38-457,0 2-1,0 0 0,1 3 1,0 0-1,43 0 1,-65 8-3100,-8 10-2335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24.1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273 116 1825,'0'0'9340,"2"-16"-2350,-29 15-6039,-22 0-691,46 1-252,-1 1 0,1-1 0,-1 1 1,1-1-1,-1 1 0,1 0 1,-1 1-1,1-1 0,0 1 1,-4 2-1,-11 9 123,1 0 0,0 2 0,1 0 0,-20 25 0,30-32-75,0 0 0,0 1 0,1-1 0,0 1 1,1 0-1,0 1 0,0-1 0,1 1 0,0-1 0,1 1 0,0 0 0,-1 11 1,3 157 529,0-168-522,2 0 0,0 1-1,0-1 1,0 0-1,1 0 1,1 0-1,0 0 1,0-1-1,1 0 1,0 0 0,1 0-1,0 0 1,7 8-1,11 10 219,1 0-1,40 32 1,-31-32-175,1-3 1,1 0-1,1-3 1,2-1-1,0-1 0,81 25 1,-103-39-94,1-1 0,-1 0 0,1-1 0,1-1 0,-1-1 1,25-1-1,-41 0-27,1-1 0,0 1 0,-1-1 0,1 0 0,-1 0 0,1 0 0,-1 0 0,1 0 0,-1-1 0,0 1 0,0-1 0,0 1 0,1-1 1,-1 0-1,-1 0 0,3-3 0,3-4-46,0 0 1,8-17-1,-8 14-23,11-18-29,-1 0-1,-2-1 1,-1-1-1,-2 0 1,-1-1-1,-1 0 0,-2-1 1,-2 0-1,4-54 1,-9-41 148,-1 123-43,-1 0-1,0 0 0,0 0 1,0 0-1,-1 0 0,0 0 1,0 1-1,-1-1 1,1 1-1,-1 0 0,0-1 1,-6-6-1,-5-5-24,-33-33 1,22 26 68,-7-6-40,-66-49 0,27 25-202,63 48 177,0 1 1,0 0-1,0 1 1,-1 0-1,0 0 1,0 0 0,0 1-1,0 1 1,0 0-1,-14-2 1,1 2-13,-1 0 0,0 2 1,-27 3-1,46-3 31,0 2-1,0-1 1,0 0-1,0 1 1,0 0-1,1 0 1,-1 0-1,1 0 1,-1 1-1,1-1 1,0 1-1,0 0 1,0 0-1,0 0 1,0 0-1,1 0 1,-5 8-1,0 0-95,1 1 1,0 0-1,0 0 0,-5 18 0,-3 24-679,10-19-3442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24.7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158 22 3810,'0'0'3914,"2"-2"-3314,0 0-275,-1 1-221,0 1 0,0-1 0,-1 0 0,1 1 1,-1-1-1,1 0 0,0 1 0,-1-1 0,1 0 0,-1 0 0,0 0 0,1 1 0,-1-1 0,1 0 0,-1 0 0,0 0 0,0 0 0,1-3 3071,-2 4-3115,0 0 0,0 1 0,0-1 0,0 0 1,0 0-1,0 0 0,0 0 0,0 1 0,0-1 0,0 1 0,0-1 0,1 0 0,-1 1 1,-1 0-1,-8 9 42,1 0 0,0 1 1,0 0-1,-11 20 1,-25 54 540,29-54-496,12-23-96,-1 0 23,0 1-1,1 0 1,0 1 0,0-1 0,1 1-1,0 0 1,1 0 0,-2 17 0,4-26-176,0-4-387,1 0 272,-1 0 0,1 0 0,-1 0 0,0 0 0,0 0 0,0 0-1,-1-3 1,0-5-523,1 2-41,1 0 0,1 0 1,-1-1-1,4-7 0,4-23-5021,-6 27 2008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25.1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1 0 4914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25.5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130 97 4914,'5'-81'1257,"-3"65"6650,-2 19-7440,1 8-235,1 0 0,0 0 0,1 0 0,1-1-1,0 1 1,8 16 0,5 14 269,-3 0 4,-6-16 41,0 0 0,2-1 0,20 35 0,-27-53-648,2 3 672,-4-14-4683,-3 1 3547,1 0 0,0 0-1,-1 1 1,0-1 0,0 1 0,0-1-1,0 1 1,-1 0 0,1-1 0,-6-4-1,-9-7-3298</inkml:trace>
  <inkml:trace contextRef="#ctx0" brushRef="#br0" timeOffset="1">1 223 6963,'0'0'7636,"184"-35"-7492,-152 26-144,-11 0-1041,-11 2-3297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30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2097 1434 4098,'0'0'7483,"-15"-6"548,3 5-7847,0 1 0,0 1 1,0 0-1,0 0 1,0 1-1,0 1 0,0 0 1,-17 6-1,11-1-149,0-1 0,-1-1 0,0 0 0,-1-2 0,1 0 0,-1-1 0,1-2 0,-28 1 0,-52-1-26,-109-3 19,200 0-28,1 0 0,0 0 0,-1-1 1,1 0-1,0 0 0,0-1 0,0 0 0,1 0 0,0-1 0,-1 0 0,-7-8 0,-9-6 15,16 13-20,1 0 0,0 0 0,0-1 0,0 1 0,1-1-1,1-1 1,-1 1 0,1-1 0,0 1 0,0-1 0,-2-9 0,-4-16-62,-9-49 1,12 53 97,-19-135-41,11 56-20,11 88 35,-1 0-1,-1 0 0,0 1 0,-15-27 0,-43-68-35,44 81 44,-64-88-40,39 60 70,-53-71-46,80 112 4,-1 1-1,-1 0 0,-32-21 1,26 20-11,17 13 9,0 2-1,0-1 1,0 2 0,-1-1-1,-16-5 1,11 5-17,-29-19 25,35 19-5,1 0-1,0 0 1,-1 1 0,-10-4 0,-128-31-24,85 28-6,50 10 31,-1-1 1,0-1-1,1 0 1,-1 0-1,-12-6 0,9 3 28,13 5-33,0 0 0,0 0 0,0-1 1,0 1-1,0-1 0,0 0 0,0 0 0,-3-2 0,3 2-1,0 0-1,-1 0 1,1 0 0,-1 1-1,1-1 1,-1 1 0,0 0 0,1 0-1,-1 1 1,0-1 0,0 1-1,0-1 1,0 1 0,-6 1 0,3-1-1,1 0 0,0 0 0,0-1-1,-9-1 1,-9 1-33,24 1 40,-1 0 50,-53 0 129,53 0 76,20 0-2875,4 3-195,1 10-1593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1:34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1951 1 2769,'-2'1'14504,"-7"4"-13369,-14-3-871,1 0 0,-1 2 0,0 1 0,-31 10 0,-4 1 17,-2 2-214,0 2 0,-67 33-1,95-36-62,-42 28 0,28-16-12,10-5 48,1 2-1,2 2 0,-43 44 1,70-65-35,-136 147-16,-12 12 222,112-119-181,-45 44 49,-63 53-28,100-94-75,-79 57 0,121-99 16,-2-1-1,1-1 1,-1 1-1,0-2 0,0 1 1,0-1-1,-1-1 1,0 0-1,-18 4 1,19-5-11,0-1 1,-18 8 0,20-7 6,0 0-1,0 0 1,0-1-1,0 0 1,0-1 0,-11 1-1,8-1-24,-1 1-1,0-1 1,0 2-1,-14 5 1,12-4-62,0-1 1,-17 3-1,26-6 62,-13 3 71,18-3-41,-1 0 0,1 0 0,0 0 0,-1 0-1,1 1 1,-1-1 0,1 0 0,0 0 0,-1 0 0,1 1 0,-1-1 0,1 0 0,0 1 0,-1-1 0,1 0 0,0 1-1,-1-1 1,1 0 0,0 1 0,0-1 0,0 0 0,-1 1 0,1-1 0,0 1 0,0-1 0,0 1 0,0-1 0,0 0-1,-1 2 1,1-2 74,0 0-36,0 1 0,0-1 0,0 0 0,0 0 0,0 1 0,0-1 0,0 0 0,0 1 0,0-1 0,0 0 0,0 0 0,0 1 0,0-1 1,0 0-1,0 1 0,0-1 0,0 0 0,0 0 0,0 1 0,0-1 0,1 0 0,-1 0 0,0 1 0,0-1 0,0 0 0,0 0 0,1 1 0,-1-1 0,0 0 0,0 0 0,0 0 0,1 1 0,-1-1 0,0 0 0,0 0 0,1 0 0,-1 0 0,9 1 96,19-1 625,-27 0-973,0 1 1,-1-1 0,1 0-1,0 0 1,0 0 0,0-1 0,-1 1-1,1 0 1,0 0 0,0 0-1,-1-1 1,1 1 0,0 0 0,-1-1-1,1 1 1,0 0 0,-1-1 0,1 1-1,0-1 1,-1 1 0,1-1-1,-1 1 1,1-1 0,0-1-1,0-9-6181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09-20T06:48:39.3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31416 2460 372 0,'0'0'86'0,"0"0"-78"15,0 0 0-15,0 0 32 0,0 0 11 16,0 0-16-16,0 0 1 16,0 0 0-16,0 0 8 15,0 0 5-15,0 0-5 16,0 0-14-16,0 0-5 15,0 0-14-15,0 0-6 16,0 0-4-16,0 4 0 16,0 8 0-16,0 7 0 15,0 6 3-15,0 5-4 16,0 9 0-16,6 14 4 16,-1 14-2-16,8 16 7 15,-2 13 16-15,4 1-3 16,4 0-2-16,-3-14 4 15,-3-13 1-15,8-16-3 16,-8-15-5-16,-2-13-1 0,-6-12-11 16,-5-14-1-16,0 0-4 15,0 0-2-15,0 0-12 16,0 0-32-16,-5-21-22 16,-19-8-30-16,8-7-4 15,11-8-64-15,-3-4-21 16,8 0-169-16</inkml:trace>
  <inkml:trace contextRef="#ctx0" brushRef="#br0" timeOffset="1031.26">31240 2506 112 0,'0'0'64'0,"0"0"-53"15,0 0 3-15,0 0 10 16,0 0-18-16,0 0 2 15,98-81 26-15,-69 81 6 0,-3 0-10 16,3 0-3 0,10 0 6-16,1 0-2 0,-1 0-11 15,-5 0-16-15,6 0 0 16,-6 0 0-16,0 0 0 16,6 0 4-16,-12 0 1 15,1 0-3-15,-5 0-1 16,-3 0-2-16,3 0 2 15,-3 0 7-15,8 16-2 16,-6-4 3-16,-2 0 1 16,3-1 1-16,0-4 1 15,-3 4-5-15,-3-10-1 0,-2 4 7 16,-11 1-4-16,3 1-2 16,-8 0-3-16,0 4 0 15,0 5 9-15,0 3-6 16,0 4 8-16,0 4 6 15,-23 3-12-15,-12 3-10 16,6-3 2-16,-10 4 0 16,-11-2 1-16,-3 1-2 15,-2-6-3-15,-3-1 3 16,8-5-4-16,11-8 0 16,-1-6-2-16,12-4 0 15,9-3-24-15,9 0 24 16,10 0 1-16,0-17-13 15,0-3-7-15,0 4-3 16,0-1 9-16,5 8-9 0,13-5-1 16,-2 7-4-16,13 1 2 15,5-4 22-15,0-1 1 16,11 2-8-16,-6-5-27 16,6 5-17-16,3 2 31 15,-14 4 22-15,-3 3-8 16,-2 0 11-16,0 0 10 15,0 0-1-15,-8 0 7 16,3 16 7-16,-1 5 11 16,-7-2 0-16,8 4 6 15,-8 4 9-15,-3-1-5 16,-8 4-7-16,0-3 7 0,-5 6-2 16,0 1-4-16,0 1-8 15,0 7-9-15,0 1 3 16,0-3-1-16,-23-2-2 15,-6 1 4-15,-3-6-9 16,-15-4 0-16,2-5-12 16,-13-4-4-16,-2-8 4 15,-14-8-4-15,-5-4 5 16,-13 0-5-16,8-30-40 16,16-6-10-16,23-1 24 15,27 9 17-15,12 3-8 16,6 9-20-16,0 2-22 15,0 1-20-15,16 3-53 0,8-4-104 16</inkml:trace>
  <inkml:trace contextRef="#ctx0" brushRef="#br0" timeOffset="2182.56">32408 2517 289 0,'0'0'56'16,"0"0"-10"-16,0 0 25 15,0 0-11-15,0 0-16 16,0 0 1-16,0 83-11 16,0-64 7-16,0 1-1 15,0 4 7-15,-11 3-16 16,6-4-9-16,-8 3-8 0,8-3 1 16,0 0 0-16,-1 0-8 15,1 0-4-15,0-2 3 16,-8-1 0-16,7-1-2 15,6 5 0-15,-5-4 1 16,-5 3-2-16,4-1 0 16,6-4-1-16,0 5 2 15,0-4 5-15,0-2-2 16,0 8-2-16,0-6 0 16,0 3 0-16,0 1 0 15,0-4-4-15,0 4 13 16,0 0-8-16,16-2 0 15,0 2 1-15,2-10-3 0,-7 1 1 16,12-5-4 0,-7-6 10-16,13 1-2 0,0-4 3 15,5 0 1-15,11 0-4 16,0 0 1-16,7 0-5 16,-2 0-3-16,3 0-1 15,-14 0 0-15,1 0 1 16,-6-4-1-16,-8-12-1 15,3-7 0-15,-10-3-9 16,-4-1-7-16,-4-10-3 16,2 2 4-16,-8-1 3 15,-5-1 6-15,0 4-6 16,0 1 7-16,0-2 5 16,0 1 7-16,0-4-3 0,0-2-4 15,0-2-24-15,0 2 5 16,0-1 7-16,-18 6 4 15,2 5 7-15,6 2-6 16,4 0-4-16,-7 6 11 16,8 3 1-16,0-1-1 15,-1 8 1-15,6 4 1 16,0 2 6-16,0 5-3 16,0 0 7-16,-5 0 7 15,5 0-11-15,0 0-4 16,0 0 1-16,0 12-1 15,0 2-2-15,0-3-2 16,0 4 0-16,0-2-7 0,0-2-58 16,-8 1-105-16,3 2-221 15</inkml:trace>
  <inkml:trace contextRef="#ctx0" brushRef="#br0" timeOffset="2686.03">33384 2829 353 0,'0'0'242'0,"0"0"-178"16,0 0-28-16,0 0 26 15,0 0-24-15,0 0-12 16,15-74-21-16,-1 65 0 15,-4 2 0-15,-10 0-5 16,0 7-1-16,0 0-53 16,0 0-133-16,0 0-139 15</inkml:trace>
  <inkml:trace contextRef="#ctx0" brushRef="#br0" timeOffset="3129.73">33389 3130 79 0,'0'0'353'16,"0"0"-266"-16,0 0 32 16,0 0 6-16,0 0-43 15,0 0-25-15,74-73 7 16,-64 63-25-16,-2 4-19 0,-3 6-17 16,-5 0-3-16,0 0-14 15,0 0-47-15,0 10-103 16,-23 16-311-16</inkml:trace>
  <inkml:trace contextRef="#ctx0" brushRef="#br0" timeOffset="12241.71">24376 4290 73 0,'0'0'16'15,"0"0"-13"-15,0 0-2 16,0 0 3-16,0 0 3 16,0 0-2-16,0 6-3 15,0-1-1-15,0 8 1 16,0-5 4-16,0 0 2 16,0 5-7-16,0 4-1 15,0-2-9-15,0 1-83 16</inkml:trace>
  <inkml:trace contextRef="#ctx0" brushRef="#br0" timeOffset="89691.39">32158 5301 299 0,'0'0'88'16,"0"0"-53"-16,0 0 6 15,0 0 8-15,0 0-1 16,0 0-20-16,19 0-5 16,-19 0 10-16,0 0 8 15,0 0-9-15,0 0 1 16,0 0-3-16,0 0 1 16,0 0-7-16,0 0-2 15,0 0-7-15,0 0-4 0,0 0-2 16,0 0-4-16,0 0-2 15,0 0-2-15,0 0 4 16,0 0-2-16,5 0-2 16,0 0 6-16,0 9-3 15,8 8 6-15,-7 0 0 16,-1 6-6-16,6 0 8 16,-6 7-12-16,3 0 1 15,-3 3 2-15,0 1-1 16,0 7-1-16,1-3 3 15,-1 1-4-15,-5-2 1 16,5-2 4-16,3 1-4 0,-3 1 1 16,1 2 0-16,-1 2-2 15,0 1 1-15,0-1 0 16,3-2-1-16,-2 1 1 16,9 0 1-16,-4 7 1 15,2 0 2-15,-2-5 0 16,-1-1 2-16,-2-16-4 15,-3-3-1-15,0-9-1 16,-5-5 2-16,0-3 0 16,0-1-3-16,0-1 0 15,0 0 2-15,0 4 7 16,0 3-4-16,0-7-3 16,0 1 2-16,0-4-3 0,0 3 1 15,0-3-1 1,0 0 1-16,0 0 0 0,0 0 0 15,0 0-2-15,0 0-18 16,0 0-31-16,0-7-40 16,0-28-86-16,0 4-133 15</inkml:trace>
  <inkml:trace contextRef="#ctx0" brushRef="#br0" timeOffset="90340.97">32011 6151 242 0,'0'0'90'0,"0"0"-64"15,0 0 25-15,0 0 19 16,0 0-15-16,0 0-10 16,-5-23-7-16,5 22 9 15,0 1-5-15,0 0-6 16,0 0-2-16,0 0-4 0,0 0-5 16,0 0-6-1,0 0 0-15,0 0 0 0,0 0 3 16,10 8 7-16,14 13-9 15,5 3 5-15,-8 7 3 16,13 6-6-16,-5 8 3 16,5 1 1-16,0-3-4 15,-5-3 2-15,0-3-3 16,-13-11-3-16,8-10-6 16,-14-5-1-16,1-8-6 15,-6 0 3-15,3-3-6 16,-3 0 1-16,6 0-3 15,-6 0-4-15,13-10 1 16,-2-16-9-16,8-11-9 0,10-3-21 16,5-6 11-16,11-1 11 15,8-2-4-15,-3 2 10 16,8 4 5-16,-13 2-6 16,-8 7 13-16,-7 15-2 15,-20 5 4-15,1 8 0 16,-8 3 0-16,-3 3 0 15,-5 0 7-15,0 0 5 16,0 0-11-16,0 0-1 16,0 0-6-16,0 6 1 15,0 4-47-15,0 9-44 16,-13 2-103-16,-37 9-300 16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3:00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83 256,'0'0'6278,"-14"-3"4177,14 1-10390,0 0 0,0 1 0,0-1-1,0 1 1,0-1 0,1 0 0,-1 1 0,1-1 0,-1 1-1,1-1 1,-1 1 0,1-1 0,0 1 0,0 0 0,0-1-1,-1 1 1,2 0 0,-1 0 0,0-1 0,0 1 0,0 0-1,0 0 1,1 0 0,-1 0 0,0 1 0,1-1 0,-1 0-1,1 0 1,2 0 0,11-8 98,-7 5-162,-1 0 0,1 0 0,0 1 0,0 0 0,0 0 0,1 1 0,-1 0 0,12-1 0,8 1-5,34 1 0,-35 1 3,-22 0-9,-1 1 1,0 0-1,0-1 1,0 1 0,0 1-1,0-1 1,0 0-1,0 1 1,0 0-1,-1 0 1,1 0-1,-1 0 1,1 1 0,-1-1-1,0 1 1,0 0-1,0 0 1,3 4-1,-3-3-2,0 0-1,0 1 1,0-1-1,0 1 1,-1 0-1,0 0 1,0-1-1,0 2 1,0-1-1,-1 0 1,0 0-1,0 0 0,0 8 1,0 34 20,1-25 16,-2 0 0,-4 37 0,2-52-22,0 0 0,0-1-1,-1 1 1,1-1 0,-2 1 0,1-1 0,-1 0 0,0 0-1,0-1 1,0 1 0,-6 5 0,1-3-33,1 0 0,-1 0 1,0-1-1,-1 0 0,-19 10 0,20-14 3,0 1-1,-1-2 1,1 1-1,-1-1 1,0-1-1,0 0 1,1 0-1,-1-1 1,-11-1-1,18 1 10,3-31-701,1 29 703,0 1 1,0-1-1,0 1 1,1 0-1,-1-1 1,0 1-1,1 0 1,-1 0-1,1 0 1,0 0 0,-1 1-1,4-2 1,23-9-156,-26 10 144,14-3 34,1 1 1,-1 0-1,1 1 0,0 1 1,27 1-1,-25 0 23,-17 1-20,1-1 0,-1 1-1,0 0 1,0 0 0,0-1 0,0 2 0,0-1 0,0 0-1,0 0 1,0 0 0,-1 1 0,1-1 0,0 1 0,-1 0 0,1-1-1,-1 1 1,2 2 0,1 1 40,-1 1 0,0-1 0,0 0 0,0 1 0,3 7 0,-2 2 80,0-6 16,-1 1 1,0 0-1,-1 0 0,0 0 1,0 19-1,-1 2 181,0-12-80,-2-1 0,-2 25 0,2-37-181,0 0 0,-1 0 0,0 0 0,0-1 0,0 1 0,-1 0 0,0-1 0,0 1 0,0-1 0,-7 9 0,-5 3 122,0-1-1,-1-1 0,-1 0 0,-29 19 0,37-28-165,0 0-1,-1-1 1,0 0-1,0-1 1,0 0-1,0-1 1,-1 0-1,1 0 1,-1-1-1,0 0 0,-13-1 1,21 0-25,1-1 0,-1 0 0,1 0 0,-1-1 0,1 1 0,-1 0 0,1-1 0,-1 0 0,1 1 0,-1-1 0,1 0 0,0 0 0,-5-3 0,5 1-12,0 1 0,-1-1 0,1 0 1,0 0-1,0 0 0,0 0 1,1 0-1,-1-1 0,-1-4 1,-2-17-12,5 22 8,0-1 0,-1 1 0,1 0 1,-1-1-1,0 1 0,0 0 0,0 0 0,0-1 0,-1 1 0,-2-4 0,4 7-64,0-8-4991,1-4 1165,5-6-4721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3:02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1889,'-1'2'15499,"-2"13"-15172,3 77 856,-2 12 324,22 184-1,-18-273-1255,1 5-848,-2-39-142,-1-246-1212,1 260 1905,0 0 0,0 0 0,0 0 0,0 0-1,1 0 1,0 0 0,0 0 0,0 0 0,1 1 0,-1-1-1,1 1 1,4-5 0,0 0-64,0 1-1,0 0 1,1 1-1,16-13 1,-17 15 83,0 0 0,1 1 0,-1 1 0,1-1 0,0 1 0,0 0 0,12-2 0,-4 2-24,1 1-1,30 0 0,-45 3 58,0-1 1,0 1-1,0-1 1,0 1-1,-1 0 1,1 0-1,0 0 1,0 0-1,-1 0 1,1 0-1,-1 0 1,1 0-1,-1 1 1,1-1-1,-1 1 1,0-1-1,0 1 1,0-1-1,1 1 1,-2 0-1,1-1 1,0 1-1,0 0 1,0 0-1,-1 0 1,1 2-1,2 6 59,0 0 0,-1 0 0,1 18 0,1 43 717,-8 75-1,2-115-526,-1 0 0,-2 0 0,-1-1 0,-11 36 0,14-80-431,2-11-90,2-1-85,1-1 0,2 2 1,9-38-1,-6 35 220,1-27 113,-7 39 18,1-1 1,5-15 0,-3 15-11,-4 15-3,0-1 0,1 1 0,-1-1 0,1 1 0,0-1 0,-1 1 0,1 0 0,0-1 0,1 1 0,-1 0 0,0 0 0,1 0 0,-1 0 0,1 0 0,-1 0 0,1 0 0,0 0 0,0 1 0,0-1 0,2-1 0,12-7-18,0 1 0,0 1 1,1 0-1,0 1 0,1 1 1,0 0-1,21-3 0,-25 6 55,-11 2-15,0 0 1,-1 0-1,1 1 1,0-1-1,0 1 1,0 0-1,0-1 1,0 1-1,0 1 1,0-1-1,-1 0 1,6 2-1,-7 0 4,1 0-1,-1 0 1,0 0 0,0 0 0,0 0-1,0 0 1,0 0 0,0 1-1,-1-1 1,1 0 0,-1 1 0,1-1-1,-1 3 1,3 9 57,3 16 163,0 0-1,-2 1 0,-1 0 1,-2 37-1,2 11 327,-3 12 100,0-91-560,0-12-2084,0-42-2153,0 23-632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3:02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0 3185,'0'0'11974,"-3"2"-11352,-3 4-482,-1 1 0,1 0 0,1 0 0,-1 0 0,1 0 0,1 1 0,-1 0 1,-4 12-1,-6 10 42,-199 378 2206,212-403-2363,-36 80 779,34-74-837,1 0 0,0 0 0,0 1 1,2-1-1,-2 22 0,4-40-280,0 1 1,0-1-1,1 1 1,-1-1-1,2 1 1,2-7-1,2-6-642,31-104-7166,-24 73 4007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3:03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6851,'0'0'5090,"15"-3"-4153,45-7 114,-59 9-977,1 1 0,-1 0 0,1 0 0,0 0 0,-1 0-1,1 0 1,0 0 0,-1 0 0,1 1 0,-1-1 0,1 0 0,-1 1 0,1 0 0,-1-1 0,1 1 0,-1 0-1,1 0 1,-1-1 0,0 1 0,0 0 0,1 1 0,-1-1 0,0 0 0,0 0 0,0 0 0,0 1-1,0-1 1,0 0 0,-1 1 0,1-1 0,0 1 0,-1-1 0,1 1 0,-1-1 0,1 1 0,-1-1 0,0 4-1,3 3 203,25 64 1573,27 108 1,1 77-8,-41-182-1225,-10-56-489,1 0 1,0 0 0,11 19 0,-17-37-177,0-1 0,0 0 0,0 0 1,1 0-1,-1 1 0,0-1 1,0 0-1,0 0 0,0 1 1,1-1-1,-1 0 0,0 1 1,0-1-1,0 0 0,0 0 1,0 1-1,0-1 0,0 0 1,0 1-1,0-1 0,0 0 1,0 1-1,0-1 0,0 0 1,0 1-1,0-1 0,0 0 1,0 0-1,0 1 0,0-1 1,-1 0-1,1 1 0,0-1 1,0 0-1,-5-2-1018,-11-14-1443,0-2 1,1 0-1,-20-31 1,21 24-1494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3:03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10517,'0'0'5907,"223"0"-4819,-143 0-768,4 0-176,-15 0-144,-9 0-96,-18 0-656,-25 0-1633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09-21T06:34:14.4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31445 7492 440 0,'0'0'149'15,"0"0"-101"-15,0 0 8 16,0 0-7-16,0 0-33 16,0 0-2-16,0 0 2 15,0 0 15-15,-92-7 0 16,87 7-13-16,5 0 22 15,0 0-1-15,-5 0-3 16,5-8 6-16,-11-7-28 16,3-8-8-16,3-3-3 15,-11-4 2-15,-2 0-6 16,2-7 1-16,-2 4 0 0,7-3-6 16,1-5-7-16,-3 5 8 15,7 0-1-15,-4 2-11 16,5 8 5-16,-6 9 11 15,-2 11 1-15,8 2 9 16,-1 4-5-16,6 0 7 16,0 0 3-16,0 0-7 15,0 0 3-15,0 4-7 16,0 6-1-16,0 3 6 16,0 7 0-16,0 0 6 15,0 0 0-15,0 3-9 16,0 0 5-16,0 10-6 0,0 4-4 15,6 2 10-15,4 2-8 16,9 5 4-16,-4 2 1 16,4-3-5-16,-3 6 6 15,7 4-7-15,-7 13 0 16,2-2 8-16,3 4-9 16,-2-4 4-16,-19-9 5 15,10-7-8-15,-4-14 6 16,2-12-4-16,-8-12 0 15,0-5 4-15,0-7-7 16,0 0 0-16,0 0 0 16,0 0-12-16,0 0-27 15,0-13-11-15,0-11-9 0,0-2-30 16,-8-7-76 0,-3-3-254-16</inkml:trace>
  <inkml:trace contextRef="#ctx0" brushRef="#br0" timeOffset="650.96">31553 7918 351 0,'0'0'150'15,"0"0"-69"-15,0 0 15 16,0 0-32-16,0 0-27 0,0 0-14 15,119 0-4-15,-85 10 5 16,0 7 1-16,-18 6-5 16,-3 7 32-16,-8 7-26 15,-5 5 8-15,0 5-14 16,0 1-20-16,-18-8-1 16,-9-10-18-16,-1-15-37 15,9-15-30-15,14 0-110 16,-6-42-239-16</inkml:trace>
  <inkml:trace contextRef="#ctx0" brushRef="#br0" timeOffset="1225.98">31990 7153 330 0,'0'0'177'0,"0"0"-80"16,0 0 16-16,0 0-24 15,0 0-49-15,0 0-8 16,-19 77 6-16,19-60 7 16,0 2 21-16,0 8-24 15,0 10 2-15,0 2-3 16,0 5-8-16,0 5 2 15,-10 2-12-15,5-8-8 16,5-13 2-16,0-6-14 16,0-18-3-16,0-6-1 0,29 0-23 15,10 0 5 1,11-3-6-16,-5-14 1 0,7 11 17 16,-2 2-3-16,-5 4 0 15,-6 0 4-15,1 0-6 16,-6 12 9-16,-5 0 0 15,-5-6-1-15,-9-6 3 16,-1 0-31-16,-9 0-27 16,-5 0-36-16,0 0 12 15,0-11-47-15,0 2-127 16,0-1-59-16</inkml:trace>
  <inkml:trace contextRef="#ctx0" brushRef="#br0" timeOffset="1669.66">32432 7170 545 0,'0'0'120'15,"0"0"-25"-15,0 0-16 16,0 0-24-16,0 0-37 16,0 0-1-16,-6 0 4 15,6 0 2-15,0 6-1 0,0 8 21 16,0 2-19-16,0 8-2 16,0 3 8-16,0 2-13 15,0 4-4-15,0 13-10 16,0 2-3-16,0 16 13 15,0 2-7-15,0 11 9 16,0 2 6-16,0-3-10 16,0-9 7-16,0-14-9 15,0-13-5-15,0-11 13 16,0-11-16-16,0-9 2 16,0-9-3-16,0 0-9 15,6 0 1-15,-6-13-26 0,0-17-29 16,0-7-31-1,0-2-94-15,0 2-174 0</inkml:trace>
  <inkml:trace contextRef="#ctx0" brushRef="#br0" timeOffset="2901.92">32845 7365 113 0,'0'0'195'16,"0"0"-146"-16,0 0 4 15,0 0 11-15,0 0-20 16,0 0 3-16,18-39-1 16,-18 39 27-16,0 0 5 15,0 0-21-15,0 0-12 16,0 0-4-16,0 0-15 16,0 0 6-16,0 0-4 0,0 4-5 15,0 2 2-15,0 4-16 16,0 9 1-16,0 2 4 15,0 9-5-15,-5 2 9 16,-3 17 3-16,8 6-8 16,-5 9 17-16,-1 3-10 15,1-1 3-15,5-6 5 16,0-11-19-16,0-15 8 16,0-11-10-16,0-10-7 15,0-9 8-15,0-4-5 16,0 0-3-16,0 0 0 15,0-10-18-15,0-20 0 16,0-4-7-16,-5-2-11 16,5-4 3-16,0 1-16 15,-6-1 18-15,6 6 1 0,0 0-12 16,0 4 14-16,0 5 6 16,0 1 12-16,0 5 6 15,0-3 4-15,0 9 0 16,6-4 0-16,4 4-1 15,1 3-1-15,7 2-2 16,-2-7-1-16,8 6-2 16,-1 3 7-16,-7-2 0 15,-5 8 6-15,2-3-5 16,3 3 9-16,2 0 3 16,-2 0 1-16,0 0 13 15,7 6-5-15,-4 11 4 0,7 2 2 16,-2 4-8-16,-1 7 9 15,4 5-3-15,-4 2-7 16,1 6 19-16,-8-1-14 16,2 2 2-16,-7-4-1 15,-1-7-14-15,-5-6 4 16,1-4-6-16,-6-6-8 16,0-1 14-16,0-6-13 15,0-6-1-15,0-1-1 16,0-3-3-16,0 0 3 15,-11 0-3-15,1-10-5 16,-9-20 8-16,3-10-15 16,6-10-2-16,-3 1 3 15,7-1-8-15,6 7 5 16,0 1-6-16,0 11-4 0,0 1 16 16,0 7-7-16,0 1 8 15,11 8 4-15,2 2-6 16,3 6 8-16,-3 1 2 15,3-1 2-15,-6 3-4 16,4 3 4-16,-4 0 0 16,-5 0 8-16,6 0-7 15,2 0 8-15,-3 16 6 16,1 7-4-16,7 14 18 16,-7 2-9-16,7 10 9 15,-7 1 1-15,-1 6-13 16,-4-6 7-16,-6 0-3 0,8-8-8 15,-8-5 13-15,0-7-16 16,0-7-3-16,0-9-7 16,0-5 0-16,0-5-2 15,0-4-27-15,0 0-32 16,0 0-14-16,0-20-17 16,0-10 24-16,0-3-61 15,-8-3-48-15,8 2-150 16</inkml:trace>
  <inkml:trace contextRef="#ctx0" brushRef="#br0" timeOffset="3825.95">33820 7077 125 0,'0'0'129'0,"0"0"-39"0,0 0 15 16,0 0-1-1,0 0-16-15,0 0-8 0,0 0-9 16,0 7-20-16,0 3 0 16,0 0-3-16,0 3-7 15,0 7 1-15,-5 3-24 16,-6 7 5-16,-2 3-1 16,-2 10-11-16,-4 7 11 15,-2 13 0-15,-8 12 2 16,5 1-2-16,-4-3-8 15,7-13-5-15,2-10 3 16,9-14-11-16,4-10 7 16,-4-5-8-16,10-8 1 0,0-3-6 15,0-7-4-15,0-3-24 16,0 0-5-16,0 0-5 16,0-3 18-16,0-20 10 15,0-7-9-15,0-3 12 16,0-10-20-16,0-4-23 15,5 0 15-15,11-11 2 16,2 4 2-16,3-6 5 16,-2 2 17-16,2 4 13 15,2 1-2-15,-12 4 0 16,7 6-2-16,-12 6-9 16,4 14 14-16,-5 7 0 15,3 6 3-15,-2 6 21 16,-1 4 5-16,0 0 9 0,0 0 1 15,-5 0-10-15,0 0 8 16,0 0-4-16,0 4-7 16,0 2-3-16,6 4-15 15,7 4 9-15,2 2 6 16,-4 1-4-16,2 6 8 16,3 4 3-16,8-1-5 15,-3 7 12-15,8 3-19 16,0 11 11-16,10 3-4 15,-5 3-7-15,6 10 3 16,-1 3 5-16,-5 5-12 16,0-1 14-16,-5-4-23 15,-8-13 0-15,3-9-1 0,-13-14 0 16,2-7-4 0,-8-7 0-16,-5-9-1 0,0-3-4 15,0-4-3-15,0 0-17 16,0 0-3-16,0 0-20 15,-11-17 0-15,-17-9-34 16,-1-4-49-16,-6-4-32 16,1 1-106-16,0 3-178 15</inkml:trace>
  <inkml:trace contextRef="#ctx0" brushRef="#br0" timeOffset="4068.27">33463 7507 627 0,'0'0'166'0,"0"0"-85"15,0 0 17-15,373-10-49 16,-265-10-44-16,-21 3 0 15,-32 4-5-15,-21 5-3 16,-21 5-75-16,-13-1-109 16,0 4-337-16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09-20T06:51:36.3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27061 651 351 0,'0'0'77'15,"0"0"-16"-15,0 0 16 16,0 0-4-16,0 0-23 16,0 0-10-16,0 0-6 0,0 0-6 15,-15 0-2-15,15 0-1 16,0 0-1-16,-6 0-2 15,1 0-7-15,5 0 2 16,-8 0-7-16,8 0 6 16,0 0-1-16,0 0-3 15,0 0-4-15,0 0-4 16,0 0-4-16,-5 0 0 16,-6 0 0-16,6 6-1 15,0 7 1-15,-8 0-1 16,2 8 2-16,11-2-2 15,-5 4 1-15,5 4 0 0,0 6 0 16,0 7 8-16,0 7-6 16,0 9 11-16,0 10-4 15,0 3-5-15,0 2 3 16,0 0 1-16,0-10-2 16,0-6 2-16,0-11 2 15,5-9 2-15,0-8-1 16,1-6-3-16,-1-5 0 15,-5-6-4-15,0-7-2 16,0 3-2-16,0-6-1 16,0 0-2-16,0 0-2 15,0 0-3-15,0 0-14 16,0 0 1-16,0-16-15 16,0-14-32-16,-11-12-49 15,6-6-128-15</inkml:trace>
  <inkml:trace contextRef="#ctx0" brushRef="#br0" timeOffset="931.99">26948 813 204 0,'0'0'78'0,"0"0"-51"0,0 0 20 16,0 0-2-16,0 0-16 16,0 0-19-16,0-93-1 15,0 80 4-15,0-1 6 16,6 4-1-16,12-1 5 15,3 2 14-15,3 3-23 16,5 0-11-16,0-3-2 16,-3 2-1-16,8 0-2 15,5 3 2-15,-10 4 5 16,6-3 1-16,-1 3-3 16,-5 0 4-16,0 0 6 0,-3 0-4 15,-2 0-2-15,-1 0 2 16,-2 0 2-16,-2 0 9 15,-4 14-7-15,4 11 18 16,-9 1-8-16,1 4-3 16,-11 0 4-16,0 4-3 15,0-4-4-15,0 6-9 16,0 0-8-16,-11 5 0 16,-28 1 2-16,-6-1 5 15,-2-2-5-15,2 0-2 16,1-15-8-16,4-7-5 15,11-11-6-15,-5-6-2 0,18 0 14 16,-2 0-4 0,7 0 6-16,11-6-5 0,0-18-4 15,0 1 5-15,0-1 9 16,11-1 0-16,12-2 0 16,6 7-5-16,-2 7 5 15,7-1 3-15,-5 8-3 16,0 3 0-16,5-1 0 15,-5 4-2-15,-3 0 4 16,3 0-4-16,0 0 4 16,0 0 0-16,-8 0 5 15,3 4 3-15,-9 9 1 16,4-3 3-16,-3 6 3 16,2 5-1-16,-7-2 2 15,-1 11-2-15,-2 4-1 0,-8 5 10 16,0 1-2-16,0 12 2 15,0-3 2-15,-13 4 0 16,-14 0-1-16,-15-7-6 16,3-2 0-16,-11-11-8 15,0-9-5-15,-8-5-1 16,-5-6-4-16,8-3-2 16,-8-10-1-16,5 0-13 15,3 0-24-15,2-19-15 16,8-11-27-16,11 0 8 0,13 3-14 15,8-3 11 1,2 7-42-16,11 0-24 0</inkml:trace>
  <inkml:trace contextRef="#ctx0" brushRef="#br0" timeOffset="2015.31">27987 743 280 0,'0'0'107'0,"0"0"-49"16,0 0 21-16,0 0 21 15,0 0-13-15,0 0-21 16,16 14-21-16,-16-5-17 16,0 8 2-16,0-1 0 15,0 4 3-15,0 7-13 16,0 6-3-16,0 0-4 15,0 8-2-15,0 5-3 16,-5 0-3-16,-1 4 2 16,6 4 1-16,0-1 0 15,0 2 10-15,0 5 0 16,0-2 4-16,11-8 9 16,18-6-8-16,0-15-2 15,5-9-6-15,0-7-11 0,0-10-4 16,11-3 6-16,-6 0-2 15,6-23-4-15,8-19-53 16,-9-11-7-16,-4-7 2 16,-1 3-7-16,-10-3 12 15,0 0 23-15,-2 6 15 16,1 1 15-16,-9 3-2 16,2 7 4-16,-3-1-1 15,-7 5 5-15,-6 2 1 16,0 1 1-16,-5 6-6 0,0 1-2 15,0 2-9 1,0 3 8-16,0 4 1 0,0 10 7 16,0-1-7-16,0 9 4 15,0 2 19-15,0 0 6 16,0 0-7-16,0 0-4 16,0 0 5-16,0 0-6 15,0 0-7-15,0 2-6 16,-5 19 4-16,0 2 4 15,0 7-4-15,5 0 10 16,0 7-12-16,0 6 12 16,0 7 0-16,0 9-11 15,0 5-4-15,0 14 12 16,0-4 3-16,5 2-5 16,19 2-6-16,-3-11 5 0,2-7 5 15,-2-14-1-15,-8-13-5 16,-2-10-2-16,-11-12-2 15,0-5-5-15,0-6-2 16,0 0 0-16,0 0-1 16,0 0-3-16,0-3-22 15,0-14-10-15,-11-6 24 16,-2-4-22-16,3-3-18 16,-6 0-34-16,3 4-22 15,-3-4-68-15,11-3-214 16</inkml:trace>
  <inkml:trace contextRef="#ctx0" brushRef="#br0" timeOffset="2596.82">29342 1032 569 0,'0'0'172'0,"0"0"-94"16,0 0 18-16,0 0-17 15,0 0-21-15,0 0-28 16,44-86-25-16,-39 86-3 16,-5 0-4-16,0 0-3 15,0 0-26-15,0 0-53 16,0 9-50-16,0 15-164 16</inkml:trace>
  <inkml:trace contextRef="#ctx0" brushRef="#br0" timeOffset="2933.64">29405 1451 5 0,'0'0'487'0,"0"0"-432"0,0 0 6 16,0 0 47-16,0 0-27 15,0 0-21-15,-14 4-2 16,14-11-31-16,0-2-22 15,0-5-5-15,0 5-16 16,0-2-44-16,0-5-85 16,0 2-144-16</inkml:trace>
  <inkml:trace contextRef="#ctx0" brushRef="#br0" timeOffset="4181.81">30312 787 479 0,'0'0'73'0,"0"0"-1"16,0 0 51-1,0 0-26-15,0 0-36 0,0 0-12 16,-8 6-16-16,8-6 0 16,8 0-9-16,18 0 13 15,8 0-24-15,14 0 2 16,7 0-4-16,3 0-8 16,2 0-3-16,-2-6-4 15,-8-5-8-15,3 4 1 16,-19 2-1-16,-8-2 2 15,-7 7 9-15,-14 0 1 16,-5 0-1-16,0 0-4 16,0 0 3-16,0 0 2 15,0 0 2-15,0 12 0 16,0 6 8-16,-5 5-9 16,-6 3-1-16,-13 8 4 15,1 5-3-15,-11 1 0 0,-6 0-2 16,1 0 2-16,-1-4 1 15,11-6 3-15,3-4-2 16,-3-4-2-16,11-14-1 16,7 1-1-16,6-8-6 15,5-1 6-15,-5 0-2 16,5 0-4-16,0 0-10 16,0-12-4-16,0-12 0 15,21 6 19-15,8-5-10 16,0 4-1-16,-1-1 4 15,7 7 5-15,-9 3 4 16,8 0 1-16,-5 4 1 0,-5 6 2 16,-3 0 7-16,-3 0 6 15,3 0-1-15,3 0 0 16,0 0-5-16,-9 0-6 16,-4 9 3-16,2 8-2 15,-2 6 1-15,-6 7-2 16,-5 6 13-16,0 10-2 15,0 3 5-15,0-1-1 16,-21 3-5-16,-19-4 2 16,-7-4 2-16,2-3-5 15,-13-7-8-15,14-7-2 16,4-8-3-16,1-12-1 16,5-6-4-16,-1 0-9 0,1 0-26 15,13-13-10 1,8-4 10-16,3-3 4 0,10-3-29 15,0 0-29-15,0 0-54 16,0-4-214-16</inkml:trace>
  <inkml:trace contextRef="#ctx0" brushRef="#br0" timeOffset="5365.56">31309 953 220 0,'0'0'78'16,"0"0"-26"-16,0 0 17 16,0 0-28-16,0 0-14 15,0 0-2-15,0-4 2 16,0 4 1-16,0 0 4 16,0 0 1-16,0 0 2 0,0 0-5 15,0 0-2-15,0 0-9 16,0 0 1-16,0 0 18 15,0 0-6-15,0 4-11 16,-6 15-3-16,6 1 1 16,0 10-2-16,0 3 9 15,0 13 1-15,0 4-6 16,0 1 0-16,0 2 2 16,0 0-3-16,0-9 0 15,0-7-7-15,0-10-4 16,0-15-1-16,0-8-5 15,0-4 1-15,0 0-1 16,0 0 3-16,0 0-6 0,0-7-13 16,0-16-2-16,0-7-5 15,0-7-28-15,0 1 2 16,0-8 16-16,0 5 15 16,0-5-17-16,0 0 31 15,0 5 0-15,0 4-1 16,16 3-20-16,3 5 22 15,-4 8 4-15,9 5-1 16,-8 1 5-16,2 3 8 16,11 0-15-16,-8 4 2 15,8 2 5-15,0 4-2 16,-8 0 1-16,3 0-1 16,5 0 4-16,0 10 0 0,-3 20 3 15,-8 10-1 1,-2 9 17-16,-3 4-1 0,-7 7-3 15,-1-1-3-15,-5-10 6 16,0-10-6-16,0-12-3 16,0-10-9-16,0-10-2 15,0-4-6-15,0-3-1 16,0 0-1-16,0 0-2 16,0 0-13-16,-11 0-1 15,-2-20 9-15,3-5 0 16,4 0 3-16,6-5-5 15,0 0 0-15,0-4 4 0,0 3-11 16,0-5 13 0,0 0-5-16,0 6 4 0,21-3-8 15,3 0 4-15,0 6 4 16,10 1-4-16,-13 3 0 16,8 6 3-16,5 4 3 15,-10 2 2-15,-3 5 7 16,2 3-2-16,-7 0 7 15,8 3-1-15,0 0-3 16,-9 0 5-16,1 0-2 16,3 6-4-16,-4 20 1 15,9 7-3-15,-14 11 10 16,9 2 4-16,-14 13-7 16,0-12 6-16,-5 8-1 15,0-15 1-15,0-4 5 0,0-11-7 16,0-4-1-16,0-7-4 15,0-10-7-15,0-1 1 16,0 1-5-16,0-4 0 16,0 0 0-16,0 0-8 15,0 0-18-15,0 0-11 16,0 0-32-16,0-27-13 16,0-15-60-16,0-1-183 15</inkml:trace>
  <inkml:trace contextRef="#ctx0" brushRef="#br0" timeOffset="5881.73">32805 750 326 0,'0'0'181'16,"0"0"-118"-16,0 0 54 0,0 0-10 15,0 0-31-15,0 0-9 16,18-37-20-16,-18 37-3 15,0 0-4-15,0 0-6 16,0 0-6-16,0 0-3 16,0 0-9-16,0 0-12 15,0 0-3-15,-7 7 4 16,-14 23-3-16,-8 3 0 16,-6 13-2-16,-4 14 1 15,-6 20 0-15,-7 13 0 16,2 6 0-16,5-9 1 15,6-8-1-15,15-26-1 0,8-20 2 16,8-16-1 0,8-14 0-16,0-6 0 0,0 0 0 15,0 0-1-15,0-12-6 16,8-29-31-16,13-8-35 16,3-13-44-16,-3-4-68 15,8 5-146-15</inkml:trace>
  <inkml:trace contextRef="#ctx0" brushRef="#br0" timeOffset="6299.31">32795 670 346 0,'0'0'104'16,"0"0"0"-16,0 0 15 15,0 0-25-15,0 0-42 16,0 0-12-16,50-5-11 16,-37 5 0-16,-3 0-14 15,6 5 10-15,2 8-9 16,-2 4 7-16,3 6 7 16,-4 14 4-16,9 9 2 15,-3 18-2-15,8 12 8 16,0 7-1-16,0 2-2 15,0-13-11-15,-8-7-9 16,2-13-2-16,-12-13-8 0,7-13 1 16,-7-12-8-16,-6-7 0 15,-5-7-1-15,0 0-1 16,0 0-3-16,0 0-24 16,0 0-4-16,0 0-8 15,-16-21-18-15,-7 2 11 16,-1-4-19-16,-10-4-35 15,0-3-34-15,0 0-75 16,2-5-149-16</inkml:trace>
  <inkml:trace contextRef="#ctx0" brushRef="#br0" timeOffset="6551.65">32324 1078 574 0,'0'0'186'0,"0"0"-96"16,0 0 21-16,0 0-38 16,310 0-17-16,-189-10-20 15,3-4-18-15,-6-4-16 0,-21-3-1 16,-23 5-1-1,-29-1-18-15,-22 4-54 0,-23-1-86 16,0 5-183-16</inkml:trace>
  <inkml:trace contextRef="#ctx0" brushRef="#br0" timeOffset="71811.2">29910 2303 82 0,'0'0'385'0,"0"0"-307"15,0 0 8-15,0 0 14 16,0 0-31-16,0 0-27 0,0 0-15 16,0 0-6-16,0 0-2 15,0 0-1-15,0 0-7 16,0 0 0-16,0 0-4 15,0 3-3-15,0 4-3 16,0 8 0-16,0-1 3 16,0 13-1-16,0-1-1 15,0 8-1-15,5 2 1 16,0 7-2-16,0 6 1 16,-5 4-1-16,0 6 3 15,0 11 0-15,0 6 3 16,0 4 1-16,0-1 3 15,0 3 1-15,0-8-1 16,0-2-4-16,0 1 7 16,0-3 12-16,0-1-4 15,0-2 1-15,0-6-7 0,6-13-4 16,-1-5-2-16,8-13-4 16,-13-14-1-16,0-4-4 15,0-12-1-15,0 2-5 16,0-2-23-16,0 0-11 15,0-2-5-15,0-27-33 16,-8-8-41-16,3 2-73 16,-11-1-92-16</inkml:trace>
  <inkml:trace contextRef="#ctx0" brushRef="#br0" timeOffset="72361.57">29512 3271 289 0,'0'0'79'16,"0"0"-56"-16,0 0 25 15,0 0 16-15,0 0 16 16,0 0 2-16,-18 4-15 0,18-4-21 16,0 0 0-1,0 0-2-15,0 0-16 0,11 0-7 16,12 7 20-16,1 5-9 16,10 6 7-16,-8 5-7 15,16 10-2-15,-2 6-2 16,-1 8 10-16,11 0-3 15,-5 6 1-15,2-5-6 16,-2-6-6-16,-5-10-2 16,-1 0-6-16,-5-13-5 15,-5-12-5-15,5-3-5 16,-7-4 2-16,7 0-3 0,5-39-2 16,14-14-26-1,-8 0-11-15,-1-3 6 0,9 2-1 16,-3 8-7-16,-5 0 9 15,-3 6 9-15,-16 7 12 16,3 9 11-16,-6 8 0 16,-12 6 0-16,0 6-10 15,-11 4-39-15,0 0-40 16,0 0-41-16,-6 0-168 16</inkml:trace>
  <inkml:trace contextRef="#ctx0" brushRef="#br0" timeOffset="73579.5">26904 5091 434 0,'0'0'129'16,"0"0"-78"-16,0 0 19 0,0 0 13 15,0 0-29-15,0 0-12 16,0 44-13-16,0-35 0 15,0 2 8-15,0-1 8 16,0 6-8-16,0 0-7 16,0 5-5-16,-6 5-2 15,-12 1-5-15,2 3-2 16,-2 6-3-16,12-3-2 16,-4 7-1-16,5 7-2 15,-6 2 5-15,3 11 2 16,3 0 3-16,5 11 3 15,0-2 3-15,0-2 0 16,0 2-2-16,29-5-2 16,10-11-4-16,11-10-4 0,3-19-5 15,2-15 0-15,3-9-1 16,5 0 8-16,-8 0-9 16,3-36-5-16,-8-8-10 15,-5-5-11-15,-3-4-7 16,-16 3 0-16,3-3-2 15,-10 3 9-15,-4-3-1 16,-4 0 12-16,-11 4 1 16,0 3 8-16,0 4-3 15,0 1 4-15,0 3 3 16,0-7-3-16,0 6 0 16,0-1-2-16,-16 0 0 0,-8 7 0 15,-4 0-8-15,1 6-4 16,-2 4-4-16,6 3 2 15,-12 3 13-15,14 7 0 16,-7 4-1-16,-7 3 1 16,1-1 1-16,0 4-5 15,0 0 1-15,-6 0-1 16,6 0 5-16,-5 0-1 16,-1 0 0-16,6 0 1 15,10 0 0-15,9 0-2 16,-1 4 3-16,3 8 0 15,7 9-4-15,-4 2 2 16,-3 4-2-16,7 2-6 0,6-5-32 16,0-8-62-1,0-6-75-15,0-6-197 0</inkml:trace>
  <inkml:trace contextRef="#ctx0" brushRef="#br0" timeOffset="74068.53">27737 6095 408 0,'0'0'90'0,"0"0"-56"16,0 0 43-16,0 0 41 0,0 0-54 15,0 0-26-15,-5 130 6 16,5-79 26-16,0 8 0 16,0 5-16-16,0-1-1 15,-5-13-13-15,-3-11-16 16,8-12-12-16,0-14-8 15,0-9-4-15,0-4-7 16,0 0-40-16,0-20-23 16,18-37-56-16,-7-16-150 15</inkml:trace>
  <inkml:trace contextRef="#ctx0" brushRef="#br0" timeOffset="75094.32">28292 5264 324 0,'0'0'108'16,"0"0"-73"-16,0 0 25 15,0 0 43-15,0 0-14 16,0 0-28-16,0 0-22 16,0 0-7-16,5 0 1 15,1-3 4-15,7-4-13 16,-3 0-12-16,1 1 3 0,2-8-7 16,3 5-4-1,7-5-1-15,6 1 2 0,-8 3-5 16,3 3 0-16,-3-2-1 15,3 2-1-15,-1 4-2 16,-7-1 2-16,3 4 1 16,2 0 0-16,-3 0 1 15,3 0 0-15,-2 0 0 16,-4 0 6-16,4 10 2 16,-9 7 1-16,1 2-4 15,-3 2 3-15,2 5-1 16,-10 4-4-16,0-1-2 15,0 8 0-15,0-3-1 16,0-1-1-16,-18 6-1 16,-16-2 2-16,-1 1-1 0,4-7 1 15,-11-1 1-15,2-1-1 16,6-6 0-16,3-3 0 16,7-10 0-16,6-3-1 15,7-6-5-15,0-1-16 16,6 0 3-16,5 0-1 15,0 0 4-15,0-17-4 16,0 4 3-16,0 1 8 16,16-1 1-16,13 0-1 15,-5 3 0-15,2-2-9 16,3 5 11-16,5 7-5 16,-5 0-11-16,0 0 15 0,-3 0 4 15,-2 0 4-15,5 19 3 16,0 11 4-16,-3 6 9 15,3 4 14-15,0 3 6 16,-8 1-1-16,-3 2 1 16,-2-3-5-16,-3 1-2 15,-13-2 1-15,0-5 0 16,0-1-4-16,0-6-1 16,-29 0-11-16,-10-4-8 15,-6-5-6-15,-13-1 0 16,-5-13-8-16,8-3-9 15,-3-4-3-15,13 0 8 16,6 0-1-16,-1 0-10 0,12-8-16 16,-1-7-7-1,13-8-39-15,-3-9-60 0,14-1-160 16</inkml:trace>
  <inkml:trace contextRef="#ctx0" brushRef="#br0" timeOffset="75895.25">29018 5438 406 0,'0'0'107'0,"0"0"-46"16,0 0 47-16,0 0-10 15,0 0-32-15,0 0 0 0,-10 0-18 16,10 0-14 0,15 0 5-16,19 0-21 0,6-4 5 15,13-3-15-15,-4 0-4 16,1 3-4-16,-2 1 0 16,-3 0-5-16,-1-3-8 15,-10 2-12-15,-10-3-14 16,-8 0-11-16,-11 1 14 15,-5 3 9-15,0 0 13 16,0 3 14-16,0 0 1 16,0-4 3-16,0 4 2 15,0 0 0-15,0 0 3 0,0 0-1 16,-5 0-6 0,0 0 2-16,-6 0 0 0,6 0 4 15,-8 7 0-15,7 2 11 16,-4 2-5-16,5 2 1 15,-1 4-4-15,6-1 1 16,-8 9-2-16,8-3-3 16,0 9-1-16,0 6 0 15,0 5 0-15,0 12 1 16,0 12 0-16,0 10 5 16,0 11 5-16,0 3 2 15,0 2 2-15,0-6 2 16,0-10 5-16,0-14 8 15,14-16-13-15,-4-16-9 16,-5-9-5-16,-5-17-5 0,0-4-4 16,0 0 0-1,0 0-19-15,0 0-32 0,0 0-5 16,0-8-23-16,0-15 14 16,0-1-37-16,-15-10-32 15,1 2-149-15,4-4-165 16</inkml:trace>
  <inkml:trace contextRef="#ctx0" brushRef="#br0" timeOffset="76122.53">29165 5819 377 0,'0'0'295'16,"0"0"-245"-16,0 0 24 16,0 0-10-16,0 0-12 15,0 0-26-15,358 0-15 16,-303-6-11-16,-13-11-10 16,-15 1-56-16,-14-10-117 15,-13 2-245-15</inkml:trace>
  <inkml:trace contextRef="#ctx0" brushRef="#br0" timeOffset="77012.52">29807 5274 344 0,'0'0'77'16,"0"0"-32"-16,0 0 14 15,0 0-11-15,0 0-18 16,0 0-6-16,29 0 19 15,-24 0 19-15,-5 10-5 16,0 9-12-16,5 5-4 0,1 12 3 16,-1 8 9-16,-5 17-8 15,5 0 4-15,0 4-4 16,3-5-7-16,-2-12-10 16,-1-7-5-16,5-16 3 15,-4-6-13-15,2-10-9 16,-8-9-1-16,5 0-3 15,0 0-1-15,0 0-16 16,1 0-1-16,4-16-9 16,9-4-14-16,4-6 13 15,-2 1 10-15,8 1-3 16,-5 3 12-16,10 4 3 0,-8 0 1 16,-2-1 1-1,5 6 4-15,-8 6 1 0,3 6 0 16,-1 0 2-16,-7 0 5 15,8 0 1-15,2 17 13 16,3 7 0-16,0 8-1 16,-5 1 4-16,-3 1-2 15,-3-2 0-15,-2 2-1 16,-11-1-7-16,-5 0 6 16,0 0 1-16,0-6 1 15,-5 0-7-15,-24-4-11 16,-16 0-2-16,-5 0 1 15,-13-3-4-15,-11 0-2 16,1-3-1-16,-1-1 1 16,6-2 1-16,13-2 0 0,7-1-1 15,9-8-12 1,10 1-8-16,8-4-24 0,2 0-26 16,4-24-13-16,4-12-46 15,3-5-91-15,3-5-188 16</inkml:trace>
  <inkml:trace contextRef="#ctx0" brushRef="#br0" timeOffset="77330.5">29794 5307 488 0,'0'0'122'0,"0"0"-3"16,0 0-31-16,0 0-12 15,0 0-2-15,0 0-16 0,263 10-16 16,-184 0-3-1,0-7-9-15,0-3-17 16,-1 0-11-16,-9 0-2 0,-17-16-28 16,-17-1-57-16,-20 4-96 15,-9 0-130-15</inkml:trace>
  <inkml:trace contextRef="#ctx0" brushRef="#br0" timeOffset="79198.05">30975 5410 207 0,'0'0'57'0,"0"0"-22"16,0 0 37-16,0 0 6 0,0 0-21 16,0 0-4-16,34-13-4 15,-29 9 15-15,0 1-12 16,-5-1-15-16,0 1-4 15,0 3 3-15,0-3-7 16,0 3-8-16,0 0-2 16,0 0 1-16,0 0-6 15,0 0-1-15,0 0-6 16,0 0-3-16,0 6-1 16,0 24 0-16,0 11 5 15,0 15 6-15,0 13 10 16,0 4-4-16,0 2-9 15,6-5 7-15,-1-14 9 16,8-6-8-16,-8-13-2 0,6-14-4 16,-6-7-2-16,0-9-6 15,-5-7-5-15,0 3 5 16,0-3-2-16,0 0-3 16,0 0-14-16,0-3-4 15,0-24-9-15,13-6-5 16,-2-3-4-16,0-1 2 15,12-2 4-15,-12 2-10 16,7 4 28-16,-2-1-5 16,2 4 8-16,-7 1-3 15,5-1 4-15,-3 2 7 16,3 2-4-16,-3 2 4 16,2 0 0-16,4 1 2 0,-3 4 0 15,7 7-1-15,-2-3 0 16,3 5 0-16,-3 5 0 15,-3 1 1-15,-7-3-1 16,13 7 6-16,-9 0 1 16,9 0 4-16,0 0 6 15,-8 0 8-15,2 19-15 16,3 3 6-16,-3 9 0 16,-2 10 13-16,-5 8-3 15,-3 11-9-15,-8 0 4 16,0-1 7-16,0-1-4 15,0-12 2-15,0-2-6 0,0-14 1 16,0-10-12 0,5-4-4-16,-5-9-3 15,0-4 0-15,0-3-1 0,0 0-1 16,0 0-12-16,0 0-8 16,0-13 7-16,0-20-2 15,0 0-9-15,0-4 8 16,10-2 2-16,1-2-7 15,13-1-5-15,-9-10 9 16,14-1-24-16,0 4 11 16,0 1 24-16,0 9-4 15,-3 9-15-15,3 4 1 16,-5 7 14-16,10 1 5 16,-13 8 3-16,8 0 4 15,0 7-2-15,-8 3 0 0,-2 0 1 16,-4 0 3-16,4 26 14 15,-4 11 20-15,4 13-1 16,-3 10-1-16,-11 4-5 16,3 4 9-16,-8-4-8 15,0-7-3-15,5-8 0 16,-5-12-3-16,0-7-6 16,0-10-7-16,0-10-8 15,0 0-5-15,0-7 0 16,0-3-3-16,0 3-16 15,0-3-3-15,0 0-14 16,0 0-11-16,0-6-19 16,0-27-65-16,0-7-64 0,0-6-232 15</inkml:trace>
  <inkml:trace contextRef="#ctx0" brushRef="#br0" timeOffset="79761.53">33065 5131 236 0,'0'0'162'16,"0"0"-120"-16,0 0 10 15,0 0 60-15,0 0-35 16,0 0-21-16,0-29-13 16,0 29-2-16,0 0 7 15,0 0-6-15,0 0-12 16,0 0 1-16,0 0-10 15,0 0-10-15,-15 0 1 16,-4 6-7-16,-2 17 0 0,-8 4 2 16,0 9 3-16,-5 8 0 15,-5 12 6-15,-11 17-1 16,-3 13 1-16,-2 12 4 16,-3-7-1-16,8-13-8 15,16-15-5-15,5-20 7 16,24-9 4-16,-1-15-9 15,6-12-8-15,0-3-2 16,0-4-1-16,0 0-3 16,0 0 3-16,0-7-11 15,0-23-1-15,11-4-19 16,13-12-21-16,-3-7-26 16,13-12-8-16,0-2-31 15,6-8-65-15,-6 1-23 0,5 5-17 16</inkml:trace>
  <inkml:trace contextRef="#ctx0" brushRef="#br0" timeOffset="79807.53">33065 5131 187 0</inkml:trace>
  <inkml:trace contextRef="#ctx0" brushRef="#br0" timeOffset="80179.14">33065 5131 187 0,'-94'-81'144'0,"99"69"-55"0,0 7 13 0,1 3 19 0,4 2-47 16,3 0-22-16,-2 0-3 15,5 0-5-15,2 0 9 16,-8 0-7-16,9 7-5 15,-9 5-14-15,9 3-3 0,2-2-2 16,-3 0-1 0,3 7-5-16,-2-3 0 15,2 6 0-15,-3 4 1 0,-2 3 2 16,8 9 4-16,-3 8-4 16,8 10-2-16,-6 8 7 15,6 11-3-15,-8 5 8 16,3 0 8-16,-8-11-7 15,2-11-5-15,-2-9-7 16,-3-11-3-16,3-12-5 16,-11-10-5-16,0-10-3 15,3-7-1-15,-8 0 1 16,0 0-2-16,0 0-13 16,0 0-16-16,0 0-9 0,0-10 1 15,0-7 3-15,-8-7 0 16,-8 5-17-16,-2-8-49 15,-3 1 2-15,-8-6-53 16,0-2-50-16,-5-3-141 16</inkml:trace>
  <inkml:trace contextRef="#ctx0" brushRef="#br0" timeOffset="80434.25">32516 5552 542 0,'0'0'99'16,"0"0"-48"-16,0 0 67 16,0 0-59-16,0 0-9 15,0 0-9-15,368-30-4 16,-265 21-8-16,-6 1-15 15,-18-5-14-15,-16 4-9 16,-24 6-86-16,-23 3-77 16,-11 0-274-16</inkml:trace>
  <inkml:trace contextRef="#ctx0" brushRef="#br0" timeOffset="80788.37">32613 7633 825 0,'0'0'143'0,"0"0"-125"16,0 0 25-16,0 0 46 16,0 0-44-16,0 0-39 15,5 17-6-15,1-11-19 16,-6 1-22-16,0-5-23 15,0 6-78-15,0-5-133 16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4:4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4802,'0'0'4528,"-13"2"3242,13-1-7582,0 20-129,0 1 1,2-1-1,8 42 0,18 45 178,25 87 121,-32-114-299,-17-59-54,1-1 1,1 0 0,1 0 0,0-1-1,2 0 1,18 32 0,5-10 246,69 70 0,-97-107-229,0 0-1,1-1 1,-1 0 0,1 0-1,0 0 1,0-1-1,0 1 1,1-1 0,-1-1-1,1 1 1,-1-1 0,1 0-1,0 0 1,0 0-1,0-1 1,0 0 0,0 0-1,12 0 1,-14-2-1,-1 0 1,0 1-1,0-1 1,0 0 0,0 0-1,0-1 1,0 1-1,0-1 1,0 1 0,-1-1-1,1 0 1,-1 0-1,1 0 1,-1-1-1,1 1 1,-1 0 0,0-1-1,0 0 1,2-4-1,5-8-32,0 0 0,8-21 0,-15 32-35,7-18-235,10-38-1,-8 20 28,-7 22 206,0 0 0,-1 0 0,-1 0-1,-1-24 1,1 0-130,2-12 57,2 0 1,3 1-1,2 0 1,31-87-1,-8 35 80,-34 105 74,0 0-1,0 0 1,0 0-1,0 0 1,0 1-1,0-1 1,0 0-1,0 0 1,0 0 0,0 0-1,0 0 1,0 0-1,0 0 1,0 0-1,0 0 1,0 0-1,0 0 1,0 0 0,0 0-1,1 0 1,-1 0-1,0 1 1,0-1-1,0 0 1,0 0-1,0 0 1,0 0-1,0 0 1,0 0 0,0 0-1,0 0 1,0 0-1,0 0 1,0 0-1,0 0 1,1 0-1,-1 0 1,0 0 0,0 0-1,0 0 1,0 0-1,0 0 1,0 0-1,0 0 1,0 0-1,0 0 1,0 0-1,0 0 1,0 0 0,0 0-1,0 0 1,1 0-1,-1-1 1,0 1-1,1 14 464,1 17-374,-2-24-499,0-1 0,0 1 0,-1 0 0,0 0 0,0 0 0,0-1 0,-1 1 0,0 0 0,0-1 0,-1 1 0,0-1 0,0 0 0,-7 11 0,-28 40-3652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17.6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77 208 112,'0'0'2615,"-11"0"-2511,-54 0 10847,65-11-9526,7-20-683,4-28-420,-8-47 751,-3 117-966,-2 164 23,11 314 268,0-351-147,-4-41 193,3-2-1,28 124 1,-34-213-415,0 6 48,1 0 1,1 0-1,0 0 0,0 0 1,1-1-1,10 17 1,-11-45-11468,-4 1 5145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18.1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66 333 3089,'0'0'3450,"-9"-11"-3101,-32-36 204,39 45-332,1-1 0,-1 0 0,0 0 0,1 0 0,-1 0 0,1 0-1,0 0 1,0 0 0,0-1 0,1 1 0,-1 0 0,1-1 0,-1 1 0,1 0 0,0-1 0,1 1 0,-1 0 0,1-5 0,1-9 674,-2 13-857,1 0 1,0 0 0,0 0-1,1 0 1,-1 1 0,1-1 0,-1 0-1,1 1 1,0 0 0,1-1-1,-1 1 1,1 0 0,-1 0-1,1 0 1,0 0 0,0 1-1,0-1 1,4-1 0,3-4-23,1 1 0,-1 1 1,1 0-1,19-7 0,-15 8 39,0 2-1,1 0 1,-1 0-1,1 2 1,0 0-1,-1 1 1,1 0-1,17 4 1,-29-4 28,0 1 0,0 0-1,0 0 1,0 1 0,-1-1 0,1 1-1,-1 0 1,1 0 0,-1 0 0,1 1 0,-1-1-1,0 1 1,0 0 0,3 3 0,4 6 455,1 1 0,8 16 0,-14-22-291,-5-7-258,0 0 0,0 1-1,0-1 1,0 0 0,0 0 0,0 0 0,0 0 0,0 0 0,0 1 0,0-1-1,0 0 1,0 0 0,1 0 0,-1 0 0,0 0 0,0 1 0,0-1 0,0 0 0,0 0-1,0 0 1,0 0 0,0 0 0,1 0 0,-1 0 0,0 0 0,0 1 0,0-1 0,0 0-1,0 0 1,0 0 0,1 0 0,-1 0 0,0 0 0,0 0 0,0 0 0,0 0 0,1 0-1,-1 0 1,0 0 0,0 0 0,0 0 0,0 0 0,0 0 0,1 0 0,-1 0-1,0 0 1,0 0 0,0 0 0,0 0 0,0-1 0,1 1 0,-1 0 0,0 0 0,0 0-1,0 0 1,0 0 0,0 0 0,2-14-780,-5-21-935,-8-21-2489,-3-11-2791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18.4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0 6707,'0'0'6003,"-10"0"-5283,24 0-288,10 22 513,4 10-65,7-4-272,7-3-255,7-12-257,3-13-96,7 0-192,1-10-225,-8-27-1776,-14-1-1808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18.9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 7571,'0'0'6921,"2"0"-6339,35 0 129,-14-1-453,0 1 0,0 1 0,0 0 0,44 11-1,-50-7-249,0 0-1,0-1 1,1-1-1,31 2 1,-48-5-496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19.3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2113,'0'0'10709,"53"19"-10005,-22-10 17,1 4-81,-1-1-128,-3-2-112,0-7-144,-4 0-176,-6-3-80,-1 0-80,-3 0-1280,-11-16-1906,-3-2-6082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22.2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 2145,'0'0'8126,"3"-2"-7355,-2 1-753,0 1 67,-1-1 0,1 0 0,0 1 0,-1-1 0,1 0 1,0 1-1,0-1 0,0 1 0,0-1 0,-1 1 0,1-1 0,0 1 0,0 0 0,0 0 0,0-1 0,0 1 0,0 0 0,0 0 0,0 0 0,0 0 1,0 0-1,0 0 0,0 0 0,0 0 0,0 1 0,0-1 0,0 0 0,0 0 0,0 1 0,0-1 0,-1 1 0,1-1 0,0 1 0,0-1 0,0 1 0,0-1 1,-1 1-1,1 0 0,0 0 0,-1-1 0,1 1 0,-1 0 0,1 0 0,-1 0 0,1-1 0,-1 1 0,1 0 0,-1 1 0,50 94 1182,69 183-1,7 19 811,-125-297-2067,10 22 156,2 0 0,0-1 0,31 38 0,-39-54-143,0-1 0,0 0 0,1 0 0,-1-1 0,1 0 0,0 0 0,1 0 0,8 4 0,-11-7-17,0 0 1,0 1-1,0-2 0,1 1 0,-1 0 0,0-1 0,1 1 0,-1-1 1,0-1-1,1 1 0,-1 0 0,0-1 0,0 0 0,0 0 0,6-2 1,-6 1-3,1 0 0,-1-1 1,0 1-1,0-1 1,0 0-1,0 0 1,0 0-1,0-1 1,-1 1-1,4-5 1,2-4-15,0-1 1,8-16 0,2-8-269,-2-1 1,16-50 0,18-86-1242,-22 67 893,9-48 672,-13 42 857,-23 106-747,0-1-1,1 0 0,5-12 1,-5 19-153,-3 1-105,0 4-2363,0 5 1494,1-4 161,-1 0 0,0 0 0,0 1 0,-1-1 0,0 0 0,0 0 0,-2 7 0,-1-3-1465,-1 0 1,0-1 0,-7 9-1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23.3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33 6515,'0'0'3842,"3"2"-3167,19 5 218,1-1 0,0-1 0,0-1 1,40 2-1,-38-4-976,371 6 224,-241-10-106,242-22 59,-292 9-71,155-14 103,105 26 863,-189 5-730,-78 1 1537,-98-2-1828,0 0 1,0-1-1,0 1 1,0 0-1,0 0 0,-1-1 1,1 1-1,0 0 1,0-1-1,0 1 1,-1 0-1,1-1 0,0 1 1,-1 0-1,1-1 1,-1 1-1,1-1 0,-1 1 1,1-1-1,-1 1 1,1-1-1,-1 1 0,1-1 1,-1 1-1,0-1 1,1 0-1,-2 1 0,-21 4-1855,8-4 1057,-44 11-3561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24.1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4578,'0'0'6907,"1"0"-6816,0 0-1,0 0 0,0 0 1,-1 0-1,1 0 1,0 0-1,0 0 0,-1 0 1,1 0-1,0 0 1,0 0-1,-1 1 0,1-1 1,0 0-1,0 0 1,0 1-1,4 12 122,0-1 0,-1 1 0,-1-1 0,0 1 0,1 21 0,0-7-30,39 340 1618,-23 0-951,-18-326-674,10 57 0,-12-96-164,0-1 1,1 1 0,-1-1 0,1 1-1,-1-1 1,1 1 0,-1-1-1,1 1 1,0-1 0,1 3-1,5-2-3330,-7-22-2593,0-7 21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24.8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1 167 3810,'0'0'3030,"13"-19"-2541,45-64-100,-55 79-334,0 0-1,1 0 0,-1 0 1,1 0-1,0 1 1,0 0-1,0-1 1,1 1-1,-1 1 0,1-1 1,-1 0-1,1 1 1,0 0-1,0 1 1,10-3-1,-2 0 84,6 0 42,0 1 0,1 1 0,-1 1 0,1 1 0,24 2 0,5-1-12,-41 0-93,0 0 0,0 0-1,0 0 1,-1 1 0,1 1 0,0-1-1,-1 1 1,0 0 0,0 1-1,0-1 1,0 2 0,0-1 0,-1 1-1,0 0 1,0 0 0,0 0-1,-1 1 1,0 0 0,0 0 0,0 1-1,4 7 1,1 1 132,-2 1 0,1 1 1,-2 0-1,0 0 0,-1 0 0,-1 1 0,-1-1 0,3 22 1,-3 6 584,-2-1 0,-5 70 1,2-104-721,-1-1 1,0 0-1,-1 0 0,0 0 1,0 0-1,-1 0 1,0 0-1,-1-1 1,0 0-1,-8 11 1,0-3 26,0 0 1,-2-1-1,-27 24 1,32-32-99,0 0-1,0-1 1,0 0 0,0-1 0,-1 0-1,0-1 1,0 0 0,0 0 0,-23 3 0,0-3-654,-71 0 1,101-4 507,-1 0 0,1 0 0,-1-1 0,1 0 0,-1 0 0,-7-3 0,11 4 117,1 0-1,-1-1 0,0 1 1,0 0-1,0-1 0,1 1 1,-1-1-1,0 1 1,1-1-1,-1 1 0,1-1 1,-1 1-1,0-1 0,1 1 1,-1-1-1,1 0 0,-1 1 1,1-1-1,0 0 1,-1 0-1,1 1 0,0-1 1,-1 0-1,1 0 0,0 0 1,0 1-1,0-1 0,0 0 1,0 0-1,0 0 1,0 0-1,0 1 0,0-1 1,0 0-1,0 0 0,1 0 1,-1 1-1,0-1 0,0 0 1,1 0-1,-1 1 0,1-2 1,1 1 28,-1 1 0,1-1 1,-1 1-1,0 0 0,1-1 0,-1 1 1,1 0-1,-1 0 0,1 0 0,-1 0 1,1 1-1,1-1 0,3 1 21,2-2 34,0 1-1,0 0 1,1 1 0,-1 0-1,0 0 1,0 1 0,0 0-1,0 0 1,0 1 0,0 0-1,-1 0 1,1 1 0,-1 0 0,0 0-1,12 10 1,9 9 251,-1 2 1,-2 1 0,0 0-1,22 33 1,-10-5 159,42 79 0,-31-46-1755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25.4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 5955,'0'0'4879,"0"-3"-4479,0-7 2581,0 26-2422,0 29-668,-1 105 615,23 503 3030,-20-639-3443,0 0 0,1 0-1,7 20 1,-6-67-6096,-4-1 980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25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73 7459,'0'0'641,"29"-9"-372,100-28-207,-104 29-247,1 2 0,-1 2 0,1 0 1,0 1-1,45 2 0,-51 1-48,-17 0 231,-1-1 1,1 1-1,-1 0 1,0 1 0,1-1-1,-1 0 1,1 1 0,-1-1-1,0 1 1,0 0-1,1-1 1,-1 1 0,0 0-1,0 1 1,0-1 0,3 2-1,-4-1 142,1 1-1,0 0 1,-1-1-1,0 1 1,0 0-1,0-1 1,0 1-1,0 0 1,0 0-1,-1 0 1,1 0-1,-1 4 1,7 91 3827,3 19-1349,-8-102-2311,1 0 1,1 0 0,0 0-1,1 0 1,9 18-1,-13-29-276,1-1 0,0 1 0,0-1 0,0 1 0,0-1 0,0 0 0,1 0 0,-1 0 0,1-1 0,0 1 0,0-1 0,0 1 0,0-1 0,0 0 0,1 0 0,-1 0 1,1 0-1,-1-1 0,1 0 0,0 1 0,-1-1 0,1-1 0,0 1 0,0 0 0,0-1 0,0 0 0,-1 0 0,1 0 0,0 0 0,0-1 0,5-1 0,-6 1-38,1 0-1,-1-1 1,0 0 0,0 0 0,0 0 0,0 0 0,0 0 0,0 0 0,-1-1-1,1 1 1,-1-1 0,1 0 0,-1 0 0,0 0 0,0 0 0,-1 0-1,1 0 1,1-5 0,4-8-270,-1 0-1,6-26 0,-8 21-345,-2 1 0,0-1 0,-2-32 0,0 32 253,0 19 393,0 0 1,-1 1-1,1-1 1,0 0 0,-1 1-1,1-1 1,-1 1 0,0-1-1,0 1 1,0-1 0,1 1-1,-1 0 1,-1-1-1,1 1 1,0 0 0,0-1-1,0 1 1,-1 0 0,1 0-1,0 0 1,-1 0-1,1 1 1,-1-1 0,1 0-1,-4 0 1,-5-3 174,-1 0 0,0 1 0,-11-1 0,-3-2-212,7 1-161,-25-8-1069,16-1-3067,9 2-1900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26.4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6243,'0'0'5754,"0"-5"-3024,1 9-2621,-1-1 0,1 1 0,0-1 0,0 0 1,0 1-1,3 6 0,5 13-4,7 63 26,-4 0-1,2 112 1,-11-129 14,4 93 358,-4-47 711,26 162 1,-28-268-1139,4 15 150,-5-24-228,1 1 0,-1 0 0,0-1 0,1 1 0,-1-1 0,0 1 0,1-1 0,-1 1 0,0 0 1,1-1-1,-1 1 0,1-1 0,-1 0 0,1 1 0,-1-1 0,1 1 0,-1-1 0,1 0 0,0 1 0,-1-1 0,1 0 0,0 0 0,-1 1 1,1-1-1,-1 0 0,1 0 0,1 0 0,-2-2-200,1-1 1,0 1-1,0 0 1,-1-1-1,1 1 0,-1-1 1,0 1-1,0-1 1,0 1-1,0-1 1,-1-4-1,1 2-279,0-10-642,1 5-296,-1-1-1,-1 1 1,-1-11-1,-10-11-4638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26.7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0 129 11557,'0'0'4754,"224"-28"-3617,-141 9-657,1-3-480,-7 0 0,-11 0-2049,-24 10-2097,-18 9-5666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27.1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 16424,'0'0'3553,"-13"28"-5202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4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30 129 2097,'0'0'7441,"-4"0"-6649,-15-3-77,18 2-645,1 1-1,-1-1 0,0 0 1,1 0-1,-1 0 1,1 0-1,0 0 1,-1 0-1,1-1 1,0 1-1,-1 0 1,1 0-1,0 0 1,0 0-1,0 0 1,0 0-1,0 0 1,0-1-1,0 1 1,0 0-1,1-2 1,-1 0 63,0-94 86,0 97-259,2 7-411,-1 0 406,-1 1 0,1-1 0,-2 1 0,0 10 0,-1 12 70,1 168 144,4 255 972,2-359-774,5 1 1,3-1-1,27 93 1,-5-84-135,-29-85-226,-6-57-3072,-20-75-2182,9 63 2511,-2-11-1471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42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1 228 4290,'0'0'1785,"4"-19"-1681,16-59 13,-19 76-112,0-1 0,0 1-1,0 0 1,0 0-1,0-1 1,1 1 0,-1 0-1,1 0 1,-1 0 0,1 0-1,0 0 1,0 1 0,0-1-1,0 0 1,0 1 0,0-1-1,0 1 1,1 0 0,3-2-1,6-3 74,8-7-11,1 0 1,0 2-1,39-14 0,-42 19-50,1 1 0,0 1-1,0 0 1,1 2-1,-1 0 1,1 1 0,-1 1-1,24 3 1,-36-1 36,0-1 0,0 1 0,0 0 0,-1 1 0,1 0 0,-1 0 0,0 0 0,0 1 0,0 0 1,0 0-1,0 0 0,-1 1 0,0 0 0,0 0 0,6 8 0,4 6 186,-1 1 0,-1 0 1,13 28-1,-10-17 187,-1 0 0,-2 1-1,-1 1 1,-2 0 0,-1 1 0,-2 0 0,-1 0-1,-1 0 1,-1 36 0,-4-49-265,1-9-86,-1 1 1,0 0 0,-1-1 0,0 1-1,-1-1 1,0 1 0,-1-1-1,0 0 1,-10 22 0,0-13-39,0 0-1,-1-1 1,-2-1 0,1 0 0,-2-1 0,-1-1 0,0-1 0,-32 22 0,17-15-56,-2-2 1,0-1 0,-2-2-1,-53 19 1,70-31-162,-1-1 1,0 0-1,0-2 1,0 0-1,0-1 1,-29-2-1,48 0 134,1 0-1,-1-1 1,1 1 0,-1 0-1,1-1 1,-1 1-1,1-1 1,0 1 0,-1-1-1,1 0 1,0 0 0,-1 1-1,1-1 1,0 0-1,0 0 1,0 0 0,0 0-1,0 0 1,0-1-1,0 1 1,0 0 0,0 0-1,1-1 1,-1 1-1,0 0 1,1-1 0,-1 1-1,1-1 1,-1 1-1,1-1 1,0 1 0,0-1-1,0 1 1,0-1-1,0 1 1,0-1 0,0-1-1,0-2-46,1 0 0,-1 0 0,1-1 1,0 1-1,0 0 0,0 0 0,1 1 0,0-1 0,0 0 0,3-6 0,-1 6 91,0 1 1,-1 0-1,1 0 1,1 1-1,-1-1 0,0 1 1,1 0-1,0 0 1,0 0-1,0 1 0,0-1 1,0 1-1,0 1 1,1-1-1,-1 1 0,11-2 1,1 1 146,0 1 0,0 1 1,0 0-1,24 4 0,-27-2-12,0 2 0,-1 0 1,1 0-1,-1 1 0,0 1 0,-1 0 0,1 1 1,-1 0-1,-1 1 0,1 0 0,-1 1 1,13 13-1,-3 0 144,0 1 1,-1 1-1,-2 0 0,27 46 1,-20-19-61,-1 1 1,-3 1-1,22 84 0,-41-130-552,0 1-1,0-1 0,1-1 0,0 1 0,0 0 0,1-1 1,4 8-1,-3-12-2727,1-2-1475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43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4306,'0'0'3746,"0"9"-3466,2 42 1186,12 60 0,1 22 153,-12-46-668,15 174 1116,-17-256-2047,0 0 0,0 0 1,1 0-1,0-1 0,0 1 1,0-1-1,4 7 0,-6-11-20,0 1-160,0 4-1226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43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8228,'0'0'1470,"38"-12"-1393,122-40-45,-145 48-37,0-1 0,0 2 0,0 0 0,0 1 0,0 0 1,1 1-1,25 2 0,-3 1-28,-30-3 39,-7 1 2,-1 0 0,1-1 0,-1 1 0,1 0 0,0 0 0,-1 0 0,1 0 0,-1 0 0,1-1 1,0 1-1,-1 0 0,1 0 0,-1 1 0,1-1 0,0 0 0,-1 0 0,1 0 0,-1 0 0,1 0 0,0 1 0,-1-1 0,1 0 0,-1 0 0,1 1 0,-1-1 0,1 0 0,-1 1 0,1-1 0,-1 1 0,0-1 1,1 1-1,-1-1 0,1 1 0,-1-1 0,0 1 0,0-1 0,1 1 0,-1-1 0,0 1 0,0-1 0,1 1 0,-1 0 0,0-1 0,0 1 0,0-1 0,0 2 0,-1 62 1821,3 81 742,-1-140-2487,-1 0 0,1 0 1,0 0-1,1 0 0,-1-1 1,1 1-1,0 0 1,0-1-1,0 1 0,6 6 1,-6-8-59,0-1-1,0 0 1,0 0 0,0 0 0,0 0 0,0 0 0,1-1 0,-1 1 0,1-1 0,-1 1 0,1-1-1,0 0 1,0 0 0,-1 0 0,1-1 0,0 1 0,0 0 0,0-1 0,4 0 0,-3 1-5,0-1 0,0 0 0,0 0-1,0 0 1,0 0 0,0-1 0,0 1 0,0-1 0,0 0 0,0-1 0,0 1 0,-1 0 0,1-1 0,0 0 0,-1 0 0,0 0 0,1 0 0,-1-1 0,0 1 0,5-6 0,-1 0-182,0 0-1,0-1 1,-1 1 0,0-2 0,-1 1 0,1 0 0,-2-1-1,0 0 1,0 0 0,0-1 0,-1 1 0,-1 0 0,0-1-1,-1 0 1,0 0 0,0-13 0,-1 21 124,0 1-1,0 0 1,0 0 0,-1 0 0,1 0 0,-1 0-1,1 0 1,-1 0 0,0 0 0,0 0-1,0 0 1,0 0 0,0 0 0,0 1 0,0-1-1,-1 0 1,1 1 0,-1-1 0,1 1-1,-1-1 1,1 1 0,-1 0 0,0-1 0,0 1-1,0 0 1,0 0 0,0 1 0,0-1-1,0 0 1,0 1 0,0-1 0,-2 0 0,-9-1 249,0 1 0,0 0 1,1 1-1,-19 2 1,4-1 332,17 0-138,-1-2-1496,11 0 921,0 0-1,0 0 0,-1 0 0,1 1 1,0-1-1,0 0 0,0 0 0,0 0 1,0 1-1,0-1 0,0 0 0,0 0 1,0 0-1,1 1 0,-1-1 0,0 0 0,1-1 1,11-29-4394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44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5939,'0'0'979,"6"-17"-160,17-52 165,-14 52 5198,-9 22-6147,-1 156 239,6 262 1927,-4-406-2109,0 8 39,1-1-1,1 0 1,0 0-1,11 32 1,-14-54-160,1 0 1,0 0 0,0 0-1,-1 0 1,1 0-1,0 0 1,1 0 0,-1 0-1,0 0 1,0 0 0,1 0-1,-1-1 1,1 1-1,0-1 1,-1 1 0,1-1-1,0 0 1,0 0 0,0 1-1,0-1 1,4 1-1,-5-23-3241,-1-10-113,0-8-2423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44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10757,'0'0'2817,"213"0"-2128,-140 0-545,-7-9-144,-14-4-545,-13 7-2560,-22 0-5475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46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1372 8660,'0'0'5587,"0"-9"-4475,0-798-1157,1 805 55,0 0 0,0 0 0,0 0 0,0 0 0,0 0 0,0 1 0,1-1 0,-1 0 0,0 0 0,1 1 0,0-1 0,-1 1 0,1 0 0,0-1 0,0 1 0,-1 0 0,1 0 0,0 0 0,0 0 0,0 0 0,1 1 0,-1-1 0,4 0 0,39-1 35,-1-1 0,1-2 1,-1-2-1,54-17 1,163-27-1020,-9 2 832,-116 12 96,131-31-671,-141 37 708,45-9 72,-20 24-32,-106 12-4,-1-4 656,-43 8 275,1-1-875,-4-4-127,-6-6-91,-35-31-653,-51-62-1,83 90 1082,13 15 651,21 21-460,-4-3-434,0-1 0,2-1 0,24 16 0,-33-26-35,0 0-1,0-1 1,0-1-1,0 0 1,1 0 0,0-1-1,0-1 1,14 2-1,57 2 63,-84-6-92,1-1-1,-1 1 1,0 0 0,0-1-1,1 1 1,-1 0-1,0-1 1,0 1-1,0 0 1,0 0-1,0-1 1,0 1 0,0 0-1,0-1 1,0 1-1,-1 0 1,1 0-1,0 0 1,-2 3-16,0 1 1,1-1-1,-1 0 0,-1 0 0,1 0 1,-1 0-1,-4 6 0,-3 2 55,-145 216 579,154-226-616,-1 2-267,-1 0 0,1-1 0,-1 1 0,0 0 1,0-1-1,0 0 0,-1 0 0,1 0 0,-1 0 0,0 0 0,-4 2 0,-16 0-5792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48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5106,'0'0'5568,"-2"-2"-5061,1 2-497,1 0-1,0 0 1,0-1 0,0 1-1,0 0 1,-1 0 0,1 0-1,0 0 1,0 0 0,0 0-1,0 0 1,-1 0 0,1 0 0,0 0-1,0 0 1,0 0 0,-1-1-1,1 1 1,0 0 0,0 1-1,0-1 1,-1 0 0,1 0-1,0 0 1,0 0 0,0 0-1,-1 0 1,1 0 0,0 0-1,0 0 1,0 0 0,0 0-1,-1 0 1,1 1 0,0-1-1,0 0 1,0 0 0,0 0-1,0 0 1,-1 0 0,1 1-1,0-1 1,0 0 0,0 0-1,0 0 1,0 0 0,0 1-1,0-1 1,0 0 0,0 0-1,0 0 1,0 1 0,0-1-1,0 0 1,-4 23 296,4 44 117,0-45-145,3 42 400,3-1-1,15 68 0,-6-45-105,-9-46-364,-1-5 72,1 1 1,1-2-1,18 49 0,-23-79-258,-1 0 0,1 0 1,0-1-1,0 1 0,0-1 0,1 1 1,-1-1-1,5 5 0,-7-47-510,-7-5 70,-6-46-958,-39-141 0,44 203 1093,0 0-1,2-1 0,1 0 1,1 0-1,0-39 0,4 51 352,0-23 67,0 39-131,0-1 1,0 1-1,1 0 0,-1-1 0,1 1 1,-1-1-1,1 1 0,-1 0 0,1-1 0,0 1 1,-1 0-1,1 0 0,0-1 0,0 1 1,0 0-1,0 0 0,0 0 0,0 0 1,0 0-1,1 0 0,1 0 0,13-5 107,0 1-1,1 1 0,0 1 0,-1 0 0,1 1 0,0 1 0,0 0 0,19 3 0,-6-2 124,-25 1-197,0 0 0,0 0 0,0 0 1,0 1-1,0-1 0,0 1 0,0 1 0,-1-1 0,1 1 0,-1-1 1,1 1-1,-1 1 0,0-1 0,-1 0 0,1 1 0,0 0 0,-1 0 1,0 0-1,5 8 0,0 0 156,-1 1 0,0 0 1,0 0-1,-1 1 0,7 27 0,-10-20 41,0-1 1,-1 0-1,-2 1 0,-2 29 0,1-41-205,0 0-1,-1-1 0,0 1 1,-1-1-1,0 0 1,0 1-1,-1-1 0,0-1 1,-1 1-1,1-1 0,-1 1 1,-1-1-1,1-1 1,-1 1-1,-14 11 0,10-10-55,0 0 0,0 0 0,-1-1-1,0-1 1,0 0 0,0 0 0,-1-1 0,0 0-1,0-1 1,-18 3 0,12-4-428,0-2-1,-20 0 1,25-1 215,12 0 217,1 0-1,-1 0 1,1 0-1,-1 0 1,0 0-1,1 0 1,-1 0 0,1 0-1,-1 0 1,1 0-1,-1 0 1,1-1-1,-1 1 1,0 0 0,1 0-1,-1 0 1,1-1-1,-1 1 1,1 0-1,0-1 1,-1 1 0,1 0-1,-1-1 1,1 1-1,-1-1 1,1 1-1,0-1 1,-1 1 0,1-1-1,0 1 1,0-1-1,-1 1 1,1-1-1,0 1 1,0-1 0,0 1-1,0-1 1,0 1-1,-1-1 1,1 1-1,0-1 1,0 0 0,0 1-1,1-1 1,-1 1-1,0-1 1,0 1-1,0-1 1,1 0 0,-1-6-31,19 6-50,-15 2 124,0 0 0,1 0 0,-1 0-1,0 0 1,0 1 0,0-1 0,0 1-1,0 0 1,0 0 0,-1 1 0,1-1-1,-1 1 1,1-1 0,-1 1 0,6 7-1,6 7 249,23 35 0,-28-38-146,45 69 492,30 40 42,-80-112-571,-17-15-8902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49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29 1313,'0'0'6928,"0"-3"-6058,0-22 2313,0 25-2823,-10 1-507,9 6 225,0-1-1,0 0 1,1 1-1,0-1 1,0 1 0,1 6-1,0 9 730,21-22-177,-14 0-488,-8 1-156,1-1 0,0 0 0,-1 0 0,1 0 0,-1 0-1,1 1 1,0-1 0,-1 0 0,1 0 0,0 0 0,-1 0 0,1 0-1,-1-1 1,1 1 0,0 0 0,-1 0 0,1 0 0,-1 0-1,1-1 1,-1 1 0,1 0 0,-1-1 0,1 1 0,-1 0 0,1-1-1,-1 1 1,1-1 0,-1 1 0,1 0 0,-1-1 0,0 1 0,1-1-1,-1 0 1,0 1 0,1-1 0,-1 1 0,0-1 0,0 1-1,0-1 1,1 0 0,-1 1 0,0-1 0,0 1 0,0-1 0,0 0-1,0 1 1,0-1 0,0 1 0,0-1 0,-1-1 0,-3-27-739,4 28 738,0 0 0,-1 0 0,1 0 0,0 0 0,-1 0 0,1 0 0,0 0 0,-1 0 0,1 1 0,-1-1-1,0 0 1,1 0 0,-1 0 0,0 1 0,1-1 0,-1 0 0,0 1 0,0-1 0,0 1 0,1-1 0,-1 1 0,0-1 0,0 1 0,0-1 0,0 1 0,0 0 0,-2-1 0,-1 8-2963,1 11 457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50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1953,'0'0'4786,"-4"5"-4196,-1 8-214,1 0 1,0 0-1,1 0 1,0 1-1,-1 14 0,0-1 279,-14 62 765,8-48-953,2 0 1,2 1-1,-1 48 1,7-89-514,0-11-1426,0-1 284,1 0 1,0 0 0,0 0 0,1 1-1,6-21 1,3-3-3031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50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1425,'0'0'6715,"0"0"-6627,0 0 1,1 0 0,-1-1-1,0 1 1,1 0 0,-1 0-1,0 0 1,1-1 0,-1 1-1,0 0 1,1 0 0,-1 0-1,0 0 1,1 0 0,-1 0-1,1 0 1,-1 0 0,0 0-1,1 0 1,-1 0 0,0 0-1,1 0 1,-1 0 0,0 0-1,1 0 1,-1 0 0,1 1-1,-1-1 1,1 0 0,3 5 79,1 0 0,-1 0 1,0 0-1,0 1 0,-1-1 1,1 1-1,3 10 1,3 2 180,15 28 314,9 17 141,2-1 1,63 79-1,-99-141-751,10 14-1388,-10-13 1222,0-1 0,0 0 0,0 1 0,0-1 1,0 0-1,0 0 0,-1 1 0,1-1 0,0 0 0,0 0 0,0 1 1,0-1-1,0 0 0,0 0 0,0 0 0,0 1 0,-1-1 0,1 0 1,0 0-1,0 0 0,0 1 0,-1-1 0,1 0 0,0 0 1,0 0-1,0 0 0,-1 0 0,1 1 0,0-1 0,0 0 0,-1 0 1,1 0-1,0 0 0,0 0 0,-1 0 0,1 0 0,0 0 0,0 0 1,-1 0-1,1 0 0,0 0 0,0 0 0,-1 0 0,1 0 0,0 0 1,0 0-1,-1 0 0,1 0 0,0-1 0,0 1 0,-1 0 0,1 0 1,0 0-1,-17-3-2913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5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7491,'0'0'5139,"230"22"-5715,-181-22-4227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52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54 2817,'0'0'2628,"0"-5"-2417,0-19 24,0 23-185,0 0 1,0 0-1,0 0 1,-1 0-1,1 0 1,-1 0-1,1 0 0,-1 0 1,1 0-1,-1 1 1,1-1-1,-1 0 1,0 0-1,1 0 1,-1 1-1,0-1 1,0 0-1,1 1 1,-1-1-1,0 1 1,0-1-1,0 1 1,0-1-1,0 1 1,0 0-1,0-1 1,0 1-1,-1 0 0,-26-4 1848,26 4-1845,1 0 0,0-1 0,0 1 0,-1 0 0,1 0 0,0 1 0,0-1 0,0 0 0,-1 0 0,1 1 1,0-1-1,0 0 0,0 1 0,0-1 0,-1 1 0,1 0 0,0-1 0,0 1 0,0 0 0,0 0 0,1-1 0,-1 1 0,-1 1 0,1 1 67,0 0 1,0-1-1,1 1 1,-1 0 0,1-1-1,0 1 1,0 0-1,0 0 1,0 2-1,0 2 49,0 9 346,-1-11-299,1 0 1,0 0-1,1 0 1,-1 0-1,1-1 1,-1 1-1,3 6 1,-2-9-193,0-1 0,0 1 0,0-1 0,0 1 0,0-1 0,0 0 0,0 1 0,1-1 1,-1 0-1,1 0 0,-1 0 0,0 0 0,1 0 0,0 0 0,-1 0 0,1-1 0,0 1 0,-1-1 1,1 1-1,0-1 0,-1 1 0,1-1 0,0 0 0,2 0 0,0 1-48,0-1 0,0 1 0,0-1 0,0 0 0,-1-1 0,1 1 0,6-2 0,-8 2-50,-1-1 0,0 1 1,0-1-1,0 1 0,0-1 0,0 0 0,0 0 1,0 1-1,-1-1 0,1 0 0,0 0 0,0 0 1,-1 0-1,1 0 0,0 0 0,-1 0 0,1 0 0,-1 0 1,1 0-1,-1 0 0,0-1 0,1 1 0,-1 0 1,0 0-1,0 0 0,0-3 0,0 2-73,1-3-419,0 1-1,-1-1 1,0 1-1,0-1 1,-1 0-1,0-5 1,1 9 503,-1 0 1,1 0 0,-1 0 0,1 0-1,-1 0 1,0 0 0,1 0 0,-1 0 0,0 0-1,0 0 1,0 0 0,1 1 0,-1-1-1,0 0 1,0 1 0,0-1 0,0 0-1,0 1 1,0-1 0,-1 1 0,1 0-1,0-1 1,0 1 0,0 0 0,0 0-1,0-1 1,-1 1 0,0 0 0,-13-1 988,0 1 1,-21 1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53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3121,'0'0'8119,"0"0"-8100,-1 0 0,1 0 1,0 0-1,0 0 0,-1 0 0,1 0 1,0 0-1,0 0 0,0 0 0,-1 0 1,1 0-1,0 0 0,0 0 0,-1 0 1,1 0-1,0 0 0,0 0 0,-1 0 1,1 0-1,0 0 0,0 0 1,0 0-1,-1 1 0,1-1 0,0 0 1,0 0-1,0 0 0,0 0 0,-1 1 1,1-1-1,0 0 0,-3 9 58,1 0 0,-1 0 0,2 0 0,-1 0 1,2 0-1,-1 0 0,1 0 0,1 11 0,-1-2 136,0 296 3504,2-338-4160,-4-23-619,-22-76-336,17 74 247,0-75-1,7 123 1148,1-1-1,-1 1 0,1-1 0,0 0 1,-1 1-1,1 0 0,0-1 0,0 1 1,0-1-1,0 1 0,0 0 0,0 0 1,1 0-1,-1-1 0,0 1 0,0 0 0,1 1 1,-1-1-1,1 0 0,-1 0 0,1 1 1,-1-1-1,1 0 0,3 0 0,46-12 324,-43 12-332,0-1 134,0 1-1,0 0 1,1 0-1,-1 1 0,0 0 1,16 3-1,-22-3-76,-1 1 0,0 0 0,1-1 0,-1 1 0,0 0 0,0 0 0,0 0 0,0 0 0,0 0 0,0 0 0,0 0 0,0 0 0,0 0 0,0 1-1,-1-1 1,1 0 0,0 1 0,-1-1 0,1 0 0,-1 1 0,0-1 0,1 1 0,-1-1 0,0 0 0,0 3 0,1 42 742,-1-33-516,0-4-130,0-2-53,1-1-1,-1 0 1,0 0-1,-1 1 1,0-1-1,0 0 0,0 0 1,-1 0-1,0 0 1,0 0-1,0 0 1,-4 6-1,-1-3-30,6-8-34,-1 0-1,1 1 0,0 0 0,0-1 0,-1 1 0,1-1 0,0 1 1,0 0-1,1 0 0,-1 0 0,0 0 0,1 0 0,-2 3 0,6-4-554,34-2-807,56 2 1159,-92-1 180,-1 1 0,1-1 0,0 1 0,0-1 0,-1 1 0,1-1 0,0 1-1,-1 0 1,1 0 0,-1 0 0,1 0 0,-1 0 0,1 0 0,-1 0 0,0 1 0,0-1 0,0 0 0,1 1 0,-1-1-1,0 1 1,-1-1 0,1 1 0,0 0 0,0-1 0,-1 1 0,1 0 0,-1-1 0,1 1 0,-1 0 0,0 0 0,0 0-1,0 1 1,1 1-6,-1 0 1,0-1-1,-1 1 0,1 0 0,0-1 0,-1 1 0,0 0 0,0-1 0,0 1 0,0-1 0,-1 0 0,1 1 0,-1-1 0,0 0 0,-4 6 0,-10 5 25,-1 0 1,0-1-1,-1 0 0,0-2 0,-1 0 0,0-1 0,-1-1 0,-23 8 0,37-15-384,0 0 0,0-1-1,0 1 1,0-1 0,0 0 0,-8 0-1,-4-1-3899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54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3586,'0'0'4311,"-9"33"-3561,-31 112 101,2-1 596,-21 62 395,57-196-1828,-4 7 134,4-13-262,1-8-286,3-14-410,1-1 1,0 1-1,1 0 1,1 0-1,8-19 0,2-7-1215,-4 3-518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5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3490,'0'0'5720,"0"0"-5666,0 0 0,0-1 0,0 1 1,0 0-1,0-1 0,0 1 0,0 0 1,0-1-1,1 1 0,-1 0 1,0-1-1,0 1 0,0 0 0,1 0 1,-1-1-1,0 1 0,0 0 0,1 0 1,-1-1-1,0 1 0,0 0 1,1 0-1,-1 0 0,0 0 0,1-1 1,-1 1-1,0 0 0,1 0 1,-1 0-1,0 0 0,1 0 0,4 7 181,-1 0-1,0 0 1,0 1 0,5 14-1,4 8 183,173 359 4001,-183-383-4387,-1-4-23,-1 0 0,0 0 0,0 0 0,0 0 0,-1 0-1,1 0 1,0 0 0,-1 0 0,1 3 0,-1-4-398,-25-5-4340,-7-11 2215,25 11 1703,-34-17-3003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55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8004,'0'0'5682,"160"-50"-5682,-118 34-144,0-2-1681,-7 2-2609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5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 2177,'0'0'5090,"0"0"-5008,-1 0 1,1 0-1,0 0 0,0 0 0,-1 0 0,1 0 0,0 0 1,-1 0-1,1 0 0,0 0 0,0 0 0,-1 0 0,1 1 0,0-1 1,0 0-1,-1 0 0,1 0 0,0 0 0,0 1 0,-1-1 1,1 0-1,0 0 0,0 0 0,0 1 0,0-1 0,-1 0 0,1 0 1,0 1-1,-1 71 624,4 105 1438,-1-146-1519,1 1 0,2-1-1,14 47 1,-19-78-606,0 1 0,0-1 0,0 0 0,0 1 0,0-1 0,1 0 0,-1 1 1,0-1-1,0 0 0,0 0 0,0 1 0,0-1 0,0 0 0,1 1 0,-1-1 0,0 0 0,0 0 0,0 0 0,1 1 0,-1-1 1,0 0-1,0 0 0,0 0 0,1 1 0,-1-1 0,0 0 0,1 0 0,-1 0 0,0 0 0,0 0 0,1 0 0,-1 1 0,0-1 1,1 0-1,-1-1 1,1 1 0,-1-1 0,1 1 0,-1-1 0,0 1 0,1-1 0,-1 1 0,0-1 0,0 1 0,0-1 0,1 1 0,-1-1 0,0 1 0,0-1 0,0 0 0,0 1 0,0-1 0,0 1 0,0-1 0,0 0 0,0-42-12,1-21-1228,-13-100-1,8 126 540,1-52-1,3 89 699,0 0 0,0 0 0,1 0 0,-1 0-1,0 0 1,0 0 0,0 0 0,1 0 0,-1 0 0,0 1 0,1-1 0,-1 0 0,1 0-1,-1 0 1,1 0 0,-1 1 0,1-1 0,0 0 0,-1 1 0,1-1 0,0 0 0,0 1 0,-1-1-1,1 1 1,0-1 0,0 1 0,0-1 0,0 1 0,0 0 0,1-1 0,32-1 139,-26 2-89,-7 0-54,0 0-1,0 0 1,0 1-1,0-1 1,1 0 0,-1 1-1,0-1 1,0 1-1,0 0 1,0-1 0,0 1-1,0 0 1,0-1 0,-1 1-1,1 0 1,0 0-1,0 0 1,0 0 0,-1 0-1,1 0 1,-1 0-1,1 0 1,-1 0 0,1 0-1,-1 0 1,1 0-1,-1 1 1,0 0 0,7 38 369,-7-39-370,0 59 515,-1-43-329,1 0 0,3 34 0,-2-49-201,-1-1 1,1 1-1,0-1 0,-1 1 1,1-1-1,0 1 0,0-1 1,0 0-1,0 1 1,0-1-1,0 0 0,0 0 1,1 1-1,-1-1 0,0 0 1,1 0-1,-1-1 0,1 1 1,-1 0-1,3 1 1,36 9-139,-26-8 158,10 3 48,-16-5-38,0 1 1,0 0-1,-1 0 1,15 6 0,-21-7-23,1 0 1,0 0 0,-1 0-1,1 1 1,-1-1 0,1 0-1,-1 1 1,0-1 0,1 1-1,-1-1 1,0 1 0,0-1-1,0 1 1,0 0 0,0 0-1,-1-1 1,1 1 0,0 0-1,-1 0 1,1 0 0,-1 0-1,0 0 1,0 0 0,0 3-1,1 8 42,-1-6-36,0 0 0,0 0 0,-3 13 1,2-18-11,0 1 0,1-1 0,-1 0 0,-1 1 0,1-1 0,0 0 0,-1 0 0,1 0 0,-1 1 1,1-2-1,-1 1 0,0 0 0,-4 3 0,1-1-88,-6 5 136,-1-1 1,-15 9-1,23-15-458,0 0 0,0 0 0,0-1 0,0 1 0,-1-1 1,-7 1-1,-3-1-4522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59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7139,'0'0'6510,"-6"8"-4211,6-8-2259,0 0 1,0 1-1,-1-1 0,1 0 1,0 0-1,0 1 0,0-1 0,-1 0 1,1 0-1,0 1 0,0-1 1,0 0-1,0 1 0,0-1 1,0 0-1,0 0 0,0 1 1,0-1-1,0 0 0,0 1 0,0-1 1,0 0-1,0 1 0,0-1 1,0 0-1,0 0 0,0 1 1,0-1-1,0 0 0,0 1 1,0-1-1,1 0 0,-1 0 0,0 1 1,0-1-1,0 0 0,0 0 1,1 1-1,14 3 112,1 0 0,0-1 0,0-1 0,0 0 0,0-1 1,0-1-1,19-2 0,16 0-2719,-1 5-5711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6:59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0 1 5138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00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21 208 5138,'-20'-170'1889,"20"167"480,0-3-1104,10 6-481,7 0-240,4 0 97,4 0 63,3 0-128,0 6-191,3 3-161,-3-5-160,3-4-64,-3 0-272,3-13-1617,-10-22-4194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01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5795,'0'0'4567,"-4"2"-4041,3-1-492,0-1 1,0 1 0,0 0 0,0 0 0,0 0-1,0-1 1,0 1 0,0 0 0,0 0 0,0 0 0,1 1-1,-1-1 1,0 0 0,1 0 0,-1 0 0,0 2-1,-1 30 514,23 500 3174,-13-401-3112,12 94 210,-19-218-769,-1-5-18,0 1-1,0-1 1,1 0-1,-1 0 1,1 1-1,0-1 1,0 0-1,0 0 1,0 0-1,1 0 0,-1 0 1,1 0-1,0 0 1,4 4-1,-6-7-39,0 1-1,0-1 1,0 0-1,1 0 1,-1 0-1,0 0 1,0 0-1,0 0 0,0 0 1,0 0-1,1 0 1,-1 0-1,0 0 1,0 0-1,0 0 0,0 0 1,1 0-1,-1 0 1,0 0-1,0 0 1,0 0-1,0 0 1,1 0-1,-1 0 0,0 0 1,0 0-1,0 0 1,0 0-1,0 0 1,1 0-1,-1 0 1,0 0-1,0 0 0,0-1 1,0 1-1,0 0 1,1 0-1,-1 0 1,0 0-1,0 0 0,0-1 1,2-9-398,-4-10-236,-5-7-311,-16-43 1,3 10 42,-4-22-149,4-1-1,4-1 0,3 0 1,-2-142-1,15 208 1319,0 0 1,5-21-1,-4 31-180,1 2 1,0-1-1,0 0 1,1 0-1,-1 1 0,2-1 1,-1 1-1,8-11 1,-6 10-27,1 0 1,0 1 0,0-1 0,1 1-1,0 0 1,0 1 0,0 0-1,1 0 1,0 0 0,-1 1 0,2 0-1,-1 1 1,0 0 0,14-3-1,4 1 352,1 1 0,0 2 0,40 1 0,-57 2-278,0 0 0,0 0 0,-1 1 0,1 0 1,-1 1-1,1 0 0,-1 0 0,0 1 0,0 1 1,-1-1-1,1 1 0,8 8 0,-3-3 164,-1 1 0,-1 0 0,0 1 0,0 1 0,-1 0 1,11 17-1,-17-22-190,-1 0 1,0 1-1,-1-1 1,0 0 0,0 1-1,-1 0 1,0 0-1,-1 0 1,0 0 0,0 0-1,-1 15 1,0-13-66,-1 0 1,-1 0-1,0 1 1,0-1-1,-1 0 1,0-1-1,-1 1 1,-10 18-1,2-8-15,-1-1-1,-2-1 1,0 0-1,-1-1 1,0 0-1,-2-2 1,0 0-1,-21 14 1,24-20-266,0 0-1,0-2 1,0 0 0,-1 0 0,-1-2-1,1 0 1,-1-1 0,0 0 0,0-1 0,0-1-1,-32 1 1,14-4-1095,33 0 933,25 0 153,-9 1 389,-1 0 0,1 2 1,-1-1-1,1 2 0,-1 0 0,0 0 1,0 1-1,16 9 0,103 64 1573,-76-42-1080,132 90 766,-187-125-1463,1 0 0,-1-1 0,0 1 0,0 0 0,1-1 0,-1 1 0,1 0 0,-1-1 0,0 0 0,1 1 0,-1-1 0,1 0 0,1 1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01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6227,'0'0'7726,"0"4"-7625,-2 12-26,0-1 0,-1 1 0,-1-1 0,0 1 1,-8 16-1,1 2-59,-100 388 334,115-496-3432,5 32 460,1-7-142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01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7059,'0'0'3997,"15"-9"-2090,-14 9-1843,0 0 0,1 0 0,-1 1-1,1-1 1,-1 1 0,1-1 0,-1 1 0,0-1-1,0 1 1,1 0 0,-1-1 0,0 1-1,0 0 1,0 0 0,1 0 0,-1 0 0,0 0-1,0 0 1,-1 0 0,1 0 0,1 3 0,14 32 326,-11-23-231,33 96 1016,27 133-1,-23-78-388,-7-42-383,-31-107-350,-3-12-128,-5-4-922,0 0 504,0 0-1,0-1 1,0 1 0,0-1 0,1 0-1,-1 0 1,1 0 0,-1-1-1,1 1 1,0-1 0,0 0 0,-5-5-1,0 0-785,-24-20-2813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02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5074,'0'0'9749,"178"-82"-9381,-137 67-368,-2-1-112,-11 7-1025,-4-7-2000,-6 0-3394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03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48 2593,'0'0'3044,"0"-7"-2411,0-30 319,0 37-894,0 0 1,0 0-1,0-1 1,0 1-1,0 0 0,0 0 1,0 0-1,0 0 1,0 0-1,0 0 0,0 0 1,0-1-1,0 1 1,0 0-1,0 0 0,0 0 1,0 0-1,0 0 1,0 0-1,0 0 1,0-1-1,0 1 0,0 0 1,0 0-1,-1 0 1,1 0-1,0 0 0,0 0 1,0 0-1,0 0 1,0 0-1,0 0 0,0 0 1,-1 0-1,1 0 1,0-1-1,0 1 0,0 0 1,0 0-1,0 0 1,0 0-1,0 0 0,-1 0 1,1 0-1,0 0 1,0 0-1,0 0 1,0 1-1,0-1 0,0 0 1,-1 0-1,1 0 1,0 0-1,0 0 0,-6 9 2815,1 21-2525,1 1 0,2 0-1,2 43 1,0-39-234,-1 64 214,-1-26 126,10 97-1,-4-139-68,13 45-1,-14-66-264,0 1 0,1-1 0,0 0 0,1 0 0,0-1 0,0 1 0,13 16 0,-15-24-93,0 1-1,0-1 1,1 0-1,-1 0 1,1 0-1,-1-1 1,1 1-1,-1-1 1,1 0-1,0 1 1,0-2-1,0 1 1,0 0 0,0-1-1,-1 0 1,1 0-1,0 0 1,0 0-1,4-2 1,9 2 80,-15 0-122,1-1 0,0 0 0,-1 1 0,1-1 1,-1 0-1,1 0 0,-1 0 0,1-1 0,-1 1 0,0-1 1,1 1-1,-1-1 0,0 0 0,0 1 0,0-1 0,0 0 1,-1-1-1,1 1 0,-1 0 0,1 0 0,-1-1 0,0 1 1,3-6-1,-1 0-243,0-1 0,0 1 0,0-1 0,-1 0 1,0 0-1,0-9 0,-1 5-148,1-48-523,-2 56 922,0 1 0,0-1 0,-1 1 0,0-1 0,0 1 0,0-1 0,0 1 0,-1 0 0,1 0 0,-4-6 0,-2 0 74,0 1-1,-1 0 0,0 0 1,0 1-1,0 0 0,-1 1 1,0 0-1,-1 0 1,-17-9-1,15 11 127,0 0-1,0 1 1,0 1 0,-1 0 0,1 0 0,-1 1-1,0 1 1,-21 0 0,37 1-175,0-1-1,0 1 1,-1-1 0,1 0 0,-1 0 0,1 0-1,0 0 1,-1 0 0,0-1 0,1 1-1,-1-1 1,0 0 0,0 1 0,0-1-1,0 0 1,0 0 0,0 0 0,-1-1 0,3-3-1,5-7-48,-2 0 0,8-18-1,-10 21 0,3-10-405,0-1 0,-2-1 0,0 1-1,-1-1 1,-1 0 0,-2 0 0,0 0-1,-1-26 1,-1 45 413,0 0 0,0 0 1,-1 1-1,1-1 0,-1 0 0,1 1 0,-1-1 0,0 1 0,0-1 0,0 1 0,-1-1 0,1 1 1,0 0-1,-1-1 0,0 1 0,1 0 0,-1 0 0,0 0 0,0 0 0,0 0 0,0 1 1,-1-1-1,1 1 0,0-1 0,-1 1 0,1 0 0,-1 0 0,-4-2 0,-3 1 336,1 0 0,0 0 0,-1 1 1,1 0-1,-1 1 0,1 0 0,-13 2 0,20-2-310,1 0 0,0 0 0,0 0-1,-1 0 1,1 1 0,0-1 0,0 0 0,0 1 0,0-1 0,-1 1 0,1-1 0,0 1 0,0 0 0,0-1 0,0 1 0,0 0 0,0 0 0,1 0 0,-1 0 0,0 0-1,0 0 1,1 0 0,-1 0 0,0 0 0,1 0 0,-1 0 0,1 0 0,-1 0 0,1 0 0,0 1 0,-1-1 0,1 2 0,4-30-10506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03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6435,'0'0'8257,"3"0"-7782,85 8 779,6 0-1049,-82-8-298,16-1-891,-28 0 791,1 1 0,0 0 0,0-1 0,0 1 0,-1-1 0,1 1 0,0-1 0,-1 1 0,1-1 0,-1 0 0,1 1 0,0-1 0,-1 0 0,1 1 0,-1-1 0,0 0 0,1 0 0,-1 1 0,0-1 0,1 0 0,-1 0 0,0 0 0,0 1 0,0-1 0,1 0 0,-1 0 0,0 0 0,0 0 0,-1-1 0,1-13-5404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03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161 204 7235</inkml:trace>
  <inkml:trace contextRef="#ctx0" brushRef="#br0" timeOffset="1">161 204 7235,'-160'-188'2097,"184"188"-1793,18 0 273,7 0 447,7 0-480,7-7-271,-4 7-49,-10-6-224,-8 3-80,-16 3-609,-11 0-1280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07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60 5250,'0'0'4731,"-2"-5"-3904,0-1-619,0 0 0,0 0 0,0 0 0,1 0 0,0 0 0,0 0 0,0-6 0,1 11-80,-3 64 945,20 309 496,2-192-587,11 86-19,-28-250-838,1-1 1,0 1 0,1-1 0,0 0-1,1 0 1,12 22 0,-11-31-779,-4-14-1938,-4-16-582,2 24 3238,-7-37-3478,-6-9-1383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07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4162,'0'0'3076,"15"-23"-2812,54-71-53,-67 90-193,1 1 1,-1 0-1,1 0 1,0 0-1,0 0 0,0 0 1,0 1-1,1-1 1,-1 1-1,1 0 1,-1 0-1,1 0 0,0 0 1,0 1-1,0 0 1,0-1-1,0 1 1,0 1-1,5-1 0,1-1 22,28-2 390,0 2 1,65 5-1,-92-2-244,0 1 1,1 0-1,-1 1 0,0 0 0,0 1 0,-1 0 0,1 1 0,-1 0 0,0 1 0,15 11 0,-2 0 285,-1 1 0,0 2-1,21 24 1,-36-36-367,0 1 1,0 0-1,-1 1 1,0 0-1,-1-1 0,0 2 1,0-1-1,-1 1 0,-1-1 1,0 1-1,0 0 0,-1 1 1,0-1-1,-1 0 1,0 0-1,-2 16 0,1-26-96,0 18 166,-3 33-1,1-45-162,1 1-1,-1-1 1,-1 1 0,1-1-1,-1 0 1,-1 0 0,-5 9-1,-8 11 22,-1 0-1,-2-1 0,-1-2 0,0 0 0,-2-1 0,-1-1 0,0-1 0,-2-1 1,0-1-1,-2-2 0,-36 19 0,46-27-31,0 0 1,-1-1-1,0-1 0,0-1 0,0-1 1,-1 0-1,0-1 0,-22 0 1,41-4-17,0 0 1,0 0 0,1 0 0,-1-1 0,0 1-1,0 0 1,0-1 0,0 1 0,1-1 0,-1 1-1,0-1 1,0 1 0,1-1 0,-1 0 0,0 1-1,1-1 1,-1 0 0,1 1 0,-1-1 0,1 0 0,-1 0-1,1 0 1,0 1 0,-1-1 0,1 0 0,0 0-1,-1 0 1,1 0 0,0 0 0,0 0 0,0 1-1,0-1 1,0 0 0,0 0 0,0-2 0,5-34-684,-4 32 669,0 0 0,1 0-1,0 1 1,0-1 0,0 1 0,0 0 0,1-1 0,-1 1 0,1 0 0,0 0 0,1 1 0,-1-1-1,0 1 1,1-1 0,0 1 0,0 0 0,0 1 0,0-1 0,1 1 0,-1-1 0,8-1 0,1-1 36,0 2 1,1 0-1,0 0 1,-1 1-1,1 1 1,20 0-1,-29 1-5,-1 1-1,1 0 1,0 0-1,0 0 0,0 0 1,-1 1-1,1 0 0,-1-1 1,1 2-1,-1-1 1,0 1-1,1-1 0,-1 1 1,-1 0-1,1 0 0,5 6 1,4 6 59,0 1 0,18 30 0,-24-34-14,76 137 857,11 19 181,-89-161-1028,0-1 0,0 1-1,1-1 1,0 0 0,0 0 0,1-1-1,0 0 1,13 8 0,-18-11-119,1-1 1,-1 0-1,1 0 0,-1 0 1,1 0-1,0 0 0,0 0 0,-1-1 1,1 0-1,0 1 0,0-1 1,0 0-1,-1 0 0,1 0 0,0-1 1,0 1-1,0-1 0,-1 1 1,1-1-1,0 0 0,-1 0 0,1 0 1,-1-1-1,1 1 0,-1 0 1,1-1-1,-1 0 0,0 1 1,4-5-1,12-21-2912,0-4-2894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08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1617,'0'0'10279,"11"-3"-7878,0 3-1991,25 0 396,-1 1 0,47 8 0,25 6-1099,2-5-1,123-4 1,-233-6 90,0 0 0,0-1 1,0 1-1,0 0 1,0-1-1,0 1 0,0-1 1,0 1-1,0-1 0,0 1 1,0-1-1,0 1 0,1-1 1,-1 0-1,0 0 1,0 1-1,1-1 0,-1 0 1,0 0-1,1 0 0,-1-1 1,-10-19-4286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08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4066,'0'0'4034,"-1"0"-3967,1 0 1,0 0 0,-1 0-1,1-1 1,0 1 0,-1 0 0,1 0-1,0 0 1,-1 0 0,1 0-1,0 0 1,-1 0 0,1 0-1,0 0 1,-1 0 0,1 0-1,0 0 1,0 1 0,-1-1-1,1 0 1,0 0 0,-1 0 0,1 0-1,0 0 1,-1 1 0,1-1-1,0 0 1,0 0 0,-1 1-1,1-1 1,0 0 0,0 0-1,0 1 1,-1-1 0,26 337 3879,-5-115-3409,-19-197-621,6 126-2316,-7-129-1493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11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0 3410,'0'0'6789,"-16"9"-6122,-47 25-104,60-34-521,1 1-1,0 0 0,0 0 0,0 1 1,0-1-1,1 0 0,-1 1 1,0-1-1,0 1 0,1-1 1,-1 1-1,1 0 0,0-1 1,-1 1-1,1 0 0,0 0 0,0 0 1,0 0-1,0 0 0,0 1 1,0 2-1,-3 6 85,-8 10 106,1 2 1,1-1-1,0 2 0,2-1 0,1 1 0,-8 48 0,12 107 523,4-98-400,0-22-101,2 0 0,4 0 0,1-1 0,3 0 1,3 0-1,2-1 0,43 98 0,-45-127 24,31 50 0,-40-70-237,1 0-1,0-1 1,0 1 0,1-1-1,0-1 1,0 1-1,1-1 1,0-1 0,0 1-1,10 4 1,-13-8-79,0 0 0,1 0 1,0 0-1,-1-1 0,1 0 0,0 0 1,0-1-1,-1 1 0,1-1 0,0 0 1,0-1-1,7-1 0,-12 2-65,1-1-1,-1 0 1,0 0 0,1 0-1,-1 1 1,0-1 0,0 0-1,0-1 1,0 1 0,0 0-1,0 0 1,0 0-1,-1-1 1,1 1 0,0 0-1,-1-1 1,1 1 0,0 0-1,-1-1 1,0 1 0,1-1-1,-1 1 1,0-1-1,0 1 1,0-1 0,0 1-1,0-2 1,1-5-492,6-42-3591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12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12 6035,'0'0'4594,"0"-11"-2996,23 506 1889,-2-145-2452,-21-332-941,0-15-46,-1 0 1,1 1-1,0-1 0,0 0 1,0 1-1,0-1 0,1 0 1,-1 1-1,1-1 0,0 0 0,0 0 1,0 0-1,0 1 0,1-1 1,2 5-1,-2-14-15,-1 0 0,-1 0 0,1 0 0,-1-8 0,-3-31-1032,-2 0 0,-1 0-1,-14-45 1,-5-34-718,11 13 855,0-180 0,14 287 892,1 0 0,-1 1-1,1-1 1,0 1-1,1 0 1,-1-1 0,1 1-1,-1 0 1,1 0-1,0-1 1,0 1 0,0 1-1,0-1 1,1 0-1,-1 1 1,1-1 0,0 1-1,0-1 1,0 1 0,0 0-1,0 1 1,0-1-1,5-2 1,8-3-23,1 0 0,0 1 0,23-5 0,-20 6 156,0 0 1,0 2-1,1 0 0,0 2 0,-1 0 0,1 1 0,24 4 0,-40-3-92,0 1 0,0-1 0,0 1 0,0 1 0,-1-1 0,1 1 0,-1 0 0,1 0 0,-1 0 0,0 0 0,0 1 0,-1 0 0,5 4 0,5 9 472,22 33 1,-27-34-415,-1-1 0,-1 1 0,0 0 0,-1 0 0,-1 0 1,0 1-1,-2 0 0,1-1 0,-2 1 0,0 0 0,-2 0 0,1 0 0,-2 0 0,0 0 0,-1 0 0,-1-1 1,-9 26-1,3-22-123,-1 0 0,-1-1 0,-1 0 0,0-1 0,-1-1 0,-1 0 0,-1 0 0,0-2 0,-1 0 0,-30 19 0,38-28-180,0-1-1,-1 0 0,0-1 0,0 0 0,0-1 0,0 0 0,-1-1 1,1 0-1,-1 0 0,1-1 0,-1-1 0,-12 0 0,22 0 143,0 0 0,1 0-1,-1 0 1,1-1 0,-1 1-1,1 0 1,-1 0-1,1 0 1,-1-1 0,1 1-1,-1 0 1,1-1 0,0 1-1,-1 0 1,1-1-1,-1 1 1,1-1 0,0 1-1,-1 0 1,1-1 0,0 1-1,-1-1 1,1 1 0,0-1-1,0 1 1,0-1-1,-1 0 1,1 1 0,0-1-1,0 1 1,0-1 0,0 1-1,0-1 1,0 1-1,0-1 1,0 0 0,0 1-1,1-2 1,-1 2 20,0-1 1,0 0 0,0 0-1,0 0 1,1 0-1,-1 0 1,0 0-1,1 0 1,-1 0-1,1 1 1,-1-1-1,1 0 1,-1 0-1,1 1 1,-1-1-1,1 0 1,0 1-1,-1-1 1,1 0-1,0 1 1,0-1 0,0 1-1,-1-1 1,1 1-1,2-1 1,5-1 88,1 1 1,0 0 0,0 1-1,0 0 1,0 0 0,-1 1 0,1 0-1,0 1 1,0 0 0,-1 0-1,1 1 1,-1 0 0,0 0-1,0 1 1,15 9 0,4 6 524,0 0 0,47 47 1,-38-32-193,9 1-816,-37-32-4900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1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3858,'0'0'7619,"42"126"-6082,-32-63-288,-3-1-1,-4 1-448,1-13-367,-1-15-273,1-7-128,3-22-32,-4-6-16,4 0-817,4-22-1424,-1-28-1985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12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6515,'0'0'4565,"-9"15"-2399,-22 60-1533,-22 82 0,31-88-533,-46 157 171,11-30 56,51-176-290,1-9 61,2 1 1,0-1 0,0 1 0,1 0-1,-1 19 1,3-30-179,0-9-2830,2-3 1568,1-1 0,0 1 0,7-15 0,6-19-2954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13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26 4834,'0'0'4493,"0"-6"-3805,0-8-429,0 8 290,0 12 1775,-2 10-2194,-1 1-1,0-1 1,-1 0-1,-1 0 1,0-1-1,-15 29 1,1 1-31,-47 134 185,-98 225 262,142-354-490,21-44-683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14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7 135 4322,'0'0'7475,"0"6"-6658,10 104 568,-2-39-951,-3-14-87,41 377 1998,-44-420-2335,2 9 483,-4-23-488,0 0 1,0 0 0,0 0-1,0 0 1,0 0 0,0 0-1,0 0 1,1 0-1,-1 0 1,0 0 0,0 0-1,0 0 1,0 0-1,0 0 1,0 0 0,0 0-1,0 0 1,0 0 0,0 0-1,0 0 1,0 0-1,0 0 1,0 0 0,0 0-1,0 0 1,0 0-1,0 0 1,0 0 0,0 0-1,0 0 1,0 0 0,0 0-1,0 0 1,0 0-1,0 0 1,1-14-20,-2 2-114,-1 0-1,0-1 1,-1 1-1,0 0 1,-6-14-1,-5-23-412,-15-138-1727,16 79 1019,8 61 330,2-67-1,3 93 900,1 13 44,0-1 1,0 1-1,1-1 1,0 1-1,1 0 1,-1 0 0,2 0-1,-1 0 1,1 0-1,7-11 1,-4 9-8,0 1 1,0-1 0,1 1-1,0 1 1,1-1-1,0 1 1,10-7 0,-10 9 28,0 1 0,1 0 0,-1 1 0,1 0 0,0 0 0,0 1 1,12-2-1,-1 1 65,0 2-1,33 0 1,-51 2-65,0 1-1,0-1 1,0 1-1,0 0 1,0-1-1,0 1 1,-1 1-1,1-1 1,0 0-1,-1 1 1,1-1-1,-1 1 1,1 0 0,-1 0-1,0 0 1,1 0-1,2 4 1,4 5 186,-1 0 0,11 21 0,-8-13-54,-4-8-89,-1 0 0,-1 0 0,0 0-1,0 0 1,-1 1 0,-1-1-1,0 1 1,0 0 0,-1 0-1,-1 0 1,0 23 0,-1-14 33,0 0 0,-6 27 0,5-39-96,-2 0 0,1 0 0,-1-1 0,-1 1 0,0-1 0,0 1 0,-9 13-1,-4 2 26,-1 0 1,-1-1-1,-1-1 0,-44 37 0,54-51-143,-1 0 1,0 0-1,0-1 1,-1-1 0,0 0-1,0 0 1,0-1-1,-1-1 1,0 0 0,1-1-1,-2 0 1,1-1-1,-18 1 1,31-3 78,-1 0-1,1 0 1,-1 0 0,1 0-1,-1-1 1,1 1 0,-1 0 0,1 0-1,0-1 1,-1 1 0,1 0-1,-1 0 1,1-1 0,0 1-1,-1 0 1,1-1 0,0 1-1,-1-1 1,1 1 0,0 0 0,-1-1-1,1 1 1,0-1 0,0 1-1,0-1 1,-1 0 0,-2-20-444,3 16 368,0 1 0,0-1 0,1 0 1,-1 0-1,1 1 0,3-9 0,-2 9 75,0 1 0,1 0 0,0 0-1,0 0 1,0 0 0,0 0 0,0 1 0,1-1 0,-1 1 0,1 0-1,-1 0 1,1 0 0,0 0 0,0 1 0,0-1 0,0 1 0,6-1-1,-4 1 33,0 0-1,0 0 1,0 0-1,0 1 1,1 0-1,-1 0 0,0 0 1,0 1-1,0 0 1,1 0-1,9 4 1,-8-1 51,0 1 0,-1 0 0,1 0 0,-1 1 1,0-1-1,-1 2 0,8 7 0,41 55 665,-55-69-733,20 29 362,-2 1 1,-1 1-1,14 38 0,-12-27-90,-11-19-158,-8-22-152,-17-2-4960,9-5 1707,1-5-2099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15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6755,'0'0'8964,"9"0"-8444,4-1-376,1 2-1,0 0 0,0 0 0,-1 1 1,16 5-1,-25-6-115,0 1 0,1 0 0,-1-1 0,0 2 0,0-1 1,0 0-1,0 1 0,0 0 0,-1 0 0,1 0 0,-1 0 0,0 1 1,0-1-1,0 1 0,0 0 0,-1 0 0,1 0 0,-1 0 0,2 6 0,-2-3-9,1 1 0,-2-1 0,1 1 0,-1-1-1,0 1 1,-1-1 0,1 1 0,-2 0 0,1-1-1,-1 1 1,0-1 0,-1 1 0,1-1 0,-2 0-1,1 1 1,-1-1 0,0 0 0,0 0 0,-1-1-1,-4 8 1,-7 3-11,-1-1 0,-1 0 0,0-1 0,0 0 0,-2-2 0,0 0 0,-24 12 0,20-17-74,10-5-24,23-2-74,226-16 358,-123 5-180,-111 10-64,-1 0 0,1 0-1,-1-1 1,1 1 0,0 0 0,-1-1-1,1 1 1,-1-1 0,1 1 0,-1-1-1,1 0 1,-1 1 0,1-1 0,-1 0-1,0 0 1,1 0 0,-1 0 0,0-1-1,0 1 1,0 0 0,0 0 0,0-1-1,0 1 1,1-2 0,-1-1-787,0-1 1,0 1 0,0 0-1,0 0 1,-1-1-1,1 1 1,-1-7 0,0-8-5095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15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7684,'0'0'7395,"91"13"-6883,-32 40-64,8 29 33,-1 18-113,-3 23-112,-18 24-256,-31 16 0,-14 26-80,-25 21-416,-51 13-1505,-22 6-3442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19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50 258 4914,'0'0'4037,"-1"-7"-3280,-1-22-90,2 27-530,0 1-1,0 0 1,0 0-1,0 0 0,0 0 1,-1 0-1,1 0 1,0-1-1,-1 1 0,1 0 1,-1 0-1,1 0 1,-2-2-1,-8 1 1369,9 3-1502,1 0-1,-1 0 1,1 0-1,0 0 1,-1 0-1,1 0 1,0 0-1,-1 0 1,1 0-1,0 1 1,0-1-1,0 0 1,0 0-1,1 2 1,-1 0-3,-4 100 363,6 0 1,27 200 0,-21-245-120,-4-21-65,2 0 0,1 0 0,21 63 0,-27-99-162,-1 0-1,0 1 0,1-1 1,-1 0-1,1 0 0,-1 0 0,1 1 1,0-1-1,0 0 0,-1 0 1,1 0-1,0 0 0,0-1 1,0 1-1,0 0 0,0 0 1,0 0-1,0-1 0,0 1 1,0 0-1,1-1 0,-1 1 1,0-1-1,0 0 0,2 1 0,-2-1 171,-3-28-294,2 15-96,0 1-1,-2-1 0,0 1 0,-3-14 0,-70-267-4072,59 212 2297,-8-137-1,20 159 2105,1 10 187,4-75 0,-1 120-305,1 0 0,-1 1 0,1-1 0,0 0 1,1 0-1,-1 1 0,0-1 0,1 1 0,0-1 0,0 1 0,0 0 0,0-1 0,1 1 0,-1 0 0,1 1 0,0-1 0,-1 0 0,1 1 0,1-1 0,-1 1 0,0 0 0,0 0 0,1 1 1,-1-1-1,1 0 0,0 1 0,3-1 0,9-2 260,1 1 0,-1 1 1,0 0-1,32 1 0,-11 0 399,-26 0-500,0 0 1,0 1 0,0 0-1,0 0 1,0 1-1,-1 1 1,1 0 0,0 1-1,18 6 1,-14-1 49,-1 0 1,0 2-1,-1-1 0,0 1 0,0 1 1,-1 1-1,-1 0 0,11 14 1,-14-16-95,-1 0 0,-1 1 0,0 0 0,0 0 0,-1 0 0,0 1 1,-1 0-1,-1 0 0,0 0 0,0 0 0,1 18 0,-2 0 205,-1 1-1,-2 0 0,-6 48 1,4-64-268,-1 0-1,0 0 1,0 0 0,-2-1 0,0 0 0,0 0 0,-2 0 0,1-1 0,-11 13-1,11-16-86,-1-1-1,-1 0 0,0 0 0,0-1 0,0 0 1,-1-1-1,0 0 0,-1-1 0,1 0 0,-1 0 1,-1-1-1,1 0 0,-1-1 0,1-1 0,-1 0 0,0 0 1,-1-1-1,1-1 0,-13 0 0,22 0-59,1-1-1,-1 0 0,1 0 1,-1-1-1,1 1 0,-1-1 1,0 1-1,1-1 0,-1 0 1,1 0-1,0 0 0,-1 0 1,1 0-1,0 0 0,0-1 1,-1 1-1,1-1 0,0 1 1,0-1-1,1 0 0,-1 0 1,-2-3-1,2 1-119,0-1 0,0 1 1,0-1-1,1 0 0,0 1 0,0-1 1,0 0-1,0 0 0,1 0 0,0-8 1,0 12 201,0 0-1,0 0 1,0 0 0,0 0 0,0 0 0,1 0 0,-1 0 0,0 0 0,0 0 0,1 0 0,-1 0 0,1 0 0,-1 0 0,1 1 0,-1-1 0,1 0 0,-1 0 0,1 1 0,0-1 0,0 0 0,-1 0 0,1 1 0,1-1 0,0 0 14,0 0 0,-1 0-1,1 1 1,0-1 0,0 1 0,0-1 0,0 1 0,0 0 0,0 0 0,4 0 0,2 1 69,-1 0-1,1 0 1,-1 1 0,0 0 0,13 5-1,-6 0 143,-1 1-1,1 1 1,-2 0-1,1 1 1,-1 0-1,14 16 1,61 78 1424,42 102-161,-114-179-1334,-14-25-137,5 9 28,-1 0 0,2 0 0,0-1 0,0 0 0,1-1 0,0 1 0,0-2 0,12 10 0,-19-17-49,0 0-1,0 0 1,0-1-1,0 1 1,0-1-1,0 1 1,0-1-1,0 1 1,0-1-1,0 0 1,0 1-1,0-1 1,1 0-1,-1 0 1,0 0-1,2 0 1,-3 0-20,1 0 0,-1 0 0,1-1 0,-1 1 0,1 0 0,-1-1-1,1 1 1,-1 0 0,1-1 0,-1 1 0,1-1 0,-1 1 0,1-1 0,-1 1 0,0-1 0,1 1 0,-1-1 0,0 1 0,0-1 0,1 1 0,-1-2 0,1-3-272,0 0 1,0 0-1,-1-1 0,1 1 1,-2-8-1,1 5-69,0-44-4255,0-4-5173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20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7 7139,'0'0'6326,"-13"0"-3925,570 3-1254,-571-12-7427,-3 8 2734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2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6979,'0'0'5155,"60"160"-4275,-39-88-240,-4 10-208,-3-4-111,-3-3-321,-4-12-16,3-13-929,-3-21-1664,0-14-4450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2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74 208 3730,'0'0'3287,"0"-10"-2714,0-32-71,0 32 2630,-4 3-1534,4 8-1595,-1-1 0,0 0 0,0 1 1,1-1-1,-1 0 0,0 1 0,1-1 0,-1 1 0,0-1 1,1 1-1,-1-1 0,1 1 0,-1-1 0,1 1 1,-1 0-1,1-1 0,-1 1 0,1 0 0,0-1 0,-1 1 1,1 0-1,0 0 0,-1-1 0,1 1 0,0 0 0,0 0 1,0 0-1,0-1 0,0 1 0,0 0 0,0 1 1,-1 4 9,-7 42 86,2 1 0,2 0 1,4 95-1,1-56 192,6 62 129,-4-129-252,1-1 0,0 1 0,2-1-1,0 0 1,13 26 0,-19-46-167,0 0 1,0 0-1,0-1 0,0 1 0,0 0 0,0 0 1,0 0-1,0 0 0,0 0 0,0 0 0,1 0 1,-1 0-1,0 0 0,0 0 0,0 0 0,0 0 1,0 0-1,0 0 0,0-1 0,0 1 0,1 0 1,-1 0-1,0 0 0,0 0 0,0 0 0,0 0 1,0 0-1,0 0 0,0 0 0,1 0 0,-1 0 1,0 0-1,0 1 0,0-1 0,0 0 0,0 0 1,0 0-1,0 0 0,0 0 0,0 0 0,1 0 1,-1 0-1,0 0 0,0 0 0,0 0 0,0 0 1,0 0-1,0 1 0,0-1 0,0 0 0,0 0 1,0 0-1,0 0 0,0 0 0,0 0 0,0 0 1,0 0-1,0 1 0,0-1 0,1 0 0,-1 0 1,0 0-1,-1 0 0,1 0 0,0 0 0,0 1 1,3-16-215,-3-30-570,0 36 599,-3-59-2609,-4-1-1,-23-104 1,29 169 2660,-14-66-1071,3 14 1836,2 0 1,-6-107-1,16 149-457,-1 8-30,1-1 0,1 0 1,-1 0-1,2-9 0,-1 14-95,-1 0 0,1 0 1,0 0-1,0 0 0,0 0 0,0 1 0,0-1 0,0 0 0,0 0 0,1 1 0,-1-1 0,1 1 0,-1-1 0,1 1 0,0-1 0,-1 1 0,1 0 0,3-2 0,6-2 53,2 1-1,-1 0 1,0 0 0,1 1-1,-1 1 1,1 0 0,0 1-1,0 0 1,23 2 0,-24-1 191,-6 1-198,-1-1 0,1 1 0,0 0 0,-1 0 0,1 0 0,-1 1 0,0 0 0,1 0 1,5 4-1,43 30 533,-31-19-344,-18-13-117,0 0 1,-1 0-1,0 1 0,1-1 0,-2 1 0,1 0 0,-1 0 1,1 0-1,-1 1 0,4 10 0,1 6 246,7 34-1,-10-38-281,-2-5-99,-1 0 0,0 0 0,-1 0 0,0 0 0,-1 0 0,-1 0 1,-2 16-1,1-24-12,0 0 0,0 0 0,0-1 0,-1 1 0,0-1 1,0 0-1,0 1 0,0-1 0,-1-1 0,0 1 1,1 0-1,-9 5 0,-1 1-44,-1-1 1,-28 14 0,38-21 14,-5 3-63,0 0-1,-1-1 0,0 0 0,0 0 0,0-1 0,0-1 0,0 0 1,0 0-1,-12 0 0,-83-2-422,103 0 483,0 0-1,0 0 0,0-1 1,0 1-1,0 0 0,0-1 1,0 1-1,0-1 1,0 0-1,0 1 0,0-1 1,0 0-1,1 0 0,-1 0 1,0-1-1,1 1 0,-1 0 1,0-1-1,1 1 0,0-1 1,-1 1-1,1-1 0,0 0 1,0 0-1,0 1 0,0-1 1,0 0-1,0 0 1,-1-4-1,0-3-9,0-1-1,1 0 1,0 0 0,1-19 0,0 24 44,0 5-18,1-1 1,0 1-1,0-1 0,0 1 1,0-1-1,0 1 0,0 0 1,0-1-1,0 1 0,0 0 0,0 0 1,1 0-1,-1 0 0,0 0 1,0 0-1,0 0 0,0 0 1,0 0-1,1 1 0,1-1 7,24-1 3,-13 1-10,0 0-1,17 2 1,-26-2-1,-1 1-1,1 0 1,-1 0 0,0 1 0,1-1 0,-1 1-1,0 0 1,0 0 0,0 1 0,0-1 0,3 4-1,18 18 236,-2 1 1,0 1-1,-2 1 0,24 40 0,-19-28 588,44 50 0,-69-87-801,1 0 1,0 0 0,-1-1-1,1 1 1,0-1 0,0 1-1,1-1 1,-1 0 0,0 0-1,0 0 1,5 1 0,25 1-3842,-29-3 3257,18 0-3911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23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28 944,'0'0'6691,"-2"-4"-5943,-5-11-212,6 12-88,0-2 2281,-2 16-1915,17 261 760,-7-189-1070,-4-74 112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24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11221,'0'0'6323,"7"-6"-9973,18-16-1952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25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48 5282,'0'0'2436,"-4"-4"-1811,4 4-580,0 0 0,0 0 0,0 0-1,0 1 1,0-1 0,0 0 0,0 0 0,0 0 0,0 0 0,0 0 0,0 0 0,0 0 0,0 0-1,0 0 1,0 0 0,0 1 0,0-1 0,0 0 0,0 0 0,0 0 0,0 0 0,0 0 0,0 0 0,0 0-1,0 0 1,0 0 0,-1 0 0,1 0 0,0 0 0,0 0 0,0 0 0,0 0 0,0 0 0,0 1-1,0-1 1,0 0 0,0 0 0,0 0 0,0 0 0,-1 0 0,1 0 0,0 0 0,0 0 0,0 0 0,0 0-1,0 0 1,0 0 0,0 0 0,0 0 0,0 0 0,0-1 0,-1 1 0,1 0 0,0 0 0,0 0-1,0 0 1,0 0 0,0 0 0,0 0 0,0 0 0,0 0 0,0 0 0,0 0 0,0 0 0,0 0 0,-1 39 451,9 165 1206,26 167 440,-34-364-2024,2 10 184,-2-16-277,0-1 0,0 0 0,1 1-1,-1-1 1,0 0 0,0 1-1,0-1 1,0 0 0,1 1 0,-1-1-1,0 0 1,0 1 0,1-1 0,-1 0-1,0 0 1,0 1 0,1-1 0,-1 0-1,0 0 1,1 1 0,-1-1 0,0 0-1,1 0 1,-1 0 0,0 0 0,1 0-1,-1 0 1,1 1 0,-1-1 0,1 0-1,-1-23-8,-10-111-2625,-1-1 1657,1-104 205,9 234 738,1 0 0,0 0 0,0 0 0,0 1 0,1-1 0,-1 0 0,1 0 1,0 0-1,1 0 0,-1 1 0,1-1 0,0 0 0,0 1 0,1 0 0,-1-1 0,1 1 1,5-6-1,10-13 111,-17 20-122,1-1 0,0 1 1,1 1-1,-1-1 1,0 0-1,1 0 0,0 1 1,-1 0-1,1-1 0,0 1 1,6-3-1,-2 3 47,0-1 0,0 1 0,0 1 0,0-1 0,0 1 0,0 0 0,1 1 0,11 0 0,-10 0 22,3 0 85,0 0 0,20 4-1,-27-3-71,0 0-1,0 1 0,0-1 0,-1 1 0,1 1 0,-1-1 0,1 1 1,-1-1-1,5 5 0,-4-3-9,-1 0 0,0 0 0,0 1 0,-1-1 0,1 1 0,-1-1 0,0 1 0,0 0 0,0 1 0,-1-1 0,0 0 0,0 1 0,0-1 0,1 9 0,0 6 117,-1-1-1,-2 39 1,0-29 12,-1-18-140,0 1 0,-1-1 0,0 1 0,-1-1 0,0 0 0,0 0-1,-1-1 1,-1 1 0,0-1 0,0 0 0,-10 13 0,8-13-20,-1 1 0,0-2-1,-1 1 1,0-1 0,0 0 0,-1-1 0,0 0 0,0 0-1,-22 11 1,20-15-48,-1 0-1,1-1 1,-1 0 0,0-1-1,0 0 1,0-1-1,0 0 1,0-1 0,0-1-1,-14-2 1,26 3 22,-1-1-1,1 1 1,-1-1 0,1 1 0,-1-1 0,1 0 0,-1 1-1,1-1 1,0 0 0,-1 0 0,1 0 0,0 0 0,0 0-1,-1 0 1,1-1 0,0 1 0,0 0 0,1 0 0,-1-1-1,0 1 1,0-1 0,1 1 0,-1-1 0,0 1 0,1-1-1,0 1 1,-1-1 0,1-1 0,-1-3-64,0 1-1,1-1 1,0 1 0,0-1-1,0 1 1,1-1 0,1-5-1,-2 10 68,1 1 0,-1-1 0,0 1 0,1-1 0,-1 1 0,0 0 0,1-1 0,-1 1 0,1-1 0,-1 1 0,1 0 0,-1-1 0,1 1 0,-1 0 0,1 0 0,-1-1 0,1 1 0,-1 0 0,1 0 0,-1 0 0,1 0 0,0-1 0,-1 1 0,1 0 0,0 0 0,21 1 26,-15-1-12,-3 0 0,1 1 0,-1 0-1,0 0 1,0 0-1,0 0 1,0 0-1,0 1 1,0 0 0,0 0-1,0 0 1,-1 0-1,1 1 1,-1-1 0,6 7-1,5 4 119,-2 1-1,13 16 1,-15-17 14,63 89 675,9 12-88,-78-111-398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26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9 5491,'0'0'4492,"-10"-3"140,13 2-4598,-1 0 0,1 0 0,0 0 0,0 1 0,0-1 0,0 1 0,0 0 0,0 0 0,0 0 0,0 0 0,4 1 0,6 0 30,-8-1-50,9 0 4,0 0 1,0 1 0,0 0-1,19 6 1,-30-7-8,-1 1 0,1-1 0,0 1 0,-1 0 1,1 0-1,-1 1 0,0-1 0,1 0 0,-1 1 1,0-1-1,0 1 0,0 0 0,0 0 0,0 0 0,0 0 1,0 0-1,-1 0 0,1 0 0,-1 1 0,1-1 1,-1 0-1,0 1 0,0-1 0,0 1 0,0-1 1,-1 1-1,1 0 0,-1-1 0,1 1 0,-1 3 0,0 3 87,0 1 0,-1-1 0,0 1 0,-3 13 0,3-18-74,-1-1 0,0 1 0,0-1 0,-1 1-1,1-1 1,-1 0 0,0 0 0,0 0 0,0-1 0,-7 6 0,-117 96 309,87-74-279,37-29-44,3-2-7,-1 1 0,1-1-1,0 0 1,-1 0-1,1 0 1,0 1-1,-1-1 1,1 0 0,-1 1-1,1-1 1,0 0-1,0 1 1,-1-1-1,1 1 1,0-1 0,0 0-1,-1 1 1,1-1-1,0 1 1,0-1-1,0 1 1,0-1 0,0 1-1,0-1 1,0 1-1,0-1 1,0 0-1,0 2 1,5-1 80,115 1 591,91-2-278,-200-1-586,-1 0 0,0-1 0,0 0 1,1-1-1,11-4 0,2-1-3100,-15 5-707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28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3410,'0'0'4129,"32"0"1309,205 0-2859,-175 13-2547,19-3-18,473-14 55,-252 2-57,-158 4-8,306 4-38,-427-5 31,0 2 0,43 9 0,-44-7 2,1-1-1,43 3 0,308-7 99,-239 0-3985,-166 0-581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29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5442,'0'0'4053,"0"-6"-3354,0-17-59,0 18-66,0 34 2809,3 41-2957,18 100-1,-7-69-134,21 165 637,-33-251-568,1 12-1474,-3-27 1088,0 0 0,1 0 0,-1 0 0,0 0 0,0 0 0,0 0 0,0 0 0,0 0 0,0 0 0,0 0 0,0 0 0,0 0 0,0 0 0,0 0 0,0 0 0,0 0 0,0 0 0,0 0 0,0 0 1,0 0-1,0 0 0,0 0 0,0 0 0,0 0 0,0 0 0,1 0 0,-1 0 0,0 0 0,0-17-404,-6-97-2212,-13 0-3925,9 73 1957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30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4 224 3009,'0'0'1756,"-1"-16"-1439,-1-75 758,2 89-983,0 0-1,1 0 1,-1 0-1,1 0 1,0 0-1,0 0 1,0 0-1,0 0 0,0 1 1,0-1-1,0 0 1,1 1-1,-1-1 1,3-2-1,26-22 692,-23 21-702,4-3 37,1 1-1,-1 0 0,1 1 1,1 1-1,-1 0 1,1 0-1,0 1 0,14-2 1,-12 4 170,0 1 1,18 2-1,-4 0 69,-24-1-297,0 1 0,0 0 0,0 1 0,0-1 0,0 1 0,-1 0 0,1 0 0,0 0 0,-1 1 0,0-1 0,0 1 0,0 0 0,0 1 0,6 6 0,-2-3 150,-1 1-1,0 0 0,-1 1 1,0-1-1,0 1 1,6 13-1,-3-2-42,-3-8-14,0 1-1,-1 0 1,0 0 0,-1 0 0,0 0 0,-1 1-1,-1-1 1,1 16 0,-2-6-70,-1-6-46,-3 29 0,3-41-24,-1 1 1,-1-1 0,1 0-1,-1 0 1,0 0 0,0-1-1,0 1 1,-1 0 0,-5 6-1,-11 15 4,-2-2 0,-25 23 0,36-37-38,0-2 0,-1 1 0,0-1 0,0-1 0,-1 0 0,0 0 0,-18 6 0,23-11 10,0-1 0,0 1 1,0-1-1,0 0 0,0-1 0,-9 0 0,15 0 12,1 0-1,0 0 0,-1 0-1,1-1 1,-1 1-1,1 0 1,0 0 0,0 0-1,-1-1 1,1 1-1,0 0 1,-1 0 0,1-1-1,0 1 1,0 0-1,0-1 1,-1 1 0,1 0-1,0-1 1,0 1-1,0 0 1,0-1-1,0 1 1,-1-1 0,1 1-1,0 0 1,0-1-1,0 1 1,0 0 0,0-1-1,0 1 1,0-1-1,1-13 105,-1 14-80,0-1-19,0 1 0,0-1 0,0 1 1,0-1-1,1 1 0,-1-1 0,0 1 0,0 0 0,0-1 0,1 1 0,-1-1 0,0 1 1,1 0-1,-1-1 0,0 1 0,1 0 0,-1-1 0,0 1 0,1 0 0,-1 0 0,0-1 1,1 1-1,-1 0 0,1 0 0,-1 0 0,1-1 0,-1 1 0,0 0 0,2 0 0,20-1 73,-17 1-75,0 1 0,0 0-1,0 0 1,0 0 0,0 1 0,-1-1 0,7 4 0,7 9 93,-1 2 1,-1 0 0,0 0 0,-2 1 0,19 28 0,20 40 556,-37-56-441,1-1 0,23 28 0,-39-55-238,-1-1 0,0 1 0,0 0 0,1-1 0,-1 1 0,1-1 0,-1 1 0,0-1 0,1 1 0,-1-1 0,1 1 0,-1-1 0,1 0 0,0 1 0,-1-1 0,1 0 0,-1 1 0,1-1 0,0 0 0,-1 0 0,1 0 0,-1 0 0,1 1 0,0-1 0,-1 0 0,1 0 0,0 0 0,-1 0 1,1 0-1,0 0 0,-1-1 0,1 1 0,0 0 0,-1 0 0,1 0 0,-1-1 0,1 1 0,0 0 0,-1 0 0,1-1 0,2-2-416,-1 0 1,0 0 0,0 1-1,0-1 1,-1 0-1,3-6 1,0 1-236,13-25-4912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3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13 2321,'0'0'5336,"-13"0"2473,42 1-7437,50 10 1,-5 0-83,53-6 19,-126-5-301,-10-3-5037,-3-13 1494,-2-6-1966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3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 3698,'-3'-3'7428,"3"3"-7357,0 8 64,2 0 0,-1-1 0,1 1-1,0 0 1,4 9 0,5 23 350,0 26 10,-3 1-1,-2 121 0,-6-187-472,14-3-2205,6-14-3627,-6-1 863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32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2817,'0'0'7428,"-14"0"-2751,14 21-4405,-1 122-96,3 159 435,-1-274-495,2-1 1,6 28-1,-7-51-365,0-10-332,-2-112-5365,0 86 2555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33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9 155 4514,'0'0'3812,"-2"-8"-3161,1 2-543,-1-4 331,1 1 0,0-1 0,0 0 0,0 1 0,2-1 0,0-10 0,0 19-401,-1 0 1,1 0-1,-1 0 1,1 0-1,-1 0 1,1 0-1,0 0 1,0 0-1,-1 0 1,1 0 0,0 0-1,0 0 1,0 0-1,0 1 1,0-1-1,0 0 1,2 0-1,24-10 181,-8 5-91,-10 2-120,0 0-1,1 1 1,-1 0 0,1 1 0,0 0-1,-1 0 1,1 1 0,15 0-1,66-5 546,-86 6-531,-1 0 0,1 1 1,0 0-1,0 0 0,0 0 0,0 0 1,-1 1-1,1 0 0,0 0 1,-1 0-1,0 0 0,1 1 0,-1 0 1,0 0-1,0 0 0,-1 0 1,1 0-1,-1 1 0,0 0 0,4 4 1,-3-1 7,0-1 0,0 1 0,0 0 0,-1 0 0,0 1 0,-1-1 0,0 0 0,0 1 0,0 0 0,-1-1 1,0 1-1,0 9 0,0 16 117,0-21-110,-1-1 0,0 1 0,0-1-1,-1 1 1,-4 15 0,4-24-30,1-1-1,-1 1 1,0-1 0,-1 1-1,1-1 1,0 0 0,-1 0-1,1 0 1,-1 0 0,1 0-1,-1 0 1,0 0 0,0 0-1,0-1 1,-4 3 0,-19 8-157,17-9 156,-1 1-1,1-1 0,1 2 1,-15 9-1,15-9-46,0-1-1,0 0 1,0 0 0,-1 0-1,-14 5 1,-13 1-266,24-6 234,-1-1 0,1 0 0,-1-1 0,0 0 0,-16 1 0,31-3 75,1 0-1,-1 0 0,0 1 0,1-1 0,-1 1 0,0 0 0,1 0 0,-1 0 0,0 1 0,0-1 1,0 1-1,0 0 0,0-1 0,0 1 0,-1 1 0,4 2 0,138 140 1305,-54-50-331,-62-62-667,-25-27-251,1 0 0,0-1 0,1 0 0,-1 0 0,1 0 1,0-1-1,0 1 0,10 5 0,-15-10-117,0 0 1,1 0-1,-1 0 1,0 0-1,0 0 1,1 0-1,-1 0 1,0 0-1,1 0 1,-1 0-1,0 0 1,1 0-1,-1 0 1,0 0-1,0 0 1,1 0-1,-1 0 1,0-1-1,0 1 0,1 0 1,-1 0-1,0 0 1,0-1-1,1 1 1,-1 0-1,0 0 1,0 0-1,0-1 1,0 1-1,1 0 1,-1 0-1,0-1 1,0 1-1,0 0 1,0-1-1,0 1 1,0 0-1,0 0 1,0-1-1,0 1 1,0 0-1,0-1 1,0 1-1,0 0 0,0 0 1,0-1-1,0 0 1,0-19-1674,0 15 984,0-29-4029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33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4434,'0'0'6208,"13"0"-4362,36-1-1307,56 2-355,-103 0-164,0-1 0,1 1 0,-1-1 0,0 1-1,1 0 1,-1 0 0,0 0 0,0 0 0,0 1 0,0-1-1,0 0 1,0 1 0,0-1 0,0 1 0,-1 0-1,1 0 1,-1-1 0,1 1 0,-1 0 0,0 0 0,1 1-1,-1-1 1,0 0 0,-1 0 0,1 0 0,0 1-1,-1-1 1,1 0 0,-1 1 0,1 2 0,0 6 107,0-1 1,0 1-1,-1 0 1,-1 0-1,-2 19 1,-1-16-54,-1 0 0,0 0 0,0-1 0,-2 0 0,0 0 0,-16 23 0,-12 25 48,29-49-85,3-7 8,0 0 0,1 0 0,-1 0 0,1 0 0,1 1 1,-1-1-1,1 1 0,-1 9 0,2-14-5,0 0 0,0 0-1,0-1 1,0 1 0,1 0 0,-1 0 0,0-1 0,1 1 0,-1 0-1,1 0 1,-1-1 0,1 1 0,-1-1 0,1 1 0,-1 0 0,1-1-1,0 1 1,-1-1 0,1 1 0,0-1 0,-1 0 0,1 1 0,0-1-1,-1 0 1,3 1 0,21 5 288,-18-5-230,29 4 178,0-2 0,69-3 0,-45-1-168,-46 1-412,-1-1 0,0 0 0,1-1 0,-1 0 0,16-6-1,-17 6-2434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34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3201,'0'0'6625,"0"0"-6513,0 0 0,1 0 0,-1 0 1,0 0-1,0 1 0,1-1 0,-1 0 0,0 0 1,0 0-1,0 0 0,1 1 0,-1-1 0,0 0 1,0 0-1,0 0 0,0 1 0,1-1 0,-1 0 0,0 0 1,0 1-1,0-1 0,0 0 0,0 0 0,0 1 1,0-1-1,0 0 0,0 1 0,0-1 0,0 0 1,0 0-1,0 1 0,0-1 0,0 0 0,0 0 1,0 1-1,0-1 0,-1 1 0,14 196 966,-1-62-574,-5 11-3809,-7-125-1586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17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25 5699,'0'0'6432,"-2"-3"-5509,2 2-788,-1 0-70,1 0 0,0 0 1,-1 0-1,1 0 1,-1 0-1,1 0 0,-1 0 1,1 0-1,-1 0 0,0 1 1,0-1-1,1 0 0,-1 0 1,0 1-1,0-1 1,-1 0-1,2 1 330,1-1-290,1 0 0,0 0 0,0 1 0,0-1 0,-1 1 0,1-1 0,0 1 1,0 0-1,0 0 0,0 0 0,0 0 0,0 0 0,2 0 0,28 4 142,81 29 228,-85-27-419,-10-1-16,1-2 0,-1 0 0,32 1 0,-49-4-232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18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2609,'0'0'4632,"-4"0"-3739,-41 0 5756,55 0-6369,-4 1-248,0-1 1,0 2-1,0-1 0,0 1 0,0 0 1,-1 0-1,1 0 0,8 6 1,14 5 60,1-3-21,1-1 0,0-2 0,50 7 0,95-5 27,-175-9-216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37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15 4466,'0'0'3810,"-2"-2"-3402,-4-2-284,5 3 10,0 0 0,0 0 0,0 1 0,0-1 0,0 0 0,0 1 0,0-1 0,0 0 0,-1 1-1,1 0 1,0-1 0,-2 1 0,3 0-111,-1 0 1,0 0-1,0 1 0,0-1 1,1 0-1,-1 1 0,0-1 1,0 1-1,1-1 0,-1 1 1,0-1-1,1 1 0,-1-1 0,1 1 1,-1 0-1,1-1 0,-1 1 1,1 0-1,-1 0 0,1-1 1,0 1-1,-1 0 0,1 0 1,0-1-1,0 1 0,-1 2 0,-4 13-32,0 1 0,1 1 0,1-1 0,-2 25 0,3 74-32,2-72 53,-1 65 40,4 144 852,0-196-495,3-1-1,18 79 1,-23-131-360,14 44 478,-14-45-444,1 0 0,-1-1 0,1 1 1,0 0-1,0-1 0,0 1 0,0-1 0,0 0 0,0 1 0,1-1 1,-1 0-1,4 2 0,-6-4-80,0 0 0,0 0 0,0 0 0,1 0 0,-1 0 0,0 0 0,0 0 0,0 0 0,0 0 1,0 0-1,0 0 0,1 0 0,-1 0 0,0 0 0,0 0 0,0 0 0,0 0 0,0 0 0,1 0 0,-1 0 0,0 0 0,0 0 0,0 0 0,0 0 1,0 0-1,1 0 0,-1 0 0,0 0 0,0 0 0,0 0 0,0 0 0,0-1 0,0 1 0,0 0 0,0 0 0,1 0 0,-1 0 0,0 0 1,0 0-1,0 0 0,0-1 0,2-9-152,-1-15-445,-2 20 455,-3-77-3303,-3 0 0,-19-82-1,18 114 877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37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2065,'0'0'3004,"0"-23"-2855,1-73-143,-1 92-13,1 0 1,-1 1 0,1-1 0,-1 1-1,1-1 1,0 1 0,2-6 0,8 0-59,-6 6 46,1 0 90,0 1 0,1 0-1,-1 0 1,1 1-1,-1 0 1,1 0-1,-1 0 1,1 1 0,0 0-1,-1 0 1,11 2-1,7-1 212,-11-1-82,-2-1-20,1 1 0,0 0-1,-1 1 1,1 0 0,-1 1-1,1 1 1,20 6 0,-13 0 102,-1 1-1,1 1 1,-2 1 0,0 0-1,0 1 1,-1 1 0,0 0 0,-2 1-1,0 1 1,0 0 0,-1 1-1,-2 0 1,1 1 0,-2 1-1,0 0 1,10 29 0,-17-30-54,0 0 0,-1 1 1,-1 0-1,0 0 0,-4 28 0,3-34-191,-2-4-23,0 0 1,0 0-1,0 0 1,-1 0 0,-1-1-1,1 1 1,-1-1-1,-1 0 1,1 0-1,-2 0 1,1-1 0,-1 0-1,-7 8 1,-7 6-28,-2-1 0,-43 32 0,55-45-118,-1 0 0,0-1-1,0 0 1,0 0 0,-1-1-1,1-1 1,-1 0 0,-1 0-1,1-2 1,0 1 0,-1-2 0,1 1-1,-16-2 1,26 0-419,2 0 537,0 0 0,0 0 0,0 0 0,0 0 0,0-1 0,0 1-1,0 0 1,0 0 0,0 0 0,0-1 0,0 1 0,0 0 0,0 0-1,0 0 1,0-1 0,0 1 0,0 0 0,0 0 0,0 0 0,0 0 0,0-1-1,0 1 1,0 0 0,0 0 0,0 0 0,1 0 0,-1-1 0,0 1-1,0 0 1,0 0 0,0 0 0,0 0 0,0 0 0,1-1 0,-1 1-1,0 0 1,0 0 0,11-3-97,18 3 314,-24 0-209,1 1 55,0-1 0,-1 1 0,1 1 0,0-1 0,-1 1 0,1 0 0,-1 1 0,1-1 0,-1 1 0,0 0 0,0 0 0,0 0 1,-1 1-1,1 0 0,6 7 0,7 9 180,0 1 0,16 25 1,-19-25-45,34 48 432,51 66 378,-93-126-871,1 2-215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38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 3153,'0'0'5432,"-4"0"-4920,-13-2-117,16 2-374,1 0 0,-1 0-1,0 0 1,0 0-1,1 1 1,-1-1 0,0 0-1,1 0 1,-1 1-1,0-1 1,1 0 0,-1 1-1,0-1 1,1 1-1,-1-1 1,1 1 0,-1-1-1,1 1 1,-1 0-1,1-1 1,-1 1 0,1-1-1,-1 1 1,1 0-1,0-1 1,0 1-1,-1 1 1,-7 22 152,7-17-58,-75 250 2259,65-210-2106,3-16-199,1 0 0,2 0 0,-2 45 0,7-78-56,3-149-5951,1 103 2606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38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6019,'-16'9'675,"-13"8"2820,39-6-2396,-5-4-948,-1 0-1,0 1 1,0-1 0,-1 1-1,3 10 1,7 18 367,43 99 1609,-31-71-1515,2-1 1,37 61-1,-63-123-607,0 1 0,0 0 0,0-1 0,-1 1 0,1 0 0,-1 0 0,1-1 0,-1 1 0,1 3 0,-1-4-102,0-1 0,0 1 1,0-1-1,0 1 0,0-1 1,0 1-1,0-1 1,-1 1-1,1-1 0,0 0 1,0 1-1,0-1 1,0 1-1,-1-1 0,1 1 1,0-1-1,0 0 1,-1 1-1,1-1 0,0 0 1,-1 1-1,1-1 1,0 0-1,-1 1 0,1-1 1,-1 0-1,1 0 1,0 1-1,-1-1 0,1 0 1,-1 0-1,1 0 0,-1 0 1,1 0-1,-1 0 1,1 1-1,0-1 0,-1 0 1,0-1-1,-24 1-3296,-6 0-1863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38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8868,'0'0'4978,"178"-50"-4866,-130 31-112,-6 4-752,-7-7-3058,-10 9-3729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39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23 2785,'0'0'7049,"0"0"-6928,0 0 0,-1 0 1,1 0-1,0 0 0,-1 0 1,1 1-1,0-1 0,-1 0 0,1 0 1,0 0-1,-1 1 0,1-1 1,0 0-1,-1 0 0,1 1 0,0-1 1,0 0-1,0 1 0,-1-1 1,1 0-1,0 0 0,0 1 0,0-1 1,0 1-1,-1-1 0,-1 42 555,-2 0 0,-2-1-1,-17 64 1,12-50-295,2 1 0,3 0-1,1 106 1,6-153-337,0 0 1,1 0-1,0 0 0,0 0 1,1 0-1,1-1 0,-1 1 0,1-1 1,0 0-1,1 0 0,0 0 0,0-1 1,1 0-1,0 0 0,0 0 1,1-1-1,0 0 0,0 0 0,0 0 1,0-1-1,1 0 0,0-1 0,0 0 1,1 0-1,-1 0 0,13 2 0,28 0 252,-46-6-272,1 0-1,-1 0 1,1 0 0,-1 0-1,1-1 1,-1 1-1,1-1 1,-1 0 0,1 0-1,-1-1 1,4-1-1,-2-1-31,-1 0 0,1 0 0,-1 0 0,0-1 0,0 0 0,-1 0 0,1 0 1,-1 0-1,4-8 0,-1-2-216,0 0 1,6-23 0,-7 17-247,-2 0 0,-1 0 0,-1 0 0,-1-27 0,0 21-160,0 22 603,0 0 0,-1 0 0,1 0 0,-1 0 1,0 0-1,0 1 0,-1-1 0,1 0 0,-1 0 1,0 1-1,-1-1 0,1 1 0,-1 0 0,1 0 1,-1 0-1,-1 0 0,1 0 0,0 0 0,-1 1 1,0 0-1,0 0 0,0 0 0,0 0 1,0 0-1,-1 1 0,1 0 0,-1 0 0,0 0 1,-8-2-1,-10-1 489,0 0-1,-1 2 1,1 1 0,-45 0 0,65 2-420,-18 3 513,21-3-529,-1 1 0,1-1 1,-1 0-1,1 1 1,-1-1-1,1 1 0,-1-1 1,1 1-1,-1-1 1,1 1-1,0-1 0,-1 1 1,1-1-1,0 1 1,-1-1-1,1 1 0,0 0 1,0-1-1,0 1 0,0-1 1,-1 1-1,1 0 1,0-1-1,0 1 0,0 0 1,0 0-1,0 0 126,6-12 14,5-16-669,0 0 1,-2-1-1,-1 0 1,-1-1-1,-2 1 0,0-1 1,0-34-1,-5 47 177,0 9 147,0 0 0,0 1-1,0-1 1,-1 0 0,-2-9-1,2 14 207,0-1 0,0 1 0,0 0 0,0 0 0,0 0 0,-1 0 0,1 1 0,-1-1 0,1 0 0,-1 1 0,0-1 0,1 0 0,-1 1 0,0 0 0,0-1 0,0 1 0,0 0 1,0 0-1,-3 0 0,1-1 442,0 1 0,-1-1 0,1 1 1,0 1-1,0-1 0,-1 1 0,1-1 1,0 1-1,-5 1 0,-3-1 606,11 0-1277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40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92 6275,'0'0'3586,"-2"-2"-3240,1 1-283,0 0-1,0 1 0,0-1 1,1 0-1,-1 0 0,0 1 1,1-1-1,-1 0 0,0 0 1,1 0-1,-1 0 1,1 0-1,-1 0 0,1 0 1,0 0-1,-1 0 0,1 0 1,0 0-1,0 0 0,-1 0 1,1 0-1,0 0 0,0-1 1,0 1-1,1 0 0,-1 0 1,0 0-1,0 0 0,1 0 1,-1 0-1,0 0 0,1 0 1,-1 0-1,1 0 1,-1 0-1,1 0 0,0 0 1,-1 0-1,1 1 0,0-1 1,-1 0-1,1 0 0,0 1 1,0-1-1,1 0 0,12-6-80,1 0 0,0 1 1,0 1-1,0 1 0,1 0 0,16-2 0,6 2-284,54 1 1,-90 3 298,1 0 1,0 0-1,-1 0 0,1 0 1,-1 1-1,1-1 0,-1 1 1,1 0-1,-1-1 0,1 1 1,-1 0-1,0 1 0,1-1 1,-1 0-1,0 1 0,0-1 0,2 3 1,-1-1 32,-2-1 1,1 1-1,0 0 1,-1 0-1,1 0 1,-1 0-1,0 0 1,0 0-1,0 0 1,0 0-1,0 0 1,-1 0-1,1 7 1,0 0 52,0 0 0,-1 1 0,0-1 0,-1 1 0,1-1 0,-2 0 0,0 1 1,0-1-1,-1 0 0,0 0 0,-1 0 0,0-1 0,-9 16 0,-50 57 171,54-71-516,-1-1 1,0-1-1,-1 0 1,0 0-1,-13 7 1,-8 0-3989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57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17 3554,'0'0'4767,"-3"-16"-1776,4 37-2895,2 0 0,1 0 0,0 0 0,11 30 0,0 0 13,112 472 186,-72-297-277,-4 67 14,-47-236 1,-3 81 1,1 11 13,-2-57-40,-1-55 22,8 70-1,4-11 9,-5 0 1,-6 103-1,-2-66 748,4-133-771,0 1 0,0-2 1,-1 1-1,1 0 1,0 0-1,0-1 0,0 1 1,-1-1-1,1 1 0,0-1 1,-1 0-1,3 0 1,0-2-14,1 0 1,0 1-1,0 0 1,1 0-1,-1 0 1,0 1-1,0 0 1,1 0-1,8 0 1,56 1-53,-33 1-23,1075-1-246,-1078-1 317,65-13-1,-19 2-2,314-1-61,-351 13 64,152-10-7,237 10-6,-397-2 19,0-1 1,37-9 0,-2 0-2,45-10-21,-70 12 2,53-5 0,17 1-10,340-17-766,-453 31 770,175-3-463,-1 1-352,40-4-105,-126 6 787,96-12-1,-172 10 151,359-58-3438,-336 54 3027,59-2-1,-34 4 375,160-13 35,-130 5 38,99-8 39,-93 15-400,92-2-416,2 4 2819,4-1-6123,-156 16 5358,-34-11-1215,0 0-1,1 0 1,-1-1-1,12 0 1,-11 0-84,0 0-1,-1 0 1,1 1 0,-1 0-1,12 2 1,36 14-1219,-39-7-32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7:57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1489,'0'0'6627,"4"0"-5800,48 6 347,-37 1 549,-32-7-3660,-9 0-1227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8:01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7920 2411 4994,'0'0'9944,"33"2"-9327,1 1 0,64 16 1,-3-1-627,-21-14 76,-5-1-11,26-2 1222,-95-15-1446,-14-307-1240,1 97 1167,-5-106 396,1-32 87,13 304-104,-2 1 0,-22-95 0,-4-39-150,21 112 56,-1-10 15,-11-67-118,16 126 79,-15-38 1,3 6-11,-2-23 16,18 49 7,3 31-22,0-1 1,0 1-1,-1 0 1,1-1-1,-4-9 1,4 13 5,-1 0 0,0 1 1,0-1-1,1 0 1,-1 0-1,0 1 1,0-1-1,-1 1 0,1-1 1,0 1-1,0-1 1,-1 1-1,1 0 1,-1 0-1,1-1 0,-3 0 1,1 1 42,0 0 1,0 0-1,-1 1 1,1-1-1,0 0 1,-1 1-1,1 0 1,-5 0-1,-234 13-103,-81-7-226,254 1 246,12-1-282,-523 3-265,518-9 382,31-2 41,-47-7 0,47 4 27,-48-1 0,-27-4 83,-24-1 9,-70-3-11,178 13 3,1-1 0,-25-6 0,24 4 42,0 1 0,-26-1 0,38 4-1,0-1 0,0-1 0,1 0 0,-1 0 0,-9-5 0,8 4-10,0 0 0,0 0 0,-17-1 0,-431-4 59,311 9-52,19 9 1,-2 5 29,46-5-35,60-6 3,-30 9 0,-12 1 0,32-8 15,-53 6 16,-113 33 1,-43 6-41,140-33 44,-315 64 19,336-64-62,18-3 9,-91 9 0,-88 4 34,45 0-49,70-7 1,62-12 22,-14 3 26,-105 2-1,-5-3-26,96-2 16,-87 13-19,-113-5 35,119 2 84,103-10-67,-76 1 0,-447-10-33,566-2-29,0 0 1,-32-8 0,33 4-2,-1 2 1,-31 0-1,29 3-7,0 2 0,0 1-1,-53 11 1,33 0 10,1 3 1,-57 24-1,94-35 0,10-4 320,15 0-362,-7-1-419,0 0 0,0 0 0,0 1 0,0-1-1,0 1 1,5 2 0,-2-2-4485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8:03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855 25 2753,'3'-7'10048,"-257"-2"-9448,199 5-506,42 2-59,0 0-1,0 1 1,0 1-1,0 0 1,-20 4-1,7 5-23,22-7-6,0 0 0,-1 0 1,1-1-1,-1 1 1,-7 0-1,-41 7 57,38-5-18,0-2 1,-28 3-1,-108 4 359,69-9 1691,72 26-6787,-11 8-680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8:22.56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260 73 2945,'0'0'10242,"3"-11"-9735,5-13-414,-6 20-71,0 0 0,-1-1 0,1 1-1,-1 0 1,0-1 0,0-7 0,-1 13 2,0-1 0,0 0 1,1 1-1,-1-1 0,0 0 1,0 0-1,0 1 0,0-1 1,1 0-1,-1 1 0,0-1 1,0 0-1,0 0 0,1 0 1,-1 1-1,0-1 0,0 0 1,1 0-1,-1 0 0,0 0 1,1 1-1,-1-1 0,0 0 1,0 0-1,1 0 0,-1 0 1,0 0-1,1 0 0,-1 0 1,0 0-1,1 0 0,-1 0 1,0 0-1,1 0 0,-1 0 1,0 0-1,0 0 0,1 0 1,-1-1-1,0 1 0,1 0 1,-1 0-1,0 0 0,0 0 1,1 0-1,-1-1 0,0 1 1,0 0-1,1 0 0,-1-1 1,0 1-1,0 0 0,0 0 1,1-1-1,-1 1 0,0 0 1,0-1-1,0 34-19,1 30 35,-3 0 0,-14 92 0,9-103-21,2 0-1,2 66 0,-3 35 13,-14 192-13,-12 99 54,20-253-23,6-53-63,-11 167 60,12-51-29,-5 53 0,-21 452 114,32-650-125,-9 263 17,0 127 78,9-317-76,-1-64-25,10 335 613,6-87 19,-14-313-626,0 620 52,-4-350-36,-10 10 80,7-235-63,0 130-38,-8 107-23,12-325 21,-36 521 13,20-139 33,-7-69-13,20-42-11,-4 47 33,-3 201-101,12-342 35,-1 1015-415,3-1157 424,2 1 0,16 72 0,-15-88 7,14 58 7,-8-38-21,-2 0-1,-2 1 0,1 62 0,-9-78-171,0 827-434,0-492-6128,0-351 2424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8:25.05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0 4082,'0'0'216,"12"0"-139,38 0 22,-49 0-81,0 0 1,0 0-1,1 0 0,-1 0 0,0 0 1,0 1-1,0-1 0,0 0 0,1 0 0,-1 1 1,0-1-1,0 1 0,1 0 0,0 6 434,-2-6-443,0-1 0,0 0 0,0 1 0,0-1-1,0 0 1,0 0 0,0 1 0,0-1 0,0 0 0,0 1 0,0-1 0,0 0 0,1 0-1,-1 1 1,0-1 0,0 0 0,0 0 0,0 1 0,0-1 0,1 0 0,-1 0 0,0 1 0,0-1-1,0 0 1,1 0 0,-1 0 0,0 1 0,0-1 0,1 0 0,-1 0 0,0 0 0,0 0-1,1 0 1,-1 1 0,0-1 0,0 0 0,1 0 0,-1 0 0,0 0 0,1 0 0,-1 0 0,0 0-1,1 0 1,-1 0 0,0 0 0,0 0 0,1 0 0,-1-1 0,0 1 0,1 0 0,-1 0 81,1 0 0,0 0 0,-1 0 0,1 0 1,-1 0-1,1 0 0,-1 0 0,1 0 0,0 0 1,-1 0-1,1 0 0,-1 1 0,1-1 1,-1 0-1,1 0 0,-1 1 0,1-1 0,-1 0 1,1 1-1,-1-1 0,1 0 0,-1 1 0,0-1 1,1 1-1,-1-1 0,0 0 0,1 1 0,-1-1 1,0 1-1,1-1 0,-1 1 0,0 0 0,0-1 1,0 1-1,0-1 0,1 1 0,-1-1 1,0 1-1,0-1 0,0 1 0,0 0 0,0-1 1,0 1-1,0-1 0,-1 1 0,1-1 0,0 1 1,0 0-1,-1 0 0,1 8 439,0 439 2583,0-369-2969,2-42-127,12 71 0,-2-30 11,-3-7-21,27 213-76,-10-42 60,-10-76 6,-1-11-94,15 109-206,74 257-1126,-81-350 515,0 221 0,-20-311 896,-2 117-564,-1-109-283,-3-42 555,-2 0 0,-17 75 0,3-24 180,-13 45 569,20-101-162,2 1 0,3 0 0,-5 78 0,12-63-120,-2 0 1,-3-1 0,-3 1 0,-26 103 0,16-89-161,-17 147 1,15-72 213,-19 134 1500,32 22-1517,7-209 235,-3 307 29,3-402-505,0-13-865,-2-7-215,-7-1-1620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8:28.5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0 270 9284,'0'0'7702,"8"-6"-7168,1-2-535,-1 0 0,0 0 0,0 0 0,0-1 0,-1-1 0,-1 1 0,0-1 0,0 0 0,-1-1 0,0 1 0,0-1 0,3-16 0,-5 4-502,-1 0 1,-2-28-1,-1 24-84,1 26 667,0 24-234,0 493 2549,0-515-2387,0 3 15,0 0 0,0-1 0,0 1-1,0 0 1,1 0 0,0-1 0,-1 1 0,1 0-1,0-1 1,1 1 0,-1 0 0,3 3 0,-4-7-33,0 0 0,0 0 1,0 0-1,0-1 0,0 1 1,0 0-1,0 0 0,0 0 1,0 0-1,0 0 1,0 0-1,0 0 0,0 0 1,0 0-1,0 0 0,0 0 1,0 0-1,0 0 0,1 0 1,-1 0-1,0 0 0,0 0 1,0 0-1,0 0 1,0 0-1,0 0 0,0 0 1,0 0-1,0-1 0,0 1 1,0 0-1,0 0 0,0 0 1,0 0-1,1 0 1,-1 1-1,0-1 0,0 0 1,0 0-1,0 0 0,0 0 1,0 0-1,0 0 0,0 0 1,0 0-1,0 0 0,0 0 1,0 0-1,0 0 1,0 0-1,0 0 0,1 0 1,-1 0-1,0 0 0,0 0 1,0 0-1,0 0 0,0 0 1,0 0-1,0 1 1,0-1-1,0 0 0,0 0 1,0 0-1,0 0 0,0 0 1,0-9-1209,0 9 1182,0-28-2848,0-9-2654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8:29.7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721 134 5314,'0'0'6190,"-2"-9"-5310,-3-28-210,3 33-553,1 1 1,-1 0-1,0 0 1,0 0-1,0 0 1,0 0-1,0 0 1,-1 0-1,1 1 0,-1-1 1,0 1-1,0 0 1,0-1-1,0 2 1,0-1-1,0 0 1,-1 0-1,-4-1 0,-2-2 50,-5-1-101,1 1-1,-1 0 0,0 0 0,0 2 0,-1 0 0,1 1 0,-1 0 1,1 1-1,-1 1 0,0 0 0,-25 5 0,29-2-26,0 1-1,1 0 1,-1 0 0,1 1-1,0 0 1,1 1 0,-1 1-1,-15 12 1,-8 4-5,15-11-7,2 0 1,0 2-1,1 0 0,0 0 1,1 2-1,-18 22 1,11-7 29,2 0 0,-30 61-1,39-67 13,0 0 1,2 1-1,0 0 0,2 1 0,1 0 0,2 0 0,-3 44 0,5-39-14,2 0 1,1 1-1,1-1 1,2 0 0,15 58-1,-6-44 93,2 0 1,3-1-1,1-1 0,40 65 1,-49-92-92,1-2 0,1 0 0,0 0 0,1-1 0,0-1 0,1 0 0,1-1 0,0 0 1,1-1-1,0-1 0,0 0 0,1-1 0,1-1 0,26 8 0,-20-10 70,0-2-1,1 0 0,0-2 0,-1-1 1,41-3-1,-58 2-116,-1-1 0,1-1-1,-1 1 1,1-1 0,-1 0 0,0-1 0,0 1-1,0-1 1,0 0 0,7-6 0,7-6-12,25-24 0,-29 24 7,13-11-10,-2-1-1,-1-1 0,22-32 1,-35 43-24,-2-1 0,0-1 0,-2 0 1,0 0-1,-1-1 0,11-40 0,-9 12 40,-2 0 0,-2 0-1,-2 0 1,-5-90 0,-1 126 5,-1 0-1,0 0 1,-1 1 0,0-1 0,-1 1 0,0 0 0,-1 1 0,-6-11 0,-10-18 49,-65-107-30,46 83-1,34 51-21,0 0 1,1-1-1,0 1 0,1-1 1,-7-24-1,12 37-21,0-1-1,0 0 1,-1 0 0,1 0-1,0 0 1,-1 0-1,1 1 1,-1-1 0,1 0-1,-1 0 1,1 1 0,-1-1-1,1 0 1,-1 1 0,0-1-1,1 0 1,-1 1-1,0-1 1,0 1 0,1-1-1,-1 1 1,0 0 0,0-1-1,0 1 1,0 0 0,0-1-1,1 1 1,-1 0-1,0 0 1,0 0 0,0 0-1,0 0 1,-1 0 0,-32 8-1192,22-4-1038,-1-2-611,2-1-1716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8:30.8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7 6067,'0'0'7147,"0"-7"-2323,0 890-3365,0-507-3684,0-447-5184,-3 45 763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8:31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90 2673,'0'0'5992,"-1"-4"-5053,0-1-639,-4-15 4272,5-5-2555,1 24-2007,0 0 0,-1 0 0,1 0 0,0-1 0,-1 1 0,1 0 0,0 0 0,0 0 0,0 0 0,0 0 0,0 0 0,0 1 0,0-1 0,0 0 0,0 0 0,1 1 0,-1-1 0,0 1 0,0-1 0,3 0 0,30-10 13,-31 11-27,8-3-21,1 2 0,-1 0 0,1 0-1,18 2 1,-6 0 42,-19-1-4,0 1 0,0 0 0,-1 0 0,1 0 0,0 1 0,-1 0-1,1 0 1,-1 0 0,0 0 0,1 1 0,-1-1 0,0 1 0,-1 0 0,1 0 0,0 1 0,-1-1 0,0 1 0,0-1 0,0 1 0,0 0-1,-1 1 1,1-1 0,-1 0 0,0 1 0,2 5 0,-3 2-431,-7-13-1313,-9-19-1144,1-15-1479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8:32.1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2177,'5'0'17415,"29"0"-17251,122 0-553,-53 0-5807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8:32.7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4610,'0'0'10570,"6"0"-9380,204 0-947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8:33.1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0 1 1169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8:33.4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87 1 1169,'-72'170'3158,"57"-136"4046,30-34-5300,57-1-44,81 2-1233,-147 0-602,-1 0 1,1 1-1,0-1 0,0 1 1,9 4-1,-13-5-12,-1-1 1,1 1-1,-1 0 1,1 0-1,-1-1 1,1 1-1,-1 0 1,0 1-1,1-1 0,-1 0 1,0 0-1,0 0 1,0 1-1,0-1 1,0 0-1,0 1 1,0-1-1,0 1 1,-1 0-1,1-1 1,-1 1-1,2 2 0,-2-3-373,-18-1-11549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8:34.0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7 3554,'-1'-6'12013,"7"7"-11850,0 0 0,0 0 0,0 1-1,0 0 1,0 0 0,0 0 0,10 7 0,25 8 159,-18-12-364,1-1 0,0-1 0,0-1 0,40-3 0,-27 1-1437,-37 0 1347,0 0-1,1 0 1,-1 0 0,0 1-1,0-1 1,0 0 0,1 0-1,-1 0 1,0 0 0,1 0-1,-1 0 1,0 0 0,0 0-1,1 0 1,-1 0 0,0 0-1,0 0 1,1 0-1,-1 0 1,0 0 0,0 0-1,1 0 1,-1-1 0,0 1-1,0 0 1,0 0 0,1 0-1,-1 0 1,0 0 0,0-1-1,1 1 1,-1 0 0,0 0-1,0 0 1,0-1 0,0 1-1,0 0 1,1 0 0,-1-1-1,0 1 1,0 0-1,0 0 1,0-1 0,0 1-1,0 0 1,0 0 0,0-1-1,0 1 1,0 0 0,0-1-1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13.9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51 7411,'0'0'7070,"0"-6"-6632,0-39 1464,0 47-1811,1 4-52,0-1 0,0 0 0,1 0-1,-1 1 1,1-1 0,0 0 0,3 4 0,6 18 159,91 314 1985,-9-27-668,-80-272-1303,2-1 0,2 0-1,1-1 1,33 52 0,-47-87-199,0-1 1,0 1-1,0-1 0,0 1 0,1-1 0,-1-1 1,1 1-1,0-1 0,11 6 0,-14-8-10,0 0 0,0 0 0,0-1 1,0 1-1,0 0 0,1-1 0,-1 0 0,0 1 0,0-1 0,0 0 0,1 0 0,-1-1 0,0 1 0,0 0 0,0-1 0,0 1 0,0-1 0,0 1 0,0-1 0,0 0 0,0 0 0,0 0 0,0 0 0,0-1 0,0 1 0,-1 0 0,1-1 0,0 1 0,-1-1 0,1 1 1,0-3-1,6-8 0,0 0 1,-2 0-1,1 0 1,7-22-1,15-62-79,-14 46-44,-13 43 105,77-234-736,-53 175 606,52-99-1,-69 149 186,1 0 0,1 0 0,1 2 0,0-1 0,24-22 0,-36 37-74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15.0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6435,'0'0'5723,"22"0"-1103,4 6-4054,31 3-107,692 20-398,259-32 366,-861 15 1224,-179-12-3921,-20 0-2852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15.7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22 5106,'0'0'5718,"-1"-3"-4859,-4-12-35,4 11 638,1 51 128,6 55-1132,1-13 5,-6 321 1058,-1-46-575,5-290-363,-4-67-531,0 0 0,1-1 0,0 1 0,0 0 0,0-1 0,1 0 0,-1 0 0,5 7 0,-7-13-100,0 0 0,0 0 0,0 0 0,0 0 0,0 0 0,0 0 0,0 0 0,0 0 0,0 1 0,0-1-1,1 0 1,-1 0 0,0 0 0,0 0 0,0 0 0,0 0 0,0 0 0,0 0 0,0 0 0,0 0 0,0 0-1,0 1 1,0-1 0,1 0 0,-1 0 0,0 0 0,0 0 0,0 0 0,0 0 0,0 0 0,0 0-1,0 0 1,0 0 0,0 0 0,1 0 0,-1 0 0,0 0 0,0 0 0,0 0 0,0 0 0,0 0 0,0 0-1,0 0 1,0 0 0,1 0 0,-1 0 0,0-1 0,0 1 0,0 0 0,0 0 0,0 0 0,0 0-1,0 0 1,0 0 0,0 0 0,0 0 0,0 0 0,0 0 0,1 0 0,-1 0 0,0-1 0,0 1 0,2-11-2061,-1-17-1536,-1 26 2965,0-34-6285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16.4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0 306 3009,'0'0'6857,"5"-26"-6449,16-80-16,-20 101-339,0 1 0,0 0 0,0 0-1,1-1 1,-1 1 0,1 0 0,0 0-1,0 0 1,0 1 0,1-1 0,-1 0 0,1 1-1,0 0 1,0-1 0,5-3 0,6-6 319,-6 4-318,-1 1 1,1 0-1,0 1 1,0 0-1,1 0 1,0 1 0,1 0-1,-1 1 1,1 0-1,0 0 1,0 1-1,1 0 1,-1 1-1,1 0 1,0 1-1,-1 0 1,20-1 0,-13 3 60,0 0 71,1 0 0,25 4 0,-37-2-147,1-1 0,-1 1 0,1 0 1,-1 1-1,0 0 0,0 0 0,0 0 0,0 1 0,9 7 0,-6-4 95,0 1-1,-1 1 1,0 0-1,0 0 1,-1 0 0,0 1-1,0 0 1,-1 0-1,-1 1 1,8 20-1,-7-13 101,-2 1 0,0 1-1,0-1 1,-2 0-1,0 36 1,-2-50-201,1 12 81,-1-1 1,-1 1 0,0 0-1,-1-1 1,-1 1-1,0-1 1,-1 0 0,-9 23-1,3-19-57,-1 0 1,0-1-1,-2-1 0,0 0 0,0-1 1,-2 0-1,0-1 0,-20 16 0,23-22-58,-1 0 0,0-1 0,0-1-1,-1-1 1,0 1 0,0-2 0,-1 0-1,0-1 1,0-1 0,0 0 0,0-1-1,-20 2 1,-38-4-511,72-1 474,0 1 0,0-1 1,-1 0-1,1 0 0,0 0 0,0-1 1,0 1-1,0 0 0,-1 0 0,1-1 1,0 1-1,0 0 0,0-1 0,0 1 1,0-1-1,0 1 0,0-1 1,0 0-1,0 1 0,0-1 0,0 0 1,-1-1-1,1-1-120,1 1 1,-1 0 0,0-1 0,1 1-1,-1-1 1,1 1 0,0-1-1,0 1 1,0-4 0,0 5 134,1 1-1,-1-1 1,0 1 0,0-1 0,0 1 0,1-1 0,-1 1 0,0-1 0,1 1-1,-1-1 1,0 1 0,1-1 0,-1 1 0,0-1 0,1 1 0,-1 0-1,1-1 1,-1 1 0,1 0 0,-1-1 0,1 1 0,-1 0 0,1 0-1,-1-1 1,1 1 0,0 0 0,-1 0 0,1 0 0,-1 0 0,1 0 0,0 0-1,-1 0 1,1 0 0,-1 0 0,2 0 0,25 3 15,-21-1 20,-1-1-1,1 1 1,-1 0-1,0 1 1,0-1-1,0 1 1,0 0-1,0 1 1,0-1-1,-1 1 1,0 0-1,7 6 1,3 8 195,24 36 0,-26-37-64,21 36 735,50 109 0,10 67 1065,-87-213-1779,13 26 200,-13-29-314,0 1-1,5 15 1,-11-27-365,-1-10-2684,-5-20-723,-4-9-2187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16.9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4 3970,'0'0'6251,"0"-3"-3902,0 6-294,0 830 4119,3-812-5730,-1-2-4124,-11-28-1400,-5-17-40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17.4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39 11717,'0'0'1044,"33"-6"-828,106-19-230,-125 22-31,0 1 1,0 0-1,25 2 0,-22 0 11,-15 0 32,0 0 1,0 0-1,0 0 1,0 0-1,0 0 1,-1 1-1,1-1 1,0 0-1,0 1 1,0-1-1,0 1 1,0 0-1,-1 0 1,1 0-1,0 0 1,-1 0-1,1 0 1,0 0-1,-1 0 1,0 1-1,1-1 1,-1 1-1,1 1 1,1 2 59,-1-1 0,-1 1 0,1 0 0,-1 0 1,0 0-1,0 0 0,0 11 0,3 76 1618,4 32 464,-6-106-1739,1-1-1,1 1 1,1-1-1,12 32 1,-14-44-339,-1 0 1,1-1-1,0 1 0,0 0 0,0-1 1,1 0-1,-1 1 0,1-1 1,0-1-1,0 1 0,1 0 0,-1-1 1,1 0-1,6 3 0,-4-3-32,0 0-1,0-1 1,1 0 0,-1 0-1,1-1 1,0 0-1,-1 0 1,1 0-1,12-2 1,-17 1-37,1-1 1,-1 1-1,0-1 1,0 1-1,0-1 0,0 0 1,0-1-1,0 1 1,0 0-1,0-1 1,0 0-1,-1 1 0,1-1 1,3-4-1,-2 2-68,0-1-1,0 1 0,0-1 0,-1 0 1,0 0-1,0-1 0,3-6 1,0-3-318,-2 1 0,1-1 1,-2 0-1,0 0 0,1-22 1,-3 22-131,1-5-553,-2-34 0,0 50 992,0 0 0,-1 0-1,1 0 1,-1 0-1,0 0 1,0 0 0,-1 0-1,1 0 1,-1 1-1,0-1 1,0 0 0,0 1-1,0-1 1,-4-3-1,1 3 168,0 0 0,0 0-1,0 0 1,0 0 0,-1 1 0,1 0-1,-1 0 1,0 1 0,0-1-1,-10-1 1,1 1 422,-1 1 0,-29-1 0,-3 0-603,46 3-97,0 0 0,0 0 1,0-1-1,1 1 0,-1-1 0,0 0 1,0 1-1,1-1 0,-1 0 0,1 0 0,-1 0 1,1 0-1,-1 0 0,1 0 0,-1-1 1,-1-1-1,-3-12-5213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17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0 4322,'0'0'6904,"-1"0"-6814,0 0-1,1 1 1,-1-1-1,1 0 1,-1 0-1,1 0 0,-1 0 1,1 1-1,-1-1 1,1 0-1,-1 0 1,1 1-1,0-1 1,-1 0-1,1 1 0,-1-1 1,1 0-1,0 1 1,-1-1-1,1 1 1,0-1-1,-1 1 0,-15 293 3739,1-2-2173,15 127 733,1-391-2662,1-22-932,-2-19-465,0 7 945,-1-1 0,0 0 0,0 1 0,0-1 0,-1 0 0,0 1 0,-4-8 0,-8-20-4266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18.3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51 10901,'0'0'5138,"224"-10"-4689,-158 1-449,-3-1-32,-8 1-1025,-9 3-1392,-18-1-3426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18.6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 16359,'0'0'737,"-4"81"-7876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21.6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29 6019,'0'0'4175,"-7"2"-504,7-4-3668,0 1 0,0 0 0,1-1 0,-1 1 0,1 0 0,-1 0 0,1 0 0,0-1 0,-1 1 0,1 0 0,0 0 0,0 0 0,0 0 0,0 0 0,0 0 0,0 0 0,0 0 0,0 1 0,0-1 0,0 0 0,0 1 0,1-1 0,-1 0 0,0 1 0,1 0 0,-1-1 0,0 1 0,0 0 0,1-1 1,1 1-1,8-1-23,-1 0 1,20 0-1,-24 1 12,-1 0 3,1 0-1,-1 0 1,0 0 0,1 1 0,-1 0 0,0 0 0,0 0 0,0 0 0,1 1 0,-1 0 0,-1 0-1,1 1 1,0-1 0,-1 1 0,1 0 0,-1 0 0,0 1 0,0-1 0,0 1 0,0 0 0,-1 0-1,7 9 1,-6-6 49,1 0 0,-1 0 0,0 1 0,-1-1 1,0 1-1,0 0 0,-1 0 0,1 0 0,0 15 0,0 3 404,-3 47-1,-1-31-49,1-39-372,1 14 111,-1 0 1,-1 0-1,0-1 1,-1 1 0,-1 0-1,-1-1 1,-7 23-1,-36 60 387,42-89-492,-1-1 0,0 0 0,-1 0 0,0 0 0,0-1-1,-1 0 1,-15 12 0,19-18-33,0 0 0,0 0 0,0 0 0,-1 0 0,1-1 0,0 1 0,-1-1 0,1 0 0,-1-1 0,-8 1 0,10-1-74,1 1-1,-1-1 0,0-1 0,1 1 0,-1 0 0,1-1 0,-1 1 0,1-1 0,-1 0 0,1 0 0,-1 0 1,1 0-1,0 0 0,0 0 0,-1-1 0,1 1 0,0-1 0,0 1 0,0-1 0,1 0 0,-3-2 1,1-2-369,0 0 1,0 0 0,1 0-1,0 0 1,0-1 0,0 1 0,0-13-1,-2-52-622,9 73 2309,4 4-862,1 0 1,-2 1-1,1 0 0,-1 0 0,0 1 1,0 0-1,-1 1 0,8 12 0,14 14 547,-10-14-428,0 0 0,2-1 0,35 25 0,-50-40-432,0-1 1,1 0 0,-1 0-1,1-1 1,0 0-1,0 0 1,0 0 0,0-1-1,1 0 1,-1-1-1,1 1 1,-1-2 0,1 1-1,-1-1 1,1 0-1,0 0 1,-1-1 0,13-3-1,-15 3-87,-1-1 0,0 0 0,1 0 0,-1 0 0,0-1 0,0 1 0,-1-1 1,1 0-1,-1 0 0,1 0 0,5-7 0,-3 1-249,0 0 0,0 0 0,9-19 0,-10 15-399,0 0 0,-1 0 0,5-25 0,-5 13-1944,-1-28 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22.9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1127 228 1905,'0'0'12510,"-17"-14"-11659,-10-6-579,-75-65 803,90 74-964,0 1 0,-1 0 0,0 0 0,0 1 0,-1 1 0,0 0 0,-1 1 0,0 1 0,0 0 0,0 1 1,0 1-1,-1 0 0,0 1 0,0 0 0,-25 0 0,14 3 28,15-1-110,-1 1 1,0 0-1,1 1 0,-1 0 1,1 1-1,-1 0 0,1 1 0,0 0 1,-13 6-1,-4 7 40,0 1-1,1 1 1,1 1 0,1 2 0,0 1-1,2 1 1,-25 30 0,15-11 27,2 2 0,1 1 0,-39 80 0,37-57 102,-45 133-1,66-160-161,2 0 0,2 1-1,1 0 1,-1 78-1,7-67 67,4 84 24,-1-117-98,0 0 0,2 0 0,0-1 0,14 36 0,-2-18 45,2-1 0,1-1-1,2-1 1,1 0-1,2-2 1,1 0 0,2-2-1,0-1 1,48 38-1,-42-41-5,0-2 0,3-1-1,0-2 1,0-1 0,2-2-1,1-1 1,0-2 0,1-2-1,42 8 1,-47-15-10,0-1-1,0-1 1,1-3-1,-1-1 0,47-5 1,-73 3-33,0 0 1,1-1 0,-1 0-1,0 0 1,0-1-1,0-1 1,-1 1-1,14-11 1,0-1-1,35-36 0,-17 10-21,-3-1 0,-2-2-1,-1-2 1,-3 0 0,-2-3-1,42-96 1,-61 121-13,-2 0-1,-1 0 1,0-1-1,-2 0 1,2-27 0,-2-133-93,-5 142 111,-1 14 5,-2 1 1,0-1 0,-9-32-1,-30-88 70,12 48-2,16 55-91,-2 0-1,-2 1 0,-2 1 1,-2 0-1,-45-66 0,56 96 12,0-1-1,-2 2 0,0 0 1,0 0-1,-1 1 0,-1 1 1,-31-21-1,37 30-19,0 0 0,0 0 0,-1 1 1,1 0-1,-1 0 0,0 1 0,1 1 0,-1 0 0,-19 2 0,-3-1-331,32-2 162,-1 0 0,0 1 0,1-1 0,-1 0 0,0 1 0,1-1 0,-1 0 0,1 1 0,-1-1 0,1 0 0,-1 0 0,1 0 0,0 0 0,0 1 0,-1-1 0,1 0 0,0 0 0,0 0 0,0 0 0,0 0 0,0 0 0,0 0 0,0 0 0,0-1 0,1-33-5083,-1 28 2028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23.5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 8228,'0'0'6037,"-1"0"-5991,1 0-1,0 0 0,0 0 1,-1 0-1,1 0 0,0 0 1,-1 0-1,1 0 0,0 0 1,-1 1-1,1-1 0,0 0 1,0 0-1,-1 0 1,1 0-1,0 1 0,0-1 1,-1 0-1,1 0 0,0 0 1,0 1-1,0-1 0,-1 0 1,1 1-1,0-1 0,0 0 1,0 0-1,0 1 0,0-1 1,0 0-1,0 1 1,-1-1-1,1 0 0,0 0 1,0 1-1,0-1 0,0 0 1,0 1-1,0-1 0,1 0 1,-1 1-1,0-1 0,1 16 330,5 30 1,1 5-86,2 60 137,65 527 2956,-67-603-3067,18 54 1,-18-72-329,0-1 1,0 1 0,2-1-1,19 27 1,-27-39-335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23.9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1 123 6531,'0'0'6195,"0"-3"-5368,0 1-737,0 0 1,1 1-1,-1-1 0,1 0 1,0 0-1,-1 1 1,1-1-1,0 0 0,0 1 1,0-1-1,0 1 1,0-1-1,0 1 1,1 0-1,-1-1 0,0 1 1,1 0-1,-1 0 1,1 0-1,-1 0 0,1 0 1,1-1-1,47-25 580,-47 25-586,13-5 35,0 1-1,0 0 1,0 2 0,1-1-1,0 2 1,27-2 0,104 4 585,-147 1-694,7 0 61,-1 1 0,0-1 0,0 2 0,0-1 0,0 1 0,-1 0 0,1 1 0,0-1 0,8 6 0,-1 1 192,0 1 1,0 0-1,13 14 0,-27-24-489,-1 0 34,0-1 1,-1 1-1,1-1 0,-1 0 1,1 0-1,0 0 1,-1 0-1,1 0 1,0 0-1,0 0 1,0 0-1,0 0 1,0 0-1,0-1 1,0 1-1,-1-3 1,-1-1-411,-18-28-2424,-3-4-2035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24.2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 10981,'0'0'5523,"234"50"-5427,-161-50-48,-10-3-96,-11-19-993,-17 4-1120,-18 5-2945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24.6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88 5763,'0'0'3278,"4"-14"-3184,20-60 3865,-25 173-2071,19 508 3265,-18-601-5115,3 18 82,-3-23-118,0-1-1,0 1 0,0 0 0,0-1 1,0 1-1,1 0 0,-1-1 1,0 1-1,0 0 0,0-1 0,1 1 1,-1-1-1,0 1 0,1 0 0,-1-1 1,0 1-1,1-1 0,-1 1 1,1-1-1,-1 1 0,1-1 0,-1 1 1,2-1-1,-2 0-21,0 0 1,0 0-1,1 0 0,-1 0 1,0 0-1,0 0 1,0-1-1,1 1 0,-1 0 1,0 0-1,0 0 1,0 0-1,1-1 0,-1 1 1,0 0-1,0 0 0,0-1 1,0 1-1,0 0 1,1 0-1,-1-1 0,0 1 1,0 0-1,0 0 1,0-1-1,0 1 0,0 0 1,0 0-1,0-1 0,0 1 1,0 0-1,0 0 1,0-1-1,0 1 0,0 0 1,0 0-1,0-1 0,-1 1 1,1 0-1,0-1 1,0-3-228,0-111-6084,0 74 1585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25.2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79 6707,'0'0'8609,"2"0"-8008,12 3-200,1-1 0,0-1 1,-1 0-1,1-2 1,15-1-1,12 1 48,-5 2-105,-12-1 22,30-2-1,-54 2-444,0 0 0,0 0 0,0 0 1,0 0-1,0-1 0,0 1 0,0 0 0,0-1 0,0 1 0,0-1 0,0 1 0,0-1 0,-1 1 1,1-1-1,0 0 0,0 1 0,0-1 0,-1 0 0,1 0 0,0 1 0,-1-1 0,1 0 0,-1 0 1,1 0-1,-1 0 0,1 0 0,-1 0 0,0 0 0,0 0 0,1 0 0,-1 0 0,0 0 1,0-1-1,0-1-564,0 0 1,0 0-1,-1 1 1,1-1 0,-1 0-1,1 0 1,-1 1-1,0-1 1,0 0-1,0 1 1,-3-4 0,-11-16-7231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25.6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4274,'0'0'9834,"3"0"-8834,273 0 3648,-273 0-5004,-2 0 209,-1 0 0,1-1 0,0 1 1,-1 0-1,1 0 0,-1 0 0,1 0 0,0 0 1,-1 0-1,1 0 0,-1 1 0,1-1 0,0 0 1,-1 0-1,1 0 0,-1 1 0,1-1 0,-1 0 1,1 1-1,0-1 0,-1 0 0,1 1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40.7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0 192 6211,'0'0'5290,"5"-19"-4836,14-57 13,-10 43 964,-7 29-1086,-1 0 0,0-1 0,0 1 1,-1 0-1,1 0 0,-1-1 0,0-6 1,0 11-351,0-5 106,-1 5-77,1-1-1,0 0 0,0 1 0,0-1 0,0 0 0,-1 1 0,1-1 0,0 0 0,0 1 0,1-1 0,-1 0 0,0 1 0,0-1 0,0 0 0,0 1 0,0-1 0,1 0 0,-1 1 0,0-1 0,1 0 0,-1 1 0,0-1 0,1 1 0,-1-1 0,1 1 0,0-1 0,2 4-60,1 18 59,0 0 0,-2 0 0,1 42 0,-3-41-17,2 240 543,4 100 1479,-4-326-1747,10 51 0,-12-86-272,0 0 0,0 0 0,0 0-1,1 0 1,-1 0 0,0 0 0,1 0 0,-1 0-1,0-1 1,1 1 0,0 0 0,-1 0 0,2 1-1,-1-1-28,-1-7-1444,-1-1 1039,0 0-1,-1 1 0,1-1 0,-1 1 0,-1-1 0,1 1 1,-6-9-1,-10-32-2553,11 9-81,3-5-1108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41.5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26 266 4690,'0'0'4223,"-1"-21"-3953,-2-68-22,3 86-221,0 0 0,0-1 0,0 1 0,1 0 0,0-1 0,-1 1 0,1 0 0,2-4 0,9-5 212,-5 7-115,5-7 25,0 1 1,1 0 0,1 1 0,0 1 0,0 0 0,1 0 0,0 2 0,0 0 0,0 1-1,20-5 1,-26 9-27,1 1 0,-1 0-1,13 1 1,-19 0-68,0 1 1,0-1-1,0 0 1,0 1-1,0 0 1,0-1-1,0 1 1,0 0-1,-1 0 1,1 1-1,0-1 1,-1 1-1,5 3 1,2 4 102,0 2 1,-1-1-1,-1 1 1,0 0 0,-1 1-1,0 0 1,0 0 0,-1 0-1,-1 0 1,0 1-1,-1 0 1,3 17 0,-1 15 333,-2 1 1,-3 55 0,0-45-280,-1-44-177,-1 0-1,0-1 0,0 1 0,-1-1 0,0 0 0,-1 0 1,-1 0-1,1 0 0,-2-1 0,1 0 0,-2 0 1,-7 11-1,5-9-13,-1-1 0,0 0 1,-1 0-1,1-1 0,-2 0 1,0-1-1,0 0 0,0-1 0,-18 8 1,12-10-7,1 0 0,-1-2 1,0 0-1,0-1 0,-1-1 1,1-1-1,-31-1 0,48 0-31,-1 0 0,1 0 0,-1 0-1,1 0 1,-1 0 0,1 0 0,-1 0-1,1-1 1,-1 1 0,1 0 0,-1-1 0,1 0-1,0 1 1,-1-1 0,1 0 0,0 0-1,-1 1 1,1-1 0,0 0 0,0 0-1,0 0 1,0-1 0,0 1 0,0 0-1,0 0 1,0 0 0,-1-3 0,1-1-50,0 0 1,0 0-1,0 0 1,1 0 0,0 0-1,0-9 1,0 0-48,1 12 109,-1 1 1,0-1 0,0 0 0,0 1 0,1-1 0,-1 0-1,1 1 1,0-1 0,-1 1 0,1-1 0,0 1-1,0-1 1,0 1 0,0-1 0,0 1 0,0 0 0,0-1-1,3-1 1,-1 1 11,0 0 0,1 0 1,-1 0-1,1 0 0,-1 0 0,1 1 0,0 0 0,4-2 0,-2 2 10,1-1 0,-1 1 0,1 1 1,-1-1-1,1 1 0,-1 0 0,1 1 0,-1 0 0,1 0 0,10 3 0,-11-2 5,-1 1 0,1 1-1,0-1 1,-1 1 0,0 0-1,0 0 1,0 0 0,8 10-1,32 47 198,-35-48-158,30 50 662,31 68 0,39 61 1010,-110-192-1759,0 0 0,0 0 0,0 0 0,0 0 0,0 1 0,0-1 1,0 0-1,0 0 0,0 0 0,0 0 0,0 0 0,1 1 0,-1-1 0,0 0 0,0 0 0,0 0 0,0 0 0,0 0 0,0 0 1,0 0-1,0 1 0,1-1 0,-1 0 0,0 0 0,0 0 0,0 0 0,0 0 0,0 0 0,0 0 0,1 0 0,-1 0 0,0 0 1,0 0-1,0 0 0,0 0 0,0 0 0,1 0 0,-1 0 0,0 0 0,0 0 0,0 0 0,0 0 0,0 0 0,1 0 0,-1 0 1,0 0-1,0 0 0,0 0 0,0 0 0,0 0 0,0-1 0,1 1 0,-1 0 0,0 0 0,0 0 0,0 0 0,0 0 1,2-14-1049,-6-19-1682,-8 12-1093,1 7-2511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42.1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 26 6339,'0'0'7435,"2"0"-6840,21-8-28,-12 4-385,1 0-1,-1 1 1,1 1-1,22-3 1,-31 5-160,1 0 1,-1 0-1,1 1 0,-1-1 0,0 1 1,0 0-1,1 0 0,-1 0 1,0 0-1,0 0 0,0 1 1,0-1-1,0 1 0,0 0 0,0 0 1,-1 0-1,1 0 0,-1 1 1,1-1-1,-1 1 0,0-1 1,2 4-1,1 2 57,-1 0 0,0 0 0,0 0 0,-1 1 0,0-1 0,-1 1 1,0 0-1,0-1 0,-1 1 0,0 0 0,0 0 0,-1 0 0,-1 0 0,1 0 0,-1 0 1,-1 0-1,1-1 0,-2 1 0,1 0 0,-1-1 0,0 0 0,-6 10 0,-3-1 8,0-1 0,-2-1 0,0 0 0,0-1 0,-23 17 0,-90 57 98,98-69-150,24-16-30,4-3-4,1 1 1,-1-1-1,1 0 1,-1 0-1,0 1 1,1-1-1,-1 1 1,1-1-1,-1 0 1,1 1-1,-1-1 1,1 1-1,-1-1 1,1 1 0,0-1-1,-1 1 1,1 0-1,0-1 1,-1 1-1,1-1 1,0 1-1,0 0 1,0-1-1,-1 2 1,19-1 182,59-2 185,-17-1-258,1 3 0,-1 2 0,78 15 0,-136-18-740,8 3 1092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43.5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54 5410,'0'0'5966,"-4"0"-4880,-8 0 301,21 0 733,27 0-900,468-17-894,-475 16-322,100-8-28,215 14 1,-235 2 75,208-14 0,71 2-42,-221 7 103,253-13 242,-290 6-99,-21 0 16,75-2 99,-149 7-272,1 1 1,68 13-1,-80-10 113,0 1 0,0 2-1,-1 0 1,0 1 0,39 20-1,-58-25-1010,-11-4-1587,-4-2 1164,-27-7-3255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50.7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89 2945,'0'0'4178,"-2"-2"-3844,1-1-195,0 0 0,0 1 0,0-1 0,1 0 0,-1 0 0,1 1 0,-1-1 0,1 0 0,0 0 0,0 0 0,0-4 0,1 3 299,-1 0-1,0 0 1,-1 0-1,1-1 0,-1 1 1,-1-6-1,-6-4 1273,4 23-841,3 31-567,1-33-326,0 863 3260,0-854-3160,-1-8 20,1 0 0,0 0-1,0 0 1,1 0 0,0 0-1,0 0 1,1-1 0,0 1-1,5 12 1,-7-20-105,0 0 0,0 0 0,0 0 0,0 0 1,0 1-1,0-1 0,0 0 0,0 0 0,0 0 0,0 0 1,1 0-1,-1 0 0,0 0 0,0 0 0,0 1 0,0-1 1,0 0-1,0 0 0,0 0 0,0 0 0,0 0 0,0 0 1,1 0-1,-1 0 0,0 0 0,0 0 0,0 0 0,0 0 1,0 0-1,0 0 0,0 0 0,1 0 0,-1 0 0,0 0 1,0 0-1,0 0 0,0 0 0,0 0 0,0 0 0,1 0 1,-1 0-1,0 0 0,0 0 0,0 0 0,0 0 0,0 0 1,0 0-1,0 0 0,1 0 0,-1 0 0,0 0 0,0 0 1,0 0-1,0-1 0,0 1 0,0 0 0,0 0 0,0 0 1,3-9-1517,-3-81-5532,0 45 2594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51.2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1 240 4418,'0'0'4077,"8"-26"-3635,32-84-185,-38 106-249,-1 1 1,1-1-1,0 1 1,0-1 0,0 1-1,0 0 1,0 0 0,1 0-1,0 0 1,-1 0 0,1 1-1,0-1 1,0 1-1,0 0 1,1 0 0,-1 0-1,0 0 1,1 1 0,4-2-1,5-3-4,1-1 16,0 1 0,0 0 0,0 1 0,1 1 0,0 0 1,0 1-1,0 0 0,30 0 0,-39 3-10,0-1 65,0 1 1,1 0 0,-1 0 0,0 1-1,0-1 1,0 1 0,0 1 0,0-1-1,0 1 1,0 0 0,0 1-1,0-1 1,7 6 0,1 2 186,0 2 1,-1-1-1,0 2 0,-1 0 1,0 0-1,-1 1 1,-1 1-1,0 0 0,-1 0 1,10 22-1,-10-16 103,-1 1 0,-1-1 0,0 1 0,-2 1 0,-1-1-1,-1 1 1,1 39 0,-4-42-122,1-10-156,-1 0-1,0 0 0,0-1 1,-1 1-1,-1 0 1,1-1-1,-2 1 1,1 0-1,-7 13 0,1-8-88,-1 0 0,-1-1 1,-1-1-1,0 0 0,0 0 0,-1-1 0,-1 0 0,0-1 0,0-1 0,-1 0 0,-1-1 0,0 0 0,0-1 0,0-1 0,-1 0 0,0-2 0,0 1 0,-1-2 1,0 0-1,1-1 0,-23 1 0,31-4-85,1 1-105,-1-1-1,0 0 1,1-1-1,-14-1 1,20 2 163,0-1 0,0 1 1,1 0-1,-1 0 0,0-1 0,0 1 0,0 0 1,0-1-1,0 1 0,0-1 0,1 1 0,-1-1 1,0 0-1,0 1 0,1-1 0,-1 0 0,0 0 1,1 1-1,-1-1 0,1 0 0,-1 0 0,1 0 1,-1 0-1,1 1 0,0-1 0,-1 0 0,1 0 1,0 0-1,0 0 0,0 0 0,0 0 0,0 0 1,0 0-1,0 0 0,0 0 0,0 0 1,0 0-1,0 0 0,0 0 0,1 0 0,-1 0 1,0 1-1,2-3 0,5 2-3,1 1 105,0 1-1,1 0 1,-1 1 0,0 0 0,-1 0-1,1 0 1,0 1 0,-1 1-1,1-1 1,-1 1 0,0 0 0,0 1-1,-1-1 1,9 9 0,8 9 291,-1 0 0,27 37 0,-28-33-146,54 74 643,-50-63-674,2-1 0,2-1 0,34 32 0,-62-66-627,-2-4-1415,0 2 1548,1 0 0,-1 0 0,0 0 0,1-1 0,-1 1 0,0 0 0,0 0 0,0 0 0,0 0 0,-1 0 0,-1-3-822,-11-12-4356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51.6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4002,'0'0'5835,"7"1"-4726,-5-1-1048,0 0 0,0 0 0,0 1 0,0-1 0,0 1 0,0-1-1,0 1 1,0-1 0,0 1 0,0 0 0,0 0 0,0 0 0,-1 0-1,1 1 1,0-1 0,-1 0 0,1 1 0,-1-1 0,1 1 0,-1-1-1,0 1 1,0-1 0,0 1 0,1 0 0,-2 0 0,1 0 0,0 0-1,0 0 1,-1 0 0,1 0 0,0 2 0,4 30 810,0 0 0,-1 38 1,-3-39-186,1 0-1,9 44 1,-1-51-399,-10-26-307,0 1 0,0-1 0,1 1 0,-1-1 0,0 1 0,0-1 0,1 1-1,-1-1 1,0 0 0,1 1 0,-1-1 0,0 1 0,1-1 0,-1 0 0,1 0 0,-1 1-1,0-1 1,1 0 0,-1 1 0,1-1 0,-1 0 0,1 0 0,-1 0 0,1 0 0,-1 1-1,1-1 1,-1 0 0,1 0 0,-1 0 0,1 0 0,-1 0 0,1 0 0,-1 0 0,1-1-1,-1 1 1,1 0 0,-1 0 0,1 0 0,-1 0 0,1-1 0,-1 1 0,1 0 0,-1 0-1,1-1 1,-1 1 0,0 0 0,1-1 0,-1 1 0,0 0 0,1-1 0,-1 1 0,0-1 0,1 1-1,-1-1 1,13-29-2704,-2-20-2590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52.0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 6195,'0'0'6368,"14"0"-5754,281 0 1573,-240-2-1997,64-11 0,-76 7-185,-29 5-51,-14 1-157,-4 0-3836,-7-1 920,-5-4-1125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52.3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6531,'0'0'4714,"6"27"-3873,40 184 1157,-18 47 507,-17-126-2094,-10-117-411,-1-10-22,0 0 0,1 0 0,-1 0 0,1 0 0,0 0 0,0-1 0,0 1 0,1 0 0,-1 0 0,1-1 0,4 7 0,-6-10-66,1-1 0,-1 0 1,1 0-1,-1 1 0,1-1 1,-1 0-1,0 0 1,1 0-1,-1 0 0,1 0 1,-1 0-1,1 0 0,-1 0 1,1 0-1,-1 0 0,1 0 1,-1 0-1,1 0 0,-1 0 1,0 0-1,1 0 1,-1 0-1,1-1 0,-1 1 1,1 0-1,-1 0 0,0 0 1,1-1-1,-1 1 0,0 0 1,1-1-1,-1 1 0,0 0 1,1-1-1,-1 1 1,0 0-1,1-1 0,-1 1 1,0-1-1,0 1 0,0-1 1,0 1-1,1 0 0,-1-1 1,0 1-1,0-1 0,7-37-4492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53.3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11 130 7764,'0'0'4217,"0"-11"-1871,4 340 990,27-3-1350,-30-322-1970,0 5 38,0 0-1,1 0 0,0 1 1,1-1-1,0-1 0,7 16 1,-6-21-54,-3-14-14,0-70-1226,0 14-760,-8-85 0,-14 34 814,-2-16 1247,19 100 39,2 0 1,5-66-1,-2 95-105,0 0 1,0 0-1,0 0 1,1 0-1,0 0 1,0 1-1,0-1 0,0 0 1,1 1-1,-1 0 1,1-1-1,0 1 1,1 1-1,4-6 1,-2 4 8,0 0 1,0 1 0,0 0 0,1 0 0,0 1 0,0 0 0,0 0 0,12-3 0,7 0 55,1 2 1,-1 0 0,1 2 0,32 2 0,-58 0-58,4-1 19,0 1-1,0 0 1,0 0 0,0 0 0,0 1-1,0 0 1,0 0 0,0 0 0,0 1 0,-1-1-1,1 1 1,0 0 0,-1 0 0,0 1-1,1-1 1,-1 1 0,0 0 0,0 0-1,0 1 1,-1-1 0,1 1 0,-1 0 0,0 0-1,3 4 1,-2-1 19,1 0 1,-1 1-1,-1-1 0,0 1 1,0-1-1,0 1 0,-1 0 1,0 0-1,1 10 0,-1 8 255,-1 41 0,-1-38-20,0-23-225,-1 1 0,1-1-1,-1 0 1,-1 1 0,1-1 0,-1 0 0,0 0 0,-1 0 0,1 0 0,-5 6 0,0-2 1,1 0 0,-2-1 0,1 0 1,-1 0-1,-10 8 0,-4 1 38,-2 0 0,0-2-1,-44 23 1,50-30-45,-1 0-1,-1-1 1,1-2-1,-1 0 1,0 0 0,-1-2-1,1-1 1,-1 0-1,-30-1 1,50-2-91,9 0-581,14-1 490,-13 0 138,1 1 1,-1 0-1,0 0 1,0 1-1,0 0 1,0 0-1,0 1 1,0 0-1,0 1 1,-1 0-1,14 6 0,-8 2 18,1 0 0,-2 1-1,0 0 1,0 1 0,-1 0-1,-1 1 1,13 21-1,62 116 648,-69-119-421,74 139 1361,-90-170-1804,-1-5-468,0 0-1,0 0 0,0 0 1,0 0-1,0 1 0,-1-1 1,1 0-1,-1 0 1,0 1-1,-1-1 0,-2-6 1,4 9 571,-16-28-8784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6:59:53.9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19 105 5218,'0'0'6646,"-4"-8"-5533,1 4-938,2 2-146,0 1 0,0 0-1,0 0 1,0 0 0,1-1-1,-1 1 1,0 0 0,1-1-1,-1 1 1,1-1 0,-1 1-1,1-1 1,-1 1 0,1-1-1,0 1 1,0-1 0,0 1-1,0-1 1,0 1 0,0-1-1,0 1 1,1-1 0,-1 1-1,0-1 1,1 1 0,0 0-1,-1-1 1,1 1 0,0 0-1,-1-1 1,1 1 0,0 0-1,0 0 1,2-3 0,4-1 69,1 0 0,-1 1 1,1-1-1,0 1 0,0 1 0,0 0 0,1 0 1,-1 0-1,1 1 0,-1 0 0,1 1 1,0 0-1,0 1 0,0-1 0,0 2 1,17 2-1,-23-3-52,0 1 0,0 1-1,0-1 1,0 0 0,0 1 0,0-1 0,-1 1-1,1 0 1,0 0 0,-1 0 0,0 0 0,1 1-1,-1-1 1,0 1 0,0-1 0,0 1 0,-1 0-1,1 0 1,-1-1 0,1 1 0,-1 0 0,2 6 0,0 3 77,-1 0 1,0 0 0,-1 0 0,0 23 0,-1-26-57,-1 0 0,-1 0 0,1 0 1,-1 0-1,-1-1 0,0 1 0,0-1 0,-1 1 1,0-1-1,-9 14 0,-6 5 94,-36 40 0,40-50-123,-9 10 16,10-12 8,1 0-1,0 0 0,2 1 0,-16 27 0,26-41-25,0 0 0,0 0 0,0 0 0,0 0-1,1 0 1,-1 0 0,1 0 0,-1 0 0,1 0 0,0 1 0,0-1 0,0 0 0,0 0-1,0 0 1,1 3 0,-1-4-15,1 0-1,-1 1 0,1-1 1,0 0-1,-1 0 0,1 0 1,0 0-1,0 0 0,0 0 1,0 0-1,0 0 0,0 0 1,0 0-1,0 0 0,0-1 1,1 1-1,1 1 0,5 0 14,0 0 0,-1 0 0,1-1 0,0 0-1,0 0 1,10-1 0,-17 0-34,73 1 26,124-16 1,-165 12-1036,-12 2-3393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0:24.3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8 4818,'0'0'4247,"-14"-4"289,18 3-4227,0 0 0,0 0 0,0 1 0,-1 0 0,1-1 0,0 1 0,6 1 0,-5-1-63,45 0-59,165 7-141,-206-5-47,-1 0 1,0 0 0,0 0 0,8 5 0,22 6 11,-14-8 13,9 3-5,0-1 1,0-2-1,39 1 1,257-6 1263,-322-1-1161,0 0-1,0-1 1,-1 0 0,1 0 0,7-4 0,7-1 83,-21 7-217,0 0 0,0 0 0,0 0 0,1 0 0,-1 0 0,0 0 0,0 0 0,0 0 0,1 0 0,-1 0 0,0 0 0,0 0 0,0 0 0,1 0 0,-1 0 0,0 0 0,0 0 0,0 0 0,1 0 0,-1 0 0,0 0 0,0-1 0,0 1 0,1 0 0,-1 0 0,0 0 0,0 0 0,0 0 0,0 0 0,0-1 0,0 1 0,1 0 0,-1 0 0,0 0 0,0 0 0,0-1 0,0 1 0,0 0 0,0 0 0,0 0 0,0-1 0,0 1 0,0 0 0,0 0 0,0 0 0,0-1 0,0 1 0,0 0 0,0 0 0,0 0 0,0-1 0,0 1 0,0 0 0,0 0 0,0 0 0,0-1 0,0 1 0,0 0 0,-1 0 0,1 0 0,0 0 0,0-1 0,0 1 0,0 0 0,-15-7-3581,11 5 2276,-6-4-3168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0:24.9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6 3794,'-6'-6'10164,"38"22"-9123,-5-1-705,80 42 528,-27-14-333,-66-35-396,-11-6-104,0-1 1,0 1-1,0 0 0,1-1 1,-1 1-1,0-1 1,1 0-1,-1 0 1,1-1-1,4 1 1,-7-1 0,-6 11-30,-34 50 66,-49 90-64,81-138-329,0 0 0,-10 15-1,13-23-358,0 0-1,0-1 0,0 0 0,0 1 0,-6 2 0,-20 13-6521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0:30.7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1 144 672,'0'0'7110,"4"-10"-6654,12-30-138,-14 36 44,-1 0 1,0 0-1,0 0 1,0 0-1,0 0 1,-1 0-1,0 0 1,0 0-1,0 0 1,0 0-1,-1-5 1,-1-8 596,2-6-423,1 85-207,3 0 0,12 63 0,0-20 846,-8-49-614,2 0 0,18 59 0,-24-99-456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0:31.1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 6467,'0'0'5731,"64"-15"-2666,45 14-2793,-58 1-389,-51 1 33,0 0 1,0 0 0,0 0 0,0-1 0,0 1-1,-1 0 1,1 0 0,0 0 0,0-1-1,0 1 1,-1 0 0,1-1 0,0 1-1,-1 0 1,1 0 0,-1-1 0,1 1-1,-1-1 1,1 1 0,-1 0 0,1-1-1,-1 1 1,1-1 0,-2 1 0,-28 0-5522,13-4 658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0:31.4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5715,'0'0'8403,"171"63"-7394,-122-47-497,3-7-272,1-9-176,-1 0-64,-3 0-720,-7-19-4947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0:14.6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0 2673,'0'0'8321,"0"5"-7792,0-1-389,1-2-87,-1-1 0,0 1 0,1 0 0,-1-1 0,0 1 0,0 0 0,0-1 1,0 1-1,-1 0 0,1-1 0,0 1 0,-1 0 0,0 2 0,-4 1 1783,0 0 532,14 4-1642,23 14-640,0 1 1,-2 2-1,0 0 1,29 37-1,-41-48 32,2 4 95,-20-18-162,1 1-778,-3-9-3319,-4-13-863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0:15.1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255 32 4418,'0'0'3583,"-1"-4"-3132,0-2-125,0-4-273,0-1 4309,-27 11-2844,25 0-1503,1 0 1,-1 1-1,1 0 1,0 0-1,-1-1 1,1 2-1,-1-1 1,1 0-1,0 0 1,0 1 0,0-1-1,0 1 1,0-1-1,0 1 1,0 0-1,-1 2 1,-30 40 149,21-27-101,-72 105 208,75-106-678,1 0 0,0 0 0,1 0-1,1 1 1,0 0 0,-3 23-1,7-25-3704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0:17.7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6019,'0'0'4522,"0"1"-4429,0-1 0,0 1-1,0 0 1,0 0 0,0 0 0,0-1 0,0 1 0,0 0 0,1 0 0,-1-1-1,0 1 1,1 0 0,-1-1 0,1 1 0,0 0 0,3 0 141,0-1 0,0 1 1,0 0-1,0 0 0,0 0 0,-1 0 1,1 1-1,0-1 0,-1 1 0,1 0 0,-1 0 1,7 5-1,3 4 135,21 23-1,-17-16 62,12 11-218,1-2 0,48 33-1,-62-49-1566,33 15 0,-33-19-4069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0:32.7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41 5827,'0'0'7710,"0"-7"-6963,2-15-308,-1 11 410,-1 16 1779,-10 494-1126,6-155-329,4-244-822,1-77-276,1 0 1,1 0-1,1 0 1,0 0 0,13 32-1,-12-23 529,-6-20-1585,-1-11-865,2-1 1744,0 0-1,0 0 0,0 0 1,-1 0-1,1 0 1,0 0-1,0 0 1,0 0-1,0 0 0,-12-18-7311,-1 5 416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0:33.1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3 173 6307,'-2'1'9490,"6"-4"-8920,26-21-179,-12 9-242,0 1 0,27-15 1,-37 25-140,0 0 1,0 0-1,1 1 1,-1 1 0,1-1-1,0 1 1,-1 1 0,1-1-1,15 1 1,-10 1-14,-4 0 83,0 0 1,0 0-1,20 4 1,-26-2-12,-1-1 1,1 0 0,0 1-1,0 0 1,-1 0 0,1 0-1,-1 0 1,1 0 0,-1 1-1,0 0 1,0-1 0,0 1-1,3 4 1,52 74 1883,-61-110-4344,-14-65-4324,7 35-1649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0:33.6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4514,'0'0'4538,"0"1"-4436,0-1-1,0 0 1,0 1-1,0-1 1,0 0-1,0 0 1,0 1-1,0-1 1,0 0-1,0 1 1,0-1-1,0 0 1,0 1-1,0-1 1,0 0-1,0 1 1,0-1-1,0 0 1,0 0-1,0 1 1,0-1-1,1 0 1,-1 0-1,0 1 1,0-1-1,0 0 1,1 0-1,-1 1 1,0-1-1,0 0 1,1 0-1,-1 0 1,0 0-1,0 1 1,1-1-1,-1 0 1,0 0-1,0 0 1,1 0-1,-1 0 1,1 0-1,34 10 529,1-1 1,0-2-1,0-2 0,0-1 0,57-2 0,-71-1-844,-10 0 323,-1-1 0,1 0-1,16-2 1,-26 1-264,0 1 1,0 0-1,0-1 1,0 1-1,0-1 1,0 0-1,0 0 1,0 1-1,0-1 1,-1-1-1,1 1 1,0 0-1,-1 0 1,1-1-1,-1 1 1,1 0-1,-1-1 1,1 0-1,-1 1 1,0-1-1,0 0 1,0 0-1,0 1 1,1-5-1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0:34.0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1 15703,'0'0'4626,"-17"9"-4626,17 1-3697,0-1 143,-11 7-8419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13.0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92 8644,'0'0'6771,"-5"-3"-6365,4 1-330,-1 1 0,1 0 1,-1-1-1,1 1 0,-1-1 1,1 1-1,0-1 1,-1 0-1,1 0 0,0 1 1,0-1-1,0 0 0,1 0 1,-1 0-1,0 0 0,1 0 1,-1 0-1,1 0 1,0 0-1,0-1 0,0 1 1,0 0-1,0-3 0,0-36 1888,1 41-1900,2 0-43,-3 0-18,1 1 0,0 0-1,-1 0 1,1-1 0,-1 1 0,1 0-1,-1 0 1,1-1 0,-1 1-1,0 0 1,1 0 0,-1 0 0,0 0-1,0 0 1,0 0 0,1 0-1,-1-1 1,0 1 0,0 0 0,-1 2-1,2-2 13,7 104 319,-2-28-161,52 545 1839,-33-462-1737,-25-118-422,0-42-91,0-25-13909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13.5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1 135 6563,'0'0'6504,"4"-15"-5706,18-50-166,-21 62-597,0 1 0,0-1 1,1 1-1,-1 0 0,0 0 0,1-1 0,0 1 0,-1 0 0,1 1 0,0-1 0,0 0 0,0 0 1,1 1-1,-1-1 0,0 1 0,0 0 0,1 0 0,-1-1 0,1 2 0,-1-1 0,1 0 0,-1 0 1,1 1-1,3-1 0,5-1 58,6-2 108,1 1-1,0 1 0,0 1 1,27 1-1,-21 0-108,-18 1-31,0-1 1,0 1-1,-1 0 0,1 0 0,0 1 1,-1 0-1,1 0 0,7 4 0,41 27 675,-22-13-155,-28-17-420,3 0-1732,-9-13-157,0 6 1736,-7-26-2171,-2-4-1562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13.8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61 7187,'0'0'6747,"1"5"-6082,-1-3-627,0-1 0,0 0 0,1 1 0,-1-1 0,1 0 0,-1 1 0,1-1 0,-1 0 0,1 0 0,0 0 0,-1 1 0,1-1 0,0 0 0,0 0 0,0 0 0,0 0 0,1 1 0,1-1 34,-1 0 0,1 0 0,0 0 0,-1-1 0,1 1 0,0 0 0,0-1-1,0 0 1,-1 0 0,6 0 0,32 0 467,-12 2-368,0-2 0,-1-1-1,1-2 1,0 0 0,43-12-1,14-21-133,-17 6-554,-63 28 88,0 1-1,1-1 1,-1 1-1,0 0 1,0 1-1,10-1 0,-15 1 318,0 0 0,0 0-1,1 0 1,-1 0 0,0 0-1,1 0 1,-1 0-1,0 0 1,0 0 0,1 0-1,-1 0 1,0 0 0,1 0-1,-1 0 1,0 0-1,0 0 1,1 1 0,-1-1-1,0 0 1,0 0 0,1 0-1,-1 0 1,0 1-1,0-1 1,0 0 0,1 0-1,-1 0 1,0 1 0,0-1-1,0 0 1,0 0-1,1 1 1,3 20-6168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14.7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145 90 2609,'0'0'8271,"-2"-10"-7522,-1-3-469,1 6-12,1 0 1,0 0-1,0 0 0,0 0 0,1-7 0,0 13-238,1 1 0,-1-1 1,0 1-1,1-1 0,-1 0 0,0 1 0,1-1 0,-1 1 0,1 0 0,-1-1 0,1 1 0,-1-1 1,1 1-1,-1 0 0,1-1 0,0 1 0,-1 0 0,1 0 0,-1-1 0,1 1 0,0 0 1,-1 0-1,1 0 0,-1 0 0,2 0 0,20-4-154,-16 4 154,3-2 18,-1 1 1,1 0 0,0 0 0,0 1-1,0 1 1,11 1 0,-19-2-41,0 1 0,1 0 0,-1 0 0,0 0 0,0 0 1,0 0-1,0 0 0,0 1 0,0-1 0,0 0 0,0 1 0,0-1 0,0 0 0,-1 1 0,1-1 0,0 1 1,-1-1-1,0 1 0,1-1 0,-1 1 0,0 2 0,3 35 260,-3-16-109,1-7-42,-1 0 0,0 0-1,-1-1 1,-1 1 0,-1 0 0,0-1 0,-7 21-1,-2-8 122,-1 1 0,-1-1 0,-2-1-1,-1-1 1,-1 0 0,-1-1 0,-39 39 0,55-61-243,0-1 0,-1 1 0,1-1 1,-1 1-1,0-1 0,0 0 1,0-1-1,0 1 0,0-1 0,0 1 1,0-1-1,-1 0 0,1-1 1,0 1-1,-1-1 0,-7 0 1,11 0-27,1-1 0,-1 1 1,1 0-1,-1 0 1,1-1-1,-1 1 1,1 0-1,-1-1 1,1 1-1,-1-1 0,1 1 1,0-1-1,-1 1 1,1-1-1,0 1 1,-1-1-1,1 1 1,0-1-1,0 1 0,0-1 1,-1 1-1,1-1 1,0 1-1,0-1 1,0 0-1,0 1 1,0-1-1,0 1 1,0-1-1,0 0 0,0-26-531,1 19 297,-1 6 256,0 1-1,0-1 1,1 0-1,-1 0 0,1 0 1,0 1-1,-1-1 0,1 0 1,0 1-1,0-1 1,0 1-1,0-1 0,0 1 1,0-1-1,1 1 1,-1 0-1,0 0 0,1-1 1,-1 1-1,1 0 1,-1 0-1,1 0 0,-1 1 1,1-1-1,0 0 0,-1 1 1,1-1-1,0 1 1,0-1-1,0 1 0,3-1 1,0 1 88,0-1 0,0 1 0,-1 0 0,1 0 0,0 0 0,0 1 0,0 0 0,0 0 0,0 0 1,0 0-1,-1 1 0,6 2 0,3 5 267,0 0 1,-1 1-1,0 1 1,0 0 0,9 12-1,-6-7 182,0-1 0,1 0 0,19 13 0,-30-24-462,0-1 0,0 0 0,0-1 0,1 1-1,-1-1 1,0 0 0,1 0 0,0-1 0,-1 1 0,1-1 0,0-1-1,0 1 1,0-1 0,0 0 0,11-2 0,-15 2-99,1-1 1,0 0 0,-1 0-1,1-1 1,-1 1 0,1-1-1,-1 1 1,0-1-1,0 0 1,0 1 0,0-1-1,0 0 1,0 0-1,0-1 1,0 1 0,-1 0-1,1-1 1,-1 1 0,0-1-1,0 1 1,0-1-1,1-4 1,3-8-770,-2 1 0,4-30-1,-6 40 551,3-64-4700,-3 2-4503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17.9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73 7283,'0'0'5776,"-1"-2"-5167,1 2-575,0 0 0,-1 0 0,1-1 0,0 1-1,0 0 1,0 0 0,0 0 0,0 0 0,0 0 0,0 0 0,-1 0 0,1-1 0,0 1 0,0 0 0,0 0 0,0 0 0,0 0 0,-1 0 0,1 0 0,0 0 0,0 0 0,0 0 0,0 0 0,-1 0 0,1 0 0,0 0 0,0 0 0,0 0 0,0 0 0,-1 0 0,1 0 0,0 0 0,0 0 0,0 0 0,0 0 0,-1 0 0,1 0 0,0 0 0,0 0 0,0 1 0,0-1 0,0 0 0,-1 0 0,1 0 0,0 0 0,0 0 0,0 0 0,0 0 0,0 1 0,0-1 0,0 0 0,0 0 0,0 0-1,-1 0 1,1 1 0,0-1 0,0 0 0,0 0 0,0 0 0,0 0 0,0 1 0,0-1 0,0 0 0,0 0 0,0 0 0,0 0 0,0 1 0,0-1 0,-1 25 422,6 36-522,45 453 1795,-31-260-227,-13-221-1115,-6-33-430,0-21-1499,-1-27 589,-3-1-1,-11-54 1,-32-96-1104,21 115 1529,17 59 388,0 0 0,2 0 0,1-1 0,1 0 0,-2-39 0,7 30 118,-1 13 238,3-36 0,0 52-182,-1 1 0,1 0 0,0 0 0,1 0 0,-1 0-1,1 0 1,0 0 0,0 1 0,0-1 0,1 1-1,-1 0 1,1 0 0,8-6 0,-1 1 41,0 0 1,1 2-1,0-1 1,17-7-1,-14 9-4,-1 1 0,0 1-1,1 0 1,0 1-1,25-2 1,78 3 15,-75 2-46,-39 0-32,0 0 0,0 0 1,-1 1-1,1-1 0,0 1 0,-1 0 1,1 0-1,0 0 0,-1 1 0,1-1 0,-1 1 1,0 0-1,1 0 0,-1 0 0,0 0 1,3 4-1,-2-2 63,0 0 1,-1 1 0,0-1 0,0 1-1,0 0 1,0 0 0,-1 0-1,0 0 1,3 10 0,0 8 229,-1-1 1,-1 0-1,-2 1 1,0 29-1,-1-48-277,0 12 73,0 0 1,-1 1-1,-1-1 0,0 0 1,-1 0-1,-1-1 0,0 1 1,-1-1-1,-10 21 1,-14 22 205,-39 59 1,53-95-280,-1 0 0,-1-1 1,-1 0-1,-1-1 0,-26 21 0,41-38-26,0 1-1,0-1 1,0-1-1,-1 1 1,1 0 0,0-1-1,-1 0 1,0 0 0,1-1-1,-1 1 1,0-1-1,0 0 1,0 0 0,0 0-1,0-1 1,0 0 0,-8-1-1,12 1-23,-1 0-1,1-1 1,0 1-1,0-1 0,0 0 1,0 1-1,0-1 1,0 0-1,0 0 0,0 0 1,0 0-1,0 0 1,0 0-1,0 0 1,1 0-1,-1 0 0,0 0 1,1 0-1,-1 0 1,1 0-1,-1-1 0,1 1 1,-1 0-1,1 0 1,0-1-1,0-2 1,-2-38-1006,2 33 604,0 6 282,0-1 0,0 1 0,0 0 0,1 0 0,-1-1-1,1 1 1,-1 0 0,1 0 0,0 0 0,1 0 0,-1 0 0,3-6 0,-2 8 106,0-1 1,0 0-1,0 1 1,0-1 0,0 1-1,0-1 1,0 1-1,0 0 1,1 0 0,-1 0-1,0 0 1,1 1 0,-1-1-1,1 0 1,-1 1-1,5 0 1,0-1 59,-1 1 0,1 0 0,0 0 0,-1 0 0,1 1 0,-1 0 0,1 1 1,-1 0-1,0 0 0,0 0 0,1 0 0,-1 1 0,-1 0 0,1 0 0,0 1 0,-1 0 0,6 5 0,5 6 379,0 0-1,-2 2 1,24 33 0,41 72 1800,16 22 294,-90-138-2383,1 0-1,0 1 0,0-2 0,0 1 0,1-1 0,11 7 0,-17-11-127,0 0-1,0 0 1,1 0-1,-1 0 0,0-1 1,1 1-1,-1-1 0,0 1 1,1-1-1,-1 1 0,1-1 1,-1 0-1,1 0 1,-1 0-1,1 0 0,-1 0 1,1 0-1,-1 0 0,0 0 1,1 0-1,-1-1 0,1 1 1,-1-1-1,1 1 1,-1-1-1,0 1 0,1-1 1,-1 0-1,0 0 0,0 1 1,0-1-1,1 0 0,-1 0 1,0 0-1,0-1 1,0 1-1,-1 0 0,1 0 1,0 0-1,0-1 0,-1 1 1,1 0-1,0-1 0,0-2 1,2-8-1345,0-1 1,-1-1 0,-1 1-1,1 0 1,-2-16-1,0-19-9522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18.2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8036,'0'0'6883,"42"28"-5971,-28 26 81,0 12 63,-7 12 97,0 0-497,-4-9-384,4-12-144,-4-16-128,1-16-64,-1-16-880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15.2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8900,'0'0'7902,"1"3"-7133,1-1-688,-1-1 0,0 1 1,1 0-1,0-1 0,-1 0 1,1 1-1,0-1 0,-1 0 0,1 0 1,0 0-1,0 0 0,0 0 1,0-1-1,0 1 0,0 0 1,0-1-1,0 0 0,0 1 0,0-1 1,4 0-1,57 0 763,-33-2-706,105 6-303,-134-4-316,-22 0-12154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15.6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35 3698,'0'0'8526,"-5"3"-6808,9-2-1525,1 0 0,-1 0 0,1 0 0,0 0 0,-1-1-1,1 0 1,0 0 0,-1 0 0,7-1 0,6 0 226,5 1-38,-6 1-309,1-1 0,-1 0-1,1-1 1,-1-1 0,0-1 0,0 0-1,31-11 1,-42 12-231,29-12-693,-10 11-3376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19.5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76 3201,'0'0'8580,"-13"0"-4439,30 0-3797,84 0 339,-1-3 0,115-19 0,-136 10-677,107-2 0,82 13 9,-122 2-13,-68-1 3,478 19 129,-199-11 16,-225-9-121,-39 1-5,186-6-27,-57-1 17,-85 6-14,-35-2-11,349-21 8,-370 21 237,-71 3-81,-8 0 298,-2-3 157,0 3-742,0 0-1,0 0 1,0 0 0,-1-1-1,1 1 1,0 0 0,0 0-1,0-1 1,0 1 0,0 0 0,0 0-1,-1 0 1,1 0 0,0-1-1,0 1 1,0 0 0,0 0-1,-1 0 1,1 0 0,0 0 0,0 0-1,-1 0 1,1-1 0,0 1-1,0 0 1,0 0 0,-1 0-1,1 0 1,0 0 0,0 0 0,-1 0-1,1 0 1,0 0 0,-1 0-1,-17 0-4264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20.8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3 7027,'0'0'4349,"-4"0"-4136,-13-2-178,17 2-29,0 0 0,-1 1 0,1-1 1,-1 1-1,1-1 0,0 1 0,-1-1 0,1 1 0,0-1 0,0 1 0,-1-1 1,1 1-1,0-1 0,0 1 0,0 0 0,0-1 0,-1 1 0,1-1 0,0 1 1,0-1-1,0 1 0,0 0 0,1-1 0,-1 1 0,0-1 0,0 1 1,0-1-1,0 1 0,1 0 0,-1 2 31,21 244 1476,6 128 870,-10-173-1602,-15-159-696,-1-20 19,0-1-1,2 1 1,0 0 0,1 0 0,11 28-1,-10-41-125,-1-14-288,-3-18-297,0-19-332,0 11-718,-1 1 1,-2 0-1,-8-52 0,0 40-987,6 0-811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21.3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73 113 4322,'0'0'3271,"16"-14"-2831,50-44-213,-60 54-132,0-1 0,0 1-1,0 0 1,1 1 0,-1-1 0,1 1 0,0 0 0,0 1 0,0 0 0,9-2 0,-3 3 187,0 0 1,1 0-1,20 3 1,1 0 237,-30-2-452,-1 0 0,1 0-1,0 1 1,-1 0 0,1 0 0,-1 0-1,0 0 1,1 1 0,-1 0-1,0 0 1,0 0 0,0 0 0,7 6-1,-6-4 32,0 1 0,-1 0 0,1 0 0,-1 0 0,0 1 1,0-1-1,-1 1 0,5 10 0,-1 2 222,-1 0 0,-1 1 1,0-1-1,-2 1 0,3 36 0,-4-25 279,-1 1 0,-6 60-1,3-80-522,0 1 0,-1 0 0,0-1 0,-1 0-1,0 1 1,-1-2 0,0 1 0,-1 0 0,0-1-1,-13 16 1,2-7-98,0-2 0,-2 0 0,0-1 0,0 0 0,-2-2 0,0-1 0,0 0 0,-1-1 0,-1-2 0,0 0 0,0-2 0,-1 0 0,0-2 0,-1 0 0,1-2 0,-1-1-1,-33 1 1,58-4 12,0 1-1,0-1 0,0 0 0,0 0 1,0 1-1,0-1 0,0 0 0,0 1 0,0-1 1,0 0-1,0 0 0,0 1 0,0-1 0,0 0 1,0 0-1,1 1 0,-1-1 0,0 0 1,0 0-1,0 1 0,0-1 0,0 0 0,1 0 1,-1 1-1,0-1 0,0 0 0,0 0 1,1 0-1,-1 0 0,0 1 0,0-1 0,1 0 1,-1 0-1,0 0 0,0 0 0,1 0 0,-1 0 1,0 0-1,1 0 0,-1 0 0,1 0 1,54 29-225,64 39 433,147 123 1471,-254-183-1603,1 0-1,15 6 1,-26-12-101,1-1 1,0 0-1,0 0 0,0 0 0,0 0 1,0 0-1,0-1 0,0 0 0,0 1 1,1-1-1,-1 0 0,0 0 0,0-1 1,0 1-1,0-1 0,5-1 0,-7 1-190,0 0 0,0 0-1,0-1 1,0 1-1,0 0 1,0 0-1,-1-1 1,1 1 0,0-1-1,-1 1 1,1-1-1,-1 1 1,1-1-1,-1 1 1,0-1-1,0 1 1,0-1 0,0 0-1,0 1 1,0-1-1,0-1 1,0-3-1241,0-22-7713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21.7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7443,'0'0'7540,"0"13"-7220,10 28 208,1 18 321,-1 10-193,-3 10-128,-3-7-224,-1-15-240,-3-13-64,4-22-16,6-22-656,1 0-1601,3-35-3186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22.0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51 9444,'0'0'5766,"10"0"-5185,381 0 1508,-388 0-2175,-1 0 0,1-1 0,-1 1-1,1 0 1,-1-1 0,1 1 0,-1-1-1,1 0 1,-1 1 0,0-1 0,0 0 0,1-1-1,-1 1 1,0 0 0,4-4 0,-5 4-331,0 0 0,0-1 0,0 1 1,0-1-1,0 1 0,0-1 0,-1 1 0,1-1 0,0 0 1,-1 1-1,1-1 0,-1 0 0,0 1 0,0-1 1,1 0-1,-1-2 0,0-3-5076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22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6115,'0'0'5845,"3"19"-4847,5 36-474,29 224 2412,-34-178-1988,0-13-1595,2-27-6174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23.3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0 155 10533,'0'0'4610,"3"-4"-4231,6-13-171,-9 18-204,0-1 0,0 0 0,0 0 0,0 0 0,0 0 0,0 0 0,0 1 0,0-1 0,0 0 0,0 0 0,0 0 0,0 0 0,1 0 0,-1 0 0,0 1 0,0-1 0,0 0 0,0 0 0,0 0 0,0 0 0,0 0 0,0 0 0,0 0 0,1 0-1,-1 0 1,0 0 0,0 1 0,0-1 0,0 0 0,0 0 0,0 0 0,1 0 0,-1 0 0,0 0 0,0 0 0,0 0 0,0 0 0,0 0 0,0 0 0,1 0 0,-1 0 0,0 0 0,0 0 0,0 0 0,0 0 0,0 0 0,1 0 0,-1-1 0,0 1 0,0 0 0,0 0 0,0 0 0,0 1 12,9 159 1026,-3-36-644,2 4 222,12 139 932,-20-266-1546,2 13 144,-1 0-1,1-1 0,1 1 0,1 0 1,0-1-1,11 25 0,-15-37-136,0-1 0,1 1 0,-1 0 0,0 0 1,1-1-1,-1 1 0,1 0 0,-1-1 0,1 1 0,-1-1 0,1 1 0,0-1 0,-1 1 0,1-1 0,0 1 0,1 0 1,-2-1-11,0 0 1,1 0 0,-1 0 0,0 0 0,0-1-1,1 1 1,-1 0 0,0 0 0,1 0 0,-1 0 0,0 0-1,0-1 1,1 1 0,-1 0 0,0 0 0,0 0-1,0-1 1,1 1 0,-1 0 0,0 0 0,0-1 0,0 1-1,0 0 1,1-1 0,-1 1 0,0 0 0,0 0-1,0-1 1,5-26-65,0-52-2271,-8-103 1,-3 127 471,-2 1 1,-22-76-1,20 95 1611,4 15 260,1 0-1,0 0 0,2-1 1,-3-33-1,6 21 125,-1 16-110,1 1 0,0-1 0,5-25 0,-4 37-6,1 0-1,-1 0 1,1 0 0,0 0 0,0 0 0,1 0 0,-1 1-1,1-1 1,0 1 0,0 0 0,0 0 0,1 0 0,0 0-1,-1 1 1,8-5 0,-3 2 137,1 0 0,1 1-1,-1 1 1,1 0 0,-1 0 0,1 1-1,0 0 1,19-3 0,-9 4 226,0 0 0,0 1-1,31 4 1,-45-2-267,-1 0 0,1 1 0,-1-1 1,1 2-1,-1-1 0,0 0 0,0 1 0,0 0 0,0 0 0,-1 1 0,1-1 0,-1 1 0,0 0 0,0 0 0,0 0 0,0 1 0,-1-1 0,4 8 0,1 1 147,-1-1 0,0 2-1,-1-1 1,-1 1 0,0-1-1,4 18 1,-6-12-96,1 0 0,-2 0-1,-1 0 1,0-1 0,-2 1-1,0 0 1,-1 0 0,0 0 0,-2 0-1,0-1 1,-1 1 0,-1-1-1,-1-1 1,-1 1 0,0-1 0,-1 0-1,-12 17 1,6-14-160,0 0-1,-2-1 1,0 0-1,-31 26 1,39-38-53,1-1 0,-1 0 0,0 0 0,-1-1 0,1 0 0,-1 0 0,0-1 0,0-1 0,-1 1 0,1-2 0,-1 1 0,0-2 0,-14 2 0,19-3-194,5 0 100,-1 1 0,1-1-1,-1 0 1,1 0 0,-1 0 0,1 0 0,-1 0-1,1 0 1,-1 0 0,1-1 0,0 1 0,-1 0 0,1-1-1,-1 1 1,1-1 0,0 0 0,-3 0 0,4 0 116,0 1 0,0-1 0,1 1 1,-1 0-1,0-1 0,0 1 0,0-1 1,0 1-1,1 0 0,-1-1 0,0 1 1,0 0-1,1-1 0,-1 1 0,0 0 0,1 0 1,-1-1-1,0 1 0,1 0 0,-1 0 1,0-1-1,1 1 0,-1 0 0,0 0 1,1 0-1,-1 0 0,1 0 0,-1-1 1,0 1-1,1 0 0,-1 0 0,1 0 0,19 0-17,-13 0-32,5 0 128,-1 0 0,1 1 0,-1 1-1,0 0 1,0 0 0,0 1 0,0 0 0,0 1 0,-1 0 0,1 1 0,-1 0 0,0 1-1,0 0 1,14 12 0,18 15 764,-2 2 0,-2 1-1,47 57 1,-77-83-680,0-1 40,0 1 0,16 13 0,-23-39-2461,-4-18-636,-14-9-1534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23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126 34 2401,'0'0'14321,"14"-6"-13472,47-17-172,-58 22-589,-1 0 0,1 1 0,0-1 0,0 0 0,0 1 0,-1 0 0,1-1 0,0 1 0,0 0-1,0 1 1,4 0 0,-6-1-45,0 1-1,1-1 1,-1 1-1,0-1 1,0 1-1,0-1 1,0 1-1,0 0 1,0 0-1,0 0 1,0-1-1,0 1 1,-1 0-1,1 0 1,0 0-1,-1 0 1,1 0-1,0 2 1,1 3 65,-1 0-1,0-1 1,0 1-1,0 0 1,-1 0-1,0 0 1,0 0-1,-1 6 1,0 0 12,0-4-75,1 0 1,-2-1-1,1 1 1,-1-1-1,0 1 0,-1-1 1,0 0-1,0 0 1,-7 12-1,-3 0 25,-29 33-1,21-26-27,-36 39 67,-27 37 33,83-100-167,-1 0 1,0 0 0,1 1-1,-1-1 1,1 0-1,-1 1 1,1 0 0,0-1-1,0 1 1,0-1-1,1 1 1,-1 0 0,0 5-1,1-8 9,1 1-1,-1 0 0,1-1 1,-1 1-1,0 0 0,1-1 0,-1 1 1,1-1-1,0 1 0,-1-1 1,1 1-1,-1-1 0,1 1 1,0-1-1,-1 1 0,1-1 1,0 0-1,0 1 0,-1-1 1,1 0-1,0 0 0,0 0 0,-1 0 1,1 1-1,0-1 0,0 0 1,-1 0-1,1 0 0,0-1 1,0 1-1,0 0 0,-1 0 1,2-1-1,4 2-45,83-1 7,1-3-1,90-16 1,-128 13-1077,-29 6-4165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24.7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4 7908,'0'0'3364,"-7"-1"-3292,-24-1-16,24 1 2182,8 12-1941,0 0 1,1 0-1,0-1 0,1 1 0,1-1 1,-1 0-1,1 0 0,1 0 0,0 0 1,0-1-1,1 0 0,0 0 0,1-1 1,0 1-1,0-1 0,15 12 0,-19-15-188,-1-1-2151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25.0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32 1 5827</inkml:trace>
  <inkml:trace contextRef="#ctx0" brushRef="#br0" timeOffset="1">32 1 5827,'129'6'3009,"-132"-9"-2625,-1 0 2642,-3 3-2402,-7 0-112,-3 28 0,-4 3-15,-3 10-161,-1 0-160,4-3-160,7-10-16,7-9-64,4-10-1073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25.5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5491,'0'0'6936,"7"2"-5551,-6 0-1298,1 1 1,-1 0-1,1 0 0,-1 0 1,0-1-1,0 1 1,0 1-1,0-1 0,-1 0 1,1 0-1,-1 0 1,0 0-1,0 4 1,2 10 283,49 418 3440,-26-185-2881,2-91-791,-16-102-185,-10-48-220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25.9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1 132 6787,'0'0'6536,"13"-11"-5538,43-37-331,-50 44-532,0 1 0,0-1-1,1 1 1,-1 1 0,1-1-1,-1 1 1,1 0 0,0 0-1,0 1 1,0 0 0,0 0-1,0 1 1,0 0 0,0 0 0,10 2-1,10-1 230,-13-2-186,-1 2 1,1 0-1,-1 0 1,0 1-1,0 1 1,0 0-1,0 1 1,0 0-1,-1 1 1,17 9-1,-22-10-307,-12-8-2588,-20-36-1130,20 32 2606,-16-28-4901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26.2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51 7187,'0'0'10837,"160"0"-10148,-101 0-289,1 0-240,-1-13-112,-7-2-48,-6-1-352,-15 10-689,-10 6-528,-7 0-1520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1:26.6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 18248,'0'0'4626,"-7"25"-4626,7-22-768,3-3-64,-3 6-897,0 7-992,0 3-1921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4:40.8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4 110 3714,'0'0'4047,"4"-9"-3538,13-27 124,-16 35-395,-1 0 0,1-1 1,0 1-1,0 0 0,0 0 0,0 0 1,0 0-1,0-1 0,0 2 1,0-1-1,0 0 0,1 0 0,-1 0 1,0 0-1,0 1 0,1-1 0,-1 1 1,1-1-1,-1 1 0,3-1 1,27 1 112,-18 1-48,-3 0-292,0-1 0,1 0-1,-1 0 1,0-2 0,1 1-1,-1-1 1,0 0 0,0-1-1,0-1 1,16-7 0,-20 8-142,-1 0 1,1 0 0,0 0 0,0 1 0,0 0-1,0 0 1,0 1 0,0 0 0,1 0-1,10-1 1,-17 2 29,0 5 69,1 6 67,-1 1 0,-1-1 1,0 0-1,-1 0 0,0 0 1,-1 0-1,-6 18 0,0-7-40,-3 10 54,-17 31-1,24-54-60,0-1 0,0 1 0,-1-1 0,0 0 0,0-1 0,-1 0 0,0 0 0,-11 8 0,7-8-41,11-7-40,3 0-465,5 0 574,1 0 0,-1 0 0,0 1 0,0 0-1,0 0 1,0 1 0,0 0 0,0 0 0,0 1 0,-1 0-1,0 0 1,1 1 0,-1 0 0,0 1 0,0-1 0,9 9 0,-8-5 94,0 0 0,0 0 0,-1 0 0,0 1 0,-1 0 1,0 0-1,0 1 0,-1 0 0,0 0 0,-1 0 0,0 1 1,-1-1-1,0 1 0,0 0 0,-1 0 0,1 21 0,-3-21 51,-1 0-1,1 0 0,-2-1 0,1 1 0,-6 18 0,4-22-99,0 0 0,-1 0 0,1 0 0,-1-1 0,-1 1 0,1-1 0,-1 0 0,-11 11 0,-1-1-36,-1 0-1,-1-2 0,0 0 1,-33 18-1,40-26-31,-1 0 0,0 0 0,0-1 0,0-1 0,-1 0 0,1-1-1,-1-1 1,0 0 0,-15 0 0,28-2-53,-1 0-1,1 0 0,-1-1 1,0 1-1,1-1 0,-1 1 1,1-1-1,-1 1 1,1-1-1,-1 0 0,1 0 1,-1 0-1,1 0 1,0 0-1,-1 0 0,1 0 1,0 0-1,0 0 1,0-1-1,0 1 0,0 0 1,0-1-1,0 1 0,-1-3 1,-1-4-860,0 0 0,1 0 1,-4-14-1,4 14-318,-4-21-4498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4:46.5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1139 118 8868,'0'0'5224,"-11"0"-3378,6-2-1843,1 0 1,-1 0-1,1-1 1,0 0-1,0 1 1,0-1-1,0 0 1,0-1-1,-4-4 1,3 2 6,-1 1 1,0 1 0,-11-9-1,-1 4 20,-1 0 0,0 1 0,0 1 0,-1 1 0,0 1 0,0 0 0,-1 2 0,1 0 0,-1 2 0,1 0 0,-38 3 0,45 0 11,0 1-1,0 0 0,0 1 1,1 0-1,-23 11 0,8-1 58,-35 25 0,11-2 27,2 2 1,-84 86-1,-24 60 252,137-157-235,2 1 1,0 1 0,2 0-1,2 1 1,-12 35 0,-31 139 288,48-160-322,3 0 0,-3 76-1,9-67-11,-1-11 178,5 45 1,-3-73-199,2-1 0,-1 0 0,2 0 0,0-1 0,1 1 1,0-1-1,8 15 0,1-7 0,0 0 1,1-1-1,0-1 0,2 0 1,0-1-1,1-1 1,33 23-1,1-4 120,100 52 1,-131-77-148,1 0 0,0-1-1,1-2 1,0 0 0,0-1 0,1-2 0,0 0 0,0-2 0,31 2 0,20-4 63,91-3 99,-152 0-207,1-1 0,-1 0 0,0-1 0,0-1 0,0 0 0,15-8 0,4-5 12,40-26 1,-26 8-55,81-79 0,-52 43 263,-65 62-234,-1-1 0,0 0 0,-1-1 0,0 0 0,0 0 0,-2-1 0,1 0 0,-2 0 0,0-1 0,0 0 0,-1 0 0,4-22 0,-2-6 18,-2 0 0,-1-1 0,-3-46 0,-1-221-58,-1 295 37,0 1 1,-1 0-1,0 0 1,-1 0-1,-6-17 1,-31-66-76,25 62 58,-13-39-1,22 56 26,0 1 0,-2 0 0,0 1 1,-1-1-1,-1 1 0,0 1 0,-1 0 0,-1 1 0,0 0 0,-1 0 0,-15-11 0,-18-22-37,35 35 18,-1 0 0,1 1 1,-2 0-1,1 1 1,-2 0-1,-27-15 0,-10 0-52,47 24-272,1 1 0,0-1 1,0 1-1,-1 0 1,1 0-1,0 0 0,0 1 1,-1-1-1,1 1 1,0-1-1,0 1 0,0 0 1,-1 1-1,1-1 0,1 0 1,-1 1-1,0-1 1,-4 5-1,-1-2-1184,-33 17-8432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09-21T06:36:39.61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27674 5982 360 0,'0'0'90'0,"0"0"-55"15,0 0 46-15,0 0 2 16,0 0-59-16,0 0 12 16,0 0-1-16,0 0-2 15,0 0-1-15,0-3-13 16,0 0 3-16,0 0-2 15,5-1-6-15,1 1 2 16,7-1-15-16,-3 4 4 16,14 0 1-16,5 0-6 15,10 0 0-15,6 0-3 16,0 0 3-16,-1 0-1 0,4 0-2 16,-9-3-8-1,1 3 9-15,-6-4-4 0,-8 4-14 16,-2-2 16-16,-6-2-6 15,-7 4 8-15,-6 0 2 16,0 0-6-16,1 0 4 16,-6 0 0-16,5 0-5 15,-5 0 5-15,0 0-11 16,0 17 5-16,0-1 6 16,0 8 4-16,0-1 6 15,0 7-8-15,0 2 1 16,-5 4-3-16,-6 2 7 0,-5 0-2 15,8 0-2-15,-2-1 0 16,5 1 2-16,-1-2-3 16,-7 2 0-16,8 4 3 15,0-3 0-15,-6 5-3 16,1 2 0-16,-9 4 3 16,9-1-4-16,-9 5 1 15,4-4 0-15,4 3 1 16,3-2 4-16,-2-3-2 15,-1 0 5-15,6-1-7 16,-8-4 5-16,7 0-6 16,1 0 0-16,5 0-2 15,0 4 2-15,0-4 0 16,0 0 1-16,0 6 4 16,0-12-2-16,0 4-2 0,0-6-1 15,0 0 1-15,0 2 5 16,0-5-6-16,0 6 0 15,0 2 2-15,0 3 11 16,5 0-12-16,14 0 3 16,-9 0 1-16,6-3 1 15,3-3-3-15,-4-1-3 16,4-3 4-16,-3 6-3 16,2-2 1-16,3 4-2 15,3 1 7-15,-1-5-3 16,9-7-8-16,2-7-1 15,8-5 5-15,8-11 2 0,0-7 6 16,3 0 1-16,-9 0-7 16,-9 0-1-16,-12 0-1 15,-7 0 0-15,-5 0-5 16,2 0 0-16,-13 0 1 16,5 0 3-16,-5 0-2 15,0 0 4-15,5 0-1 16,-5 0 0-16,0 0-6 15,0 0 0-15,0 0 6 16,0 5 0-16,0 0-1 16,0-2 7-16,0 4-4 15,0-4 0-15,0 4 1 16,-5-2 4-16,-13 6-2 0,2-1 7 16,-13 3-4-1,0 1-4-15,3-1-2 0,-9 4 5 16,1-1-7-16,5 4 10 15,-5 0-9-15,0 0-1 16,5 3 3-16,-5 4 2 16,13-4-4-16,-3 7 3 15,8 3-4-15,-2 0 14 16,7 3-9-16,-2 5 2 16,3 6 1-16,4 1-5 15,1 7 8-15,0-2-8 16,5 0 0-16,0-6 3 15,0 3-6-15,0-4 0 16,0 0 2-16,0 5 1 0,0-5-1 16,0 0 2-16,0 0-3 15,0-4 11-15,5 5-11 16,-5 0-1-16,5 4 12 16,-5 2-12-16,6 5 11 15,-6 1-11-15,5 5 4 16,-5-1 1-16,0 3-5 15,0-3 0-15,0-1-6 16,0-6 13-16,0 1-7 16,0-8 0-16,0 1 4 15,0-1-4-15,0 1 0 16,0 7 0-16,0 2-2 16,0 11 6-16,0 2-4 0,0 0 0 15,0-1 2-15,0 3 1 16,5-3-3-16,3-1 0 15,3-1-2-15,-1-2 3 16,-5-8-1-16,3-2 0 16,3-3 5-16,-1-5-2 15,-4 4-2-15,7 8-1 16,-8 2 4-16,6 10 0 16,-6-3-3-16,8-1-1 15,-8-2 5-15,6-7 0 16,-6-7-3-16,0-1-2 15,-5-3 2-15,0-8 1 0,0 5-3 16,0 3 0-16,0-3 3 16,-21 4 10-16,-18 6-3 15,-1 4-8-15,-2-3 3 16,11-8-2-16,-11-8-3 16,10-11 0-16,-21-11 0 15,-2-2 24-15,-13-5-24 16,-6-5-10-16,6-2 3 15,5 1-12-15,7-1 3 16,4-5-18-16,7 0-58 16,11-9-123-16</inkml:trace>
  <inkml:trace contextRef="#ctx0" brushRef="#br0" timeOffset="1480.34">29013 7568 245 0,'0'0'42'0,"0"0"14"16,0 0 11-16,0 0-37 15,0 0-9-15,0 0 14 16,0 0 32-16,0 0-3 16,0 0-21-16,0 0 5 0,0 0-8 15,0 0-21-15,0 0 4 16,0 0-15-16,0 12-3 15,0-2 8-15,0-2-13 16,0 4 7-16,0 1-1 16,0-1-5-16,0 6 18 15,0-2-19-15,0 11 11 16,0 3 7-16,0 6-15 16,0 11 16-16,0 13-1 15,0 12-8-15,0 11 24 16,0 12-12-16,0-2 6 15,0-14-5-15,5-9-21 0,0-20 8 16,8-13-3-16,-2-14-4 16,-1-10-2-16,-4-3 1 15,-1-7-2-15,-5 1 0 16,8-4-2-16,-8 3-9 16,0-3-18-16,0 0-32 15,0 0-6-15,-19 0 3 16,-2-10-68-16,3-13-14 15,-6-10-89-15</inkml:trace>
  <inkml:trace contextRef="#ctx0" brushRef="#br0" timeOffset="2196.88">28871 7692 200 0,'0'0'77'0,"0"0"-26"16,0 0 2-16,0 0-10 16,0 0-11-16,0 0 1 15,10-110-8-15,3 95 20 16,3-2-10-16,-5-2-15 16,7 8 21-16,-2-2-6 15,-3-2-1-15,3 7 4 16,8-7-23-16,-9 1-3 15,9 6-6-15,-3-3-5 16,-3 7 4-16,6 2-1 16,-3 2-4-16,-2 0 0 15,2 0 3-15,2 0 2 16,6 0 2-16,-3 13-7 16,3-1 13-16,0 5-13 0,0 1 0 15,-8-1 2-15,3 3 2 16,-6 3 1-16,3 2 7 15,-2 5-6-15,-3 4 22 16,-6 3-12-16,3 0 0 16,-7-4 10-16,-1 0-12 15,-5-3 3-15,0 0 9 16,0-4-22-16,0 4 14 16,0 0-14-16,-24-3-1 15,-2-1 6-15,-3-6-7 16,0-6 1-16,-10-3-3 15,-6-10-7-15,-13-1 5 0,3 0-29 16,2 0-10-16,8 0 13 16,16-7 4-16,8-9 21 15,8 3 0-15,8 3-20 16,5-6 18-16,0 6-31 16,0-7-34-16,0 4-116 15,0 2-83-15</inkml:trace>
  <inkml:trace contextRef="#ctx0" brushRef="#br0" timeOffset="2897.88">29749 8344 25 0,'0'0'340'0,"0"0"-289"16,0 0 1-16,0 0 12 15,0 0-6-15,0 0-54 16,108 7 37-16,-74-27 3 16,-5-6-22-16,0-1 2 15,-8 4-22-15,-8 0 1 16,-2-1-6-16,-11 5-9 15,0-3-7-15,0 8-54 16,0 3 71-16,0-2-4 16,-24 8 4-16,8 0-5 15,-7 0-10-15,2 5 17 0,-3 0 14 16,-10 0-3 0,5 0-11-16,0 0 3 0,3 5-2 15,-3 12 6-15,0 6 11 16,0-3-6-16,8 3-8 15,2 0 15-15,9 4-2 16,5 3 19-16,-1 0-9 16,6 2 3-16,0 2-5 15,0-1-10-15,0-3 3 16,11-3 5-16,28-4-3 16,6 0 10-16,8-3-1 15,2-3 2-15,3-5 5 16,10-1-22-16,-8-8-10 15,-2-3-4-15,-13 0-6 0,-5 0-9 16,-12-14-44-16,-4-2-35 16,-8 0 29-16,-11-1-120 15,8 0-2-15</inkml:trace>
  <inkml:trace contextRef="#ctx0" brushRef="#br0" timeOffset="4013.93">30265 8144 87 0,'0'0'116'0,"0"0"-81"15,0 0 51-15,0 0-18 16,0 0-20-16,0 0 15 16,-21 30-6-16,21-22 3 15,0-5-13-15,0 2-34 16,0 7 11-16,0-2 12 16,5 3-20-16,5-4 14 15,1 9-4-15,7 2-4 16,-2 3 6-16,2 7-8 0,-2 6 16 15,3 4-3 1,2-3-10-16,2 3 7 0,1-4-18 16,-8-10-8-16,-6-5 6 15,3-8-7-15,-7-10-1 16,-6 0-2-16,0 1 0 16,0-4-2-16,0 0-5 15,0-4 5-15,-40-25-31 16,11-5 22-16,0-5-5 15,8-1-6-15,3 3 9 16,13 1 6-16,-1 2 4 16,6 5 0-16,0 5 3 15,0 1-9-15,0 6 5 16,0-1 0-16,0 10-2 16,0-7 3-16,11 3 3 0,13 6-6 15,-3-8 4-15,-3 3-9 16,6 6 11-16,-8-2-3 15,-1 7 3-15,4 0 10 16,-9 0-10-16,9 0-1 16,-4 0-2-16,-1 0 3 15,7 12 14-15,-11 1 1 16,14 5-11-16,-6 5 16 16,-7-4-12-16,5 9-2 15,-3-1 10-15,2 3-5 16,-4 2 11-16,-3 2 2 15,-8 2-4-15,0-6 12 0,0 0-22 16,0-3 2-16,0-14 3 16,0-3-14-16,0-7 9 15,0-3-10-15,0 0 1 16,0 0 6-16,0 0-6 16,0 0 3-16,0-13-4 15,5-17-1-15,6-6-14 16,-6-4 2-16,5-7-18 15,4 3 12-15,-9 2-2 16,5 5-12-16,3 3 20 16,-2 4-15-16,0 5 15 15,-6 0-9-15,8 8 22 16,-3 1 0-16,6 7 3 0,3 3-3 16,-9 1 8-1,3 5-6-15,-7 0 7 0,9 0 1 16,-4 0-9-16,2 0 18 15,3 0-14-15,2 6 6 16,-2 12 16-16,2 6-20 16,-2 10 10-16,3 10-6 15,-9 11-1-15,6 5 19 16,-8 2-13-16,8-5 6 16,-11-8-4-16,0-12-13 15,0-7 9-15,3-14-12 16,-3-5 3-16,1-8-9 0,-6-3 4 15,5 0-27 1,-5 0-31-16,0-3-17 0,0-24-20 16,0-3-82-16,0-7-146 15</inkml:trace>
  <inkml:trace contextRef="#ctx0" brushRef="#br0" timeOffset="4931.1">31161 7699 168 0,'0'0'120'16,"0"0"-43"-16,0 0 20 15,0 0-33-15,0 0-29 16,0 0 12-16,0 0 9 16,0 0 3-16,0 0-21 15,0 0-8-15,0 4 16 16,6 2-26-16,4 4 0 15,3 4 3-15,-2-1-6 0,-1 3 6 16,-4 4-5-16,2 3-5 16,-3 4 5-16,5 3-12 15,1 10 11-15,12 10-1 16,-12 16-11-16,-3 15 17 16,8 10-6-16,-11 6-3 15,5-6 19-15,9-12-20 16,-9-22-3-16,4-10 4 15,-4-15-12-15,1-9 5 16,-1-9-6-16,-2-5 0 16,-3-8 0-16,-5-1 0 15,0 0 0-15,0 0-12 16,0-24-24-16,0-5 8 16,-5-7 2-16,-8-1 0 15,8 3 22-15,5 2-18 0,0-2 3 16,0 5 19-16,0-1 0 15,0-4 1-15,0 4-1 16,0 4 2-16,0-1 0 16,5 8 1-16,8-3-3 15,-3 4 3-15,6 4 0 16,-3 2 0-16,3 1-3 16,3-1 0-16,2 3 0 15,2 2 2-15,6 0-2 16,-8 6 10-16,8 1-10 0,0 0 7 15,-13 0-7 1,13 0 5-16,-5 0-5 0,-3 8 8 16,7 14-8-16,-4 2 12 15,-3 5-3-15,-2 1 8 16,-9 3-16-16,-5 6 14 16,-5 8 4-16,0 0-9 15,0-1-1-15,-34-3 3 16,-11 0-12-16,-10-6 6 15,3-4-6-15,-11-13-9 16,13-7 1-16,5-13-24 16,0 0 7-16,16 0-2 15,6-16-21-15,17-14-14 16,6 0-16-16,0-4-43 16,0 2-54-16,0 2-102 0</inkml:trace>
  <inkml:trace contextRef="#ctx0" brushRef="#br0" timeOffset="5932.81">32676 8174 38 0,'0'0'124'0,"0"0"-91"16,0 0 8-16,0 0-11 15,0 0 3-15,0 0 4 16,-42-37 16-16,32 30 7 16,4 1-8-16,6 1 12 15,-10-2-5-15,10 1-10 16,-13-1-1-16,2 3-29 16,1-2-4-16,-3 1 3 0,-3 3-16 15,-3-3 10-15,-2 5-6 16,3 0 4-16,-3 0 21 15,2 0-15-15,-7 0-1 16,8 0-1-16,-11 0-13 16,8 0 7-16,-3 0-8 15,0 0 0-15,-2 0 8 16,-3 0-3-16,6 0-1 16,1 12 1-16,-6-1 2 15,17 3 13-15,-7 1-10 16,2 0-10-16,8 0 9 0,-8 0-7 15,11 0 0-15,-8 0-1 16,2 0 4-16,1 0-3 16,-9 6 5-16,14 2-3 15,0 4 21-15,0-1-3 16,5 4 5-16,0 7-7 16,0 6-8-16,0 3 14 15,5-2-4-15,29-8 5 16,5-6 10-16,14-11-25 15,-8-1-4-15,10-13 8 16,-2-5-5-16,-9 0-8 16,6-23-3-16,-2-13-30 15,-9-7-5-15,0 0-35 16,-10-3 19-16,-2-1-1 16,-9 4 0-16,-7 2 36 0,-6 6-7 15,0 1 4-15,3 1 11 16,-8 7 0-16,0 2 8 15,0 8 6-15,0 4-2 16,0 11 22-16,0 1-5 16,0 0-5-16,0 0 20 15,0 0-20-15,0 0-7 16,0 8 5-16,0 20-5 16,0 4 8-16,0 12-3 15,0 10 0-15,0 9 22 16,0-1-17-16,0-2-2 15,0-10 2-15,11-10-15 0,-6-10 6 16,0-17-10-16,0-6 0 16,3-7-5-16,-8 0-2 15,0 0-38-15,0-7-8 16,0-20-48-16,0-3-40 16,0 4-137-16,0-7-62 15</inkml:trace>
  <inkml:trace contextRef="#ctx0" brushRef="#br0" timeOffset="6599.63">33179 8061 249 0,'0'0'109'16,"0"0"-32"-16,0 0 13 15,0 0-21-15,0 0-10 16,0 0-2-16,-66-30-13 16,47 30-21-16,-10 0-2 15,-5 0-5-15,0 0 9 16,-5 4 6-16,-1 15-17 0,6 16 17 15,0 12 12-15,0 7-11 16,18 11 17-16,5-5-4 16,11-4-2-16,0-13-13 15,21-13-20-15,32-13-8 16,7-14-2-16,9-3 0 16,4 0-3-16,-4-26-24 15,-17-14-19-15,-12-10-6 16,-14 0-29-16,-18 0 3 15,-8 10 27-15,0 14 38 16,0 9 13-16,0 12 19 16,0 5 30-16,0 0 17 15,0 0-22-15,0 0-5 16,0 12-24-16,0 6 2 16,0 11 13-16,5-3-15 0,6 7-5 15,13 4 0-15,2 9 0 16,8 7 4-16,5 11 1 15,-10 15 2-15,-5 14 5 16,-13 16-7-16,-11 6-3 16,0-6-1-16,0-22-4 15,-35-25 13-15,-4-15-10 16,-1-20 3-16,-17-14 0 16,1-13-13-16,-7 0-13 15,8 0-8-15,-3-36-41 16,8-15-19-16,16-11 1 15,16-14-69-15,18-9-93 0</inkml:trace>
  <inkml:trace contextRef="#ctx0" brushRef="#br0" timeOffset="6983.85">33486 8121 440 0,'0'0'72'15,"0"0"-1"-15,0 0 18 16,0 0-49-16,0 0-11 16,0 0 34-16,-5 44 1 15,5 3 13-15,0 13-2 16,0 6-14-16,0 4 4 16,16-7-19-16,7-13-31 15,-2-10-9-15,3-17-6 16,-8-14-16-16,-8-9-39 0,-3 0-59 15,-5-9-69-15,0-28-141 16</inkml:trace>
  <inkml:trace contextRef="#ctx0" brushRef="#br0" timeOffset="8439.01">33265 7692 596 0,'0'0'168'15,"0"0"-93"-15,0 0 42 16,0 0-33-16,0 0-65 16,0 0 3-16,16 0-3 15,-5 0-4-15,2 0-8 16,3 0-3-16,12 0-8 16,17 0-15-16,3 0-94 15,-4 0-133-15</inkml:trace>
  <inkml:trace contextRef="#ctx0" brushRef="#br0" timeOffset="10030.77">29336 9891 374 0,'0'0'91'0,"0"0"-62"15,0 0 39-15,0 0-38 0,0 0-12 16,0 0-18 0,0 0 27-16,0-56-18 0,0 49 16 15,-18 4-12-15,2-1 11 16,-8 1-8-16,-5 3-13 15,8 0 3-15,-2 0 11 16,-6 0 2-16,8 0-3 16,-3 0 2-16,-5 0-5 15,3 13 6-15,-3 7-6 16,0 0-7-16,0 3 8 16,3-3-13-16,-3 3 5 15,5 1 10-15,8 0-10 16,-2-1 8-16,7 7 0 15,1 0-2-15,2 7 12 0,3 2-7 16,5 8 20-16,0 3-4 16,0 0-10-16,0-4 5 15,23-6-12-15,22-7-12 16,8-13 14-16,2-14-15 16,13-6 18-16,1 0-12 15,-1-16-9-15,-7-17-7 16,-3-7-21-16,-14-3-5 15,-10-4-10-15,-5-2-15 16,-13-1 0-16,-3 3-1 16,-2-3 4-16,-11 6 38 15,0 5-57-15,0 10 73 16,0 4-62-16,0 5 63 0,0 7 20 16,0 10 5-1,0-1 14-15,0 4-8 0,0 0-12 16,0 0-9-16,0 0 1 15,0 0-10-15,0 0 17 16,0 0-2-16,-5 0-6 16,-6 17 19-16,3 2-13 15,3 10 14-15,0 2 1 16,5 9-13-16,0 10 17 16,0 10-3-16,0 4-7 15,0 3 15-15,0-4-20 16,23-6 1-16,11-15 6 0,1-8-27 15,-4-14 0 1,-2-14-3-16,-5-2-1 0,-1-4-5 16,-7 0-54-16,-11-30-27 15,1-17-89-15,-6-3-185 16</inkml:trace>
  <inkml:trace contextRef="#ctx0" brushRef="#br0" timeOffset="10563.07">29852 9841 410 0,'0'0'78'15,"0"0"13"-15,0 0 19 16,0 0-34-16,0 0-38 16,0 0 19-16,0 204 16 15,5-149-12-15,0 13 0 16,0 5-1-16,9 0-17 16,1-6 7-16,-1-12-27 15,7-11-6-15,-3-14 1 16,-2-14-16-16,2-7 2 15,-7-9-4-15,-6 0 6 0,0 0 0 16,6-22-6-16,-11-21-26 16,0-14-19-16,0-2-26 15,0-4 16-15,0-1 11 16,0 5-18-16,8 2 10 16,2 7 25-16,14 15 9 15,-8 5 18-15,7 1 2 16,4 12 17-16,2 4 4 15,-1 10 0-15,-4 3 11 16,-3 0-14-16,8 0-1 16,5 0 2-16,-5 15-19 15,-8-3-4-15,-2 0 0 16,-9-7-46-16,-10 2-31 0,0-5-81 16,0-2-227-1</inkml:trace>
  <inkml:trace contextRef="#ctx0" brushRef="#br0" timeOffset="11249.8">30612 9908 403 0,'0'0'84'0,"0"0"26"16,0 0 16-16,0 0-66 16,0 0-15-16,0 0 13 15,0 0-9-15,0 0-3 16,0 0-19-16,0 0-5 16,0 0-5-16,0 12-11 15,0 11 14-15,0 8 8 16,5 12-2-16,0 10 15 15,6 7-7-15,2 1 1 16,8-1 0-16,8-7-16 16,0-6 5-16,16-15-10 15,-6-8-10-15,8-11-3 16,3-13-1-16,-5 0 0 16,13-10 0-16,-3-33-20 0,-8-14-24 15,-7-6-36-15,-14-3 1 16,-13 1 12-16,-2 10-2 15,-6 4 50-15,0 14 14 16,1 1 10-16,-6 13 2 16,0 6 20-16,0 11-8 15,0-1 13-15,0 7-13 16,0 0 3-16,0 0 5 16,0 0-17-16,0 0 5 15,0 0-4-15,0 0-6 16,0 0 10-16,0 20-15 15,0 7 0-15,0 6 12 0,0 11-12 16,0 9 10-16,0 9 1 16,0 13-6-16,0 1 23 15,0 1-18-15,0-15-3 16,0-9 8-16,18-13-14 16,-7-16 6-16,2-8-7 15,-3-13-2-15,-5-3 0 16,1 0-3-16,-1 0-26 15,-5-26-14-15,0-14-57 16,0-3-70-16,0-4-111 16,0-2-247-16</inkml:trace>
  <inkml:trace contextRef="#ctx0" brushRef="#br0" timeOffset="11781.68">31835 9821 126 0,'0'0'198'0,"0"0"-148"15,0 0 74-15,0 0-26 16,0 0-15-16,0 0-9 0,-40-7-22 15,30 7-11-15,-14 0-15 16,-2 0-10-16,-3 14 14 16,-5 6-12-16,5 3 14 15,-11 7-6-15,11 0-14 16,8 3 8-16,3 0-13 16,18 2-6-16,0-4 13 15,0 6-10-15,29-7 2 16,21 4-5-16,8-4 7 15,5-3-9-15,-8 3 2 16,-2-7 1-16,2 1 7 16,-11-1-9-16,-1-4 0 15,-12 5 1-15,-12-5 1 16,-14-2-2-16,-5-4 0 16,0-3-7-16,0 1 4 0,-29-2 3 15,-16 5 0-15,-5-8 4 16,-2 4 5-16,-4 0-8 15,4-3-1-15,7-4 3 16,6-3-8-16,10 0-7 16,18 0-69-16,1-16-21 15,2-8-80-15,8-6-98 16</inkml:trace>
  <inkml:trace contextRef="#ctx0" brushRef="#br0" timeOffset="12038.91">31819 9814 554 0,'0'0'138'16,"0"0"-68"-16,0 0 16 16,323 0-42-16,-233 0-40 15,-9 0-4-15,-15-9-6 16,-19-8-59-16,-20-3-206 16</inkml:trace>
  <inkml:trace contextRef="#ctx0" brushRef="#br1" timeOffset="54945.4">17312 14435 333 0,'0'0'57'0,"0"0"-49"16,0 0 15-16,0 0 44 15,0 0-30-15,0 0-26 0,-58-89 5 16,58 85 15-16,0 1-1 16,-5-1-11-16,5 3 13 15,0 1 8-15,0 0-5 16,0 0 14-16,0 0-2 15,0-6-7-15,0 6-10 16,0 0-30-16,11 0-3 16,18 0 2-16,21 0 1 15,23 0 12-15,19 0 1 16,11 0-12-16,5 0 1 16,-8 0-2-16,2 0-8 15,-10 0 0-15,-23 0-15 0,-14 0 5 16,-21 0 9-16,-5 0-7 15,-19 0 8-15,-10 0 2 16,0 0-5-16,0 0 9 16,0 0-8-16,0 0 3 15,0 0 6-15,0 7 1 16,0-3 6-16,0 5-3 16,-5 0-2-16,-5-2 6 15,2 1-6-15,3-2 0 16,-1 10 3-16,1-8-4 15,5 8 8-15,-5 1-6 16,5 1-2-16,0 0 2 16,0 11 1-16,0-3 0 0,0 8 2 15,-5 1-5 1,5 13 4-16,-6 5-2 0,-2 6 5 16,8 7 11-16,0 7-4 15,0-3 3-15,0-4-5 16,0-8-4-16,0-11 3 15,0-11-10-15,0-11-1 16,0-4 3-16,0-3-1 16,0-9-2-16,0-2 1 15,0 0 4-15,0-7-8 16,0 0 3-16,0 0 0 16,0 0 0-16,0 0-2 0,0 0-4 15,0 0-5 1,0 0-10-16,0-11 12 0,0 2-12 15,0 6 3-15,0-1 6 16,0 4 0-16,0 0 10 16,0 0 0-16,0-5-11 15,0 5 10-15,0 0-7 16,0-2-7-16,0 2 3 16,19 0-6-16,10 0 20 15,5 0 14-15,0 0-14 16,6 0 6-16,-6 7-5 15,-3 0-1-15,-2-1 0 16,-5 1 1-16,-8 3-2 16,2 0-1-16,-7 0 2 15,7 0 8-15,-7-3-7 0,-11-5 6 16,5 2-7-16,-5-4-3 16,0 0 3-16,0 0 4 15,0 0-4-15,0 0 11 16,-5 3 12-16,-24 1 9 15,-11-1-19-15,1 4-12 16,-1-1 0-16,-12 1 0 16,7 0 3-16,-5 0-3 15,5 2-1-15,-2 1 0 16,7 1-2-16,1-6 3 16,0 6-1-16,10-4 0 15,8-4-8-15,7 0 6 0,4 0-3 16,10-3 3-16,0 0 1 15,0 3-7-15,0 1 5 16,0-1 1-16,0 4-7 16,0 0 9-16,0-5-11 15,5 5 11-15,14 0-3 16,15 0 4-16,10-1-1 16,1 4 0-16,18 1 20 15,-2-2-10-15,2 5-9 16,0-5 2-16,0 1 2 15,-18 1-2-15,-6-5-3 16,-4 0 0-16,-7-2 1 16,-17-1-1-16,-1 1 0 0,-4-1-3 15,-6 1 0-15,0 2 2 16,0-1-1-16,0-4 2 16,0 6-1-16,-6-3 1 15,-9 3 1-15,-9-2 3 16,-5 2 7-16,3-3-2 15,-8 3 3-15,-6-1-10 16,1 6-2-16,-3-4 4 16,-8-2-4-16,5 3 0 15,-8-1-3-15,-7 5 3 16,-3 3 0-16,5-8-5 16,13 1 3-16,11 3-1 0,5-6 3 15,13 1-3 1,6-2-1-16,5 1 2 0,5-5 2 15,0-1 0-15,0 5-10 16,0-5 9-16,0 2-8 16,5 4 6-16,29 3 2 15,11-1 1-15,5 3 0 16,13 0 15-16,-5 1-9 16,-3-1 0-16,3-1-5 15,-8-1-1-15,-6 2 0 16,-9-1 2-16,-12-4-2 15,-12-3 0-15,-6-1-3 16,-5 3 2-16,0-5-3 16,0 4 1-16,0-4-3 15,0 3-2-15,-5 0 4 0,-24 3 4 16,3 1 15-16,-3-3-1 16,-6 3-14-16,6 2 0 15,6-2-2-15,7 3 6 16,0 3-4-16,3-3 0 15,3 3 2-15,-1 1-6 16,3-2 2-16,3 9 2 16,5-1 2-16,-5 3 2 15,5 3 0-15,0 8 8 16,-6-1-7-16,6 0 9 16,0 3-14-16,0-1 1 15,0-5 5-15,0 2-5 0,0-2-1 16,0 4 3-16,0-4 2 15,0 0 0-15,0 7-3 16,-5-1-1-16,0 4 0 16,-8 3 3-16,2 1-4 15,1-2 5-15,-3-5-4 16,7-1 7-16,1-6-8 16,5 0 0-16,0-4 1 15,0-3 3-15,-5 7-3 16,-1 0-1-16,6 6 3 15,-5 0-2-15,5 0-1 16,0 1 0-16,0 2 2 16,0-2 1-16,0-7-2 15,0-3-1-15,0-8 1 16,0-2-2-16,0 0 1 0,0-1 0 16,0 1 0-16,0-4 0 15,0 7 0-15,0 4 1 16,0-1 3-16,0 0 0 15,0 3-2-15,-13 1 0 16,3-1 5-16,4-3-5 16,-4 0 1-16,10-5-3 15,-8-6 4-15,8 9 2 16,0-13-6-16,-5 5 2 16,-1-2 9-16,6 1-6 0,0-5 0 15,0-1-1 1,0-6-3-16,0 4 10 0,0-4-11 15,0 0 0-15,0 0 3 16,0 0 1-16,0 0-4 16,0 0 0-16,0 0 2 15,-5 0 0-15,-5 0-2 16,2 0-19-16,8-29 3 16,0-10-43-16,0-17-50 15,0-15-104-15,8-8-255 16</inkml:trace>
  <inkml:trace contextRef="#ctx0" brushRef="#br1" timeOffset="58693.17">18246 14348 126 0,'0'0'28'15,"0"0"-9"-15,0 0 26 0,0 0 39 16,0 0-39-16,0 0-7 16,0 0 9-16,0-20-7 15,0 20 8-15,0 0-9 16,0 0-4-16,0 0-8 15,0 0-5-15,-5 0 6 16,5 0-15-16,0 0-4 16,0 0 4-16,0 0-12 15,0 0 9-15,0 0 9 16,0 0-3-16,0 0 15 0,0 0-12 16,0 0-7-1,0 0-1-15,0 0-10 0,0 0 9 16,0 0 2-16,18 0-9 15,3 7 2-15,13 0 1 16,0-1-5-16,11 3 17 16,-11-8-18-16,11 5 3 15,2-6 3-15,-2 1-3 16,5 4 4-16,-3-5-5 16,-2 0-2-16,0 0 1 15,-6 0-1-15,6 0 0 16,8 0-1-16,-9 0 6 15,6 0-7-15,3 0 2 16,-3 0 0-16,-5-6 0 16,7-1 1-16,-12-4-1 0,-6 4 0 15,5 3 4-15,-5-3-5 16,1 4 1-16,-1 0 0 16,0-3-3-16,0 2 6 15,0-3-3-15,6 6 0 16,-1-8 1-16,1 7-2 15,-6-2 1-15,0 4 0 16,6 0-2-16,-6 0 3 16,0 0-1-16,5 0 0 15,-4 0 0-15,-1 0 2 16,0 0-2-16,5 0 0 16,-12-3 0-16,2 3 1 0,0 0-1 15,-6 0 0 1,-7 0 4-16,8 0-4 0,-3 0 0 15,8 0 0-15,-6 0-2 16,12 0 2-16,9 0 0 16,-4 0 7-16,10 0-6 15,-3 0 4-15,-2-4-5 16,-6 4 0-16,1-3-2 16,-6 3 2-16,-5 0 0 15,-8 0 0-15,-3 0 0 16,-7 0 0-16,-11 0 0 15,0 0 0-15,5 0 3 16,-5 0-3-16,8 0 4 16,-8 0-3-16,0 0-1 15,0 0 8-15,0 0-6 0,0 0 1 16,0 0 1-16,0 0-3 16,0 0 5-16,0 0-6 15,0 0 2-15,0 0 7 16,0 0-9-16,0 0 4 15,0 0-4-15,0 0 1 16,0 0-1-16,0 3 5 16,0 8-1-16,0 1 0 15,0 2-3-15,0 6-1 16,5 6 19-16,-5 4-19 16,0 6 10-16,0 3-3 15,0-8-2-15,0 6 6 0,0-1-5 16,0 6-2-16,0-6 4 15,0 4-6-15,0-4 5 16,0 1-5-16,0 3 0 16,0-4 2-16,-5 1-4 15,-3-4 0-15,8-3-1 16,0 0 5-16,-5-1-2 16,5-2-2-16,0 3 1 15,-6 1-4-15,6-6 7 16,0 3-4-16,-5-9 0 15,5 3 1-15,0-10-1 16,-5 2 0-16,5-7 1 16,0-3-2-16,-5 3 3 0,5-7-2 15,-8 0 0-15,8 0-10 16,-6 0 5-16,6 0 5 16,0 5 4-16,0-5 9 15,0 0-12-15,0 0 3 16,0 0-3-16,0 0 2 15,0 0-3-15,0 0 0 16,0 0-7-16,6 4 3 16,12 2 8-16,16 4-2 15,6 4 6-15,10-5-8 16,18 8 0-16,6-4 4 16,-1 1-1-16,-4-2-5 15,-11 2 2-15,-19-5 0 16,-18-2-1-16,-13-3-7 0,-8-1 4 15,0-3 1-15,0 0 3 16,0 0-4-16,0 0 4 16,0 0 0-16,0 4 1 15,-18 3 5-15,2-2 3 16,-3 2-9-16,-2 0 3 16,-13 0 0-16,5 2-3 15,0 2 0-15,-5-1-2 16,0 3 5-16,-5 1-3 15,-1-2 0-15,1 2 4 16,-1 2-6-16,1 0 2 16,-1 5 0-16,1-1-1 15,-3-2-1-15,15-6 2 0,4-3 0 16,-1 1 2-16,8-3-1 16,-2 3-1-16,2-4 0 15,6 0-1-15,-4-5 4 16,9 4-3-16,0-3 0 15,-6 2 0-15,6-4-4 16,5 0 4-16,0 2 0 16,0-2-2-16,0 4-3 15,0-4 1-15,0 0-8 16,0 0-8-16,0 0 10 16,0 0-12-16,16 0 11 15,18 0 11-15,-5 0 2 0,16 0 5 16,-1 0-7-16,9 5 1 15,2 3 0-15,3 2-1 16,-8 3 0-16,-5-1 0 16,-11-2 0-16,-10-3-2 15,-14-1 1-15,-5-4-1 16,-5-2-1-16,0 4 6 16,0-4-1-16,0 0 1 15,0 0 0-15,0 0 5 16,0 0-5-16,0 0 0 15,0 0-2-15,0 0 2 16,0 0-3-16,0 0 0 16,0 2-12-16,0 3 7 15,0-1 2-15,-15 3 3 16,-14 1 0-16,0 3 2 0,-3 1 3 16,-10 3 1-16,3-2-6 15,-1 4 3-15,-4-4-3 16,-1 7 3-16,-8-2-5 15,3 0 4-15,0 6-2 16,3-4 0-16,2-1 2 16,11-2-2-16,5-4 0 15,8 1 0-15,8-5-1 16,2 2 1-16,11-8-1 16,0-3-2-16,0 4-3 0,0-2 3 15,19 8 2 1,26 1 1-16,10 1 1 0,13 6 0 15,1-2 13-15,4 0-11 16,-4 1-3-16,-19-1 0 16,-3-5 0-16,-13-2-2 15,-18-6 1-15,-11 4 2 16,-5-7 0-16,0 4 2 16,0-4-2-16,0 0 4 15,0 0 3-15,0 0-6 16,0 0-2-16,0 0 0 15,0 3-3-15,0 1 2 16,0 2 1-16,0 4 3 16,0 0-2-16,-5 5 0 15,-6 0 12-15,-2 0-13 0,3 0 2 16,-6 1 2-16,3 6 1 16,2-3-3-16,1 0-2 15,-3 4 1-15,2 6-1 16,1 0 2-16,-4 3 1 15,9 2-1-15,0 0 2 16,0-1-4-16,5 0 0 16,0-3 1-16,-6-1-1 15,6 5 1-15,0-1 1 16,0 1 0-16,0 1 1 16,0-1 0-16,0-1 0 15,0-4-2-15,0-6 2 0,-5 1-1 16,0-1-1-16,5 2-1 15,0 1 3-15,-8-3-3 16,8 0 0-16,-5 2 1 16,-1-5-3-16,1-1 2 15,0 2 0-15,0-1 1 16,5 6 0-16,0-6-1 16,0 3 0-16,0 1 4 15,0-1-5-15,0 4 2 16,0-1-1-16,0 1 0 15,0-4 1-15,0 3-1 16,0-3 0-16,0 4-1 16,-8-4 1-16,8 3 1 15,0 3-1-15,0 1 0 16,0 6 4-16,0-6-4 0,0-7 0 16,0 1-3-16,8-16 3 15,-3 7 0-15,5-7 0 16,-10 7 4-16,6-8-3 15,-6 6 1-15,0-3-2 16,0 9 0-16,0-5 3 16,0-1-2-16,0 1 3 15,0-8-3-15,0 0 2 16,0-2-3-16,5-4 0 16,-5 0 0-16,0 3-1 0,0-3 1 15,0 0 0 1,0 7 1-16,0-7 3 0,0 4-3 15,0-1-1-15,0-3 1 16,0 3-1-16,0-3 0 16,0 0 0-16,0 0 0 15,0 0 0-15,0 0-13 16,0-17-21-16,0-29-35 16,-11-17-107-16,1-13-385 15</inkml:trace>
  <inkml:trace contextRef="#ctx0" brushRef="#br1" timeOffset="61009.73">20679 14339 254 0,'0'0'73'15,"0"0"-50"-15,0 0 28 16,0 0-17-16,0 0-34 15,0 0 0-15,0 0 12 16,5-5 3-16,-5 5 6 16,0 0 23-16,0 0 9 15,0 0-5-15,0 0-5 16,0 0-13-16,0 0-8 16,0 0-15-16,0 0 1 15,0 0-1-15,0 0-5 0,0 0 1 16,0 0 4-16,0 0-1 15,0 0 14-15,0 0-9 16,0 0 8-16,0 0 5 16,0-6-15-16,5 3 2 15,8 0-11-15,-2 0 6 16,-1 0 8-16,9-1-9 16,-4 4 1-16,9-3-1 15,-3 3-4-15,8 0 3 16,5 0-3-16,-5-4 0 15,11 3 5-15,-6-4-5 16,0-1 1-16,6 2 0 0,-6 1 0 16,0-1-2-16,-5 4 0 15,-8-3 0 1,8 3-1-16,-6 0 5 0,4 0-3 16,7 0 4-16,0 0-2 15,13 0 1-15,-7 0-3 16,-1 0 0-16,1 0 3 15,-1 0-3-15,-10 0-1 16,5 0 2-16,-7-4 0 16,-4 1-2-16,1 3 0 15,-8 0 1-15,2 0-1 16,3 0 1-16,-2 0 0 16,2 0 8-16,-3 0-9 0,3 0 7 15,-2 0-5 1,-9 0-1-16,8 0 5 0,-7 0-3 15,-6 0 0-15,1 0 4 16,-1 0-6-16,3 0 9 16,-3 0 0-16,-5 0-8 15,0 0 8-15,0 0-10 16,5 0 5-16,-5 0 1 16,0 0-6-16,0 0 5 15,0 0-5-15,0 0-2 16,0 0 1-16,0 0-8 15,0 0-18-15,5 0-31 16,11 0-49-16,13 0-131 16,0 0-241-16</inkml:trace>
  <inkml:trace contextRef="#ctx0" brushRef="#br1" timeOffset="61419.95">22748 14192 437 0,'0'0'139'16,"0"0"-97"-16,0 0 21 16,0 0 3-16,0 0-48 15,0 0-4-15,0-12 24 16,0 8 2-16,0-3 4 16,0 0-7-16,0 2-5 15,0 1 5-15,0 1-26 16,0-1 3-16,0 4-9 15,0 0-5-15,0 0-4 16,0 0-10-16,0 0-19 16,0 0 0-16,0 0-19 0,0 0-13 15,0 0-69-15,0 0-37 16,0 0 30-16,0 0-231 16</inkml:trace>
  <inkml:trace contextRef="#ctx0" brushRef="#br1" timeOffset="61859.58">23524 14199 446 0,'0'0'133'0,"0"0"-96"15,0 0 41-15,0 0-23 16,0 0-31-16,0 0-18 16,5-30 29-16,-5 27-1 15,0 3-12-15,0 0 1 0,0-4-14 16,0 4-6-16,0 0-2 16,0 0-1-16,6 0-3 15,2 0-8-15,2 0-19 16,6 0-16-16,2 0-55 15,-2 0-51-15,2 0-37 16</inkml:trace>
  <inkml:trace contextRef="#ctx0" brushRef="#br1" timeOffset="62198.36">24403 14127 528 0,'0'0'78'15,"0"0"-50"-15,0 0 39 16,0 0-41-16,0 0-20 15,0 0 29-15,-16 0 14 16,16 0-14-16,0 0 11 16,0-4-11-16,0-3 2 15,0 4-23-15,0-1-5 0,0 4-8 16,0 0-1-16,0 0-13 16,0 0-40-16,5 0-81 15,0 0-91-15,1 0-249 16</inkml:trace>
  <inkml:trace contextRef="#ctx0" brushRef="#br1" timeOffset="63225.75">25673 14074 199 0,'0'0'67'16,"0"0"-48"-16,0 0 54 16,0 0-1-16,0 0-33 15,0 0 5-15,-55 5 25 16,55-5 13-16,0 0-17 16,0 0 0-16,0 0-23 15,0 0-28-15,0 0 5 0,10 0-9 16,14 0 4-16,-3 0 5 15,18 0-2-15,-5 0-1 16,11 0-5-16,8 0-4 16,-9 0 0-16,1 0-6 15,8 0 2-15,-9-3 5 16,-4 1 0-16,-1-5 3 16,-4 0-4-16,4 0-6 15,0 1 5-15,-4 3-6 16,-1-1 0-16,-5 4 0 15,0 0 3-15,0-3-3 16,-3-4 0-16,-2 3 0 16,-1-1 6-16,-2-2-3 15,8 3 1-15,-5 4 3 0,7-3-6 16,-2-1 1-16,6 4-2 16,-1 0 0-16,0 0-2 15,0 0 4-15,0 0-2 16,-5 0 1-16,0 0 2 15,-3-3-3-15,3-1 0 16,6 4 0-16,-6-2 0 16,-1 2 1-16,-7-3-1 15,3 3 0-15,-3 0 1 16,3 0-3-16,-6 0 2 16,-7-4 0-16,-1 4 0 0,1 0 3 15,-3 0 1 1,-3-3 11-16,0 3-8 0,0 0 7 15,-5 0-9-15,0 0 0 16,0 0 3-16,0 0-8 16,0 0 11-16,0 0 2 15,0 0-6-15,0 0 10 16,0 0-4-16,0 0-10 16,0 0-2-16,0 0-1 15,0 0 0-15,0 0 0 16,-15 3-77-16,-25 13-131 15,6-5-385-15</inkml:trace>
  <inkml:trace contextRef="#ctx0" brushRef="#br1" timeOffset="66610.78">27188 14123 28 0,'0'0'32'0,"0"0"12"16,0 0 33-16,0 0-15 15,0 0-16-15,0 0 2 16,0 0-9-16,-24 0-7 16,24 0-11-16,-5 0-8 15,-1 0 5-15,1-3-8 16,-8 3 1-16,2 0 2 15,6 0-8-15,5 0 12 16,0 0 15-16,0 0-1 16,0 0 27-16,0-4-24 0,0 1-12 15,0-4 1 1,0 4-20-16,0 0 10 0,0 0-13 16,0-1 0-16,0 1 2 15,0-1 1-15,0 1-1 16,0-1 3-16,0 4-4 15,0-5 0-15,0-2-1 16,0-4 0-16,0 4 0 16,0 5 1-16,0-1-1 15,0 3 3-15,5 0-1 16,-5 0 6-16,0 0-1 16,0 0-2-16,0 0 8 0,0 0-10 15,0 0 4 1,0 0 3-16,0 0-4 0,6 0 4 15,-1 16 17-15,3 7-15 16,-3 10 3-16,-5 8-10 16,5 8 6-16,1 4-2 15,-1 4-6-15,5 5 6 16,4 1-4-16,-4 3-2 16,1-1 9-16,2-5-9 15,-8 7 3-15,6-8 3 16,-6-3-8-16,0-3 6 15,8-2-7-15,-13-8 0 16,11-10 2-16,-11-3 0 16,0-7-2-16,0 0 2 0,0 6 1 15,0-6 1-15,0 3-4 16,0 1 2-16,0-1-3 16,0 4 2-16,0-3-1 15,0-8 1-15,0-1 2 16,0-2-5-16,0-6 2 15,0-4 0-15,0 1-1 16,0 0 4-16,0 0-3 16,0-2 0-16,0-1 2 15,0-4-6-15,0 0 3 16,0 0-4-16,0 0 5 16,0 0 0-16,0 0 2 15,5 0-2-15,0 0 1 0,-5 0 13 16,8 0-10-16,-8 0-3 15,5-4 2-15,-5 4-1 16,6 0-1-16,-6 0 5 16,5-5-6-16,5 1 5 15,4-3-5-15,7 4 0 16,8-1 1-16,10 4-1 16,14 0 0-16,2 0-1 15,8 0 5-15,5 0-9 16,-7 0 5-16,7 0-2 15,-10 0-1-15,-8 0-4 16,-5 4 7-16,-11-4-1 16,-5 3 1-16,-11 1-4 15,-7-4 4-15,-1 0-5 0,-10 0 3 16,0 0-4-16,0 0 6 16,0 0 7-16,0 3 4 15,0 4 6-15,0 2-17 16,-26 2 1-16,-8 1 2 15,0 2-1-15,-1 2-2 16,-4 2 3-16,-8-2-2 16,2 0 3-16,-10 5-4 15,2-2 0-15,-10 1-1 16,-3 5 2-16,-2-6-1 16,0 0 0-16,-6 4 2 15,0-1-2-15,6-1 0 16,10 1 0-16,3-4-3 0,15-4 5 15,11 1-2-15,0-9 0 16,14-4 1-16,2-2-2 16,7 4 1-16,1-4 0 15,5 0-1-15,0 2 1 16,0-2 0-16,0 0-1 16,0 0-3-16,0 0 1 15,0 0-8-15,11 9 6 16,28-1 5-16,8 3 0 15,9 0 4-15,1-3-3 16,7-2 2-16,-4 6 0 16,3-2-3-16,-13-2 0 15,3 4 1-15,-3-5-1 0,-11-2 2 16,8 1-2-16,-7 6 2 16,-6-5-2-16,-2-1 0 15,2 4 0-15,-5-3-5 16,-11-1 8-16,-2 1-3 15,-11-4 0-15,0 1 2 16,-5-4-2-16,0 0 0 16,0 3-9-16,0-3 8 15,0 0 0-15,0 4 1 16,0-1 8-16,0-3-3 16,-10 6 6-16,-24-3-11 15,-6 4 1-15,-10 4-2 0,-2-6 2 16,-3 6-1-16,-3-1 0 15,8 3 3-15,-13 1-6 16,7-5 3-16,-1 8 0 16,-1-4-2-16,13-3 0 15,0 0 2-15,11-4-1 16,0 1 4-16,5 4-4 16,13-6 1-16,-2-1-1 15,-3-1-3-15,8 1 4 16,2-1 0-16,-5 4-2 15,8-3 4-15,3 1-4 16,0-1 2-16,5 3-5 16,0-4 5-16,0 4-12 0,0-1 5 15,0 4 6 1,0 3-2-16,29-3 1 0,10 7-3 16,6-4 3-16,18 1 2 15,0 2 7-15,-2-5-7 16,7 1 10-16,-10 2-9 15,-8 1 1-15,-5-7-2 16,-11-2 0-16,-5 3 1 16,-6-8 1-16,-7 5-2 15,-3 0 1-15,-7-4 3 16,-1 4-8-16,-5 3 4 16,0-8-2-16,0 6 2 15,0-2 2-15,0-3 1 16,0 6 17-16,-5-1-17 0,-35-1 6 15,-13 0-8-15,-2 5-1 16,-8-3 3-16,-5 3-3 16,5 6 0-16,-3-4 0 15,8 1 3-15,0 6-6 16,19-1 3-16,12-5 0 16,14 2-2-16,3-2 6 15,5-1-4-15,5 4 0 16,0 3 1-16,0 3 1 15,0 3-2-15,0 4 1 16,5 4-3-16,11 5 6 16,7 5-4-16,-7 2 0 0,-3 9 3 15,-2-2-4-15,-1-6 1 16,3 3 0-16,-2-3-2 16,-6 1 3-16,0-2-1 15,3 4 1-15,-2 0 1 16,4 0-2-16,6-4 0 15,-8 0 0-15,-3-5-3 16,0-8 3-16,-5-1 0 16,0-2 0-16,0-1 0 15,0-8-1-15,0 1 1 16,0-4 0-16,0 4-1 16,0-1 4-16,5 7-3 15,-5 2 0-15,6-5 3 0,-1-3-5 16,-5-5 2-16,8-5 0 15,-3 2-2-15,-5-7 4 16,5-1-2-16,-5 4 0 16,0-3 3-16,0 0-4 15,0-1 1-15,0 1 0 16,0-7 1-16,0 3 3 16,0-3-4-16,0 0 0 15,6 0-1-15,-1 0 0 16,0-26-15-16,0-15-68 15,-5 5 0-15,0-4-125 16,0 6-180-16</inkml:trace>
  <inkml:trace contextRef="#ctx0" brushRef="#br1" timeOffset="69410.25">16431 18108 251 0,'0'0'60'0,"0"0"-28"16,0 0 6-16,0 0 48 15,0 0-22-15,0 0-5 16,0 0 1-16,-55-30 5 15,55 30-18-15,0 0-12 16,0 0-5-16,0 0-5 16,0 0 0-16,0 0 4 0,0 0-11 15,0 0 3-15,0 0-17 16,0 0-3-16,0 0 7 16,0 0-7-16,11-4 0 15,7 4 12-15,-2 0-5 16,13 0-2-16,-8 0 11 15,13 0-12-15,0 0 5 16,0 0-10-16,0 0 0 16,1-3 3-16,-6 3 0 15,5 0-1-15,0-3-2 16,5 3 0-16,-4 0-3 16,4 0 5-16,-5 0-2 15,-5-6 2-15,-3 6-1 0,3 0 0 16,6 0 0-1,-1 0 0-15,0 0 11 0,0 0-10 16,0 0 2-16,1 0 0 16,-1 0-3-16,0 0 3 15,5 0-4-15,1 0 0 16,-1 0 1-16,1 0 1 16,4 0 0-16,1 0 1 15,8 0-3-15,-9 0 9 16,1 0-7-16,2 0-2 15,-2 0 2-15,5 0 0 16,3 0-2-16,2 0 1 0,8 0 1 16,-5 0-2-16,2-4 0 15,4 1 0-15,-14-1 0 16,2 4 0-16,-7 0 0 16,-11 0 3-16,11 0 0 15,-6 0 1-15,6 0-4 16,8 0 0-16,-9 0 4 15,9 0-3-15,-3 0 2 16,8 0 5-16,-3 0-8 16,3 0 7-16,-14 0-7 15,6 0 0-15,3 0 3 16,-3 0-3-16,0 4 2 16,8-1-2-16,5-3 4 0,-8 0-3 15,14 0 2 1,4 0-3-16,-4 0 8 0,4 0-7 15,6 0 2-15,-5 0 2 16,-1-7-4-16,-4 0 2 16,-1 5-3-16,-5-1 0 15,6-1-1-15,-1-3 1 16,-8 0 0-16,9 1 2 16,-11 0 0-16,2 2-4 15,3 1 2-15,0-4 0 16,-2 3 1-16,2 1 0 15,0 3-1-15,6-3 0 0,-9 0 0 16,8 3 2 0,1-3-2-16,-1-1 0 0,1 1-1 15,-1-4 2-15,-5 1-1 16,-3 2 1-16,4 1 3 16,-1 3-5-16,-3-3 1 15,9 3 0-15,-1-4 3 16,0 1-1-16,1-1 1 15,4 1-2-15,1 3 1 16,-6-6-3-16,6 6 1 16,-6-3 0-16,6-1-1 15,-13-3 3-15,-4 4-2 16,1 3 0-16,-13-4 4 16,0 4-5-16,-1 0 1 15,4 0 0-15,2-2 1 0,0 2 1 16,7 0-2-16,17-7 6 15,0 4-6-15,-1 3 16 16,12-4-16-16,-7 4 3 16,9-3-4-16,-8-1 4 15,-5 1-3-15,-6 3 0 16,6-3 2-16,-6 3-1 16,6-3-1-16,-1-4 0 15,-4 4-1-15,10-1 3 16,0-3-2-16,0 4 6 15,7 0-4-15,-2-3 2 16,1 2-4-16,1 4 0 16,4-10-1-16,2 6 1 0,-3-2 0 15,9 0 0-15,-4-1 4 16,14 3-3-16,-5-2-1 16,-6 6 0-16,-8-3-3 15,3-1 1-15,-2 1 2 16,-3 0 1-16,2-1 2 15,3-3-6-15,-2-2 3 16,2-1 0-16,-3 1-1 16,3 8 2-16,-13-9-1 15,0 3 0-15,-11 0-1 16,6 3 0-16,-6 4-7 16,6 0 6-16,-6 0 1 0,-7 0-4 15,2 0 5-15,-5 0 0 16,-3 0 1-16,3 0-2 15,-3 0 1-15,13 0 0 16,6-2-4-16,5 2 5 16,-5 0-1-16,-1-5 0 15,1 5-3-15,-16 0-10 16,-3 0 4-16,-2 0 6 16,-14 0 1-16,-10 0 1 15,-8 0 1-15,3 0 0 16,-9 0 3-16,-1 0-6 15,-4 0 3-15,-5 0 0 0,1 0 0 16,1 0 3 0,-1 0-3-16,-1 0 8 15,6 0-8-15,7 0 9 0,-8 0-6 16,6 0-1-16,-8 0 9 16,-3 0-11-16,1 0 4 15,-6 0 7-15,0 0-1 16,0 0 6-16,0 0-3 15,0 0 3-15,0 0 6 16,0 0-22-16,-24 0 0 16,-26 0-14-16,-37 0-55 15,-31 0-28-15,-45 0-80 16,-42 0-140-16</inkml:trace>
  <inkml:trace contextRef="#ctx0" brushRef="#br1" timeOffset="70413.75">17696 17636 120 0,'0'0'0'16,"0"0"-88"-16</inkml:trace>
  <inkml:trace contextRef="#ctx0" brushRef="#br1" timeOffset="71126.77">17696 17636 170 0,'358'-94'75'0,"-353"94"-68"0,0 0 41 15,-5 0-6-15,0 0-33 16,0 0 11-16,0 0 22 16,0 0-1-16,0 0 6 15,0 0-19-15,0 0 2 16,0 0-4-16,0 0 6 16,0 0 20-16,0 0-15 15,0 0 4-15,0 0-13 16,0-2-19-16,0 2 1 15,0 0-10-15,0 0-3 16,-10 0 3-16,5 0 0 16,-8 0 7-16,2 0-4 0,-5 0-3 15,3 0-1-15,-8 0-2 16,3 0 3-16,7 2-1 16,1-2 3-16,10 0-2 15,0 0 5-15,0 0-5 16,0 0 3-16,0 0-1 15,0 4-1-15,0-1 9 16,0 5-5-16,0 5 16 16,5-2-5-16,5 10-12 15,1 2 8-15,2 0-3 16,-8 6-3-16,6 2 8 16,-6 4-5-16,8-4 11 15,-8 8 2-15,-5-3-10 0,0-3 9 16,0-3-13-16,0-7 0 15,0 1 4-15,0-8-8 16,0-3 3-16,0 1-3 16,6-7-2-16,-6-1 2 15,5-3-4-15,-5 4 0 16,0-4-5-16,5 1 8 16,-5-4-3-16,0 0 1 15,0 0 2-15,0 3-4 16,0-3 1-16,0 0-2 15,0 0-1-15,0 0-13 16,0-17-88-16,6-26-138 0,7-13-365 16</inkml:trace>
  <inkml:trace contextRef="#ctx0" brushRef="#br1" timeOffset="73375.66">18956 15560 128 0,'0'0'69'0,"0"0"-36"15,0 0 32-15,0 0-1 16,0 0-25-16,0 0-3 16,0 0 12-16,0-23 5 0,0 19-14 15,0 4 1-15,0 0-3 16,0 0 2-16,0 0-8 16,0 0-20-16,0 0-1 15,0-3 3-15,-5 3-10 16,5 0-3-16,0 0-1 15,-8 0 1-15,3 0 3 16,-6 7-2-16,1 5 3 16,-4 9 7-16,9 2-6 15,0 7 18-15,-6 3-3 16,3 10-10-16,3 9 15 16,0 9-11-16,-6 10 7 15,6 9 4-15,0-4-7 0,-3-6 5 16,3-11-6-16,0-12-7 15,-1-13 17-15,6-11-14 16,0-11-2-16,0-5-6 16,0-2-3-16,0-3 1 15,0-2-3-15,-5 0 0 16,5 0-3-16,-5 0 1 16,5 0 1-16,0 0 1 15,0 0-13-15,0-14 9 16,0-9-8-16,0 0-9 15,0-3 4-15,0-4-1 16,0 0 4-16,0-4-3 0,0 2 3 16,0-1 8-16,0-4-7 15,0 7 6-15,0-6-7 16,0 9 3-16,0 0-11 16,0 4 10-16,0 3 12 15,0 4 1-15,0-3-1 16,0 5 0-16,5-3 0 15,-5 0 0-15,11-1 0 16,-6 6-1-16,8-1-6 16,-3 1-10-16,1 7 6 15,-1-1 5-15,4 0 3 16,-4 0 1-16,1-1 2 16,12 4 8-16,-4 0-6 0,2 0-2 15,8 1 2 1,-6 2 0-16,-2-5 0 0,-2 5-1 15,-3 0 1-15,-6 0 1 16,3 0-2-16,-2 0 4 16,5 0-3-16,-3 0-1 15,3 0 9-15,2 0-10 16,-2 0 4-16,7 0 4 16,-7 10-7-16,3 2 6 15,2-5-4-15,-3 1 0 16,3 1 13-16,-3 3-9 15,-2-6 4-15,3 5-2 16,-4-3-9-16,-7 3-2 16,-2 0 2-16,-1 2 0 0,-5 0 13 15,0 5-10-15,0 4 8 16,0 5 11-16,0-1-18 16,0 4 10-16,-19-1-8 15,-7 1 1-15,-8 4 9 16,-6-4-7-16,-2-4-6 15,3-3-3-15,-6-3 0 16,1-6 0-16,-1-7 0 16,-3-2 5-16,9-5 3 15,0 0-8-15,10 0-9 16,8 0 1-16,7-2-7 16,14-8 11-16,0-4-2 15,0 8 6-15,0 3-6 0,8-1 4 16,8 4 2-16,13 0 10 15,5 0-10-15,11 4 10 16,5 29-3-16,-3 6-1 16,3 13 17-16,-10-7 0 15,-1 1 2-15,-10-5-3 16,-5-7-14-16,-3-8 3 16,-3-14-3-16,-7-1-6 15,-6-11 3-15,0 0-3 16,-5 0-4-16,0 0-11 15,0 0-56-15,0-13-67 16,0-4-60-16,0 5-161 0</inkml:trace>
  <inkml:trace contextRef="#ctx0" brushRef="#br1" timeOffset="73727.75">19703 16343 409 0,'0'0'137'0,"0"0"-101"16,0 0 67-16,0 0-36 15,0 0-46-15,0 0 9 16,-5-9 19-16,5 18-9 16,0 27 17-16,0 7-2 15,0 10-20-15,0 0-3 16,0 0-14-16,0-3-10 16,0-17-3-16,0-6-5 15,0-13-3-15,0-11-27 16,0-3-62-16,0 0-80 15,0-17-84-15,0-13-211 0</inkml:trace>
  <inkml:trace contextRef="#ctx0" brushRef="#br1" timeOffset="75492.16">21131 15631 314 0,'0'0'94'0,"0"0"-69"15,0 0 31-15,0 0-3 16,0 0-28-16,0 0 0 16,34-5 17-16,-26 5-1 15,-3 0-14-15,1 0 12 16,-1 5-1-16,5 3-12 15,-4 9-4-15,12 3-18 16,-8 8 9-16,4 3-4 16,-9 16-1-16,-5 11 6 15,0 8 9-15,0 10 20 16,0-5-17-16,0-9-14 16,0-11 12-16,0-16-6 15,0-6-10-15,0-17 8 0,0-5-11 16,0-7 0-16,0 0 0 15,0 0-3-15,0 0 5 16,0 0-7-16,0 0-5 16,0-7 2-16,0-16-18 15,0-7-7-15,0-4-6 16,0-3 7-16,0 2 1 16,0-2 8-16,0 0 2 15,0 1 9-15,0 3-13 16,0-4 6-16,0 7 8 15,0-1-14-15,0 5 4 16,0 3 6-16,0 0 7 0,0 4-3 16,0-3 4-16,0 3 1 15,5 1 1-15,6 2-1 16,2 1 0-16,-8 4-2 16,6-1 3-16,-1 5-2 15,-10 2 3-15,13 2-1 16,-2 0 0-16,-6-1-9 15,13 1 3-15,-2-1 6 16,0 3 7-16,8-5 1 16,-1 3-7-16,-2 3 1 15,3 0 0-15,5 0-1 16,-8 0 1-16,3 0-2 16,-1 0 0-16,4 14 9 0,-4 4-4 15,6 1 13 1,0 0 2-16,5-3-12 0,-7 5 4 15,-4 0-1-15,-7-3-1 16,-3 2 14-16,-13-3-3 16,0 5-2-16,0-3 3 15,0 0 2-15,0 8-17 16,-13-3-1-16,-26 3-6 16,-11 3 8-16,-13-4-8 15,-6 1 1-15,-4-7-1 16,-6-8 0-16,0-5-21 15,10-3-30-15,12-4 12 16,25 0 37-16,8 0 4 16,19 0-2-16,5 0 0 0,0 0-1 15,0 0-4-15,21 0 5 16,8-4 0-16,10 4 9 16,1 0-5-16,13 0 5 15,-9 7 3-15,6 20-7 16,-2 12 10-16,-9 5-3 15,-5 2 4-15,-13-2 13 16,3-10-5-16,-14-10-5 16,-4-3 1-16,2-12-8 15,-3-2 6-15,-5-2-16 16,0-5 0-16,0 0 5 16,0 0-7-16,0 0-6 15,0 0 1-15,0 0-24 0,0 0-11 16,0-12-54-16,0-4-31 15,0-1-152-15,0-3-136 16</inkml:trace>
  <inkml:trace contextRef="#ctx0" brushRef="#br1" timeOffset="76025.44">22120 16351 389 0,'0'0'78'0,"0"0"-26"16,0 0 63-16,0 0-39 15,0 0-29-15,0 0 26 16,-19 0-10-16,30 0-29 16,7 0-19-16,-2 0-6 15,8 0 0-15,-8 0 10 16,2 0-4-16,-8 0 7 16,4 0-1-16,-9 11-15 15,-5 8 13-15,0 9 6 0,-5 2-10 16,-59 10 5-16,-14 2-19 15,-14 2 1-15,2-1-1 16,22-10 2-16,15-3-4 16,27-14 1-16,18-5 0 15,8-8-3-15,0 4-1 16,29 2 0-16,34 2 4 16,11-4 10-16,10-7-9 15,8 0 11-15,-8 0-10 16,-10 0-1-16,-11 0-1 15,-24 0-4-15,-15 0-29 16,-14-7-41-16,-10-4-21 16,0 2-28-16,0 6-95 0,-29 3-202 15</inkml:trace>
  <inkml:trace contextRef="#ctx0" brushRef="#br1" timeOffset="78294.44">28684 15573 162 0,'0'0'39'16,"0"0"-20"-16,0 0 46 15,0 0 0-15,0 0-11 16,0 0 20-16,-18 0 15 15,18 0-19-15,0 0-21 16,0 0-25-16,0 0 0 0,0 0 5 16,0 17 9-16,0 16 1 15,0 13-17-15,0 7-4 16,0 18 9-16,0 5 4 16,0 11 12-16,0-1-9 15,0-10-16-15,0-9 8 16,0-21-14-16,0-11 3 15,0-17-2-15,0-6-11 16,0-6 3-16,0-6-4 16,0 0 3-16,0 0-4 15,0 0-10-15,0 0-18 16,-11-19-2-16,6-10-12 16,0 5 20-16,-1-6-5 15,6-4 4-15,0-3 0 0,0 0 1 16,0-2-10-16,0 2-14 15,0 0 5-15,0 1 9 16,0-4-26-16,0 4 21 16,0-1 15-16,0 4 2 15,0 1 20-15,0 7 3 16,0-1 0-16,0 3 2 16,0 0-5-16,0-1-8 15,0 0 3-15,0 1 4 16,0-1 0-16,6 4-10 15,9 0 18-15,9 1-14 16,0 5 9-16,-9 3-2 0,9 6 10 16,-3 1-6-16,8 4 6 15,0 0-2-15,5 0-7 16,6 0 5-16,4 0-6 16,1 0 0-16,8 0 6 15,-9 0-2-15,1 16 17 16,-5 4 8-16,-17 4-4 15,1 3 4-15,-8-4 4 16,-6 3 12-16,-5 2 1 16,3-3-23-16,-8 5 7 15,0 0 4-15,0 4-7 16,0 0 14-16,-29 3-17 16,-23-2-13-16,-9 2 1 0,-12-3-12 15,-14-4 3 1,-8-4-3-16,3-10-5 0,19-5-11 15,9-11-13-15,25 0-5 16,23 0 24-16,16 0-18 16,0-11-15-16,0 4 9 15,40 7 34-15,10 0 3 16,13 0 8-16,5 25 24 16,11 21 9-16,-5 3-6 15,5 8-8-15,-11-4-1 16,-5-10-14-16,-18-7 5 15,-11-13-14-15,-10-9-5 16,-14-7 5-16,-5-7-5 16,-5 4-1-16,0-4 0 0,0 0-26 15,0-11-22-15,-5-19-74 16,-5 0-23-16,4 5-123 16</inkml:trace>
  <inkml:trace contextRef="#ctx0" brushRef="#br1" timeOffset="78892.41">29597 16219 245 0,'0'0'79'0,"0"0"-6"16,0 0 0-16,0 0-27 15,0 0-20-15,0 0 17 16,0 0 13-16,-11-19-2 0,11 19-9 16,0-5 6-16,0 5-14 15,0 0-10-15,0 0 1 16,0 0-11-16,0 0-2 16,0 0-3-16,0 0-11 15,0 0 7-15,0 0-5 16,0 0-1-16,0 0 7 15,0 0-7-15,0 0 5 16,0 10 14-16,0 16 0 16,0 11 11-16,0 9-3 15,0 14 0-15,0 6 13 16,0 6-3-16,0-6 6 16,0-3-10-16,0-17-21 15,0-5 4-15,0-18-15 16,0-7-1-16,0-9 0 0,0-7-2 15,0 0-12-15,0-4-53 16,0-31-55-16,0-9-24 16,0 1-182-16,0 3-203 15</inkml:trace>
  <inkml:trace contextRef="#ctx0" brushRef="#br1" timeOffset="79375.27">29602 16449 366 0,'0'0'34'15,"0"0"-6"-15,0 0 46 16,0 0-34-16,0 0-23 16,0 0 34-16,-34-75-2 15,39 52-24-15,24-2-13 16,5 1-9-16,11 0 4 16,2 7 3-16,-2 10-5 15,5 2-4-15,-6 5 8 0,9 0 6 16,-3 0 3-16,3 17 22 15,-9 8 1-15,-4 10-7 16,-6-3 7-16,-5 6-1 16,-8-2 15-16,3 7-16 15,-14 1-5-15,-10-5 6 16,0-2-14-16,0-10-4 16,0-8-17-16,0-5-4 15,0-5-1-15,0-5 0 16,0-1-6-16,0-3-17 15,0 0-26-15,5 0-54 16,9-3-129-16,1-31-267 0</inkml:trace>
  <inkml:trace contextRef="#ctx0" brushRef="#br1" timeOffset="79592.92">31506 16581 1293 0,'0'0'123'0,"0"0"-123"16,0 0 13-16,0 0-13 16,0 0-15-16,0 0-46 0,-55 7 4 15,55 0-51 1,0-4-109-16,0-3-132 0,-29 0-273 15</inkml:trace>
  <inkml:trace contextRef="#ctx0" brushRef="#br1" timeOffset="83991.63">16239 14358 137 0,'0'0'100'0,"0"0"-58"15,0 0 9-15,0 0-3 16,0 0-31-16,0 0 2 16,0 0 23-16,0 0-9 15,0 0 0-15,0 0 7 16,0 0 0-16,0 0 6 0,0 0-7 16,0 0-1-1,6 0-5-15,-6 0-11 0,5 0-2 16,3 0-9-16,-3 0-10 15,5 0 13-15,-4 0-5 16,-6 0-1-16,10 0 3 16,-2 0-8-16,3 0 10 15,-1 0-10-15,3 0-3 16,-2 0 6-16,-1 0-5 16,4 0 0-16,-4 0 0 15,1 0 3-15,-1 0-8 16,-2 0 5-16,8 0-1 15,-6 0 7-15,3 6-7 16,-2-6 2-16,-1 0-1 0,-4 0 4 16,7 0-4-16,-3 0-1 15,1 0 1-15,7 1-1 16,-12-1 1-16,4 0-1 16,3 0 0-16,-7 0 2 15,-1 0-4-15,5 0 2 16,-4 0 0-16,1 5 0 15,4-5 0-15,-6 0 0 16,6 0 0-16,2 0 1 16,-3 0-1-16,6 0 0 15,-3 0 1-15,-2 0-2 16,-1 0 1-16,4 0 0 16,-4 0-1-16,1 0 2 0,2 0-1 15,-3 0 0 1,1 0 3-16,2 0-1 0,3 0 0 15,-6 0 0-15,9 0 3 16,-4 0-4-16,4 0 1 16,-9 0-2-16,-4 0-2 15,7 0-2-15,-8 0 3 16,6 0 1-16,-1 2-2 16,3-2 4-16,-2 3-2 15,4-3 1-15,4 7 2 16,-3-2-2-16,7-4-1 15,-12 5 0-15,-6-6-1 16,14 6 0-16,-14-1-7 16,0-2 4-16,0 0 4 0,3 3 6 15,-3-6-5-15,6 1 0 16,0-1 0-16,-6 6-1 16,3-6 0-16,-3 1 4 15,0-1-4-15,6 0 4 16,2 0-4-16,-3 0 0 15,-4 0 1-15,4 0 3 16,-5 0-5-16,9 0 1 16,1 0 0-16,4 0 3 15,-3 0-3-15,-6 0 0 16,3 0-1-16,-2 0 5 16,-6 0-6-16,0 0 2 15,3 0 0-15,-3 0-3 0,1 0 3 16,-1 0 0-16,-5 0 3 15,0 0 2-15,10 0-5 16,-2 0 0-16,3 0 5 16,-1 0 3-16,9 0-8 15,-9 0 0-15,6 0 3 16,-8 0 0-16,-3 0-1 16,0 0 4-16,1 0-2 15,-1 0 12-15,0 0-9 16,-5 0 3-16,6 0 3 15,1 0-11-15,-1 0 3 16,-1 0-2-16,0 0 1 0,-5 0 4 16,0 0-6-16,0 0 2 15,0 0 5-15,0 0-8 16,5 0 6-16,1 0-3 16,-6 0-3-16,8 0 10 15,-8 0-11-15,0 0 0 16,0 0 0-16,0 0-7 15,0 4-29-15,0 7-96 16,-24 4-178-16</inkml:trace>
  <inkml:trace contextRef="#ctx0" brushRef="#br0" timeOffset="89744.44">15632 13904 422 0,'0'0'133'0,"0"0"-95"16,0 0 28-16,0 0 5 15,0 0-41-15,0 0-6 16,-5-3 11-16,5 3 1 16,0-4-1-16,0 4-10 15,0 0 2-15,0 0-6 16,0 0-6-16,0 0 1 15,23 0 4-15,1 0-10 16,15 0 0-16,6 0-9 16,0 0 1-16,13 0-2 0,-3 0 3 15,-10 4-1-15,7-4-1 16,-12 0 2-16,-1 0-2 16,-5 0-1-16,6 0 3 15,-6 0-5-15,0 0 4 16,0 0-1-16,0 0-1 15,1 0 3-15,-6 0-5 16,2 0 2-16,-7 0 0 16,5 0 7-16,-8 0-7 15,2 0 3-15,1 0 6 16,2 0-9-16,-7 0 7 16,4-4-6-16,-12 4 1 15,-1 0-4-15,4 0 3 0,-4 0-1 16,-5 0 3-16,-5 0-3 15,11 0 13-15,-6 0-11 16,8 0 2-16,-2 0 9 16,7 0-11-16,-7 0 8 15,10 0-4-15,-3 0-4 16,-2 0 7-16,2 0-9 16,-7 0 0-16,-1 0 6 15,-2 0-5-15,-2 0 9 16,-1 0 6-16,-5 0-11 15,0 0 7-15,0 0-7 16,0 0-5-16,0 0 9 0,0 0-8 16,0 0 7-16,0 0 0 15,0 0-4-15,0 0 8 16,0 0-1-16,-5 0-10 16,-1 0 1-16,-2 0-2 15,-2 0-7-15,-6 0-7 16,-2 0 2-16,-3-5 4 15,-3-3-4-15,-5-2-3 16,8-2 11-16,-3-1-5 16,1-4 8-16,2 10-9 15,-8-9-10-15,5 3 10 16,-2 3-9-16,-3-3 8 16,5 5 8-16,3-4-4 15,3 2 7-15,2 3-2 16,3 1 7-16,2 6-7 0,6 0 2 15,5 0 0-15,-5 0 0 16,0 0 0-16,5 0 0 16,0 0 5-16,0 0-3 15,0 0 4-15,0 0-4 16,0 0 8-16,0 0 14 16,0 0-24-16,0 0-7 15,10 0 5-15,19 0 2 16,5 13 1-16,11 17 2 15,10-2 1-15,3 3-4 16,5-3 2-16,-18 2-2 16,0-5 2-16,-11-6 2 0,-19-8-3 15,4 1-1-15,-14-5-1 16,-5-4 0-16,0 0 1 16,0-3-1-16,0 0-1 15,0 0 2-15,0 0-1 16,0 0-4-16,0 0 1 15,-10 0 3-15,-14 0 1 16,-5 0 3-16,3 0 3 16,2 0-4-16,-10 10-4 15,0 13 0-15,-6 7-1 16,-4 11-2-16,-1 5 4 16,-3 3 1-16,14-3 2 15,13-9-2-15,3-10-1 0,13-7-2 16,5-14 2-16,0-6-6 15,0 0-55-15,0 0-74 16,29-30-125-16</inkml:trace>
  <inkml:trace contextRef="#ctx0" brushRef="#br0" timeOffset="90661.87">17147 13392 210 0,'0'0'57'0,"0"0"15"16,0 0 18 0,0 0-40-16,0 0-13 0,0 0 17 15,0-7 11-15,0 3-10 16,0 4-6-16,0 0 6 16,0 0-18-16,0 0-6 15,0 0-2-15,0-3-15 16,0 3-6-16,0 0-1 15,0 0-7-15,0 0 10 16,0 0-9-16,0 0 0 16,0 0 5-16,0 0-6 15,0 0 0-15,0 0-1 16,0 0 2-16,0 7-1 0,-6 9 2 16,6 1-2-1,-5 6 6-15,5 4-5 0,0-1 1 16,0 11 5-16,0 2-6 15,0 8 14-15,0 6-3 16,0 0 9-16,0 1 2 16,0-5-11-16,0-1 1 15,0-9 5-15,0-2-7 16,0-7 10-16,0-3-7 16,-5-8-3-16,5 2-3 15,0-8-7-15,0 1 2 16,0-2-3-16,0-1 5 15,0-5-6-15,0-3 1 16,0 0-1-16,0-3-4 0,0 0 0 16,0 0-17-16,0 0-37 15,0 0-69-15,0 0-64 16,0 0-136-16</inkml:trace>
  <inkml:trace contextRef="#ctx0" brushRef="#br0" timeOffset="91163.72">17010 14203 363 0,'0'0'69'0,"0"0"-42"0,0 0 61 16,0 0-46-16,0 0-28 15,0 0 41-15,-5 0 5 16,5 0-7-16,0 0-6 16,0-4-15-16,0-3-8 15,0-2-5-15,0-1-14 16,0 3 2-16,0-2-6 15,0 5 1-15,0 1 17 16,0 3-5-16,10 0 2 16,3 0-7-16,3 0-1 0,8 0 9 15,-8 0-17-15,12 0 0 16,-4 0 5-16,-3 7-4 16,8 2-1-16,-11-2 12 15,-2 0-11-15,-5-4 8 16,-11 0-9-16,5 0 1 15,-5-3 0-15,0 0-1 16,0 0-4-16,0 0 3 16,0 0-7-16,0 0-8 15,0 0-40-15,0 0-45 16,-10-23-100-16,-6-11-141 0</inkml:trace>
  <inkml:trace contextRef="#ctx0" brushRef="#br0" timeOffset="91727.75">16876 13328 130 0,'0'0'43'0,"0"0"-30"16,0 0 34-16,0 0-13 15,0 0-19-15,0 0 30 16,65-19 7-16,-57 15-5 16,-2-1-1-16,-1 3 16 15,-5 2-16-15,5-5-8 16,-5 5 6-16,5 0-14 0,6 0 7 15,7 0-8-15,11 0 8 16,5 0 1-16,1 7-14 16,15 8-12-16,0-2 1 15,2-2-11-15,3 1 4 16,-2-5-5-16,-3 0 1 16,-5-7-4-16,-6 0 2 15,-10 0-7-15,-11 0-3 16,-7 0-44-16,-11 0-39 15,0-3-52-15,0 3-177 16</inkml:trace>
  <inkml:trace contextRef="#ctx0" brushRef="#br0" timeOffset="93257.92">18825 14622 63 0,'0'0'218'0,"0"0"-204"0,0 0-14 15,0 0-2-15,0 0-15 16,0 0 17-16,0-30 28 16,0 28 21-16,0-2 5 15,0 1-6-15,0 3 0 16,0 0-9-16,0 0-5 16,0-4 8-16,0 4-5 15,0-5-7-15,0 3-12 16,0 2-7-16,0 0 14 15,0-5 3-15,0 5-1 16,-6 0 1-16,6 0-10 0,0 0 2 16,0 0-9-1,0 0-2-15,0 0 10 0,0-2-6 16,0 2 3-16,0 0 3 16,0 0-9-16,0 0 6 15,0 0-8-15,0 0-7 16,0 0 7-16,0 0-7 15,0 0 3-15,0 0-3 16,0 0 5-16,0 0-2 16,0 0 3-16,0 14 5 15,0-1 5-15,0 8-15 16,0-2 1-16,0 4 2 16,0 4-2-16,0 3-2 15,0 10 2-15,0 6-1 16,0 4 19-16,0-4-12 0,-5 1 2 15,5-2 9-15,0-9-10 16,0-4 4-16,0-5-8 16,0-8-4-16,0-1 10 15,0-7-4-15,0-5-4 16,0-5 3-16,0-1-6 16,0 0 1-16,0 0-2 15,0 0-5-15,0 0 3 16,0 0-26-16,-5 0-22 15,-3 0-23-15,3 0-40 16,-11-23-24-16,-8 2-112 16,8-1-49-16</inkml:trace>
  <inkml:trace contextRef="#ctx0" brushRef="#br0" timeOffset="93668.72">18485 14931 273 0,'0'0'110'15,"0"0"-52"-15,0 0 47 16,0 0-37-16,0 0-26 16,0 0 2-16,0-4 13 15,0 4-8-15,0 0-16 0,6 0 5 16,9 18 10-16,14 8 1 15,-5 1 4-15,10 5-25 16,0-2-4-16,-7 2 4 16,1-11-13-16,-9-4 2 15,2-6 6-15,-3-4-12 16,-12-7 5-16,-1 0-8 16,0 0-6-16,-5 0 11 15,5 0-13-15,3 0 2 16,3 0-4-16,-1 0 2 15,14-18-24-15,-3 1 13 16,3 3 4-16,5-4-6 0,-8-3 3 16,2 7-6-1,1-8-10-15,-3 2-27 0,-8 2-51 16,-2 3-83-16,-11 0-124 16</inkml:trace>
  <inkml:trace contextRef="#ctx0" brushRef="#br0" timeOffset="94296.71">19237 14735 141 0,'0'0'190'0,"0"0"-142"16,0 0 32-16,0 0-5 16,0 0-39-16,0 0 2 15,0-4 16-15,0 4-2 16,0 0-8-16,0 0-10 15,0 0-5-15,-5 0-14 16,5 11-1-16,0 12 1 16,-5 10 0-16,5 10 11 15,0 13 11-15,0 4 7 16,0 7 13-16,0-8-23 16,-5-1-14-16,5-14 17 15,0-14-21-15,0-4-1 0,0-9-8 16,0-7-7-16,0-7 7 15,0-3-7-15,0 0 0 16,0 0 0-16,0 0-9 16,0 3-9-16,0-3-21 15,0 3-20-15,0 1-25 16,0-1-45-16,0-3-123 16,0 0-262-16</inkml:trace>
  <inkml:trace contextRef="#ctx0" brushRef="#br0" timeOffset="94841.34">19487 15093 192 0,'0'0'134'16,"0"0"-98"-16,0 0 29 0,0 0-4 15,0 0-30-15,0 0 1 16,-55 0 24-16,50 0 6 16,-3 0-15-16,3 0 6 15,-1 0-19-15,1 0-8 16,0 6 9-16,0 2-7 16,5 7 18-16,0-1-13 15,0 10 12-15,0 10-6 16,0 10-25-16,0 2 10 15,0 4 15-15,0-4-11 16,0-2-2-16,0-11-7 16,5-10-15-16,0-7 12 0,-5-5-14 15,0-8-1-15,0-3 2 16,0 0-3-16,0 0-6 16,0 0-20-16,0 0-47 15,0-23-28-15,-5-7-78 16,-6 4-197-16</inkml:trace>
  <inkml:trace contextRef="#ctx0" brushRef="#br0" timeOffset="96914.84">20968 14512 228 0,'0'0'102'0,"0"0"-28"15,0 0 14-15,0 0-34 16,0 0-19-16,0 0-1 16,0 0-20-16,-5 0 2 15,5 0-6-15,0 0-3 16,0 0 6-16,0 0 4 15,0 0 1-15,0 0-1 16,0 0-6-16,0 0 4 0,0 0-8 16,0 0-5-16,0 0 5 15,0 0-1-15,0 0 5 16,0 0 0-16,0 0-6 16,0 14 12-16,0 2-9 15,0 7 1-15,0 7 15 16,0 4-6-16,5 10 17 15,0 2-7-15,-5 10 6 16,0-3-1-16,0-3-14 16,0-2-4-16,0-13 7 15,0-4-10-15,0-6 7 16,0-9 1-16,5-2-18 16,1-7 12-16,-6-4-14 0,0 0 1 15,0-3 0 1,8 0-1-16,-8 0 0 0,0 3 0 15,0-3-3-15,0 0-4 16,0 0-19-16,0 0-18 16,0 0-15-16,0 0-19 15,0 0-28-15,0-6-25 16,0-5-39-16,0-5-12 16</inkml:trace>
  <inkml:trace contextRef="#ctx0" brushRef="#br0" timeOffset="97412.7">20781 14844 84 0,'0'0'178'15,"0"0"-138"-15,0 0 18 16,0 0 14-16,0 0-37 15,0 0 7-15,-13-3 22 16,13 3 6-16,0 0-12 16,0 0-11-16,0 0 2 15,0 0-8-15,0 0 1 16,0 0-21-16,0 0-16 16,13 0-5-16,8 14 26 15,13 12-12-15,1 8 18 0,-1 7 6 16,0-3-8-16,0 1 5 15,0-3-4-15,-10-12-12 16,-3-4 5-16,-3-10-13 16,-7 2 6-16,-1-11-5 15,-2-1-9-15,-2 0 5 16,-1 0-2-16,0 0-5 16,11-1-1-16,-3-23-1 15,3-6-22-15,2 1-1 16,-2-1-8-16,8 0 17 15,5-1 3-15,5 4-1 16,-3 1 5-16,-2 6-15 0,0 3 1 16,-13 4-6-16,2 6-43 15,-18 4-9-15,0-1-104 16,0 4-179-16</inkml:trace>
  <inkml:trace contextRef="#ctx0" brushRef="#br0" timeOffset="98078.72">21557 14632 114 0,'0'0'127'0,"0"0"-98"16,0 0 46-16,0 0-3 15,0 0-42-15,0 0 6 16,-16-28 13-16,16 28 4 16,0-2-1-16,0 2-12 15,0 0 0-15,0 0-9 16,0 0-3-16,0 0 9 15,0 0-13-15,0 0 8 16,0 0 0-16,0 0-12 16,0 2-8-16,0 19-5 15,0 2-1-15,0 4 19 16,0 10-9-16,0 9 19 16,0 14-12-16,0 10 0 0,0 6 13 15,0-7-10-15,0-2-2 16,0-15 4-16,0-14-10 15,0-13-4-15,0-9 3 16,0-6-16-16,0-7 8 16,0-3-9-16,0 0 0 15,0 0-1-15,0 0 1 16,0 0-10-16,0 0-30 16,0 0-34-16,0-18-12 15,0 4-41-15,0-4-90 16,0-5-196-16</inkml:trace>
  <inkml:trace contextRef="#ctx0" brushRef="#br0" timeOffset="98594.01">21857 15083 432 0,'0'0'68'0,"0"0"-41"15,0 0 90-15,0 0-55 0,0 0-41 16,0 0 21-16,23 0 5 15,1 0-44-15,10 0 30 16,-7 0-4-16,-4 9-1 16,1 6 10-16,-8 8-8 15,2 2 10-15,-18-2-3 16,0 7-25-16,0 0 12 16,-13 3-9-16,-37 3-15 15,-13 1 22-15,0-3-22 16,13-8 5-16,21-10 0 15,13-2-5-15,16-5 11 16,0-5-7-16,0 3-2 16,29 2 10-16,21-2-4 0,18 3 12 15,6-6 8-15,5-1-24 16,-5-1 0-16,-6-2-4 16,-23 0-8-16,-6 0-15 15,-21 0-60-15,-7 0-53 16,-11 0-64-16,0 0-404 15</inkml:trace>
  <inkml:trace contextRef="#ctx0" brushRef="#br0" timeOffset="100109.71">27619 14180 63 0,'0'0'270'0,"0"0"-222"16,0 0-7-16,0 0 43 16,0 0-35-16,0 0-34 0,0 0 9 15,0 0 6 1,0 0-20-16,0 0-1 0,0 0 10 15,0 0-3-15,0 0 6 16,0 0 5-16,0 9-5 16,0 8-2-16,0 3-10 15,0-1 2-15,0 2 1 16,5 2-3-16,-5 7 18 16,0 3-17-16,0 9 2 15,0 5 18-15,0 12-15 16,0 6 18-16,0 18 9 15,0 7-3-15,0 4-1 16,-5 0-11-16,-8-16-7 16,13-12-4-16,0-14-12 0,0-16-1 15,0-16 2-15,0-4-4 16,0-9-2-16,0-3 0 16,0-4-1-16,0 0-2 15,0 0-44-15,-27-4-52 16,-1-22-47-16,-1-8-59 15,5-2-31-15,3 1-118 16</inkml:trace>
  <inkml:trace contextRef="#ctx0" brushRef="#br0" timeOffset="100593.87">27443 14788 29 0,'0'0'368'0,"0"0"-295"15,0 0 10-15,0 0 12 16,0 0-58-16,0 0 2 15,0 0 20-15,0 0-2 16,10 0-1-16,14 7-9 0,10 16 12 16,0 7-1-16,11 10-18 15,-11 6 6-15,11 6-12 16,-6-8 0-16,-4-4-1 16,-7-5-20-16,-7-11 0 15,3-12 0-15,-13-1-10 16,-3-11 2-16,-3 0-4 15,0 0 1-15,0 0-1 16,1 0 0-16,4-22-2 16,14-16-11-16,-1-2-34 15,4-8 6-15,7 5 2 16,0 8 11-16,0 3 15 16,1 5-7-16,-7 8 1 15,1-1-2-15,0 6-54 16,-2 5-10-16,7-1-112 0,0 3-90 15</inkml:trace>
  <inkml:trace contextRef="#ctx0" brushRef="#br0" timeOffset="101525.71">28581 14388 193 0,'0'0'86'0,"0"0"-52"0,0 0 31 16,0 0-9-16,0 0-36 16,0 0 26-16,-23-31 3 15,23 22-3-15,0 3 4 16,0-1-6-16,0-3-6 15,0 4 0-15,0-1-3 16,0 4-6-16,0 3-11 16,0 0-2-16,0 0 9 15,0 0-13-15,0 0 4 16,0 0-3-16,0 0-12 16,0 0 7-16,0 0-6 15,0 0 0-15,0 0 1 16,0 7-2-16,0 16 2 0,0 13 9 15,0 13 16-15,0 5 12 16,0 12-4-16,0 6-12 16,0 1 9-16,0-7-19 15,0-10-5-15,0-9 8 16,0-14-9-16,8-9 10 16,-3-12-13-16,-5-5-2 15,0-3 3-15,0-4-4 16,0 0-1-16,0 0-1 15,0 0-9-15,0 0-12 16,0 0-28-16,0 0-20 16,0 0-14-16,0-7-31 0,0-6-82 15,5-8-170-15</inkml:trace>
  <inkml:trace contextRef="#ctx0" brushRef="#br0" timeOffset="102207.54">28950 14701 109 0,'0'0'9'0,"0"0"16"16,0 0 33-16,0 0-2 16,0 0 0-16,0 0 12 15,0-12 3-15,0 12 4 16,0 0-12-16,0 0-2 15,0-4-12-15,0 4-8 16,0 0 6-16,0 0-17 0,0 0-5 16,0 0 1-16,0 0-14 15,0 0 8-15,0 0-4 16,0 0-7-16,0 0 7 16,0 0-9-16,0 0-2 15,0 0 1-15,0 0-5 16,0 0 2-16,0 0-3 15,0 0 0-15,0 0 4 16,0 0-3-16,0 0 1 16,0 23 12-16,0 14 6 15,0 6 12-15,0 7 1 16,0 6 0-16,0-9 7 16,0-2-20-16,0-14 2 0,0-2-3 15,0-15-10 1,0-4 3-16,0-5-7 0,0-5-3 15,0 0 2-15,0 0-3 16,0 0-1-16,0 0 0 16,0 0-1-16,0 0-2 15,0 0-14-15,0 0-15 16,0 0 1-16,0 0-27 16,5-15-41-16,-5-5-35 15,0 2-77-15,0-6-129 16</inkml:trace>
  <inkml:trace contextRef="#ctx0" brushRef="#br0" timeOffset="102727.14">28955 14897 311 0,'0'0'96'16,"0"0"-56"-16,0 0 87 15,0 0-50-15,0 0-36 16,0 0 1-16,0-33-12 16,8 20-17-16,2 0-13 15,1 0 1-15,7-1-3 16,-2 8-9-16,13-4 9 16,-8 3 2-16,8-2 1 15,0 2 8-15,-5 3-9 0,-9 1 6 16,9 3-4-16,-8 0 0 15,-3 0 0-15,-3 0 4 16,1 0-4-16,-1 0 7 16,4 0 5-16,-9 0-1 15,0 0 9-15,6 0-8 16,-3 0-2-16,2 3 14 16,-5 11-11-16,6 6 8 15,2 6 9-15,-8 8 11 16,1 8 7-16,-1 10-16 15,0-8 5-15,0 8 6 16,-5-11-14-16,8-5-5 0,-3-7-9 16,6-12-10-16,-6-4 3 15,0-7-8-15,-5-4-2 16,0 3 5-16,0-5-3 16,0 0-4-16,8 4-2 15,-8-4-20-15,0 3-23 16,11 1-32-16,-1-4-15 15,14 0-66-15,-3 0-259 16</inkml:trace>
  <inkml:trace contextRef="#ctx0" brushRef="#br0" timeOffset="102955.91">30346 15300 968 0,'0'0'112'0,"0"0"-98"16,0 0-5-16,0 0 6 16,0 0-15-16,0 0-44 15,61 30-11-15,-61-30-64 16,0 0-159-16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03.9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 1 5378,'0'0'9210,"-5"4"-8167,-14 15-106,19-19-924,-1 0 1,1 0-1,0 1 0,0-1 1,0 0-1,0 0 1,0 0-1,0 0 1,-1 0-1,1 1 1,0-1-1,0 0 1,0 0-1,0 0 1,0 0-1,0 0 1,0 1-1,0-1 1,0 0-1,0 0 1,0 0-1,0 0 1,0 1-1,0-1 0,0 0 1,0 0-1,0 0 1,0 0-1,0 1 1,0-1-1,0 0 1,0 0-1,0 0 1,0 0-1,0 1 1,1-1-1,-1 0 1,0 0-1,0 0 1,0 0-1,0 0 1,0 1-1,0-1 1,0 0-1,1 0 0,-1 0 1,0 0-1,0 0 1,0 0-1,0 0 1,1 0-1,-1 0 1,0 0-1,0 0 1,0 0-1,0 0 1,1 0-1,-1 0 1,0 0-1,0 0 1,14 1 82,-12-1-17,151 2 828,-75-1-2482,-1 0-6334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04.3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9812,'0'0'3554,"277"4"-3154,-199 0-400,-17-4-576,-9 0-3026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05.00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100 3 5715,'0'0'7398,"0"-3"-6867,0 6 2707,0 420-1792,-5-315-758,-39 203 1,34-252-601,7-27-51,2-25-48,1 1 0,-1-1 0,-1 0-1,-2 9 1,4-16-72,0 0-1,-1 0 0,1 1 1,-1-1-1,1 0 1,0 0-1,-1 1 0,1-1 1,-1 0-1,1 0 0,-1 0 1,1 0-1,-1 0 0,1 0 1,0 0-1,-1 0 1,1 0-1,-1 0 0,1 0 1,-1 0-1,1 0 0,-1 0 1,1 0-1,-1 0 0,1 0 1,-1-1-1,1 1 1,0 0-1,-1 0 0,1-1 1,-1 1-1,1 0 0,0 0 1,-1-1-1,1 1 0,0 0 1,-1-1-1,1 1 1,0-1-1,0 1 0,-1 0 1,1-1-1,-7-31-3435,2-16-3121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05.48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1098 0 6947,'0'0'6376,"-8"14"-5810,-50 95 688,-237 312 1342,150-228-2113,-25 47 137,-209 396 0,369-617-585,5-11-19,1 0 1,0 0-1,0 0 0,1 0 0,0 0 1,0 1-1,1-1 0,0 1 0,0 13 1,2-22-137,0-8-2495,2-64-2048,9 20-140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06.43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91 45 3890,'0'0'9436,"1"-1"-9327,0 0-1,-1 1 1,1-1-1,0 1 1,-1-1-1,1 1 1,0 0-1,0-1 1,0 1 0,-1 0-1,1-1 1,0 1-1,0 0 1,0 0-1,0 0 1,4 670 4533,4-489-4241,-6-150-323,2 0 1,1-1-1,18 54 1,-22-79-65,-2-4-13,1 0 0,-1 1 0,0-1-1,1 0 1,-1 0 0,0 0 0,1 0 0,0 0 0,-1 0 0,1 0-1,-1 0 1,1 0 0,0 0 0,0-1 0,0 1 0,-1 0 0,2 1-1,2-2-34,-3-4-332,0-63-1152,1 26 652,-2-1 1,-2 1-1,-9-53 0,-1 21 639,4-2 1,2 0-1,8-125 0,0 177 264,1 0 0,11-37-1,-3 12 6,-8 34-19,1 0-1,0 0 0,1 0 0,1 1 1,0 0-1,10-17 0,-11 22-10,1 1 1,-1 0-1,1 0 0,1 0 0,-1 1 0,1 0 0,0 0 0,0 0 0,1 1 0,-1 1 1,12-6-1,-8 4 11,1 1 0,-1 1 0,1 0 0,0 1 0,0 0 0,1 1 1,-1 0-1,23 0 0,-12 1 2,25 1 9,-45 1-30,0-1 1,0 1-1,0 0 1,0 0-1,0 0 1,0 0-1,0 0 1,0 1-1,0-1 1,-1 1-1,1 0 1,4 4-1,4 5 65,-1 1 1,0 0-1,-1 1 0,0 0 0,-1 1 0,0 0 0,-1 0 1,-1 1-1,0 0 0,5 23 0,-4-4 285,-1 0 0,-1 0 0,-1 63 0,-4-89-268,0 0 0,-1 0 0,0 1 0,0-1 0,-1-1 0,0 1 0,0 0-1,-1 0 1,0-1 0,0 1 0,0-1 0,-1 0 0,-1 0 0,1 0 0,-1-1 0,0 1 0,0-1-1,-1 0 1,-11 8 0,-9 9-50,-1-2-1,-1-1 1,-1-1 0,0-2-1,-1 0 1,-1-3-1,-1 0 1,0-2-1,-1-1 1,0-2 0,0-1-1,-1-2 1,0-1-1,-68 1 1,83-5-169,-18-3-257,37 2 370,0 0 0,-1 0 0,1-1 0,0 1 1,0 0-1,0-1 0,-1 1 0,1 0 0,0 0 0,0-1 0,0 1 1,0 0-1,0-1 0,-1 1 0,1 0 0,0-1 0,0 1 0,0 0 0,0-1 1,0 1-1,0 0 0,0-1 0,0 1 0,0 0 0,0-1 0,1 1 1,-1 0-1,0-1 0,0 1 0,0 0 0,0-1 0,0 1 0,1 0 0,-1-1 1,0 1-1,0 0 0,0 0 0,1-1 0,-1 1 0,0 0 0,0 0 1,1-1-1,-1 1 0,0 0 0,1 0 0,-1 0 0,7-3-45,1 1 0,-1 1 1,0 0-1,0 0 0,0 0 0,1 1 0,9 0 0,3 0-5,4-1 38,1 2 0,37 4 1,-50-2 42,0-1 1,-1 1-1,1 1 1,-1 0-1,0 1 1,0 0-1,12 8 1,12 10 88,-2 2 0,-1 1 1,-1 1-1,-1 2 0,-2 0 0,26 35 1,-49-52 18,-5-10-390,-2-7-1250,-22-60-2924,11 29-176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07.35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43 4002,'0'0'7670,"0"-5"-7200,0-32 4190,0 48-4382,17 313 1683,-10-244-1504,-5-47-117,1 0-1,12 54 0,-11-137-328,-5 19-153,0 17 58,1 1 0,0-1 0,0 1 1,2-1-1,0 1 0,0 0 0,1 0 0,6-17 0,4 2 55,3-9-337,39-64 1,-48 91 321,-1 0 0,2 1-1,-1 0 1,1 0 0,1 1 0,-1 0 0,1 0 0,1 1 0,0 1 0,20-12-1,-21 15 21,0 0 0,1 1 0,-1 0 0,1 0 0,-1 1 0,1 1 0,-1-1 0,15 2 0,0 0 14,-22-1 7,-1 0 1,1 1-1,0-1 0,0 1 1,0-1-1,-1 1 1,1 0-1,0 0 1,-1 0-1,1 0 1,-1 0-1,1 0 1,-1 0-1,1 0 0,-1 1 1,0-1-1,0 1 1,0-1-1,1 1 1,-1-1-1,-1 1 1,1-1-1,0 1 0,0 0 1,-1-1-1,2 4 1,1 6 18,0 0 1,0 0-1,1 15 1,2 53 731,-6 106 0,-1-83-280,1 49 4,0-150-479,-1 0 0,1-1 0,0 1 0,0 0 0,0 0 0,0 0 0,0 0 0,0-1 0,0 1 0,0 0 0,1 0 0,-1-1 0,0 1 0,0 0 0,1 0 0,-1-1 0,0 1 1,1 0-1,-1-1 0,1 1 0,-1 0 0,1-1 0,-1 1 0,1 0 0,0-1 0,-1 1 0,1-1 0,0 0 0,-1 1 0,1-1 0,0 1 0,1-1-83,-1-1 0,0 1 0,0-1 0,0 1 0,0-1 0,0 1 0,0-1 0,0 0 0,0 1 0,0-1 0,0 0 0,0 0 0,0 0 0,-1 0 0,1 0 0,0 0 0,-1 0 0,1 0 0,0 0 0,-1 0 0,0 0 0,1 0 0,0-2 0,15-47-3813,2-15-3311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09.1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 1 768,'0'0'12089,"-3"3"-11647,2-2-372,-1 0-37,1 0 1,0 0 0,0 0 0,1-1 0,-1 1 0,0 0 0,0 0-1,0 0 1,1 1 0,-1-1 0,0 0 0,1 0 0,-1 0 0,1 0 0,-1 3 2432,4 5-1507,-3-9-931,1 1 0,-1 0 1,1 0-1,-1 0 0,0 0 1,1 0-1,0 0 0,-1-1 1,1 1-1,-1 0 0,1 0 0,0-1 1,-1 1-1,1 0 0,0-1 1,0 1-1,0-1 0,-1 1 1,1-1-1,2 1 0,16 9 116,1 0 0,0-2 0,0 0 0,1-2 1,0 0-1,23 3 0,22-2-48,1-3 0,71-5 1,-40 0-56,-22 0-33,276 13-5,118 0 82,-192-11-58,-105 10-63,42 1 70,15-13 3,253 2-85,-269 14 44,-58-3 16,265 23 12,-1 0 0,103 12 32,-373-31-48,335 7 315,-338-20-251,98-2 97,-135-1 1281,-109 0-1100,13 3 1234,-27-4-6700,-44 5 1588,-12 11-532,-19 7-2183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09.8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1 153 4290,'0'0'3735,"0"-17"-3348,0-55 802,0 9 3793,2 62-3852,1 13-291,19 462 2044,-14-233-2263,-4-203-128,-1-13-1915,-2-7-4799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0.3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 19 5747,'0'0'8353,"-5"1"-7513,-6 1-375,28-1-168,56-1 61,-39 0-165,926 8 1234,-938-8-1426,0-1 0,0 0 1,0-2-1,0 0 0,0-2 0,29-10 0,-48 13-1563,-8 1 1065,-12 1-101,-28 7-1360,-10 13-1799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1.1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201 76 8772,'0'0'4853,"-2"23"-4247,-7 75 31,-9 75 824,-44 183 0,45-272-1173,7-36 61,3 1 1,-3 75-1,10-123-258,5-6 24,3-15-491,-2-1 0,0 1 0,-2-1 0,0-1 0,1-25 0,-3-117-1777,-3 98 2074,-12-149-118,13 150-150,1-79-280,0 135 635,0 0-1,0 0 1,1 0 0,0 0 0,0 1-1,1-1 1,0 1 0,1 0 0,0 0-1,0 0 1,1 0 0,0 1 0,0-1-1,1 1 1,0 0 0,0 1 0,0 0-1,1 0 1,0 0 0,9-5 0,-3 3-6,0 1 1,1 0 0,-1 1-1,2 1 1,-1 0 0,0 1-1,1 0 1,0 1 0,0 1-1,0 0 1,18 1 0,-16 1 5,-11-1 4,0 1-1,0 0 1,0 0-1,0 0 1,0 1-1,0 0 1,0 0-1,0 0 1,0 1-1,0 0 1,5 3-1,-4 0 41,-1 0 0,0 1 0,0 0-1,0 0 1,-1 0 0,0 1-1,-1-1 1,1 1 0,-1 0 0,5 13-1,-3-5 134,0 0 0,-1 0 0,0 1 0,4 27 0,-6-14 254,-1 1 0,-2 46 0,-2-61-299,1-1-1,-2 1 1,0 0-1,0-1 1,-2 1-1,1-1 1,-9 16 0,0-9-39,-1-1 0,0 0 1,-1-1-1,-2-1 0,0 0 1,0-1-1,-2-1 1,0-1-1,-1-1 0,0 0 1,-1-1-1,0-2 0,-1 0 1,-38 13-1,41-19-99,0-1 1,-1 0-1,0-1 0,0-2 0,-21 1 1,38-2-64,-1 0 0,0 0 1,0 0-1,0-1 0,0 0 1,0 1-1,0-1 1,1 0-1,-1-1 0,0 1 1,1-1-1,-1 1 1,1-1-1,-7-4 0,8 3-42,-1 0-1,1 0 0,0 0 0,0 0 1,0-1-1,0 1 0,0-1 1,1 1-1,0-1 0,-1 1 0,1-1 1,1 0-1,-1 1 0,0-9 0,0 9 23,0-1 0,1 0-1,0 0 1,0 0 0,0 0-1,0 0 1,0 0 0,2-5-1,-2 8 78,1 0 0,0 0 0,0 0 0,-1 1-1,1-1 1,0 0 0,0 0 0,0 0-1,0 1 1,0-1 0,0 0 0,0 1 0,1-1-1,-1 1 1,0-1 0,0 1 0,0 0 0,0 0-1,1-1 1,-1 1 0,0 0 0,0 0 0,0 0-1,1 0 1,-1 0 0,2 1 0,5-1 38,-1 1 0,0 0-1,1 0 1,-1 1 0,0 0 0,0 0 0,0 1 0,0 0 0,0 0 0,-1 1 0,1 0 0,-1 0 0,0 0 0,8 8-1,7 8 121,-2 0 0,27 35 0,-28-32-20,107 144 449,-65-83-459,-54-76-128,-5-6-43,1 1 1,-1-1-1,1 0 1,-1 0-1,1 0 1,-1 0 0,1 0-1,0 0 1,0 0-1,0 0 1,0-1-1,1 1 1,-1-1 0,0 1-1,1-1 1,-1 0-1,5 1 1,-6-2-50,-1 0 1,0 0 0,1 0-1,-1 0 1,1 0-1,-1 0 1,0 0-1,1 0 1,-1 0-1,1 0 1,-1 0-1,0 0 1,1-1 0,-1 1-1,0 0 1,1 0-1,-1-1 1,0 1-1,1 0 1,-1 0-1,0-1 1,1 1 0,-1 0-1,0-1 1,1 1-1,1-15-3001,-1-20-3562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1.55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9941,'0'0'6210,"4"254"-4801,-4-180-208,0 0-481,0-15-224,0-13-160,0-18-336,0-17 0,4-11-32,5 0-640,0-15-1057,4-40-576,-5-23-2945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1.9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22 8 1521,'0'0'11971,"-3"-1"-11187,-12-5 88,12 5-117,18 3 424,6 4-800,28 14-1,19 7 58,0-10-207,2-3 1,-1-2-1,110 3 1,-172-15-299,20 1 41,-26-1-13,0 0 1,-1 0-1,1 0 0,0 0 1,0 0-1,-1 0 0,1 0 1,0 0-1,0 1 0,-1-1 0,1 0 1,0 0-1,-1 1 0,1-1 1,0 0-1,-1 1 0,1-1 1,0 1-1,-1-1 0,1 1 1,-1-1-1,1 1 0,-1 0-799,-3-1-1036,0 1 1246,0-1-1,-1 0 1,1 0 0,0-1 0,0 1-1,0-1 1,0 1 0,0-1 0,0 0-1,0 0 1,-4-2 0,-23-17-5682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2.29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 0 5298,'0'0'7588,"-4"141"-6404,4-63 161,0 7-112,0 9-593,0-8-128,4-12-224,0-19-288,5-16-16,4-24-496,0-15-1409,0 0-2417,0-23-4242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2.62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5587,'0'0'6736,"0"25"-5818,0 289 2225,1 43-1183,0-315-1830,10 60 0,-8-84-165,1 0 1,0-1-1,2 1 0,0-1 0,14 28 0,-18-43-89,-1 1 0,1 0 1,-1-1-1,1 0 0,0 1 0,0-1 0,0 0 0,4 3 1,-5-4-303,0 0 0,0-1 0,1 1 0,-1 0 1,1-1-1,-1 1 0,1-1 0,-1 0 0,0 0 1,1 1-1,2-1 0,5 0-4254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2.98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11845,'0'0'4258,"243"70"-3937,-126-66-129,9 4-128,21-4 176,5-1-48,-4 5-192,-18-8-112,-31 0-977,-34 0-575,-39 0-834,-39 0-7890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3.55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10 8628,'0'0'5077,"0"11"-4616,17 295 3304,-25 425-1489,3-494-2020,6-236-255,-1-1 0,0 0 0,1 0 0,-1 0 0,0 1 0,1-1 0,-1 0 0,1 0 0,-1 0 0,0 0 0,1 0 0,-1 0 0,1 0 0,-1 1 0,0-1 1,1 0-1,-1 0 0,1-1 0,-1 1 0,0 0 0,1 0 0,-1 0 0,1 0 0,-1 0 0,0 0 0,1 0 0,-1-1 0,0 1 0,1 0 0,-1 0 0,0-1 0,1 1 0,1-2-10,-1 1 0,0-1-1,1 1 1,-1-1 0,0 0-1,0 1 1,0-1 0,0 0-1,-1 0 1,1 0 0,0-2-1,6-21-339,-1 0 0,-1 0 0,3-50-1,-7-87-1116,-2 94 1077,1-697-801,1 761 1198,-1-1-1,1 1 0,0-1 1,0 1-1,1-1 0,-1 1 0,1 0 1,0-1-1,0 1 0,0 0 1,1 0-1,0 1 0,-1-1 1,1 0-1,0 1 0,1 0 1,-1 0-1,1 0 0,-1 0 1,1 0-1,0 1 0,7-4 0,0 0-3,0 1 0,1 0 0,0 1 0,0 0 0,0 1 0,0 0 0,19-1 0,9 1-11,0 2 0,44 5 0,-76-2 14,1 0 0,-1 0 1,1 0-1,-1 1 0,0 1 0,0-1 0,0 1 1,0 0-1,-1 1 0,1 0 0,-1 0 0,0 1 0,-1 0 1,0 0-1,0 0 0,0 1 0,6 8 0,-4-3 67,0 1-1,-1-1 1,0 1-1,-1 0 1,-1 1-1,0-1 1,0 1-1,-2 0 1,4 26-1,-4-15 199,-1-1-1,-2 1 0,-3 29 0,2-43-167,-1 1 0,0-1 0,-1-1 1,0 1-1,-1 0 0,0-1 0,-1 0 0,0 0 1,-10 14-1,-4 1 18,-1-2-1,-1 0 1,-1-1 0,-1-2 0,-1 0 0,-1-1 0,0-2-1,-2 0 1,0-2 0,0-1 0,-51 18 0,61-27-119,-1-1 0,1 0 0,-1-1 0,0-1 0,-27-1 0,43 0-27,0-1 0,-1 0-1,1 0 1,0 0-1,-1 0 1,1-1-1,0 1 1,-1-1 0,1 1-1,0-1 1,0 0-1,-1 0 1,1 0-1,0 0 1,0 0 0,0 0-1,0-1 1,1 1-1,-4-4 1,3 2-52,1 0 0,-1 0 1,1 0-1,0 0 0,0-1 1,0 1-1,1 0 0,-1-1 1,1 1-1,0 0 0,0-1 0,0-4 1,0 5-1,0 0 0,0 0 0,0 0 1,1 0-1,-1 0 0,1 0 0,-1 0 1,1 0-1,3-5 0,-3 7 51,0-1 0,0 1 0,0-1 0,1 1 0,-1 0 0,1-1 0,-1 1 0,1 0 0,-1 0 0,1 0 0,0 0 0,-1 0 0,1 0 0,0 1 0,0-1 0,0 1 0,-1-1 0,3 1 0,6-2 20,0 0 1,0 1-1,0 0 0,0 1 1,0 0-1,0 1 0,0 0 1,-1 0-1,1 1 0,0 0 0,-1 1 1,1 0-1,-1 1 0,0 0 1,0 0-1,15 10 0,-2 4 67,-1 0 1,-2 1-1,0 2 0,0-1 0,-2 2 1,18 31-1,76 150 385,-100-181-412,-7-16-51,-1 0 0,0 0 1,0 0-1,0 0 0,-1 0 0,0 1 1,-1-1-1,1 1 0,0 7 0,-2-13-661,0-9-508,-2-87-3588,-5 34 91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3.98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109 0 6723,'0'0'8265,"26"1"-7414,85 7-24,-107-8-766,0 1 0,0 0 0,0 0 0,0 1 0,0-1 0,0 1 0,0 0 0,0 0 0,-1 0 0,1 1 0,-1-1 0,1 1 0,-1 0 0,0 0-1,0 0 1,0 0 0,-1 0 0,1 1 0,-1-1 0,0 1 0,1 0 0,-2 0 0,1 0 0,0 0 0,1 6 0,-1 3 116,0-1 0,0 1 1,-1 0-1,-1-1 0,0 1 0,-3 17 1,2-20-86,-1-1 0,0 0 1,0 0-1,-1 0 0,0-1 0,-1 1 1,0-1-1,0 0 0,-1 0 1,0 0-1,-8 9 0,-7 6 39,-1-1 1,-26 20-1,29-25-72,-45 35 52,39-34-49,1 1 0,-35 39-1,57-58-60,0 1 1,1 0-1,-1 0 0,0-1 0,1 1 0,-1 0 0,0 0 0,1 0 0,-1 0 0,1 0 0,-1 0 0,1 0 0,0 0 0,0 0 0,-1 0 0,1 1 0,1-1-3,-1 0 0,1-1-1,0 1 1,0-1-1,0 1 1,0-1 0,-1 1-1,1-1 1,0 0-1,0 1 1,0-1 0,0 0-1,0 0 1,0 0 0,0 0-1,0 0 1,0 0-1,0 0 1,0 0 0,0 0-1,1 0 1,20-1-7,-1-1 1,1-1 0,-1-1-1,36-11 1,89-39-48,-27 8-177,-69 30-48,98-35-1430,-54 12-2737,-48 16-1307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4.3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2177,'0'0'11493,"282"12"-11381,-204-8 0,-17-4-112,-18 0-96,-13 0-992,-21 0-1794,-9-16-1103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4.7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6867,'0'0'5122,"22"223"-4161,-18-133 127,-4 3 449,0-3-384,0-4-529,0-16-224,0-15-272,4-20-64,5-20-64,0-7-256,-1-8-1008,1 0-641,0-27-448,-1-24-3474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5.10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9396,'0'0'4322,"13"0"-8852,0 0 240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5.47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79 11461,'0'0'4866,"4"0"-5714,0 0-833,9 0-1280,-4 0-2578</inkml:trace>
  <inkml:trace contextRef="#ctx0" brushRef="#br0" timeOffset="1">516 79 15191,'0'0'4482,"44"0"-4690,-35 0 208,4-8-320,-5-4-945,5-7-1008,-4-1-1280,-9 1-4819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7.0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8404,'0'0'7176,"5"0"-6829,439 0-1115,-444 0 725,1 0-1,-1 0 1,1 0 0,-1 0-1,1 0 1,-1 1 0,1-1 0,-1 0-1,1 0 1,-1 0 0,1 1-1,-1-1 1,1 0 0,-1 0-1,0 1 1,1-1 0,-1 0-1,0 1 1,1-1 0,-1 1 0,0-1-1,1 0 1,-1 1 0,0-1-1,0 1 1,1-1 0,-1 1-1,0-1 1,0 1 0,0-1 0,0 1-1,0-1 1,1 2 0,-2 19-1768,1-12 230,-3-5-1057,-12-3-937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7.46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4482,'0'0'8788,"17"234"-8020,-8-163-47,0 3-177,-5-8-112,0-11-272,1-12-96,-5-16-64,0-7-96,4-20-1200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7.8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36 1 7443,'0'0'5544,"-6"39"-4597,-17 133-304,19-132-35,1 66 0,4-65-178,-1 269 1390,0-295-1781,1-1 0,0 1 1,3 15-1,-3-27-67,0 1 0,-1-1 1,1 1-1,1-1 0,-1 0 0,0 1 0,1-1 1,0 0-1,0 0 0,0 0 0,0 0 1,0-1-1,0 1 0,1 0 0,-1-1 0,1 0 1,0 1-1,3 1 0,-4-3-419,0-1-1,0 1 0,1-1 1,-1 1-1,0-1 1,0 0-1,0 0 0,4 0 1,0 0-1821,4 0-4226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8.1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11269,'0'0'5363,"36"23"-4894,-36-23-469,164 94 435,-153-89-397,0 0 0,0-2 0,1 1 0,-1-1 0,1-1 0,0 0 0,-1-1 0,21 0 0,180 1-212,241-30 1,-388 20-144,-14 1-563,66-2 1,-132 8-970,-14 0 950,21 3 345,1-1-1,0 1 1,-1 0 0,-9 5-1,-38 24-3970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8.91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121 1 544,'0'0'13033,"-6"39"-11947,-20 131-334,21-132-315,3 0 1,1 44-1,2-32-55,-9 163 768,-40 242 0,35-347-618,0 154 0,13-267-676,1 1 1,-1 0-1,1 0 0,0 0 0,3-7 0,2-9-228,2-24-123,3-89 0,-11-50-625,-2 71 848,2-381-617,0 484 906,0 0-1,1 0 0,0 0 1,0 0-1,1 0 0,0 0 0,1 0 1,0 0-1,0 1 0,1-1 1,0 1-1,0 0 0,1 0 1,0 1-1,0-1 0,1 1 0,13-13 1,-10 12-25,1-1 0,1 2 0,0-1 1,0 2-1,0-1 0,1 1 0,-1 1 0,1 0 0,1 1 1,-1 0-1,16-2 0,9 1-34,1 1 1,57 1-1,-88 3 56,0 0 0,1 1 1,-1-1-1,0 1 0,0 1 0,0 0 1,0 0-1,-1 0 0,1 0 0,0 1 1,-1 1-1,10 5 0,-7-2 46,-1 0 1,0 1-1,0 1 0,0-1 0,-1 1 1,-1 0-1,8 13 0,-1 1 84,-1 0 1,-1 0-1,-1 1 0,-1 0 0,-2 1 1,0-1-1,-1 2 0,-2-1 1,0 0-1,-2 1 0,-1 28 0,-1-48-109,0 12 127,0 0 0,-1-1 0,-4 21 0,3-31-116,0-1-1,0 0 0,0 0 1,-1 1-1,0-2 0,0 1 1,-1 0-1,0 0 1,0-1-1,0 0 0,-8 8 1,-3 1-14,-1-2 0,0 0 0,-1-1 1,0 0-1,0-1 0,-1-1 0,-1-1 1,1-1-1,-1 0 0,-34 6 0,11-5-196,-1-2-1,1-2 0,-85-3 1,121-1 80,0 0 1,1-1-1,-1 0 1,0 0 0,-5-2-1,10 3 62,0-1-1,0 1 0,0-1 1,-1 1-1,1-1 1,0 1-1,0-1 1,0 0-1,1 0 0,-1 1 1,0-1-1,0 0 1,0 0-1,1 0 0,-1 0 1,0 0-1,1 0 1,-1 0-1,1 0 1,-1-1-1,1 1 0,-1 0 1,1 0-1,0 0 1,0 0-1,-1-1 1,1 1-1,0-2 0,7 2-19,0 1 29,3 0 0,-1 0 1,1 0 0,0 1 0,0 0 0,0 1 0,0 0-1,-1 0 1,1 1 0,-1 0 0,12 6 0,0 5 21,0 0 0,-1 1 0,-1 1 0,-1 1 0,0 1 0,22 28 0,83 130 80,-117-169 310,-3-3-5552,-3-14 156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19.46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 1 6771,'0'0'6499,"-1"14"-5693,-3 473 4922,5-296-4901,-1-185-787,-1-1-14,1 0-1,1 0 0,-1 0 0,1 0 1,-1 0-1,3 5 0,-3-9-12,1 0 0,-1 0 0,1 0 0,0 1 0,0-1 0,-1 0 0,1 0-1,0 0 1,0 0 0,0-1 0,0 1 0,0 0 0,0 0 0,0 0 0,0-1 0,0 1 0,0-1 0,0 1 0,1-1 0,-1 1 0,0-1 0,0 0-1,1 1 1,-1-1 0,0 0 0,1 0 0,-1 0 0,2 0 0,-2 0-8,1 0-1,-1 0 1,0 0 0,0-1 0,0 1-1,1 0 1,-1 0 0,0-1-1,0 1 1,0-1 0,0 1 0,0-1-1,0 0 1,0 1 0,0-1-1,0 0 1,0 0 0,0 0 0,1-1-1,12-24-62,-13 23 49,47-131-1081,-23 58 240,-8 27 259,50-127-620,-55 151 1138,0 1-1,2 0 1,0 1 0,33-39-1,-41 55 105,0 1-1,0 0 0,1 0 1,0 1-1,0 0 1,0 0-1,1 1 0,-1 0 1,1 0-1,0 1 1,0-1-1,0 2 1,1-1-1,-1 1 0,1 1 1,-1 0-1,1 0 1,-1 0-1,12 2 0,-19-1-21,0 0 0,0 0 0,0 0 0,0 0 0,0 0 0,0 0-1,-1 0 1,1 1 0,0-1 0,0 1 0,0-1 0,0 0 0,0 1-1,0-1 1,0 1 0,-1 0 0,1-1 0,0 1 0,0 0-1,-1-1 1,1 1 0,0 0 0,-1 0 0,1 0 0,0 0 0,6 27 23,-5-18 4,4 43 334,-1 0 0,-6 94 0,0-62-52,1 155 274,4-220-795,-1-18-1074,-1-14-1683,-2-26-1031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20.92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1 161 3682,'0'0'5378,"0"-5"-4690,0-16 262,0 16 2470,13 1-1501,-8 1-1775,0 1-1,0 0 1,1 0 0,-1 1 0,0-1 0,1 1 0,9-1 0,43 1-183,-42 1 93,196-10 15,1 1-72,-48 6-32,101 2-44,-137 15 67,-16-1 13,76-7 13,15 0 4,379 1-21,-507-12-41,86-18 0,35-3-73,649 6 889,-829 20 1609,-12-7-6431,24-14 59,20-9-3399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21.4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 0 4882,'0'0'4781,"-3"2"-3965,1-1-782,1-1 32,0 0-1,0 1 1,1-1 0,-1 0 0,0 0 0,0 1 0,1-1 0,-1 0-1,0 1 1,1-1 0,-1 1 0,1-1 0,-1 1 0,0-1 0,1 1-1,-1-1 1,1 1 0,0 0 0,-1-1 0,1 1 0,-1 0 0,1-1-1,0 1 1,0 0 0,-1 0 0,1-1 0,0 1 0,0 0 0,0 0-1,0-1 1,0 1 0,0 0 0,0 0 0,0 0 0,0-1-1,0 1 1,0 0 0,0 0 0,1-1 0,-1 1 0,0 0 0,0-1-1,1 1 1,-1 0 0,1-1 0,-1 1 0,0 0 0,2 0 0,43 51 1483,68 60 0,33 37-1091,-138-139-434,5 6 42,23 21 1,-35-36-48,-1-5-2540,0-41-3821,0 12 1383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21.7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473 1 8676,'0'0'2825,"-12"4"-2587,-1 1-13,1 0-1,0 1 1,0 0 0,0 1 0,1 0 0,-20 17 0,-34 35 750,-191 179 1587,249-231-2550,4-5-26,1 0 0,-1 0-1,1 0 1,0 1-1,0-1 1,0 0 0,0 1-1,1 0 1,-1-1 0,0 1-1,1 0 1,0 0 0,0 0-1,0 0 1,0 0 0,-1 5-1,11-10-2671,-1-1 1782,0-1 0,-1-1 0,1 1 0,-1-1 0,0-1 0,10-8-1,21-21-5177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22.27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 1 2513,'0'0'10533,"0"0"-10470,0 0 0,-1 0 0,1 0-1,0 0 1,-1 0 0,1 0 0,0 0 0,0 0 0,-1 0 0,1 0 0,0 0-1,-1 0 1,1 0 0,0 1 0,0-1 0,-1 0 0,1 0 0,0 0-1,0 0 1,-1 1 0,1-1 0,0 0 0,0 0 0,-1 0 0,1 1-1,0-1 1,0 0 0,0 0 0,0 1 0,-1-1 0,1 0 0,0 0 0,0 1-1,0-1 1,0 0 0,0 1 0,0-1 0,0 1 0,-1 26 505,2 1 0,2-1 1,7 40-1,55 319 1150,-31 5-651,-20 355 284,-15-580-1141,1-165-314,0-12-1710,0-109-6001,-4 95 2506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22.7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1 149 7780,'0'0'7792,"7"3"-6452,-2-3-1269,0 1 1,-1-2 0,1 1-1,-1-1 1,1 1-1,-1-1 1,0 0-1,9-4 1,38-19-44,-6 3-20,-24 15-6,0 0-1,0 2 1,1 0-1,0 1 1,-1 2-1,35 1 1,-54 0 13,1 0-1,-1 1 1,0-1 0,0 1 0,0 0 0,0 0 0,0-1 0,0 1 0,0 0-1,0 1 1,0-1 0,-1 0 0,1 1 0,0-1 0,-1 1 0,1-1-1,-1 1 1,1-1 0,-1 1 0,0 0 0,0 0 0,2 3 0,3 6 191,-1 1 0,7 22 0,-6-16 136,-3-9-223,-2-5-56,1 0 0,-1 0 0,1 0 0,0 0 0,0 0 0,0-1 0,0 1 0,1-1 0,2 4 0,-4-6-1,-9-98-5483,2 43 2187,-2-25-3457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23.15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41 4194,'0'0'6552,"2"-7"-5429,-1 4-1064,0 2 35,-1-1 0,0 1 0,1-1 1,-1 1-1,1-1 0,-1 1 1,1 0-1,0-1 0,0 1 0,0 0 1,0-1-1,-1 1 0,2 0 1,-1 0-1,0 0 0,0 0 0,0 0 1,0 0-1,1 0 0,-1 0 0,0 1 1,1-1-1,-1 0 0,1 1 1,-1-1-1,1 1 0,-1 0 0,1-1 1,-1 1-1,1 0 0,-1 0 1,1 0-1,-1 0 0,1 0 0,1 1 1,347-1 1846,-234 0-4468,0 0-4171,-105 0 2694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23.54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 0 17960,'0'0'432,"-9"4"-5698,18 4 1632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01.83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 0 7571,'0'0'6566,"0"0"-6427,0 0 0,0 0 0,0 0-1,0 1 1,0-1 0,0 0 0,0 0 0,0 0-1,-1 0 1,1 0 0,0 0 0,0 0-1,0 0 1,0 0 0,0 0 0,0 0 0,0 0-1,-1 0 1,1 0 0,0 0 0,0 0 0,0 0-1,0 1 1,0-1 0,0-1 0,0 1 0,-1 0-1,1 0 1,0 0 0,0 0 0,0 0 0,0 0-1,0 0 1,0 0 0,0 0 0,-1 0 0,1 0-1,0 0 1,0 0 0,0 0 0,1 306 25,-4 370 718,-4-490-639,-1 86 28,7-238-247,0-17 9,1 1 0,3 27 1,-2-40-40,-1-1-1,2 1 1,-1 0 0,0-1-1,1 1 1,0 0 0,0-1-1,0 0 1,1 0 0,0 0-1,-1 0 1,1 0-1,7 7 1,-8-10-123,0 0 0,1-1 0,-1 1 0,1 0 0,-1-1-1,0 1 1,1-1 0,-1 0 0,1 0 0,-1 0 0,1 0 0,-1 0 0,1 0-1,-1-1 1,0 1 0,1-1 0,-1 1 0,1-1 0,-1 0 0,0 0 0,0 0-1,0-1 1,0 1 0,3-2 0,0-3-622,1-1 0,-1 1-1,-1-1 1,1-1 0,-1 1 0,4-10 0,6-15-4390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02.29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1 320 7603,'0'0'7262,"0"-5"-7096,0-1-113,2-1 0,-1 1-1,1-1 1,0 1 0,0-1 0,1 1 0,-1 0 0,2 0 0,-1 0 0,1 1-1,-1-1 1,1 1 0,1 0 0,-1 0 0,9-7 0,1-1 80,0 1 0,0 1 1,2 0-1,28-15 1,-33 22-121,0-1 0,0 2 0,1 0 0,0 0 0,0 1 0,0 0 1,0 1-1,0 1 0,0 0 0,0 0 0,0 1 0,15 4 0,-22-4-10,0 1 0,0 0 0,0 0 0,0 1 0,0-1 0,-1 1 0,0 0 0,1 0 0,-1 1 0,6 5 1,3 5 76,17 25 1,-22-28-17,-7-4-83,-3-6-482,-2-5-267,-6-12-352,1 0 0,0 0 1,2 0-1,0-1 0,-8-32 1,9 32-175,-16-62-4458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02.63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90 9332,'0'0'6979,"34"-23"-6963,10 7-16,3-4 177,5 9-161,0-1-32,0 4-161,-4 8-1167,-5 0-1297,-4 20-2194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39:56.43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 1 48,'0'0'13774,"-3"0"-13379,3 0-294,-1 0-1,1 0 1,-1 0-1,0 0 1,1 0-1,-1 0 1,1 1-1,-1-1 1,1 0-1,-1 0 1,1 0-1,-1 1 1,1-1 0,-1 0-1,1 1 1,-1-1-1,1 1 1,-1-1-1,1 0 1,0 1-1,-1-1 1,1 1-1,0-1 1,-1 1-1,1 0 1,-4 19 661,12 27-443,-8-46-310,17 69 489,-3-1 0,6 93-1,-12-25-593,-9-178-209,0 24 222,0 0 1,1 1 0,1-1 0,1 0 0,0 1 0,5-18 0,3-2-341,-6 20 300,0 0 0,1 0-1,11-23 1,-14 36 118,-1 0 1,0 1-1,1-1 0,0 0 0,0 1 0,0-1 0,0 1 0,0 0 0,0 0 0,1-1 1,-1 1-1,1 1 0,-1-1 0,1 0 0,0 1 0,0-1 0,0 1 0,0 0 0,0 0 0,0 0 1,0 0-1,0 1 0,0-1 0,4 1 0,-2-1 11,0 0-1,1 0 1,-1 0 0,0-1 0,0 1-1,0-1 1,0 0 0,9-6 0,4-1 11,-10 7-17,0 0-1,0 1 1,0 0-1,0 0 0,1 1 1,-1 0-1,15 2 1,6-1 127,5 3 12,-34-4-35,3 0-27,0 0 0,-1 0 0,1 1 0,-1-1 0,1 0 0,0 1 0,4 1 0,-5 0-39,0 0 0,0-1 0,-1 1 0,1 0 1,0 0-1,-1 0 0,1 0 0,-1 0 0,0 1 0,1-1 0,-1 0 0,0 1 0,1 2 0,7 35 438,7 142 645,-7-65-847,26 134 518,-34-249-783,-1 0 1,1 0-1,0 0 0,0-1 0,-1 1 1,1 0-1,0 0 0,0-1 0,1 1 0,-1 0 1,0-1-1,1 1 0,-1-1 0,1 0 0,2 3 1,-3-4-29,-1 1 1,1-1 0,0 0-1,-1 1 1,1-1 0,0 0 0,-1 1-1,1-1 1,0 0 0,0 0-1,-1 0 1,1 0 0,0 0-1,0 0 1,0 0 0,-1 0 0,1 0-1,0 0 1,0 0 0,-1 0-1,1-1 1,0 1 0,0 0-1,-1 0 1,1-1 0,0 1 0,-1-1-1,1 1 1,0-1 0,-1 1-1,1-1 1,-1 1 0,1-1-1,-1 1 1,1-1 0,-1 0 0,1 1-1,-1-1 1,1 0 0,-1 0-1,6-10-1866,-1 0 1,0 0-1,5-17 0,-9 8-4769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06.6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 1 12310,'0'0'4810,"-5"12"-2481,0-10-1904,-1 3 615,4 10-782,2 1250 1602,0-1256-1841,4 125 157,-2-113-151,1 0 0,1 0 0,0-1 0,10 24 0,-4-26 234,-9-17-321,-1-1-1,1 0 0,-1 1 0,1-1 1,-1 0-1,1 1 0,-1-1 1,1 0-1,0 0 0,-1 0 0,1 1 1,-1-1-1,1 0 0,0 0 1,-1 0-1,1 0 0,-1 0 0,1 0 1,0 0-1,2-1-407,0-1 0,-1 1 0,0 0 0,1-1 0,-1 1 0,0-1 0,0 0 0,0 0 0,3-2 0,-1 0-475,20-12-6536,-18 12 1259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06.97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3 172 4018,'0'0'10837,"-1"-8"-9991,1 4-766,-1 2-34,1 0 1,0 0-1,-1 0 1,1 0 0,0 0-1,0 0 1,0 0-1,0 0 1,1 0 0,-1 0-1,1 0 1,-1 0-1,1 0 1,-1 0 0,1 1-1,0-1 1,0 0-1,0 0 1,0 1 0,0-1-1,1 0 1,-1 1-1,0-1 1,1 1 0,-1 0-1,1-1 1,-1 1-1,1 0 1,2-2 0,10-2 173,0 1 1,-1 0-1,1 1 1,1 1-1,-1 0 1,0 1-1,1 0 1,27 3 0,-5-2 200,-27 1-330,0-1 0,0 2 1,0-1-1,0 1 0,-1 1 0,20 7 1,53 32 271,-73-37-351,-3-1-6,7 0-218,-13-14-1911,-1-79-3218,-3 28-65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07.3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13206,'0'0'5443,"294"156"-5443,-198-144 0,3-12-16,-3 0-673,-14-8-1360,-21-19-3505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08.69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52 44 2673,'0'0'6091,"2"8"-910,2-9-5110,0 1 0,0-1-1,0 0 1,0 0 0,0-1 0,0 1 0,-1-1-1,1 0 1,0 0 0,-1 0 0,1 0 0,4-5-1,-4 4-76,0 0 0,0 0 0,1 0 0,-1 1 0,0 0 0,1 0 0,-1 0 0,1 0 0,0 1 0,9-2 0,75 2 80,-86 1-56,-1 0 0,0 0 0,0 0-1,0 1 1,0-1 0,0 1 0,0-1-1,0 1 1,0 0 0,0 0-1,0 0 1,0 0 0,0 0 0,0 0-1,-1 1 1,1-1 0,2 3 0,-1-1 39,-1 1 1,1-1-1,-1 1 1,0-1 0,0 1-1,-1 0 1,1 0-1,1 7 1,0 5 190,-1 1 0,0-1 0,-1 28 1,-1-43-236,1 11 66,-1 0 1,-1 0 0,0 0-1,-1 0 1,0 0-1,0-1 1,-1 1-1,-1-1 1,0 1-1,-1-1 1,0-1-1,0 1 1,-1-1-1,-8 11 1,-10 8-30,0-1 0,-2-1 0,-1-1 1,0-1-1,-45 30 0,68-53-43,1 1 0,-1-1 0,0 0 0,0 0 1,1 0-1,-1 0 0,0-1 0,0 0 0,-1 1 0,1-1 0,0-1 0,0 1 0,-1-1 1,-4 0-1,6 0-45,21 0-76,-12 0 107,0 0 33,0 0-1,0 0 0,0 0 1,0 1-1,-1 0 1,1 0-1,0 0 1,0 1-1,0 0 1,-1 0-1,8 5 0,-1 1 138,-1 1-1,0 0 0,-1 1 1,18 22-1,36 55 808,-30-40-484,-20-28-265,-6-7-102,0-1-1,1 0 1,0-1 0,12 10-1,-19-17-112,1-1-1,-1 0 0,1-1 0,0 1 0,0 0 0,-1-1 0,1 0 0,0 1 0,0-1 0,1 0 0,-1-1 0,0 1 0,0-1 1,0 1-1,0-1 0,1 0 0,-1 0 0,0 0 0,0 0 0,1-1 0,-1 0 0,5-1 0,-3 0-55,1-1 0,0 1 0,-1-1 0,0-1 0,0 1 0,0-1 0,0 0 0,0 0 0,-1 0 0,1-1 0,6-9 0,2-5-642,20-40 0,-26 46 350,58-123-3756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10.94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11637,'0'0'5550,"19"6"-4817,303 85 788,-216-69-1468,1-4 1,2-6-1,149-1 0,-17-11-576,-222 0 393,1 0 0,-1-1 0,0-2-1,1 1 1,32-11 0,-26 5-1,-4 0 16,27-11 1,-48 18 36,-1 7-224,-1 0 299,-1 0 1,1 0-1,-1 0 0,0-1 0,0 1 0,-4 6 0,0 2 37,-4 14 44,1 0 1,1 1-1,2-1 0,1 2 0,-2 30 1,4 155 152,4-129-129,-1-1-30,-15 538 761,-12-323-354,-14 332 421,41-509-729,0-120-171,0 0 1,0 0-1,0 0 1,1 0 0,-1 0-1,1-1 1,-1 1-1,3 5 1,-2-7-5,-1 0 1,1-1-1,-1 1 0,1-1 1,0 1-1,0 0 0,-1-1 0,1 1 1,0-1-1,0 0 0,0 1 1,-1-1-1,1 1 0,0-1 0,0 0 1,0 0-1,0 0 0,0 0 1,0 1-1,0-1 0,-1 0 1,1 0-1,0-1 0,0 1 0,0 0 1,0 0-1,0 0 0,0-1 1,0 1-1,1-1 0,0 0-2,0 0 0,0 0 0,1-1-1,-1 1 1,0 0 0,0-1 0,0 0 0,0 1-1,-1-1 1,1 0 0,0 0 0,-1 0 0,1 0-1,-1-1 1,0 1 0,0 0 0,2-5-1,2-2-28,-3 4 3,6-9-45,1-1 1,0 2 0,12-16-1,-18 25 67,1 1 1,-1-1-1,1 1 0,0 0 0,0 0 0,0 0 0,0 1 0,1-1 0,-1 1 1,1 0-1,0 0 0,-1 0 0,1 1 0,0 0 0,6-1 0,18 0-133,34 2-1,-21 1 71,-30-1 62,1 1 0,-1 1 0,0 0 0,0 1 0,0 1 0,-1-1 0,1 2 0,-1 0-1,16 9 1,12 10-33,46 35 0,-7-3-64,-49-38 92,-18-12 1,0 0 1,0 1-1,0 1 0,-1 0 1,0 0-1,-1 1 0,15 16 1,-24-24 2,1 0 0,-1-1 0,1 1 0,-1 0 1,1 0-1,-1-1 0,1 1 0,-1 0 0,0 0 0,0 0 0,1 0 1,-1 0-1,0-1 0,0 1 0,0 0 0,0 0 0,0 0 0,0 0 0,0 0 1,0 0-1,0 0 0,0-1 0,-1 1 0,1 0 0,0 0 0,-1 0 1,1 0-1,-1-1 0,1 1 0,0 0 0,-1 0 0,0-1 0,1 1 1,-1 0-1,1-1 0,-1 1 0,0-1 0,1 1 0,-1-1 0,0 1 1,0-1-1,-1 1 0,-4 2 57,0 0 0,-1-1 0,0 0 0,-10 3 0,3-2-72,-52 17 97,-49 13 52,-179 78 1,266-97-123,1 1 1,1 1 0,0 1 0,1 2 0,-37 35 0,57-49 8,1-1 1,0 1-1,1 0 0,-1 0 1,1 1-1,0-1 0,0 1 1,1-1-1,-3 10 1,4-12 5,0-1 1,1 1 0,-1-1-1,1 1 1,0-1 0,0 1-1,0-1 1,0 1 0,0-1 0,1 1-1,-1-1 1,1 1 0,0-1-1,-1 1 1,1-1 0,0 0-1,0 1 1,1-1 0,-1 0 0,0 0-1,1 0 1,0 0 0,-1 0-1,1 0 1,0 0 0,3 2-1,7 4 89,1 1-1,1-2 1,0 0-1,27 10 0,68 16 121,-78-25-207,188 67 39,-213-73-59,1 2 1,0-1-1,-1 1 0,10 6 1,-14-8-6,-1-1 0,1 1 0,0-1 0,-1 1 0,0-1 1,1 1-1,-1 0 0,0 0 0,0 0 0,0 0 0,0 0 0,0 0 1,0 0-1,-1 0 0,1 0 0,-1 0 0,1 0 0,-1 5 0,1 2 9,-1 0 1,-1 0-1,0 0 0,-3 16 0,3-21 3,-1 0-1,0-1 1,1 1 0,-1-1 0,0 0 0,-1 1-1,1-1 1,-1 0 0,1 0 0,-1-1 0,0 1-1,0-1 1,-5 4 0,7-5-14,0 0 0,0 0 0,0 0 0,0 0 0,0 0 0,1 0 0,-1 0 0,0 0 0,1 1 0,-1-1 0,1 0 0,-1 0 0,1 1 0,0-1 0,-1 0 0,1 0 0,0 3 0,1 26-285,-1-13 218,1 112 91,-10 397 129,4 122 105,10-577-198,3 92 52,-7-87 16,-4-1-1,-16 93 1,11-133-211,9-64-792,1-22-34,-2-38-1624,0-17-1725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13.64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2064 111 2161,'0'0'8404,"13"0"-5040,370 26-306,-166-5-2869,581-2-82,-615-23-166,238-35 0,174-54-53,-349 54 224,-245 39-87,1-1 0,-1 1-1,1 0 1,-1-1 0,1 1-1,-1 0 1,1 0 0,0 0-1,-1 0 1,1 1 0,-1-1-1,1 0 1,-1 1 0,1-1-1,-1 1 1,1-1 0,-1 1-1,0 0 1,1-1 0,-1 1-1,0 0 1,1 0 0,-1 0-1,0 0 1,1 1 0,0 2 2,0 0 0,-1-1 0,0 1 0,0 0 0,0 0 0,0 0 1,0 0-1,-1 5 0,1-4-22,47 284 693,-13-85-233,-8 29-223,-3 350-1,-24 179-227,-5-769-649,3 2 638,1 0-1,-1 0 1,1 0 0,0-1 0,0 1 0,1 0 0,0-1 0,0 1 0,0-6 0,0 1 16,1 8-20,-1 1 0,1 0-1,0-1 1,-1 1 0,1 0 0,0 0 0,0 0 0,0 0 0,0 0 0,0 0 0,0 0-1,0 0 1,0 0 0,0 0 0,0 0 0,0 1 0,1-1 0,-1 0 0,0 1 0,1-1-1,-1 1 1,0 0 0,1-1 0,-1 1 0,1 0 0,1 0 0,49-7-49,-46 7 44,54-3 14,64 6 0,-104-1-18,-1 1 0,0 1 1,0 0-1,0 2 0,31 13 0,-6 1-123,46 30 0,-88-49 119,-1 0 1,0 0 0,1 0-1,-1 0 1,0 1-1,0-1 1,0 0-1,0 1 1,0-1-1,0 1 1,1 2-1,-1-4 10,-1 1-1,0 0 1,0-1-1,1 1 1,-1 0 0,0-1-1,0 1 1,0 0-1,0-1 1,0 1-1,0 0 1,0 0-1,0-1 1,0 1-1,0 0 1,0-1-1,-1 1 1,1 0-1,0-1 1,0 1-1,-1 0 1,1-1-1,0 1 1,-1-1-1,1 1 1,-1 0-1,1-1 1,-1 1-1,1-1 1,-1 1-1,1-1 1,-1 1-1,-9 4 64,0 0-1,0-1 0,-15 4 1,-3 2 1,16-6-51,-214 86 82,160-59-80,-84 51 1,104-54-2,-10 5 2,2 3-1,-51 44 1,101-77-8,1 0-1,0 1 1,0-1 0,1 1 0,-1-1-1,0 1 1,1 0 0,0 0 0,0 0-1,0 0 1,1 1 0,0-1-1,-2 8 1,2-9 2,1-1 0,0 0 0,0 1 0,0-1 0,1 0 0,-1 1 0,0-1 0,1 0 0,-1 1 0,1-1 0,0 0 0,0 0-1,0 1 1,0-1 0,0 0 0,0 0 0,1 0 0,-1 0 0,1-1 0,-1 1 0,1 0 0,0-1 0,0 1 0,0-1 0,0 1 0,0-1 0,4 2 0,24 11 84,2-2 0,0-1 0,45 10 0,-14-5-31,56 20-166,-2 6 0,132 66 0,-242-105 84,6 3-31,-1 0 0,0 1 0,0 0 0,10 10 0,-21-17 46,0 0 1,-1 1-1,1-1 1,-1 1-1,1-1 1,-1 1-1,1-1 0,-1 1 1,1-1-1,-1 1 1,1 0-1,-1-1 0,0 1 1,1-1-1,-1 1 1,0 0-1,1 0 1,-1-1-1,0 1 0,0 0 1,0-1-1,0 1 1,0 0-1,0 0 1,0-1-1,0 1 0,0 0 1,0-1-1,0 1 1,0 0-1,0 0 1,-1-1-1,1 1 0,0 0 1,-1-1-1,1 1 1,0-1-1,-1 1 1,1 0-1,-1-1 0,1 1 1,-1-1-1,1 1 1,-1-1-1,1 1 0,-1-1 1,1 1-1,-1-1 1,0 1-1,-25 10 81,-30 8 1,22-7 54,-72 25 195,-177 90 0,274-123-277,1 1 1,0 0-1,1 0 1,-15 13 0,20-16-40,0 1 1,0 0-1,0 0 1,0-1-1,0 1 0,0 1 1,1-1-1,-1 0 1,1 0-1,0 1 1,0-1-1,0 0 1,1 1-1,-1-1 1,1 1-1,0 4 1,0 0 6,0 0 0,1-1 0,0 1 0,0 0 0,1 0-1,0-1 1,1 1 0,-1-1 0,1 1 0,1-1 0,-1 0 0,9 12 0,10 19 28,-2 1 0,-1 1 1,-3 0-1,-1 2 0,-2 0 0,-2 0 0,11 85 0,-11 10-116,-7 165-1,-5-177 117,-11 280 86,-14 1-96,24-166 258,3-123-92,-1-115-22,-22-7-261,10-7 114,0 0 0,2-1 0,-12-17 1,16 21-38,0-1 0,-1 1 0,-1 0 1,0 0-1,0 1 0,0 0 1,-1 1-1,0 0 0,-14-9 1,4 9-51,1 1 0,-1 0 0,-1 1 0,1 1 0,0 1 0,-24-1 1,15 0-5,-48-1-146,-97 4 0,75 3 197,-204-9-53,256 5 24,-190-25-909,22 0 524,-475 8-53,581 18 478,-121 2-16,159 3 24,-86 15 0,-30 19-4,-149 21-8,57-28-20,-251 13 19,470-44 4,-112-1 31,-192 25 0,-98 62-14,460-86-17,-3 1 29,0 0-1,1 0 0,-1 0 0,0 1 1,1-1-1,0 1 0,-1-1 1,-3 4-1,6-4 93,1-1-112,0 0 0,0 0 0,0 0 0,0 0 0,0 1 0,1-1 0,-1 0 0,0 0 0,0 0 0,0 0 0,0 0 0,0 1 0,0-1 0,0 0 0,0 0 0,0 0 0,0 0 0,0 0 0,0 1 0,0-1 0,0 0 0,0 0 0,0 0 0,0 0 0,0 0 0,0 1 0,-1-1 0,1 0 0,0 0 0,0 0 0,0 0 0,0 0 0,0 1 0,0-1 0,0 0 0,0 0 0,0 0-1,-1 0 1,1 0 0,0 0 0,0 0 0,0 0 0,0 0 0,0 0 0,-1 0 0,1 1 0,0-1 0,0 0 0,0 0 0,-7 6 12,-3-1 31,-14 5 63,24-10 375,14 0-1106,-11-1 343,0 0 0,0 0 0,-1 0 0,1 0 0,0-1 0,0 1 0,-1-1-1,1 1 1,-1-1 0,0 0 0,1 0 0,-1 0 0,0 0 0,0 0 0,0-1-1,0 1 1,2-4 0,-1 1-437,38-46-8885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15.18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22 82 6003,'0'0'8177,"0"0"-8073,0 0 0,1 0 1,-1 1-1,0-1 0,0 0 1,0 0-1,0 0 0,1 0 0,-1 0 1,0 0-1,0 0 0,0 0 1,1 0-1,-1 0 0,0 0 1,0 1-1,0-1 0,0 0 0,0 0 1,1 0-1,-1 0 0,0 0 1,0 1-1,0-1 0,0 0 1,0 0-1,0 0 0,0 0 0,0 1 1,0-1-1,0 0 0,0 0 1,1 0-1,-1 1 0,0-1 0,0 0 1,0 0-1,0 0 0,0 1 1,-1-1-1,1 0 0,0 0 1,7 83 61,-1-15-42,7 655 922,-13-584-966,0-135-136,0-9-155,1-45-423,-1-21-308,-10-93 0,-13-38 274,3-226-1,20 418 685,1 1-1,0 0 1,0 0-1,0 0 1,1 0-1,1 0 1,-1 1-1,2-1 0,6-13 1,-7 16-12,1 0 0,0 1 0,0 0 0,0 0-1,0 0 1,1 0 0,0 1 0,0 0 0,0 0 0,1 0 0,0 0 0,-1 1 0,1 0 0,7-2 0,-1 1 5,-1 1 1,1 1 0,-1 0 0,1 0-1,0 1 1,21 2 0,-22-1 18,-6 0-5,1 1 1,-1-1 0,1 1-1,-1 1 1,0-1-1,1 1 1,-1 0 0,0 0-1,0 1 1,0 0-1,-1-1 1,1 1-1,-1 1 1,1-1 0,-1 1-1,0 0 1,-1 0-1,1 0 1,0 0 0,4 9-1,0 0 99,-1 0 0,0 0-1,-1 1 1,0-1 0,-1 2-1,5 26 1,-4-1 255,-2-1 0,-2 60 0,-2-87-294,0-1 0,-1 1-1,0 0 1,-1 0 0,0-1-1,-1 1 1,0-1 0,-1 0 0,0 1-1,-1-2 1,0 1 0,0-1-1,-1 1 1,-1-2 0,0 1 0,0-1-1,-1 0 1,0 0 0,-15 12-1,7-8 12,1-1 0,-2-1 0,1 0 0,-19 8 0,24-14-130,0 0 1,1-1-1,-1 0 1,-1-1-1,1 0 0,0-1 1,-1-1-1,-14 1 1,26-2 0,0 0 0,0-1 0,0 1 0,1-1 1,-1 1-1,0 0 0,0-1 0,0 1 0,1 0 0,-1-1 0,0 1 1,1 0-1,-1-1 0,0 1 0,1 0 0,-1 0 0,0-1 0,1 1 1,-1 0-1,0 0 0,1 0 0,-1 0 0,1-1 0,-1 1 1,0 0-1,1 0 0,-1 0 0,1 0 0,-1 0 0,1 0 0,0 0 1,3-1 43,0 1 0,0-1 1,0 1-1,0 0 1,1 0-1,-1 0 0,0 0 1,0 1-1,0-1 1,1 1-1,-1 0 0,0 1 1,0-1-1,-1 1 1,1 0-1,0 0 0,0 0 1,-1 0-1,1 0 0,-1 1 1,0 0-1,4 3 1,28 39 87,-2 1 0,40 75 0,-65-106-103,-4-9-47,-1 1-77,0-1 0,1 0 1,0 0-1,0 0 1,0-1-1,0 1 0,1-1 1,0 0-1,0 0 1,1-1-1,9 7 0,-14-10-70,-1-1-1,1 0 1,0 0-1,-1 1 1,1-1-1,0 0 0,0 0 1,-1 0-1,1 1 1,0-1-1,-1 0 1,1 0-1,0 0 0,0 0 1,-1-1-1,1 1 1,0 0-1,-1 0 1,1 0-1,0 0 0,0-1 1,-1 1-1,1 0 1,0-1-1,-1 1 1,1 0-1,0-2 0,1-17-5724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15.56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 0 7475,'0'0'7604,"-8"238"-6115,8-144-961,0 0-240,0-12 128,0-16-320,0-19-96,0-20-64,13-23-1489,-5-4-2544,1-23-3875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16.49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 1 6931,'0'0'7852,"0"3"-7372,-1 320 2252,3 348 101,-2-656-2802,0 3 23,0 1-1,2-1 1,0 0-1,1 0 1,0-1-1,7 19 1,-9-34-4,-14-333-3798,9 288 3196,-2-279-965,7 211 1625,0 99-88,0 0 0,1 0-1,0 0 1,0 0 0,2 0 0,-1 1 0,2-1-1,-1 1 1,9-15 0,-5 13 27,0 0 0,1 1 0,0-1 0,1 2 0,1-1 0,-1 2 0,15-12 0,-19 18-14,1-1 0,0 1 0,0 0 0,0 1 0,0 0 0,1 0 0,-1 0 0,1 1 0,15-2 1,2 1 112,46 2-1,-46 1-58,-18-1-54,0 1 0,1 0-1,-1 1 1,0 0 0,1 0-1,-1 0 1,0 1 0,0 0 0,0 0-1,0 1 1,0 0 0,-1 0-1,1 1 1,-1 0 0,0 0-1,0 0 1,0 1 0,-1 0-1,8 7 1,-6-3 67,0 0 0,0 1 0,-1 0 0,0 0 0,-1 0 0,0 1 0,-1-1 0,0 1 0,3 12 0,-3-1 216,0 1 1,-1 0-1,-2 38 0,-1-51-226,0 0 0,-1 0 0,-1 1 1,0-1-1,0 0 0,-1 0 0,0-1 0,-1 1 0,0-1 0,-10 18 1,2-10 64,0 0 1,-2 0-1,0-2 0,-23 21 1,4-8-12,-1 0 1,-1-3-1,-46 26 0,-123 50-326,203-100 162,-1 0 1,1 0 0,0-1-1,0 1 1,-1 0 0,1 0-1,0 0 1,0 0 0,0 1-1,0-1 1,0 0 0,1 0-1,-1 1 1,0-1 0,1 0-1,-1 1 1,1-1 0,-1 1-1,1-1 1,-1 0 0,1 1-1,0-1 1,0 1-1,0-1 1,0 1 0,0-1-1,0 1 1,0-1 0,0 1-1,1-1 1,-1 1 0,1-1-1,-1 1 1,1-1 0,-1 0-1,1 1 1,0-1 0,0 0-1,1 3 1,6 6-2,1 0 0,0 0 0,17 15 0,8 7 36,27 34 29,-2 3 0,-4 2 0,61 103 0,-110-164-44,11 13-3,-16-21-32,-1-7-797,-3-42-2253,-16-86 1,16 112 1863,-7-39-4270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16.9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26 704,'0'0'15199,"31"-5"-14919,100-13 318,-125 17-496,0 0-1,0 1 1,0 0 0,0 0-1,0 0 1,-1 1 0,1 0-1,0 0 1,10 4 0,-13-4-45,0 0-1,0 1 1,-1-1 0,1 1-1,-1 0 1,1 0 0,-1 0 0,0 0-1,0 0 1,0 0 0,0 1 0,0-1-1,0 1 1,1 2 0,0 4 80,0 0 1,0 1-1,-1-1 0,0 0 1,-1 1-1,0-1 1,-1 1-1,0 15 0,0-18-66,-1 1-12,1 0 0,-1-1 0,0 1 1,-1-1-1,0 0 0,0 1 0,0-1 0,-1 0 0,-7 12 1,-2 1 197,-29 34 0,18-24-72,-9 11-69,12-17-56,0 2 1,2 0-1,-23 45 1,39-65-38,0-1 1,0 0 0,0 1-1,1 0 1,0-1 0,0 1 0,0 0-1,1 9 1,0-14-22,0 0 0,0-1 0,0 1 0,0 0 0,0 0-1,0 0 1,0-1 0,0 1 0,1 0 0,-1 0 0,0-1 0,1 1 0,-1 0 0,0 0 0,1-1 0,-1 1 0,1 0 0,-1-1-1,1 1 1,-1-1 0,1 1 0,-1-1 0,1 1 0,0-1 0,-1 1 0,2 0 0,23 3 39,-21-4-33,26 3-26,-1-1-1,1-2 0,0-1 1,-1-1-1,35-8 0,-27-3-792,-2-1-1,0-2 1,63-39 0,-84 46 215,33-22-2958,-13 3-2230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17.9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44 0 4194,'0'0'6072,"0"7"2297,0 0-9062,8 427 1701,-8 472-200,0-912-1332,-1 1 0,0-1 0,0 0 0,-1 1 0,0 0 0,0-1 0,-4-6 0,-4-13-1164,-4-23-1996,1-3-1324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18.29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 71 6035,'0'0'7142,"-1"4"-6379,-3 10-190,2-1 0,0 1 1,0-1-1,1 23 0,6 63 912,1-57-961,1 0 0,2-1-1,2 0 1,1 0 0,28 59 0,-32-84-414,0 1 0,1-2 0,12 16 0,-19-27-98,1-1 0,0 1-1,0-1 1,0 0 0,0 0-1,1 0 1,-1 0 0,1-1-1,-1 1 1,1-1 0,0 0 0,0 0-1,0-1 1,0 1 0,1-1-1,-1 0 1,6 1 0,-5-1-3,-1-1-1,0 1 1,0-1 0,0-1 0,0 1-1,1 0 1,-1-1 0,0 0 0,0 0-1,7-3 1,-7 1-10,0 1 1,-1-1-1,1 0 0,-1 0 0,0-1 1,0 1-1,0-1 0,-1 1 0,1-1 1,1-4-1,18-31-237,-1-1-1,-3-1 1,15-47 0,32-135-2026,-21 62 431,-29 124-2692,-13 19-405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18.70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 18 2753,'0'0'11005,"-2"-5"-10661,-2-6 242,2 10 674,1 26 37,1-18-1556,-7 501 3704,5-141-2663,2-210-719,0-152-99,0-3-39,0 0 1,0 0-1,0 0 1,0 0-1,1 0 1,-1 0-1,0 0 1,1-1-1,-1 1 1,2 2-1,-1-2-1531,-1-7-5720,0-18-897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19.06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7299,'0'0'8804,"13"234"-7747,-4-152-65,-1 0-127,-3-4-273,8-16-336,-9-11-192,5-20-64,4-15-64,-5-16-1040,10 0-1490,-10-16-1487,1-38-5540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20.02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67 3410,'0'0'4343,"-3"0"-4082,3 0-255,-1 0 0,1 0 1,-1 0-1,1 0 0,-1 0 0,1 0 0,-1 0 0,1 0 0,-1 0 0,1 0 0,-1 0 0,1-1 0,-1 1 0,1 0 0,-1 0 0,1-1 1,-1 1-1,1 0 0,-1-1 0,1 1 0,0 0 0,-1-1 0,1 1 0,0 0 0,-1-1 0,1 1 0,0-1 0,0 1 0,-1-1 0,1 0 1,-1-20 1346,1 11-328,0-10 284,0 12-219,0 10 1113,8 365 150,-7-254-1780,-14 432 2031,-5-134-1422,18-408-1203,0-7-913,-2-28-1758,-1 0-1,-1 1 1,-13-45-1,4 24-3523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20.35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2545,'0'0'12910,"14"35"-11725,97 227 1280,-70-167-1263,35 75 105,-57-133-1043,1 0-1,36 46 1,-53-79-255,-1-1 0,1 1 0,0-1 0,1 0 0,-1 0 0,0 0 0,1 0 0,0 0 0,7 3 0,-10-5-9,0-1-1,0 0 0,0 0 1,0 1-1,0-1 0,0 0 1,0 0-1,0 0 0,0 0 1,0 0-1,0 0 1,0-1-1,0 1 0,0 0 1,0 0-1,0-1 0,-1 1 1,1 0-1,2-2 0,-2 1-6,1 0-1,0-1 0,-1 0 1,1 1-1,-1-1 1,1 0-1,-1 0 0,0 0 1,0 0-1,0 0 1,0 0-1,1-3 1,6-18-303,-1-2 0,-1 1 0,2-26 0,6-83-1587,-10 89 1213,0-11 15,7-56 734,-8 98-353,0 0 1,1-1-1,0 1 1,1 1-1,0-1 0,9-13 1,3-2-2306,0 0-1348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20.76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12 8020,'0'0'6512,"4"-11"-5141,-3 11-1337,0 0-1,0 1 0,0-1 0,-1 1 1,1-1-1,0 1 0,-1-1 1,1 1-1,0 0 0,-1-1 1,1 1-1,-1 0 0,1 0 0,-1-1 1,1 1-1,-1 0 0,0 0 1,1 0-1,-1-1 0,0 1 1,0 0-1,1 0 0,-1 0 0,0 0 1,0 0-1,0 1 0,8 49 887,2 65 0,-6-58-385,9 314 1715,-8-130-1384,-1-210-783,0 23-25,-4-53-276,0-17-4048,-1-44-2967,-2 31-571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21.1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26 5939,'0'0'6363,"40"-6"-5547,-40 6-816,167-19 926,-162 19-871,0-1 0,0 1 0,1 1 1,-1-1-1,0 1 0,8 2 0,-12-3-31,0 1 0,1-1 0,-1 1 0,0-1 0,0 1 0,0 0 0,0 0 1,0-1-1,0 1 0,0 0 0,0 0 0,0 0 0,-1 0 0,1 0 0,0 2 0,3 4 153,0 0 1,-1 1 0,0 0-1,0-1 1,-1 1 0,0 1-1,1 14 1,1 63 810,-4-80-927,-1 18 181,-2 1 1,0-1-1,-2-1 0,0 1 0,-2-1 1,0 0-1,-2 0 0,0-1 0,-15 25 1,20-39-176,-53 115 716,51-108-693,1 1-1,1-1 1,0 1 0,1 0-1,1 0 1,-1 20 0,3-35-85,0 1 0,0-1 0,0 1 0,0-1 1,0 1-1,0-1 0,1 1 0,-1-1 0,0 1 1,1-1-1,-1 0 0,1 1 0,0-1 0,-1 1 0,1-1 1,0 0-1,0 0 0,0 1 0,2 1 0,-1-2 0,1 1 0,0-1-1,0 0 1,0 0 0,0 0-1,0 0 1,0-1 0,0 1-1,0-1 1,4 0-1,30 3-75,1-1 0,0-2 0,0-2 0,-1-1 0,1-2 0,-1-2 0,72-22 0,-13-11-582,-6 4-1037,-28 15-3162,-52 17-945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22.85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26 204 2289,'0'0'9186,"-4"2"-8770,2-2-286,1 0 1,-1 1-1,1 0 1,-1-1-1,1 1 1,-1 0 0,1-1-1,-1 1 1,1 0-1,0 0 1,-1 0-1,1 0 1,-2 3 3492,11-3-2978,155 12-220,198-9-1,-191-6-400,-139 2-15,92-4 21,-106 2-24,0 0 0,-1-2 0,0 0 0,1-1-1,20-9 1,-28 10 105,0 1-1,0 1 1,1-1 0,0 2-1,-1-1 1,1 1-1,0 1 1,16 0 0,-16 0 318,-10-1-412,1 1-1,-1-1 1,0 0-1,0 1 1,0-1 0,-1 0-1,1 0 1,0 1-1,0-1 1,0 0 0,0 1-1,-1-1 1,1 0 0,0 1-1,-1-1 1,1 0-1,-1 1 1,1-1 0,0 0-1,-1 1 1,0-1-1,-19-10-166,0-1-1,1 0 0,-21-18 0,-15-11-598,30 25 569,7 3 176,0 2 0,-22-11 0,37 22 125,5 8 177,3 0-271,1-1-1,0 1 1,0-1 0,1 0 0,0 0 0,1-1 0,12 9 0,64 36 240,78 26-162,-154-74-51,-7-2-87,1-1 1,-1 0-1,0 1 0,0-1 1,1 1-1,-1 0 1,0-1-1,0 1 1,0 0-1,0 0 1,0-1-1,1 2 0,-2-1 14,1 0 0,-1 0 0,0 0 0,0 1 0,0-1 0,0 0 0,0 0 0,0 0 0,0 0 0,0 0 0,0 0 0,0 0 0,0 0 0,-1 0 0,1 0 0,-1 0 0,1 0 0,-1 2 0,-3 4 21,0 0 0,-1 0 1,0 0-1,0 0 0,0 0 1,-1-1-1,-9 7 0,-3 6 57,3-2-47,0 0 1,-2-2-1,1 0 0,-2 0 1,0-2-1,0 0 0,-24 11 1,40-23-667,2-4-3073,0-10 53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23.44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75 2161,'0'0'3236,"0"-13"-1846,0-22-297,0 9 5330,5 42-5957,0 287 2457,-7-177-1892,2-119-975,9 298 1494,-8-292-1538,0-1-1,1 1 0,1-1 0,4 14 0,-7-26-36,0 0-1,0 0 1,0 0-1,0 0 1,0 0-1,0 0 0,0 0 1,0 0-1,0 1 1,0-1-1,0 0 1,0 0-1,0 0 0,0 0 1,0 0-1,0 0 1,0 0-1,1 0 1,-1 0-1,0 0 1,0 0-1,0 0 0,0 0 1,0 0-1,0 1 1,0-1-1,0 0 1,0 0-1,0 0 0,1 0 1,-1 0-1,0 0 1,0 0-1,0 0 1,0 0-1,0 0 1,0 0-1,0 0 0,0 0 1,1 0-1,-1-1 1,0 1-1,0 0 1,0 0-1,0 0 0,0 0 1,0 0-1,0 0 1,0 0-1,0 0 1,0 0-1,0 0 1,1 0-1,-1 0 0,0 0 1,0 0-1,0 0 1,0-1-1,0 1 1,0 0-1,0 0 1,0 0-1,0 0 0,0 0 1,0 0-1,0 0 1,0 0-1,4-9-1741,-2 0 642,9-25-4815,2 17-145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26.3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6467,'0'0'8644,"19"0"-6739,-9 3-1716,1-1 0,-1 1 0,12 6 0,17 4-22,-1-4 22,0-1 0,65 3 1,80-7-2436,-158-4 1272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26.6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8564,'0'0'6259,"217"12"-6179,-135 11-48,-4 4-32,-8-3-48,-10-5-192,-3-7-961,-9-12-2144,-5 0-2338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31.69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7619,'0'0'4584,"0"3"-4141,0 14 130,1-16-516,-1 0 0,1 0 0,0 0 0,0 0-1,-1 0 1,1 0 0,0 0 0,0 0 0,0 0-1,0 0 1,0 0 0,1-1 0,-1 1 0,0 0-1,0-1 1,0 1 0,1-1 0,-1 1 0,0-1-1,0 0 1,1 0 0,0 1 0,4 1 80,25 8 415,0-2 0,1 0 1,44 3-1,-16-2-419,326 30 404,2-35-39,-305-4-447,66 12 16,-24-1-17,573 9 134,-520-19-107,104 7 204,-152 3-267,408 20 39,-249-8 300,2 1-317,30-23 19,351-3-59,-481-10 31,-31 1-6,-71 8-19,597-37 44,-279 27-80,-181 10 20,41-21 78,-182 14-21,57-18 1277,-124 24-1024,-27 2-453,-34 3-435,-82 24-2158,54-9 585,-75 11-3258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32.5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99 3874,'0'0'5296,"3"-13"-4472,15-59 1078,-16 65-961,1 0 1462,3 27-1961,40 280 2051,-16-78-1393,-14-111-908,-14-64-3137,-11-47-5109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33.45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57 51 1569,'0'0'4682,"-3"-2"-3927,-9-5 112,10 5 678,-20 2 247,5 0 498,35 0 1562,742 4-2521,-738-4-1316,0 0 1,1-2-1,-1 0 0,0-2 0,0 0 1,41-15-1,-55 16-14,10-6-26,-17 9-47,-2 10-870,-2-2 394,0-1 0,0 0 0,-1 1 0,0-1 0,0-1 0,0 1 0,-1 0 0,0-1 0,-7 7 0,-14 14-4729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34.56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10 289 4674,'0'0'6384,"-3"-10"-5975,-4-35 135,7 44-507,0-1 0,0 0 0,0 1 0,0-1 0,1 0 0,-1 1 0,0-1 0,1 1 0,-1-1 0,1 1 0,0-1 0,-1 1 0,1-1 0,0 1 0,0-1 0,0 1 0,0 0 0,0 0 0,0-1 0,0 1 0,0 0 0,1 0 0,-1 0 0,0 0 0,1 0 0,2-1 0,2 0-4,0 0 0,0 0 0,0 0 0,0 1 0,7-1 0,-4 1 64,8-4 166,1 1 1,23-12 0,24-6 956,-29 18 2788,-31 4-4009,1-1 0,-1 1 0,0-1 1,0 0-1,1-1 0,-1 1 0,0-1 0,0 0 0,8-4 1,19-14 25,2-2-51,61-48 0,-94 68 18,6-1-70,-14 70 225,2-24 17,2 1 0,5 58 0,-1-26-64,0 14-43,0 7 79,-3 1 0,-19 116 0,-5-19-38,25-129-42,1-65-10,0-10-1604,0-108-6078,0 71 2322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35.67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0 151 5122,'0'0'6913,"8"-7"-6326,-2 1-456,0-1 30,1 0 0,0 1 0,0 0 0,0 1-1,16-10 1,104-44 1051,-109 53-1144,-1 0 0,1 1 0,0 1 0,1 0 0,27-1 0,-26 4-34,1 0-3,1 1 0,38 4-1,-53-3-26,-1 0 0,1 1 1,-1 0-1,1 0 0,-1 1 0,0-1 0,0 1 0,0 1 0,0-1 0,-1 1 0,0 0 1,1 0-1,4 6 0,-3-2 59,-1-1 1,0 1-1,0 1 1,-1-1 0,0 1-1,0 0 1,-1 0-1,0 1 1,-1-1-1,0 1 1,3 19 0,-2 3 261,-2 0 1,-2 45 0,0-35 33,-1-30-271,0-1 0,-1 1-1,-1 0 1,0-1 0,0 1-1,-1-1 1,0 0 0,-1 0-1,0 0 1,-1-1 0,0 0-1,-1 0 1,-10 12 0,-2-1-53,0 0 0,-1-2 0,-1 0 0,-37 25 1,43-33-32,0-2 0,0 0 1,-1 0-1,0-2 0,0 0 1,-1-1-1,0 0 0,0-2 1,-1 0-1,1-1 0,-1 0 0,-21-1 1,-13-2 16,51 0-26,1 0 1,0 0-1,-1 0 0,1 0 0,0 0 0,-1 0 1,1-1-1,0 1 0,0 0 0,-1 0 0,1 0 1,0 0-1,0-1 0,-1 1 0,1 0 1,0 0-1,0-1 0,-1 1 0,1 0 0,0 0 1,0-1-1,0 1 0,0 0 0,-1-1 0,1 1 1,0 0-1,0-1 0,0 1 0,0 0 1,0-1-1,0 1 0,0 0 0,0-1 0,0 1 1,0 0-1,0-1 0,0 1 0,0 0 0,0-1 1,1 1-1,-1 0 0,0-1 0,0 1 1,0 0-1,0 0 0,0-1 0,1 1 0,-1 0 1,0 0-1,0-1 0,1 1 0,-1 0 0,0 0 1,1-1-1,-1 1-17,3-2 11,-1 1 1,1 0-1,0-1 1,0 1-1,0 0 1,1 0-1,-1 1 1,0-1-1,0 1 1,0 0-1,1-1 1,-1 1-1,0 1 1,5 0-1,4-1 6,-4 1 11,1 0-1,-1 1 1,1 0 0,-1 0 0,1 1 0,-1 0 0,0 0-1,-1 1 1,1 0 0,0 1 0,-1-1 0,0 1-1,0 1 1,-1 0 0,8 7 0,12 14 74,-1 2 1,23 34 0,-48-63-80,25 37 131,-2 2-1,-1 0 1,-2 1-1,-2 1 1,14 46 0,-24-68-666,-9-37-1450,-1-9 487,2-14-2164,0 5-2296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36.05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7171,'0'0'7796,"0"215"-6692,0-164-303,0-8-465,0-20-240,0-11-96,13-12-368,4 0-1761,5-39-512,0-28-4307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36.4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8 6931,'0'0'8697,"28"1"-8296,183 9 34,51-9-100,-145-1-4163,-129-4 1152,-8-12-1296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36.76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7171,'0'0'5859,"13"238"-4610,-13-141 79,0 5-223,0-8-369,0-16-352,0-16-384,0-27 0,9-15-16,-1-16-656,5-4-1409,-4-16-1169,-9-35-5602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37.8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2593,'0'0'10133,"10"29"-9085,-4-8-827,11 30 521,-3 1 0,9 65 0,37 273 1507,-56-372-2611,-2-1 0,1 28 0,-3-45 233,0 1 1,0-1 0,-1 1-1,1 0 1,0-1-1,0 1 1,-1-1-1,1 1 1,0 0-1,-1-1 1,1 1-1,0-1 1,-1 1-1,1-1 1,-1 1-1,1-1 1,-1 0 0,1 1-1,-1-1 1,1 1-1,-1-1 1,0 0-1,1 0 1,-1 1-1,1-1 1,-1 0-1,0 0 1,1 0-1,-1 0 1,0 0-1,1 1 1,-1-1 0,1 0-1,-1-1 1,0 1-1,1 0 1,-1 0-1,-1 0 1,-3 0-817,-31 1-5106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38.1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7619,'0'0'7668,"24"13"-6734,-18-10-880,11 7 75,0-1 0,0-1 1,1-1-1,0-1 0,0 0 1,1-1-1,0-1 0,-1-1 1,36 1-1,500-11 410,-197 3-966,-321 4 310,-17 0 74,-1 1 1,1 0-1,-1 2 0,1 0 1,-1 1-1,26 10 1,-35-11 23,0 1 1,-1 0 0,1 1-1,-1 0 1,0 0-1,0 1 1,-1 0 0,1 0-1,-1 1 1,-1 0 0,1 0-1,-1 0 1,0 1-1,5 9 1,-5 3-362,-6-10-1353,-6-4-3600,-23-5-48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39.26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54 0 7507,'0'0'6897,"0"11"-6518,0-6-312,5 204 2704,9 507 211,-15-479-2738,1-159-111,0-78-132,-1 0-1,1 0 1,0 0-1,0 0 1,0 0-1,-1 0 1,1 1-1,0-1 1,0 0-1,-1 0 1,1 0-1,0 0 1,0 0-1,-1 0 1,1 0-1,0 0 1,0 0-1,-1 0 1,1 0-1,0 0 1,0 0-1,0 0 1,-1 0-1,1 0 1,0 0-1,0-1 1,-1 1-1,1 0 1,0 0-1,0 0 1,0 0-1,-1 0 1,1 0-1,0-1 1,0 1-1,0 0 1,-1 0-1,1 0 1,0-1-1,0 1 1,0 0-1,0 0 1,0 0-1,0-1 1,0 1-1,0 0 1,-1-1-1,-7-21-340,1-1-1,1 0 0,1-1 1,-3-34-1,0 9-408,-1-21-794,-2-84 0,12-73 531,0 92 1018,0 104 19,0 1 0,10-53 0,-7 66-12,1 0 0,0 0 0,1 0-1,1 1 1,1 0 0,9-15 0,-16 28-11,0 1 0,1-1 1,0 0-1,0 0 0,0 1 0,0-1 0,0 1 0,0 0 0,0 0 0,1-1 0,-1 2 0,1-1 0,0 0 0,-1 0 0,1 1 0,0-1 0,0 1 0,0 0 0,0 0 0,0 0 0,0 1 1,0-1-1,1 1 0,-1-1 0,5 1 0,72-5 364,87 5 1,-64 2-223,-101-2-120,1 0 0,-1 0-1,0 0 1,0 0-1,1 0 1,-1 1 0,0-1-1,0 1 1,0-1 0,1 1-1,-1 0 1,0 0-1,0 0 1,0 0 0,-1 0-1,4 2 1,-3 0 18,1 1 1,-1-1-1,0 0 1,0 1 0,0 0-1,-1-1 1,3 9-1,16 45 464,15 38 23,-29-78-467,0 0 1,-2 1-1,0-1 0,-1 1 0,-1 0 0,-1 0 0,0 0 1,-1 0-1,-4 29 0,3-45-49,1 0-1,-1 0 1,1 0 0,-1 0 0,0 0 0,0 0-1,0 0 1,0 0 0,0-1 0,0 1 0,0 0-1,-1-1 1,1 1 0,-1-1 0,1 1 0,-1-1-1,0 1 1,-2 0 0,-38 19 5,32-17-4,-22 9 8,-1-2 0,0-2-1,-1-1 1,-47 6 0,-140-3-294,220-12 260,1 0 1,0 0-1,0 0 1,0 0-1,0 0 1,0 0-1,0 0 0,0 0 1,0-1-1,1 1 1,-1 0-1,0 0 1,1 0-1,-1 0 1,0 0-1,1 0 0,0-1 1,2 0 0,1-1-1,-1 0 1,1 1 0,-1 0 0,1 0-1,0 0 1,0 0 0,0 1-1,0 0 1,0-1 0,0 1 0,0 1-1,6-1 1,10-1 31,31 1 0,-29 2 44,-13-1-51,1 1 0,-1 1 0,0 0-1,0 0 1,1 1 0,-1 0-1,-1 0 1,1 1 0,-1 0-1,1 1 1,-1 0 0,0 0-1,-1 1 1,1 0 0,8 9-1,11 13 126,-2 1 1,33 47-1,-33-42 58,93 139 1092,-85-121-980,-27-43-249,-5-6-40,1 0 0,0 0 0,-1 0 0,2 0 0,-1 0 0,0-1 0,0 1 0,1-1 0,0 1 0,-1-1 0,1 0 0,0 0 0,6 3 0,-5-4-51,-3-23-1195,-1-2-417,1 0 1,7-39 0,0 20-2944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39.71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6979,'0'0'8239,"3"0"-7215,16 0-108,26 0 48,-42 0-921,0 0-1,0 1 1,0-1 0,0 1 0,0 0 0,0 0-1,0 0 1,0 1 0,-1-1 0,1 1-1,0-1 1,2 3 0,-1 1 10,0-1 0,0 1 0,0-1 0,-1 1 0,0 0-1,0 1 1,-1-1 0,1 0 0,-1 1 0,0-1 0,0 1 0,-1 0 0,2 8 0,-1 10 150,0-1 0,-2 26 0,0-29-75,0-4 10,-1-1 0,-1 1-1,0-1 1,-2 0 0,-7 24 0,-1-8 95,-24 45 1,25-56-210,6-11-10,0 0 0,0 0 1,1 0-1,0 0 1,1 1-1,-1-1 1,2 1-1,0 0 0,-2 15 1,4-25-15,0 1-1,1 0 1,-1 0 0,0 0 0,0 0-1,1-1 1,-1 1 0,0 0-1,1 0 1,-1 0 0,1-1 0,-1 1-1,1 0 1,0-1 0,-1 1-1,1 0 1,-1-1 0,1 1 0,0-1-1,0 1 1,-1-1 0,1 1 0,0-1-1,0 0 1,0 1 0,-1-1-1,1 0 1,0 0 0,0 1 0,0-1-1,0 0 1,1 0 0,37 0 18,-27 0 5,7 0 31,1 0-19,0 0 0,0-1 0,34-7 1,-10-6-150,-1-2 0,59-30 0,-42 18-262,-40 20 8,29-15-800,-47 22 836,0 0 0,0 0 1,-1-1-1,1 1 0,0 0 0,0-1 1,-1 0-1,1 1 0,-1-1 1,0 0-1,1 0 0,-1 0 1,0 0-1,0 0 0,0 0 1,0 0-1,0 0 0,0-4 1,0-13-5451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27.5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57 17 4578,'0'0'3647,"0"-17"56,-13 393-1614,10-299-1553,3-52-390,-1 1-1,-2-1 1,-8 43-1,10-67-211,1-1 0,0 1 0,0-1 0,-1 0 0,1 1 0,0-1 0,-1 0 0,1 1 0,-1-1 0,1 0 0,0 1 0,-1-1 0,1 0 0,-1 0 0,1 0 0,-1 1 0,1-1 0,-1 0 0,1 0 0,-1 0 0,1 0 0,-1 0 0,1 0 0,-1 0 0,1 0 0,-1 0 0,1 0 0,-1 0 0,1 0 0,-1 0 0,-2-1-1138,-6 1-3798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28.06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491 1 3249,'0'0'5208,"0"0"-5164,0 0 0,0 0-1,0 0 1,0 0 0,0 0-1,0 0 1,0 0 0,1 0-1,-1 0 1,0 0 0,0 0-1,0 0 1,0-1 0,0 1-1,0 0 1,0 0 0,1 0-1,-1 0 1,0 0 0,0 1-1,0-1 1,0 0 0,0 0-1,0 0 1,0 0 0,1 0-1,-1 0 1,0 0 0,0 0-1,0 0 1,0 0 0,0 0-1,0 0 1,0 0 0,0 0-1,0 0 1,1 1 0,-1-1-1,0 0 1,0 0 0,0 0-1,0 0 1,0 0 0,0 0-1,0 0 1,0 0 0,0 1-1,0-1 1,0 0 0,0 0-1,0 0 1,0 0 0,0 0-1,0 0 1,0 0 0,0 1-1,0 16 220,0-1-1,-1 1 0,-1 0 0,-1 0 0,0-1 1,-10 29-1,-176 430 2334,12-33-1121,151-372-1360,1-4 92,-24 94-1,47-148-71,0 0-1,1 0 1,0 23 0,1-32-113,0-2 2,4-15-7735,18-7 1522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29.0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82 5907,'0'0'4850,"1"4"-4525,7 49 1059,-2 1-1,-3 107 1,-4-111-882,1 459 2598,0-1273-7368,1 758 4265,0 0 0,0 1 1,1-1-1,-1 1 1,1-1-1,0 1 0,1 0 1,-1 0-1,1 0 0,0 0 1,1 0-1,-1 0 0,1 1 1,0 0-1,5-5 1,-2 2-11,0 0 1,1 1-1,-1 1 1,1-1-1,0 1 0,1 0 1,-1 1-1,15-5 1,-8 6-11,0 1 1,1 0-1,-1 1 1,1 1-1,21 2 1,5-1 320,-37 0-260,-1-1 1,1 1 0,0 0 0,0 0 0,-1 1-1,1-1 1,-1 1 0,0 0 0,1 0-1,-1 1 1,7 4 0,5 5 249,21 21 1,-20-17-88,-4-5-33,-1 2 0,0 0 0,18 25 0,-26-32-101,0 1 0,0 0 0,-1-1 0,1 1 0,-2 0 0,1 1-1,-1-1 1,0 0 0,0 1 0,-1-1 0,0 12 0,0 6 153,0-15-118,-1 1 0,0-1 0,0 1-1,-1-1 1,-1 0 0,1 1 0,-2-1 0,1 0-1,-8 17 1,-2-7-37,-1 0-1,0 0 1,-2-1-1,-17 18 1,-74 62 82,88-84-175,0-1-1,-1-1 1,-1-1 0,-29 14 0,35-20 0,0 0 0,0-2 0,-1 0 0,0 0-1,0-1 1,0-1 0,-25 0 0,39-2 20,0-1-1,1 1 1,-1-1-1,1 1 1,-1 0-1,1-1 1,-1 1-1,1-1 1,-1 0-1,1 1 1,0-1-1,-1 1 1,1-1-1,0 0 1,-1 1-1,1-1 1,0 0 0,0 1-1,0-1 1,0 0-1,0 1 1,-1-1-1,1 0 1,0 1-1,0-1 1,1 0-1,-1 1 1,0-1-1,0 0 1,0 1-1,0-1 1,1-1-1,-1-2-74,0 1 46,0 0 0,0 0 0,1 0 0,-1 0 0,1 1 0,-1-1 0,1 0 0,0 0 0,0 1 0,0-1 0,0 1 0,1-1 0,-1 1 0,1-1 0,0 1 0,-1 0 0,5-4-1,-3 3 14,1 1-1,-1-1 0,1 1 1,0 0-1,0 0 0,0 0 1,0 1-1,0-1 0,1 1 1,-1 0-1,6-1 0,0 0 39,0 1 1,0-1-1,0 2 0,0-1 0,0 2 0,0-1 1,0 1-1,0 1 0,0 0 0,0 0 0,0 1 1,-1 0-1,1 1 0,-1 0 0,0 0 0,0 1 0,0 0 1,-1 1-1,0 0 0,0 0 0,8 9 0,9 12 168,0 2 0,-3 0 0,0 2 0,-2 0 0,-1 1 0,-2 1 0,-1 1 0,-1 1 0,9 37 0,-20-63-131,-3-7-78,-1-11-1254,-4-60-4401,3 34-657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30.05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139 94 2369,'0'0'6280,"0"-11"-5429,-3-31 16,-2 1 5368,4 41-6197,-2 0-25,2 0 72,1 0-82,-3 0-3,2 0 411,-10 0-990,4 0-136,-1 1-1,1 0 1,0 0-1,0 0 1,0 1 0,-8 3-1,-37 15-6047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40.78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30 7812,'0'0'3230,"0"-4"-3096,0 4-109,0-1 0,0 0 1,0 0-1,1 0 0,-1 0 1,0 0-1,1 0 0,-1 1 1,1-1-1,-1 0 0,1 0 1,-1 0-1,1 1 0,-1-1 0,1 0 1,0 1-1,0-1 0,-1 1 1,1-1-1,0 1 0,0-1 1,0 1-1,-1-1 0,1 1 1,0 0-1,1-1 0,3 0 175,-1-1 0,0 1-1,1 1 1,-1-1-1,1 1 1,4-1 0,2 1 461,-9 0-581,0-1-1,0 1 0,0 0 0,0 0 0,0 0 1,0 0-1,0 0 0,0 1 0,0-1 1,0 0-1,0 1 0,0 0 0,0-1 0,0 1 1,0 0-1,0 0 0,0 0 0,-1 0 1,1 1-1,0-1 0,-1 0 0,3 3 1,5 9 80,0 0 0,-1 1 1,0 0-1,-1 1 1,-1-1-1,-1 1 1,0 1-1,5 23 0,-4-2 222,-2-1-1,0 62 0,-4-94-369,0-1 0,0 0-1,-1 1 1,1-1 0,-1 0-1,0 0 1,0 1 0,0-1-1,0 0 1,-1 0-1,1 0 1,-1 0 0,0 0-1,0-1 1,0 1 0,0 0-1,0-1 1,-4 3 0,-3 2 11,0 0 1,-1-1-1,0 0 1,-11 4-1,11-5-6,0 0 0,1 0-1,-17 14 1,25-19-17,1 0 1,0 1-1,0-1 0,-1 0 1,1 1-1,0-1 1,0 0-1,-1 1 0,1-1 1,0 0-1,0 1 0,0-1 1,0 1-1,0-1 1,0 1-1,-1-1 0,1 0 1,0 1-1,0-1 1,0 1-1,0-1 0,1 1 1,-1-1-1,0 0 0,0 1 1,0-1-1,0 1 1,0-1-1,0 0 0,1 1 1,-1-1-1,0 1 1,0-1-1,1 0 0,-1 1 1,0-1-1,0 0 0,1 1 1,-1-1-1,0 0 1,2 1-1,17 11 21,13-2 140,-1-1 0,1-1 0,65 7 0,103-4 38,-121-12-239,-46 0-643,0 1 0,1 1 0,46 9 0,-63-4-2892,-14-1-2345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41.3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51 7555,'0'0'8676,"17"-15"-8692,-17 11 0,0-4-832,0 0-1377,5-7-4130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41.68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9556,'0'0'4530,"22"39"-4057,-3-5-348,4 4 99,-2 1-1,-2 1 1,-1 1 0,-2 0-1,10 46 1,66 401 2743,-11-47-2020,-69-393-950,-5-22-903,5 38 1,-12-63 363,1 8-238,-3-5-4840,-5-4-1162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42.02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63 10805,'0'0'4210,"238"0"-4178,-181 0 0,-10-4 48,-12 0-80,-5-3 0,-4 3-64,-13 0-432,-4 0-273,-5 4-479,-4-4-481,0 0-1072,0-4-961,-21-11-272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42.38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12 8836,'0'0'8212,"251"-11"-8164,-155 11-32,3 0-16,-16 0-801,-18 0-2112,-18 0-3314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42.76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70 317 7347,'0'0'10005,"65"51"-9301,-18-40-288,-3-3-303,-1-4-65,-4-4-48,-4 0-481,-9 0-463,-13 0-1137,-13-12-1008,0-7-1874</inkml:trace>
  <inkml:trace contextRef="#ctx0" brushRef="#br0" timeOffset="1">0 1 12118,'0'0'3233,"226"0"-2945,-153 12-272,-8-5-16,-4-3-160,-18 0-1217,-17-4-3761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48.69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36 0 3201,'0'0'5926,"-7"0"-4515,-13 0 639,12 0 771,21 0-1476,1525 0 968,-1464 4-2317,0 3-1,90 21 1,68 7 20,8-18 29,144 13-42,211-13 59,-425-18-55,557 12 47,1209-11 634,-1576-17-614,-4-1 4,0 18 157,-328-1 451,33-6 1,-33 4-52,32-1 1,-59 4-383,0-2-523,-14-1-1602,-113 0-4654,29 3-400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50.43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59 6739,'0'0'4029,"11"48"-3058,34 165 133,-37-161-295,-1 0 0,-1 85-1,-6-96-355,0 104 1040,-2-56 35,18 170 0,-15-250-1452,2 10 53,1 0 1,1 0 0,12 32 0,-17-66-728,-1 1 263,-1-1 0,0 0 0,-1 1-1,-1-1 1,-10-25 0,-3-12-719,1-12-384,2 0 0,4-1 1,-4-75-1,10-202-1128,6 202 3228,-3 132-614,1 0-1,1-1 1,-1 1-1,2 0 1,-1 0-1,1 1 1,0-1-1,0 0 1,1 1 0,0-1-1,1 1 1,0 0-1,0 0 1,0 0-1,1 0 1,0 1-1,0 0 1,0 0-1,1 0 1,11-8-1,-10 8-8,1 0 1,0 1-1,0 0 0,0 0 1,1 1-1,-1 0 0,1 0 1,0 1-1,0 0 0,10-1 1,7 0 235,0 2 1,37 1-1,-56 1-221,0 0 0,-1 1 0,1 0 0,0 0 0,-1 1-1,1 0 1,0 0 0,-1 0 0,0 1 0,0 0 0,0 0 0,0 1-1,0 0 1,0 0 0,-1 0 0,0 0 0,0 1 0,0 0-1,-1 0 1,1 1 0,3 5 0,2 3 260,1 1 1,-2 0 0,0 0-1,-1 1 1,-1 0-1,11 34 1,-12-26 133,-1 1 0,-1-1 0,-2 1 0,1 35 0,-3-44-258,0-1-1,-1 1 1,0-1 0,-1 0-1,-1 1 1,0-1 0,-1 0-1,-1 0 1,0-1 0,-13 25-1,4-17-8,-1-1-1,-1 0 1,-1-1-1,-30 28 1,17-22-55,0-1 0,-47 29 0,66-47-121,1-1 1,-1 0-1,-1 0 0,1-1 1,-1-1-1,0 0 0,0 0 1,0-1-1,0-1 0,-1 0 1,-25 0-1,37-1-10,0-1 0,-1 0 1,1 0-1,0 0 0,-1 0 0,1-1 1,0 1-1,-1 0 0,1-1 0,0 1 0,0 0 1,-1-1-1,1 0 0,0 1 0,0-1 1,0 0-1,-1 1 0,1-1 0,0 0 1,0 0-1,0 0 0,0 0 0,1 0 1,-1 0-1,0 0 0,0 0 0,0-2 1,0-2-97,-1 1 0,2 0 0,-1-1 0,1 1 0,-1-1 1,2-8-1,-1 5-122,0 5 175,0 1-1,0-1 1,0 1-1,1-1 1,-1 1-1,1-1 1,0 1-1,0-1 1,0 1-1,0 0 1,0-1-1,0 1 1,1 0-1,-1 0 1,1 0-1,-1 0 1,1 0-1,0 0 1,0 1-1,0-1 1,0 0-1,0 1 1,0 0-1,0-1 1,0 1-1,1 0 1,-1 0-1,1 0 1,-1 1-1,0-1 1,1 0-1,4 0 1,4 0 55,-1 0 1,1 1-1,-1 0 1,1 1 0,-1 0-1,1 0 1,14 4 0,-13-1 41,1 1 1,-1 0 0,0 0-1,0 2 1,-1-1-1,0 1 1,0 1 0,19 17-1,3 7 266,35 43-1,-66-72-293,88 112 833,90 152 0,-173-257-844,-5-8-42,-2-13-4474,0-13-459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50.80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4418,'0'0'9188,"0"230"-7043,4-125-960,9 8-337,-4-11 193,-5-5-321,5-19-384,-5-19-240,9-24-96,-4-23-80,4-12-544,4 0-1601,5-47-400,-5-31-4707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51.14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1 137 8628,'0'0'6720,"46"-5"-6522,160-16-94,39 10-41,-164 10-57,96-3-22,-175 4-37,-1 0 0,1 0 0,0 0 0,-1-1 0,1 1 0,-1 0 0,1-1 0,-1 1 0,1-1 0,-1 0 0,0 1 0,1-1 0,-1 0 0,0 0 0,1 0 0,-1 0 0,0 0-1,2-2 1,-3 2-111,1 0-1,-1 0 0,1 0 1,-1 0-1,0 0 1,0-1-1,1 1 0,-1 0 1,0 0-1,0 0 0,0 0 1,0-1-1,0 1 0,-1 0 1,1 0-1,0 0 0,0 0 1,-1 0-1,1-1 1,-1 1-1,1 0 0,-1 0 1,1 0-1,-1 0 0,0 0 1,-1-1-1,-23-21-3132,-5-4-2487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51.5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 1 7764,'0'0'4850,"0"211"-3666,0-102 161,0 12 352,0 4-577,0-4-159,0-28-497,-9-19-400,9-19 48,0-24-112,0-23-128,26-16-2625,9-50-2194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52.06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0 134 8388,'0'0'5194,"5"41"-3900,14 140-83,9 136 2007,-24-208-2315,15 195 680,-3-242-1260,-15-66-275,7-65-1410,-2-1-1,-6-108 1,-2 74-391,2-488-747,0 588 2545,1-1-1,-1 1 0,0 0 0,1 0 0,0-1 1,0 1-1,1 0 0,-1 0 0,1 0 1,0 0-1,0 0 0,0 1 0,0-1 0,5-5 1,-3 4-22,1 1 0,0-1 0,0 1 0,0 0 0,1 1 1,-1-1-1,1 1 0,11-5 0,-1 3-27,1 0 0,0 1 0,0 0 0,0 2 0,0 0-1,26 0 1,-36 2 100,0 0 0,-1 0 0,1 1 0,0 0 0,0 0 0,8 3 0,-11-2-50,0 0-1,0 0 1,0 0 0,-1 1-1,1-1 1,-1 1 0,1 0-1,-1 0 1,0 1 0,4 5-1,7 8 137,-1 0 0,-1 2 0,0-1 0,-2 2 0,0-1 0,-1 1 0,-1 1 0,-1-1 0,-1 1 0,-1 1 0,-1-1 0,0 1 0,0 26 0,-4-28-31,0-1 88,0 0 0,-5 28 0,4-40-184,-1 0 1,0 0-1,0-1 1,-1 0-1,0 1 1,0-1-1,0 0 1,-1 0-1,0 0 1,-6 7-1,-2 0-24,1-2-1,-2 1 1,0-2 0,0 1-1,0-2 1,-2 0 0,1-1 0,-1 0-1,0-1 1,0 0 0,-1-2-1,0 0 1,0 0 0,0-2-1,-1 0 1,1-1 0,-19 0-1,-4-2-355,36 0 53,9 10-230,107 143 555,-65-84 305,2-2 1,62 61 0,-82-103-274,-29-24-112,-1-7-805,0-137-6841,0 81-261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52.49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196 11 7251,'0'0'8402,"19"-2"-7493,62-5-127,-77 6-715,1 1 1,-1-1-1,0 1 0,0 0 1,1 1-1,-1-1 1,0 1-1,0 0 0,0 0 1,1 0-1,-1 1 0,0-1 1,-1 1-1,1 0 1,0 0-1,0 0 0,-1 1 1,1-1-1,-1 1 0,0 0 1,0 0-1,0 0 1,0 0-1,0 0 0,-1 1 1,0 0-1,1-1 0,-1 1 1,-1 0-1,1 0 1,2 6-1,-1 4 84,0-1 1,-1 1-1,0 0 0,-1 0 1,0 0-1,-1 0 0,-4 23 1,3-31-103,0 0-1,0 0 1,0 0 0,-1 0 0,0-1-1,-1 1 1,1-1 0,-1 0-1,-6 9 1,-1-1 58,-1 0 1,-15 13-1,24-24-97,-114 102 349,71-67-284,2 2 0,-50 58 0,87-89-66,1-1-1,-1 1 1,1 0 0,1 0-1,-6 13 1,9-16 0,-1 0 0,1 0 0,0 0 0,0 0 0,0 0 0,1 0 0,0 0 0,0 0 0,0 0 0,1 1 0,0 4 0,0-8-5,-1-1-1,1 1 0,-1 0 1,1-1-1,0 1 0,0-1 1,-1 1-1,1-1 0,0 1 1,0-1-1,1 1 0,-1-1 1,0 0-1,0 0 0,1 1 1,-1-1-1,0 0 0,1 0 1,-1-1-1,1 1 0,0 0 1,-1 0-1,3 0 0,3 1 15,0-1 0,1 1 1,-1-1-1,10 0 0,-7-1 6,171 2 177,-157-2-205,17-2-131,0-2-1,61-13 0,76-30-1895,-130 33 1065,-2 1-1101,-32 6-1738,-13 2-2670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54.2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165 44 2385,'0'0'1230,"-18"3"-664,-57 10 365,30-11 254,43-2-1020,0 0 0,0 0 0,0 0 0,0 0 0,0 0 0,0 0-1,0 1 1,0-1 0,0 1 0,0-1 0,-2 2 0,17-3 8480,23 2-7942,-7 0-297,362-17 1779,278 7-2073,-428 11 10,945-2 92,-764-4-212,-35-18-16,-314 16 12,383-3 29,-293 11-22,738-2 2124,-900-1-2073,-1-2-56,0 3-117,-10 0-845,0 0 209,0 1 0,1 1-1,-1 0 1,0 0-1,-10 4 1,-35 16-4797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00.6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22 95 12438,'0'0'6339,"-22"-75"-6323,31 75-401,17 0-1311,13 0-609,9-19-2946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01.07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9973,'0'0'4386,"15"20"-4136,-6-8-188,4 5 97,0 0 0,-2 0 0,0 1 0,-1 1-1,-1-1 1,12 39 0,1 28 845,-5 1-1,12 164 1,-22 178 1153,-7-315-1866,-2-1-138,0-27-53,11 107-1,-3-157-1613,-4-22-628,0-1 0,0 21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01.4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5907,'0'0'10759,"40"5"-10585,132 19-25,-151-21-115,0 1 0,-1 1 1,32 13-1,-23-8 13,121 41 71,-148-50-388,-2-16-4869,-2-29 636,-9 13 245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01.78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3073,'0'0'16600,"78"101"-16424,-13-74 80,13-15-64,9-12-192,4 0-160,0 0-2065,-13-8-2001,-26-3-6275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45.63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277 172 5475,'0'0'5751,"1"-20"-5014,3-63 77,-4 78-668,1 0 1,-1 0 0,1 0 0,0 0 0,1 0 0,-1 1-1,4-8 1,-4 10 32,0 1-1,0-1 1,-1 0-1,1 1 0,-1-1 1,1 0-1,-1 0 1,0 1-1,0-1 1,1-3-1,-1 5 646,0 8-672,0 66 21,-1 98 190,-1-134-221,-2 0-1,-13 56 1,4-40-44,-4-2 0,-1 0 1,-3 0-1,-2-2 0,-34 56 0,52-99-245,1 0 0,-1-1 0,0 0 0,-1 0 0,0 0 0,0 0-1,-9 6 1,11-9-81,-1-1-1,1 1 1,-1-1-1,0 0 1,1 0-1,-1-1 1,0 0-1,0 1 1,0-1-1,-1-1 1,-8 1-1,7-2-4205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46.0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963 0 8628,'0'0'5995,"1"4"-5504,1 3-375,0-1 0,-1 1 0,0-1 0,0 1 0,-1 0 0,0 0 0,0-1 0,0 1 0,-1 0 0,0-1 0,-1 1 0,1 0 0,-6 11 0,-4 10 156,-29 50 0,27-54-95,-390 678 2091,175-312-1524,27-1-288,189-361-391,1 0 0,2 1 0,1 0 0,1 1 0,1 0-1,2 0 1,1 0 0,0 34 0,6-50-86,-3-14-1,0 0 0,0 0 0,1 0 0,-1 0 0,0 0 0,0 0 0,0 0 0,0 1 0,0-1 0,1 0 0,-1 0 0,0 0 0,0 0 0,0 0 0,0 0 0,1 0 0,-1 0 0,0 0 0,0 0 0,0 0 0,1 0 0,-1 0 0,0 0 0,0 0 0,0 0 0,0 0 0,1 0 0,-1 0 0,0 0 0,0 0 0,0-1 0,0 1 0,1 0 0,-1 0 0,0 0 0,0 0 0,0 0 0,2-2-174,-1 1 0,0-1 1,0 1-1,1-1 0,-1 0 0,0 1 0,0-1 1,-1 0-1,1 0 0,0 0 0,0-2 0,8-39-3088,4-7-1972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46.8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100 137 7892,'0'0'5261,"0"11"-4733,0 43 406,-7 200 2187,-29-26-1153,6-43-916,15-46-392,3 182 1,12-319-581,0-10 48,2-25-515,8-43 1,0 0-543,0-380-3715,-11 291 3747,9-40 919,-5 182-35,1 0 0,1 1 0,0-1 0,2 1-1,1 1 1,18-38 0,-22 51 11,1 0-1,0 1 1,0-1-1,0 1 0,1 0 1,0 1-1,1-1 1,-1 1-1,1 1 1,0-1-1,1 1 1,-1 0-1,1 1 0,0 0 1,0 0-1,0 0 1,1 1-1,-1 1 1,1-1-1,0 2 1,0-1-1,11 0 0,0 1 242,-8-1-165,0 1 0,0 1-1,0 0 1,0 1 0,0 0 0,0 1 0,17 4 0,-21-2-22,-1 0 0,1 1 0,-1 0-1,0 0 1,0 1 0,0 0 0,-1 0 0,0 0-1,0 1 1,6 9 0,3 7 187,0 0-1,12 28 1,-18-30 33,0 0-1,-1 0 1,-2 1-1,8 38 1,-9-21 506,1 75-1,-6-99-667,0 0 0,-1 0-1,0 0 1,-1 0-1,-1 0 1,0 0 0,-1-1-1,-1 1 1,0-1-1,-1-1 1,0 1 0,-11 16-1,-6 1 33,-1-1 0,-1-1-1,-2-1 1,0-1 0,-2-2 0,-42 29 0,65-49-144,0-1-1,0 0 1,0 0 0,-1-1 0,1 1 0,-1-1 0,0-1 0,1 1 0,-2-1 0,1-1 0,0 1 0,0-1 0,0 0 0,-1-1 0,1 0 0,-13-1 0,18 1-11,1 0 0,0-1 0,-1 1 0,1-1 0,-1 1 0,1-1 0,0 0 0,0 1 0,-1-1 0,1 0 0,0 0 0,0 0 0,0 0 0,0 0 0,0 0 0,0 0 0,0 0 0,0 0 0,0-1 0,1 1 0,-1 0 0,0-1 0,1 1 0,-1 0 0,0-3 0,0-2-123,0-1 0,0 1-1,1 0 1,0-10 0,0 10-11,0 5 132,0 0 1,0 0-1,0 0 1,0 0-1,0 0 0,1-1 1,-1 1-1,0 0 1,1 0-1,-1 1 0,1-1 1,-1 0-1,1 0 1,-1 0-1,1 0 0,0 0 1,-1 0-1,1 1 1,0-1-1,0 0 0,-1 1 1,1-1-1,0 0 1,0 1-1,0-1 0,0 1 1,0-1-1,0 1 1,0 0-1,0-1 0,0 1 1,0 0-1,0 0 1,0 0-1,0 0 0,0 0 1,0 0-1,0 0 0,0 0 1,0 0-1,0 0 1,0 0-1,2 1 1,2 0 23,-1 0 1,1 0-1,0 1 1,-1 0-1,1 0 1,-1 0-1,0 0 1,0 0 0,7 6-1,1 3 49,-1 0 0,-1 1-1,19 27 1,24 48 164,-32-51-144,16 31 47,-25-43-111,1-1 0,0 0 0,2-1 0,35 40 0,-47-59-45,0 0 1,0 0-1,1 0 1,-1-1-1,1 0 1,0 1-1,0-1 1,0-1-1,0 1 1,7 2-1,-9-4-97,-1 0 0,1 1 0,0-1 0,-1 0 0,1 0 0,-1-1 0,1 1 0,0 0-1,-1 0 1,1-1 0,-1 1 0,1-1 0,-1 1 0,1-1 0,-1 0 0,1 0 0,-1 0 0,0 1 0,0-1 0,1 0 0,-1 0 0,0-1-1,0 1 1,0 0 0,0 0 0,0-1 0,0 1 0,0 0 0,0-1 0,-1 1 0,1-1 0,0-1 0,12-40-5464,-4-4-4584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47.3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218 20 5410,'0'0'9538,"9"-4"-8455,5 0-852,1 0-1,0 2 0,1-1 0,-1 2 0,0 0 1,27 1-1,-38 1-190,0-1 1,0 1-1,0 0 0,-1 0 1,1 0-1,0 0 0,-1 1 1,1 0-1,-1-1 1,1 1-1,-1 0 0,0 1 1,0-1-1,0 1 1,3 2-1,-2 0 20,0 0 0,0 1-1,-1-1 1,0 0 0,0 1 0,0 0-1,0 0 1,1 8 0,1 7 87,-1-1 0,-1 1-1,0-1 1,-2 34 0,-1-46-91,-1 0 0,0 0 0,0 0 0,0 0-1,-1 0 1,-1-1 0,1 1 0,-1 0 0,0-1 0,-1 0 0,0 1 0,-9 12 0,-3-1 126,-1-1 0,-36 32-1,32-31-84,-95 80 184,-22 20-114,127-108-140,6-8-8,0 1 0,0 0 0,1 1 0,0-1 0,0 1 0,0 0 0,0 0 0,1 0 0,0 1 0,0-1 0,0 1 1,-2 6-1,5-12-19,0 1 5,-1 0-1,1 0 1,-1 0-1,1 0 0,0 0 1,0 0-1,-1 0 1,1 0-1,0 0 0,0 0 1,0 0-1,0 0 1,0 0-1,0 0 0,0 0 1,1 0-1,-1 0 1,0 0-1,0 0 1,1 0-1,-1 0 0,1 0 1,-1 0-1,1-1 1,-1 1-1,1 0 0,-1 0 1,1 0-1,0-1 1,0 1-1,-1 0 1,1-1-1,0 1 0,0 0 1,0-1-1,0 1 1,-1-1-1,1 0 0,0 1 1,0-1-1,0 0 1,0 1-1,0-1 0,0 0 1,0 0-1,1 0 1,38 5 113,1-2 1,62-4 0,-31-1-67,-11-1-198,1-3 0,72-16 0,-53 8-433,-24 9-2539,-54 5-385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07.4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24 3618,'0'0'6947,"0"-3"-6173,0-8-68,0 2 3483,4 9-4002,0 0-149,-1 0 0,1 1 1,0 0-1,-1 0 0,1 0 0,-1 1 0,0-1 1,1 1-1,-1-1 0,0 1 0,0 0 1,0 0-1,5 5 0,37 40 236,-44-47-267,254 312 1464,-10-14-847,-17-41-242,457 395 1,-669-639-463,-4-3-56,0 0-1,15 18 0,-24-25-115,0 1-1,0 0 1,-1 0-1,0 0 1,1 0-1,-1 0 1,-1 0-1,1 1 1,-1-1-1,0 1 1,0-1-1,1 8 1,-2-10-9,1-1 0,-1 0 1,0 1-1,0-1 0,0 1 0,0-1 1,-1 1-1,1-1 0,0 0 0,0 1 1,-1-1-1,1 1 0,-1-1 0,0 0 1,1 1-1,-1-1 0,0 0 0,0 1 1,-4 2-1326,1-1 0,0 0 1,-1 0-1,0-1 0,-9 4 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56.93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22 18 11093,'0'0'1964,"-5"-5"-1871,5 5-93,0-1 4,-1 0 0,1 0 0,-1 0 0,0 0 0,1 1 0,-1-1 0,0 0 0,1 0 1,-1 1-1,0-1 0,0 1 0,0-1 0,0 0 0,0 1 0,0 0 0,0-1 0,0 1 0,-1-1 0,1 5 49,1-1-1,0 1 0,0-1 1,1 0-1,-1 1 0,1-1 1,1 7-1,9 57 1086,2 87-1,-10 71 622,-3-221-1740,-8 668 3092,7-541-4931,1-172-1235,0-24-3003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57.46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0 172 8788,'0'0'4319,"21"-25"-4039,71-76-13,-88 97-233,0 0-1,0 0 1,0 0-1,0 1 1,1 0-1,0 0 1,0 0 0,0 0-1,0 1 1,0 0-1,0 0 1,1 0-1,-1 1 1,0 0-1,1 0 1,-1 0-1,12 0 1,-3 0 77,93 1 1127,-99 1-1160,-1 0-1,0 0 1,1 1 0,-1 0-1,0 0 1,0 1 0,0 0-1,0 0 1,-1 1 0,1 0-1,-1 0 1,0 0 0,0 1-1,-1 0 1,1 0 0,-1 0-1,6 8 1,3 5 158,-1 1 0,0 0 0,-2 1-1,13 28 1,-14-24 11,-1 1-1,-1 0 0,-1 1 1,-2-1-1,0 1 0,-2 0 1,-1 0-1,-1 30 0,-1-42-183,-1-1 0,0 0-1,-1 0 1,0 1-1,-1-2 1,0 1 0,-1 0-1,-1-1 1,0 1 0,-1-1-1,0 0 1,-1-1-1,0 0 1,0 0 0,-2 0-1,1-1 1,-1 0 0,-17 13-1,6-5 12,-1 0 1,-1-2-1,0 0 0,-35 17 0,42-26-70,1-1-1,-1 0 1,-1 0-1,1-2 1,-1 0-1,0-1 1,0 0 0,-26 0-1,16-2-39,15-1-80,0 0 0,0 0 1,-11-2-1,21 2 88,0-1 0,1 1 0,-1 0 0,0 0 0,1-1 0,-1 1-1,0 0 1,1-1 0,-1 1 0,1-1 0,-1 1 0,0-1 0,1 1 0,-1-1-1,1 0 1,0 1 0,-1-1 0,1 1 0,-1-1 0,1 0 0,0 1 0,0-1 0,-1 0-1,1 0 1,0 1 0,0-1 0,0 0 0,0 1 0,0-1 0,0 0 0,0 0 0,0 1-1,0-1 1,0 0 0,0-1 0,0 0-51,0 2 72,0-1 0,0 1 0,0 0 0,0-1 1,0 1-1,0 0 0,0-1 0,0 1 0,0 0 0,0 0 0,0-1 0,1 1 0,-1 0 1,0-1-1,0 1 0,0 0 0,0 0 0,0-1 0,0 1 0,1 0 0,-1 0 1,0-1-1,0 1 0,0 0 0,1 0 0,-1 0 0,0 0 0,0-1 0,1 1 0,-1 0 1,0 0-1,0 0 0,1 0 0,-1 0 0,0 0 0,1-1 0,-1 1 0,0 0 0,0 0 1,1 0-1,-1 0 0,1 0 0,10-1-8,0-1-1,0 2 1,0 0 0,0 0 0,0 1-1,1 0 1,-1 1 0,20 5 0,-14-1 73,-1 0 1,0 2 0,0-1-1,-1 2 1,17 11-1,2 6 175,-1 2-1,-1 2 1,52 62-1,-2 22 76,-11-12-210,-45-80-157,-25-21-197,0-3-1198,-1 1 1057,0-1 0,1 0-1,-1 1 1,0-1 0,0 0-1,0 1 1,0-1 0,0 0-1,0 1 1,-1-4 0,0-5-1286,1-27-5094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57.8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 0 8980,'0'0'3684,"0"34"-1912,-1 11-1233,0 17 567,9 83 0,3-51 856,41 157 0,-44-229-1919,-7-27-1346,-1 4 1016,0-80-7586,0 19-1225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58.27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64 63 7091,'0'0'6785,"-5"-10"-6209,-15-32 259,15 32 560,5 14-826,0 92 2181,0-95-2739,0 0 0,1 1 1,-1-1-1,1 0 0,-1 1 0,1-1 0,-1 0 0,1 0 1,0 1-1,-1-1 0,1 0 0,0 0 0,0 0 1,0 0-1,0 0 0,0 0 0,0 0 0,0 0 0,0-1 1,0 1-1,0 0 0,1-1 0,-1 1 0,0 0 0,1-1 1,-1 0-1,0 1 0,1-1 0,-1 0 0,0 0 0,1 0 1,-1 1-1,0-1 0,1-1 0,-1 1 0,0 0 0,1 0 1,-1 0-1,1-1 0,-1 1 0,0-1 0,2 0 0,-1-6-312,-2-2-145,1-28-592,-1 36 1007,0 0 1,0-1 0,0 1 0,0-1-1,0 1 1,-1 0 0,1-1-1,-1 1 1,1 0 0,-1 0 0,1-1-1,-1 1 1,1 0 0,-1 0 0,0 0-1,0 0 1,0 0 0,0 0-1,0 0 1,0 0 0,-1-1 0,-4 0-37,0 1 0,0 0 0,0 0 0,0 0 0,0 1 1,-1 0-1,-5 0 0,-3 1-1117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59.4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0 133 6883,'0'0'5656,"0"-8"-4810,0-23-145,0 23-140,1 14-177,42 905 5723,-44-874-6041,0-18-3,1 0 1,1 0 0,0 0-1,8 33 1,-9-52-58,2 3 13,0-9 41,-11-628-3966,14 410 3934,-1 168 7,22-106 1,-25 158-37,-1 0-1,1 0 0,0 0 1,0 0-1,1 1 1,-1-1-1,1 0 0,0 1 1,0-1-1,0 1 1,0 0-1,0 0 0,1 0 1,0 0-1,-1 0 1,1 0-1,0 1 0,0-1 1,1 1-1,-1 0 1,0 0-1,1 0 0,-1 0 1,1 1-1,0 0 1,0-1-1,-1 1 0,1 0 1,7 0-1,26-4 25,0 2 0,69 4 0,-98 0-1,0 1-1,0 0 1,0 0-1,0 1 1,-1 0-1,1 0 0,-1 0 1,0 1-1,0 1 1,0-1-1,-1 1 0,0 0 1,0 1-1,0-1 1,8 11-1,3 3 183,-1 2 0,-1 0 0,19 36-1,-26-38-51,0-1 0,0 2 1,-2-1-1,-1 1 0,0 0 0,-1 0 0,-1 1 0,-1-1 0,-2 36 0,1-50-122,-2 0 1,1 0-1,-1 0 0,0 0 0,0 0 1,0 0-1,-1-1 0,0 1 0,0-1 1,-1 1-1,1-1 0,-6 8 0,1-5 16,0 0-1,0 0 1,-1-1 0,0 0-1,0 0 1,-12 7-1,-6 2-11,0-1 0,-1-2 0,-1 0 0,0-2 0,0-1 0,-59 12 0,72-20-47,13-1 23,-1-1-1,0 0 0,0 1 0,1 0 1,-1-1-1,1 1 0,-1 0 0,-3 3 1,5-3-9,0 0 0,0 0 0,0 0 0,0 0 0,0 0 0,1 0 0,-1 1 0,1-1 0,-1 0 0,1 0 0,-1 1 0,1-1 0,-1 1 0,1-1 0,0 0 0,0 1 0,0-1 0,0 0 0,0 3 0,1 5-10,0-1 0,0 0 1,0-1-1,1 1 1,1 0-1,-1 0 1,1-1-1,0 1 1,8 12-1,6 6 75,24 30-1,-27-38-41,37 49 169,4 8 215,93 96-1,-145-169-395,-1 1 1,1-1 0,-1 1 0,0-1 1,1 0-1,0 0 0,0-1 0,2 3 1,-3-4-1,-11-6-264,7 4 126,0-1-1,0 0 1,0-1-1,0 1 1,0 0-1,1 0 1,-1-1-1,1 1 1,0-1-1,0 1 1,0-5-1,-2-44-4084,3 38 2907,0-31-3995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0:59.86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261 28 3730,'0'0'12576,"7"-4"-11421,-3 1-1017,-1 0 0,1 1 0,0 0 0,0-1 0,1 2 0,-1-1 0,0 0 0,1 1 0,-1 0-1,1 0 1,-1 0 0,10 0 0,0 0 83,24 2 370,-36 0-558,-1-1-1,0 0 0,1 1 1,-1-1-1,0 1 0,1-1 0,-1 1 1,0-1-1,0 1 0,0 0 1,0 0-1,1 0 0,-1-1 1,0 1-1,0 0 0,-1 1 0,1-1 1,0 0-1,0 0 0,0 0 1,-1 0-1,1 0 0,0 3 1,1 4 69,-1 1 1,0-1 0,-1 1 0,1-1 0,-2 1 0,1-1 0,-1 0-1,-2 10 1,0-9-17,1-1 0,-1 1 0,0 0 0,-1-1 0,0 1 0,-8 11 0,-37 45 322,46-61-385,-142 157 594,50-57-490,95-104-127,-16 18 24,1 0 0,-13 22 0,24-34-24,1 0 0,-1 0 0,1 1 0,1 0 0,-1 0 0,1-1 0,0 1 0,1 1 0,0-1 0,-1 13 0,2-19-1,0 0-1,0 1 0,0-1 1,0 0-1,0 0 1,0 0-1,0 0 0,0 0 1,0 1-1,1-1 1,-1 0-1,0 0 1,1 0-1,-1 0 0,1 0 1,-1 0-1,1 0 1,0 0-1,-1 0 1,1 0-1,0 0 0,0-1 1,-1 1-1,1 0 1,0 0-1,2 0 0,3 2 5,1 0 0,-1-1-1,1 0 1,0 0-1,0-1 1,0 1 0,12-1-1,63 1 91,-57-2-65,48-3-35,0-2 0,88-19 0,140-44-941,-297 67 794,70-15-497,-23 12-5467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08.3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 52 6659,'0'0'8476,"-3"-8"-7310,-12-24-120,13 23 1923,5 6-2273,9 8-936,-10-4 438,11 9-89,0-1 0,-1 2 0,0 0 0,0 0 0,18 25 0,-15-19-40,155 182 375,319 350 555,-427-489-959,3-2 0,2-3 0,139 85 0,-98-76-867,-106-63 560,-1 0 0,1 1-1,0-1 1,-1 1 0,1-1 0,-1 1 0,1 0-1,-1-1 1,0 1 0,0 0 0,0 0-1,0 0 1,0 0 0,0 0 0,0 0 0,-1 0-1,1 0 1,-1 0 0,1 0 0,-1 1 0,0-1-1,0 0 1,0 0 0,0 0 0,0 0 0,0 1-1,-1-1 1,1 0 0,-1 0 0,0 0 0,-1 4-1,-16 25-5950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13.82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52 373 4530,'0'0'3124,"1"-5"-2585,-1 0-265,0 3-147,0 1 1,1-1-1,-1 0 0,0 1 0,0-1 1,1 1-1,-1-1 0,1 1 0,-1-1 0,1 0 1,0 1-1,-1 0 0,1-1 0,0 1 0,0 0 1,0-1-1,2 0 0,4-14 3229,0-21-2678,-3 19-331,0-3-61,-1 0 1,1-32-1,-3 32-165,1 1-1,0-1 1,7-23 0,8-19 143,-17 63-264,0 0 0,0 1 1,0-1-1,0 0 0,0 0 1,1 0-1,-1 0 0,0 0 1,0 0-1,0 0 0,0 0 1,0 0-1,0 1 0,0-1 1,0 0-1,0 0 1,0 0-1,0 0 0,0 0 1,0 0-1,1 0 0,-1 0 1,0 0-1,0 0 0,0 0 1,0 0-1,0 0 0,0 0 1,0 0-1,0 0 0,0 0 1,1 0-1,-1 0 0,0 0 1,0 0-1,0 0 0,0 0 1,0 0-1,0 0 0,0 0 1,0 0-1,1 0 0,-1 0 1,0 0-1,0 0 0,0 0 1,0 0-1,1 16-91,-1 7 86,-19 421 1283,-26-168-58,0 3-420,34-186-719,1 94 0,11-155-78,-1 3-352,-1-11-7856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14.17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 48 8708,'0'0'5357,"-6"2"-5093,-8 7 46,14-9-304,0 0 1,0 0 0,0 0 0,0 0 0,0 0 0,0 1 0,0-1 0,0 0 0,0 0 0,0 0 0,0 0-1,-1 0 1,2 0 0,-1 1 0,0-1 0,0 0 0,0 0 0,0 0 0,0 0 0,0 0 0,0 0-1,0 0 1,0 1 0,0-1 0,0 0 0,0 0 0,0 0 0,0 0 0,0 0 0,0 0 0,0 0-1,1 0 1,-1 0 0,0 1 0,0-1 0,0 0 0,0 0 0,0 0 0,0 0 0,0 0 0,0 0-1,1 0 1,-1 0 0,0 0 0,0 0 0,0 0 0,0 0 0,0 0 0,0 0 0,1 0 0,-1 0 0,0 0-1,0 0 1,0 0 0,0 0 0,40 1 752,-14-2-509,33 0 358,-29-1-140,0 2 1,52 6 0,-73-4-439,0 1 0,0 0 1,-1 1-1,1-1 0,-1 2 0,0-1 0,0 1 0,-1 1 0,12 9 0,-9-7-108,0 0-1,1-1 0,17 9 1,-21-14-191,-5-7-2813,-2-79-4393,0 17 1819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14.5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1 231 12310,'0'0'4994,"321"-175"-4978,-209 143 80,-12 13-96,-17 15 32,-27 4-96,-8 8-256,-5 46-993,-8 9-528,4 23-2016,0 11-2018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14.9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23 80 6979,'0'0'8633,"8"-11"-7821,-5 5-732,0 2-35,0 0 1,0 0-1,0 0 1,0 0 0,0 0-1,1 1 1,0-1 0,-1 1-1,1 0 1,1 0 0,-1 1-1,0-1 1,1 1-1,-1 0 1,1 0 0,0 0-1,0 1 1,5-2 0,6 1 137,-1 0 1,1 1 0,0 0-1,22 3 1,-34-1-142,0-1 0,-1 1-1,1 0 1,0 0 0,-1 0 0,1 0-1,-1 1 1,1-1 0,-1 1 0,0 0 0,1 0-1,-1 1 1,0-1 0,0 0 0,-1 1-1,1 0 1,-1 0 0,1 0 0,-1 0-1,0 0 1,0 0 0,0 0 0,2 7-1,-1-2 25,0 1-1,0 0 0,-1 1 0,-1-1 0,0 0 0,0 1 0,-1-1 0,0 0 0,0 1 0,-1-1 0,0 0 0,-1 0 0,0 1 1,-1-1-1,0 0 0,0-1 0,-1 1 0,0-1 0,0 1 0,-1-1 0,0 0 0,-11 13 0,-80 80 206,57-63-196,-54 70 1,91-105-72,-1 0-1,1 0 1,0-1 0,1 2 0,-1-1 0,0 0 0,1 0 0,0 0 0,0 1-1,0-1 1,0 1 0,0-1 0,1 1 0,-1-1 0,1 1 0,0-1-1,0 1 1,0 0 0,1 3 0,0-6-2,-1 0-1,0-1 1,1 1-1,-1-1 1,1 1-1,-1-1 1,1 1 0,-1-1-1,1 0 1,-1 1-1,1-1 1,-1 1-1,1-1 1,-1 0-1,1 1 1,-1-1 0,1 0-1,0 0 1,-1 0-1,1 1 1,0-1-1,-1 0 1,2 0-1,46 6 264,0-2-1,94-4 0,-58-2-240,-57 2-271,17 1 240,54-8 0,-82 5-968,-1-1 1,21-7-1,-25 6-580,0 0 0,-1-1 0,0 0 0,11-8 0,11-13-8650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15.28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47 10485,'0'0'5778,"251"16"-5441,-169-8-97,-8-8-144,-13 0-96,-18 0 0,-17 0-240,-13 0-1105,-13-16-976,0-11-2065,0 0-432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15.6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11365,'0'0'2257,"264"7"-1296,-147-7-209,-8 0-752,-18 0-480,-26 0-1777,-30 0-5251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17.5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1 286 5619,'0'0'3228,"0"-5"-3034,-1-1-284,1-2 893,0-1 1,1 1-1,-1-1 1,3-8 0,2-18 151,-5 35-459,1 0-493,-1 0 0,1 0 0,-1 1 1,1-1-1,-1 0 0,1 0 0,-1 1 0,1-1 0,-1 0 0,0 1 1,1-1-1,-1 1 0,0-1 0,1 0 0,-1 1 0,0-1 1,1 1-1,-1-1 0,0 1 0,0-1 0,0 1 0,1-1 0,-1 1 1,0-1-1,0 1 0,0-1 0,0 1 0,0 0 0,0-1 1,0 1-1,0-1 0,0 1 0,0 0 0,0 1 10,24 268 1991,-23 5-293,1-15-728,11-121-342,-10-122-588,-2-6 64,-2-29-149,1-1085-6043,0 1101 6069,0-1 1,0 1-1,0 0 0,1 0 0,-1 0 0,0 0 0,1 0 0,0 0 0,-1 0 0,1 0 0,0 0 0,0 0 0,0 0 0,0 1 0,0-1 1,1 0-1,-1 1 0,0-1 0,1 0 0,-1 1 0,1 0 0,0-1 0,-1 1 0,1 0 0,0 0 0,0 0 0,0 0 0,0 0 0,0 1 1,3-2-1,5 0-28,0 0 0,1 1 1,-1 0-1,1 1 0,10 1 1,-1-1 328,-12 1-285,-1 0 1,1 0-1,-1 0 1,1 1-1,-1 0 0,0 0 1,0 1-1,9 4 1,8 6 41,22 15 0,-19-10 30,0-2 37,5 4 169,37 29 0,-61-43-227,-1 0 0,0 1 0,0 0 0,0 0 0,-1 0 0,0 1 0,-1 0 0,0 0 0,0 1 0,3 9 0,-1 3 97,-2 0 0,-1 1 0,-1 0 1,0-1-1,-2 1 0,-1 31 0,0-45-113,0-1 10,-1 1 0,0-1 0,0 1 0,-1-1 0,0 1 0,0-1 0,-1 0-1,0 0 1,0 0 0,-1 0 0,1 0 0,-2-1 0,1 0 0,-1 0 0,1 0 0,-7 5 0,-10 8 16,0-1 1,-1-1 0,-25 16 0,25-19-52,9-5-14,0-1 0,-1 1 0,-1-2 0,1 0 0,-1-1 0,-1-1 0,1 0 0,-1-1 0,1 0 1,-32 2-1,29-6-18,10 1 8,0-1 0,-1 0 1,1-1-1,0 0 0,-13-3 0,19 4-23,0-1 0,0 0 0,1 0 0,-1 1-1,1-1 1,-1 0 0,0 0 0,1-1-1,0 1 1,-1 0 0,1-1 0,0 1-1,0 0 1,-1-1 0,1 1 0,0-1 0,1 0-1,-1 1 1,0-1 0,0 0 0,1 1-1,-1-1 1,1 0 0,-1 0 0,1 0-1,0 0 1,0 1 0,0-1 0,0-3-1,0 4 20,1 1 0,0-1 0,-1 1 0,1-1 0,0 1 0,-1-1-1,1 1 1,0 0 0,-1-1 0,1 1 0,0 0 0,0 0 0,-1-1-1,1 1 1,0 0 0,0 0 0,-1 0 0,1 0 0,0 0 0,0 0-1,-1 0 1,1 0 0,0 0 0,0 1 0,1-1 0,3 0-15,1 1 33,0-1 0,0 1 1,0 1-1,0-1 1,0 1-1,0 0 0,0 1 1,0-1-1,-1 1 0,1 0 1,-1 0-1,0 1 0,0 0 1,0 0-1,-1 0 1,5 5-1,9 11 82,-1 0 0,22 34 0,-37-50-80,40 64 460,43 96-1,-66-125-222,25 66 424,-44-104-686,1-1 1,-1 0 0,0 0-1,0 0 1,0 0-1,0 1 1,0-1 0,0 0-1,0 0 1,0 0-1,0 1 1,0-1 0,0 0-1,-1 0 1,1 0-1,0 0 1,0 1 0,0-1-1,0 0 1,0 0-1,0 0 1,0 0 0,0 0-1,0 1 1,-1-1-1,1 0 1,0 0 0,0 0-1,0 0 1,0 0-1,0 0 1,-1 0 0,1 0-1,0 1 1,0-1-1,0 0 1,0 0 0,-1 0-1,1 0 1,0 0-1,0 0 1,0 0 0,0 0-1,-1 0 1,1 0-1,0 0 1,0 0 0,0 0-1,0 0 1,-1 0-1,1 0 1,0 0 0,0-1-1,0 1 1,-10-2-728,9 0 390,0 0 1,0 0-1,0 0 1,1 0-1,-1 0 1,0 0-1,1 0 1,-1 0-1,1-1 0,0 1 1,0 0-1,0 0 1,0 0-1,0-1 1,1-3-1,-1-1-1231,0-20-4446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20.52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1 162 7908,'0'0'6173,"9"-21"-5482,28-67 195,-36 83-717,1 1 0,0-1 1,1 1-1,-1-1 0,1 1 0,0 0 1,5-6-1,0 1 512,-4 6 706,-4 18-759,0 591 858,1-601-1523,-1 1 0,1 0 0,0-1 0,0 1 0,3 7 1,1 4-1501,-5-12-2004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21.80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95 8132,'0'0'8297,"9"0"-7411,1-1-491,0 0 0,20-5 0,-20 4-227,1 0-1,0 0 0,12 0 0,192 1-67,260 3-64,-89 22-8,145 2 21,-506-26-44,472-19-92,-370 7 29,99-15-101,-21-1 142,-81 14 10,110-2-30,-141 12-8,278 1-81,-200 5 57,767-2-566,-931 0 748,-1-1 0,0 1 1,0-1-1,0-1 0,6-1 0,-12 3-108,0 0 0,0 0 0,0 0 0,0 0 0,0 0-1,0 0 1,0 0 0,0 0 0,0-1 0,0 1 0,0 0 0,0 0 0,0 0-1,0 0 1,0 0 0,-1 0 0,1 0 0,0 0 0,0 0 0,0 0-1,0 0 1,0 0 0,0 0 0,0-1 0,0 1 0,0 0 0,0 0-1,0 0 1,1 0 0,-30 5-651,-145 46-4794,41-20-1795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23.12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0 133 4626,'0'0'3991,"3"-3"-3300,9-10 198,-12 12-845,0 1 1,1 0-1,-1-1 1,0 1-1,1-1 1,-1 1-1,0 0 1,1-1-1,-1 1 1,0 0-1,1 0 1,-1-1-1,1 1 1,-1 0-1,1 0 1,-1 0-1,1-1 1,-1 1-1,0 0 1,1 0-1,-1 0 1,1 0-1,-1 0 1,1 0-1,-1 0 1,1 0-1,-1 0 1,1 0-1,-1 0 1,1 0-1,-1 1 1,1-1-1,-1 0 1,1 0-1,-1 0 1,0 1-1,1-1 1,-1 0-1,1 0 1,-1 1-1,0-1 1,1 0-1,-1 1 1,0-1-1,1 0 1,-1 1-1,0 0 1,9 18 350,-2 16 330,-1 1 0,1 53-1,-7 77 968,-2-70-1078,2 101 520,0-833-3501,0 632 2362,1-1-1,-1 0 1,1 0-1,0 1 1,0-1-1,0 0 1,1 1 0,0-1-1,0 1 1,0 0-1,0-1 1,1 1-1,-1 0 1,1 0-1,0 1 1,1-1-1,-1 1 1,7-6-1,-5 5-1,0 0-1,0 1 1,1 0 0,0 0-1,0 0 1,0 1-1,0-1 1,0 1-1,0 1 1,0-1 0,1 1-1,-1 0 1,10 0-1,9 1 22,41 2 95,-60-2-98,0 1-1,0 0 0,0 1 1,0 0-1,-1 0 0,1 0 1,0 0-1,7 5 0,-1 1 87,1 1-1,-1 0 0,-1 1 0,0 0 1,0 1-1,-1 0 0,0 1 1,-1 0-1,-1 0 0,0 1 0,0 0 1,-1 0-1,-1 1 0,0 0 1,-1 0-1,-1 0 0,0 1 0,0 0 1,-2 0-1,0 0 0,0 21 1,-2-30-38,0 1 0,0 0 0,0-1 1,-1 1-1,0 0 0,-3 9 1,2-13-55,1-1 1,-1 1 0,0 0 0,0 0-1,0-1 1,0 1 0,0-1 0,-1 1 0,1-1-1,-1 0 1,0 0 0,1 0 0,-1 0-1,-5 1 1,-7 5 2,0-2-1,-1 0 0,1-1 1,-1-1-1,-1 0 0,-27 2 1,-84-1-147,115-5 85,41 0 40,-7-1 64,41 5 1,-55-3-20,0 0 0,0 1-1,0 0 1,0 0 0,0 1 0,0-1-1,0 2 1,-1-1 0,10 7 0,8 11 104,0 1 1,-1 0 0,-2 2-1,0 1 1,-2 0 0,22 37-1,-41-62-197,0 0-1,0 0 0,1 0 0,-1 1 0,0-1 0,0 0 1,1 0-1,-1 0 0,0 1 0,0-1 0,0 0 1,0 1-1,0-1 0,1 0 0,-1 1 0,0-1 0,0 0 1,0 0-1,0 1 0,0-1 0,0 0 0,0 1 0,0-1 1,0 0-1,0 1 0,0-1 0,0 0 0,0 1 1,0-1-1,0 0 0,0 1 0,-1-1 0,1 0 0,0 0 1,0 1-1,0-1 0,0 0 0,-1 1 0,1-1 1,0 0-1,-14 1-6771,7-1 3755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23.4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7619,'0'0'6916,"13"140"-5524,-8-85-399,-1-4-129,0-8-480,5-8-208,-5 0 0,1-20-176,3-3-16,-8-4-192,5-8-3697,-5-23-754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23.8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16 6915,'0'0'5400,"35"-1"-4829,114-1 181,78 1 920,-83 1-4894,-147-5-3362,-15-2 1080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24.17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4818,'0'0'6211,"35"218"-4530,-26-136-128,-5 4-65,-4 0-351,4-16-641,-4-12-208,5-15-160,-1-15-112,5-13-32,-1-15-384,5 0-1905,-4-7-1889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24.95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0 154 4738,'0'0'4309,"9"-4"-3453,27-12-47,-35 16-794,-1 0 1,0-1 0,1 1 0,-1 0 0,1-1-1,-1 1 1,0 0 0,1 0 0,-1 0 0,1 0-1,-1-1 1,1 1 0,-1 0 0,1 0 0,-1 0-1,1 0 1,-1 0 0,1 0 0,-1 0-1,1 0 1,-1 0 0,0 0 0,1 0 0,-1 1-1,1-1 1,-1 0 0,1 0 0,-1 0 0,1 1-1,-1-1 1,0 0 0,1 0 0,-1 1 0,1-1-1,-1 0 1,0 1 0,1 0 0,2 5 232,0 1 1,0 0 0,-1 0-1,0 0 1,0 0-1,-1 0 1,2 15 0,0-2 224,12 107 2617,-1 211-1,-14-316-2964,0 23 290,1 1-1,11 68 1,-3-94-226,-11-38-327,3-35-1,0 16-200,-12-142-1553,0-5 654,10 135 1082,0-38-49,2 77 191,-1-1 0,2 1 0,0 0 0,0-1 0,6-15 0,0 6 18,-6 13 0,1 0 0,-1 0 0,1 1 0,1-1 0,-1 1 0,1 0 0,0 0 0,0 0 0,1 0 0,5-5 0,5-2 13,24-28 0,2-1-32,-35 36 1,0 0 1,0 1 0,1 0 0,-1 0 0,1 0 0,0 1-1,1 0 1,-1 1 0,1-1 0,0 1 0,0 1 0,0-1-1,0 2 1,0-1 0,15 0 0,-13 1 92,-6 1-51,0 0-1,-1-1 0,1 1 1,0 0-1,0 1 0,0-1 1,-1 1-1,1 0 0,0 0 1,0 0-1,-1 0 0,1 0 1,-1 1-1,1 0 0,-1 0 1,0 0-1,0 0 0,1 0 1,-2 1-1,4 2 0,18 20 253,-1 1 0,-2 1 0,0 0-1,-2 2 1,26 52 0,-42-73-230,0 1 0,-1 0 1,1 0-1,-2 0 1,1 0-1,-1 0 1,-1 0-1,1 0 0,-2 10 1,0-16-42,1 0 0,-1 0 0,0 0 0,1-1 0,-1 1 0,-1 0 0,1-1 0,0 1-1,-1 0 1,1-1 0,-1 0 0,0 1 0,0-1 0,0 0 0,0 0 0,0 0 0,0 0 0,-1 0 0,1 0 0,-3 1 0,-7 3-3,1 0 0,-1 0 0,-16 4 1,13-5 7,-20 6 10,-1-1 0,-72 9 0,-1 0 50,107-19-73,1 0-1,0 0 1,0 1-1,0-1 1,-1 0-1,1 1 0,0-1 1,0 1-1,0-1 1,0 1-1,0 0 1,0 0-1,0-1 1,0 1-1,0 0 1,0 0-1,0 0 0,0 0 1,1 0-1,-2 1 1,2 0-10,-1 0 1,1 0-1,0 0 1,0-1 0,0 1-1,0 0 1,0 0-1,0 0 1,0 0-1,0 0 1,1 0-1,-1-1 1,1 1-1,1 3 1,0 0 7,1 0 0,0 0 1,0 0-1,0 0 0,0-1 0,1 0 1,-1 1-1,9 5 0,40 30 136,-21-17 6,25 20-6,-14-11-57,-1 2 0,38 39 0,-53-49-86,-24-23-54,-5-5-1080,-5-7 213,-1 0 0,2-1 0,0 0 0,0 0 0,1-1 0,0 0 0,1 0 0,-5-22 0,9 0-3249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25.4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148 16 5523,'0'0'7600,"17"-3"-7045,5-1-373,-5 1 13,1 0 0,1 2-1,22-1 1,-37 2-99,0 1 0,0-1 0,1 1 0,-1-1 0,0 1 0,0 0 0,0 1 0,0-1 0,0 1 0,-1 0 0,1-1 0,0 2-1,-1-1 1,1 0 0,-1 1 0,0 0 0,0-1 0,0 1 0,0 1 0,0-1 0,3 5 0,-2-1 55,-1 0 0,1 0 1,-1 0-1,-1 0 0,1 0 0,-1 1 0,-1-1 0,1 0 0,-1 1 0,0 0 0,-1 8 0,0-12-104,-1 1 0,1-1 0,-1 0 0,0 0 0,0 1 0,0-1 0,-1 0 0,0 0 0,0 0 0,0 0 0,0-1 0,0 1-1,-1 0 1,1-1 0,-1 0 0,-5 5 0,-5 4 19,0-2 0,-29 19 0,25-18 5,-56 36-14,-70 49 30,135-90-78,0 0 0,0 1-1,-7 8 1,13-13-10,1 0 1,-1 0-1,0 1 1,1-1-1,-1 1 1,1-1-1,0 1 1,0 0-1,0-1 1,0 1-1,0 0 1,1 0-1,-1-1 1,1 6-1,0-8-2,0 1 1,0-1-1,0 1 1,0-1-1,0 1 0,0-1 1,0 1-1,1-1 1,-1 1-1,0-1 1,0 0-1,0 1 0,1-1 1,-1 1-1,0-1 1,0 0-1,1 1 0,-1-1 1,0 0-1,1 1 1,-1-1-1,1 0 0,-1 1 1,0-1-1,1 0 1,-1 0-1,1 0 0,-1 1 1,2-1-1,16 2 10,-9-1-5,399 7 339,-281-9-1163,-126 2 700,0-1 0,1 0 0,-1 0-1,0-1 1,0 1 0,1 0 0,-1 0-1,0 0 1,0-1 0,0 1 0,1-1-1,-1 1 1,0-1 0,0 1 0,0-1-1,0 0 1,0 0 0,0 1 0,0-1-1,0 0 1,0 0 0,0 0 0,0 0-1,-1 0 1,2-2 0,0-1-465,-1 0 0,0 1 0,-1-1 0,1 0 0,0 0 1,-1-7-1,0 8 270,1-42-6497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25.99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6643,'0'0'7556,"15"17"-6676,-10-11-764,105 136 2116,-44-46-668,79 89 1,-141-180-1608,-3-4-7,-1 0 0,1 1 0,0-1 0,0 0 0,0 0 0,0 0 0,0 0 0,0 0 0,0-1 0,0 1 0,1 0-1,1 1 1,-4-23-4872,-6-20-603,-15-18-3618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26.34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559 0 5186,'0'0'7700,"-281"187"-7156,198-128-160,14-8-112,8-8-224,22-16 0,17-11-96,18-16-224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26.72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 1 3426,'0'0'8697,"-1"24"-7507,1-23-1169,-1 36 717,2 0-1,1-1 1,10 54 0,48 230 3225,-2 165-2590,-54-448-1947,-4-35-1005,0-18-16993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27.06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55 10037,'0'0'7427,"24"-3"-7192,76-11-16,-24 7 204,118 3 0,-116 5-506,-77-1 74,-1 0 1,1 0 0,-1 0 0,0 0-1,1 0 1,-1 0 0,0 0 0,1 0-1,-1 0 1,1 1 0,-1-1-1,0 0 1,1 0 0,-1 0 0,0 1-1,1-1 1,-1 0 0,0 0 0,1 1-1,-1-1 1,0 0 0,0 1 0,1-1-1,-1 0 1,0 1 0,0-1 0,0 0-1,0 1 1,1-1 0,-1 1 0,0-1-1,0 0 1,0 1 0,0 17-663,0-8-330,-4-9 691,1-1 1,0 1 0,-1 0 0,1-1-1,0 0 1,-1 0 0,1 0-1,-1 0 1,1 0 0,-1-1 0,1 1-1,-5-2 1,6 0-31,0 1 0,0-1 0,0 1 1,0-1-1,0 0 0,1 1 0,-1-1 0,0 0 0,-2-4 0,-17-37-4134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27.44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13398,'0'0'4386,"304"90"-3569,-191-47-497,-5 0-240,-17-8-80,-17-16-32,-27-3-417,-21-16-1407,-21 0-4195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34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61 7908,'0'0'5568,"7"-10"-5174,20-29 161,-27 38-500,0 0 0,1 1 0,-1-1 0,1 0 0,-1 1 0,1-1 0,-1 0 0,1 1 0,-1-1 0,1 1 0,0-1 0,-1 1 0,1-1 0,0 1 0,-1-1 0,1 1 0,0 0 0,0 0 0,0-1 0,-1 1 0,1 0 0,1 0 0,-1 0-17,-1 0-1,1 0 1,-1 1 0,1-1 0,-1 0 0,0 1 0,1-1-1,-1 0 1,1 1 0,-1-1 0,0 1 0,1-1-1,-1 1 1,0-1 0,0 1 0,1-1 0,-1 1 0,0-1-1,0 1 1,0-1 0,0 1 0,1 0 0,12 68 363,6 105 0,-11 77-81,-6-156-191,0 198 167,-3-161-61,-23 175-81,9-164-130,-40 279 26,11-105-22,38-233-21,6 91 1,1-75 12,0 2-23,1-19 23,-9 89 0,0-86-33,6-52 12,-2 0-1,-2 0 1,-14 58-1,6-10 42,10-72-60,1 0-1,0 0 0,0 13 1,2-22-63,0-5-363,4-183-6962,-3 116 930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37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5090,'0'0'2460,"36"3"-2068,118 7 49,-123-8-337,-11 0-21,0-1-1,0-1 1,32-3-1,111-23 1068,483 6 598,-563 20-1722,167 17 221,-82-3 45,-12 1-142,217 48-1,-107-28-94,2-23 318,-14-1-110,327 10 205,-1-23 290,-166-1-818,-226-4 55,0-1-3,1566 8 104,-1454-27-7,-91 4 6,147 13-97,-43 3-15,69 3-4,-63 1 23,527-3 74,-503 8-58,716-2 8,-567 11 22,419-3-74,-717-7 220,219-2 540,-167-18-331,-98 12-349,61-2-23,622 9-172,-830 0 40,12 0 314,-8 0-197,0 0 0,0 0 0,-1 0 0,1 1-1,0-1 1,0 1 0,7 3 0,-10-3-14,0 0 1,-1 0-1,1 1 0,-1-1 1,1 0-1,-1 1 0,1 0 1,-1-1-1,0 1 0,0 0 1,0-1-1,0 1 0,0 0 1,0 0-1,0 0 0,-1 0 1,1 0-1,-1 0 0,1 0 1,-1 3-1,5 31 150,-3-1-1,-3 68 1,0-31-7,-3 7 30,-28 151-1,16-138 35,9-20-109,3 1 0,5 74 0,0-44-96,-1-34-1,12 96-1,0-47 7,-6 156 0,-6-234-32,-1-8 35,-3 0-1,0-1 1,-14 47-1,-3 20 101,-23 100 118,27-132-178,1-10-3,-2-2 0,-33 66 0,45-103-23,0-1-1,1 0 1,1 1-1,0 0 1,1 0-1,1 0 1,1 1-1,1 21 1,-1-33-23,1 0 0,-1 0 1,-1 0-1,1 0 1,-1 0-1,0-1 1,-1 1-1,-2 6 1,-9 21-1,0 8-10,9-29 18,1-1 0,0 2 0,0-1 0,2 0 0,0 1 0,-1 15 0,-2 68 18,5 278 387,5-365-361,-4-8-51,0-1 1,-1 1-1,1-1 0,0 1 1,-1 0-1,1-1 0,-1 1 1,1 0-1,-1 0 0,0 0 1,1-1-1,-1 1 0,0 0 1,1 0-1,-1 0 0,0 0 1,0-1-1,0 1 0,0 3 1172,1-5-1689,0-1 158,0 0 0,0-1 1,0 1-1,0 0 0,-1 0 0,1-1 0,-1 1 0,0 0 0,1-1 0,-1-1 0,0-3-919,1-20-5782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40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8788,'0'0'4538,"11"-2"-4295,-9 1-223,1 1 0,0-1 0,0 1 0,0 0 0,0 0 0,0 0 0,0 0 0,0 0 0,-1 1 0,1-1-1,0 1 1,0 0 0,5 2 0,-5-1 7,0 1-1,0-1 1,0 1 0,0 0-1,0 0 1,-1 0-1,1 0 1,-1 0-1,0 1 1,0-1-1,0 1 1,0-1-1,1 5 1,51 141 1505,15 32-58,-60-162-1347,1 1 0,1-1 0,1 0 0,1-1 0,0-1 0,25 25 0,-30-35-107,-1 0 0,1-1 0,0 0 0,1-1 1,0 0-1,0 0 0,0-1 0,0 0 0,0-1 0,1 0 0,10 2 0,4-1 7,0-1 0,0-2 0,36-2 0,-48 0-31,0 0-1,0-1 1,0-1-1,-1 0 1,1 0-1,-1-1 1,0-1-1,12-6 0,13-10-182,34-26-1,-24 16-76,-9 8 221,2 0 0,0 3 0,2 1 0,0 2 0,1 2 0,0 2 0,1 2 0,48-7 0,0 8 50,135 4 0,-222 6-4,0 0 0,0 0-1,0 0 1,0 1 0,0 0 0,0-1 0,0 2 0,-1-1 0,1 0 0,0 1 0,0 0 0,-1-1 0,1 1 0,-1 1 0,0-1 0,0 0 0,0 1 0,4 4-1,0 2 17,0 1 0,-1 0 0,0 0 0,-1 0 0,5 12 0,-10-21-18,38 94 277,-27-63-108,2 0 0,1-1 1,1 0-1,32 46 0,-44-72-149,1-1-1,0 0 1,0 0-1,0 0 1,0 0 0,1-1-1,0 1 1,-1-1-1,1-1 1,0 1 0,0-1-1,1 1 1,-1-1 0,0-1-1,1 1 1,-1-1-1,1 0 1,0 0 0,-1-1-1,1 0 1,0 0-1,-1 0 1,1 0 0,0-1-1,-1 0 1,1 0-1,-1-1 1,1 1 0,-1-1-1,0-1 1,0 1 0,9-6-1,19-13-36,-1-3 0,37-33 1,10-9-237,141-91-652,-191 140 873,0 0 0,1 2 1,1 1-1,0 2 0,1 1 0,33-7 0,-45 14 117,0 1 0,24 0-1,-38 3-41,1 0-1,-1 0 1,1 1-1,-1 0 1,1 0 0,-1 1-1,1-1 1,-1 1-1,0 1 1,9 4-1,-6-1 15,-1 0 0,0 1-1,0 0 1,-1 0 0,11 14 0,33 51 404,-11-15-86,-25-37-197,1-1 0,2-1 0,-1 0 0,41 30 0,-45-39-113,-1-2 0,1 1 0,1-1 0,-1-1 0,1-1 0,0 0 0,1-1 0,-1 0 0,26 3 0,-6-4 12,-1-1 0,54-4 1,-68 0-76,-1-1 0,1-1 0,0 0 0,-1-1 0,0-1 0,19-10 0,-7 1-102,-1-2 0,-1-1 0,0-1 0,-1-1 0,-1-2 1,-1 0-1,-2-2 0,0-1 0,-1 0 0,22-35 0,-37 47 128,0 0 1,0 0-1,-1-1 1,-1 0 0,-1 0-1,0-1 1,0 1-1,-1-1 1,-1 0-1,-1 0 1,0-17 0,-1 31-24,-1 1-1,1 0 1,0-1 0,-1 1 0,1 0 0,0-1 0,-1 1 0,1-1 0,0 1 0,-1 0 0,1 0 0,-1-1-1,1 1 1,-1 0 0,1 0 0,-1 0 0,1-1 0,-1 1 0,1 0 0,-1 0 0,1 0 0,-1 0-1,1 0 1,-1 0 0,1 0 0,-1 0 0,0 0 0,-20 0-6,15 1 0,-1-1-269,-1 1 0,1 0 0,0 1 0,0 0 0,0 0 0,-1 0 1,2 1-1,-1 0 0,-7 5 0,-8 2-1713,-29 10-3517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41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8452,'0'0'6494,"24"-6"-6260,78-20 166,-93 24-267,-1 0-1,1 1 1,0 0-1,0 1 0,0 0 1,18 2-1,-23-1-50,0 0 1,1 0-1,-1 1 0,0-1 0,1 1 0,-1 0 1,0 0-1,-1 0 0,1 1 0,0 0 0,4 3 1,-4-1 18,0 0-1,-1-1 1,1 2 0,-1-1 0,0 0 0,0 1 0,-1-1 0,0 1 0,0 0 0,0 0 0,-1 0 0,0 0 0,0 0 0,0 0 0,-1 0 0,0 0 0,0 0 0,-1 7 0,0-7-44,1-1 0,-2 1 0,1 0 0,-1-1 0,0 1 0,0-1 0,0 1 1,-1-1-1,0 0 0,0 0 0,-7 9 0,-5 3 171,-31 28-1,14-15 23,8-7-96,2 1 1,1 0 0,0 2-1,2 0 1,-23 43 0,39-61-130,0-1-1,0 1 1,1 0-1,0 0 1,1 0 0,0 0-1,0 0 1,0 16-1,1-22-15,1 1-1,-1-1 0,0 1 0,1-1 0,-1 1 1,1-1-1,0 1 0,0-1 0,0 1 0,0-1 0,0 0 1,1 0-1,-1 1 0,1-1 0,-1 0 0,1 0 1,0 0-1,-1-1 0,1 1 0,0 0 0,1-1 1,-1 1-1,0-1 0,0 0 0,0 0 0,1 0 1,-1 0-1,1 0 0,-1 0 0,4 0 0,9 2 33,0 0 0,0-1 1,0-1-1,18-1 0,-14 0-28,-2 1-24,318-5-1112,-265-5-2181,-24-3-2463,-8-2-3539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41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45 3474,'0'0'8694,"0"-4"-7939,0 3-722,0 0 0,0 1 0,0-1 0,0 0 0,0 0 0,0 0 0,0 0 0,0 0 0,-1 1 0,1-1 0,0 0 0,0 0 0,-1 0 0,1 0 0,-1 1 0,1-1 0,-1 0-1,1 1 1,-1-1 0,1 0 0,-1 1 0,-1-2 0,-27-7 295,8 5-215,0 0 0,-1 2 1,0 0-1,1 1 0,-1 1 0,-24 4 0,44-3-76,-1-1-1,1 1 1,0 0-1,-1 0 0,1 0 1,0 0-1,0 0 1,-1 0-1,1 1 0,0-1 1,0 1-1,0-1 1,1 1-1,-1 0 1,-2 3-1,1-1 50,1 0-1,-1 0 1,1 1-1,0-1 1,0 1 0,1-1-1,-3 9 1,1 6 263,1 0-1,1 1 1,1 23 0,0-27-106,0-8-135,0 22 404,1-1 0,5 31 0,-4-49-411,0-1 1,1 0 0,0 0-1,1 0 1,0-1-1,1 1 1,0-1-1,0 0 1,9 11 0,-2-4-92,1-1 0,0-1 0,1 0 0,0 0 0,1-2 0,0 0 0,2 0 0,-1-2 0,1 0 0,0-1 0,1-1 0,0 0 0,1-1 0,-1-1 0,1-1 0,0-1 0,1 0 0,-1-2 0,33 1 0,-47-3-216,0 0 0,0 0 0,0-1 0,0 0 0,0 0 0,0 0 1,-1 0-1,1-1 0,0 0 0,-1 0 0,1 0 0,4-4 0,-3 2-476,0-1 1,-1 0-1,0 0 0,0-1 0,0 0 0,0 0 0,4-9 0,18-31-6134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42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474 118 8052,'0'0'4266,"-1"-9"-134,-4 1-4128,0 1-1,0-1 0,-1 1 1,0 0-1,0 1 0,-1 0 1,0 0-1,0 0 0,-1 0 1,1 1-1,-1 1 0,0-1 1,0 1-1,-1 1 0,-14-5 1,11 5-10,0 0 0,0 1 0,0 0 0,0 1 1,-15 0-1,8 1 17,8-1-11,0 1 0,0 1 0,-13 2 0,20-2 4,0 0 1,0 0-1,0 0 0,1 1 0,-1 0 1,0 0-1,1 0 0,0 0 0,-1 0 1,1 1-1,0-1 0,-3 5 1,-4 3 86,1 2 1,0-1 0,1 1 0,1 1 0,0-1-1,-9 23 1,-21 83 1120,36-116-1194,-9 44 737,2 2-1,1-1 0,1 91 1,6-135-735,0 0 1,0 0-1,0 0 0,0-1 1,0 1-1,1 0 1,0 0-1,-1 0 0,1-1 1,0 1-1,0 0 1,0-1-1,1 1 0,-1-1 1,1 1-1,-1-1 1,1 0-1,0 1 0,0-1 1,3 3-1,-1-3-6,0 0-1,1 0 0,-1 0 1,1 0-1,-1-1 1,1 0-1,0 0 1,0 0-1,-1 0 1,1-1-1,7 0 0,-6 0 10,4 1-15,0 0 1,0-1 0,0 0 0,0-1-1,0 0 1,0-1 0,-1 0-1,1-1 1,14-5 0,-12 1-202,-1 0-1,0-1 1,0-1 0,-1 0 0,0 0 0,0-1-1,-1 0 1,0 0 0,10-18 0,-5 6-417,-1-1-1,-2 0 1,0-1 0,9-31-1,-10 22 427,-1-1-1,-2-1 1,-1 1-1,-2-1 1,0-43-1,-4 78 721,0 5-165,0 16 96,-1 1 0,-1-1 0,-8 35 0,2-16 15,1 0 1,-2 54 0,7 81-149,2-113-348,0-61-39,0 1-1,0-1 1,0 1-1,0 0 1,0-1-1,0 1 1,0-1-1,1 1 1,-1-1-1,1 1 1,-1-1-1,1 1 1,1 2-1,-1-3-84,0-1 0,0 1 0,0 0 0,1-1 0,-1 1 0,0-1-1,0 1 1,1-1 0,-1 0 0,0 0 0,0 1 0,1-1 0,-1 0-1,0 0 1,1 0 0,1 0 0,7 0-751,-6 1 409,-1-1-1,1 0 0,0 0 1,-1 0-1,1 0 0,-1-1 1,1 0-1,-1 1 1,1-1-1,-1 0 0,5-2 1,28-27-7623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43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 6915,'0'0'6264,"-6"19"-5631,0 0-405,1-4-24,0 1-1,1 0 1,1 0 0,1 1-1,0-1 1,0 19 0,4-9 86,0 0 1,2 0-1,0 0 0,11 31 1,2 9-1,95 545 2151,-73-381-1867,-26-133-278,-19-117-290,0 0 0,-2 0 0,0 1 1,-14-25-1,-9-20-349,-17-62 164,42 108 178,1-1 1,1-1-1,1 1 1,-1-37-1,3 37-27,1 13-18,0 0 0,0 0 0,0 0-1,0 1 1,1-1 0,2-7 0,-2 10 23,0 1 1,0 0-1,1 0 1,-1 0-1,1 0 1,-1 0-1,1 0 1,-1 0-1,1 0 1,0 1-1,0-1 1,0 1-1,0-1 1,0 1-1,0 0 1,1-1-1,-1 1 1,3-1-1,6-1-136,0-1-1,1 1 1,-1 1-1,1 0 1,15-1-1,60 3-128,-42 1 119,12-2 92,-18 0 20,46 5-1,-80-4 60,0 1 0,-1 0 0,1 0 0,0 0 0,-1 1-1,1 0 1,-1 0 0,1 0 0,-1 0 0,0 1 0,0-1 0,0 1 0,0 0 0,-1 0-1,1 1 1,-1-1 0,0 1 0,0 0 0,0 0 0,0 0 0,0 0 0,-1 0 0,0 0-1,0 1 1,0-1 0,-1 1 0,1-1 0,-1 1 0,0 0 0,0 8 0,0-2 21,-1-1 0,0 1 1,-1-1-1,-1 1 0,1-1 0,-1 1 1,-1-1-1,0 0 0,-1 0 0,0 0 1,0-1-1,-1 1 0,-11 16 0,5-11 17,-1-1-1,0 0 1,-1-1 0,-1 0-1,0-1 1,-1-1-1,0 0 1,0-1 0,-1-1-1,-1 0 1,0-1-1,0-1 1,0 0 0,-1-2-1,0 0 1,0 0-1,0-2 1,-23 1 0,-59-3-1108,100-1 992,-1 0 0,0 0 0,0 0 0,1-1-1,-1 1 1,0 0 0,1 0 0,-1-1-1,0 1 1,1 0 0,-1-1 0,0 1-1,1-1 1,-1 1 0,1-1 0,-1 1 0,1-1-1,-1 0 1,1 1 0,-1-1 0,1 1-1,-1-1 1,1 0 0,0 1 0,-1-1-1,1 0 1,0 0 0,0 1 0,0-1 0,0 0-1,-1 0 1,1 1 0,0-3 0,1-31-2613,0 24 1460,3-28-4224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44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408 143 2305,'0'0'8116,"0"-6"-7852,1 2-194,-1 1 0,-1-1 0,1 1 0,0-1 0,-1 1-1,0 0 1,0-1 0,0 1 0,0 0 0,0 0 0,-1-1 0,1 1 0,-1 0 0,0 1 0,0-1 0,0 0 0,0 0 0,-5-3 0,-2-2 109,-2 0 1,1 1-1,-1 0 1,0 0 0,0 1-1,-1 1 1,0 0 0,0 1-1,0 0 1,0 0 0,-1 2-1,0-1 1,1 2-1,-1 0 1,0 0 0,0 1-1,-24 3 1,35-2-169,0-1 1,0 1-1,1 0 1,-1-1-1,0 1 1,1 0-1,-1 0 1,1 0-1,-1 0 1,1 1-1,-1-1 1,1 0-1,0 0 1,-1 1-1,1-1 1,0 1-1,0-1 1,0 1-1,0 0 1,0-1-1,0 4 1,-4 3 52,-11 21 392,2 0-1,1 1 1,1 1-1,1 0 1,-8 42-1,10-25 415,2 0-1,0 92 1,7-133-820,0 1 1,0-1-1,1 0 1,0 1-1,0-1 1,1 0 0,0 0-1,4 9 1,-4-13-36,-1 0 1,1 0 0,1 1-1,-1-2 1,0 1-1,1 0 1,0 0 0,-1-1-1,1 1 1,0-1-1,0 0 1,1 0 0,-1 0-1,0-1 1,1 1-1,6 2 1,-1-2-50,0 1 1,0-1-1,0 0 1,0-1-1,0 0 1,0-1-1,1 0 1,-1 0-1,0-1 1,1 0-1,-1-1 1,0 0-1,0 0 1,0-1-1,-1 0 1,1 0-1,-1-1 1,1 0-1,-1-1 1,0 0-1,-1 0 1,1-1-1,-1 0 1,7-7-1,3-6-619,0 0-1,-1-1 1,-1 0 0,-2-1-1,0-1 1,0 0 0,-2-1-1,14-42 1,-15 29-98,-1 0 1,-1-1-1,-3 0 1,-1 0-1,-1-48 1,-3 73 1745,0 10 283,-1 4-211,-14 25-452,1 0 0,2 1 0,1 1 0,1 0 0,2 0 0,0 1 0,2 0 0,2 0-1,-2 49 1,5-6-252,3 94-115,-1-161-258,0 0-1,0 0 0,1 1 1,-1-1-1,1 0 0,1-1 1,-1 1-1,1 0 0,5 7 1,-6-10-123,0 0 1,0 0 0,1 0 0,-1-1 0,1 1-1,-1-1 1,1 0 0,0 1 0,0-1 0,0 0-1,1-1 1,-1 1 0,0-1 0,1 1 0,-1-1-1,1 0 1,6 1 0,-3-1-794,0 0 0,0-1 0,1 0 0,-1 0-1,0 0 1,0-1 0,8-2 0,22-13-7507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44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1 6003,'0'0'9361,"-6"38"-7659,-1 3-1279,-2 11 210,2 0 0,1 82 0,-21 223 3292,24-331-3633,1-13 1,3-30-245,0-7-151,0-17-640,2 0 0,2 0 0,2 1 0,1-1 0,2 1 0,2 1 0,2 0 0,1 1 0,40-71 0,-48 99 433,-1 0-1,1 0 1,1 0 0,-1 1-1,2 1 1,-1-1 0,1 1-1,14-10 1,-16 14 347,0 1 0,0 0 0,0 0 0,0 0 1,0 1-1,0-1 0,1 2 0,-1-1 0,1 1 0,-1 1 1,1-1-1,-1 1 0,1 0 0,9 2 0,-14-1 35,0 0-1,0 0 1,0 0-1,-1 0 0,1 0 1,-1 0-1,1 1 1,-1 0-1,0-1 1,1 1-1,-1 0 1,0 0-1,0 0 1,0 0-1,0 1 0,-1-1 1,1 0-1,-1 1 1,1-1-1,-1 1 1,0 0-1,0-1 1,1 5-1,3 8 391,-1 0 0,5 32-1,-9-47-458,5 55 1447,-3 87 0,-3-80-788,1-41-452,-1-1 0,0 1 0,-2 0 0,-1-1 0,0 0 0,-9 23 0,-1-6 16,8-23-171,0 1 0,1 0 0,0 0 0,1 0 0,1 1 0,-2 23-1,5-35-408,1-9-1031,1-1 664,0-1 0,0 1 0,1 0 0,0-1 0,0 1 0,0 1 0,1-1 0,-1 0 0,1 1 0,8-8 0,-7 7-104,48-55-10193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1:45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517 106 14215,'0'0'3094,"-15"-13"-3048,-46-41 20,57 50 51,-1 0-1,0 0 0,0 1 1,0-1-1,0 1 0,-1 0 1,0 1-1,1-1 1,-1 1-1,0 0 0,0 0 1,-12-1-1,13 3-73,0 0 0,0 0 0,0 1 1,1 0-1,-1 0 0,0 0 0,0 0 0,1 1 0,-1-1 1,1 1-1,-1 1 0,1-1 0,-4 3 0,-6 6 69,1 1 0,1 0 0,0 1-1,0 0 1,1 1 0,-15 25 0,24-35-53,-13 19 244,1 0 0,-18 45 0,26-54-208,1 0 1,1 0-1,0 1 1,2 0-1,-1-1 0,0 26 1,3-36-81,0-1 0,0 1 1,0-1-1,0 0 0,1 1 1,-1-1-1,2 5 0,-1-7-10,0 0 0,-1 0 0,1 0 0,0 0 0,-1 0 0,1 0 0,0 0 0,0 0 0,0 0 0,0 0 0,0 0 0,0-1 0,0 1 0,0 0 0,0-1 0,0 1 0,0-1 0,0 1 0,1-1 0,-1 1 0,2-1 0,10 2-101,-1 0 0,1-1 0,0-1 0,-1 0 0,1-1 0,-1 0 0,1-1-1,-1 0 1,1-1 0,-1 0 0,0-1 0,-1 0 0,1-1 0,-1-1 0,1 0 0,-2 0 0,1-1 0,11-9 0,-2-2-213,0 0 1,0-2-1,-2 0 0,-1 0 1,0-2-1,-2 0 0,0-1 1,-2-1-1,-1 0 0,0 0 1,-2-1-1,7-27 0,-12 42 1963,-2 9-318,0 9-113,0 25-568,0-1 0,-4 50 0,0-24-248,1 684 652,0-728-1061,0 6-36,0-1 0,-6 37 0,4-50 14,1 0 0,-1 1 0,0-1 0,0 0 1,-1 0-1,0-1 0,0 1 0,-1-1 0,1 1 0,-1-1 0,0 0 0,-9 8 0,3-4-81,-1-2 0,0 0 0,0 0 0,0-1 0,-1 0 0,0-1 0,0-1-1,-1 0 1,1 0 0,-1-1 0,-14 1 0,-20 2-1540,-79-2-1,124-4 1596,-101 0-5182,3 0-5397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00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1 489 7716,'0'0'5415,"0"-5"-4897,0-12 981,0 36 1025,0 83-2586,17 464 252,83 1167-94,-100-1526-79,-5 573 206,-14-520-191,1-3-26,16 328 251,3-307-216,1 15-29,-9 409 8,-2 113 159,10-559-149,-2-243-36,-1 1 1,0 0 0,-1-1-1,0 1 1,-1-1 0,-7 18-1,5-19 5,2 1-1,0 0 1,0 1-1,1-1 1,1 1-1,-1 18 1,3-32 2,0 1 1,0-1 0,1 1 0,-1-1 0,0 1 0,1-1 0,-1 1-1,0-1 1,1 1 0,-1-1 0,1 0 0,-1 1 0,0-1-1,1 1 1,-1-1 0,1 0 0,-1 0 0,1 1 0,-1-1 0,1 0-1,0 0 1,-1 1 0,1-1 0,-1 0 0,1 0 0,-1 0 0,1 0-1,0 0 1,-1 0 0,1 0 0,0 0 0,27 0-18,-18-1 21,9 0 6,0-1 1,0-1-1,27-8 1,19-3-18,5 7 14,137 5 1,-106 3 3,553-1 15,-507-7-43,203-35 0,-106 8 5,-13 5 4,227-19 1,-268 43-6,320-22 10,-244-5-1,298-21-162,-141 51 115,14-1 17,-325-6 15,149-31-1,-102 13 8,258-9-59,1 33-56,-12 1 66,-95-20-19,36-1-191,769 21 164,-581 3 28,386 11-573,112-12 827,-332-39-184,4 0-62,679 39-522,-921 39 537,-28-1 153,302-32 129,-52 28-233,-456-18 251,561 23-145,-205-15 526,-473-17-495,213 3 81,-30-1 1393,-222-9-1341,-72 0 176,-1-6 35,-8-27-276,-1-2-96,9-201-193,4 101 142,-4-1038 279,-9 809 99,9-271-57,4 568-390,2 0-1,20-85 1,-7 46 2,111-466-126,-106 488 155,-3 0 1,14-135-1,-21-357 351,-10 196-295,2 294-77,20-92 0,-10 83-3,0-11-36,2-3 44,8-187-1,-22 211-4,24-137-1,-13 124 10,68-558-336,-75 604 258,0 3-77,2-77 1,-10 22-161,0 103 343,0-29-46,0 30-64,0-1 0,0 1 0,0 0 0,0-1 0,0 1 0,0 0 0,0 0 0,0-1 0,1 1 0,-1 0 0,0 0 0,0 0 0,0-1 1,0 1-1,1 0 0,-1 0 0,0 0 0,0-1 0,1 1 0,-1 0 0,0 0 0,0 0 0,0 0 0,1 0 0,-1 0 0,0 0 0,1 0 0,-1-1 0,0 1 0,0 0 0,1 0 0,-1 0 0,0 0 0,0 0 1,1 0-1,-1 0 0,0 1 0,0-1 0,1 0 0,-1 0 0,0 0 0,1 0 0,-1 0 0,0 0 0,0 0 0,0 1 0,1-1 0,-1 0 0,0 0 0,0 0 0,0 0 0,1 1 0,-1-1 0,0 0 1,0 0-1,0 1 0,0-1 0,1 0 0,-1 0 0,0 0 0,0 1 0,1 19-4613,-1 3-656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06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1 422 4802,'0'0'1854,"6"-14"-1429,-2 6-296,1-2 254,0 0 0,0 0 0,-1-1 0,0 0 0,-1 0 0,-1 0 0,3-22 0,-5 21-238,8-189 276,-7 147 87,-1 29 1553,-4 40-570,4 727 2287,-25-437-2871,11-184-678,14-114-348,-2 16 210,2-23-275,0 1 0,1-1-1,-1 1 1,0-1 0,0 1-1,0-1 1,0 1 0,0-1-1,0 0 1,1 1 0,-1-1-1,0 1 1,0-1 0,0 1-1,1-1 1,-1 0 0,0 1-1,1-1 1,-1 0 0,0 1-1,1-1 1,-1 0 0,1 1-1,-1-1 1,0 0-1,1 0 1,-1 0 0,1 1-1,-1-1 1,1 0 0,-1 0-1,1 0 1,-1 0 0,1 0-1,0 0 1,15 0-5202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06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49 304 4562,'0'0'4656,"-7"-20"-4531,-23-69 144,28 81-118,-1 0 0,1-1 0,0 1 1,1-1-1,0 1 0,1-1 0,0-14 0,0 6 871,0 16-938,0-1 0,0 1-1,0 0 1,0 0 0,0 0 0,0 0 0,1 0 0,-1 0 0,0 0 0,0 0 0,1 0 0,-1 0 0,1 0-1,-1 0 1,1 0 0,-1 0 0,1 0 0,0 0 0,-1 0 0,1 0 0,0 0 0,0 1 0,-1-1 0,1 0-1,0 1 1,1-2 0,1 2-35,0-1-1,0 0 0,0 1 0,-1-1 0,1 1 1,0 0-1,6 0 0,-1 0-23,9 0 77,-6-1 14,1 1 0,-1 0 1,1 1-1,0 0 0,-1 1 0,1 0 1,-1 1-1,0 0 0,19 8 0,38 30 922,-45-26-768,1-1 0,0-1 0,48 18 1,-66-30-249,0 0 0,0 0 0,0 0 0,0 0 0,10-1 0,-14 0-21,-2 0-4,1 0-1,-1 0 1,0 0-1,0 0 1,0 0 0,1 0-1,-1 0 1,0 0-1,0 0 1,0-1 0,1 1-1,-1 0 1,0 0-1,0 0 1,0 0 0,0 0-1,0 0 1,1 0-1,-1-1 1,0 1 0,0 0-1,0 0 1,0 0-1,0 0 1,0 0 0,0-1-1,1 1 1,-1 0-1,0 0 1,0 0 0,0 0-1,0-1 1,0 1-1,0 0 1,0 0 0,0 0-1,0-1 1,0 1-1,0 0 1,0 0 0,0 0-1,0-1 1,0 1 0,2-21-1256,-1-1 0,-1 1 0,-1 0 1,-4-27-1,-13-20-3626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06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10725,'0'0'3826,"225"98"-3730,-147-71-96,0-11 0,-8-4-497,-14-5-3360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07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11845,'0'0'2415,"3"-13"-2343,5-27-68,-1-1 1,1-52-1,-7 93 205,1-1-181,1 8 87,4 37 632,1 73-1,-3-39 379,-4-63-915,34 318 2648,-23-292-2813,-4-17 24,-7-20-127,-1-3-439,0-84-5956,0 29 1080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07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8420,'0'0'6179,"87"-4"-5907,-44 4 16,-4 0-32,0 0-256,-4 0 64,-9 0-128,-9 0-16,-8 0-512,-5 0-945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07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7235,'0'0'4899,"221"28"-4355,-169-21-160,-4 5-368,-5-4-16,-8-8-896,-5 0-3715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09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4706,'0'0'6011,"1"-6"-5824,5-17-115,-6 23-70,0-1 0,0 1-1,0 0 1,0 0 0,0-1 0,0 1 0,0 0 0,0 0 0,0-1 0,0 1 0,0 0 0,0 0 0,1 0 0,-1-1 0,0 1 0,0 0 0,0 0-1,0 0 1,0-1 0,1 1 0,-1 0 0,0 0 0,0 0 0,0 0 0,0-1 0,1 1 0,-1 0 0,0 0 0,0 0 0,1 0 0,-1 0 0,0 0-1,0 0 1,0 0 0,1 0 0,-1 0 0,0 0 0,0 0 0,1 0 0,-1 0 0,0 0 0,0 0 0,1 0 0,-1 0 0,0 0 0,0 0 0,0 0 0,1 0-1,-1 0 1,0 0 0,0 0 0,1 1 0,-1-1 0,0 0 0,0 0 0,0 0 0,0 0 0,1 0 0,-1 1 0,0-1 0,0 0 0,0 0 0,0 1-1,1-1 12,2 4 26,-1-1 1,0 1 0,1-1 0,-1 1-1,0 0 1,-1 0 0,1 0 0,-1 0-1,1 1 1,-1-1 0,0 9-1,3 3 133,18 95 2203,16 226-1,-29 113 321,-9-441-2680,-1 41 159,0-10-39,1 0-1,2-1 1,14 75 0,-15-107-106,7 11 86,-7-41-294,-1-9-729,-2-1-1,-1 0 1,-10-45-1,-6-9-1320,3 1-1,4-2 0,-1-102 1,13-300 3707,0 484-1448,0 1 0,1-1 0,0 1 0,0-1 0,0 1 0,1 0 1,-1 0-1,2-1 0,-1 1 0,0 1 0,1-1 0,0 0 0,0 1 0,0-1 1,6-5-1,5-3 6,0 0 1,0 2 0,20-13 0,-15 11-15,-10 6-36,1 1 0,1 1 0,-1 0 1,1 0-1,0 1 0,0 0 0,0 1 0,20-3 1,3 2 81,56 1 0,-70 4-8,-16-2-26,1 2 0,-1-1 0,0 0 1,1 1-1,-1 0 0,0 0 1,0 0-1,0 1 0,0-1 0,0 1 1,0 0-1,0 0 0,0 0 0,-1 1 1,4 2-1,0 2 121,0 0 1,-1 1-1,0 0 1,0 0-1,7 14 0,3 7 326,-2-1 0,-1 2 0,-2 0 0,0 0 0,6 35 0,-9-20 161,-1 0 1,-3 0 0,-1 46-1,-2-75-511,-1-2 61,0 0 1,-1 0 0,-3 18-1,2-27-160,1 0 0,-1 0 0,0 0 1,0 0-1,-1 0 0,1 0 0,-1 0 0,0-1 0,-1 1 0,1-1 0,-7 6 0,-7 5 32,0 0 0,-1-1 0,-1-1 0,0 0 0,-1-2 1,-1 0-1,1-2 0,-26 9 0,17-9-68,0-1 0,-1-1 0,0-2 0,0-1-1,-49 1 1,67-6-545,14 0-11,25-1-49,-9 3 607,0 0 0,-1 2 1,1 0-1,0 1 0,-1 1 0,0 1 0,0 0 0,-1 1 0,1 1 0,29 19 0,-7 1 164,-1 1-1,-1 1 0,33 37 1,-45-41 46,-1 0 1,-1 2-1,-1 0 0,-2 2 1,-1 0-1,27 58 1,-42-79-209,-3-8-72,-2-14-1257,-24-88-5530,8 32-590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09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29 6371,'0'0'5944,"31"-6"-5539,101-14 182,-127 19-540,-1 0-1,1 1 1,0-1-1,0 1 0,-1 1 1,1-1-1,0 1 1,0-1-1,-1 1 0,1 1 1,-1-1-1,1 1 1,-1-1-1,1 1 0,-1 1 1,0-1-1,0 1 1,0-1-1,0 1 0,4 4 1,4 3 139,-2-2 47,0 0 0,-1 1-1,0 0 1,0 0 0,-1 1 0,11 16 0,-17-24-186,0 1 0,-1 0 0,1 0 0,-1 0 1,1 0-1,-1 0 0,0 1 0,0-1 0,0 0 0,-1 0 1,1 1-1,-1-1 0,0 0 0,0 1 0,0-1 0,0 0 1,0 1-1,-1-1 0,0 0 0,1 1 0,-1-1 0,0 0 1,-1 0-1,1 0 0,-1 0 0,1 0 0,-1 0 1,0 0-1,0-1 0,-4 5 0,-8 5 69,0-2-1,-1 0 1,0-1 0,-31 14-1,18-9 17,-180 90 348,203-101-473,-21 14 80,25-16-75,0 0 0,0 0 0,0 0-1,0 0 1,0 0 0,0 0 0,1 0 0,-1 1 0,0-1 0,1 0 0,-1 0 0,1 1 0,-1-1 0,1 0-1,0 1 1,-1-1 0,1 1 0,0 1 0,0-3-5,0 1 0,0 0 0,0-1 0,0 1 0,0-1 0,0 1 0,0-1 0,1 1 0,-1 0 0,0-1 1,0 1-1,0-1 0,1 1 0,-1-1 0,0 1 0,1-1 0,-1 1 0,1-1 0,-1 1 0,0-1 0,1 0 0,-1 1 0,1-1 0,-1 1 0,1-1 0,19 5 232,-16-4-207,60 8 181,109-1-1,-31-2-328,-108-4-78,-17-1-518,1 0 0,0 1 0,-1 1 0,30 8 0,-34-3-3319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10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17 6931,'0'0'3983,"-3"0"-2680,5 0-271,368-9 883,326 1-1313,-434 10-489,400-2-193,-536 7 95,3 1 13,894-8 743,-968 1-770,0 3-1,0 2 1,87 22 0,-102-20 72,-1-2 0,1-1 1,64 0-1,-98-5 37,-1 0 25,0 0-1,-1 0 0,1 0 0,0 0 1,-1-1-1,1 0 0,-1 0 1,1 0-1,-1 0 0,1-1 0,-1 1 1,0-1-1,6-3 0,-10 4-166,8-3 496,-9 1-409,-11 2-547,-16 2 56,0 2-1,0 0 1,-43 12-1,-89 34-2435,66-19 244,-60 14-3481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11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94 2049,'0'0'4714,"-5"-3"-3938,-19-13 73,16 11-146,6 11 2561,2 549 3150,1-506-6148,2 0 0,2 0 0,12 51 0,-24-116-372,-1 0 0,-10-18 1,-17-35-944,22 34 335,2 0 1,1-1-1,2 0 0,2 0 1,1-1-1,2 1 0,2-55 1,1-98 451,0 180 256,0 1 0,1 0-1,1 0 1,-1 0 0,1 0-1,1 0 1,-1 1 0,1-1-1,0 1 1,1-1-1,0 1 1,0 0 0,1 1-1,0-1 1,0 1 0,0 0-1,1 0 1,0 0 0,0 1-1,0 0 1,9-5 0,-3 2-3,1 1 0,0 1 1,0 0-1,1 0 1,-1 2-1,1 0 1,0 0-1,0 1 0,1 1 1,-1 0-1,18 1 1,-11 1 295,1 1 0,39 7 1,-52-6-157,1 0-1,-1 1 1,0 1 0,0-1-1,0 1 1,-1 1 0,1 0-1,12 10 1,-12-8 5,-1 0 1,0 0-1,-1 1 1,0 0-1,0 1 1,-1 0-1,0 0 1,0 0-1,-1 0 1,7 18-1,-7-11 94,-1 0 0,0 1 0,-1-1 0,-1 1 0,0 0 0,-1 21 0,-1-37-211,0 3 11,0-1 0,0 0 0,0 0 0,0 1 0,0-1 0,-1 0 0,1 0-1,-1 0 1,0 1 0,0-1 0,0 0 0,0 0 0,-1 0 0,1-1 0,-1 1 0,0 0 0,1 0 0,-1-1 0,-1 1-1,1-1 1,-4 3 0,-5 4 73,-1 0-1,-1-1 1,1 0-1,-1-1 1,-1-1 0,1 0-1,-1-1 1,0 0-1,-23 4 1,0-3-845,-1-2 0,-63-1 0,106-2 722,1 0 1,-1 1 0,0-1 0,0 1 0,0 0-1,0 0 1,0 0 0,0 1 0,-1 0-1,1 0 1,-1 0 0,0 0 0,0 1 0,0 0-1,5 6 1,-2-4-1,30 32 284,-3 1 0,-1 2 0,-3 1 0,-1 1 0,28 56 0,-56-97-253,-1-14-4357,0-12-827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12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5731,'0'0'6096,"7"6"-5517,-2-1-390,0 0 1,0 0 0,0 1-1,-1 0 1,0-1 0,0 1-1,0 1 1,-1-1 0,0 0-1,4 12 1,34 177 3144,-20-83-2575,-7-59-660,-13-50-107,0 0 0,1 1 0,-1-1 0,1 0 0,-1 0 0,1 0 0,0 0 0,0 0-1,0 0 1,1-1 0,-1 1 0,5 3 0,-7-6-28,0 0 0,0 0 0,1 1-1,-1-1 1,0 0 0,0 0 0,0 0-1,0 0 1,1 0 0,-1 0 0,0 0 0,0 1-1,0-1 1,1 0 0,-1 0 0,0 0-1,0 0 1,0 0 0,1 0 0,-1 0 0,0 0-1,0 0 1,1 0 0,-1 0 0,0 0-1,0 0 1,0 0 0,1-1 0,-1 1 0,0 0-1,0 0 1,0 0 0,1 0 0,-1 0-1,0 0 1,0 0 0,0-1 0,0 1 0,0 0-1,1 0 1,-1 0 0,0 0 0,0-1 0,0 1-1,0 0 1,0 0 0,0 0 0,0-1-1,1 1 1,-1 0 0,0 0 0,0 0 0,0-1-1,0 1 1,0 0 0,0 0 0,0 0-1,0-1 1,1-30-2810,3-23-2634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12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9124,'0'0'4642,"238"0"-4594,-177 0 80,-1 0-64,-8 0-32,-13 0 16,-4 0-48,-9 0-16,-13 0-64,-4 0-576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12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5394,'0'0'4707,"0"223"-2819,0-130-255,0-3 48,0-4-432,0-16-305,0-11-592,0-16-128,0-20-144,4-3-48,0-20-112,1-28-2977,-1-23-2033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13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23 136 5683,'0'0'4338,"0"5"-3778,0 351 5384,0 4-3311,0-359-2572,0-4-95,0-329-5462,0 109 5186,-9 40 12,8 160 26,0 15 220,1 0-1,-1 0 0,2 1 1,-1-1-1,3-8 1,-3 14 46,1 0 0,0 1 1,0-1-1,0 1 0,0 0 0,0-1 1,0 1-1,0 0 0,1 0 1,-1-1-1,0 1 0,1 0 1,-1 0-1,1 0 0,-1 1 0,1-1 1,0 0-1,-1 1 0,1-1 1,0 1-1,2-1 0,41-6 35,-39 7 38,-3 0-63,72-7 42,137 6 0,-206 2 11,0 0 0,0 0 0,0 1 0,0 0 0,0 0 0,-1 0-1,1 0 1,0 1 0,-1 0 0,0 1 0,0-1 0,0 1 0,0 0-1,0 0 1,-1 0 0,0 1 0,0-1 0,0 1 0,0 0 0,-1 0-1,0 1 1,0-1 0,0 1 0,2 8 0,1 4 257,0 0 0,-2 0 0,0 0 0,-1 1 0,-1 0 1,0 31-1,-2-34-92,1-4-35,-1 0-1,-1 0 1,-3 19 0,3-27-165,0 0 0,-1 0 0,1 0 0,-1 0 1,0-1-1,0 1 0,0 0 0,0-1 0,-1 0 1,1 1-1,-1-1 0,0 0 0,0 0 0,-6 4 1,-6 3 7,-1-1 1,0 0-1,-1-1 0,0-1 1,0 0-1,0-1 1,-1-1-1,0-1 1,-28 3-1,-16-1-484,-92-5 0,87-1-508,55-3 949,16 5-6,8 6 71,-2 1 1,1 0 0,-2 0 0,1 1 0,12 16-1,41 66 442,-34-48-203,0-1 180,-2 1-1,41 94 1,-64-130-404,-1 0-281,-3-12-303,-1-15-236,1-77-8062,0 64 649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14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34 6547,'0'0'6334,"-2"-4"-5465,-4-11 36,6 14-884,0 1 1,1-1-1,-1 1 1,0-1-1,0 1 1,0-1-1,0 1 1,1-1-1,-1 1 1,0-1-1,0 1 1,1 0-1,-1-1 1,0 1 0,1-1-1,-1 1 1,0 0-1,1 0 1,-1-1-1,1 1 1,-1 0-1,0-1 1,1 1-1,-1 0 1,1 0-1,-1 0 1,1 0-1,-1-1 1,1 1-1,-1 0 1,1 0-1,-1 0 1,1 0-1,0 0 27,8-1 121,0 0 1,1 0-1,-1 1 1,14 1-1,3 0 67,-22-1-196,0 1 0,1 0 0,-1 0 0,0 0 0,0 0 0,1 1 0,-1 0 0,0-1 0,0 2 0,-1-1 0,1 0 0,0 1 0,-1-1 0,1 1 0,-1 0 0,0 1 0,0-1 0,0 0 0,-1 1 0,1-1 0,1 5 0,1-1 69,-1 1 0,0 0 1,-1-1-1,0 1 0,0 0 0,0 1 0,-1-1 0,-1 0 1,1 1-1,-1 11 0,-1-15-53,0 0 1,0 0 0,0 0-1,-1 0 1,0 0-1,0 0 1,0 0 0,-1-1-1,0 1 1,1 0-1,-2-1 1,-3 8-1,1-6 1,-1 0-1,0-1 1,0 1-1,0-1 1,0 0-1,-1-1 1,-9 6-1,-246 129 603,255-136-643,-18 10 14,24-13-30,1 1 1,-1 0 0,0 0 0,0-1-1,0 1 1,1 0 0,-1 0 0,0 0-1,1 0 1,-1-1 0,1 1 0,-1 0-1,1 0 1,-1 0 0,1 0 0,0 1-1,-1-1 1,1 0 0,0 0 0,0 1-1,0-1 4,0-1-1,0 1 0,0-1 0,1 1 0,-1-1 0,0 1 1,0-1-1,1 1 0,-1-1 0,0 1 0,1-1 0,-1 0 1,0 1-1,1-1 0,-1 1 0,1-1 0,-1 0 1,0 0-1,1 1 0,-1-1 0,1 0 0,-1 0 0,1 1 1,-1-1-1,1 0 0,0 0 0,20 4 16,-14-3 4,77 9 66,0-4 0,89-6 0,-91 0-638,-77 0 282,-1 0 0,1 0 0,-1 0 0,1-1 1,-1 0-1,0 0 0,1 0 0,-1 0 1,6-3-1,-7 2-81,-1 0 0,1 0 0,0 0 0,-1 0 1,0-1-1,1 1 0,-1-1 0,0 0 0,0 0 0,0 0 0,-1 0 1,3-4-1,17-41-6682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15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5859,'0'0'8521,"0"0"-8486,0 0 0,0 0 0,0-1 0,0 1 0,0 0 0,0 0-1,0 0 1,0-1 0,0 1 0,0 0 0,0 0 0,1 0 0,-1-1 0,0 1 0,0 0 0,0 0 0,0 0 0,0 0 0,1-1 0,-1 1 0,0 0 0,0 0-1,0 0 1,0 0 0,1 0 0,-1-1 0,0 1 0,0 0 0,0 0 0,1 0 0,-1 0 0,0 0 0,0 0 0,1 0 0,-1 0 0,0 0 0,0 0 0,0 0-1,1 0 1,-1 0 0,0 0 0,2 0 19,0 1 0,0-1-1,0 0 1,0 1-1,-1-1 1,1 1 0,0 0-1,0 0 1,-1 0 0,1-1-1,-1 1 1,1 1-1,-1-1 1,3 2 0,20 23 497,-11-10-253,9 7 17,76 83 987,-87-94-1281,1 0-1,0-1 1,21 15 0,-25-21 450,-3-5-1920,-4-26-7410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15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113 176 7299,'231'-146'1185,"-185"117"-435,-48 29-653,1 0 0,0 1 1,-1-1-1,1 0 0,0 1 1,-1-1-1,1 1 0,0 0 1,0-1-1,-1 1 1,1 0-1,0 0 0,0 0 1,0 0-1,0-1 0,-1 3 1,-16 21 311,14-19-168,-35 55 953,-73 98 456,35-77-1279,56-62-397,1 1-1,2 1 1,0 1 0,-21 33 0,37-52-1586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15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7091,'0'0'3909,"0"7"-2898,0 410 4884,0 220-3648,-1-637-2317,1 1 1,0-1-1,-1 0 0,1 1 0,0-1 0,-1 1 0,1-1 1,-1 1-1,1-1 0,-1 0 0,1 1 0,-1-1 0,1 0 0,-1 0 1,1 1-1,-1-1 0,1 0 0,-1 0 0,0 0 0,1 0 1,-1 0-1,1 0 0,-1 0 0,0 0 0,-16 2-5867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1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9 2417,'0'0'8025,"-9"0"-6427,-19 0 76,22 0-1,24 0-994,19-1-479,0 2-1,0 1 1,0 2-1,56 13 1,-63-10-89,-22-5-97,0-1 0,0 1-1,0 0 1,-1 1 0,1 0-1,-1 0 1,1 0 0,12 10 0,-19-13-38,-3 0-1505,0 0 1370,1-1 1,0 1-1,0-1 0,-1 0 1,1 1-1,0-1 1,0 0-1,-1 0 0,1 0 1,0 0-1,0 0 1,0 0-1,0 0 0,1 0 1,-1 0-1,0 0 0,0-1 1,1 1-1,-1 0 1,0 0-1,1-1 0,0 1 1,-1-1-1,1 1 1,-1-3-1,1 3 22,-13-39-5217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1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4610,'0'0'9909,"251"86"-9733,-173-78-176,0-8-144,-8 0-1777,-10 0-5523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21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959 0 3762,'0'0'2540,"0"3"-2058,0 9 642,0 2-600,0 1 1,-1-1-1,0 0 1,-6 22-1,-34 135 1110,-9 30-589,-210 619 1828,237-753-2795,-57 194 274,15 105 229,49-223-491,7-57-27,-19 86 0,-1 7 240,-4 14-19,-99 270 522,122-431-766,-47 223 17,35-144 1,-34 101-21,44-169-43,8-29 17,0-1 0,1 1-1,0 0 1,-1 23 0,-4 40 8,9-87-145,0 1 0,1 1 1,1-1-1,0 0 0,0 0 1,0 1-1,1 0 1,8-14-1,3-7-507,0-3-1387,-2-1-1,14-60 1,-8 0-4730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23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0 414 2593,'0'0'531,"8"-32"-438,25-99 241,-32 126-246,1 1 1,-1-1-1,1 0 0,0 1 0,0-1 1,3-3-1,-5 7-60,0 1 1,0 0-1,0 0 1,1 0-1,-1-1 0,0 1 1,0 0-1,0 0 1,1 0-1,-1 0 0,0 0 1,0-1-1,1 1 1,-1 0-1,0 0 0,0 0 1,1 0-1,-1 0 1,0 0-1,0 0 0,1 0 1,-1 0-1,0 0 1,0 0-1,1 0 0,-1 0 1,0 0-1,0 0 1,1 0-1,-1 0 0,0 0 1,0 0-1,1 1 1,-1-1-1,0 0 0,0 0 1,1 0-1,4 2 476,-5-2-385,0 0 0,1 0 0,-1 0 0,0 0 0,1 0 0,-1 0 0,0 0 0,1 0 0,-1 0 0,0 0 0,1 0 0,-1 0 0,0 0 0,1-1 0,-1 1 0,0 0 0,1 0 0,-1 0 0,0-1 0,0 1 0,1 0 0,-1 0 0,0-1 1,0 1-1,1 0 0,-1 0 0,0-1 0,0 1 0,0 0 0,1-1 0,-1 1 0,0 0 0,0-1 0,0 1 0,0 0 0,0-1 0,0 1 0,0 0 0,0-1 0,0 1 0,0 0 0,0-1 0,0 1 0,0 0 0,0-1 0,0 0-113,0 0 1,0 1-1,0-1 1,0 0-1,0 1 1,0-1-1,0 0 0,0 1 1,0-1-1,0 0 1,1 1-1,-1-1 0,0 0 1,1 1-1,-1-1 1,0 1-1,1-1 1,-1 0-1,1 1 0,-1-1 1,0 1-1,1 0 1,-1-1-1,1 1 1,0-1-1,-1 1 0,1 0 1,0-1-1,13-3 76,0 0 0,-1 2 0,1 0 0,0 0 0,0 1-1,23 1 1,-1 0-9,394-3 156,-222 5 94,922-2 464,-886-13-220,-38 0-296,15 13-131,158-9 16,318-18 9,1436 27-151,-2077-3-8,80-14 1,-81 9 8,84-3-1,255 2 29,-318 4 18,83-16 1,-110 14 69,73 0 0,-90 6-156,48 0 12,-34 1 33,65-8 0,-97 6-109,13-2 1262,42-1 0,-109 19-7026,-28 18-804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24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1 134 4930,'0'0'6945,"2"0"-6823,221 19 288,-192-16-395,20 1 16,70-5 0,-42 0-24,735 1-50,-780-2 61,0-1 0,56-14-1,-49 9-19,42-4-1,502-59 9,-470 55 8,1 4 0,122 4 0,-64 1-67,-63 6 416,116 2 627,-227 10-5627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6:42:25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21 4770,'0'0'4130,"-1"-2"-3482,0 2-536,1 0 0,0-1 0,-1 1 0,1 0 0,0 0 0,0-1 0,-1 1 0,1 0 0,0 0 0,0-1 0,-1 1 0,1 0 0,0-1 0,0 1 0,0-1 0,-1 1 0,1 0 0,0-1 0,0 1 0,0 0 0,0-1 0,0 1-1,0-1 1,0 1 0,0 0 0,0-1 0,0 1 0,0-1 0,0 1 0,0 0 0,0-1 0,0 1 0,1-1 0,-1 1 0,0 0 0,0-1 0,0 1 0,1 0 0,-1-1 0,0 1 0,0 0 0,1-1 0,22-2 1375,73 3-1387,221 8 181,83 5-224,-296-14-52,-97 1-3,1 1 0,-1 0 0,1 0-1,7 3 1,19 3 7,-32-7-9,15 2 4,0 1 0,-1 0 0,22 7 0,-10-2-5,50 6-1,-61-11 5,-3-1-384,-1-1-1,22-2 1,-13 1-3370,-8 0-558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23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7 377 5378,'0'0'3501,"-7"0"1578,286 0-4999,-244-2-90,0-1-1,63-16 1,30-3-65,-102 19 36,412-23-69,-329 23 128,1-5 1,197-40-1,-212 32-20,171-6 0,-51 7 3,125 5 43,-64 7-15,17-7-49,-52 4 4,327-4 75,-549 10-60,218-13-28,-77 1 40,195-21 11,106-3 0,-78 25-10,-6 8-45,-203 5 16,957-2 127,-983-8-108,3 0-5,-144 8 2,-1 1 7,-1-1 0,1 0 0,0 0 0,0-1-1,-1 0 1,1 0 0,0 0 0,7-3 0,-13 4 6,0 0 0,0 0 0,1 0-1,-1 0 1,0-1 0,0 1 0,0 0 0,0 0 0,1 0 0,-1 0-1,0-1 1,0 1 0,0 0 0,0 0 0,0 0 0,0-1-1,0 1 1,0 0 0,0 0 0,0 0 0,1-1 0,-1 1-1,0 0 1,0 0 0,0-1 0,0 1 0,0 0 0,-1 0-1,1-1 1,0 1 0,0 0 0,0 0 0,0 0 0,0-1-1,0 1 1,0 0 0,0 0 0,-10-6 105,-11 1-89,-45 4-1625,22-1-1930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25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 5250,'0'0'8807,"8"2"-8415,36 2-156,84-3-1,-60-2-239,81 1-96,164-22 0,-235 11 16,235-22 115,30 14-10,176 13 80,-212-14-112,-49 2-4,270 16-15,-392 14 40,-26 0 36,326 26 149,-88-4 1051,291 1-504,-165-4-662,-237-20-80,140 13-107,-338-17 96,46 15 1,25 5 10,52 0-204,313 12 0,491-33-175,-42-2 3375,-940-10-4590,6 1 747,-23-6-2872,-5-2-4224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4:57.5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0 145 5555,'0'0'8038,"11"2"-5920,-10-5-1995,0-1 0,0 0 0,0 1 0,-1-1 0,1 0-1,-1 0 1,0 1 0,0-1 0,0 0 0,-1-6 0,0-1 86,1-77 877,0 88-1044,0 15-132,23 262 415,-5-103 206,-10-64-82,8 106 508,-9-161-148,26 99-1,-31-146-703,-2-4-65,1-1 0,0 1 0,0-1 0,0 1 0,0-1 1,1 0-1,-1 1 0,1-1 0,0 0 0,0 0 0,0 0 0,0 0 1,0 0-1,4 2 0,-3-5-123,-3-29-6271,-10-13 2429,6 24 1380,-10-34-5731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4:58.2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6 179 6515,'0'0'6659,"-1"-11"-6152,-3-34-59,4 43-375,0 0 0,0-1 0,1 1 0,-1 0 0,1 0 0,-1-1 0,1 1 0,0 0 0,0 0 0,0 0 0,0 0 0,0 0 0,1 0 0,-1 0 0,1 1 0,-1-1 0,1 0 0,-1 1 0,1-1 0,0 1 0,0 0 0,0 0 0,0-1 0,0 1 0,0 0-1,0 1 1,3-2 0,5-3 24,6-5-26,1 2 0,0 0 1,0 1-1,0 0 0,1 1 0,31-5 1,-11 6 128,1 1 0,46 1 0,-80 4-174,0-1 1,-1 1-1,1 0 1,0 0-1,-1 0 0,1 1 1,-1 0-1,0 0 1,1 0-1,-1 0 0,0 1 1,0 0-1,-1-1 1,1 1-1,0 1 0,-1-1 1,0 0-1,0 1 1,0 0-1,0 0 1,0 0-1,-1 0 0,3 5 1,5 13 91,-1-1 1,0 2-1,7 31 1,-11-37 3,103 497 2596,-101-472-2501,1 15 281,2 113 1,-11-168-500,1 1 1,0 0-1,-1 0 0,1-1 0,-1 1 0,0 0 0,0-1 1,0 1-1,0-1 0,-1 1 0,1-1 0,-1 1 0,1-1 1,-1 0-1,0 0 0,0 0 0,0 0 0,0 0 0,0 0 1,-4 2-1,-5 3 5,0-1 1,0-1 0,-16 7-1,25-12-2,-32 13-104,-1-2 0,-1-2 0,-66 9 0,-114-6-237,216-13 289,-1 1-1,1-1 1,-1 1-1,1-1 1,-1 0-1,1 1 1,0-1-1,-1 0 1,1 1-1,0-1 1,-1 0 0,1 0-1,0 1 1,0-1-1,0 0 1,0 0-1,0 1 1,0-1-1,0 0 1,0 0 0,0 1-1,0-1 1,0 0-1,1-1 1,-1-2-244,0-19-1032,-1 7-1361,4-31 1,6 15-2842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4:58.8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1 330 8820,'0'0'8300,"20"14"-7254,69 44-225,-85-55-762,-1-1 0,1 1 1,1-1-1,-1 0 0,0 0 0,0-1 0,1 1 0,-1-1 0,1 0 0,0 0 0,-1 0 0,1-1 0,0 1 0,-1-1 0,1 0 0,5-1 0,10-1 122,-17 2-160,1 0 1,-1-1-1,1 1 0,0-1 1,-1 0-1,0 0 0,1 0 1,-1 0-1,0-1 0,1 1 1,-1-1-1,0 0 0,4-3 1,-2 0-18,0 1 1,0-1 0,-1 0-1,1-1 1,-1 1 0,6-11-1,-3 1-220,1-1-1,-2 0 0,0 0 0,6-32 1,-8 24-395,-2-1 0,0-41 0,-2 53 464,-1 9 128,1 1 1,-1-1-1,0 1 1,0-1-1,-1 1 1,1-1-1,-1 1 1,0 0-1,1 0 1,-1 0-1,-1 0 1,1 0-1,0 0 1,-1 0-1,-4-3 1,-3-3 53,0 1 1,-22-14 0,24 18-68,0 0 0,0 1 0,0 0 0,-1 0 1,1 1-1,-1 0 0,1 1 0,-1 0 1,0 0-1,-17 2 0,25-1 25,0 0 0,-1 1 1,1 0-1,0-1 0,0 1 0,0 0 0,-1-1 0,1 1 0,0 0 1,0 0-1,0 0 0,0 0 0,0 0 0,1 0 0,-1 0 0,0 1 1,0-1-1,1 0 0,-1 0 0,1 0 0,-1 1 0,1-1 0,-1 0 1,1 1-1,0-1 0,-1 3 0,-5 40 21,6-44-14,-3 36 403,2-1-1,2 1 1,1-1-1,13 69 0,-10-83-79,1-1-1,0 1 0,2-1 0,0 0 1,2-1-1,0 0 0,1-1 0,0 0 0,21 23 1,-28-35-246,2-1 0,-1 0 1,1 0-1,-1 0 1,1-1-1,0 0 0,1 0 1,-1 0-1,14 5 1,-10-6-44,1 0 0,-1-1 0,1 0 1,0-1-1,0 0 0,11-1 1,-19 0-86,1 0 1,0-1-1,0 0 1,0 1 0,-1-1-1,1-1 1,0 1 0,-1 0-1,1-1 1,-1 0 0,0 0-1,1 0 1,-1 0 0,0 0-1,0-1 1,0 1-1,-1-1 1,1 0 0,-1 0-1,1 0 1,-1 0 0,0 0-1,0-1 1,0 1 0,-1 0-1,1-1 1,1-6 0,1-4-1479,0-1 1,0 0-1,-2 0 1,0 0-1,0-30 1,-2 17-5235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4:59.3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121 7 1489,'0'0'9127,"-17"-6"-6265,15 6-2812,0 0-1,1 1 1,-1-1-1,0 0 1,1 1-1,-1-1 1,1 1-1,-1 0 1,1 0-1,-1-1 1,1 1-1,-1 0 1,1 0-1,0 0 1,-1 1-1,1-1 1,0 0-1,0 0 1,-2 3-1,-16 32 201,12-23-84,0 2 57,0 1 1,0 0-1,1 0 0,1 0 1,1 1-1,0 0 0,2 0 0,-1 0 1,2 0-1,0 0 0,2 0 1,3 31-1,-2-42-173,-1 1 0,1-1 1,1 0-1,-1-1 0,1 1 1,0 0-1,1-1 0,-1 0 0,7 8 1,6 4 48,22 19 1,-16-16 14,10 7 48,-18-16-126,24 24 1,-35-32-49,0 0 1,-1 0-1,1 1 0,-1-1 1,0 1-1,0 0 0,0 0 1,0 0-1,-1 0 1,1 0-1,-1 0 0,0 0 1,0 5-1,0-6-16,-1 0 1,0 0-1,0 0 0,0 1 1,0-1-1,-1 0 0,1 0 0,-1 0 1,0 0-1,0 0 0,0 0 0,0 0 1,-1 0-1,1 0 0,-3 3 0,0-1 24,0-1 0,-1 0 0,1 0 0,-1 0 0,0 0 0,-11 5 0,9-4-62,-1-1-1,0 0 1,0-1 0,0 0 0,-1 0-1,1-1 1,-1 0 0,1-1 0,-1 1-1,0-2 1,-11 1 0,19-1-3,0-1 0,1 1-1,-1 0 1,1 0 0,-1 0 0,1-1 0,-1 1 0,1 0-1,-1 0 1,1-1 0,-1 1 0,1 0 0,-1-1 0,1 1-1,0-1 1,-1 1 0,1-1 0,0 1 0,-1-1 0,1 1-1,0-1 1,0 1 0,-1-1 0,1 1 0,0-1-1,0 1 1,0-1 0,0 1 0,0-1 0,-1 0 0,1 1-1,1-2 1,-1-24-2324,0 16 1242,0-24-3659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0.2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 99 5539,'0'0'7200,"0"-5"-6530,1-3-596,-1 6 26,1 0 0,-1 0-1,0 0 1,0 0 0,0 0 0,0 0 0,0 1 0,0-1 0,0 0-1,-1 0 1,1 0 0,-1 0 0,1 0 0,-1 0 0,0 0-1,0 1 1,1-1 0,-1 0 0,-1 1 0,1-1 0,0 0 0,0 1-1,-3-3 1,-16-7 77,14 7-163,1 1-1,-1 0 1,1 0-1,-1 0 1,0 1-1,0 0 1,0 0-1,0 0 1,-1 1-1,1 0 1,-11 0-1,8 1-6,7-1 2,0 1 0,0 0-1,0 0 1,0-1 0,0 1-1,0 1 1,0-1 0,0 0 0,0 0-1,0 1 1,0-1 0,1 1-1,-1 0 1,0-1 0,0 1-1,0 0 1,1 0 0,-1 0 0,0 0-1,1 0 1,-1 1 0,1-1-1,-1 1 1,1-1 0,0 1-1,-1-1 1,-1 4 0,-5 9 57,1 0 0,0 1 0,0 0 0,2 0 0,0 1 0,1 0 0,-4 24 0,4 14 1136,3 56 0,2-56-290,-1-43-719,0 1 0,1-1-1,1 1 1,0-1 0,0 0-1,1 0 1,0 0 0,7 14 0,-8-21-161,0 0 1,0-1-1,0 1 1,1-1-1,-1 1 1,1-1-1,0 0 1,0 0-1,0 0 1,0 0-1,1 0 1,-1-1-1,1 0 1,0 0-1,-1 0 1,1 0-1,0 0 1,0-1-1,0 1 1,1-1 0,-1 0-1,0-1 1,0 1-1,0-1 1,5 0-1,-5 0-22,-3 1-26,1-1-1,0 0 1,-1 1 0,1-1-1,-1 0 1,1 0-1,0 0 1,-1-1-1,1 1 1,-1 0-1,1-1 1,-1 1-1,1 0 1,-1-1-1,1 0 1,-1 1-1,1-1 1,-1 0-1,1 0 1,-1 0-1,0 0 1,0 0-1,0 0 1,1 0-1,-1 0 1,0-1-1,0 1 1,-1 0-1,1-1 1,0 1 0,0-1-1,0-2 1,4-7-350,-1-1 0,-1 0 0,0 0 1,-1 0-1,1-13 0,1-67-2115,-3 41 1613,-1-42-602,-1 59 1312,1 0 1,1 0 0,10-49-1,-11 82 189,0 0 1,0 1-1,0-1 1,0 0-1,1 0 1,-1 0-1,0 0 1,0 0-1,1 1 0,-1-1 1,1 0-1,-1 0 1,1 1-1,-1-1 1,1 0-1,-1 1 0,1-1 1,0 0-1,-1 1 1,1-1-1,0 1 1,-1-1-1,1 1 0,0-1 1,0 1-1,0 0 1,-1-1-1,1 1 1,0 0-1,0 0 0,1-1 1,-1 2-3,-1 0-1,1 0 1,0 0-1,-1 0 1,1 0 0,-1 0-1,0 0 1,1 0 0,-1 0-1,0 0 1,1 1 0,-1-1-1,0 0 1,0 0-1,0 0 1,0 2 0,1 2 97,2 13 134,9 61 2488,46 153-1,-55-222-2655,1 1-1,1-1 1,-1 0-1,1 0 1,1-1 0,0 0-1,0 0 1,13 14-1,-18-23-227,-4-17-10335,-8-10 1734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0.6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7395,'0'0'6302,"7"35"-4619,20 118 11,-7-31 461,6 25 405,-14-106-2046,-3-19-340,-9-21-265,-1-5-2278,-23-55-4920,4 19 548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0.9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10629,'0'0'3041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1.4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54 4930,'0'0'3949,"0"-11"2283,-2 126-5120,0-22 1503,13 135-1,-10-221-2477,0 5 85,1 0 0,0 0-1,1 0 1,0 0 0,0 0-1,1-1 1,7 15 0,-10-26-219,-1 1 0,0-1-1,0 1 1,1-1 0,-1 1 0,0-1 0,0 1 0,1-1 0,-1 1 0,1-1 0,-1 0 0,0 1 0,1-1 0,-1 1 0,1-1 0,-1 0 0,1 1 0,-1-1 0,1 0-1,-1 0 1,1 1 0,-1-1 0,1 0 0,-1 0 0,1 0 0,-1 0 0,1 0 0,0 0 0,-1 0 0,1 0 0,-1 0 0,1 0 0,-1 0 0,1 0 0,0 0-1,-1 0 1,1 0 0,-1-1 0,1 1 0,-1 0 0,1 0 0,-1-1 0,1 1 0,-1 0 0,1-1 0,-1 1 0,0-1 0,1 1 0,-1 0 0,1-1 0,-1 1 0,0-1-1,1 1 1,-1-1 0,0 1 0,0-1 0,0 1 0,1-1 0,-1 1 0,0-1 0,0 0 0,0 1 0,0-1 0,0 1 0,0-1 0,0 1 0,0-1 0,0 0-1,5-37-1116,-1 1-1,-2-73 0,-3 67-170,2 0 0,7-47 0,-5 76 1201,0 0 0,0 0-1,1 0 1,1 0 0,1 1-1,0 0 1,0 0 0,1 1 0,1-1-1,12-14 1,-16 21 119,1 1 0,-1 0 0,1 0 0,0 0 0,0 1 0,1 0 1,-1 0-1,1 0 0,0 0 0,0 1 0,0 0 0,0 0 0,1 1 0,-1 0 0,1 0 0,0 0 0,0 1 0,-1 0 0,1 0 0,9 1 0,-13 0-5,0 1 0,-1-1 0,1 1 0,0 0 0,0-1-1,-1 1 1,1 0 0,-1 1 0,1-1 0,-1 0-1,0 1 1,1 0 0,-1-1 0,0 1 0,0 0 0,0 0-1,0 0 1,0 0 0,-1 1 0,1-1 0,0 0-1,-1 1 1,2 4 0,4 7 141,-2 0 0,0 1 1,4 17-1,-7-24-72,41 225 2890,-4-15-835,-39-218-2154,0 3-13,0-1 1,0 0-1,1 0 0,-1 0 0,1 0 1,0 0-1,0 0 0,0 0 1,0 0-1,0 0 0,0-1 0,0 1 1,0 0-1,1-1 0,-1 1 0,1 0 1,2 1-1,-3-10-3821,-1-20-1219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3.0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254 7 6995,'0'0'6561,"-6"-1"-6073,1 0-415,1 0-43,-1 0 1,1 0 0,-1 0 0,1 1-1,-1 0 1,0 0 0,1 0-1,-1 0 1,0 1 0,1 0 0,-1 0-1,-8 3 1,5 1-19,-1 1 0,1 0 0,0 1 0,0 0 0,-9 10-1,-33 44 57,41-49-28,1 0 0,1 1 1,0 0-1,1 0 0,0 0 1,1 1-1,1 0 0,0 0 1,1 0-1,0 1 0,1-1 1,1 1-1,0-1 0,1 1 1,0-1-1,4 20 0,-2-25-26,0-1 0,0 1 0,1-1 0,0 0 0,0 0 0,1 0 0,0 0 0,1 0 0,5 6 0,9 10 70,26 27 0,-19-23-13,-11-12-51,24 30 15,-37-43-42,0 1 1,0-1-1,0 1 1,0-1-1,-1 1 1,1 0-1,-1 0 0,0 0 1,0 0-1,0 0 1,0 7-1,-1-9-14,1-1 0,-1 1 0,0 0-1,0 0 1,0 0 0,0 0 0,0 0 0,0-1 0,-1 1-1,1 0 1,-1 0 0,1 0 0,-1-1 0,0 1-1,1 0 1,-1-1 0,0 1 0,0 0 0,0-1 0,0 1-1,-1-1 1,1 0 0,0 1 0,-1-1 0,1 0-1,-1 0 1,1 0 0,-1 0 0,1 0 0,-1 0 0,0 0-1,-2 1 1,-4 1-211,-1 1 0,1-1 0,-1-1 1,1 1-1,-1-2 0,-10 2 0,-30-1-5815,37-2-1279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3.4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1 391 9444,'0'0'3789,"28"-28"-3445,86-91-157,-107 111-170,0 0 1,0-1 0,9-16 0,-15 23-13,0-1 1,0 0 0,0 1-1,0-1 1,0 0 0,-1 0-1,1 1 1,-1-5 0,1-2 8,1-2-98,-1 0 1,-1 0-1,0 1 1,0-1-1,-1 0 1,0 0-1,-3-12 1,3 20 52,0 0 0,0 0-1,0 0 1,-1 0 0,1 1 0,-1-1 0,0 0 0,0 0 0,1 1 0,-2-1-1,1 1 1,0 0 0,0 0 0,-1 0 0,1 0 0,-1 0 0,0 0 0,0 0-1,1 1 1,-1 0 0,0-1 0,0 1 0,0 0 0,0 1 0,-1-1 0,1 0-1,-5 1 1,3-1 55,-1 0 1,1 1-1,-1 0 0,1 0 0,-1 0 0,1 1 0,-1 0 0,1 0 0,-8 2 0,10-1-5,1-1-1,0 0 0,-1 1 0,1 0 1,0-1-1,0 1 0,0 0 1,0 0-1,1 0 0,-1 1 0,1-1 1,-1 0-1,1 0 0,0 1 0,-1-1 1,1 1-1,0-1 0,1 1 0,-1 0 1,0-1-1,0 5 0,-2 17 206,1 1-1,2 49 1,1-28 236,-1-11 431,8 65 0,-5-86-625,0-1-1,0 1 1,1-1 0,1 0 0,0 0 0,1 0 0,13 21 0,-17-31-241,1 1 0,-1-1 1,1 0-1,0 1 0,0-1 0,0-1 0,0 1 1,0 0-1,0-1 0,1 0 0,-1 0 0,1 0 0,0 0 1,0 0-1,0-1 0,0 1 0,0-1 0,0 0 1,0-1-1,0 1 0,0-1 0,0 1 0,0-1 1,0 0-1,1-1 0,-1 1 0,0-1 0,0 0 1,0 0-1,0 0 0,0 0 0,0-1 0,-1 0 1,1 0-1,5-3 0,0-4-458,1 0-1,-1-1 1,-1-1-1,0 1 1,0-1 0,-1-1-1,-1 1 1,6-15 0,15-40-5429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3.8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9 189 7764,'0'0'4716,"-2"-5"-4382,0-9 207,0 0-1,0 1 1,1-16 0,2-24-2479,0 14-3361,-1 18 1769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4.3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0 4914,'0'0'6174,"-1"9"-5406,-2 24-65,1 0 1,2 1-1,2-1 0,6 36 0,67 430 2578,-54-343-2669,-20-149-561,0 5 75,1-1 0,0 0 0,6 17 0,-7-79-1703,-1-286-5266,0 326 6696,1-1 0,0 1 0,1-1 0,0 1 0,1 0 0,6-18 1,-8 26 128,1-1 1,-1 1 0,1-1 0,-1 1 0,1 0 0,0 0 0,1 0 0,-1 0 0,0 0 0,1 0 0,0 1 0,-1-1 0,1 1 0,0-1-1,0 1 1,1 0 0,-1 0 0,0 1 0,1-1 0,-1 1 0,1 0 0,-1-1 0,8 0 0,-7 2 167,0-1 0,0 1 0,0 0-1,0 1 1,0-1 0,0 1 0,0-1 0,0 1 0,-1 0 0,1 1 0,0-1-1,0 1 1,4 2 0,-3 0 18,-1 0-1,1 0 0,-1 0 1,0 0-1,0 1 0,-1-1 1,1 1-1,4 10 0,3 6 213,-1 0 1,-1 1-1,-1 0 0,-1 1 0,0 0 0,-2 0 0,-1 0 1,-1 1-1,-1-1 0,-1 1 0,-2 28 0,0-46-339,1 0 1,-1 0-1,-1 0 0,1 0 0,-1 0 0,0 0 0,0-1 1,-1 1-1,0-1 0,1 1 0,-2-1 0,1 0 1,-1 0-1,0-1 0,0 1 0,0-1 0,0 1 0,-1-1 1,0-1-1,0 1 0,-8 4 0,3-3-150,-1 1 0,0-2-1,0 1 1,0-1 0,-1-1 0,1 0-1,-1-1 1,1 0 0,-25 0 0,35-2 41,-1 0 1,1 0 0,0 0 0,-1 0-1,1-1 1,0 1 0,0 0 0,-1-1 0,1 1-1,0-1 1,0 0 0,0 1 0,0-1 0,0 0-1,0 0 1,0 1 0,0-1 0,0 0 0,0 0-1,0 0 1,0 0 0,1 0 0,-1-1-1,0 1 1,1 0 0,-1 0 0,1 0 0,-1-1-1,1 1 1,0 0 0,-1 0 0,1-3 0,-1-5-610,0 0 0,1 0 0,1-17 0,0 7-1016,-1-25-3291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4.8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48 6371,'0'0'6333,"1"0"-6292,-1-1-1,0 1 1,0 0-1,0 0 1,1 0-1,-1 0 1,0-1-1,0 1 1,0 0-1,1 0 1,-1 0-1,0 0 1,0 0-1,1 0 1,-1 0-1,0 0 1,0 0-1,1 0 1,-1 0-1,0 0 1,0 0-1,1 0 1,-1 0-1,0 0 1,0 0-1,1 0 1,-1 0-1,0 0 1,0 0-1,1 0 1,-1 0-1,0 0 1,0 1-1,1-1 1,-1 0-1,0 0 1,0 0-1,0 0 1,1 1-1,-1-1 1,0 0-1,0 0 1,0 0-1,0 1 0,0-1 1,0 0-1,1 0 1,-1 1-1,0-1 1,0 0-1,1 47 867,1 0-1,3 0 0,2 0 1,2-1-1,2-1 0,23 64 1,-30-100-724,0 0 0,0 0 0,1-1 1,0 1-1,0-1 0,12 12 0,-16-18-163,1 1 0,0-2 0,0 1-1,0 0 1,1 0 0,-1-1 0,0 1 0,1-1-1,-1 0 1,0 1 0,1-1 0,0 0 0,-1-1-1,1 1 1,0 0 0,-1-1 0,1 0 0,0 1-1,0-1 1,-1 0 0,1 0 0,0-1 0,0 1-1,-1 0 1,1-1 0,0 0 0,-1 0 0,4-1 0,-4 1-26,0 0 1,0 0 0,0-1 0,0 1 0,-1-1 0,1 1 0,0-1 0,-1 0 0,1 1 0,-1-1 0,0 0 0,0 0-1,2-4 1,10-30-327,-12 33 287,5-20-559,-1 0-1,-2-1 1,2-33-1,-5-75-2309,-1 60 1718,1 63 1521,-1 0 1,1 0-1,-2 0 1,1 1-1,-5-13 1,5 15-321,1 0 1,-1 1-1,1-1 0,0 0 1,1-5-1,0-5-4023,-1 6-2035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5.4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190 1 7139,'0'0'8401,"-28"0"-8027,21 0-371,-1 0-1,1 0 1,0 1-1,-1 0 1,-8 2-1,13-1 0,-1-1-1,1 1 0,0 0 0,0-1 1,0 1-1,0 1 0,0-1 1,0 0-1,1 1 0,-1 0 0,1-1 1,-4 6-1,-3 5 70,1-1-1,1 1 1,1 1 0,-1-1 0,2 1-1,0 1 1,1-1 0,0 0 0,-2 24-1,1 10 982,4 78 0,1-69 139,0-43-941,0-4 41,0 0 1,0 0-1,1 0 0,4 19 1,-4-26-254,0-1 1,0 1-1,0-1 1,0 1-1,0-1 1,1 0-1,-1 1 1,1-1-1,-1 0 1,1 0-1,0 0 1,0-1-1,0 1 1,0 0-1,0-1 0,0 1 1,0-1-1,1 1 1,-1-1-1,0 0 1,1 0-1,-1 0 1,6 1-1,-4-1-16,0-1-1,1 1 1,-1-1-1,0 1 0,1-1 1,-1 0-1,0-1 1,1 1-1,-1-1 0,0 0 1,1 0-1,-1 0 1,0-1-1,0 1 0,0-1 1,5-3-1,-3 1-48,-1 0 0,0-1 0,0 1 0,0-1 0,0 0 0,-1 0 0,0-1 0,0 1 0,5-12 0,-1 1-453,-1-1 0,-1-1-1,0 1 1,-1-1 0,-1 0-1,-1 0 1,1-21 0,-4 36 405,2-80-3015,-2 76 2917,-1 0 0,0 0-1,0 0 1,0 0 0,-1 0-1,0 1 1,-1-1-1,1 1 1,-6-9 0,-7-9 2657,15 29-1532,1 21-531,0 0-1,2 0 1,1 0 0,1 0 0,1-1-1,2 1 1,0-2 0,2 1-1,17 32 1,-24-51-408,1 0 0,0 0 0,0-1 0,6 6 0,-8-9-198,-1-1 0,1 1 0,-1-1 0,1 0 0,0 0 0,0 1 0,0-1 0,-1 0 0,1-1 0,0 1 0,0 0 0,0 0 1,1-1-1,-1 0 0,3 1 0,-3-13-6715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6.0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8996,'0'0'5176,"1"7"-4709,38 190 2601,1 7-680,4 127 339,-15-103-1258,-26-210-1354,-2-5-28,0 1-1,1-1 1,1 0-1,0 0 1,1-1-1,0 1 1,1-1-1,13 24 1,-18-35-85,1-1 1,-1 1-1,1 0 1,-1 0-1,1-1 1,-1 1-1,1 0 1,0-1-1,-1 1 1,1-1-1,0 1 1,-1-1-1,1 1 1,0-1-1,-1 0 1,1 1-1,1-1 1,-2 0-4,1 0-1,-1 0 1,0 0 0,1 0 0,-1 0 0,0-1 0,1 1 0,-1 0 0,0 0 0,0-1-1,1 1 1,-1 0 0,0 0 0,0-1 0,1 1 0,-1 0 0,0-1 0,0 1 0,0 0-1,0 0 1,0-1 0,1 1 0,-1 0 0,0-1 0,0 1 0,0-1 0,0 1 0,1-35-176,-1 29 126,0-285-4124,0 281 3732,0 0 0,1 0-1,0-1 1,1 1 0,5-17-1,-6 24 399,0 0-1,0 0 1,0 1-1,0-1 0,1 1 1,-1-1-1,1 1 1,0 0-1,0-1 1,0 1-1,0 0 0,0 0 1,0 0-1,0 1 1,1-1-1,-1 1 1,1-1-1,-1 1 1,1 0-1,0-1 0,-1 1 1,1 1-1,0-1 1,5-1-1,-5 2 79,1-1 0,0 1 0,-1 0-1,1 0 1,0 0 0,-1 1 0,1-1 0,0 1-1,-1 0 1,1-1 0,-1 2 0,1-1 0,-1 0-1,4 3 1,-3-1 30,1 0-1,-1 1 0,0 0 0,0 0 1,-1 0-1,1 0 0,-1 0 1,0 1-1,3 5 0,4 9 227,0 2 1,-1-1-1,-1 1 0,-1 0 0,-1 1 0,6 43 0,-5-6-850,-3 81 0,-4-138 289,1-2 144,-1 1-1,0-1 1,0 1 0,0-1 0,0 0 0,0 1 0,0-1 0,0 0 0,0 1-1,0-1 1,0 1 0,0-1 0,-1 0 0,1 1 0,0-1 0,0 0 0,0 1-1,0-1 1,0 1 0,-1-1 0,1 0 0,0 0 0,0 1 0,-1-1 0,1 0-1,0 1 1,-1-1 0,1 0 0,0 0 0,-1 1 0,1-1 0,0 0 0,-1 0-1,1 0 1,-1 1 0,-17 0-4877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7.0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255 17 5314,'0'0'6289,"0"-3"-5540,0-7-116,0 7-100,0 5-114,0 5-307,-1 1-1,-1 0 1,0 0-1,0-1 1,0 1-1,-6 11 1,0 2-5,-120 360 597,49-145 156,73-218-639,3-10-16,0 1 1,0-1-1,1 1 1,0-1-1,1 1 1,-1 17-1,5-32-520,-1 3 160,58-129-8907,-42 75 898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7.3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 6355,'0'0'6051,"6"-2"-5478,-3 1-457,-2 0-95,-1 0 0,1 1 1,0-1-1,0 1 1,0-1-1,0 1 0,0-1 1,0 1-1,0 0 1,0-1-1,0 1 0,0 0 1,0 0-1,0 0 0,0 0 1,0 0-1,0 0 1,0 0-1,0 0 0,0 0 1,0 0-1,0 1 1,0-1-1,-1 0 0,1 0 1,0 1-1,0-1 1,0 1-1,0-1 0,0 1 1,0 0-1,-1-1 1,1 1-1,0 0 0,0-1 1,-1 1-1,1 0 1,-1 0-1,1-1 0,0 1 1,0 1-1,15 57 1445,17 108-1,-20-90-712,-1-11-114,81 359 2804,-86-401-3291,1 0-1,2-1 1,0 0-1,23 37 1,-17-41-791,-16-19 609,0 0 0,0 0 0,-1 0 0,1 0 0,0 0 0,0-1 0,0 1 0,0 0 0,0 0 0,0 0 0,0 0 0,0 0 0,0 0 0,0 0 0,0 0 0,0 0 0,0 0 0,0 0 0,0 0 0,0 0 0,0 0 0,0-1 0,0 1 0,0 0 0,1 0 0,-1 0 0,0 0 0,0 0 0,0 0 0,0 0 0,0 0 0,0 0 0,0 0 0,0 0 0,0 0 0,0 0 0,0 0 0,0 0 0,0 0 0,0 0 0,0 0 0,0 0 0,0 0 0,0 0 0,0 0 0,1 0 0,-1 0 0,0 0 0,0 0 0,0 0 0,0 0 0,0 0 0,0 0 0,0 0 0,0 0 0,0 0 0,0 0 0,0 0 0,0 0 0,0 0 0,0 0 0,0 0 0,1 0 0,-1 0 0,0 0 0,-6-14-2223,-17-19-1906,-10-4-1740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7.7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0 158 13830,'0'0'4338,"185"-53"-4178,-119 24-160,-6 4-688,-8 0-2145,-3 0-3250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8.1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7587,'0'0'7367,"8"-4"-6606,-8 3-744,0 1 0,1 0 0,-1 0 0,0 0 1,0 0-1,1 0 0,-1 0 0,0 0 0,1-1 1,-1 1-1,0 0 0,0 0 0,1 0 0,-1 0 1,0 0-1,1 1 0,-1-1 0,0 0 0,0 0 1,1 0-1,-1 0 0,0 0 0,1 0 0,-1 0 1,0 0-1,0 1 0,1-1 0,-1 0 0,0 0 1,0 0-1,0 1 0,1-1 0,-1 0 0,0 0 1,0 0-1,0 1 0,0-1 0,1 0 0,-1 1 0,0-1 1,0 1-1,16 62 1787,10 95 1,-6-30-270,-15-105-1233,-2-5 45,0 0 1,10 26-1,-14-52-470,1 1-1,-1 0 1,1 0 0,1-9-1,0-16-411,-9-94-1625,-1-43-720,8 152 2720,1 13 137,-1-1-1,1 0 1,0 1-1,0-1 1,2-6-1,-2 10 34,0 0 0,1 0-1,-1 0 1,0 1 0,1-1-1,-1 0 1,1 0 0,-1 0-1,1 1 1,-1-1-1,1 0 1,0 1 0,-1-1-1,1 0 1,0 1 0,-1-1-1,1 1 1,0-1 0,0 1-1,0-1 1,-1 1 0,1 0-1,0-1 1,0 1-1,0 0 1,0 0 0,0 0-1,0 0 1,0 0 0,-1 0-1,3 0 1,0-1 69,0 1 0,0 0 0,1 0 0,-1 0 0,0 0 0,0 0-1,0 1 1,1-1 0,-1 1 0,0 0 0,0 0 0,0 0 0,0 1 0,0-1 0,-1 1 0,1-1 0,0 1 0,-1 0 0,1 0-1,-1 0 1,0 0 0,1 1 0,1 2 0,8 12 414,-2-1-1,0 1 1,-1 1-1,-1-1 1,10 33-1,21 101 1617,-23-85-1359,-12-43-465,-3-18-240,-1 0-1,1 0 1,0 0 0,0 0-1,1 0 1,0-1 0,-1 1-1,1 0 1,1-1 0,-1 0 0,6 8-1,-8-21-105,0-16-126,4-106-1054,-2 108 892,1 1 1,1-1-1,12-41 0,-9 45 25,1 0 0,0 0 0,21-32 0,-26 45 306,1 1 0,-1 0 0,1 1 0,0-1 0,1 1-1,-1-1 1,1 1 0,0 1 0,0-1 0,0 1 0,0-1 0,0 2 0,1-1 0,0 0 0,-1 1-1,1 0 1,7-1 0,-9 2 32,1 0 0,-1 1 1,0 0-1,0 0 0,1 0 0,-1 0 0,0 1 0,1-1 0,-1 1 1,0 0-1,0 0 0,0 1 0,0-1 0,0 1 0,0 0 0,4 3 1,-3-1 48,-1 0 0,0 0 1,0 0-1,0 1 0,-1 0 1,0 0-1,0 0 0,0 0 1,0 0-1,-1 0 0,3 9 1,5 15 289,-2 0 0,-1 0 1,-2 1-1,3 35 1,-3 124 205,-5-174-636,-2-14-1254,2-1 1145,-1-1 0,1 1 1,-1 0-1,1 0 0,-1-1 1,1 1-1,-1 0 0,1-1 0,-1 1 1,1 0-1,-1-1 0,1 1 1,-1-1-1,1 1 0,0-1 0,-1 1 1,1-1-1,0 1 0,-1-1 1,-13-30-4756,-3-8-3436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8.8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 10309,'0'0'4164,"1"-4"-3625,4-10-51,-4 10-31,0 4 126,-1 0-547,1 0 0,-1 0 0,1 0-1,-1 0 1,1 0 0,-1 0 0,1 0 0,-1 0 0,1 0 0,-1 0 0,1 0 0,-1 1 0,0-1 0,1 0 0,-1 0 0,1 0 0,-1 1 0,1-1 0,-1 0 0,0 0 0,1 1 0,4 7 78,-1 0 1,0 1 0,-1-1 0,0 1 0,0 0 0,-1 0-1,2 9 1,3 11 148,6 31 620,12 117 0,-12 63 179,-9-132-541,-2-48-268,9 127 324,-6-136-36,18 78 1,-21-119-462,-1-7-65,-1-1 0,0 1 1,1 0-1,0 0 1,-1-1-1,1 1 0,0 0 1,1-1-1,-1 1 0,0-1 1,1 1-1,-1-1 1,1 0-1,0 0 0,0 0 1,2 3-1,-3-11-10,-1-27-268,1-32-916,-3-1-1,-18-116 1,18 174 1016,-47-247-3741,39 182 3144,-2-113 0,11 150 636,0 24 88,0 1 0,1-1 0,1 0 0,3-21 0,-3 31 49,0-1 0,1 1 0,-1 0 0,0-1 0,1 1 0,-1 0 0,1 0 0,0 0 0,0 0 0,0 1 0,0-1 0,0 0 0,0 1 0,0-1 0,0 1 0,1 0 0,-1 0 0,0 0 0,1 0 0,-1 0 0,1 1 0,-1-1 0,1 1 0,0-1 0,3 1 0,0-1 52,1 1 0,-1 0 1,0 0-1,0 0 0,0 1 1,0 0-1,0 0 0,0 1 1,0-1-1,8 5 0,-4 0 71,-1 0-1,0 0 0,0 1 0,-1 1 0,0 0 0,8 9 1,42 57 916,-50-62-878,0-1 0,-1 2 0,0-1 0,-1 1 0,-1 0 0,0 0 0,0 0 0,-2 1 0,1 0 0,-2-1-1,0 1 1,-1 0 0,0 17 0,-1-26-152,0 0 0,-1 0-1,0 0 1,0 0 0,0 0-1,0 0 1,-1 0 0,0 0-1,0 0 1,0-1 0,-1 1-1,1-1 1,-1 1 0,0-1-1,0 0 1,-1 0 0,1 0-1,-1-1 1,0 1 0,0-1-1,0 0 1,-1 0 0,-8 4-1,5-3-193,-1 0 0,0-1 0,0 0 0,0 0 1,-1-1-1,1-1 0,0 1 0,-1-1 0,1-1 0,-1 0 0,1 0 0,-14-3 0,20 3-148,0-1 0,0 0 0,-1 0 0,1-1 0,0 1 0,0-1 0,1 1 1,-1-1-1,0 0 0,0 0 0,1 0 0,0-1 0,-1 1 0,1-1 0,0 1 0,0-1 0,0 0 0,0 1 0,1-1 0,-1 0 0,1 0 0,0 0 1,-1-1-1,0-3 0,-13-45-9885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9.2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90 330 48,'0'0'14191,"16"-11"-13709,53-37-113,-62 43-340,0 0 1,0-1 0,-1 0 0,0-1 0,0 1 0,0-1 0,-1 0 0,0 0-1,-1-1 1,1 0 0,-2 0 0,7-15 0,-7 7-380,1 0 0,-2 0-1,0 0 1,-1 0 0,-1-18 0,0 33 311,0-1 1,0 0 0,0 1-1,-1-1 1,1 0 0,0 1-1,-1-1 1,1 0 0,-1 1-1,0-1 1,0 1 0,1-1-1,-1 1 1,0 0 0,0-1-1,0 1 1,-1 0 0,-1-3-1,0 2 30,0 0 0,0 0 0,-1 0-1,1 1 1,0-1 0,-1 1-1,1 0 1,-6-1 0,-6-1 62,0 1 0,0 0 0,-20 2 0,35 0-56,-16 0 30,8-1 4,0 1-1,0 0 1,0 1 0,0 0 0,-14 4 0,19-4 5,0 0 0,0 0 0,1 1 1,-1-1-1,0 1 0,1 0 0,0 0 0,-1 0 1,1 0-1,0 0 0,0 0 0,0 1 1,0-1-1,1 1 0,-1-1 0,1 1 1,-1 0-1,1 0 0,-1 4 0,-2 6 197,1 0-1,1 0 0,0 0 0,0 0 1,2 1-1,-1-1 0,3 15 0,-1 9 397,-1-19-265,0 0 1,2 1 0,0-1 0,1 0-1,1 0 1,1 0 0,0 0 0,2-1-1,0 0 1,0 0 0,2-1 0,0 0-1,18 24 1,-23-35-300,1 0-1,0 0 1,0-1-1,0 1 0,1-1 1,-1 0-1,1-1 1,0 1-1,0-1 1,0 0-1,1-1 1,-1 0-1,8 2 1,-10-3-71,0 0 0,0 0 1,0-1-1,1 0 0,-1 1 0,0-1 1,0-1-1,0 1 0,0-1 0,0 0 1,1 0-1,-1 0 0,-1 0 1,1-1-1,0 1 0,0-1 0,0 0 1,-1 0-1,1-1 0,-1 1 1,0-1-1,6-4 0,-2-3-566,0 0 0,-1 0-1,0 0 1,0-1 0,-1 0 0,0 0-1,4-19 1,6-29-4967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09.6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80 7491,'0'0'3703,"4"33"-1248,-2-10-1960,4 32 750,2-1-1,18 64 1,-2-25 628,31 98 1181,-53-186-2923,0 0 0,0 0-1,0-1 1,0 1 0,5 5-1,-6-8 55,-1-47-195,1-11-1026,-2-1 0,-3 1 0,-13-69 0,5 67-1606,3 0-1,-5-119 1,14 175 2721,0 0-1,1 0 0,-1 0 0,0 0 0,0 0 0,1 0 1,0 1-1,-1-1 0,1 0 0,0 0 0,0 0 1,0 1-1,0-1 0,0 0 0,0 1 0,0-1 0,0 1 1,1-1-1,-1 1 0,1 0 0,-1-1 0,1 1 0,-1 0 1,1 0-1,0 0 0,0 0 0,-1 1 0,1-1 1,0 0-1,0 1 0,3-1 0,7-1 526,-1 0 1,1 1-1,0 1 0,16 1 0,-6 0-41,-18-1-535,0 0 0,0 1 0,0-1 0,0 1 0,0 0 0,0 0 0,-1 1 1,1-1-1,0 1 0,-1 0 0,1 0 0,-1 0 0,0 0 0,1 0 0,-1 1 0,4 3 0,13 19-5358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0.5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81 1072,'0'0'9965,"-2"-8"-9453,-2-21 9,3 22 1656,2 7-2123,-1 1 1,1 0 0,0 0 0,0 0 0,0 0 0,-1 1 0,1-1 0,0 0 0,-1 0 0,1 0-1,-1 0 1,0 1 0,1-1 0,-1 0 0,0 0 0,0 1 0,0 0 0,2 4 122,48 248 3910,4 11-1170,-53-260-2869,0-1 4,0 0-1,1 0 1,-1 1 0,1-1-1,0 0 1,0 0 0,3 3-1,-5-6-50,0-1-1,0 0 1,0 0-1,0 0 1,0 0 0,0 0-1,1 0 1,-1 0-1,0 0 1,0 0-1,0 0 1,0 0-1,0 0 1,0-1 0,1 1-1,-1 0 1,0 0-1,0 0 1,0 0-1,0 0 1,0 0-1,0 0 1,0 0 0,1 0-1,-1 0 1,0 0-1,0 0 1,0-1-1,0 1 1,0 0-1,0 0 1,0 0 0,0 0-1,0 0 1,0 0-1,0-1 1,0 1-1,0 0 1,0 0 0,0 0-1,0 0 1,0 0-1,0 0 1,0-1-1,0 1 1,0 0-1,0 0 1,0 0 0,0 0-1,0 0 1,0 0-1,0-1 1,0 1-1,0 0 1,0 0-1,1-11-162,-1-63-2224,-3 1-1,-15-86 0,10 96-13,2 0-1,2-78 1,4 139 2492,0 1-1,0-1 1,0 1-1,0 0 1,0-1-1,0 1 1,1-1-1,-1 1 1,0 0-1,1-1 1,-1 1-1,1 0 1,-1-1-1,1 1 0,0 0 1,0 0-1,-1 0 1,1-1-1,0 1 1,0 0-1,0 0 1,0 0-1,2-1 1,-1 2 93,0-1 0,0 0 0,0 1 0,0 0-1,0-1 1,0 1 0,0 0 0,1 0 0,-1 0 0,0 0 0,0 0 0,0 1 0,0-1 0,0 1 0,3 0 0,-2 1-28,0-1 1,0 1 0,0 0 0,0 0 0,0 0 0,0 0 0,-1 0 0,1 1 0,-1-1-1,0 1 1,1 0 0,-1 0 0,0 0 0,-1 0 0,1 0 0,-1 0 0,2 3-1,2 4 166,27 51 1857,31 88 0,12 68 423,-55-153-2008,-20-63-587,1 1 13,0 0-1,-1 1 1,1-1-1,0 0 1,0 0 0,0 0-1,0 0 1,1 0-1,-1 0 1,3 2 0,-3-7-3,-1-325-5797,0 229 2306,0 87 3047,0 0 0,1 1 0,1-1 0,5-19 0,-7 29 431,1-1-1,-1 1 1,1-1-1,0 1 1,0 0-1,0-1 1,1 1-1,-1 0 1,0-1-1,1 1 1,0 0-1,-1 0 0,1 0 1,0 1-1,0-1 1,0 0-1,0 1 1,0-1-1,0 1 1,1 0-1,-1-1 1,0 1-1,1 0 1,-1 1-1,1-1 1,3-1-1,-3 2 174,1 0 0,-1 0 0,0 0-1,1 1 1,-1-1 0,0 1 0,1 0 0,-1 0 0,0 0-1,0 0 1,0 0 0,0 1 0,0 0 0,0-1 0,5 5 0,-4-2 27,1 1 0,-1-1 0,1 1 0,-1 0 0,-1 1 1,1-1-1,4 11 0,1 6 386,0 0 0,-2 1 1,6 34-1,-13-57-589,11 56 678,-3 1 0,2 95 1,-10-170-13050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0.9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74 477 11637,'0'0'4984,"18"-22"-4640,57-74-483,-69 87-3,0 0-1,-1 0 0,0-1 0,0 0 0,-1 0 1,-1 0-1,1 0 0,1-14 0,-3 6-780,0 0 1,-2-37-1,-1 20-554,1 27 1048,0-1 0,0 1 0,-4-14 1,4 19 366,-1 0 1,0 0 0,0 0 0,-1 1 0,1-1 0,-1 0-1,1 1 1,-1 0 0,0-1 0,0 1 0,0 0-1,0 0 1,-3-3 0,-2 0 45,-1-1-1,0 1 1,0 0 0,-1 1-1,0 0 1,1 0 0,-10-2-1,11 4 129,1 1 0,0-1 0,-1 1-1,1 0 1,-1 1 0,1-1 0,-1 1 0,1 1 0,-1-1-1,-12 4 1,19-4-45,-1 0 1,0 0-1,0 1 0,1-1 1,-1 1-1,0-1 0,1 1 1,-1-1-1,0 1 0,1-1 1,-1 1-1,1 0 0,-1-1 1,1 1-1,-1 0 0,1-1 1,0 1-1,-1 0 0,1-1 1,-1 2-1,-2 10 382,0 1-1,0-1 1,1 1-1,0 0 1,2-1-1,-1 1 1,1 0 0,2 13-1,0 17 667,-2-17-456,2-1 1,1 1-1,1-1 1,1 0-1,16 48 1,-16-58-449,1-1 0,1 1 0,0-1 0,1 0 0,1-1 0,0 0 0,1 0 0,0-1-1,0-1 1,24 20 0,-29-27-197,1 0 0,-1-1-1,1 0 1,0 0 0,0 0-1,0 0 1,0-1 0,1 0-1,-1-1 1,1 0 0,-1 1-1,10-1 1,-11-1-42,-1 0 1,0-1-1,0 1 0,0-1 1,1 0-1,-1 0 0,0 0 1,0 0-1,0-1 1,-1 1-1,1-1 0,0 0 1,-1-1-1,1 1 0,-1-1 1,1 1-1,-1-1 0,0 0 1,0 0-1,2-4 1,4-5-609,-2-1 0,0 0 0,0 0 0,-1 0 1,-1-1-1,6-23 0,-6 17-1712,-1-1-1,1-23 1,-3-28-8036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1.3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 8996,'0'0'4909,"3"-2"-4445,13-6 19,-16 8-452,1 0 0,-1-1 0,1 1-1,-1 0 1,1 0 0,-1 0 0,1 0-1,-1 1 1,1-1 0,0 0 0,-1 0 0,1 0-1,-1 0 1,1 0 0,-1 1 0,1-1 0,-1 0-1,1 0 1,-1 1 0,0-1 0,1 0 0,-1 1-1,1-1 1,-1 1 0,0-1 0,1 0 0,-1 1-1,0-1 1,1 1 0,-1-1 0,0 1 0,0-1-1,1 1 1,-1-1 0,0 1 0,0-1 0,0 1-1,0-1 1,0 1 0,0-1 0,0 1 0,0 0-1,0 0 1,2 4 236,11 36 621,-3 0-1,-1 0 0,6 62 1,-11-68-524,23 232 1759,-1-5-639,-16-213-1273,-7-37-188,-1 0-1,0-1 1,1 22-1,-3-32-112,2-18-1253,-2 0 1,0 0 0,0 0-1,-2 0 1,0 1 0,-8-31-1,-13-19-5414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1.7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 13286,'0'0'6739,"210"-9"-6659,-158-4-80,-10-3-688,-7 4-1233,-18-1-2417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2.0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0 452 14359,'0'0'4906,"27"-12"-4733,86-42-157,-105 50-85,-1 0-1,1-1 1,-1 0-1,0 0 1,0-1-1,-1 0 1,0 0-1,0 0 1,0-1-1,-1 0 1,0 0-1,0-1 1,-1 1-1,5-12 1,2-1-383,-4 5-342,0 0-1,-2 0 1,0 0-1,-1-1 0,0 1 1,-1-1-1,-1 0 1,0 0-1,-1 0 1,-2-17-1,1 31 687,0-1 0,0 0 0,0 0 0,0 1 0,-1-1 0,1 0 0,-1 0 0,0 1 0,0-1 0,0 0 0,0 1 0,0-1 0,0 1 0,-1-1 0,1 1 0,-1 0 0,0 0 0,0 0 0,0 0 0,0 0 0,0 0 0,0 0 0,0 1 0,-1-1 0,1 1 0,-4-3 0,-3 1 272,1 1 0,0 0 0,-1 0-1,1 1 1,-1 0 0,1 0-1,-13 1 1,19 0-37,1 1 1,-1-1-1,0 0 0,0 1 0,1-1 1,-1 1-1,0 0 0,1 0 0,-1-1 0,0 1 1,1 0-1,-1 0 0,1 1 0,0-1 1,-1 0-1,1 0 0,0 1 0,0-1 0,0 1 1,0-1-1,0 1 0,0-1 0,0 1 1,0 0-1,1-1 0,-1 1 0,0 0 0,1-1 1,-1 5-1,-1 6 442,0 0 0,0 1 0,1 16-1,1-24-356,0 4 10,1 129 3465,0-122-3264,2-1 1,-1 1-1,2 0 0,0-1 1,1 0-1,11 24 1,-9-25-202,0-1 1,1 0 0,0-1-1,1 0 1,1 0-1,15 14 1,-20-21-215,0-1 1,0 0 0,0 0-1,1 0 1,0-1-1,0 0 1,0 0 0,0-1-1,0 1 1,0-1-1,1 0 1,-1-1 0,1 0-1,-1 0 1,1 0-1,-1-1 1,9 0 0,-11-1-110,0 0 0,0 1 0,0-1 0,-1-1 0,1 1 0,0 0 0,-1-1 0,1 0 0,-1 0 0,1 0 0,-1 0 0,0-1 0,0 1 0,0-1 0,0 0 0,0 0 0,4-5 0,0-3-926,-1 1 1,0-1 0,0-1-1,5-15 1,9-38-6828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2.4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8116,'0'0'5552,"0"39"-2423,0 131-602,1-143-1963,1 1 1,2-1 0,0 0 0,2 0 0,1-1-1,20 50 1,-16-47-223,-4-10-132,-3-6-75,1 1-1,1-1 1,0 0-1,11 16 1,-17-29-136,0 0 1,0 0-1,0 0 1,0 0-1,0 0 1,0 0-1,0 0 1,0 0-1,0-1 1,0 1-1,0 0 1,0 0-1,0 0 1,0 0-1,0 0 1,0 0-1,0 0 1,0-1-1,0 1 1,0 0-1,0 0 1,0 0-1,0 0 1,0 0-1,0 0 1,1 0-1,-1 0 1,0 0-1,0 0 1,0-1-1,0 1 1,0 0-1,0 0 0,0 0 1,0 0-1,0 0 1,0 0-1,1 0 1,-1 0-1,0 0 1,0 0-1,0 0 1,0 0-1,0 0 1,0 0-1,0 0 1,1 0-1,-1 0 1,0 0-1,0 0 1,0 0-1,0 0 1,0 0-1,0 0 1,0 0-1,0 0 1,1 0-1,-1 0 1,0 0-1,0 1 1,0-1-1,0 0 1,0 0-1,0 0 1,1-14-76,-1 12 57,0-380-7451,0 376 7402,0-1 1,1 0-1,-1 1 1,1-1 0,1 1-1,0 0 1,-1-1-1,7-10 1,-7 14 127,1 0 0,-1 0-1,1 1 1,0-1 0,0 1 0,0-1-1,1 1 1,-1 0 0,0 0 0,1 0-1,0 0 1,-1 0 0,1 1 0,0-1-1,0 1 1,0 0 0,0 0 0,0 0 0,0 0-1,4-1 1,18 0 473,0 2 0,1 0-1,-1 1 1,49 9 0,-62-8-892,-5-2-2186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3.1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234 2 8884,'0'0'7521,"-12"0"-6958,-39-2-222,46 3-322,1-1-1,-1 1 0,0 0 1,0 0-1,1 0 1,-1 1-1,1 0 0,-1 0 1,1 0-1,0 0 0,0 1 1,0 0-1,0-1 1,0 1-1,0 1 0,1-1 1,-1 1-1,1-1 1,0 1-1,-2 4 0,-7 6 39,4-5-36,0 0 1,1 1-1,0 0 1,1 0-1,0 1 0,1-1 1,0 1-1,1 1 0,-4 13 1,6-17-31,0 0 0,1 0 0,0-1 0,0 1 0,1 0 1,0 0-1,1 0 0,0 0 0,0-1 0,0 1 0,1 0 1,0-1-1,1 1 0,-1-1 0,6 10 0,3-1-15,0 0-1,26 27 1,-22-28 60,-1 2 0,-1 0 0,13 21 0,-24-33-4,1 0-1,-1 0 0,1 0 1,-1 0-1,-1 1 1,1-1-1,-1 1 1,0-1-1,0 1 1,-1 0-1,1-1 0,-1 1 1,0 0-1,-1-1 1,0 1-1,-1 8 1,1-12-24,0-1 0,0 1 1,0 0-1,0-1 0,0 1 0,0 0 1,0-1-1,-1 1 0,1-1 0,0 0 1,-1 1-1,1-1 0,-1 0 1,0 0-1,1 0 0,-1 0 0,0 0 1,1 0-1,-1-1 0,0 1 0,0-1 1,0 1-1,-2 0 0,-6 0-139,-1 0 0,1 0 0,-11-1 0,15 0-61,5 0 88,0 1 0,0-1 0,0 0 0,-1 0 0,1 0 0,0 0 0,0 0 0,0 0 0,0-1 0,0 1 0,0 0 0,0 0 0,0-1 0,0 1-1,0-1 1,0 1 0,0-1 0,0 1 0,0-1 0,0 0 0,0 1 0,1-1 0,-1 0 0,0 0 0,0 0 0,1 0 0,-1 1 0,1-1 0,-1 0 0,1 0 0,-1 0 0,1 0 0,-1 0 0,1 0 0,0 0-1,-1-1 1,1 1 0,0 0 0,0-2 0,-2-34-4746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3.5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1 429 12982,'0'0'5160,"30"-30"-5019,99-95-408,-115 111 130,-1-1 0,13-18 0,-21 26-27,-1 0 0,-1-1 0,6-13 0,-7 14 57,2-7-232,0 0 0,-1 0 0,-1 0 0,0-1-1,-1 1 1,-1-20 0,-1 32 335,1 1-1,0-1 1,-1 0 0,1 1 0,-1-1 0,0 0-1,1 1 1,-1-1 0,0 1 0,0-1-1,0 1 1,0-1 0,0 1 0,-1 0 0,1 0-1,0-1 1,0 1 0,-1 0 0,1 0-1,-1 0 1,1 1 0,-1-1 0,1 0-1,-1 0 1,0 1 0,1-1 0,-1 1 0,0-1-1,-2 1 1,-5-2 58,-1 0 0,0 1-1,-19 0 1,13 0-59,9 1 38,0 0-1,1 0 1,-1 1-1,0-1 0,-10 4 1,14-3 5,1 0-1,0 0 1,0 0 0,-1 0 0,1 0-1,0 1 1,0-1 0,0 1 0,0 0-1,1 0 1,-1 0 0,0-1 0,1 1-1,-1 1 1,1-1 0,0 0 0,0 0-1,-2 4 1,-2 7 252,1 0-1,0 0 1,1 0 0,1 0-1,-2 20 1,3 70 1500,2-58-852,-1-32-725,1 0 0,0 0-1,1 0 1,0-1 0,1 1-1,1 0 1,0-1 0,11 22-1,-12-28-178,0 0-1,1 0 1,-1-1 0,1 1-1,1-1 1,-1 0-1,1 0 1,0-1-1,0 1 1,0-1-1,0 0 1,1-1-1,0 1 1,0-1 0,0 0-1,0 0 1,0-1-1,0 0 1,8 2-1,-6-3-32,-1 0-1,1 0 1,-1-1 0,1 1-1,0-2 1,10 0-1,-14 0-42,0 0-1,0 0 1,0-1 0,-1 1-1,1-1 1,0 0-1,-1 0 1,1 0-1,-1 0 1,0 0 0,1-1-1,-1 1 1,-1-1-1,4-3 1,5-8-1095,-2 0 0,1-1 0,-2 0 0,0 0 0,7-18 0,4-27-6800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4.2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281 694 6755,'0'0'6590,"-4"-5"-6676,-17-15 389,-1 2-1,-1 0 0,-32-19 0,51 34-234,-3-1-46,1 0 0,0 1 0,-1-1 0,1 1 0,-1 1 1,0-1-1,0 1 0,0 0 0,0 1 0,0 0 0,-12-1 0,17 2-22,1 1-1,-1-1 0,0 0 0,1 1 1,-1-1-1,1 1 0,-1 0 0,1-1 1,-1 1-1,1 0 0,0 0 1,-1 0-1,1 0 0,0 0 0,0 0 1,0 1-1,0-1 0,0 0 0,0 0 1,0 1-1,0-1 0,0 1 0,1-1 1,-1 1-1,0 1 0,-2 5 77,0 1 0,0 0 1,-1 10-1,-3 35 1068,2-1 1,5 94-1,0-73-71,0-42-677,-1-18-207,1 1 1,0-1-1,1 1 0,1-1 0,3 18 0,-3-29-147,-1 0-1,1 0 0,-1 0 1,1 0-1,0-1 0,0 1 0,0-1 1,1 1-1,-1-1 0,0 1 1,1-1-1,0 0 0,-1 0 0,1-1 1,0 1-1,0 0 0,0-1 1,0 0-1,0 0 0,7 2 1,-6-2-30,1 0 1,-1 0 0,1-1-1,-1 1 1,1-1 0,0 0-1,-1 0 1,1-1 0,-1 1-1,1-1 1,-1 0 0,1 0-1,-1-1 1,0 1-1,5-3 1,-4 1-5,-1-1 1,1 1-1,-1-1 0,1 0 0,-1-1 0,-1 1 0,1-1 1,-1 0-1,4-5 0,25-52-161,-31 61 149,15-36-813,-1-1 0,-1 0 0,-3-1-1,-1 0 1,-1-1 0,-3 0 0,-1 0-1,-1-52 1,-4 80 454,1-47-1239,-2-1 0,-4 1 0,-11-60 0,4 63 1559,2 7 153,-2 0 1,-26-70-1,35 112 246,-8-16 795,11 22-1004,0 1 1,-1-1-1,1 0 0,-1 0 1,1 0-1,-1 1 1,1-1-1,-1 0 0,1 1 1,-1-1-1,0 0 1,0 1-1,1-1 0,-1 1 1,0-1-1,0 1 1,1 0-1,-1-1 0,0 1 1,-2-1 1266,3 49-303,-1 33 359,17 136-1,6-76-450,35 242 1054,-46-293-1570,-3-5 279,29 119 1,-34-193-692,-3-8-70,1 0 1,-1-1 0,1 1 0,0 0-1,0 0 1,0 0 0,0-1 0,0 1-1,1 0 1,-1-1 0,1 0 0,4 5 0,-6-11-359,0-7-16,1-22-2467,-2 1 1,-9-56-1,-1 40-2657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4.7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2 359 8452,'0'0'8759,"23"-4"-8183,72-17-165,-90 20-394,-1 0 1,1-1 0,-1 1 0,1-1 0,-1 0-1,0-1 1,0 1 0,0-1 0,0 0-1,0 0 1,0 0 0,-1 0 0,0 0 0,1-1-1,-1 0 1,-1 0 0,1 0 0,0 0-1,3-8 1,0 0-48,-1 2-268,-1 0 1,0 0-1,-1-1 0,0 1 0,0-1 0,-1 0 1,-1 0-1,0 0 0,0 0 0,-1 1 1,-1-1-1,-1-12 0,1 18 141,-1 0 0,1 1 0,-1-1 0,0 1 0,0 0 0,0-1 0,-1 1 0,1 0 0,-1 0 0,0 0 0,0 1 0,-1-1 0,1 1 0,-1-1 0,0 1 0,1 0 0,-1 1 0,-1-1 0,1 1 0,-9-4 0,3 1 0,-1 1 1,0 0-1,0 1 1,0 0 0,-1 1-1,1 0 1,-21-1-1,32 3 163,-3 0 184,0 0 1,0 0-1,1 0 1,-1 0-1,0 1 0,0-1 1,1 1-1,-5 1 1,6-1-95,0 0 1,0-1 0,0 1 0,0 1 0,0-1 0,0 0-1,0 0 1,0 0 0,1 0 0,-1 1 0,0-1-1,1 0 1,-1 1 0,1-1 0,0 0 0,-1 1 0,1-1-1,0 2 1,-3 21 742,0 0 1,2-1-1,2 32 0,0-6 81,-1-20-316,2 1-1,1-1 1,1 1 0,9 31 0,-8-45-412,0 1 0,1-1 1,1 0-1,0-1 0,1 0 0,1 0 0,1 0 1,15 18-1,-21-29-203,0 1 1,0-1-1,0-1 1,1 1-1,-1 0 1,1-1 0,0 0-1,0 0 1,0-1-1,0 1 1,0-1-1,1 0 1,-1 0-1,1-1 1,-1 0 0,1 0-1,0 0 1,-1-1-1,1 1 1,0-2-1,0 1 1,-1 0-1,11-3 1,-13 2-133,0 0-1,0-1 1,0 1-1,0-1 1,0 1 0,0-1-1,0 0 1,-1 0-1,1 0 1,-1-1 0,1 1-1,-1 0 1,0-1-1,0 0 1,0 0 0,3-5-1,2-5-1248,0-1 0,6-20 0,-12 29 893,15-50-5701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5.1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6979,'0'0'5075,"4"33"-2421,0-3-1983,2 12 317,1 0 1,2 0 0,16 43 0,-2-10 696,-12-35-591,1-2 0,35 73 1,-47-111-1089,4 5 154,-4-5-159,0 0 0,0 0 0,0 0-1,0 0 1,0 0 0,0 0 0,0 0 0,0-1-1,0 1 1,-1 0 0,1 0 0,0 0 0,0 0 0,0 0-1,0 0 1,1 0 0,-1-1 0,0 1 0,0 0 0,0 0-1,0 0 1,0 0 0,0 0 0,0 0 0,0 0-1,0 0 1,0-1 0,0 1 0,0 0 0,0 0 0,0 0-1,0 0 1,0 0 0,1 0 0,-1 0 0,0 0 0,0 0-1,0 0 1,0 0 0,0 0 0,0-1 0,0 1-1,0 0 1,1 0 0,-1 0 0,0 0 0,0 0 0,0 0-1,0 0 1,0 0 0,0 0 0,0 0 0,1 0-1,-1 0 1,0 0 0,0 1 0,0-1 0,0 0 0,0 0-1,0 0 1,0 0 0,1 0 0,-1 0 0,0 0 0,0 0-1,0 0 1,2-42-843,-3-1-1,-1 1 0,-2-1 1,-1 1-1,-16-55 1,14 66-481,1 0 0,1 0 1,-1-55-1,6 85 1407,0 0-1,0 0 1,1 0-1,-1 0 1,1 0-1,-1 0 1,1 0-1,-1 0 1,1 0-1,-1 0 1,1 0-1,0 0 1,-1 0-1,1 0 1,0 1-1,0-1 1,0 0-1,0 1 1,0-1-1,0 0 1,0 1-1,0-1 1,0 1-1,0 0 1,0-1-1,0 1 1,0 0-1,0 0 1,0-1-1,0 1 1,0 0-1,0 0 1,2 0-1,48 1 1677,-34 0-956,-11-1-694,-3 0-127,-1 0-1,1 0 1,0 0 0,-1 0-1,1-1 1,0 1 0,-1-1-1,5-1 1,-6 2-212,0-1 1,0 0-1,0 0 0,0 0 1,0 0-1,0 0 0,-1 0 0,1 0 1,0 0-1,-1 0 0,1 0 1,-1 0-1,1-1 0,-1 1 1,0 0-1,1 0 0,-1 0 0,0-1 1,0 1-1,0 0 0,0-2 1,1-15-6367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5.6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6547,'0'0'7894,"7"29"-6915,55 189 1097,-39-140-611,18 112 0,-4 81 8,1 7-580,-14-149-234,-23-121-649,-1-121-1743,1-133-5316,0 225 5738,1 1 0,7-35 0,-8 49 1149,1-1 1,0 0-1,0 0 1,1 0-1,0 1 0,0 0 1,1-1-1,0 1 1,0 1-1,0-1 0,7-7 1,-9 12 272,0-1 0,0 1 0,0 0 0,1 0 0,-1 0 1,0 0-1,0 0 0,1 0 0,-1 0 0,1 1 0,-1 0 0,0-1 0,1 1 1,-1 0-1,1 0 0,-1 0 0,1 0 0,-1 1 0,0-1 0,1 1 1,-1-1-1,0 1 0,1 0 0,-1 0 0,0 0 0,0 0 0,1 0 1,-1 1-1,0-1 0,0 1 0,-1-1 0,1 1 0,0 0 0,2 3 0,5 10 286,-1 1 0,0 0-1,-1 1 1,-1-1 0,6 27-1,11 88 1664,-14-58-924,0 82 1,-8-235-7663,2 27-1587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6.3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212 86 4466,'0'0'6710,"4"-23"-4274,-4 22-2403,-1-1 0,1 1 0,0-1 0,0 1 1,-1 0-1,1-1 0,-1 1 0,1-1 0,-1 1 1,0 0-1,1-1 0,-1 1 0,0 0 1,0 0-1,0 0 0,0 0 0,0-1 0,-2 0 1,0 0-4,-1-1 0,1 1-1,-1-1 1,0 1 0,0 1 0,-5-3 0,-8-1 12,1 1-1,-24-3 1,39 7-31,-5-1 146,0 0 0,0 0 0,-1 1 0,1 0 0,-8 1 0,12-1-101,0 0-1,1 1 1,-1-1 0,1 1-1,-1-1 1,1 1 0,-1 0 0,1 0-1,0 0 1,-1-1 0,1 1-1,0 0 1,-1 1 0,1-1 0,0 0-1,0 0 1,0 0 0,0 1-1,0-1 1,1 1 0,-1-1 0,0 0-1,0 1 1,1-1 0,-1 3-1,-6 28 531,1 0 0,2 1 0,1-1-1,2 1 1,3 37 0,-1-10 141,-1-35-329,2 0 0,0 0 1,10 41-1,-9-56-304,0 1 0,0-1 1,1 0-1,0 0 0,1-1 0,0 1 1,0-1-1,1 0 0,1 0 1,-1-1-1,11 10 0,-14-15-89,1-1-1,0 0 1,0 0 0,0 0-1,0 0 1,1-1-1,-1 1 1,0-1 0,1 0-1,-1 0 1,0-1-1,1 1 1,-1-1 0,1 0-1,-1 0 1,1-1-1,-1 1 1,1-1 0,-1 0-1,1 0 1,-1-1-1,0 1 1,0-1-1,5-2 1,-4-1-99,0 1-1,1-1 1,-2-1-1,1 1 1,-1-1-1,1 1 1,-2-1 0,6-9-1,0-3-632,12-35-1,-14 29-200,-1 0 1,-1 0-1,-1 0 0,0-28 1,-3-101-3045,-3 69 6438,12 254 1827,-3-84-3378,-4-12-186,-3-43-470,1-1 1,1 0 0,2 0-1,8 30 1,2-26-154,-13-33-155,-1 0 0,0-1 1,0 1-1,1 0 0,-1-1 0,1 1 0,-1-1 0,0 1 1,1-1-1,-1 1 0,1-1 0,0 1 0,-1-1 0,1 1 1,-1-1-1,1 1 0,0-1 0,-1 0 0,1 1 0,0-1 1,-1 0-1,1 0 0,0 0 0,-1 0 0,1 1 0,0-1 1,-1 0-1,1 0 0,0 0 0,0 0 0,-1 0 0,1-1 1,0 1-1,-1 0 0,1 0 0,0 0 0,-1-1 0,1 1 1,0 0-1,-1-1 0,1 1 0,0 0 0,-1-1 0,2 0 1,0-2-337,0 0 0,-1-1 1,1 1-1,0-1 0,-1 1 1,0-1-1,0 1 0,0-1 1,0 0-1,0 1 0,-1-1 1,0 0-1,0-7 0,1 4-499,0-48-6509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6.9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7363,'0'0'8722,"2"36"-6980,16 234 1571,-14-181-2121,14 142 671,-17-223-1837,0 0-1,0-1 1,1 1-1,0-1 1,0 1-1,6 9 1,-6-16-166,-1-6-8,1-185-3409,-3 100 1178,0 58 656,3-1 0,0 1 0,12-56-1,-11 76 1261,1 1 0,0-1-1,1 1 1,0 0 0,0 0-1,1 1 1,8-11 0,-8 14 542,0 0 1,0 0-1,1 0 1,0 1 0,0 0-1,9-5 1,-13 9 152,0 0 0,-1 0 1,1 0-1,0 1 0,0 0 1,0-1-1,1 1 0,-1 0 1,0 0-1,0 0 0,1 1 1,-1-1-1,0 1 0,1 0 1,-1 0-1,0 0 0,1 0 1,-1 1-1,0-1 0,0 1 1,1 0-1,-1 0 0,0 0 1,0 0-1,0 1 0,0-1 1,0 1-1,0 0 0,0 0 1,-1 0-1,1 0 0,-1 0 1,1 1-1,-1-1 0,4 6 1,7 12 143,0 1 1,-1 0-1,-2 1 1,0 0 0,8 27-1,-2 6 526,9 57 0,-16-52-195,-3-1 0,-2 84 0,-4-143-1078,0-17-2081,-3-67-4983,2 35-1377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17.6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296 86 6131,'0'0'5912,"0"0"-5794,0 0 0,0 0 1,1 0-1,-1 0 0,0 0 1,0 0-1,1 0 0,-1 0 0,0 0 1,0 0-1,1 0 0,-1 0 0,0 0 1,0 0-1,1 0 0,-1 0 1,0 0-1,0-1 0,1 1 0,-1 0 1,0 0-1,0 0 0,1 0 0,-1 0 1,0-1-1,1 1 0,-1-2-51,0-1-1,0 1 0,-1-1 0,1 1 0,0 0 0,-1-1 1,1 1-1,-1 0 0,0 0 0,0-1 0,0 1 1,0 0-1,0 0 0,0 0 0,0 0 0,-1 0 1,1 0-1,-1 0 0,0 1 0,1-1 0,-1 1 1,0-1-1,0 1 0,0-1 0,0 1 0,0 0 1,0 0-1,0 0 0,-1 0 0,1 1 0,-5-2 1,-13-4 4,7 1-9,1 2 0,-1-1 0,0 2 0,0 0 0,-18-1-1,-59 3 1511,88 1-1515,0 1 0,1-1 1,-1 1-1,1-1 0,-1 1 0,1 0 1,-1 0-1,1 0 0,0 0 0,0 0 1,0 0-1,0 0 0,0 0 0,0 4 1,0-5-10,-5 17 215,1 0-1,0 0 1,1 0 0,-2 33-1,3 76 1025,4-91-888,-2 13 24,0-8 153,6 63 1,-3-92-495,0-1 1,0 1-1,1-1 1,0 0-1,1 0 1,0 0-1,1 0 1,1-1-1,-1 0 1,9 11-1,-12-18-80,0-1 0,0 1 0,0-1-1,0 0 1,0 1 0,1-1-1,-1 0 1,1-1 0,-1 1-1,1 0 1,0-1 0,-1 1-1,1-1 1,0 0 0,0 0-1,0 0 1,0 0 0,0-1-1,0 1 1,1-1 0,-1 0-1,0 0 1,0 0 0,0 0-1,0 0 1,0-1 0,4 0 0,-2-1-42,0 0 1,0-1 0,0 1 0,0-1 0,0 0 0,-1 0 0,0-1 0,1 1 0,-1-1 0,0 0 0,-1 0 0,1 0 0,-1-1 0,4-4 0,7-16-456,0 0 0,-2-1 0,-1 0 0,-1-1 0,10-41 1,-12 29-915,-1 0 0,-2 1 0,-1-57 1,-4 94 1501,0 0-1,0 1 1,0-1 0,0 1 0,0-1 0,0 1 0,0-1 0,0 1 0,1-1 0,-1 0 0,0 1 0,0-1 0,0 1 0,1-1 0,-1 1-1,0-1 1,0 1 0,1-1 0,-1 1 0,0 0 0,1-1 0,-1 1 0,1-1 0,-1 1 0,0 0 0,2-1 0,-2 1-13,1 0 1,0 0 0,-1 0-1,1 1 1,-1-1 0,1 0-1,-1 1 1,1-1-1,0 0 1,-1 1 0,0-1-1,1 0 1,-1 1 0,1-1-1,-1 1 1,1-1 0,-1 1-1,0-1 1,1 1-1,-1-1 1,0 1 0,0-1-1,1 1 1,-1 0 0,0-1-1,0 1 1,0-1 0,1 2-1,6 27 415,-1 1 0,-1 0 0,-2 0 0,0 35 1,0-3 40,3-4-168,2 37-160,-8-92-568,0-12-2879,-1-21-725,-2-13-3135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28.6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57 368 656,'0'0'6643,"18"-2"3034,-11 0-10019,13-14 589,25-16 0,1-1-301,-41 30 5,-1 0 0,0 0 0,1-1-1,-2 1 1,1-1 0,0 0 0,-1 0-1,0-1 1,0 1 0,0-1-1,0 1 1,-1-1 0,0 0 0,0 0-1,0 0 1,2-10 0,16-105-1509,-19 113 1479,0 0 0,0 1 0,-1-1 0,0 0 0,0 0 0,-1 1-1,-1-10 1,1 15 82,0 0 0,0-1 0,0 1 0,0 0-1,0 0 1,0 0 0,-1 0 0,1 0 0,0 0-1,-1 0 1,1 1 0,0-1 0,-1 0 0,1 1 0,-1-1-1,1 1 1,-1-1 0,1 1 0,-1 0 0,-2 0-1,-37-2 114,36 2-112,2 0-7,0 0-1,0 0 1,0 0-1,0 0 1,0 1-1,0-1 1,0 1-1,0 0 1,1 0-1,-1 0 1,0 0-1,1 1 1,-4 1-1,1 2-3,0 0 0,0-1-1,1 2 1,0-1-1,-4 6 1,-11 15 7,6-8 0,0 0 0,1 1 0,-18 39 0,24-41-4,0 1 1,2 0 0,0 0-1,-3 32 1,3 73 460,4-105-316,0-4-52,1 0-1,0 1 0,1-1 1,1 0-1,0 0 1,1-1-1,0 1 0,10 19 1,-9-23-111,1 0 0,-1-1 0,2 0 0,-1 0-1,1-1 1,1 0 0,0 0 0,0-1 0,0 1 0,1-2 0,13 9 0,8-2-2123,-13-11-3142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31.3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0 1905,'0'0'1473,"-32"0"-1233,25 0-128,4 0 16,-4 0-112,-4 0-16,1 3-1553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4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78 3201,'0'0'2322,"-3"-6"-1981,-11-44 1254,14 49-1492,0 1 0,0-1 0,0 1 0,-1-1 0,1 1 0,0 0 0,0-1 0,0 1 0,-1-1 0,1 1 0,0-1 0,0 1-1,-1 0 1,1-1 0,0 1 0,-1 0 0,1-1 0,-1 1 0,1 0 0,0 0 0,-1-1 0,1 1 0,-1 0 0,1 0 0,-1-1 0,1 1-1,-1 0 1,1 0 0,0 0 0,-1 0 0,0-9 1226,1 7-591,0 11-542,0 35 106,3-1 1,1 1 0,14 59 0,8 9 666,76 272 1362,-96-366-2208,-4-10-36,0-1 0,1 1 0,-1-1-1,1 0 1,1 0 0,0 0 0,0 0 0,0 0-1,1-1 1,8 10 0,-12-16-75,0 1 1,1 0 0,-1-1-1,0 1 1,0-1-1,1 1 1,-1-1-1,0 0 1,1 1 0,-1-1-1,0 0 1,1 0-1,1 0 1,-1 0-106,-2-3-409,0-8-688,-1 0 0,1-1 0,-2 1 0,-4-21 1,-10-11-3966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42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4322,'0'0'4861,"9"-7"-4480,82-49 241,-80 50-536,1 0 0,0 1 1,0 0-1,0 1 1,1 1-1,-1 0 1,20-2-1,-28 5-59,19-2 466,41 4 0,-57-1-423,0 0 0,0 0 1,0 1-1,0 0 0,0 0 0,0 1 1,-1 0-1,1 0 0,11 8 0,-6-2 59,0 2 0,0 0 0,-1 0 0,0 1 0,-1 1 1,0 0-1,-1 0 0,-1 0 0,0 1 0,-1 1 0,0-1 0,-1 1 0,-1 0 0,0 1 0,3 19 0,1 21 428,-3 0 1,-2 113-1,-4-133-345,0 8 17,-7 195 659,3-209-763,0 1 1,-2-1-1,-1 0 1,-2-1-1,-21 50 1,24-67-84,0 0-1,-1 0 1,0-1-1,-1 0 1,0 0-1,-11 10 1,14-16-45,0-1-1,0 1 1,-1-1 0,1 0 0,-1-1-1,0 1 1,-1-1 0,1 0 0,0 0-1,-1-1 1,0 0 0,1 0 0,-9 0 0,0 0-177,0-1 0,1 0-1,-1-1 1,0-1 0,1 0 0,-1-1 0,-20-6 0,29 7 19,1-1 0,-1 0 0,1-1 0,-1 1 0,1-1 0,0 0 0,0 0-1,0-1 1,0 0 0,1 1 0,-1-2 0,1 1 0,0 0 0,0-1 0,1 0 0,-1 0-1,1 0 1,0 0 0,1 0 0,-5-12 0,6 15 36,0 0 0,0 0 0,1 0 0,-1-1 0,1 1 0,-1 0 0,1-1 0,0 1 0,0-1 0,0 1 0,0 0 0,0-1 0,0 1 0,1 0 0,-1-1 0,1 1 0,-1 0 0,1-1 0,0 1 0,0 0 0,0 0 0,0 0 0,1 0 0,-1 0 0,1 0 0,-1 0 0,1 0 0,-1 1 0,1-1 0,0 1 0,0-1 0,0 1 0,3-2 0,31-13-4032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43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3506,'0'0'7139,"4"15"-5792,41 189 3303,-41-178-4115,13 61 978,-15-79-1431,1 0 0,-1-1 1,1 0-1,1 1 0,-1-1 0,1-1 1,0 1-1,9 10 0,-4-11-282,-4-11-753,-4-19-1153,-2 18 1905,1-5-495,1-1-768,-1-1 0,-1 1 1,0 0-1,-5-18 1,-14-19-5180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43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10165,'0'0'752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44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0 480,'0'0'9978,"0"4"-6891,21 233-937,-4-89-1341,-1 254 962,-13-265-1459,3-21 379,-7-112-664,1-3-22,0-1 0,0 1 0,0 0 0,0 0 0,0 0 0,0-1 0,0 1 0,0 0 0,0 0 0,0-1 0,1 1 0,-1 0 0,0 0 1,0-1-1,1 1 0,-1 0 0,1-1 0,0 2 0,-1-1 32,0-7-1056,0-226-264,1 220 1154,0-1 1,1 1-1,0 0 0,1-1 1,1 1-1,-1 1 0,2-1 1,0 0-1,0 1 1,1 0-1,0 0 0,1 1 1,10-13-1,-14 21 120,-1 0 1,0 0-1,1 0 0,-1 0 0,1 0 1,0 1-1,0-1 0,0 1 1,0-1-1,0 1 0,0 0 0,0 0 1,5 0-1,3-1 40,0 2-1,19 0 1,-7 1 68,-20-1-64,0 1-1,0 0 0,0-1 0,1 1 1,-1 0-1,0 1 0,0-1 1,-1 0-1,1 1 0,0 0 0,0-1 1,-1 1-1,1 0 0,-1 1 1,0-1-1,1 0 0,-1 1 0,0-1 1,-1 1-1,1 0 0,0-1 1,-1 1-1,3 5 0,2 5 139,-1 1 1,-1-1-1,0 0 0,3 19 0,-4-6 83,-1 0 0,-1 38-1,-2-31-109,1-24-124,0 0-1,-1-1 1,-1 1 0,1-1 0,-1 0 0,-1 1 0,0-1 0,0 0 0,0 0 0,-1-1 0,0 1 0,-1-1 0,0 1 0,0-2 0,0 1 0,-1 0-1,0-1 1,-7 6 0,4-5-99,0-1 1,0 1-1,0-2 0,-1 0 0,0 0 0,0 0 0,0-1 0,0-1 0,-1 0 1,1 0-1,-1-1 0,0 0 0,0-1 0,-11 0 0,18-1-154,-1 0-1,1 0 0,-1 0 0,1-1 1,-1 1-1,1-1 0,0 0 0,-8-3 1,10 3 93,1-1 0,-1 1 0,0 0 1,1-1-1,-1 1 0,1-1 0,0 0 1,0 1-1,-1-1 0,1 0 0,0 0 1,0 0-1,1 0 0,-1 0 0,0 0 1,1 0-1,-1 0 0,1 0 0,0 0 1,-1-3-1,0-21-2703,1-2-1022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44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5330,'0'0'9784,"0"7"-8888,0 28-428,6 148 2165,-3-164-2358,0 0 0,1 1 0,1-1 0,1-1 0,0 1 0,2-1 0,11 21 0,-16-34-224,0 1-1,0-1 1,1 0 0,0 0-1,0 0 1,0 0 0,1-1-1,0 0 1,8 6 0,-9-7-27,0-1 1,1 0-1,-1-1 1,1 1 0,-1-1-1,1 0 1,0 0-1,-1 0 1,1-1 0,0 0-1,0 0 1,-1 0 0,7-1-1,-8 1-25,0-1 1,0 0-1,1 0 0,-1 0 1,0-1-1,0 1 1,0-1-1,0 1 0,-1-1 1,1 0-1,0 0 0,-1 0 1,1-1-1,-1 1 0,0-1 1,0 1-1,0-1 0,0 0 1,0 0-1,2-3 0,2-8-137,0 0 0,0 0 0,4-17 1,-2-7-645,-1 0 0,-2 0 0,-2 0 0,-3-68 0,0 63-17,-4-18 2237,4 60-1743,1 0 1,-1 0-1,0 1 1,1-1-1,-1 0 1,1 1-1,-1-1 1,1 0-1,-1 1 1,1-1-1,-1 1 1,1-1-1,0 1 1,-1-1-1,1 1 1,0-1-1,-1 1 1,1-1-1,1 1 1,1-2-1330,10-7-5638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45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51 7139,'0'0'4170,"0"-3"-3890,0-2-229,0 4 1,1 0 1,-1 0-1,0 0 0,0-1 1,0 1-1,0 0 0,0 0 1,0 0-1,0-1 0,0 1 1,0 0-1,-1 0 1,1 0-1,0 0 0,-1-1 1,1 1-1,-1 0 0,0 0 1,1 0-1,-1 0 0,0 0 1,1 0-1,-1 0 1,0 1-1,0-1 0,0 0 1,0 0-1,0 0 0,0 1 1,0-1-1,0 1 0,0-1 1,0 1-1,0-1 0,0 1 1,0-1-1,0 1 1,-1 0-1,0 0 0,-35-4 224,-54 1 1,88 3-268,0 1 0,0-1 1,0 1-1,0 0 1,0 0-1,1 0 1,-1 0-1,0 0 1,1 1-1,-1 0 1,1-1-1,-1 1 1,1 0-1,0 0 1,-1 0-1,1 0 0,0 0 1,1 1-1,-3 2 1,-2 5 93,0-1-1,0 1 1,-6 17 0,7-15 114,1 1 1,1-1-1,0 1 0,0 0 1,0 18-1,3 69 1021,0-51-432,0-31-453,1 1 0,0 0 0,2-1 0,0 0 0,1 0 1,8 24-1,-10-37-304,0 1 1,0-1 0,0 0-1,1 0 1,0 0 0,0-1 0,0 1-1,1-1 1,0 0 0,0 0 0,0 0-1,0 0 1,0 0 0,1-1-1,-1 0 1,1 0 0,0 0 0,0-1-1,0 1 1,1-1 0,-1-1 0,0 1-1,1-1 1,-1 0 0,9 1-1,-8-2-55,1 0 0,-1 0 0,1-1 0,0 0 0,-1-1 0,0 1 0,1-1-1,-1 0 1,0-1 0,0 1 0,0-1 0,0 0 0,0-1 0,-1 0 0,1 0-1,-1 0 1,0 0 0,-1-1 0,1 0 0,-1 0 0,0 0 0,5-8 0,2-4-373,-1 0 1,0-1 0,-2 0 0,0-1 0,-1 1 0,5-26-1,-6 16-797,-2-1-1,-1 0 0,-2-57 0,-1 56 250,0 19 751,-1-1 0,0 1 1,0 0-1,-1 0 0,0 0 1,-8-19-1,9 27 1291,2 49 1568,10 66 1,-4-69-2147,3-1 0,1 0 0,23 56 1,-27-82-490,0 0 1,1 0-1,13 18 1,-19-30-73,0-1 1,0 0-1,1 0 1,-1 0 0,1 0-1,0 0 1,0 0-1,0-1 1,1 1-1,-1-1 1,1 0-1,-1 0 1,1 0 0,-1 0-1,1-1 1,0 1-1,0-1 1,0 0-1,7 0 1,-10-1-60,-1 0 0,1 0 1,0 0-1,-1-1 0,1 1 1,0 0-1,-1 0 0,1-1 1,0 1-1,-1-1 0,1 1 1,0-1-1,-1 1 0,1-1 1,-1 1-1,1-1 0,-1 1 1,0-1-1,1 1 0,-1-1 1,1 0-1,-1 1 0,0-1 1,0 0-1,1 0 0,-1 1 1,0-1-1,0 0 0,0 1 1,0-1-1,0 0 0,0-1 1,1-31-1794,-2 23 1155,1-42-3116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45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6355,'0'0'4669,"4"1"-4074,-3-1-559,0 0 0,0 0 0,0 0 0,0 1 1,0-1-1,0 1 0,0-1 0,0 1 0,0-1 1,0 1-1,0-1 0,-1 1 0,1 0 0,0-1 0,0 1 1,0 0-1,-1 0 0,1 0 0,0 0 0,-1-1 1,1 1-1,-1 0 0,1 0 0,-1 0 0,1 2 1,4 35 854,-4-19-581,25 416 4820,-13-169-3097,-13-266-2031,14 129 753,-12-116-710,1-1 0,0 0 0,1 0 1,0 0-1,1-1 0,0 1 0,13 19 0,-17-30-66,-1 0 0,1 1-1,0-1 1,-1 0 0,1 0 0,0 0 0,0 0-1,0 0 1,0 0 0,0 0 0,0-1-1,0 1 1,0 0 0,0-1 0,1 1 0,-1 0-1,0-1 1,0 1 0,1-1 0,-1 0-1,2 1 1,-3-1-40,0 0-1,1 0 1,-1-1-1,0 1 1,1 0 0,-1 0-1,0 0 1,1 0-1,-1-1 1,0 1-1,0 0 1,1 0-1,-1-1 1,0 1 0,0 0-1,0 0 1,1-1-1,-1 1 1,0 0-1,0-1 1,0 1-1,0 0 1,0-1-1,0 1 1,1 0 0,-1-1-1,0 1 1,0 0-1,0-1 1,0 1-1,0 0 1,0-1-1,0 1 1,0 0 0,-1-1-1,1 1 1,0 0-1,0-1 1,0 1-1,0-1 1,-1-4-616,1-34-2332,0-12-1940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46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12278,'0'0'5554,"244"0"-5234,-170 0-192,-5 0-128,-16 0-560,-15 0-1201,-20 0-2144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49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286 527 7091,'0'0'6889,"0"-5"-6566,-1-1-198,0 1 0,0-1-1,0 1 1,0-1 0,-1 1 0,0-1 0,0 1 0,-1 0 0,0 0 0,1 0 0,-2 0 0,-5-7 0,-4-5-80,-1 2-1,-1 0 0,-22-18 1,31 29-68,0 0 1,0 0 0,0 0 0,-1 1 0,0 0-1,1 0 1,-1 0 0,0 1 0,0 0 0,-1 1-1,1-1 1,0 1 0,-8 1 0,12 0 24,1 0 1,-1 0-1,0 1 0,1 0 1,-1-1-1,1 1 0,-1 0 1,1 0-1,-1 0 0,1 1 1,-1-1-1,1 1 0,0-1 1,0 1-1,0 0 1,0-1-1,0 1 0,0 0 1,1 1-1,-1-1 0,0 0 1,1 0-1,0 1 0,0-1 1,-1 0-1,1 1 0,1 0 1,-1-1-1,0 1 0,0 2 1,-2 12 91,0 0 0,1-1 0,0 31 0,2-38-23,-1 37 246,-1 19 717,8 89 0,-4-140-868,0 0 0,2 0 0,-1 0 1,2-1-1,0 1 0,11 19 0,-14-27-132,1-1 1,1 0 0,-1 0 0,1 0-1,0 0 1,0-1 0,0 1 0,1-1-1,-1 0 1,1 0 0,0-1-1,0 1 1,0-1 0,1 0 0,-1-1-1,1 1 1,9 2 0,-9-4-14,1 0 1,0 0 0,-1 0 0,1-1 0,-1 0-1,1 0 1,0 0 0,-1-1 0,1 0 0,-1 0-1,1-1 1,-1 0 0,0 0 0,9-5-1,-8 3-31,-1 0-1,1-1 1,-1 0-1,0 0 1,0 0-1,-1-1 1,0 0-1,0 0 0,0 0 1,-1-1-1,7-12 1,-4 4-183,-1 1 0,0-1 0,-1-1 1,-1 1-1,0-1 0,2-23 0,0-98-1560,-6 117 1556,-1-4-88,-1 0 0,-1 1 0,0-1 0,-9-25 0,-37-88-390,-25-57 522,57 148 197,17 45-26,-12-27-5,12 27 22,0 0-1,-1 0 0,0 0 0,1-1 1,-1 1-1,1 0 0,-1 0 0,0 0 1,0 0-1,0 0 0,0 0 0,0 0 1,1 1-1,-2-1 0,1 0 0,0 0 1,-1 0-1,1 1 246,1 4-379,0-1 113,0 1-1,0 0 0,0 0 0,1-1 1,-1 1-1,1 0 0,0-1 0,0 1 1,0-1-1,4 8 0,3 11 36,30 101 207,7 27 267,0 106 460,-29-150-85,38 136 1,-50-226-725,9 24 169,-12-38-329,0 0 0,-1-1 1,1 1-1,0 0 1,0-1-1,0 1 1,1-1-1,-1 1 0,0-1 1,0 1-1,1-1 1,-1 0-1,1 0 1,-1 0-1,1 0 1,0 0-1,2 1 0,-4-2-27,0 0 0,1-1 0,-1 1 0,1 0 0,-1 0 0,0-1 0,1 1 0,-1 0 0,0-1 0,0 1 0,1-1 0,-1 1 0,0 0-1,0-1 1,0 1 0,1-1 0,-1 1 0,0 0 0,0-1 0,0 1 0,0-1 0,0 1 0,0-1 0,0 1 0,0 0 0,0-1 0,0 1-1,0-1 1,0 1 0,0-1 0,0 1 0,0-1 0,0 1 0,-1 0 0,1-1 0,0-4-192,0-129-6883,0 84 1869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0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252 154 8932,'0'0'3346,"0"-10"-3042,0-90 2422,0 99-2720,0-1-1,0 1 1,0-1-1,-1 1 1,1-1-1,-1 1 1,1 0-1,-1-1 1,0 1-1,1 0 0,-1 0 1,0-1-1,0 1 1,0 0-1,0 0 1,0 0-1,0 0 1,0 0-1,0 0 1,0 0-1,0 1 1,-1-1-1,1 0 1,0 1-1,-1-1 0,1 0 1,-3 0-1,-4-1-6,0 0 0,-1 0-1,-13 0 1,12 1 67,-2-1-20,0 1 1,-1 1-1,1 0 0,-23 3 1,31-1-43,-1 1 0,1 0 1,0 0-1,0 1 0,0-1 0,0 1 0,1 0 1,-1 0-1,1 0 0,0 0 0,-4 8 1,2-2 72,0-1 0,1 0 0,0 1 0,0 0 0,1 0 0,0 0 0,1 0 1,0 1-1,1-1 0,-1 11 0,2 30 375,2 78 906,-1-108-1027,2 0 0,0-1 0,2 0 0,7 23 1,-10-37-262,5 14 367,1 1 0,20 36 0,-26-53-395,1 1 0,0-1-1,0 1 1,1-1 0,-1 0-1,1-1 1,0 1 0,0-1-1,0 1 1,0-1 0,1 0-1,-1-1 1,1 1 0,0-1-1,0 0 1,0 0 0,8 2-1,-7-3-36,1 0 0,-1-1 0,0 0 0,1 0 0,-1 0 0,0-1-1,1 0 1,-1 0 0,0 0 0,0-1 0,0 0 0,0-1 0,0 1 0,0-1 0,0 0-1,-1 0 1,0-1 0,1 1 0,-1-1 0,-1-1 0,1 1 0,7-9 0,-1-2-202,0 0-1,-1 0 1,-1-1 0,0 0 0,-2 0 0,12-33 0,-12 21-626,-1 0 0,-1 0 0,-1-1 1,-2 1-1,-1-1 0,-4-51 0,2 72 689,1 0-1,-1 1 1,-1-1 0,0 0 0,0 1-1,0-1 1,-1 1 0,0 0-1,0 0 1,-1 0 0,0 0 0,0 1-1,-1-1 1,-6-6 0,11 12 197,-3-1-196,2 8 960,1 19-248,-1 10 477,2 1 1,10 67 0,28 39 541,-31-119-1530,1-2-1,1 1 0,1-1 0,16 23 0,-24-39-117,1-1 0,-1 1 1,1-1-1,0 0 0,5 3 0,-8-6-212,0 0 0,1 0 0,-1 0-1,0 0 1,0-1 0,1 1-1,-1 0 1,1-1 0,-1 1 0,0-1-1,1 1 1,-1-1 0,1 0 0,-1 0-1,1 0 1,-1 0 0,1 0-1,-1 0 1,1 0 0,-1 0 0,1 0-1,1-1 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1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42 3410,'0'0'6877,"-4"-7"-5620,-13-20-139,13 20 968,4 18-1539,3 11-161,0-1 0,1 0 0,1 0 0,1-1 0,12 27 0,2 13 588,-7-18-272,0 3 497,31 69 0,-43-110-1130,0-3-37,-1 1-1,1 0 0,0-1 0,-1 1 1,1 0-1,0-1 0,0 1 1,0-1-1,0 1 0,0-1 1,1 0-1,-1 0 0,0 1 0,1-1 1,-1 0-1,1 0 0,-1 0 1,3 1-1,-3-11-2,-2-23-826,-8-59-1,4 62 122,2 0 1,1 0-1,2 0 1,4-42-1,-3 66 639,0 1-1,0 0 1,1 0-1,-1-1 1,1 1-1,0 0 1,0 0 0,0 1-1,1-1 1,-1 0-1,1 1 1,0 0-1,0-1 1,0 1-1,1 0 1,-1 1-1,1-1 1,0 0-1,-1 1 1,1 0-1,0 0 1,0 0 0,0 1-1,9-3 1,-7 2 79,1 1 0,-1-1 0,1 1 1,0 0-1,-1 1 0,1 0 0,0 0 0,0 0 1,-1 1-1,1 0 0,0 0 0,-1 1 1,1 0-1,-1 0 0,1 0 0,5 4 1,18 15 183,-26-17-243,0 0 1,0 0-1,1-1 1,-1 0-1,1 0 0,0 0 1,0-1-1,0 0 1,0 1-1,1-2 0,-1 1 1,10 1-1,-4-5-2146,2-8-2338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1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 8564,'0'0'5635,"-8"4"-5137,-7 5-296,-1 1-1,2 0 0,-1 1 0,1 1 0,-13 14 1,22-20-140,-1 0 0,1 0 1,0 0-1,1 1 0,0 0 1,0 0-1,0 0 0,1 0 1,0 1-1,0-1 0,1 1 1,-1 0-1,2 0 0,-2 15 1,3-6-52,-1-10-12,1-1 0,-1 0 1,2 0-1,-1 1 0,1-1 0,0 0 1,0 0-1,0 1 0,1-1 0,0 0 1,0-1-1,1 1 0,0 0 0,3 6 1,0-3 33,0 0 0,-1 1 0,-1 0-1,0 0 1,0 0 0,-1 1 0,0-1 0,0 1 0,0 15 0,-1-3 138,-1 0 0,-1 1 0,-4 32 1,4-54-169,0 0 0,0 0 0,0 0 1,-1 0-1,1 0 0,-1 0 1,0 0-1,0 0 0,1 0 1,-1 0-1,0 0 0,-1-1 0,1 1 1,0 0-1,0-1 0,-1 1 1,1 0-1,-1-1 0,1 0 1,-1 1-1,0-1 0,0 0 0,1 0 1,-1 0-1,0 0 0,-3 1 1,-2-1-140,-1 1 1,1-1 0,-1-1-1,0 1 1,-14-2-1,1 0-715,15 2 357,1-2 0,-1 1 0,1 0 0,-1-1 0,-9-3 0,12 3-19,1 0-1,0 0 1,-1 0-1,1 0 1,0-1 0,0 1-1,0-1 1,0 1-1,0-1 1,-2-2 0,-7-11-5362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2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4418,'0'0'7841,"0"3"-6859,1 95 2144,22 158 1,-17-211-2733,7 39 122,-12-75-497,2-1 1,-1 0 0,1 0 0,0 0-1,1 0 1,0 0 0,6 8-1,-9-14-46,-1-1 0,1 0 1,0 0-1,0 0 0,0 0 0,0 0 0,0 0 0,0 0 0,0 0 0,0 0 0,0 0 0,0-1 0,0 1 0,0 0 0,1-1 0,-1 1 0,0-1 0,2 1 0,-3-1-41,1 0 0,0-1 0,-1 1 0,1 0 0,-1 0 0,1-1 0,-1 1 0,1-1 0,-1 1 0,1 0 0,-1-1 0,1 1 0,-1-1 0,0 1 0,1-1 0,-1 1 0,0-1 0,1 1 0,-1-1 0,0 0 0,0 1 0,1-1 0,-1 1 0,0-1 0,0 0 0,0 0 0,2-8-1213,-1-1 0,0 1 1,-1-15-1,0 19 586,0-37-6866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0 656,'0'0'12486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1 358 8436,'0'0'7771,"23"-14"-7445,71-48-185,-90 59-142,1 0 0,-1-1 0,1 0-1,-1 1 1,-1-2 0,1 1 0,0 0-1,-1-1 1,0 1 0,0-1 0,0 0-1,-1 0 1,3-6 0,-1 0-54,0 0-300,-1 0 0,0 0-1,0 0 1,-2-1-1,1 1 1,-1-1 0,-1 1-1,0 0 1,-2-17 0,1 24 253,0 1 0,1 0 0,-1 0 1,0 0-1,-1 0 0,1 0 0,-1 0 0,1 0 1,-1 0-1,0 1 0,0-1 0,0 1 0,0-1 1,0 1-1,-1 0 0,1 0 0,-1 0 1,1 0-1,-1 0 0,0 0 0,0 1 0,0-1 1,-5-1-1,-1 0 106,-1 0 1,1 0-1,-1 1 1,1 0-1,-1 1 0,-16 0 1,25 1 16,0 0 0,0 0 0,0 0 0,0 1 0,0-1 0,1 0 0,-1 1 0,0-1 0,0 0 0,0 1 0,0-1 0,1 1 0,-1 0 0,0-1 0,1 1 0,-1 0 0,0-1 0,1 1 0,-1 0 0,1 0 0,-1-1 0,1 1 0,-1 0 0,1 0 0,0 0 0,-1 0 0,1 0 1,0-1-1,0 1 0,-1 0 0,1 2 0,-2 33 666,2-28-492,0 2-14,6 134 2526,-4-126-2284,1-1-1,0 1 0,2-1 0,0 1 0,14 30 0,-8-26 92,0-1 1,2 0-1,25 31 0,-33-45-456,0-1 0,1 0 1,-1-1-1,2 0 1,-1 0-1,0 0 0,1 0 1,0-1-1,0 0 0,0-1 1,1 1-1,-1-2 1,1 1-1,12 2 0,-11-4-62,-1 1 0,1-2 0,0 1-1,-1-1 1,1-1 0,0 0-1,11-2 1,-16 2-45,0 0-1,0-1 1,0 0-1,-1 0 1,1 0-1,0 0 1,-1 0-1,1-1 1,-1 1 0,0-1-1,0 0 1,0 0-1,0 0 1,0-1-1,-1 1 1,3-5-1,1-2-872,-1-1 1,0-1-1,-1 1 0,0-1 0,-1 0 0,0 0 0,0 0 0,0-22 0,-1-32-10147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6003,'0'0'3516,"0"0"-3464,1 0 1,-1 0-1,0 0 1,0 0-1,1 0 0,-1-1 1,0 1-1,1 0 0,-1 0 1,0 0-1,1 0 1,-1 0-1,0 0 0,1 0 1,-1 0-1,0 0 0,0 1 1,1-1-1,-1 0 1,0 0-1,1 0 0,-1 0 1,0 0-1,1 0 0,-1 1 1,0-1-1,0 0 1,1 0-1,-1 0 0,0 1 1,0-1-1,0 0 0,1 0 1,-1 1-1,0-1 1,0 0-1,0 1 0,4 3 176,-2 0-1,1 1 0,0-1 0,-1 1 1,0-1-1,0 1 0,2 8 1,11 44 709,-10-33-577,88 493 4912,-64-323-3885,-25-170-1225,1 12 148,1-1 1,2 0 0,1 0 0,18 42 0,-25-73-251,-1 0 0,1 0 0,0-1 0,0 1 0,1 0 0,-1-1 0,5 5 0,-6-7-47,1-1 21,-1-10-36,-18-436-7212,13 299 4341,4 146 2875,0-1 0,0 1 0,0 0 0,0-1 0,0 1 1,0 0-1,0-1 0,0 1 0,1 0 0,-1 0 0,0-1 0,1 1 0,-1 0 0,1 0 0,0-1 0,-1 1 0,1 0 0,0 0 0,0 0 0,-1 0 0,1 0 0,0 0 1,0 0-1,0 1 0,0-1 0,2-1 0,0 1 112,-1 1 0,1-1 1,0 1-1,1 0 0,-1-1 0,0 1 1,0 1-1,0-1 0,0 0 0,5 2 1,-4-1 9,-1 0 1,0 0-1,1 0 1,-1 1-1,0 0 1,1-1-1,-1 1 0,0 0 1,0 0-1,-1 1 1,1-1-1,0 1 1,4 4-1,1 5 211,1 0 1,7 15-1,-7-12-21,4 6-5,-1 1-1,-1-1 0,-1 2 0,-1 0 0,-1 0 0,-1 0 0,-1 1 0,-1 0 0,-1 0 0,1 29 0,-4-42-306,-1 0 0,0 0 0,-1 0 1,-4 22-1,4-29-9,0-1 1,0 1 0,-1-1-1,1 0 1,-1 0 0,0 1-1,0-1 1,0-1 0,-1 1-1,1 0 1,-1 0 0,1-1-1,-1 0 1,0 1 0,0-1-1,0 0 1,0 0 0,-5 1-1,0 1-257,-1-1 1,0 0-1,0-1 0,-1 0 0,1 0 0,0-1 1,-1 0-1,-17-1 0,26 0 158,0 0 1,-1 0 0,1 0-1,0 0 1,-1 0-1,1-1 1,-1 1-1,1 0 1,0-1-1,0 1 1,-1-1 0,1 1-1,0-1 1,0 0-1,-1 1 1,1-1-1,0 0 1,0 0-1,0 0 1,-1-1 0,1 0-160,-1-1 1,1 0 0,0 0 0,-1 1 0,1-1 0,1 0 0,-1 0 0,0-5-1,-5-42-3968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4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6019,'0'0'9521,"0"3"-9136,5 163 2785,-2-131-2293,1 0-1,16 58 1,-14-70-614,1-1 1,0 1 0,2-2 0,1 1-1,0-1 1,17 24 0,-25-42-257,0 0 0,0-1 0,1 1 0,-1-1 0,1 1 0,0-1 0,0 0 0,0 0 0,0 0 0,0 0 0,0-1 0,0 1 0,1-1 0,5 2 0,-7-3-9,0 0 0,0 0-1,-1 0 1,1 0-1,0 0 1,0 0-1,0-1 1,0 1-1,-1-1 1,1 1-1,0-1 1,0 0 0,-1 0-1,1 0 1,0 0-1,-1 0 1,1 0-1,-1 0 1,1 0-1,-1 0 1,0-1-1,1 1 1,-1-1 0,0 1-1,0-1 1,0 1-1,0-1 1,0 0-1,0-3 1,9-18-280,-2 0 1,-1-1-1,-1 0 1,-1 0-1,-1 0 1,2-36-1,-6-154-3577,-1 203 3609,1 2 104,-1-1 0,-1 1 1,0-1-1,-4-13 0,1 7 605,7 25 768,6 15-981,-7-22-442,0-1 0,0 0 0,0 0 0,0 0 1,0 0-1,0 0 0,0 0 0,0 0 0,1 0 0,-1-1 1,0 1-1,1 0 0,-1-1 0,0 1 0,1-1 1,-1 0-1,1 1 0,-1-1 0,3 0 0,11 1-4560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5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92 6131,'0'0'5397,"-3"0"-4890,0 0-427,0 0 1,1 0 0,-1-1-1,0 0 1,0 1 0,0-1-1,0 0 1,0-1 0,1 1-1,-1 0 1,0-1 0,1 0-1,0 1 1,-1-1-1,1 0 1,0 0 0,0 0-1,0 0 1,0-1 0,0 1-1,-2-4 1,0 1-74,-1 0 0,0 0-1,0 0 1,-1 1 0,1-1 0,-1 1-1,0 1 1,0-1 0,-1 1 0,1 0-1,-1 0 1,1 1 0,-1 0 0,-9-2-1,-2 4 101,14 0 10,1 0 0,-1-1-1,1 2 1,-1-1 0,1 0 0,-1 1-1,1-1 1,-5 3 0,6-2-70,1 0 0,0 0 0,-1 0 0,1 0-1,0 0 1,0 1 0,0-1 0,0 1 0,0-1 0,0 1 0,0-1 0,0 1 0,1-1 0,-1 1 0,0 0 0,1-1-1,-1 1 1,1 3 0,-3 17 271,0-1-1,2 1 0,2 41 1,1-14 285,-4 6 250,0-21-35,5 53 1,-2-79-703,0 0-1,0 0 1,1 1-1,0-1 1,1 0-1,0-1 1,0 1 0,1 0-1,-1-1 1,2 0-1,7 11 1,-10-16-101,1 0 0,-1 0 0,1 0 0,0 0 0,-1 0 0,1 0 0,0-1 1,0 1-1,0-1 0,1 0 0,-1 0 0,0 0 0,4 0 0,-5 0-16,1-1-1,-1 0 1,0 0 0,0 0-1,1 0 1,-1 0-1,0 0 1,0 0-1,0-1 1,1 1-1,-1-1 1,0 1 0,0-1-1,0 0 1,0 0-1,0 0 1,0 0-1,0 0 1,0-1-1,3-2 1,-1-2-85,1 0-1,-1-1 1,-1 1 0,0-1-1,0 0 1,0 0 0,3-14-1,-1 1-725,4-38-1,-7-93-3202,-2 91 2236,-4 24 2294,3 33 246,0 4-3,0 22 238,8 174 2440,-3-166-3104,0 1 1,3-1-1,0-1 1,16 41 0,-20-62-297,1 0 0,1 0-1,-1-1 1,1 1 0,1-1 0,9 11 0,-12-16-76,-1-1-1,1 1 1,0-1-1,0 1 1,0-1-1,0 0 1,0 0-1,1-1 1,-1 1-1,0-1 1,1 1-1,0-1 1,-1 0-1,1 0 1,0-1 0,-1 1-1,1-1 1,6 0-1,-8 0-103,1-1 0,-1 1 0,1-1 0,-1 0 0,1 0 0,-1 0 0,0 0 0,1 0 0,-1 0 0,0-1 0,0 1 0,0-1 0,0 1 0,0-1 0,0 0 0,-1 0 0,1 0 0,-1 0 0,1 0 0,-1 0 0,0 0 0,1 0 0,-1-1 0,0 1 0,1-5 0,2-6-1242,-1 0 1,0 0 0,2-21 0,-5 34 1375,5-74-8933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8628,'0'0'7195,"9"29"-5861,-6-16-1151,58 238 3054,-21 62-84,-14-88-1725,-25-222-1415,0 11 40,1 1 1,0-1-1,1 0 0,1 0 0,0 0 0,1-1 0,8 17 0,-12-28-55,1 0 1,-1 0 0,1 0-1,-1 0 1,1 0 0,-1 0-1,1-1 1,0 1 0,0-1-1,0 1 1,0-1 0,0 0-1,2 2 1,-3-3-6,1 0 1,-1 0-1,0 0 0,0 0 1,0 0-1,0 0 1,0 0-1,0 0 0,0-1 1,1 1-1,-1 0 0,0-1 1,0 1-1,0 0 1,0-1-1,0 1 0,0-1 1,0 0-1,-1 1 0,1-1 1,0 0-1,0 0 0,0 1 1,-1-1-1,1 0 1,0 0-1,-1 0 0,1 0 1,-1 0-1,1 0 0,-1 0 1,1 0-1,-1 0 1,1-1-1,12-33-360,-1 0 0,-2-1 0,7-44 0,-8 34-150,7-36-510,11-44-1508,-26 122 2415,1 0-1,-1 0 1,1 1-1,-1-1 0,1 0 1,0 1-1,1 0 1,-1-1-1,1 1 0,2-3 1,-4 5 105,-1 1 1,1-1-1,0 1 1,0-1-1,-1 1 1,1-1-1,0 1 1,0 0-1,-1-1 1,1 1-1,0 0 1,0-1-1,0 1 0,0 0 1,0 0-1,0 0 1,-1 0-1,1 0 1,0 0-1,2 0 1,-2 1 23,1 0 1,-1 0 0,0-1-1,1 1 1,-1 0-1,0 0 1,1 0 0,-1 0-1,0 1 1,0-1-1,0 0 1,0 0 0,0 1-1,0-1 1,1 3-1,12 27 537,-1 1-1,-1 0 0,-2 0 0,10 51 0,-5-18-72,-10-41-333,2 0-1,0-1 1,1 1 0,2-1-1,14 26 1,-22-47-239,0 1-1,-1-1 1,1 0-1,0 0 1,1 1 0,-1-1-1,0 0 1,0-1 0,4 3-1,-5-3-4,-1-1-1,0 0 1,1 0-1,-1 0 1,1 0-1,-1 0 1,0 1-1,1-1 0,-1 0 1,0 0-1,1 0 1,-1 0-1,0 0 1,1 0-1,-1 0 1,1 0-1,-1 0 1,0-1-1,1 1 1,-1 0-1,0 0 0,1 0 1,-1 0-1,0 0 1,1-1-1,-1 1 1,0 0-1,1-1 1,0 0-260,-1 0 1,1 0-1,-1 0 1,1 0 0,-1 0-1,0 0 1,1 0-1,-1 0 1,0-1 0,0 1-1,0 0 1,1 0-1,-1 0 1,-1-2 0,1-39-9621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242 129 144,'0'0'8006,"0"-5"-6981,1 2-868,-1 0 0,1-1 0,-1 1 0,0 0 0,0-1-1,-1 1 1,1 0 0,0-1 0,-1 1 0,0 0 0,0 0 0,0 0 0,0 0 0,-1 0 0,1 0 0,-1 0 0,0 0 0,0 0 0,0 0-1,0 1 1,0-1 0,0 1 0,-1 0 0,1 0 0,-1 0 0,0 0 0,-4-3 0,-56-26 1284,59 30-1422,1-1 0,-1 1 0,0 0 0,0 0 0,0 0 0,0 0 0,0 1 0,-6-1 0,7 1-2,0 0-1,1 0 1,-1 0 0,0 0 0,0 0-1,0 1 1,1 0 0,-1-1-1,0 1 1,0 0 0,1 0 0,-1 0-1,-3 3 1,2 0 40,0 0 0,1 1 0,0 0 0,-1 0 0,2 0 0,-1 0 0,1 0 0,-1 0 0,1 1 0,-2 9-1,-1 11 317,-3 26-1,7-50-356,-5 79 1328,4 82 0,2-102-646,0-41-404,1 0 1,0 0-1,2 0 1,9 39-1,-10-53-259,-1-1 0,1 0 0,0 0 0,1 1 0,-1-2 0,1 1 0,0 0 0,0 0 0,0-1-1,1 0 1,0 0 0,0 0 0,0 0 0,0 0 0,0-1 0,1 0 0,-1 0 0,1 0 0,0 0 0,0-1 0,0 0 0,10 3 0,-8-3-32,-1 0 0,0-1 0,0 0 0,1-1 1,-1 1-1,0-1 0,1 0 0,-1-1 0,0 1 0,1-1 1,-1-1-1,0 1 0,0-1 0,0 0 0,0 0 1,0-1-1,-1 0 0,1 0 0,-1 0 0,1-1 0,-1 0 1,0 0-1,-1 0 0,1 0 0,6-9 0,2-3-317,-2 0-1,0-1 1,-1 0-1,-1-1 1,-1 0-1,0 0 1,-1-1-1,7-33 1,-8 20-856,-1 0 0,-2 0-1,-1-1 1,-4-51 0,1 74 895,0-1 0,-1 0 1,-1 1-1,0-1 0,0 1 0,-1 0 1,-6-13-1,4 12 460,-1 0 1,1 1 0,-2 0-1,1 1 1,-1-1-1,-12-9 1,20 18-104,0 1 0,0 0 1,0 0-1,-1 0 0,1 0 0,0-1 0,0 1 1,0 0-1,-1 0 0,1 0 0,0 0 0,0 0 1,0 0-1,-1 0 0,1-1 0,0 1 0,0 0 0,-1 0 1,1 0-1,0 0 0,0 0 0,-1 0 0,1 0 1,0 0-1,0 0 0,0 0 0,-1 0 0,1 1 1,0-1-1,0 0 0,-1 0 0,1 0 0,0 0 1,0 0-1,-1 0 0,-4 11 847,1 21-1220,3-23 653,-4 64 180,5 78-1,2-54-111,10 210 960,0-36-521,-12 86 63,0-357-935,-1 1 0,1 0 0,-1-1 0,1 1 0,-1 0 0,1-1 0,-1 1 0,1-1 0,-1 1 0,0-1 0,1 1 0,-1-1 0,0 1 0,1-1 0,-1 0 1,0 1-1,0-1 0,1 0 0,-1 0 0,0 1 0,0-1 0,1 0 0,-1 0 0,0 0 0,0 0 0,0 0 0,0 0 0,1 0 0,-1 0 0,0-1 0,-1 1 0,-28-5-417,22 2 64,0-2 1,0 1-1,0-1 0,1 0 1,0-1-1,0 0 1,0 0-1,1 0 1,-9-12-1,13 16 217,-43-52-3989,3-7-2808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7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76 4258,'0'0'6112,"0"-5"-5626,0 3-451,0-3 113,0 1 1,0 0-1,0 0 1,-1 0-1,-2-8 1,3 10-53,-1 1 1,0-1-1,1 1 0,-1 0 1,0-1-1,0 1 0,0 0 1,0 0-1,0 0 1,0 0-1,0-1 0,0 2 1,0-1-1,-1 0 0,1 0 1,0 0-1,-1 0 1,1 1-1,-1-1 0,1 1 1,0-1-1,-3 0 0,-13-4 179,13 4-278,0-1 0,1 1 0,-1 0 0,0 1 0,1-1 0,-7 0 0,8 1 16,-4 0 31,-1 0-1,0 0 0,1 1 0,-1 0 0,-12 3 0,17-3-35,0 0-1,0 0 0,0 0 1,0 0-1,0 1 1,0-1-1,0 0 0,1 1 1,-1 0-1,0-1 1,1 1-1,0 0 0,-1 0 1,1 0-1,0 0 0,0 0 1,0 0-1,0 0 1,0 0-1,0 0 0,0 3 1,-5 28 538,1-1 0,2 1-1,1 0 1,3 45 0,0-27 118,-1-38-481,-1 14 411,2-1 1,5 35-1,-4-54-481,0 1 0,0 0 0,0 0 0,1-1 0,0 1 0,1-1 0,-1 0 0,1 0 0,1 0 0,-1 0 0,12 11 0,-13-16-102,0 1 0,1 0 1,-1-1-1,1 0 0,0 0 0,0 0 1,0-1-1,0 1 0,0-1 1,0 0-1,0 0 0,1 0 0,-1-1 1,0 1-1,0-1 0,1 0 1,-1 0-1,0-1 0,1 1 0,-1-1 1,0 0-1,0 0 0,0-1 1,0 1-1,0-1 0,0 0 0,0 0 1,0 0-1,-1 0 0,1-1 1,-1 1-1,0-1 0,1 0 0,2-4 1,4-5-321,-1-1-1,-1-1 1,0 0 0,0 0 0,-1 0 0,-1-1 0,-1 0 0,0 0 0,4-25-1,-2 0-1285,-2 0-1,-1-65 0,-4 95 1373,-1-23-403,1 32 645,0 0 0,-1-1 0,1 1 0,0-1 0,-1 1 0,1 0 0,-1-1 0,1 1 0,-1 0 0,1-1 0,-1 1 0,0 0 0,0 0 0,0 0 0,0 0 0,0 0 0,-2-2 0,3 3 1,0 0 0,0 0-1,0 0 1,0 0 0,0 0-1,-1 0 1,1 0 0,0 0-1,0 0 1,0 0 0,0 0-1,0 0 1,-1 0 0,1 0-1,0 0 1,0 0 0,0 0-1,0 0 1,0 0 0,0 0-1,0 0 1,-1 0 0,1 1-1,0-1 1,0 0 0,0 0-1,0 0 1,0 0 0,0 0-1,0 0 1,0 0 0,0 0-1,0 1 1,0-1 0,-1 0-1,1 0 1,0 0 0,0 0-1,0 0 1,0 1 0,0-1-1,0 0 1,0 0 0,0 0-1,0 0 1,0 0 0,0 0-1,0 1 1,1-1 0,-1 0-1,-1 13 320,1-9-160,-1 79 1824,2 97 962,1-157-2703,1 0 1,0 0-1,2 0 0,1 0 1,14 35-1,-16-50-216,0 0 0,0-1 1,0 1-1,1-1 0,7 8 1,-11-14-68,0 1 1,1 0 0,-1-1 0,1 0 0,-1 1-1,1-1 1,-1 0 0,1 0 0,-1 0-1,1 0 1,0 0 0,0 0 0,0 0 0,-1-1-1,1 1 1,0-1 0,0 1 0,0-1 0,0 0-1,0 1 1,0-1 0,0 0 0,0-1 0,0 1-1,0 0 1,0 0 0,4-2 0,-6 2-34,1-1-1,0 1 1,0-1 0,-1 1 0,1-1 0,-1 0 0,1 1 0,0-1 0,-1 0-1,1 1 1,-1-1 0,1 0 0,-1 0 0,0 0 0,1 1 0,-1-1 0,0 0 0,1 0-1,-1 0 1,0-1 0,2-14-1404,0 0-1,-1-32 0,-1 32 358,0-46-3723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8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5250,'0'0'8924,"2"5"-8283,4 23-183,0 0 0,-2 0 1,2 44-1,-2-12-93,52 616 3984,-24-404-2612,-32-270-1711,0 3 12,1-1 0,0 0 0,0 1-1,0-1 1,0 0 0,1 0 0,0 0 0,0 0 0,0 0 0,4 6-1,-5-9-63,-1-5-150,1-39-1269,0 13-976,-3-37 0,1 56 1090,-1 1-1,0 0 0,0 0 1,-6-12-1,-9-16-7701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8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6531,'0'0'9826,"2"-1"-9237,-1 0-543,0 1 0,0-1 0,-1 1 0,1 0 0,0-1-1,0 1 1,0 0 0,0-1 0,0 1 0,0 0 0,0 0-1,0 0 1,-1 0 0,1 0 0,0 0 0,0 0 0,0 1-1,0-1 1,0 0 0,0 0 0,0 1 0,0-1 0,-1 0-1,1 1 1,0-1 0,0 1 0,0-1 0,-1 1 0,1-1-1,0 1 1,-1 0 0,1-1 0,0 1 0,0 1-1,21 33 1037,-19-30-977,95 217 3147,1 0-1672,-96-215-1547,0 0 1,1-1-1,0 1 0,0-1 1,1 0-1,-1 0 1,1 0-1,0-1 1,1 0-1,10 8 1,-15-13-33,-1 1 0,1-1 0,-1 0 0,1 1 0,-1-1 1,1 0-1,-1 0 0,1 1 0,-1-1 0,1 0 0,-1 0 0,1 0 1,0 0-1,-1 0 0,1 0 0,-1 0 0,1 0 0,0 0 0,-1 0 1,1 0-1,-1 0 0,1 0 0,0-1 0,-1 1 0,1 0 1,-1 0-1,1-1 0,-1 1 0,1 0 0,-1-1 0,1 1 0,-1 0 1,1-1-1,-1 1 0,0-1 0,1 1 0,-1-1 0,1 0 0,6-26-2,-5 18-8,37-338-3015,-30 229 1884,-6 86 1986,13 24-3789,-14 0-859,4-2-2494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9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45 10725,'0'0'4775,"-5"0"-4329,0 1-455,1 0 126,1-1-1,-1 1 1,1-1-1,-1 0 1,1 0 0,-1 0-1,1 0 1,-1-1-1,1 1 1,-1-1-1,1 0 1,0 0-1,-1-1 1,-3-1-1,0-2-119,0 1 0,0 0 0,0 0 0,-1 0 0,0 1 0,0 0 0,0 1-1,0 0 1,-13-2 0,-4 2 12,-46 1 0,38 1 4,30 0-4,0 0-1,0 0 0,0 0 0,0 1 1,0-1-1,0 1 0,0 0 0,0 0 1,0 0-1,1 0 0,-1 0 0,0 1 1,1-1-1,-1 1 0,1-1 1,0 1-1,-1 0 0,1 0 0,0 0 1,0 0-1,0 1 0,0-1 0,1 1 1,-1-1-1,1 1 0,-1-1 0,1 1 1,0 0-1,0 0 0,-1 4 0,-1 7 221,1 0 0,0 0-1,1 1 1,1 28-1,1-20 142,-1 6 245,1 0 0,10 57 0,-9-74-472,1-1-1,1-1 1,0 1-1,0 0 1,1-1-1,0 0 1,1 0-1,0 0 0,0-1 1,14 15-1,-16-21-136,1 0 0,-1 0 0,1-1 0,0 1 0,-1-1-1,1 0 1,0-1 0,0 1 0,0-1 0,1 0-1,-1 0 1,0-1 0,0 1 0,0-1 0,1 0 0,-1-1-1,0 1 1,0-1 0,0 0 0,1-1 0,8-2 0,-8-1-44,0 1 0,0-1 0,0 0 1,0 0-1,-1 0 0,0-1 0,0 0 1,7-10-1,0-3-517,18-37 1,-24 40-2,0 0 1,-1 0-1,0 0 1,-1 0-1,2-24 0,-2-84-3005,-4 106 3429,0 16 751,0 25 984,-1 91 290,4 163 1078,-2-261-2816,1 0 0,0 0 0,6 17 1,-8-30-163,1 0 0,0 0 1,0-1-1,0 1 0,0 0 1,0-1-1,1 1 0,-1 0 1,1-1-1,-1 0 1,1 1-1,0-1 0,0 0 1,0 0-1,0 0 0,1 0 1,-1-1-1,0 1 0,1 0 1,-1-1-1,1 0 0,0 1 1,4 0-1,-5-2-86,-1 0 1,1 1-1,-1-2 1,1 1-1,-1 0 0,1 0 1,-1 0-1,1-1 1,-1 1-1,0-1 0,1 1 1,-1-1-1,1 1 1,-1-1-1,0 0 0,0 0 1,1 0-1,-1 0 1,0 0-1,0 0 0,0 0 1,0 0-1,0 0 0,0 0 1,0-1-1,-1 1 1,1 0-1,0-1 0,0-1 1,2-5-748,0 1 0,0-1 0,2-16 1,-4 18 269,11-55-6241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5:59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10885,'0'0'3626,"7"31"-1585,4 12-1397,29 150 2036,-11 46 801,-24-224-3279,0-12-127,-1-11-74,4-32-795,-2-1 0,-3 0 0,0-55 0,-2 22-1323,0 47 1338,8-92-3999,-7 105 3863,0-1-1,2 1 1,0 0 0,0 1 0,13-27 0,-16 37 990,1 1 1,0-1-1,-1 0 1,1 1-1,1-1 1,-1 1-1,0 0 1,0 0-1,1 0 1,-1 0-1,1 0 1,0 0-1,0 1 1,4-3-1,-5 4 101,-1-1 0,1 1 0,0-1 0,0 1 0,0 0 0,0 0 0,-1 0 0,1 0 0,0 0 1,0 0-1,0 1 0,-1-1 0,1 1 0,0-1 0,0 1 0,-1-1 0,1 1 0,0 0 0,-1 0 0,1 0 0,-1 0 0,1 0 0,-1 0 0,1 0 0,-1 1 0,0-1 0,2 3 0,5 7 374,-1-1 0,-1 1-1,0 0 1,8 20-1,15 54 1184,-23-67-1377,6 26 979,8 52 0,-13-56-652,1-1 0,15 40 1,-22-76-695,-1-2-2,0-1 0,0 1 0,1 0 0,-1 0 0,0-1 0,0 1 0,1 0 0,-1-1 0,0 1 1,1 0-1,-1-1 0,0 1 0,1 0 0,-1-1 0,1 1 0,-1-1 0,1 1 0,0-1 0,-1 1 0,1-1 0,-1 1 0,1-1 0,0 0 0,-1 1 1,1-1-1,1 1 0,-2-2-125,0 1 0,1-1 0,-1 0-1,1 1 1,-1-1 0,0 1 0,1-1 0,-1 0 0,0 1 0,0-1 0,0 0 0,1 1 0,-1-1 0,0 0 0,0 1 0,0-1 0,0 0 0,0 1 0,0-2 0,0 1-100,0-37-2948,0-13-2152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0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81 5763,'0'0'10991,"-4"-2"-10409,1 0-421,0 1 0,-1-1 1,1 1-1,0 0 0,0 0 0,-1 1 1,-5-1-1,7 1-103,1 0-1,-1 0 1,1 0 0,-1 1 0,1-1-1,0 1 1,-1-1 0,1 1 0,0 0-1,0-1 1,-1 1 0,1 0 0,0 0-1,0 0 1,0 0 0,0 0 0,0 0 0,0 0-1,0 0 1,0 0 0,1 0 0,-1 1-1,0-1 1,1 0 0,-1 0 0,0 3-1,-5 11 222,1 1-1,1 0 0,0 1 1,1-1-1,0 20 1,0 87 1014,3-91-967,0 6 18,-1-8 12,4 40 0,-2-67-346,-1 0 0,0 0 0,1 0 0,0-1 1,-1 1-1,1 0 0,0-1 0,1 1 0,-1-1 0,0 1 0,1-1 0,-1 1 0,1-1 0,0 0 0,0 0 0,0 0 0,0 0 0,3 2 0,-2-2-15,1 0 1,0-1-1,-1 1 0,1-1 0,0 0 0,0 0 1,0 0-1,0 0 0,0-1 0,0 0 0,5 0 1,-5 0 2,0 0 1,0-1-1,1 0 1,-2 0 0,1 0-1,0 0 1,0 0-1,0-1 1,0 1 0,-1-1-1,1 0 1,-1 0-1,1-1 1,-1 1 0,0-1-1,0 1 1,4-6-1,3-4-49,-1 0 0,0-1-1,9-19 1,-12 23-15,6-14-326,-1 0 0,-1-1 0,0 0 0,-2 0 0,-1-1-1,-1 1 1,-1-2 0,-2 1 0,2-49 0,-5 66 152,0 0 0,-1 0 0,0 0 1,0 0-1,-1 0 0,0 0 0,0 1 0,-1-1 1,0 1-1,0 0 0,-6-8 0,6 10 229,0 1 0,0-1 0,-1 1 0,0 0 0,0 1 0,0-1 0,0 1 0,-1-1 0,1 1 0,-1 0 0,0 1 0,0-1-1,0 1 1,0 0 0,0 1 0,-11-3 0,7 2 251,-1 1-1,1 0 0,-1 1 1,-15 0-1,21 1-139,0-1 0,0 1 0,0 0 0,0 0 0,0 0 0,1 0 0,-1 1 0,0-1 0,1 1-1,-1 0 1,1 0 0,0 0 0,-4 4 0,0 1-53,6-5-144,0-1 0,0 1 0,0-1 0,0 1 0,-1-1-1,1 0 1,-1 1 0,1-1 0,-1 0 0,1 0 0,-1 0 0,0 0 0,-1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0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5 128 1345,'0'0'4538,"-1"-18"-3058,0-6-657,0-15-88,0-6 9673,1 59-9816,-1 113 1118,12 307 1070,-9-424-2671,1-13-3,4-20-91,5-54-1500,6-143 0,-4 14-2562,-13 203 4076,-1 0-1,1 0 1,-1 0 0,1 0-1,0 0 1,0 0-1,0 0 1,2-3 0,-3 5 14,1 1 0,0-1 0,-1 1 0,1-1 0,-1 1 0,1-1 0,0 1 0,-1 0 0,1-1 0,0 1 0,-1 0 0,1-1 0,0 1 0,0 0 0,-1 0 0,1 0 0,0 0 1,0 0-1,-1 0 0,1 0 0,0 0 0,0 0 0,0 0 0,-1 0 0,1 0 0,0 0 0,0 1 0,-1-1 0,1 0 0,0 1 0,-1-1 0,1 0 0,0 1 0,-1-1 0,1 1 0,-1-1 0,1 1 1,0-1-1,0 2 0,4 2 149,0 1 1,0 0-1,0 0 1,-1 0-1,1 1 1,5 10 0,21 44 770,-18-34-582,38 84 954,52 159 0,-101-261-1319,4 10 37,-5-25-151,-3-86-823,3-91-1965,0 151 1454,3 0 0,0 0 0,14-47 0,-15 70 1063,1 0 1,-1 0 0,2 0-1,0 0 1,8-12 0,-12 20 413,1 0 0,-1 0 0,1-1 0,0 1 0,0 0 0,0 0 0,0 1 0,0-1 0,0 0 0,0 1 0,1-1 0,-1 1 0,0 0 0,1 0-1,-1 0 1,1 0 0,0 0 0,-1 1 0,1-1 0,0 1 0,-1-1 0,1 1 0,0 0 0,-1 0 0,5 1 0,-5-1 72,0 1 0,0-1 1,0 1-1,0 0 0,0 0 0,0 0 0,-1 0 0,1 0 0,0 0 0,-1 0 1,1 1-1,0-1 0,-1 1 0,0-1 0,1 1 0,0 1 0,15 32 845,-12-23-575,12 30 667,-2 2-1,-2-1 1,10 68-1,6 139 894,-28-248-2778,-1-4 89,0-12-559,0-32-1157,0 23 669,0-45-3555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1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0 386 11189,'0'0'6088,"13"0"-5373,-10 1-665,3-1 22,-1 1 0,1-1 0,0-1 0,0 1 0,-1-1-1,1 0 1,0 0 0,-1 0 0,1-1 0,-1 0 0,0 0 0,1 0 0,-1-1 0,9-6 0,2-2-62,-1-2 1,-1 0 0,0 0 0,-1-2-1,14-18 1,-21 25-284,-1-1 0,0-1 0,0 1 0,-1-1 0,0 0 0,0 1 0,-1-2 0,-1 1 0,0 0 0,0-1 0,0-12 0,-2 19 137,1-7-505,-1 0 0,0-1 0,-1 1-1,-3-16 1,4 24 590,-1 0-1,0 0 0,0 0 1,0 1-1,-1-1 1,1 0-1,0 1 0,-1-1 1,0 1-1,0 0 1,0 0-1,0-1 0,0 1 1,0 0-1,0 0 1,0 1-1,-1-1 0,1 1 1,-1-1-1,0 1 0,-4-2 1,3 1 194,-1 1 0,0-1 0,0 1 0,1 0 0,-1 1-1,0-1 1,0 1 0,0 0 0,0 0 0,-8 1 0,11 0-32,-1-1 1,1 1-1,0 0 0,-1 0 1,1 0-1,0 0 0,0 0 0,-1 1 1,1-1-1,0 1 0,0-1 1,1 1-1,-1 0 0,0-1 0,0 1 1,1 0-1,-1 0 0,1 0 1,0 1-1,-1-1 0,0 3 0,-3 11 428,0 1 0,1-1 0,0 1 0,2 0 0,-2 28 0,6 90 1625,-1-108-1756,0-10-167,1 1 1,1-1 0,0 1-1,1-1 1,1 0-1,0 0 1,12 23-1,-14-33-196,1 0-1,0 0 0,0-1 0,0 0 1,0 0-1,1 0 0,0 0 0,1-1 1,-1 0-1,1 0 0,0 0 0,0-1 0,0 0 1,1 0-1,0 0 0,0-1 0,0 0 1,0 0-1,13 2 0,-13-3-44,0-1 1,0 0-1,0-1 0,0 0 1,0 0-1,0-1 0,0 1 1,12-4-1,-13 2-28,-1 0-1,0 0 1,0-1 0,-1 0 0,1 0-1,0 0 1,-1 0 0,0 0 0,0-1-1,0 0 1,5-7 0,5-6-532,-2 0 0,0-1 1,-1-1-1,0 0 0,-2 0 1,10-30-1,-12 28-1074,-1 0 1,-1-1-1,3-32 0,-6-25-6129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1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7876,'0'0'7248,"1"0"-6901,3 7 155,9 44 297,-3 0 0,7 71 0,-4 116 676,-8-130-649,-1 9-73,17 172 828,-20-281-1552,7 31 81,-8-37-117,0-1-1,1 1 1,0 0-1,-1-1 1,1 1-1,0-1 0,-1 1 1,1-1-1,0 1 1,0-1-1,1 1 1,-1-1-1,0 0 1,0 0-1,0 1 0,3 0 1,-4-2-15,0 0 0,1 0 0,-1 0 0,0 0 0,0 0 0,0 0 0,1 0 1,-1 0-1,0 0 0,0-1 0,0 1 0,1 0 0,-1 0 0,0 0 0,0 0 0,0 0 0,0-1 0,0 1 0,1 0 1,-1 0-1,0 0 0,0 0 0,0-1 0,0 1 0,0 0 0,0 0 0,0 0 0,0-1 0,0 1 0,0 0 0,1 0 1,-1 0-1,0-1 0,0 1 0,0 0 0,0 0 0,-1-1 0,1 1 0,0 0 0,0 0 0,1-16-606,-1 13 343,0-110-6995,0 39 207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15191,'0'0'4274,"185"19"-3794,-133-19-480,-6-19-496,-15 0-1793,-10 3-2321,-11 0-6195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2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1 391 6915,'0'0'8031,"28"-25"-7719,91-79-286,-108 96-136,-1-1 0,-1 0-1,1 0 1,-2-1 0,1-1-1,8-13 1,-13 17-73,0 0-367,-1 1-1,0-1 0,0 0 1,-1 1-1,0-1 1,0-1-1,0 1 0,-1 0 1,0 0-1,-1 0 1,0-1-1,-1-9 0,1 14 477,0 0 0,-1 1-1,0-1 1,0 0 0,0 0-1,0 1 1,0-1 0,0 1-1,-1-1 1,1 1 0,-1-1-1,1 1 1,-1 0 0,0 0-1,0 0 1,0 0-1,0 0 1,-1 0 0,1 1-1,0-1 1,-1 1 0,1-1-1,-1 1 1,-3-1 0,-1-1 275,-1 0 0,1 0 0,-1 1 0,0 0 0,0 0 0,0 1 0,-12 0 0,19 0-70,-1 1 1,0 0 0,0 0 0,0 0 0,0 0 0,0 0 0,1 0 0,-1 0-1,0 1 1,0-1 0,0 1 0,1-1 0,-1 1 0,0 0 0,0 0 0,1-1-1,-1 1 1,1 0 0,-1 1 0,1-1 0,-1 0 0,1 0 0,0 1 0,-1-1 0,1 0-1,0 1 1,0 0 0,0-1 0,0 1 0,0-1 0,1 1 0,-1 0 0,0 0-1,1-1 1,-1 1 0,1 2 0,-5 13 617,0 1 0,2-1-1,0 1 1,0 20 0,2 75 1523,2-56-1175,-1-30-532,1 1 1,1 0 0,9 38 0,-9-56-470,0-1 0,1 1 0,1-1 0,0 0 0,0 0 0,1 0 0,0-1 0,0 0 0,1 1 0,0-2 0,0 1 0,1-1 0,8 7 0,-10-10-153,-1-1-1,1 0 1,1 0 0,-1-1 0,0 1 0,1-1 0,-1-1 0,1 1 0,0-1 0,-1 1 0,1-2 0,0 1 0,0-1 0,0 0-1,-1 0 1,1 0 0,0-1 0,0 0 0,-1 0 0,1 0 0,0-1 0,-1 0 0,1 0 0,-1 0 0,0-1 0,0 0 0,0 0 0,0 0-1,0-1 1,-1 1 0,1-1 0,3-5 0,2-2-1019,0-2 0,14-25 0,13-36-4423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2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 13702,'0'0'2271,"-1"37"-225,-1-1-1336,-2 194 3225,3-213-3719,1-1 0,1 1 0,0-1 0,1 0 0,1 1 0,1-1 0,0 0 1,1-1-1,11 25 0,-15-38-216,-1 0 1,1 0-1,0 0 1,0-1-1,1 1 1,-1 0-1,0-1 1,0 1-1,1-1 1,-1 1-1,1-1 1,-1 0-1,1 0 1,0 0-1,-1 0 1,1 0-1,4 2 1,-6-3-5,1 0 1,-1 0-1,1 0 1,0 0-1,-1-1 0,1 1 1,-1 0-1,1 0 1,-1 0-1,1 0 0,0-1 1,-1 1-1,1 0 1,-1 0-1,1-1 0,-1 1 1,1 0-1,-1-1 1,0 1-1,1-1 0,-1 1 1,1 0-1,-1-1 1,2-1-8,-1 0 0,0-1 0,0 1 0,0 0 0,-1 0 0,1 0 0,0-1 0,0-3 0,5-55-1509,-3-118 0,-1-7-4429,-2 183 5936,0 0 0,1 1 0,-1-1-1,1 1 1,-1-1 0,1 1 0,0-1-1,0 1 1,0 0 0,0-1-1,0 1 1,1 0 0,-1 0 0,0-1-1,1 1 1,0 1 0,0-1-1,-1 0 1,1 0 0,0 1 0,1-1-1,-1 1 1,0-1 0,0 1-1,0 0 1,1 0 0,2-1 0,4 0 380,1 0 0,-1 0 0,1 1 0,-1 1 0,18 0 0,-11 0 246,-11 1-441,1-1 1,-1 1-1,1 0 0,-1 1 0,0-1 0,1 1 0,-1 0 0,0 0 1,0 1-1,0-1 0,-1 1 0,1 0 0,-1 1 0,9 6 0,25 18 112,-35-27-336,0 1 1,1 0-1,0-1 1,-1 0 0,1 0-1,0 0 1,-1 0 0,5 0-1,18-2-3922,-12-5-2602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3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12 6675,'0'0'7673,"0"-3"-6886,-1-6 888,-1 20 738,-4 13-2251,-91 272 81,61-167 20,-85 276 654,86-306-417,-5-1 1,-54 97-1,93-194-476,4-2-1323,0 0 913,0 0-1,-1 0 1,1-1-1,0 1 1,-1-1-1,0 1 1,1-1 0,-1 0-1,0 0 1,0 0-1,0 0 1,0-1-1,0 1 1,0 0 0,1-4-1,3-1-1023,24-32-6380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4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 2913,'0'0'6459,"0"-3"-5754,-3-5 2414,3 27 693,0-7-4578,-1 293 2338,2 350 1770,0-623-3220,-2 0 40,1-1-1,2 1 1,1-1-1,2 0 1,12 44 0,-5-50 63,-12-24-224,1-1-1,-1 1 0,0-1 0,1 1 0,-1-1 0,0 1 0,1-1 0,-1 1 0,1-1 0,-1 0 0,1 1 0,-1-1 0,1 0 0,-1 1 0,1-1 0,0 0 0,-1 1 0,1-1 0,-1 0 0,1 0 0,0 0 0,-1 0 0,1 0 0,-1 1 0,1-1 0,0 0 0,-1 0 0,1-1 0,0 1 0,-1 0 0,1 0 0,-1 0 0,1 0 0,0-1 0,3-11-162,10-247-7256,-13 187 3110,2 2-2660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4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1 8772,'0'0'6336,"-20"7"-6200,-214 101 91,186-86-198,29-13-21,0 0 0,0 1 0,-31 22 0,48-30 2,0-1 0,0 0 0,0 1 0,0 0 0,1-1 1,-1 1-1,1 0 0,-1 0 0,1 0 0,0 0 0,0 0 0,0 0 0,0 0 0,0 0 0,0 0 0,0 1 0,1-1 0,-1 0 0,1 1 0,0-1 0,-1 0 0,1 1 0,0-1 0,0 0 0,1 1 0,-1-1 0,0 0 0,1 1 0,0-1 0,-1 0 0,1 0 0,0 0 0,0 0 0,0 1 0,0-1 0,1 0 0,1 1 0,5 8 113,1-1 1,0 0-1,1 0 1,0-1-1,12 8 1,-16-12-58,56 44 540,8 9 574,120 74 0,-162-118-1100,-27-25-1776,-1-1 905,1 0-823,-1 0-1,-4-23 0,-10-8-4769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5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98 4482,'0'0'9463,"-3"-3"-8505,2 3-862,1 0 0,0 0 0,0 0 0,0-1 0,-1 1 0,1 0 0,0 0 1,-1 0-1,1-1 0,0 1 0,0 0 0,-1 0 0,1 0 0,0 0 0,-1 0 0,1 0 0,0 0 0,-1 0 1,1 0-1,0 0 0,-1 0 0,1 0 0,0 0 0,-1 0 0,1 0 0,0 0 0,-1 0 0,1 0 0,0 0 1,0 1-1,-1-1 0,1 0 0,0 0 0,-1 1 0,-4 13 1140,5 36-1348,1-26 704,-1-18-530,7 181 1663,-5-165-1525,1-1 1,2 0-1,0 0 0,0 0 0,2-1 0,16 33 1,-22-49-195,1 0 1,1 0 0,-1 0 0,1-1 0,-1 1 0,1-1-1,0 0 1,0 1 0,0-1 0,1-1 0,-1 1-1,1 0 1,0-1 0,-1 0 0,1 0 0,0 0 0,0 0-1,0-1 1,1 1 0,-1-1 0,0 0 0,1 0-1,-1-1 1,0 0 0,1 1 0,6-2 0,-7 1-7,0 0 1,0-1-1,0 1 1,0-1 0,0 0-1,0 0 1,0-1-1,0 1 1,0-1-1,-1 0 1,1 0 0,5-4-1,-3 1-21,0 0 0,0 0 0,-1-1 0,1 0 0,-1 0 0,4-8 0,3-6-245,-1-1-1,-1 0 0,12-36 1,-14 32-293,-1-1 0,-2 0 0,5-50 0,-6-78-2063,-5 109 1896,2 38 698,-2 1 0,1-1 0,-1 0 0,-2-9 0,2 13 164,0 0 0,0 0 0,0 0 0,-1 1-1,0-1 1,1 0 0,-1 1 0,0-1 0,0 1 0,-1 0 0,-2-3 0,4 4 235,1 2-402,-1 0 0,1 0 0,-1 0 0,1 0 0,-1 1 0,1-1 0,0 0 0,-1 0 0,1 0 0,0 0 0,0 1 0,0-1 0,0 0 0,0 0 0,0 0 0,0 1 0,1 0 0,-1 4-2330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9188,'0'0'4410,"0"0"-4202,-1 0-1,1 0 1,-1 0-1,1 0 1,-1 0-1,1 0 1,-1 0-1,1 0 1,-1 0-1,0 0 1,1 0-1,-1 0 1,1 1-1,-1-1 1,1 0-1,-1 0 1,0 1-1,-9 248 3307,10-12-916,2-215-2304,2-12-145,-3-10-146,-1 0 0,0 0 0,0 0 0,0 0 0,0 0 0,1 0 0,-1 0 0,0 0 0,0 0 0,1 0 0,-1 0 0,0 0 0,0 0 0,0 0 0,1 0 0,-1 0 0,0 0 0,0 0 0,0 0 0,1 0 0,-1 0 0,0 0 0,0 0 0,0 0 0,1-1 0,-1 1 0,0 0 0,0 0 0,0 0 0,0 0 0,0 0 0,1-1 0,-1 1 0,0 0 0,0 0 0,0 0 0,0 0 0,0-1 0,0 1 0,0 0 0,5-14 0,0-33-709,-1-1 0,-4-79 0,-2 69-1159,9-77 0,-7 133 1827,0-4-116,1-1-1,0 1 0,1 0 1,3-9-1,-5 14 152,1-1 0,-1 1 1,1 0-1,0 0 0,-1 0 1,1 0-1,0 0 0,0 0 1,0 0-1,0 0 0,0 0 1,0 0-1,0 0 0,0 0 1,0 1-1,0-1 0,1 0 1,-1 1-1,0-1 0,0 1 1,1 0-1,-1-1 0,0 1 1,1 0-1,-1 0 0,2 0 1,-1 0 42,-1 0 1,0 0 0,0 0-1,0 0 1,0 0 0,0 1-1,0-1 1,0 0 0,1 1-1,-1-1 1,0 1 0,0-1 0,0 1-1,-1 0 1,1-1 0,0 1-1,0 0 1,0 0 0,0 0-1,13 22 624,-10-14-418,10 22 707,-1 1 0,17 62 0,4 71 885,3 8-580,-37-171-1241,8 24 66,-8-25-82,1 0 0,-1 0 1,0 0-1,1 0 0,-1 0 1,0 0-1,1-1 0,-1 1 0,1 0 1,-1 0-1,1-1 0,0 1 0,-1 0 1,1 0-1,0-1 0,-1 1 0,1-1 1,0 1-1,1 0 0,-1-4 10,12-167-1352,2-12-2030,-12 163 2679,1-1 1,1 1-1,1-1 0,1 2 1,0-1-1,20-34 0,-24 48 586,1 1 0,-1-1 0,0 1 0,1 0 0,0 1 0,0-1 0,0 1 0,1-1 0,5-2 1,-8 5 175,0 0 0,0 0 1,-1 0-1,1 0 1,0 0-1,0 1 1,0-1-1,0 1 0,0-1 1,0 1-1,0 0 1,0 0-1,0 0 1,0 0-1,0 0 0,0 0 1,0 1-1,0-1 1,0 1-1,0-1 1,0 1-1,0 0 0,0 0 1,0 0-1,-1 0 1,1 0-1,3 2 1,1 4 193,0 0 0,-1 0 1,1 0-1,-1 1 1,-1-1-1,7 16 0,20 57 1051,-29-74-1215,10 35 520,-2 1-1,-1 1 1,3 65 0,-6-48-303,0-36-181,-1-18-578,-2-17-1562,0-29-1534,-2-14-2326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6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5298,'0'0'5966,"0"-3"-5281,0-13 4811,0 26-5208,5 89 705,20 113 0,-6-72-375,1 97 214,15 111 118,-33-335-862,-1-6 5,0 0 1,0 0 0,1-1 0,0 1 0,0 0 0,5 9 0,-7-16-94,0 0 1,0 0-1,0 0 1,0 0-1,0 0 1,1 0-1,-1 0 1,0 0-1,0 0 1,0 0-1,0 0 1,0 0-1,0 0 1,0 0-1,1 0 1,-1 0-1,0 0 1,0 0-1,0 0 1,0 0-1,0 0 1,0 0-1,0 0 1,0 0-1,0 0 1,1 0-1,-1 0 1,0 0-1,0-1 1,0 1-1,0 0 0,0 0 1,0 0-1,0 0 1,0 0-1,0 0 1,0 0-1,0 0 1,0 0-1,0-1 1,0 1-1,0 0 1,0 0-1,0 0 1,0 0-1,0 0 1,0 0-1,0 0 1,0 0-1,0-1 1,0 1-1,0 0 1,0 0-1,0 0 1,0 0-1,0 0 1,0 0-1,0 0 1,0 0-1,0-1 1,0 1-1,0 0 1,1-13-75,-1-113-2314,-17-125 1,15 243 2263,-19-156-1528,-2-172-1,23 328 1659,1 1-1,-1-1 0,2 1 0,-1-1 0,1 1 0,0-1 1,0 1-1,1 0 0,0 0 0,0 0 0,6-8 0,-6 10-15,0 1 0,1-1-1,0 1 1,0 0-1,0 0 1,0 1 0,0-1-1,1 1 1,0 0 0,0 0-1,0 0 1,0 1-1,0-1 1,0 1 0,10-2-1,-10 3 53,0 0-1,0 0 0,0 0 0,0 1 0,0-1 1,0 1-1,0 0 0,0 1 0,0 0 0,0-1 1,0 1-1,-1 1 0,1-1 0,0 1 1,-1 0-1,1 0 0,-1 0 0,1 1 0,-1-1 1,0 1-1,0 0 0,0 0 0,0 1 0,-1-1 1,1 1-1,-1 0 0,0 0 0,4 7 1,2 4 133,-1 0 1,-1 0 0,-1 1 0,0 0 0,-1 1 0,0-1 0,-2 1-1,0 0 1,0 0 0,-2 0 0,0 21 0,-2-32-130,1 1 0,-1-1 0,0 1 1,0-1-1,-1 0 0,1 1 0,-2-1 1,1 0-1,-1 0 0,0-1 0,0 1 0,0 0 1,-1-1-1,0 0 0,0 0 0,0 0 1,0 0-1,-1-1 0,0 1 0,0-1 0,-7 4 1,2-2-133,0 0 1,-1-1-1,1-1 1,-1 1 0,0-2-1,0 1 1,-1-2-1,1 1 1,0-2 0,-1 1-1,-12-1 1,21-1-55,0 0 1,0 0 0,0 0-1,0-1 1,0 1-1,0-1 1,0 1 0,0-1-1,0 0 1,0 0-1,0-1 1,1 1 0,-1 0-1,1-1 1,-1 0-1,1 0 1,-1 1 0,-2-4-1,2 1-330,1 0 0,0 0 1,0 0-1,0 0 0,0 0 0,0 0 0,1-1 1,0 1-1,0 0 0,0-1 0,-1-8 0,1-42-7293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84 2097,'0'0'7582,"-3"-6"-7246,2 2-300,0 0-1,-1 1 1,0-1-1,1 1 1,-1 0-1,-1 0 1,1-1-1,0 1 0,-1 1 1,0-1-1,1 0 1,-1 1-1,0-1 1,-1 1-1,1 0 1,-7-4-1,3 3 278,0 0 0,0 0 0,-1 1 0,1 0 0,-1 0 0,0 1 0,1 0 0,-1 0 0,-11 1 0,-15-3 101,27 2-250,0 0-1,0 0 0,0 1 1,0 0-1,0 1 0,-14 1 1,20-1-145,-1 0 1,1 0-1,-1 0 1,1 0-1,0 0 1,-1 0 0,1 0-1,0 0 1,0 0-1,0 0 1,0 1-1,0-1 1,0 0-1,0 1 1,0-1-1,0 1 1,0 1 0,-9 30 334,9-30-308,-6 30 567,1 1 0,2 0 0,0 40 0,8 104 2349,-4-175-2920,1 7 110,0 1 0,0-1 0,1 1 0,0-1 0,1 0 0,0 0 0,9 19 0,-10-25-132,1 0 0,-1 0 0,1 0 0,0-1 0,0 1 1,0 0-1,0-1 0,0 0 0,1 0 0,0 0 1,-1 0-1,1-1 0,0 1 0,0-1 0,1 0 1,-1 0-1,0-1 0,1 1 0,8 1 0,-7-3-37,-1 1 0,1-1 0,0 0 0,0 0 1,-1-1-1,1 1 0,0-1 0,0-1 0,-1 1 0,1-1 0,-1 0 0,0 0 0,1-1 0,-1 1 0,0-1 0,0 0 0,-1-1 0,1 1 0,-1-1 0,5-5 0,0 0-262,-2 0 0,1-1-1,-1 1 1,0-2-1,-1 1 1,-1-1-1,1 0 1,5-20 0,-6 14-694,-2 0 0,0-1 0,-1 1 0,-1-1 0,-2-24 0,1 23-430,0 18 1331,0-5-362,0-1 0,0 1 0,-1 0 0,-1-7 0,2 12 445,-1-1 0,1 1 1,-1 0-1,1 0 1,0 0-1,-1 0 1,0 0-1,1 0 0,-1 0 1,0 0-1,1 0 1,-1 0-1,0 0 0,0 0 1,0 0-1,0 1 1,0-1-1,0 0 0,0 1 1,0-1-1,0 1 1,0-1-1,0 1 1,-1-1-1,1 1 0,-2-1 1,2 1 59,1 0 0,-1 0 0,1 0 0,-1 0-1,1 0 1,-1 0 0,1 0 0,-1 0 0,1 0 0,-1 0 0,1 0 0,-1 0 0,1 1 0,-1-1 0,1 0 0,0 0 0,-1 0 0,1 1 0,-1-1 0,1 0 0,-1 0 0,1 1 0,0-1 0,-1 1 0,-5 17 1455,2 38 1040,3 90 0,2-68-1346,-1-57-978,-1-8-110,1 0-1,1 1 1,0-1-1,0 0 1,5 17-1,-5-27-145,0-1-1,-1 1 0,1-1 0,1 0 1,-1 1-1,0-1 0,0 0 1,1 0-1,-1 0 0,1 0 0,0 0 1,0 0-1,0 0 0,-1-1 1,2 1-1,-1-1 0,0 1 0,0-1 1,0 0-1,1 0 0,-1 0 1,0 0-1,1 0 0,-1 0 0,1-1 1,-1 1-1,1-1 0,0 0 1,-1 0-1,1 0 0,-1 0 0,1 0 1,3-1-1,-3 1-117,1-1 0,-1 0-1,1-1 1,-1 1 0,1 0 0,-1-1 0,0 0-1,0 0 1,0 0 0,0 0 0,0 0 0,0-1-1,-1 1 1,1-1 0,-1 1 0,4-6 0,3-6-1249,0 0 0,9-21 0,-14 28 600,22-55-5796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7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12086,'0'0'2489,"-2"30"-630,-2 6-1280,0 13 442,1 1 0,4 50 0,25 84 1280,1 7-1211,-25-166-1045,1-69-955,-6 3-36,-1 0-1,-15-64 0,9 60-1153,-6-89 0,15 113 1778,0 10 218,1-1 0,0 0 0,0 0 0,3-12 0,-2 21 127,-1 1 0,1-1 0,0 0 0,0 1 0,0-1 0,0 0 0,1 1 0,-1 0 0,1-1 0,-1 1 0,1 0 0,0 0 0,0 0 0,0 0 0,0 0 0,0 0 0,0 0 0,0 1 0,1-1 0,-1 1 0,5-2 0,6-1 452,0 1 0,0 0 0,1 1 0,-1 1 1,1 0-1,-1 1 0,1 0 0,23 4 0,-9 3-212,-3-1-1830,-6-4-5186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8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17 8788,'0'0'1659,"-4"0"-1157,-16 0 697,0-1 0,0-1 1,-34-8-1,46 9-928,0 0 0,-1 0 1,1 0-1,0 1 0,-17 2 0,23-2-230,1 1-1,-1 0 0,1-1 1,-1 1-1,1 0 1,0 0-1,-1 0 0,1 0 1,0 0-1,0 0 0,0 0 1,-1 0-1,1 1 1,1-1-1,-1 0 0,0 1 1,0-1-1,0 1 0,1-1 1,-2 3-1,-10 36 647,11-34-568,-8 44 754,2 0-1,2 0 0,4 82 1,1-95-427,0-29-381,0-2 6,0 0-1,0 0 1,0 0-1,1 0 0,3 11 1,-4-16-65,1 1 0,0 0-1,0-1 1,-1 1 0,1-1 0,0 1 0,0-1 0,1 0-1,-1 1 1,0-1 0,0 0 0,1 0 0,-1 0 0,0 0 0,1 0-1,-1 0 1,1 0 0,0-1 0,-1 1 0,1 0 0,0-1-1,-1 1 1,1-1 0,0 0 0,1 1 0,3-1-27,-1 0 1,1-1-1,0 1 1,-1-1-1,1 0 1,-1 0-1,1-1 1,-1 1-1,0-1 1,1-1-1,-1 1 1,0-1-1,-1 1 1,1-2-1,0 1 1,-1 0-1,1-1 1,5-6-1,8-9-568,-1 0-1,24-36 0,-40 53 540,9-13-629,0 0 0,-1-2 0,0 1 1,-2-1-1,0 0 0,8-29 0,-11 27-1423,-1 1 0,-1-1-1,1-29 1,-3 25 54,0 8 1786,0 2 3527,-1 118 4577,0 1-4727,-1 105-770,2-198-2255,0 2 27,0-1-1,1 1 1,5 24-1,-6-36-122,0-1-1,1 0 1,-1 0-1,1 1 0,0-1 1,-1 0-1,1 0 1,0 0-1,0 0 1,1 0-1,-1 0 0,0 0 1,1-1-1,-1 1 1,1 0-1,-1-1 1,1 1-1,0-1 0,0 1 1,0-1-1,-1 0 1,1 0-1,1 0 0,-1 0 1,0 0-1,0-1 1,0 1-1,0 0 1,0-1-1,5 1 0,-4-1-71,-1-1-1,0 1 0,0-1 0,1 1 0,-1-1 0,0 0 0,0 0 0,0 0 0,0 0 0,0 0 1,0 0-1,0-1 0,0 1 0,0-1 0,-1 1 0,1-1 0,0 0 0,-1 1 0,0-1 0,1 0 1,1-3-1,2-5-496,0-1 1,0 1 0,3-12 0,-6 17 282,15-57-3673,-9-6-2584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8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14823,'0'0'2364,"0"38"77,0 250 1315,-1-225-2920,3-1 0,17 111 0,-18-171-837,-1 0 1,1 0-1,0 0 1,0 0-1,-1 0 1,1 0-1,1-1 1,-1 1-1,1 2 1,-1-4-4,-1 1 0,0-1-1,1 0 1,-1 0 0,1 1 0,-1-1 0,0 0 0,1 0-1,-1 0 1,1 1 0,-1-1 0,1 0 0,-1 0 0,0 0-1,1 0 1,-1 0 0,1 0 0,-1 0 0,1 0 0,-1 0-1,1 0 1,-1 0 0,1 0 0,-1 0 0,0 0 0,1-1-1,-1 1 1,1 0 0,-1 0 0,0 0 0,1-1-1,-1 1 1,1 0 0,-1 0 0,0-1 0,1 1 0,-1 0-1,0-1 1,0 1 0,1-1 0,-1 1 0,0 0 0,0-1-1,1 1 1,-1-1 0,0 1 0,0 0 0,0-1 0,0 0-1,5-11-128,0 0 0,-1-1 0,-1 1 0,4-27 0,-2 13-103,9-53-571,16-73-2162,-23 123 2064,2 0-1,1 0 0,14-28 1,-21 52 880,0-1 0,1 1 0,0 0 0,0 0 0,0 0 0,1 1 0,-1-1 0,1 1 0,0 0 0,10-6 0,-13 9 85,1-1 0,-1 1 0,0 0 0,0 0 0,1 0 0,-1 1 0,0-1 0,1 0 0,-1 1 0,0 0 0,1-1 0,-1 1 0,1 0 0,-1 0 0,1 0 0,-1 1 0,1-1 0,-1 1 0,0-1 0,1 1 0,-1 0 0,0 0 0,1 0 0,-1 0 0,0 0 0,0 0 0,0 1 0,0-1 0,0 1-1,0-1 1,0 1 0,1 2 0,4 6 169,0 0 0,0 1-1,-1-1 1,-1 2-1,0-1 1,0 0-1,-1 1 1,-1 0 0,0 0-1,3 22 1,-1 13 248,-2 67 0,-3-105-443,0 0 11,0-4-896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09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64 5426,'0'0'6910,"0"-5"-6075,0 2-583,0-1 0,-1 0-1,1 0 1,-1 1 0,0-1-1,0 0 1,0 1 0,0-1-1,-1 1 1,1-1 0,-1 1-1,0 0 1,0 0 0,-5-6 47,7 9-292,0 0-1,0 0 1,0 0 0,0 0-1,-1 0 1,1 0-1,0-1 1,0 1-1,0 0 1,-1 0 0,1 0-1,0 0 1,0 0-1,0 0 1,0 0 0,-1 0-1,1 0 1,0 0-1,0 0 1,0 0-1,-1 0 1,1 0 0,0 0-1,0 0 1,0 0-1,0 1 1,-1-1 0,1 0-1,0 0 1,0 0-1,0 0 1,0 0 0,-1 0-1,1 0 1,0 1-1,0-1 1,0 0-1,0 0 1,0 0 0,0 0-1,0 0 1,-1 1-1,1-1 1,0 0 0,0 0-1,0 0 1,0 1-1,0-1 1,0 0-1,0 0 1,0 0 0,0 0-1,0 1 1,0-1-1,0 0 1,0 0 0,0 0-1,0 1 1,0-1-1,-2 19 5,-15 200 2118,17 105 1264,0-319-3360,0 1 40,0 1 0,1 0 0,-1-1 1,5 13-1,-5-18-66,0 0 1,1 0 0,-1 0 0,1 0-1,-1 0 1,1 0 0,-1 0 0,1 0-1,0 0 1,-1 0 0,1 0 0,0 0-1,0 0 1,0-1 0,0 1 0,0 0-1,0-1 1,0 1 0,0-1 0,0 1-1,0-1 1,0 1 0,0-1 0,0 0-1,0 1 1,1-1 0,-1 0 0,0 0-1,0 0 1,0 0 0,0 0 0,0 0-1,2-1 1,-2 1-8,0 0 1,-1 0-1,1 0 0,-1 0 0,1-1 0,-1 1 1,1 0-1,-1-1 0,1 1 0,-1 0 0,1-1 1,-1 1-1,1 0 0,-1-1 0,0 1 1,1-1-1,-1 1 0,1-1 0,-1 1 0,0-1 1,0 1-1,1-1 0,-1 1 0,0-2 0,6-12-87,-1 0-1,0 0 0,-2-1 0,1 0 0,-2 0 0,1-18 0,0-102-1639,-3 97 1079,0-241-3666,0 278 4325,1 0 1,-1 0 0,0 0-1,1 0 1,-1 1 0,1-1-1,-1 0 1,1 0-1,-1 1 1,1-1 0,0 0-1,-1 1 1,1-1-1,0 1 1,0-1 0,-1 1-1,1-1 1,0 1 0,0-1-1,0 1 1,-1 0-1,1-1 1,0 1 0,0 0-1,0 0 1,0 0 0,0-1-1,0 1 1,0 0-1,-1 0 1,2 1 0,1-2 41,0 1 1,-1 0 0,1 1-1,-1-1 1,1 0 0,-1 1-1,1-1 1,-1 1 0,1 0 0,-1 0-1,1 0 1,3 2 0,2 5 156,-1 0 1,0 0 0,0 1 0,-1 0-1,0 1 1,-1-1 0,7 18 0,2 5 460,-1 2 1,-2-1-1,13 69 1,2 108 1415,-16-116-1460,-4-67-481,-2-21-123,1-21-51,14-141-952,-12 87-778,2 0 0,22-79 0,-27 137 1473,-1-1-1,2 2 1,-1-1-1,2 0 1,-1 1 0,10-12-1,-13 19 287,-1 1 0,1 0 0,0-1-1,0 1 1,0 0 0,0 0 0,0 1 0,0-1 0,1 0-1,-1 1 1,1-1 0,-1 1 0,1 0 0,0 0 0,-1 0-1,1 0 1,0 0 0,0 1 0,-1-1 0,1 1 0,0 0-1,0 0 1,0 0 0,0 0 0,-1 0 0,1 1 0,0-1-1,0 1 1,0 0 0,-1-1 0,4 3 0,-3-2 78,0 1 1,-1 0-1,1 0 1,0 0-1,-1 0 1,0 0-1,1 1 1,-1-1-1,0 1 1,0-1-1,2 6 1,15 33 630,-18-40-699,7 22 455,-1 0-1,0 1 1,-2 0-1,4 42 1,-5 99 1299,-4-126-1421,0-34-317,3 30-6,-3-34-56,0-1 1,0 0-1,0 0 1,0 0-1,1 0 1,-1 0-1,0 0 0,0 1 1,0-1-1,0 0 1,1 0-1,-1 0 0,0 0 1,0 0-1,0 0 1,0 0-1,1 0 1,-1 0-1,0 0 0,0 0 1,0 0-1,1 0 1,-1 0-1,0 0 1,0 0-1,0 0 0,1 0 1,-1 0-1,0 0 1,0 0-1,0 0 1,1 0-1,-1 0 0,0 0 1,0-1-1,0 1 1,0 0-1,1 0 0,-1 0 1,0 0-1,0 0 1,0-1-1,0 1 1,0 0-1,0 0 0,0 0 1,1 0-1,-1-1 1,0 1-1,0 0 1,3-6-769,0 1 0,0-1 0,-1 0 0,1 0 0,-1 0 0,0 0 0,0-7 0,2-1-1089,10-43-8289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10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39 381 368,'0'0'13302,"-4"5"-11255,4-5-1994,1 1 0,-1-1 0,1 1 0,0-1 0,-1 0 0,1 0 1,-1 1-1,1-1 0,0 0 0,-1 0 0,1 0 0,0 0 0,-1 0 1,1 0-1,0 0 0,-1 0 0,1 0 0,0 0 0,-1 0 0,1 0 1,0-1-1,-1 1 0,1 0 0,0 0 0,-1-1 0,1 1 0,-1 0 1,2-1-1,18-12 580,-3-5-652,-1 0 1,-1-1-1,0-1 0,-1-1 0,-2 0 1,15-30-1,-23 37-369,0 0 1,-1 0-1,0-1 0,-1 1 0,-1 0 1,0-1-1,-1 1 0,-3-24 1,3 36 361,-1 0 0,0-1 1,1 1-1,-1-1 0,0 1 1,0 0-1,0 0 0,-1 0 1,1-1-1,-1 1 0,1 0 1,-1 1-1,1-1 0,-1 0 1,0 0-1,0 1 0,0-1 1,0 1-1,0 0 1,0-1-1,0 1 0,-1 0 1,1 0-1,0 0 0,-1 1 1,-2-2-1,-3 0 46,0 1 1,-1 0-1,1 0 1,0 1-1,0 0 1,-14 1-1,20-1 7,0 1 0,0-1 0,0 1 0,0-1 0,0 1 0,1 0 0,-1 0 0,0 0 0,0 0 0,0 0 0,1 0 0,-1 0 0,1 0 0,-1 1 0,1-1 0,-1 1 0,0 1 0,-17 32 656,18-33-633,-6 18 378,1 0 0,0 1 0,1-1-1,1 1 1,-1 25 0,2 108 1834,3-103-1462,1-31-541,0-1 0,0 1 0,2-1 0,1 0-1,0 0 1,11 30 0,-10-39-193,-1 1-1,1-1 1,1-1 0,0 1-1,0-1 1,1 0 0,0 0-1,0-1 1,1 0 0,0 0-1,1-1 1,18 13 0,-19-16-62,0 0 1,0 0 0,1-1 0,-1 0 0,1-1-1,0 1 1,0-2 0,0 1 0,0-1-1,1-1 1,-1 1 0,0-2 0,0 1-1,0-1 1,0-1 0,0 0 0,0 0 0,11-4-1,-10 0-76,-1 0-1,0 0 0,0-1 1,-1 0-1,0 0 0,0-1 1,0 0-1,10-15 0,-7 7-343,0 0 0,-1-1 0,-1 0 0,8-23 0,-9 13-972,-1 0 0,-1 0 0,-2-1 0,0 1-1,-2-1 1,-2-40 0,0-13-5388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10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6227,'0'0'7547,"0"-5"-7305,0 3-207,1 7 118,2 19 213,8 27 0,2 11 236,54 445 4308,-44-302-3583,-21-189-1269,-1 0-25,1 0-1,1 0 0,1 0 0,8 25 0,-8-34-266,-2-8-471,0-15-730,-2-85-4307,0 38-404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1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13382,'0'0'5315,"220"16"-5315,-171-16-481,-7-7-1680,-14-8-3585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11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1 430 9716,'0'0'5990,"21"-18"-5774,71-66-189,-83 75-123,1-1 1,-2 0 0,1 0 0,-1-1-1,-1 0 1,0-1 0,-1 0 0,0 0-1,5-15 1,-6 10-490,-2-1-1,0 1 0,-1-1 1,0 1-1,-2-24 1,0 38 553,0 1 1,0-1-1,0 0 1,0 0 0,-1 1-1,0-1 1,1 0-1,-1 0 1,0 1 0,0-1-1,0 1 1,-1-1-1,1 1 1,-1-1 0,1 1-1,-1 0 1,0 0-1,0 0 1,0 0 0,0 0-1,0 0 1,0 0 0,0 1-1,-6-3 1,2 1 134,-1 0 0,0 1-1,0 0 1,-1 1 0,1-1 0,0 1 0,-1 1 0,-10-1 0,16 2-52,0-1 1,0 0-1,0 1 1,0-1-1,0 1 0,0 0 1,0 0-1,1 0 1,-1 0-1,0 0 1,1 0-1,-1 0 0,0 0 1,1 1-1,0-1 1,-1 0-1,1 1 0,0-1 1,0 1-1,-1 0 1,1-1-1,1 1 0,-1 0 1,0 0-1,-1 3 1,-2 7 409,0 1 0,-5 24 0,7-28-233,-6 41 969,1 1-1,1 52 1,10 104 1907,-4-198-3001,1 0 0,0-1 1,0 1-1,1 0 1,0-1-1,1 0 0,0 1 1,0-1-1,5 9 0,-5-13-86,-1-1 1,0 0-1,1 0 0,0 0 0,-1 0 0,1 0 0,0 0 1,1-1-1,-1 1 0,0-1 0,1 0 0,-1 0 1,1-1-1,0 1 0,0 0 0,-1-1 0,1 0 0,0 0 1,0 0-1,0-1 0,8 1 0,-7-1-85,1 0-1,0-1 1,-1 0-1,1 0 1,0 0-1,-1 0 1,0-1-1,1 0 1,-1 0-1,0-1 1,0 1-1,0-1 1,0 0-1,0-1 1,-1 1-1,1-1 1,4-5-1,4-5-1247,-1 0-1,-1-1 1,19-32-1,3-15-4664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11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73 7363,'0'0'5307,"-2"-3"-5006,0 2-106,2 0-70,-1 1 0,1-1 0,-1 0 0,0 1-1,1-1 1,-1 0 0,1 0 0,0 0 0,-1 1 0,1-1 0,-1 0 0,1 0 0,0 0 0,0 0 0,-1-2 3078,2 3-3115,0 0 0,0 0 1,0 1-1,-1-1 0,1 0 0,0 1 0,0-1 1,-1 0-1,1 1 0,0-1 0,0 1 0,-1-1 0,1 1 1,-1 0-1,1-1 0,0 1 0,-1 0 0,1-1 1,-1 1-1,0 0 0,1-1 0,-1 1 0,1 0 1,-1 0-1,0 0 0,0-1 0,1 3 0,5 31-213,-4-16 340,31 289 1085,-18-118-976,-12-148-234,0-4-283,-2-35 89,-1-4-25,1-21-210,-1-56-660,13-96 0,21-6 627,-25 146-253,2 0 0,29-65 1,-37 93 524,0 1 0,1 0 0,0 0 0,0 0 0,0 0 0,8-7 0,-9 10 105,-1 1 0,1 1 0,0-1 0,0 0 0,0 1-1,0-1 1,0 1 0,0 0 0,0 0 0,0 0 0,0 1 0,0-1-1,1 1 1,-1-1 0,5 1 0,-6 1 42,0-1 0,0 0 0,0 1-1,-1-1 1,1 1 0,0 0 0,0-1 0,-1 1-1,1 0 1,-1 0 0,1 0 0,0 0 0,-1 1 0,0-1-1,1 0 1,-1 0 0,0 1 0,0-1 0,0 1 0,0-1-1,0 1 1,1 2 0,4 6 268,-1 1 0,5 17 0,-2-6 110,-5-15-300,-1-1-77,0-1 0,1 0 0,-1 0 0,1 0 0,0 0 0,6 6 0,-9-10-182,1-1 0,-1 0 0,0 0 0,1 1 0,-1-1 0,1 0 0,-1 0 0,0 0 0,1 0 0,-1 0 0,1 0 1,-1 1-1,1-1 0,-1 0 0,1 0 0,-1 0 0,0 0 0,1-1 0,-1 1 0,1 0 0,-1 0 0,1 0 0,-1 0 0,0 0 0,1 0 0,-1-1 0,1 1 0,-1 0 0,0 0 0,1-1 0,-1 1 0,1-1 0,-1-12-4641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14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6115,'0'0'7622,"3"-3"-6830,-1 2-727,-1 0 0,1 0 0,0 0-1,-1 0 1,1 0 0,0 0 0,0 0 0,-1 1-1,1-1 1,0 1 0,0-1 0,0 1-1,0 0 1,0 0 0,0 0 0,0 0 0,0 0-1,0 0 1,-1 0 0,1 1 0,0-1 0,0 1-1,0-1 1,0 1 0,-1 0 0,1-1-1,0 1 1,0 0 0,-1 0 0,1 1 0,-1-1-1,1 0 1,2 3 0,5 5 242,0 0 1,-1 0 0,0 1-1,10 16 1,-8-9-174,-1 1 0,-1 0 1,0 0-1,-1 1 0,-1-1 0,-1 2 1,-1-1-1,0 0 0,-2 1 1,0 0-1,-1-1 0,-1 1 0,-1 0 1,-4 23-1,4-35-363,-1 0 0,0-1 0,-1 1 0,1 0 0,-1-1 0,-1 1 0,0-1 0,0 0 0,0 0 0,-1-1 0,0 1 0,0-1 0,-1 0 0,1 0 0,-2-1 0,1 0 0,0 0 0,-10 5 0,12-8-530,0 0 0,-1 0 1,1-1-1,-1 1 1,-5 0-1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15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49 5907,'0'0'5949,"0"-6"-5442,0-32 782,-2 37-1185,1 0 0,0 1 0,0-1 0,-1 1 1,1 0-1,0 0 0,0-1 0,-1 1 0,1 0 0,0 0 1,-1 0-1,1 0 0,0 0 0,-3 1 0,0-1 6,-1 0-89,1 1-1,0 0 0,-1 0 1,1 0-1,0 0 1,0 1-1,-1-1 0,1 1 1,0 0-1,1 1 1,-1-1-1,0 1 0,1-1 1,-1 1-1,1 0 0,0 0 1,0 1-1,-4 4 1,-5 8-29,1 0 0,-15 33 0,25-48 13,-6 12-1,2 0 0,0 0 0,0 1 1,1-1-1,-3 25 0,6-31-9,0 0 1,0-1-1,1 1 0,0 0 0,1-1 1,-1 1-1,1 0 0,1-1 0,-1 1 1,1-1-1,0 1 0,1-1 1,-1 0-1,6 8 0,0-3 5,2 0 0,-1-1-1,15 12 1,-9-9 57,21 26 0,-32-35-42,-1 0 0,0 1 0,0-1 0,-1 1 0,1 0 0,-1 0 0,0 0 0,0 0 0,-1 0 0,2 10 0,-1-7 27,-2 0 0,1 0 0,-1 0 0,0 0 0,-1 0 0,0 0 0,-3 13 0,3-18-88,0-1 1,0 0-1,0 0 0,0 0 1,0 0-1,-1 0 0,1 0 1,0 0-1,-1 0 1,0-1-1,1 1 0,-1 0 1,0-1-1,0 1 0,0-1 1,0 0-1,0 0 1,0 0-1,0 0 0,0 0 1,0 0-1,-1 0 1,1-1-1,0 1 0,-1-1 1,1 0-1,0 0 0,-1 0 1,-2 0-1,4 0-187,-1 0-1,1 0 1,-1 0 0,1 0-1,-1 0 1,1 0 0,-1 0-1,1-1 1,-1 1 0,1-1-1,0 1 1,-3-2 0,-11-19-5639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15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11 433 9941,'0'0'7021,"20"-27"-6871,66-90-1271,-77 105 708,-1-1 0,0 1-1,-1-1 1,-1 0 0,0-1-1,4-14 1,-7 14-181,-1 0 0,0 0 0,-2 0-1,0-18 1,0 19 325,0 10 231,0 0 0,0 0 0,0 0 1,-1 0-1,1 0 0,-1 0 0,0 0 0,0 0 0,0 0 1,0 0-1,0 1 0,-1-1 0,1 0 0,-1 1 1,0-1-1,0 1 0,0-1 0,0 1 0,0 0 0,0 0 1,-1 0-1,1 0 0,-1 1 0,-4-4 0,0 2 252,-1 1-1,1-1 1,-1 1 0,0 0-1,0 1 1,0-1-1,1 2 1,-15-1-1,21 1-121,-1 1 0,1-1 0,-1 0 0,1 0 0,-1 1 0,1-1 0,-1 1 0,1-1 0,0 1 0,-1 0 0,1 0-1,0-1 1,-1 1 0,1 0 0,0 0 0,0 0 0,0 0 0,0 1 0,0-1 0,0 0 0,0 0 0,0 1 0,0 1 0,-2 2 144,0 1 0,1 0 1,0 0-1,-2 10 1,-1 23 841,1 0 0,1 65 0,4-85-799,-2-5-42,2 1 0,0-1 0,1 1 0,0-1 0,1 1 0,1-1 0,5 14 0,-6-21-196,0-1 0,0 1 1,1-1-1,0 0 0,0-1 0,1 1 0,-1-1 0,1 1 1,0-1-1,0-1 0,1 1 0,0-1 0,0 0 0,0 0 1,0-1-1,9 4 0,-7-3-109,0-1 1,1-1-1,-1 1 0,0-1 1,1-1-1,0 0 0,-1 0 0,1-1 1,0 0-1,-1 0 0,1-1 1,0 0-1,-1 0 0,1-1 1,-1 0-1,0-1 0,1 0 1,-1 0-1,0-1 0,-1 0 1,1 0-1,-1-1 0,0 0 1,0 0-1,0-1 0,7-7 0,6-9-1441,-1-2 0,-1 0-1,15-27 1,3-15-3371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16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10 5699,'0'0'5367,"-6"-2"-4577,-20-6 1363,27 21-1513,79 598 4595,-21-124-2866,-59-486-2366,3 21 92,1-1 1,0 0-1,2 0 1,8 21-1,-14-41-92,1 0-1,-1 1 1,0-1 0,1 0-1,-1 0 1,1 0 0,-1 0-1,1 0 1,0 0 0,-1 0-1,1 0 1,0 0 0,0 0-1,0 0 1,-1 0 0,1-1-1,0 1 1,0 0 0,0-1-1,0 1 1,1 0 0,-1-1-1,0 0 1,0 1 0,0-1-1,0 1 1,2-1 0,-3 0-3,0 0 0,0 0-1,1 0 1,-1 0 0,0 0-1,1 0 1,-1 0 0,0 0 0,0 0-1,1-1 1,-1 1 0,0 0 0,1 0-1,-1 0 1,0 0 0,0 0-1,1-1 1,-1 1 0,0 0 0,0 0-1,0-1 1,1 1 0,-1 0 0,0 0-1,0 0 1,0-1 0,0 1 0,0 0-1,1-1 1,-1 1 0,0 0-1,0 0 1,0-1 0,0 1 0,0 0-1,0-1 1,0 1 0,0 0 0,0-1-1,0 1 1,3-28-227,0-1-1,-4-55 0,0 30-239,1-306-2852,0 352 3191,0 0 1,0 0-1,1 0 0,0 0 0,3-7 0,-4 12 116,1 1 0,0 0 1,0 0-1,0 0 0,0 1 0,0-1 1,0 0-1,0 0 0,1 1 0,-1-1 1,1 0-1,-1 1 0,1 0 0,0-1 1,0 1-1,-1 0 0,1 0 0,0 0 1,0 0-1,0 0 0,0 0 0,3 0 1,1 0 46,-1 0 0,0 0 0,0 1 0,1-1 1,-1 1-1,0 1 0,1-1 0,-1 1 0,0 0 1,1 0-1,-1 1 0,0-1 0,0 1 0,0 0 1,0 1-1,-1-1 0,1 1 0,-1 0 0,1 0 1,-1 0-1,0 1 0,5 5 0,6 6 207,-2 1-1,0 1 1,0 0-1,11 23 1,-16-25-48,0 0 1,-2 0 0,1 0 0,-2 1 0,0 0 0,5 31-1,-5-6 237,-2 67 0,-2-95-401,-2 0 1,0 0 0,0 0 0,-1 0-1,-6 19 1,7-29-97,-1 1 0,1-1 0,-1 1 0,1-1 1,-1 1-1,0-1 0,0 0 0,0 0 0,-1 0 0,1 0 0,-1-1 0,0 1 0,0-1 0,0 1 0,0-1 0,0 0 0,0 0 0,0-1 0,-1 1 0,1-1 0,-1 1 0,1-1 1,-6 1-1,5-1-274,0 0 0,0 0 0,0 0 0,0-1 1,0 0-1,0 0 0,0 0 0,0 0 0,0 0 0,0-1 1,0 0-1,0 0 0,1 0 0,-1 0 0,0-1 1,0 1-1,1-1 0,-1 0 0,1 0 0,0 0 1,-1-1-1,1 1 0,0-1 0,0 0 0,1 0 0,-4-4 1,-23-30-6699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19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2161,'0'0'5112,"0"-4"-4163,0-2-514,0-29 2575,0 23-767,0 10-996,1 5 62,7 57 1,30 108 0,-31-142-998,0 5 113,1 1 0,2-2-1,2 1 1,23 45 0,-32-71-384,0-1 0,0 0 0,1 0 0,-1-1 0,1 1 0,0 0 0,0-1 0,0 0 0,0 0 0,0-1 0,10 5 0,-11-5-34,-1-1 0,1 0 0,0-1 0,0 1 0,0 0 0,0-1 0,0 0 0,0 1 0,0-1 0,0 0 0,1-1 0,-1 1 0,0 0 0,0-1 0,0 0 0,-1 0 0,1 0 0,0 0 0,0 0 0,0 0 0,3-3-1,2-3-10,-1 1 0,0-1 0,-1 0-1,1-1 1,-2 1 0,1-1-1,8-16 1,29-68-559,-30 55 349,-1 0 1,-3-1 0,-1 0-1,-1-1 1,-3 0-1,-1 0 1,-2-41-1,0 79-2,0 7-726,1 9-2675,-2-5-1353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0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238 101 6259,'0'0'6171,"0"-5"-5552,0 4-559,0 0 1,0 0-1,0-1 1,0 1-1,0 0 1,0 0 0,-1 0-1,1-1 1,-1 1-1,1 0 1,-1 0-1,1 0 1,-1 0-1,1 0 1,-1 0 0,-1-2-1,-21-12 1017,18 12-1038,-25-21 323,27 21-311,0 0 0,-1 0 0,1 0 0,0 1 0,-1-1 0,0 1 1,1 0-1,-1 0 0,0 0 0,0 0 0,0 1 0,0 0 0,0 0 0,-1 0 0,-7-1 0,-32 2 696,43 0-736,0 1 0,0-1 1,1 1-1,-1-1 0,0 1 1,0-1-1,0 1 0,1-1 1,-1 1-1,0 0 0,1-1 0,-1 1 1,0 0-1,1-1 0,-1 1 1,1 0-1,-1 0 0,1 0 1,-1 0-1,1 1 0,-10 22 223,9-20-180,-7 21 368,1 1 0,1 0-1,-4 51 1,6 78 1214,4-127-1400,0-16-119,0-4 12,0-1-1,0 1 1,3 15-1,-3-21-117,1-1 0,-1 1-1,1-1 1,-1 1 0,1 0 0,0-1-1,0 1 1,0-1 0,-1 0 0,1 1-1,1-1 1,-1 0 0,0 1-1,0-1 1,0 0 0,1 0 0,-1 0-1,0 0 1,1 0 0,-1 0 0,1-1-1,-1 1 1,3 0 0,0 1-3,1-1 1,-1-1-1,1 1 1,-1 0-1,1-1 0,-1 0 1,1 0-1,-1 0 1,1-1-1,-1 0 1,1 0-1,-1 0 0,1 0 1,5-3-1,-3 1-41,-1-1 0,1 0 1,-1 0-1,0 0 0,0-1 0,0 0 0,-1 0 0,6-7 0,-1-1-309,0-1 1,-1 0-1,0 0 0,-1-1 1,-1 0-1,0 0 1,6-23-1,-8 15-315,-1 1-1,-1-1 1,-1-1 0,-1-23-1,-1 70 1420,0 26 1200,9 78 0,-7-112-1803,1-1 1,0 1 0,2-1 0,-1 0-1,2 0 1,-1 0 0,2-1 0,0 0-1,17 23 1,-21-32-179,0-1 0,0 1 0,1-1 0,-1 0 0,1 0 0,0 0 0,0-1 0,0 1 0,0-1 0,0 0 0,1 0 0,-1 0 0,1-1 0,-1 0 0,1 0 0,0 0 0,-1 0 0,1-1 0,0 0 0,-1 1 0,1-2 0,0 1 0,0-1 0,-1 1 0,1-1 0,-1-1 0,1 1 0,-1-1 0,1 1 0,-1-1 0,0 0 0,1-1 0,-1 1 0,-1-1 0,1 0 0,0 0 0,-1 0 0,7-7-1,-3 0-330,0 0 0,0-1 0,-1 1 0,-1-1 0,0 0 0,0-1-1,-1 1 1,3-18 0,-2 8-1494,-2 1 0,1-27 0,-2-22-5699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1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4 108 3602,'0'0'6379,"-1"-17"-5926,0-6-46,0-13-128,1 5 5750,42 817-461,-40-768-5449,1 0 0,0 1-1,9 25 1,4-22-56,-16-22-67,0 1 1,1-1-1,-1 1 0,0-1 1,1 0-1,-1 1 1,0-1-1,1 0 0,-1 0 1,0 1-1,1-1 0,-1 0 1,1 0-1,-1 0 0,1 0 1,-1 1-1,1-1 1,-1 0-1,0 0 0,1 0 1,-1 0-1,1 0 0,-1 0 1,1 0-1,-1 0 1,1 0-1,-1-1 0,1 1 1,-1 0-1,0 0 0,1 0 1,-1 0-1,1-1 1,-1 1-1,1 0 0,-1 0 1,0-1-1,1 1 0,-1 0 1,0-1-1,1 1 1,-1 0-1,0-1 0,0 1 1,1 0-1,-1-1 0,0 1 1,0-1-1,1 1 0,-1-1 1,0 1-1,0 0 1,0-1-1,0 1 0,0-1 1,0 1-1,0-1 0,0 1 1,0-1-1,5-26-404,-2 0 0,-1 0 0,-1-1-1,-3-34 1,0 0-707,2 39 610,-1 6-31,1 0 1,1 0-1,0 1 0,5-20 1,-6 33 475,1 0 0,0 0 0,0 0 0,0 0 1,0 0-1,0 0 0,1 0 0,-1 0 0,1 0 1,0 0-1,0 1 0,0-1 0,0 1 0,0 0 0,1-1 1,-1 1-1,1 0 0,-1 0 0,1 1 0,0-1 1,0 1-1,0-1 0,0 1 0,0 0 0,0 0 1,0 0-1,5-1 0,-3 1 97,-1 1 1,0 0 0,1 0-1,-1 0 1,0 0 0,1 0-1,-1 1 1,0 0-1,0 0 1,1 0 0,-1 0-1,0 1 1,0-1-1,0 1 1,6 4 0,-5-1 110,1 0 0,-1 1 0,0-1 0,0 1 0,0 0 0,-1 0 0,0 1 0,5 9 0,4 10 334,-1 1 0,-2 0 1,9 33-1,14 86 1505,-29-130-1813,-4-12-140,0-2-32,1 0-1,-1 0 1,0 0 0,0 1-1,1-1 1,0 0-1,-1 0 1,1 0 0,0 0-1,0 0 1,0-1 0,0 1-1,0 0 1,0 0 0,1-1-1,-1 1 1,1 0-1,-1-1 1,3 2 0,-3-3-90,-1 0 1,1 0 0,0-1-1,0 1 1,-1 0 0,1-1-1,0 1 1,-1-1-1,1 1 1,0 0 0,-1-1-1,1 0 1,-1 1 0,1-1-1,-1 1 1,1-1 0,-1 0-1,1 1 1,-1-1 0,0 0-1,1 1 1,-1-1 0,0 0-1,0 0 1,0 1 0,1-1-1,-1 0 1,0 0-1,0 1 1,0-2 0,9-44-2851,3-15-2141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1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228 112 5410,'0'0'4675,"0"-3"-3512,0-1-697,0-1 0,-1 0 0,1 1 0,-1-1 0,0 1 0,0-1 0,-2-5 0,2 8-448,0 0 1,0 0-1,-1-1 0,1 1 0,-1 0 1,1 0-1,-1 0 0,0 1 0,0-1 1,0 0-1,0 1 0,0-1 1,0 1-1,0 0 0,-5-2 0,4 1 81,-65-24 754,61 24-777,0 0 0,0 0 1,0 1-1,0 1 0,-1-1 0,1 1 0,-15 1 0,21 0-61,0-1 0,0 1-1,0 0 1,0 0 0,0-1 0,0 1-1,0 0 1,0 0 0,0 0 0,0 0-1,0 0 1,1 0 0,-1 0 0,0 0 0,1 0-1,-1 0 1,1 0 0,-1 1 0,1-1-1,-1 0 1,1 2 0,-8 33 260,6-27-147,-7 55 1311,3 1-1,3 93 1,3-133-1115,0-22-279,0 1 0,0 0-1,0 0 1,0-1 0,1 1 0,0 0 0,0 0 0,0-1 0,0 1-1,0-1 1,1 1 0,0-1 0,-1 0 0,1 1 0,3 3-1,-3-5-36,1-1 0,-1 1 0,1 0 1,-1-1-1,1 1 0,-1-1 0,1 0 0,0 0 0,0 0 0,0 0 0,0 0 0,-1-1 0,1 1 0,0-1 0,0 0 0,0 0 0,0 0 0,0 0 0,4-1 0,-3 0-11,0 1 1,0-1-1,0 0 1,-1-1-1,1 1 1,0-1-1,-1 1 1,1-1-1,-1 0 1,0-1-1,0 1 1,0 0-1,0-1 1,0 0-1,0 1 1,4-7-1,2-4-210,-1 0 0,14-26 0,-16 25-50,3-4-366,0-2 0,-2 1 1,0-1-1,-2 0 0,4-24 0,-4 6-1941,1-71 0,-6 84 2391,-1 17 887,-2 9 164,0 19 648,2 68 861,4 143 689,-1-208-2834,1 1 0,2-1 0,12 41 0,-14-54-211,0 0 0,2-1 0,-1 1 0,1-1 0,0 0 0,1 0 0,0-1 0,1 1 0,0-1 0,13 12 0,-18-18-45,0-1 0,-1 1-1,1-1 1,0 0 0,0 1 0,0-1 0,0 0 0,0 0 0,0 0 0,0 0 0,1-1 0,-1 1-1,0-1 1,0 1 0,1-1 0,-1 0 0,0 0 0,0 0 0,1 0 0,-1 0 0,0 0 0,3-1-1,-3 0-36,-1 0-1,1-1 1,0 1-1,0 0 1,-1-1-1,1 1 1,-1-1-1,0 1 1,1-1-1,-1 0 1,0 1-1,0-1 1,0 0-1,0 0 1,0 0-1,0 0 1,-1 0-1,1 0 1,-1 0-1,1 0 1,-1 0-1,0-3 1,4-33-3172,-3-57 0,-1 59 219,0-22-4639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2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8948,'0'0'5261,"4"10"-4487,3 11 34,-1 1 1,-1 0-1,5 39 1,0 80 1939,-3-25-1116,-4-82-1207,-2-15-192,1 1 0,0-1 0,2 0-1,0 0 1,12 31 0,-16-48-234,0-1-1,1 0 1,-1 0-1,0 0 1,1 0-1,0 0 1,-1 0 0,1 0-1,-1 0 1,1 0-1,0 0 1,0 0-1,0-1 1,0 1-1,-1 0 1,1 0-1,0-1 1,0 1-1,0 0 1,0-1 0,1 1-1,-1-1 1,1 1-1,-1-2-9,0 1 0,0-1 0,0 0-1,0 1 1,0-1 0,0 0 0,0 0 0,-1 1 0,1-1-1,0 0 1,-1 0 0,1 0 0,0 0 0,-1 0 0,1 0-1,-1 0 1,0 0 0,1 0 0,-1 0 0,0 0 0,1 0-1,-1-1 1,0 1 0,0 0 0,0-1 0,8-64-1518,-4 1 1,-4-100 0,-2 66-995,2-23 378,0 121 2169,0 0-1,1 0 1,-1 0-1,0 0 1,0 0-1,0 0 0,1 0 1,-1 0-1,1 0 1,-1 0-1,1 0 1,-1 0-1,1 0 1,-1 0-1,1 1 0,0-1 1,-1 0-1,1 0 1,0 1-1,0-1 1,0 0-1,0 1 0,0-1 1,-1 1-1,1-1 1,0 1-1,0-1 1,0 1-1,0 0 0,0 0 1,0-1-1,0 1 1,0 0-1,0 0 1,1 0-1,-1 0 0,0 0 1,0 0-1,0 0 1,0 1-1,0-1 1,0 0-1,1 1 1,1 0 128,1-1 0,0 1 1,-1 1-1,1-1 0,0 0 1,-1 1-1,0 0 1,1 0-1,-1 0 0,0 0 1,0 0-1,3 3 1,1 4 192,-1-1 1,0 1-1,-1 1 1,0-1-1,7 19 1,15 55 1221,-23-69-1310,24 117 1670,6 21-895,-27-137-1030,-2-13-245,-4-4 183,0 1 0,0-1 0,0 0-1,0 0 1,-1 0 0,1-1 0,-1 1 0,1 0-1,-1 0 1,0 0 0,0-3 0,7-124-2350,-5 62 194,3 0-1,19-97 0,-23 160 2254,0 1 0,0-1 0,1 1 0,-1-1 0,1 1 1,0-1-1,2-2 0,-4 5 19,1 1 1,-1-1 0,1 0-1,-1 1 1,1-1-1,-1 1 1,1-1 0,0 1-1,-1-1 1,1 1-1,0 0 1,0-1-1,-1 1 1,1 0 0,0-1-1,0 1 1,-1 0-1,1 0 1,0 0 0,0 0-1,0 0 1,-1 0-1,1 0 1,0 0 0,0 0-1,0 0 1,-1 0-1,1 1 1,0-1-1,0 0 1,-1 0 0,1 1-1,0-1 1,0 0-1,-1 1 1,1-1 0,0 1-1,-1-1 1,1 1-1,0 1 1,5 5 193,0 1 0,0-1 0,-1 1 0,0 1 0,-1-1 0,0 1 0,0-1 0,-1 1 0,3 11 0,-4-13-109,29 101 1755,29 188-1,-59-285-1930,6 26 258,-6-36-263,-1 0-1,0 0 0,0 0 1,1 0-1,-1 0 0,0-1 1,1 1-1,-1 0 0,1 0 1,0 0-1,-1 0 0,1 0 1,-1-1-1,1 1 0,0 0 1,0-1-1,-1 1 0,1 0 1,0-1-1,0 1 0,0-1 1,0 1-1,0-1 0,0 0 1,0 1-1,1-1 0,-1 0-65,-1 0 0,1 0-1,-1 0 1,1 0 0,-1 0-1,1-1 1,-1 1 0,1 0-1,-1 0 1,1-1 0,-1 1-1,1 0 1,-1-1 0,0 1-1,1 0 1,-1-1-1,0 1 1,1 0 0,-1-1-1,0 1 1,1-1 0,-1 1-1,0-1 1,0 1 0,0-1-1,0 1 1,1-1 0,-1 0-1,3-19-1373,-3 16 839,1-44-4833,-1-5-5825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2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11365,'0'0'4047,"3"1"-3580,-1-1-404,-1 1 0,1 0-1,-1-1 1,0 1 0,1 0 0,-1 0-1,0 0 1,1 0 0,-1 0-1,0 0 1,0 0 0,0 0 0,0 1-1,0-1 1,0 0 0,0 1-1,0-1 1,0 1 0,-1-1 0,1 1-1,-1-1 1,1 1 0,-1-1-1,0 1 1,1-1 0,-1 3 0,2 10 354,0 0 0,-1 18 1,-1-17-101,3 251 2099,8 161-718,-10-416-1667,1 12 58,0 1 0,1-1-1,2 0 1,7 23 0,-12-45-90,0-1 1,0 1-1,0 0 1,0 0-1,1 0 1,-1-1 0,0 1-1,1 0 1,-1-1-1,0 1 1,1 0-1,-1-1 1,1 1-1,-1 0 1,1-1-1,-1 1 1,1-1-1,0 1 1,-1-1-1,1 1 1,0-1-1,-1 1 1,1-1 0,1 1-1,-1-2-10,0 0 1,-1 1-1,1-1 0,0 0 0,-1 0 1,1 1-1,-1-1 0,1 0 0,-1 0 1,1 0-1,-1 0 0,0 0 1,1 0-1,-1 0 0,0 0 0,0 0 1,0 0-1,1 0 0,-1 0 0,0 0 1,0 0-1,-1 0 0,1-1 0,1-181-3665,-4 139 2090,-1 0-1,-12-55 1,-3-15-423,8-155 877,11 262 1230,0 1-1,1-1 0,-1 1 0,1-1 0,1 1 0,-1 0 0,1-1 0,0 1 0,1 0 0,3-8 1,-4 11-30,0 0 1,1 0-1,-1 0 1,1 0-1,0 1 1,-1-1-1,1 1 1,0-1-1,0 1 1,1 0-1,-1 0 1,0 1-1,1-1 1,-1 1-1,1-1 1,0 1-1,-1 0 1,1 0-1,5 0 1,-5 1 37,0 0 0,0 0 0,1 0 0,-1 0 0,0 1 1,0 0-1,1 0 0,-1 0 0,0 0 0,0 1 0,0-1 0,0 1 0,-1 0 0,1 0 0,0 1 1,-1-1-1,1 1 0,-1 0 0,0-1 0,0 1 0,0 1 0,5 6 0,2 5 218,-1 0-1,0 1 1,0 0-1,6 18 1,-7-13-32,0 0-1,-2 1 1,0 0 0,-1 0 0,-1 0-1,-2 0 1,0 1 0,-1-1 0,-1 1-1,-6 38 1,5-55-286,0 0 0,-1 0 1,0-1-1,0 1 0,-1 0 0,1-1 0,-1 1 0,0-1 0,-1 0 0,1 0 0,-1 0 1,0 0-1,0-1 0,-1 0 0,0 0 0,1 0 0,-1 0 0,-11 5 0,7-4-270,0-1 0,0 0 0,-1-1 0,1 0 0,-1-1 0,0 0 0,0-1 0,0 1 0,0-2 0,-19 0 0,25 0-60,0-1-1,0 1 1,0-1 0,0 1-1,0-1 1,1-1-1,-1 1 1,0 0 0,-5-4-1,3 1-559,1-1 0,0 1 0,0-1 0,0-1 0,-5-7 0,9 13 826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3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1 406 7555,'0'0'3727,"30"-23"-3492,95-75-171,-115 90-69,0-1-1,0 0 1,9-12-1,-17 17-29,1 0 0,-1 0-1,0 1 1,-1-1-1,1 0 1,1-6 0,-1 3-53,1-2-267,0-1 1,-1 1-1,0-1 0,-1 0 1,0 0-1,-1 1 0,-1-14 1,1 18 282,0 0 0,-1 1 0,0-1 0,0 0 0,0 1 0,-1-1 0,0 1 0,1 0 0,-1-1 0,-1 1 0,1 0 0,-1 0 0,1 1 0,-1-1 0,0 0 0,-7-5 0,4 5 252,-1 0 1,1 1-1,0-1 0,-1 1 0,0 1 0,0 0 0,0 0 1,0 0-1,0 1 0,0-1 0,0 2 0,-1-1 1,1 1-1,-8 1 0,14-1-96,-1 0 1,0 0-1,1 1 0,-1-1 1,0 0-1,1 1 1,-1 0-1,1-1 0,-1 1 1,1 0-1,-1-1 1,1 1-1,0 0 0,-1 0 1,1 0-1,0 1 1,0-1-1,-1 0 0,1 0 1,0 1-1,0-1 1,1 0-1,-1 1 0,0-1 1,-1 3-1,-1 3 256,1 1 0,-1-1-1,-1 17 1,3-21-201,-4 34 1203,2 1 1,2 64-1,2-46-337,-1-32-533,0 0 1,2 0-1,1 0 1,1 0-1,9 33 0,-10-50-378,-1 0 0,1-1 0,1 1-1,-1-1 1,1 1 0,0-1 0,1 0 0,-1-1-1,9 9 1,-8-11-80,-1 1 0,1-1 0,-1 0 0,1 0-1,0-1 1,0 1 0,0-1 0,1 0 0,-1-1 0,0 1 0,1-1 0,-1 0 0,1 0-1,6-1 1,-8 0-60,1 0 0,0 0 0,-1 0 0,1-1 0,-1 0 0,1 0-1,-1 0 1,1 0 0,-1-1 0,0 0 0,0 0 0,1 0 0,-2 0 0,1-1-1,5-4 1,-3 2-215,-1 0 1,0-1-1,0 0 0,0 0 0,-1 0 0,0-1 0,0 0 1,5-11-1,-2-2-1092,-1 0-1,-1 0 1,0-1 0,-2 1 0,0-1 0,0-23 0,-3-21-3378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3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5699,'0'0'8953,"2"35"-6765,0 5-1618,3 33 829,14 74 1,-2-30 376,11 58 397,-25-168-2107,-3-7-66,0 0 0,0 0 1,0 0-1,0 0 0,0 0 0,0 0 0,0 0 1,0 0-1,0-1 0,0 1 0,0 0 1,0 0-1,0 0 0,0 0 0,1 0 0,-1 0 1,0 0-1,0 0 0,0 0 0,0 0 0,0 0 1,0 0-1,0 0 0,0 0 0,0 0 1,0-1-1,0 1 0,0 0 0,1 0 0,-1 0 1,0 0-1,0 0 0,0 0 0,0 0 0,0 0 1,0 0-1,0 0 0,0 0 0,0 0 1,1 0-1,-1 0 0,0 0 0,0 0 0,0 0 1,0 1-1,0-1 0,0 0 0,0 0 0,0 0 1,0 0-1,0 0 0,3-68-1712,-9-101-1,0 12-2724,7 51 2009,-1 104 2444,0-1 0,0 1 0,1-1-1,-1 1 1,1-1 0,-1 1 0,1 0 0,0-1 0,0 1-1,0 0 1,1-1 0,-1 1 0,0 0 0,1 0 0,-1 0-1,1 0 1,0 0 0,0 1 0,0-1 0,0 0 0,0 1 0,0-1-1,0 1 1,0 0 0,0 0 0,4-1 0,3-1 429,-1 1 0,1 1 0,0 0 0,0 0-1,17 1 1,-18 0-87,-4 1-206,1-1-1,-1 1 1,1 0-1,-1 1 1,1-1-1,-1 1 1,0 0-1,1 0 1,-1 0 0,0 0-1,0 1 1,-1 0-1,1-1 1,0 2-1,-1-1 1,0 0 0,4 5-1,-3-3-107,1-1 1,0 1-1,0-1 0,0 0 1,0 0-1,1-1 0,-1 1 0,8 2 1,-6-6-514,-3 0-1236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4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1 343 7155,'0'0'11998,"9"5"-11267,-4-1-602,25 15 175,-28-18-272,0-1 1,0 1 0,0 0 0,0 0-1,0-1 1,1 0 0,-1 1 0,0-1 0,0 0-1,1 0 1,-1 0 0,0 0 0,0 0-1,0-1 1,1 1 0,1-1 0,1-2 0,-1 1 0,0-1 0,0 1 0,0-1 0,0 0 0,0-1 0,-1 1 0,1-1 0,-1 1 0,0-1 0,3-5 0,3-5-184,14-30-1,-17 27-298,-1 0-1,0 0 1,-1-1 0,0 1 0,-2-1-1,0 0 1,-1 0 0,-1-22-1,0 36 407,0 0 0,0 1 0,0-1-1,0 1 1,-1-1 0,0 0 0,1 1 0,-1-1-1,0 1 1,-1 0 0,1-1 0,-1 1-1,1 0 1,-1 0 0,0 0 0,0 0-1,0 0 1,-1 0 0,1 0 0,-1 1 0,1-1-1,-1 1 1,0 0 0,0 0 0,0 0-1,0 0 1,0 0 0,-1 1 0,1 0-1,0-1 1,-1 1 0,1 0 0,-1 0 0,1 1-1,-1-1 1,0 1 0,-6 0 0,7 0 88,1-1 1,0 1-1,-1 0 1,1 0-1,0 0 1,-1 1-1,1-1 1,0 0-1,0 1 1,-1 0-1,1-1 1,0 1-1,0 0 1,0 0-1,0 0 1,0 0-1,0 1 1,0-1-1,0 1 1,0-1-1,0 1 1,1-1-1,-1 1 0,1 0 1,-1 0-1,1 0 1,0 0-1,0 0 1,0 0-1,-2 3 1,-2 9 217,1-1 1,0 1-1,0 0 1,2 0-1,-3 24 0,3 80 1302,2-84-1143,0-8-165,-1-2 59,2 1-1,0 0 0,9 47 0,-8-66-292,-1 0-1,1-1 1,0 1 0,1 0 0,-1 0-1,1-1 1,0 0 0,0 1-1,1-1 1,0-1 0,0 1-1,0 0 1,0-1 0,1 0 0,0 0-1,-1 0 1,2-1 0,-1 1-1,0-1 1,11 4 0,-10-4-75,-1-1 0,1 0 0,0-1 0,0 0 0,1 1 0,-1-2-1,0 1 1,0-1 0,0 0 0,0 0 0,1-1 0,-1 0 0,0 0 0,0 0 0,0-1 0,0 0 0,0 0 0,-1 0 0,8-4 0,-7 2-372,0 0 1,-1-1-1,1 1 1,-1-1-1,0 0 1,0 0-1,0-1 1,-1 0-1,0 1 1,4-8-1,19-43-8157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6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16 4402,'0'0'9263,"-11"-15"-8145,11 15-1126,-1 1 0,1 0 1,-1 0-1,1 0 0,0 0 1,-1 0-1,1 0 0,0 0 1,0 0-1,0 0 0,-1 0 0,1 0 1,0 0-1,0 0 0,1 0 1,-1 0-1,0 0 0,0 1 1,1 4-13,-1 10-10,-1 68 699,17 127 0,38 156 2353,-51-345-2804,-2-11-11,0-1 0,1 1 0,5 18 0,-4-22-180,-2-6-155,-2-16-623,-1 1 1,0 0-1,-1-1 0,-1 1 1,-10-25-1,7 19-509,-8-35-1,10 11 641,1 0-1,4-74 1,1 51 718,-1 51-75,1 0 0,4-25 0,-4 36 15,0 0-1,0 0 0,1 1 0,-1-1 0,1 0 0,0 0 0,1 1 0,-1-1 1,1 1-1,0 0 0,0 0 0,5-5 0,-6 8 65,0 0 1,0 0-1,1 1 0,-1-1 0,0 1 1,0-1-1,1 1 0,-1 0 0,0 0 1,1 0-1,-1 0 0,0 0 1,1 0-1,-1 1 0,0-1 0,1 1 1,-1 0-1,0 0 0,0 0 0,3 1 1,1 5 94,1 0 1,-1 0 0,-1 1 0,1 0 0,-1 0 0,4 10-1,0-3 99,19 38 670,-2 1 0,-2 2 0,-3 0 0,-2 1-1,-2 1 1,10 70 0,-30-274-6284,3 111 4473,0 25 705,0-1 0,1 0 0,1 0 1,-1 1-1,2-1 0,0 1 0,0 0 0,0 0 0,1 0 1,10-16-1,-11 21 167,0 0 1,1 1 0,-1 0-1,1-1 1,0 1 0,0 1-1,0-1 1,1 1 0,-1-1-1,1 1 1,0 1 0,0-1-1,0 1 1,0-1 0,0 2 0,1-1-1,-1 0 1,1 1 0,-1 0-1,1 1 1,-1-1 0,7 1-1,-7 0 101,0 0 0,0 1 0,0-1 0,0 1 0,0 1 0,0-1 0,-1 0 0,1 1 0,0 0 0,-1 0 0,1 1 0,-1-1 0,0 1 0,4 3 0,-1 0 96,-1 0 0,0 0-1,-1 1 1,0 0 0,1 0 0,-2 0-1,7 13 1,-2 1 245,0 1 0,-2 0 0,-1 0 0,0 1-1,3 28 1,-4 8 189,-3 71 0,-2-94-840,0-34-856,0-37-9140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6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44 424 4210,'0'0'10682,"5"-4"-9727,3-3-795,0-1-1,0-1 1,-1 0 0,-1 0-1,1 0 1,7-15-1,31-70-555,-40 80-166,0-1 1,0 0-1,-2 0 1,0 0-1,0-1 1,-2 1-1,0-1 1,0 1-1,-2-1 1,-1-16-1,1 29 441,0 0-1,0 0 0,0 0 1,0 0-1,0 0 0,-1 0 0,1 0 1,-1 1-1,0-1 0,1 1 0,-1-1 1,0 1-1,-1 0 0,1 0 0,0-1 1,-1 2-1,1-1 0,-1 0 1,0 0-1,1 1 0,-1 0 0,0-1 1,0 1-1,-6-1 0,-1-1 6,0 1 0,0 0 0,0 1 0,0 0 0,0 0 0,-16 2 0,24-1 139,1 1 1,0-1-1,-1 0 0,1 1 0,0-1 0,-1 1 0,1 0 1,0 0-1,0-1 0,-1 1 0,1 0 0,0 0 0,0 0 1,0 0-1,0 0 0,0 0 0,1 0 0,-1 1 0,0-1 1,0 0-1,1 0 0,-1 1 0,1-1 0,-1 0 0,1 1 1,-1-1-1,1 1 0,0 2 0,-2 7 457,1 0-1,0 21 1,1-18 85,-2 14 447,2 0-1,0 0 1,2-1-1,1 1 1,2 0-1,13 47 1,-9-52-440,0 1 0,2-2-1,1 0 1,0 0 0,17 21 0,-23-35-472,0 0-1,1-1 1,0 0 0,0 0-1,1 0 1,0-1 0,0 0 0,0-1-1,1 0 1,-1 0 0,1 0-1,1-1 1,-1-1 0,0 0-1,18 4 1,-18-6-88,0 0-1,0 0 0,0-1 1,0 0-1,0-1 1,0 0-1,16-3 0,-19 2-28,0-1-1,0 1 0,0-1 0,-1 0 0,1 0 0,-1-1 1,1 1-1,-1-1 0,0-1 0,-1 1 0,7-7 0,0-2-458,-1-1-1,0 0 0,-1-1 1,11-22-1,-11 17-963,-1 0 1,-1-1-1,5-25 0,-2-28-4619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7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29 6147,'0'0'4511,"-4"-5"-4188,-12-14-192,12 14 23,3 6-147,0 0-1,1 0 0,-1-1 1,0 1-1,1 0 0,-1 0 1,1 0-1,0 0 0,-1 0 0,1 0 1,0 0-1,-1 0 0,1 0 1,0 0-1,0 0 0,0 0 1,0 0-1,0 0 0,0 1 0,0 1 21,-6 65 1509,4 109 0,3-90-465,0 38 716,6 0 1,30 164-1,-36-282-1750,0 0-1,1 0 1,0 0-1,1 0 1,-1 0-1,1 0 0,0-1 1,7 10-1,-9-14-273,-3-51-6451,-7 7 653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7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13526,'0'0'6371,"189"75"-6163,-140-75-128,-4 0-80,-7 0-800,-6-6-1745,-11-16-3314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7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40 438 2017,'0'0'13305,"12"-17"-12966,6-4-297,-4 5-47,-1-1 0,-1-1-1,19-34 1,-24 36-406,0 0 0,-1-1 0,0 1 0,-2-1 1,0 0-1,0-1 0,-2 1 0,0-1 0,-1-24 0,-2-33-2302,1 74 2698,0-1 1,-1 1-1,1 0 1,-1 0-1,1 0 1,-1-1-1,1 1 0,-1 0 1,0 0-1,1 0 1,-1 0-1,0 0 1,0 0-1,0 0 0,0 0 1,0 0-1,0 0 1,0 1-1,0-1 1,0 0-1,0 1 0,-1-1 1,1 1-1,0-1 1,0 1-1,-1-1 0,1 1 1,0 0-1,-2 0 1,-6-1 175,1 0 1,-1 1 0,-13 0 0,7 1 108,12-1-228,0 0-1,-1 1 0,1 0 0,0-1 0,0 1 1,-1 0-1,1 1 0,0-1 0,0 0 1,0 1-1,0 0 0,1 0 0,-1 0 1,0 0-1,1 0 0,-1 0 0,1 1 0,0-1 1,0 1-1,0 0 0,0-1 0,0 1 1,0 0-1,1 0 0,-2 5 0,-1 3 222,0-1 0,1 1-1,0 0 1,1 0 0,0 0-1,0 19 1,1-7 312,0-1-1,2 1 1,0 0-1,2 0 1,0-1 0,2 1-1,9 28 1,-6-31-126,1 0 0,0-1 0,1 0 0,1 0 0,1-2 0,17 22 0,-23-33-395,0 1 0,0-2 0,0 1 0,1-1 0,-1 0-1,1 0 1,1 0 0,-1-1 0,1-1 0,-1 1 0,1-1 0,0 0 0,0-1 0,1 0-1,-1 0 1,0-1 0,1 0 0,14 0 0,-18-1-111,-1-1 1,0 1-1,0-1 1,1 0-1,-1 0 0,0-1 1,0 1-1,0-1 1,-1 0-1,1 0 1,0 0-1,-1-1 0,1 1 1,-1-1-1,0 0 1,5-4-1,-1-2-724,0 0 0,0 0 1,-1-1-1,10-20 0,7-30-5299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2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2017,'0'0'10079,"1"28"-7952,0-8-1653,0 6 157,1 1-1,2-1 1,0 0-1,1 0 1,15 41-1,17 36 1399,43 103 483,-77-199-2420,-3-7-77,0 1 0,1 0 0,-1 0-1,0-1 1,1 1 0,-1 0 0,1 0 0,-1-1 0,0 1 0,1 0-1,0-1 1,-1 1 0,1 0 0,-1-1 0,1 1 0,1 0-1,-2-2-19,1 1 0,-1-1 0,1 1 0,-1-1 0,0 0 0,1 1 0,-1-1 0,0 1 0,0-1 0,1 0 0,-1 1 0,0-1 0,0 0 0,0 1 0,0-1-1,0 0 1,0 1 0,0-1 0,0 0 0,0 0 0,0 1 0,-1-2 0,1 1-31,-1-33-1113,-9-44-1,-2-31-2076,11 91 2651,0-2-397,1 1 1,4-38-1,-3 52 928,0-1 0,1 1-1,-1 0 1,1-1 0,0 1 0,0 0-1,1 0 1,0 0 0,0 1 0,0-1-1,0 0 1,1 1 0,-1 0-1,8-6 1,-2 3 304,0 1 0,0 1 0,0 0 1,1 0-1,0 1 0,0 0 0,0 0 0,0 1 0,1 1 0,19-3 0,9 2 718,65 3 1,-46 1-653,-30-1-372,-16 0-5311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34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54 4178,'0'0'1561,"10"-9"-1204,2-1-37,7-6-44,0-3 7332,-45 21-6413,20-1-1184,1 1 0,0 0 0,0 0 0,0 1 0,0-1-1,0 1 1,1 1 0,-1-1 0,1 0 0,0 1 0,0 0 0,-5 6 0,-8 10 45,-17 27 0,29-40-54,0 1-27,0 0 0,0 0 0,1 0-1,1 0 1,-1 0 0,1 1 0,1 0 0,0 0 0,0 0-1,1 0 1,0 0 0,0 0 0,1 0 0,0 0 0,2 13-1,-1-18-40,0-1-1,0 0 1,0 0-1,0 0 1,0 0-1,1 0 1,0 0-1,-1-1 1,1 1-1,0 0 1,0-1-1,1 1 1,-1-1-1,0 0 1,1 0-1,0 0 1,-1 0-1,6 3 1,8 4-111,0-2 0,23 9 0,-9-4 144,-19-7 45,0 0-1,-1 0 1,1 1 0,-1 1-1,18 14 1,-26-18 34,1-1 0,-1 1 1,0 0-1,1 0 0,-1 0 0,-1 0 0,1 0 0,0 0 1,-1 1-1,0-1 0,1 0 0,-1 1 0,-1-1 1,1 1-1,0-1 0,-1 1 0,0-1 0,0 1 0,0 0 1,0-1-1,0 1 0,-1-1 0,0 1 0,-1 4 0,1-4-28,-1 0 0,0-1 0,0 1 0,-1 0 0,1-1-1,-1 1 1,0-1 0,0 0 0,0 0 0,0 0 0,0 0-1,-1 0 1,1-1 0,-1 1 0,-5 2 0,3-2-149,0 0 0,-1 0 1,1-1-1,-1 1 0,1-1 1,-1-1-1,0 1 0,-13 0 0,3-4-1696,9-5-1700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35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5 437 7459,'0'0'5235,"23"-24"-4896,75-76-14,-90 92-299,0-1-1,0 0 1,0-1 0,-2 1-1,1-1 1,-1-1-1,0 1 1,5-15 0,-8 13-71,-1 0 1,0 0-1,0 0 1,-1 0-1,-2-20 0,1 20-49,0 8 20,0-1-1,0 1 0,-1 0 1,0 0-1,0 0 0,0 0 1,0 0-1,0 0 0,-1 0 1,0 1-1,0-1 0,0 0 1,0 1-1,-1-1 0,1 1 1,-1 0-1,0 0 0,0 0 1,0 0-1,0 1 0,0-1 1,-1 1-1,1 0 0,-5-3 1,1 2 79,-1 0 1,0 0 0,0 0 0,-1 1-1,1 0 1,0 0 0,-1 1 0,1 1-1,-1-1 1,-15 2 0,22-1-4,0 1 1,1-1-1,-1 1 0,0-1 1,0 1-1,1-1 0,-1 1 1,0 0-1,1 0 1,-1 0-1,1 0 0,-1 0 1,1 0-1,0 1 0,0-1 1,-1 0-1,1 1 1,0-1-1,0 1 0,0-1 1,0 1-1,0 0 0,1-1 1,-1 1-1,0 0 0,1-1 1,-1 4-1,-1 4 58,0 1-1,1-1 0,0 0 0,1 12 1,0 7 264,-1-4 205,1 1 1,1-1 0,2 1 0,0-1 0,9 31 0,-7-37-165,2 0 0,0 0 0,1-1 0,1 0 0,1 0-1,0-1 1,1 0 0,14 15 0,-19-25-310,-1 0-1,1 0 0,1-1 0,-1 0 0,1 0 0,0 0 1,0-1-1,0 0 0,1-1 0,-1 1 0,1-2 1,0 1-1,0-1 0,0 0 0,0 0 0,0-1 0,0 0 1,0-1-1,1 0 0,-1 0 0,10-2 0,-13 1-90,0 0 0,0 0-1,0-1 1,0 0 0,0 0-1,-1 0 1,1-1-1,-1 0 1,1 1 0,-1-1-1,0-1 1,0 1 0,-1-1-1,1 0 1,-1 1-1,6-8 1,-2-1-629,0 0-1,0-1 1,-1 0-1,8-24 1,3-29-4831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36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162 866 10517,'0'0'2073,"0"-19"-1999,0-60-84,0 73-43,0 0 0,-1 0 0,1 0 0,-1 0 0,0 0 0,-4-10 0,4 13 51,0 1 1,0 0-1,0 0 1,-1 0-1,1 0 0,0 0 1,-1 0-1,1 1 1,-1-1-1,0 0 1,0 1-1,-3-3 0,-1 1 44,0 1-1,0 0 1,0 1-1,0-1 1,0 1 0,0 1-1,0-1 1,-1 1-1,-10 0 1,14 0-32,1 1-9,0-1 0,0 0 0,1 0 0,-1 1 0,0-1 0,0 1 0,0 0 0,0-1-1,0 1 1,1 0 0,-1 0 0,0 0 0,1 0 0,-1 1 0,1-1 0,-1 0-1,1 1 1,-1-1 0,1 1 0,0-1 0,0 1 0,0 0 0,0-1 0,0 1-1,0 0 1,0 0 0,0 3 0,-2 5 62,0 0 1,1 1-1,-2 20 0,2 124 1800,3-90-906,-1-53-725,-1 17 419,2-1 1,6 34-1,-6-55-546,0-1 1,0 1 0,1-1-1,0 0 1,0 0 0,1 0-1,-1 0 1,1 0 0,1 0-1,-1-1 1,1 1 0,0-1-1,0 0 1,1-1 0,6 7-1,-8-9-78,0 0-1,0 0 0,0-1 0,1 1 1,-1-1-1,0 0 0,1 0 0,-1 0 0,1 0 1,0-1-1,-1 1 0,1-1 0,-1 0 1,1 0-1,0 0 0,-1-1 0,1 1 1,-1-1-1,1 0 0,-1 0 0,1 0 0,-1 0 1,0-1-1,1 1 0,-1-1 0,0 0 1,0 0-1,0 0 0,0 0 0,-1-1 1,1 1-1,0-1 0,-1 0 0,0 1 1,3-6-1,9-14-174,-1-1 0,-1 0 1,-1-1-1,-2-1 0,0 1 1,-1-1-1,-2-1 0,6-47 1,-4-14-1635,-5-114 1,-3 131 771,0 27 684,-3 0 1,-1 0-1,-2 0 0,-2 1 0,-13-42 0,-69-167 16,77 227 1285,13 24-962,0 0 0,0 0 0,0 0 0,0 0 0,-1 0 0,1 0 0,0 0 0,0-1 0,0 1 0,0 0 0,0 0 0,0 0 0,-1 0 0,1 0 0,0 0 0,0 0 0,0 0 0,0 0-1,-1 0 1,1 0 0,0 0 0,0 0 0,0 0 0,0 0 0,0 0 0,-1 0 0,1 0 0,0 0 0,0 0 0,0 0 0,0 0 0,0 0 0,-1 0 0,1 0 0,0 1 0,0-1 0,0 0 0,0 0 0,0 0 0,0 0 0,0 0 0,-1 0 0,1 0 0,0 0 0,0 1 0,0-1 0,0 0 0,0 0 0,0 0 0,0 0 0,0 0 0,0 1 0,0-1 0,0 0 0,0 0 0,0 0 0,0 0-1,0 0 1,0 1 0,0-1 0,-2 45 568,2-34-716,2 66 464,4 0 0,26 127 0,4-23 602,61 286 1505,-45-281-1073,-48-176-1264,11 28 229,-14-36-316,0-1-1,0 1 0,0-1 1,0 1-1,0-1 1,0 0-1,0 1 0,1-1 1,-1 0-1,0 0 0,1 0 1,-1 0-1,1 0 0,-1 0 1,1 0-1,-1-1 1,1 1-1,3 0 0,-5-1-14,1 0 1,-1 0-1,0 0 0,1 0 0,-1 0 0,1 0 1,-1 0-1,1 0 0,-1 0 0,1-1 0,-1 1 1,0 0-1,1 0 0,-1 0 0,1-1 0,-1 1 1,0 0-1,1-1 0,-1 1 0,0 0 0,1-1 1,-1 1-1,0 0 0,0-1 0,1 1 0,-1-1 0,0 1 1,0-1-1,0 1 0,0 0 0,1-1 0,-1 1 1,0-1-1,0 1 0,0-1 0,0 1 0,0-1 1,0 0-1,0-25-195,-1 16 33,1-13-406,1 6-503,-1 0 1,-1 0-1,0 0 0,-1 0 0,-7-26 0,-10-2-3792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36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29 383 8324,'0'0'6275,"15"-17"-5696,47-58-198,-49 60-352,0-1-1,-1 0 1,-1-1-1,0-1 1,-1 0 0,9-24-1,-16 34-229,-1 0 1,-1-1-1,1 1 0,-1-1 0,-1 1 1,0-1-1,0-8 0,-1-2-364,1 18 533,0-1 0,0 0 0,0 0 0,0 1 0,-1-1 0,1 0 0,-1 1 0,1-1 0,-1 0 0,0 1 0,1-1 0,-1 1 0,0-1 0,0 1 0,0 0 0,0-1 0,-1 1 0,-1-2 0,0 0 34,0 1 0,0 0 0,-1 1 0,1-1-1,-1 0 1,1 1 0,-1 0 0,-5-1 0,-7-1 82,0 1 0,0 1 1,-20 0-1,27 1-148,6 0 71,1 0 1,-1 0-1,0 0 0,1 1 0,-1-1 0,0 0 1,1 1-1,-1 0 0,1 0 0,-1 0 1,1 0-1,-5 2 0,6-1 22,-1-1 0,1 1 0,-1 0 1,1 0-1,-1 0 0,1 0 0,0 0 0,0 0 0,0 0 0,0 0 1,1 1-1,-1-1 0,0 0 0,1 0 0,-1 5 0,-2 21 437,1-1 0,3 35 0,-1-19 44,1-24-230,0 0 0,1 0-1,1 0 1,1 0 0,0-1 0,2 0 0,0 0 0,1 0-1,1 0 1,0-1 0,2-1 0,0 1 0,0-2 0,2 1-1,-1-1 1,2-1 0,21 18 0,-29-27-243,1-1 0,0-1 0,0 1 0,0-1 0,1 0 0,-1-1 1,1 1-1,-1-1 0,10 1 0,-12-2-37,0 0 0,0-1 0,0 1 0,0-1 0,0 0 0,0-1 0,-1 1 0,1 0 0,0-1 0,0 0 0,0 0 0,0 0 0,-1-1 0,1 1 0,-1-1 0,1 0 0,-1 0 0,4-2 0,-1-3-194,0 0 0,0 1 1,-1-2-1,0 1 0,0-1 0,-1 0 1,0 0-1,0 0 0,-1 0 1,4-17-1,-1 3-1745,-2 1 0,0-1 0,0-32-1,-3-4-5012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36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7395,'0'0'6921,"3"11"-6190,35 175 2209,-22-99-970,48 152 0,-62-232-1895,11 22 134,-13-28-192,1 1-1,0-1 1,0 0-1,0 0 1,0 0 0,0 1-1,0-1 1,0 0-1,0 0 1,0-1-1,0 1 1,1 0 0,-1 0-1,0-1 1,1 1-1,2 1 1,-4-3-12,0 1 0,1 0 0,-1 0 0,0 0 0,1 0 0,-1 0 0,0 0 0,0 0 0,1 0 0,-1-1-1,0 1 1,1 0 0,-1 0 0,0 0 0,0-1 0,1 1 0,-1 0 0,0 0 0,0-1 0,0 1 0,0 0 0,1 0 0,-1-1 0,0 1 0,0 0 0,0-1 0,0 1 0,0 0 0,0-1 0,0 1 0,0 0 0,1-1-1,-1 1 1,0 0 0,-1 0 0,1-1 0,0 0 0,1-19-38,-1 13 25,0-71-575,1-33-3142,-15-128 0,11 212 3106,1-35 0,3 61 671,-1 1 0,0-1 0,1 1 0,-1-1 0,1 1-1,-1-1 1,1 1 0,-1-1 0,1 1 0,-1-1 0,1 1 0,-1 0 0,1-1 0,0 1 0,-1 0 0,1-1 0,0 1 0,-1 0 0,1 0 0,0 0 0,-1 0 0,1-1 0,0 1-1,0 0 1,-1 0 0,1 0 0,1 1 0,28-1 726,-21 0-340,1 1-155,0 0 1,1 1-1,-1 0 0,0 1 0,0 0 0,0 1 0,11 5 0,-11-4-342,-1-1 1,2 0-1,-1-1 0,0 0 1,1-1-1,-1 0 0,14 0 1,-23-1-25,-1-1 0,0 0 0,1 0 1,-1 0-1,0 0 0,1 0 0,-1-1 1,1 1-1,-1 0 0,0 0 0,1 0 0,-1 0 1,0 0-1,1 0 0,-1 0 0,0-1 0,0 1 1,1 0-1,-1 0 0,0-1 0,1 1 0,-1 0 1,0 0-1,0-1 0,0 1 0,1 0 1,-1 0-1,0-1 0,0 1 0,0 0 0,1-1 1,3-28-4891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37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6835,'0'0'3858,"-6"9"-2599,5-2-1028,0 0 0,0 1 0,1-1 0,0 1 0,1 7 0,0 12 139,1 10 72,1-1 1,10 45-1,-2-16 159,120 693 4610,-125-726-5065,18 68 390,-20-87-422,1 0 0,0 0 0,1 0 0,1-1 0,8 14 0,-13-25-102,-1 1 1,0 0-1,0 0 1,1-1-1,-1 1 0,1 0 1,-1-1-1,1 0 1,0 1-1,-1-1 1,1 0-1,0 0 0,0 0 1,0 0-1,4 1 1,-5-2-13,-1 0 0,1 0 0,-1 0 1,1 0-1,-1 0 0,1 0 0,-1 0 0,1 0 1,-1 0-1,1 0 0,-1-1 0,0 1 0,1 0 0,-1 0 1,1-1-1,-1 1 0,1 0 0,-1-1 0,0 1 1,1 0-1,-1-1 0,0 1 0,1-1 0,-1 1 1,1-2-9,0 0 1,0 0 0,-1 0-1,1 0 1,-1 1 0,1-1-1,-1 0 1,0 0 0,0-3 0,3-77-1817,-4 0 0,-14-104 0,11 151 1040,1 0 1,4-64-1,-1 96 780,0 1 1,1-1-1,-1 1 0,1-1 0,0 1 0,0-1 0,0 1 0,0-1 1,0 1-1,1 0 0,-1 0 0,1-1 0,-1 1 0,1 0 0,0 0 1,0 1-1,-1-1 0,2 0 0,-1 1 0,0-1 0,0 1 0,0-1 1,1 1-1,-1 0 0,1 0 0,-1 0 0,1 1 0,3-2 0,5 0 61,-1 0 0,1 1 0,0 0 0,0 1 0,15 1 0,-23-1-26,-1 1 0,0-1 0,0 1-1,0-1 1,0 1 0,0 0 0,0 0 0,0 0 0,0 0 0,0 0 0,0 0 0,-1 1 0,1-1 0,0 1 0,-1-1 0,1 1 0,-1 0 0,0-1 0,1 1-1,-1 0 1,2 3 0,1 4 127,0 0-1,-1 1 1,4 13-1,-6-20-125,7 37 626,-2 1-1,-2 1 1,-2-1 0,-3 57 0,0-30-66,1-67-1018,1-3 239,-1 0 1,1 1-1,-1-1 1,0 0-1,0 1 1,0-1-1,0 0 1,0 0-1,0 1 1,0-1-1,-1-2 1,0-6-530,1-31-2781,0-5-1740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38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168 136 2801,'0'0'6686,"0"-18"-6382,0-55-403,0 71 129,0 1-1,0-1 0,0 0 1,0 1-1,0-1 0,0 0 0,0 1 1,0-1-1,-1 1 0,1-1 0,-1 0 1,1 1-1,-1-1 0,0 1 1,0 0-1,1-1 0,-1 1 0,0-1 1,0 1-1,-1 0 0,1 0 0,0 0 1,0-1-1,0 1 0,-1 0 0,1 1 1,0-1-1,-4-1 0,1 1 261,0 0-1,-1 0 1,1 1-1,0 0 0,-1 0 1,1 0-1,-1 0 1,-4 2-1,-8-1 75,15-1-316,0 0 1,0 0-1,0 0 0,1 1 0,-1-1 1,0 0-1,0 1 0,0-1 0,1 1 0,-1 0 1,0 0-1,1-1 0,-1 1 0,1 0 0,-3 3 1,-17 24 292,19-26-336,-2 7 57,-1 0 1,1 0-1,1 0 1,0 0-1,0 0 1,1 0-1,0 1 1,-1 10-1,1 82 890,2-66-422,0-18-229,0 34 1156,10 81 1,-8-117-1237,1-1 0,1 0-1,0 1 1,1-1 0,1-1 0,0 1-1,1-1 1,1 0 0,14 21-1,-18-31-171,-1 0-1,1 0 1,0 0-1,0 0 0,1 0 1,-1-1-1,1 0 1,-1 0-1,1 0 0,0 0 1,6 2-1,-8-5-37,-1 1-1,1 0 1,-1-1-1,1 1 1,0-1-1,-1 0 1,1 0-1,-1 0 1,1 0-1,-1 0 1,1-1-1,0 1 1,-1-1-1,1 0 1,-1 1-1,0-1 1,1 0-1,-1-1 1,0 1-1,1 0 1,-1-1-1,0 1 1,0-1-1,0 1 1,0-1-1,3-4 1,2-4-63,0 0 1,0 0-1,-1-1 1,0 0-1,-1 0 1,5-17-1,0-2-714,7-47-1,-9 10-2731,-3-1 0,-7-124 1,2 184 3424,-1 0 0,-1 0 0,1 0 0,-1 0 0,-1 1 1,-3-10-1,5 14 164,3 12 3917,-2 13-2638,2 10-999,29 140 1820,-4-27-1167,-25-128-965,-1-9-69,0 0-1,1 0 1,-1 0 0,1 0-1,1 0 1,3 9 0,-6-17-63,0 1 1,0-1 0,1 0-1,-1 0 1,0 1 0,0-1-1,0 0 1,0 1 0,0-1-1,1 0 1,-1 0 0,0 1-1,0-1 1,0 0 0,1 0-1,-1 1 1,0-1 0,0 0-1,1 0 1,-1 0 0,0 1-1,0-1 1,1 0 0,-1 0-1,0 0 1,1 0 0,-1 0-1,0 0 1,1 0 0,-1 0-1,0 0 1,1 0 0,-1 0-1,0 0 1,1 0 0,-1 0-1,0 0 1,0 0 0,1 0-1,-1 0 1,0 0 0,1 0-1,-1 0 1,0-1 0,1 1-1,-1 0 1,0 0 0,0 0-1,1 0 1,-1-1 0,1 0-327,0 0 0,0 0 0,-1-1 0,1 1 0,-1 0 0,1 0 0,-1-1 0,1 1 0,-1 0 0,1-1 0,-1 1 0,0-2 0,1-28-7749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38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9172,'0'0'6937,"6"29"-5502,40 204 1246,-30-136-1368,23 112 725,-37-200-1949,5 20 105,-7-28-189,1 0 0,-1 0 0,0 0 0,0-1 0,1 1 0,-1 0 0,1 0 0,-1-1 0,1 1 0,-1 0 0,1-1 0,-1 1 0,1-1 1,-1 1-1,1 0 0,0-1 0,-1 1 0,1-1 0,0 0 0,0 1 0,-1-1 0,1 0 0,0 1 0,0-1 0,1 1 0,-2-2-10,1 0 0,0 0 0,-1 1 0,0-1 1,1 0-1,-1 0 0,1 0 0,-1 0 0,0 1 1,1-1-1,-1 0 0,0 0 0,0 0 0,0 0 1,0 0-1,0 0 0,0 0 0,0 0 0,0 1 1,0-1-1,0 0 0,-1-1 0,1-5-55,-1-103-1269,6-186-6488,-4 284 7456,0 1 0,1 0 0,0-1 0,1 1 0,6-15 0,-8 23 376,1 0-1,-1 0 1,1 0 0,0 0-1,0 1 1,0-1 0,0 1-1,0-1 1,0 1-1,1 0 1,-1 0 0,1 0-1,0 0 1,-1 0-1,1 0 1,0 1 0,0-1-1,0 1 1,0 0-1,0 0 1,1 0 0,5 0-1,-4 0 214,1 0-1,0 1 0,-1 0 1,1 0-1,0 0 0,-1 1 1,1 0-1,0 0 0,-1 1 1,1-1-1,-1 1 0,0 0 1,10 5-1,-9-2-52,0-1 1,0 1-1,-1 0 0,0 0 0,1 1 1,-2-1-1,1 1 0,-1 0 1,7 13-1,1 6 228,-1 0 1,-1 1 0,-2 0-1,-1 1 1,0 0 0,-2 0-1,-2 0 1,0 0 0,-2 39-1,-1-65-859,0-6-2236,-17-61-4450,6 17-3006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3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93 4978,'0'0'8345,"3"-7"-4057,-16-10-4374,11 14 96,0 1-1,1-1 0,-1 0 1,0 1-1,-1-1 0,1 1 1,-4-3-1,-11-12 67,16 15-76,0 1 0,-1-1 0,1 0-1,-1 0 1,0 1 0,1-1 0,-1 1 0,0 0 0,-3-2 0,-5 0-18,-1 0-1,0 1 1,0 0 0,0 1 0,0 0-1,0 1 1,-14 1 0,1 0 1,23-1 16,0 0 0,0 1 0,0-1 0,0 0 0,0 1 0,0-1 0,1 1-1,-1 0 1,0-1 0,0 1 0,0-1 0,1 1 0,-1 0 0,1 0 0,-1-1 0,0 1 0,1 0 0,-1 0 0,1 0 0,0 0 0,-1 0 0,1 0-1,0 0 1,-1 1 0,-6 26-9,3 13 518,1 0 1,5 63 0,-1-58 94,0-23-237,1 0 0,1 0 0,7 28 1,-8-41-228,1-1 1,1 1-1,-1 0 1,1-1-1,1 0 1,0 0-1,0-1 1,1 1-1,11 12 1,-14-18-96,0 0 1,1-1-1,-1 0 1,1 1 0,-1-1-1,1-1 1,0 1 0,-1 0-1,1-1 1,0 0-1,0 0 1,0 0 0,0 0-1,1-1 1,-1 0-1,0 1 1,8-2 0,-10 1-46,0 0 1,0-1 0,0 1 0,0 0-1,0-1 1,-1 0 0,1 1 0,0-1-1,0 0 1,0 0 0,0 0 0,-1 0 0,1 0-1,-1 0 1,1-1 0,0 1 0,-1 0-1,0-1 1,1 0 0,-1 1 0,0-1-1,0 1 1,1-4 0,3-3-81,-2-1 1,1-1-1,3-15 1,-4 15-33,6-27-942,-3-1 1,-1 0-1,-2 0 0,-3-74 0,-1 52 348,1 58 1606,0 5 99,1 13-563,0 0-1,1 0 1,1-1 0,6 21 0,25 63 414,-21-65-521,-1-1-161,-2-2-77,2 0 0,27 50 0,-37-78-81,1 1-1,-1-1 0,1 0 0,0 0 0,0 0 1,4 2-1,-7-4-54,1 0-1,-1-1 1,1 1 0,-1-1-1,1 1 1,0-1 0,-1 0 0,1 1-1,0-1 1,-1 0 0,1 1-1,0-1 1,0 0 0,-1 0 0,1 0-1,0 1 1,0-1 0,0 0-1,-1 0 1,1 0 0,0 0 0,0 0-1,0-1 1,-1 1 0,1 0-1,0 0 1,0 0 0,-1-1 0,1 1-1,0 0 1,-1-1 0,1 1 0,0-1-1,-1 1 1,1 0 0,0-1-1,-1 0 1,2 0 0,-2-1-294,1-1 0,0 1 0,0 0 0,-1 0 0,1-1 0,-1 1 0,0 0 0,0-5 0,1-36-4513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1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289 675 8020,'0'0'4124,"-10"-8"-3998,-2-3-100,-10-9 189,-38-26 0,53 42-217,0 0 0,0 0 0,0 1 0,0 0 1,0 1-1,-1-1 0,1 1 0,-1 1 0,0 0 0,0 0 1,1 0-1,-1 1 0,0 0 0,0 0 0,-9 3 0,15-3-7,0 1 0,0 0-1,0 0 1,0 0-1,0 0 1,1 0-1,-1 1 1,0-1-1,0 0 1,1 1 0,-1-1-1,1 1 1,0 0-1,-1 0 1,1-1-1,0 1 1,0 0-1,0 0 1,0 0 0,-1 3-1,-1 4-20,0 0 0,1 1 0,-2 11 0,4-18 20,-6 58 425,2 0-1,5 81 1,1-80 209,-2-35-13,8 47 1,-7-65-442,1-2 0,0 1 0,1 0 0,-1 0 1,2-1-1,-1 1 0,1-1 0,0 0 0,0 0 0,8 8 1,-10-13-100,0 0 0,0 0 0,0 0 0,1 0 1,-1 0-1,0-1 0,1 1 0,0-1 0,-1 0 1,1 0-1,0 0 0,-1 0 0,1 0 0,5 0 1,1 0 57,-1-1 1,1 0 0,12-1 0,-16 0-106,-1-1-1,0 1 1,0-1-1,0 1 1,0-1-1,0-1 1,-1 1 0,1 0-1,0-1 1,-1 0-1,0 1 1,0-1 0,0-1-1,0 1 1,0 0-1,0-1 1,-1 0-1,0 1 1,0-1 0,3-6-1,5-12 4,-1 0-1,9-33 0,-16 47-56,15-62-969,-3 0-1,8-144 1,-18 158 268,4-297-2946,-9 248 2274,1 92 1362,-1-1 0,0 1 0,-1 0 0,-4-14 0,5 21 136,-1 0 0,0 1 0,0-1 0,-1 0 0,1 1 0,-1 0 0,-1-1 0,1 1 0,-1 0 0,-8-8 0,12 13-69,0-1 1,0 1-1,-1 0 0,1 0 0,0 0 0,0-1 1,0 1-1,-1 0 0,1 0 0,0 0 0,0 0 1,0 0-1,-1-1 0,1 1 0,0 0 0,0 0 1,-1 0-1,1 0 0,0 0 0,0 0 0,-1 0 0,1 0 1,0 0-1,0 0 0,-1 0 0,1 0 0,0 0 1,0 0-1,-1 0 0,1 0 0,0 0 0,0 0 1,-1 0-1,1 0 0,0 0 0,0 1 0,-1-1 1,1 0-1,0 0 0,0 0 0,0 0 0,-1 1 1,1-1-1,0 0 0,0 0 0,0 0 0,0 1 0,-1-1 1,1 0-1,0 0 0,0 0 0,0 1 0,0-1 1,0 0-1,0 0 0,0 1 0,0-1 0,0 0 1,0 1-1,0-1 0,0 0 0,0 0 0,0 1 1,0-1-1,0 25-149,0-19 304,0 4-118,17 404 2310,17-86-178,-8-56-634,-24-250-1382,1 0 0,1 0-1,0-1 1,11 27 0,-15-46-163,1 0 1,0 0-1,0 0 0,0-1 1,0 1-1,0 0 0,0 0 0,0-1 1,1 1-1,-1-1 0,1 1 1,-1-1-1,1 0 0,-1 1 1,4 0-1,-5-2-26,0 0 1,1 0-1,-1 1 1,1-1-1,-1 0 1,1 0-1,-1 0 1,1 0-1,-1 0 1,1 0-1,-1 0 1,0 0-1,1 0 0,-1-1 1,1 1-1,-1 0 1,1 0-1,-1 0 1,0 0-1,1-1 1,-1 1-1,1 0 1,-1-1-1,0 1 1,1-1-1,0 0-50,0 0 0,0 0-1,0-1 1,0 1 0,-1-1 0,1 1-1,-1-1 1,1 1 0,-1-1 0,1 1 0,-1-3-1,6-36-2648,-3 0-1,-1-46 0,-2 28-4709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230 126 4994,'0'0'7358,"-3"-7"-6803,1 3-484,0 0-1,0 0 0,0 1 0,-1-1 1,0 1-1,0-1 0,1 1 0,-2 0 1,1 0-1,0 0 0,-5-2 1,-47-28 134,21 13-205,34 20 0,-3-2-5,-1-1 0,1 1 0,0 0 1,-1 0-1,1 0 0,-1 0 0,0 1 1,1-1-1,-1 1 0,0 0 0,0 0 1,0 1-1,0-1 0,0 1 1,0 0-1,0 0 0,-5 0 0,8 0 7,1 0-1,0 1 1,-1-1 0,1 0-1,-1 0 1,1 0-1,0 0 1,-1 1-1,1-1 1,0 0-1,-1 0 1,1 1-1,0-1 1,0 0-1,-1 0 1,1 1 0,0-1-1,0 0 1,-1 1-1,1-1 1,0 0-1,0 1 1,0-1-1,0 1 1,-1 0-1,-3 10 166,1 0-1,0 1 1,1 0-1,-2 23 1,3 54 1386,1-62-1137,-1 27 390,-1-30-399,1 0 0,2-1 0,0 1 1,2 0-1,6 29 0,-7-49-378,-1 1 0,1-1 0,0 0 0,0 0 0,1-1-1,-1 1 1,1 0 0,0-1 0,0 0 0,0 1 0,0-1 0,1 0 0,-1-1 0,1 1 0,0-1-1,-1 1 1,1-1 0,0 0 0,1-1 0,-1 1 0,0-1 0,0 1 0,1-1 0,-1-1-1,0 1 1,1-1 0,-1 1 0,1-1 0,-1 0 0,1-1 0,-1 1 0,1-1 0,-1 0 0,0 0-1,1 0 1,-1-1 0,0 0 0,0 1 0,0-1 0,0-1 0,0 1 0,-1-1 0,1 1-1,-1-1 1,1 0 0,2-4 0,8-10-177,0-1 0,-1 0 0,-2-1 0,17-32-1,-14 20-691,-2 0-1,13-47 0,-18 15-661,-5 50 925,-2 45 1077,-1 57 1070,-1-24-440,3 1 1,14 102 0,-13-153-1026,2-1 0,-1 0 0,2 0-1,0 0 1,0-1 0,9 15 0,-12-25-87,0 1 0,0-1 1,1 1-1,0-1 0,-1 0 0,1 0 1,0 0-1,0 0 0,1 0 0,-1-1 1,0 0-1,1 1 0,0-1 0,-1-1 1,1 1-1,0 0 0,0-1 0,0 0 1,0 0-1,0 0 0,1 0 0,-1-1 1,0 0-1,8 0 0,-8 0-20,0-1 0,0 0-1,0 0 1,-1 0 0,1-1 0,0 0 0,0 1-1,-1-1 1,1 0 0,-1 0 0,1-1-1,-1 1 1,0-1 0,0 0 0,0 0 0,-1 0-1,1 0 1,0 0 0,-1 0 0,4-8 0,2-5-64,-1 0 0,0-1 0,6-24 1,-12 38 46,9-34-872,-1-1 0,5-56-1,-7-80-5393,-7 98 1075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5619,'0'0'11175,"0"0"-11153,0 0-1,0 0 0,0 0 0,-1 0 1,1 0-1,0 0 0,0 0 0,0 0 1,0 0-1,0-1 0,-1 1 0,1 0 0,0 0 1,0 0-1,0 0 0,0 0 0,-1 0 1,1 0-1,0 0 0,0 1 0,0-1 1,0 0-1,0 0 0,-1 0 0,1 0 1,0 0-1,0 0 0,0 0 0,0 0 1,0 0-1,0 0 0,-1 0 0,1 1 0,0-1 1,0 0-1,0 0 0,0 0 0,0 0 1,0 0-1,0 0 0,0 1 0,0-1 1,-1 0-1,1 0 0,0 0 0,0 0 1,0 0-1,0 1 0,0-1 0,0 0 1,0 0-1,-1 10 115,0-1-1,0 1 1,1 0 0,0-1 0,1 1-1,0-1 1,0 1 0,4 11 0,10 54 233,20 115 193,52 671 833,-83-800-1356,1 8 149,14 67 1,-18-132-148,-1-3-26,0 0 0,0 1 0,0-1 0,0 0 0,1 1 0,-1-1 0,0 0 0,1 0 0,-1 1 0,1-1 0,-1 0 0,1 0 0,0 0 0,0 0 0,-1 0 0,3 2 0,-3-8 87,1-91-1369,-5 0-1,-17-102 1,-2 76-660,-16-103-544,30 156 1790,0-89 0,8 107 567,-1 20 115,2 0 1,5-37-1,-4 60 30,0 0-1,1 1 0,0-1 1,0 0-1,1 0 0,0 1 1,0-1-1,1 1 0,0 0 1,0 0-1,1 1 0,0-1 1,7-7-1,-7 10 77,1 0-1,-1 1 1,1 0 0,-1 0 0,1 0-1,0 0 1,0 1 0,0 0-1,0 0 1,1 1 0,-1 0 0,0 0-1,1 0 1,-1 1 0,8 0-1,-6 0 29,0 1 0,-1-1 0,1 2 0,0-1 0,-1 1-1,1 0 1,-1 0 0,0 1 0,0 0 0,0 0 0,0 1-1,8 5 1,-8-3 11,-1 0 0,1 1 0,-1 0 0,0 0 0,-1 1 0,1-1 0,-2 1 0,1 0 0,-1 1 0,0-1 0,-1 1 0,0 0 0,0 0 0,2 16 0,-1 7 365,-1 0 1,-3 61 0,0-85-521,-1-1 0,0 1 0,0-1 0,-1 0 0,0 0 0,0 1 1,-1-1-1,1 0 0,-2-1 0,1 1 0,-1-1 0,0 1 0,0-1 0,-1 0 1,1-1-1,-1 1 0,-1-1 0,1 0 0,-1 0 0,0 0 0,0-1 1,0 0-1,-1 0 0,1-1 0,-1 0 0,0 0 0,0 0 0,0-1 0,0 0 1,-12 1-1,14-2-202,-1 0-1,0-1 1,1 1 0,-1-2 0,0 1-1,1 0 1,-1-1 0,-5-1 0,9 1 82,0 0 0,0 0 0,0-1-1,0 1 1,0 0 0,0-1 0,0 1 0,1-1 0,-1 1 0,0-1 0,1 0 0,-1 0 0,1 0 0,0 0 0,0 0-1,0 0 1,0 0 0,0 0 0,0 0 0,0 0 0,0-4 0,-1-5-1317,0 0 0,-2-22 0,3-31-7110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3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247 132 3089,'0'0'3909,"-2"-16"504,-6 5-3830,0 1 0,-1 0 0,0 0 0,-13-9 0,20 17-521,-50-39 746,49 39-684,1 0 0,-1 1-1,0 0 1,0-1-1,0 1 1,0 0 0,-1 1-1,1-1 1,0 0-1,0 1 1,0 0 0,-4 0-1,-40 3 63,46-3-179,-1 1-1,1-1 1,0 1-1,0-1 1,0 1 0,0 0-1,0-1 1,-1 1-1,1 0 1,0 0-1,1 0 1,-1 0 0,0 0-1,0 0 1,0 0-1,0 0 1,1 0 0,-1 0-1,1 0 1,-1 2-1,-9 28 64,8-24-43,-3 21 285,1 0 0,1 1-1,2-1 1,3 37 0,-1-11 330,-2-14-169,1 3 267,5 53 1,-3-82-597,0 0 1,1-1-1,1 0 1,0 0 0,0 0-1,2 0 1,-1-1-1,9 14 1,-11-22-118,0-1 0,0 1 1,0 0-1,0-1 0,0 0 0,1 1 1,0-1-1,-1-1 0,1 1 0,0 0 1,1-1-1,-1 0 0,7 2 0,-9-3-26,1 0-1,0 0 0,0-1 0,-1 1 0,1-1 0,0 0 0,0 0 0,0 0 0,0 0 0,-1-1 1,1 1-1,0-1 0,0 0 0,-1 1 0,1-1 0,0-1 0,-1 1 0,1 0 0,-1 0 0,1-1 0,-1 0 1,0 1-1,0-1 0,4-4 0,2-4-46,0 0 1,-1 0-1,0-1 1,-1 0-1,0-1 0,7-20 1,21-80-1229,-24 64 80,-3-1-1,-2 0 1,-1-82-1,-4 125 1069,0 0 1,-1-1-1,1 1 1,-1 0-1,-2-7 0,2 10 159,0 1 0,0 0 0,0 0 0,0 0 0,0 0 0,-1 0 0,1 0 0,0 0 0,-1 0 0,0 0 0,1 0-1,-1 1 1,0-1 0,0 1 0,-2-2 0,3 3 64,1 0-78,0 0 1,0-1-1,0 1 1,0 0-1,0 0 0,0 0 1,-1 0-1,1 0 1,0-1-1,0 1 0,0 0 1,0 0-1,0 0 1,-1 0-1,1 0 0,0 0 1,0 0-1,0 0 1,0 0-1,-1 0 1,1 0-1,0 0 0,0 0 1,0 0-1,0 0 1,-1 0-1,1 0 0,0 0 1,0 0-1,0 0 1,-1 0-1,1 0 0,0 0 1,0 0-1,0 0 1,0 0-1,-1 0 0,1 0 1,0 1-1,0-1 1,0 0-1,0 0 1,0 0-1,0 0 0,-1 0 1,1 0-1,0 1 1,0-1-1,0 0 0,0 0 1,0 0-1,0 0 1,0 1-1,0-1 0,0 0 1,0 0-1,0 0 1,0 0-1,0 1 0,0-1 1,-1 65 1513,5 135 900,-1-168-2187,1 0 1,1-1-1,2 1 0,12 35 0,-16-58-202,1-1 0,0 1 0,0-1 0,0 0 0,1 0 0,11 14 0,-13-19-51,-1-1 0,1 1 0,0 0 0,0-1 1,1 0-1,-1 0 0,0 0 0,1 0 0,-1-1 0,1 1 0,-1-1 0,1 0 0,0 0 1,-1 0-1,1 0 0,0-1 0,7 1 0,-8-1-16,-1-1-1,0 1 1,1-1-1,-1 0 1,1 0 0,-1 1-1,0-1 1,1-1-1,-1 1 1,0 0 0,0-1-1,0 1 1,0-1-1,0 1 1,0-1 0,-1 0-1,1 0 1,0 0-1,-1 0 1,0 0 0,1 0-1,-1 0 1,0-1-1,1-2 1,4-10-397,0 0 0,5-29 0,-6 27-43,5-31-2182,-1 0 1,3-71-1,-8 37-2445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3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7491,'0'0'7764,"0"-13"-7294,0-32-182,0 38-10,0 38 79,4 40 1131,24 132 0,-5-57-431,33 381 824,-54-502-1813,-2-18-52,1-1-1,-1 1 1,1-1 0,0 0-1,1 1 1,-1-1 0,1 0-1,0 0 1,6 11-1,-7-15-151,1-17-901,-1-1-1,-1 1 0,0-1 0,-2 1 0,1-1 1,-2 1-1,0 0 0,-1 0 0,0 0 0,-8-15 0,-21-44-7603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13366,'0'0'7107,"237"18"-6899,-178-46-208,-3 6-752,-11-3-1969,-14 9-1521,-3 1-6435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4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276 719 7700,'0'0'5717,"-1"-4"-5269,0 1-363,1 1 0,-1 0 0,0-1 1,0 1-1,0 0 0,0 0 0,0-1 0,-1 1 0,1 0 1,0 0-1,-1 0 0,0 1 0,1-1 0,-1 0 0,0 1 0,0-1 1,0 1-1,0-1 0,0 1 0,0 0 0,-1 0 0,1 0 0,-4-1 1,-10-3 109,0 0 0,-1 2 1,0-1-1,0 2 1,0 0-1,0 2 1,-22 0-1,37 1-190,0-1 1,0 0-1,0 1 1,0 0-1,0-1 1,0 1-1,1 0 1,-1 0-1,0 0 1,0 0-1,1 0 1,-1 0-1,1 1 1,-1-1-1,1 0 1,-1 1-1,1-1 1,0 1-1,0 0 1,0-1-1,0 1 1,-1 2-1,-2 5 56,0 0 0,1 1 0,-3 12-1,4-15-5,-5 27 394,1 1-1,-3 61 1,9 72 1039,1-128-1128,-1-24-168,1 0 1,0-1 0,2 1 0,-1-1-1,2 1 1,0-1 0,10 24 0,-12-34-163,1-1 1,-1 1 0,1 0-1,0-1 1,0 0 0,1 1-1,-1-1 1,1-1 0,0 1-1,0 0 1,0-1 0,1 0-1,-1 0 1,1 0 0,-1-1 0,1 1-1,0-1 1,0 0 0,0-1-1,0 1 1,1-1 0,-1 0-1,0 0 1,0-1 0,9 1-1,-11-1-20,0 0 0,0-1-1,1 1 1,-1-1-1,0 0 1,0 0 0,0 0-1,0 0 1,0 0-1,-1 0 1,1-1 0,0 0-1,0 1 1,-1-1 0,5-4-1,-3 1-8,1 0-1,-1 0 1,0-1 0,0 1-1,-1-1 1,0 0-1,3-7 1,3-10-136,-2-1-1,0 0 1,3-27-1,-10 50 125,7-59-1160,-2-1 0,-4-86 0,-2 69-377,-3 3 346,-3-1 0,-19-77 0,8 47 528,2 12 146,-30-100 0,29 129 1105,15 38 3563,2 38-3585,5 86 493,21 120 0,-5-62-244,2 106 264,2 18-218,-22-249-774,-3-20-48,1 1 0,0-1 0,1 0 1,0 0-1,1 0 0,0 0 0,7 16 0,-6-23-404,-4-11-509,0 3 634,0-84-5165,0 36 408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4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6195,'0'0'8518,"8"30"-7018,-2-10-1203,7 30 687,-1 1 0,7 73 0,-12-17 357,-5-49-412,14 86 0,-15-139-904,-1-4-22,0-1-1,0 1 0,0 0 1,0 0-1,0 0 1,0 0-1,0 0 0,1 0 1,-1 0-1,0 0 1,1-1-1,-1 1 0,0 0 1,1 0-1,-1 0 0,1-1 1,-1 1-1,1 0 1,-1 0-1,1-1 0,0 1 1,-1-1-1,1 1 1,0 0-1,-1-1 0,1 1 1,0-1-1,0 1 1,0-1-1,-1 0 0,1 1 1,1-1-1,-1 0-6,-1 0 0,0 0 0,0 0 0,1 0 0,-1 0 0,0 0 0,0 0 0,1 0 0,-1 0 0,0 0 0,1 0 0,-1 0 1,0-1-1,0 1 0,0 0 0,1 0 0,-1 0 0,0 0 0,0-1 0,1 1 0,-1 0 0,0 0 0,0 0 0,0-1 0,0 1 0,0 0 0,1 0 0,-1-1 0,0 1 0,0 0 0,0 0 0,0-1 0,0 1 0,0 0 0,0 0 0,0-1 0,0 1 0,0-1 0,4-20-590,-2 0 0,0-1 0,-2 0 0,-2-27 0,0-7-1497,1-31-2169,-8-1-1858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5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29 317 0,'-28'-198'14903,"45"189"-13863,4-7 273,11-2-433,-1-4-880,-3 0-320,-7 6-2001,-7 0-3522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5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7988,'0'0'4388,"2"5"-3822,7 31 427,-1 1 0,4 42 1,-4-18-74,36 310 2967,9 49-1328,-51-408-2487,-2-4 4,2 0 0,-1 0 0,1 0-1,0 0 1,1-1 0,6 13 0,-2-13 26,-7-7-102,1 0 1,-1 0-1,0 0 0,0 0 1,0 0-1,1 0 1,-1 0-1,0 0 1,0 0-1,0 0 1,1 0-1,-1 0 0,0 0 1,0 0-1,0-1 1,1 1-1,-1 0 1,0 0-1,0 0 1,0 0-1,1 0 0,-1-1 1,0 1-1,0 0 1,0 0-1,0 0 1,0 0-1,0-1 1,1 1-1,-1 0 1,0 0-1,0 0 0,0-1 1,0 1-1,0 0 1,0 0-1,0-1 1,0 1-1,0 0 1,0 0-1,1-13-67,0-1 1,-1-23-1,-1 6-173,2-46-1843,-4 0 0,-15-86 1,12 122 317,1 0 0,2 0 0,3-57 0,0 97 1766,0-1 0,0 1 0,0-1 0,1 1 0,-1 0 0,0-1 0,1 1 0,-1 0 0,1-1 0,0 1 0,-1 0 0,1 0 0,0-1 0,0 1 0,0 0 0,-1 0 0,1 0 0,1 0 0,-1 0 0,0 0 0,0 0 0,0 1 0,0-1 0,1 0 0,-1 1 0,0-1 0,0 0 0,1 1 0,-1 0 0,2-1 0,4 0 324,0 0 0,0 1 0,0-1 0,14 3 0,-11-2 311,-3 1-422,-1 1 0,0 0 0,0 0 0,0 0 0,0 0 0,0 1 0,0 0 0,-1 0 0,1 1 0,-1 0 0,0 0 0,0 0 0,0 0 0,-1 1 0,0 0 0,5 6 0,2 2 37,-1 1-1,-1 1 1,0-1-1,-1 1 1,7 17-1,-10-12 24,0 0 0,-1 0 1,-1 1-1,-1-1 0,-1 1 0,-2 41 0,1-59-253,-1 10 1,-1-1 0,0 0 1,-1 0-1,0 0 0,-1 0 0,0 0 1,0-1-1,-2 1 0,1-1 1,-1-1-1,-1 1 0,-11 13 0,4-7-38,0-1-1,-1-1 1,-1 0-1,0-2 0,-1 1 1,-27 15-1,37-25-187,1 0 1,-1-1-1,1 0 0,-1 0 1,0-1-1,0 0 0,0 0 0,-1 0 1,1-1-1,0 0 0,-1-1 1,1 1-1,-12-2 0,18 1 122,0 0 0,0-1 0,1 1 0,-1 0-1,0 0 1,0-1 0,1 1 0,-1 0 0,0-1 0,1 1 0,-1 0-1,0-1 1,1 1 0,-1-1 0,1 0 0,-1 1 0,1-1 0,-1 1-1,1-1 1,-1 0 0,1 1 0,-1-1 0,1 0 0,0 1 0,0-1-1,-1 0 1,1-1 0,-1-21-1207,1 14 596,0-34-2551,0-1-1241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5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4418,'0'0'9556,"3"-2"-8795,-2 1-737,-1 1 0,0 0 0,1-1 0,-1 1 0,0-1 0,1 1 0,-1 0 0,1 0 0,-1-1-1,1 1 1,-1 0 0,0 0 0,1-1 0,-1 1 0,1 0 0,-1 0 0,1 0 0,-1 0 0,1 0 0,-1 0 0,1 0 0,-1 0 0,1 0 0,0 0 0,-1 0 0,1 0 0,-1 0 0,1 0 0,-1 0 0,0 0 0,1 1 0,-1-1 0,1 0 0,-1 0 0,1 1 0,-1-1 0,1 0 0,-1 1 0,0-1 0,1 0 0,-1 1 0,0-1 0,1 1 0,-1-1 0,0 0 0,1 2 0,7 32 955,-4-14-620,24 148 2227,-20-103-1435,3 0-1,35 110 0,-43-166-1060,1 0 0,0-1-1,1 1 1,10 14 0,-14-21-86,0 0 0,0-1 0,0 1 0,1-1 1,-1 1-1,0-1 0,1 1 0,0-1 0,-1 0 0,1 0 0,0 0 0,-1 0 1,1 0-1,0 0 0,0 0 0,0-1 0,0 1 0,0-1 0,0 1 0,0-1 1,-1 0-1,1 0 0,1 0 0,-1 0 0,0 0 0,0 0 0,-1 0 0,5-1 1,-5 0-5,1 0 1,-1 0 0,1 0-1,-1 0 1,0 0 0,1 0-1,-1 0 1,0 0 0,1 0-1,-1-1 1,0 1 0,0 0-1,0-1 1,0 1 0,1-3-1,7-19-132,-1 0 0,-1 0 0,6-32 0,-9 37-44,7-33-1080,6-105 0,-13-53-3657,-4 201 4612,0 8 299,0-9-43,0 0 0,0 0 0,0 0 0,-1 0-1,-1 0 1,0 0 0,0 1 0,-4-11 0,5 22 2100,1 7-4675,0-7 322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6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195 144 6867,'0'0'6910,"-18"-13"-5165,-11-25-1433,22 29-272,1 0 0,-2 0 0,1 0 0,-1 1 0,-16-13 0,16 14-118,-12-10 838,20 16-752,-1 1 1,1 0 0,-1-1-1,1 1 1,-1 0-1,1 0 1,-1-1 0,1 1-1,-1 0 1,1 0-1,-1 0 1,1 0 0,-1 0-1,1-1 1,-1 1 0,0 0-1,1 0 1,-1 1-1,1-1 1,-1 0 0,1 0-1,-1 0 1,1 0-1,-1 0 1,0 1 0,1-1-1,-1 0 1,1 0 0,-1 1-1,1-1 1,0 0-1,-1 1 1,1-1 0,-1 0-1,1 1 1,-1 0-1,-3 6 7,-1 1-1,2-1 0,-1 1 0,1 0 0,0 0 0,1 0 0,0 1 0,-2 12 0,0 9 371,0 34 0,3-28 37,-1 20 785,8 89 0,-4-135-1092,0 0-1,0 0 1,1 0 0,0 0-1,1-1 1,0 1 0,1-1-1,-1 0 1,2 0-1,9 13 1,-12-19-91,0 1 0,0-1 0,0 0 0,1 0 0,0 0 0,-1 0 0,1 0 0,0-1 0,0 0-1,0 0 1,1 0 0,-1 0 0,1 0 0,-1-1 0,1 0 0,-1 0 0,1 0 0,-1-1 0,1 0 0,0 1 0,0-2 0,-1 1 0,1 0 0,-1-1-1,7-2 1,-6 2-20,-1 0 0,0-1 0,0 0 0,0 0 1,0 0-1,0-1 0,0 1 0,-1-1 0,1 0 0,4-6 0,1 0-37,-2-1 1,12-17-1,-9 10-249,-1-1 0,0 1 0,-1-2 0,-1 1 0,-1-1 0,6-31 0,-6 12-1329,-2 0 1,-1-55-1,-3 86 1268,0 0 0,0 0 0,-1 0 0,0 0-1,-1 0 1,1 0 0,-1 0 0,-1 1 0,1-1 0,-1 1-1,0-1 1,-1 1 0,-4-7 0,5 9 496,-1 0 1,1 0-1,-1 1 1,0-1-1,0 1 1,-8-5 0,12 8-64,0 0 0,0 0 0,0 0 0,-1 0 0,1 0 0,0 0 0,0 0 0,0 0 0,0 0 0,-1 0 0,1 0 1,0 0-1,0 0 0,0 0 0,-1 0 0,1 0 0,0 0 0,0 0 0,0 0 0,0 0 0,-1 1 0,1-1 0,0 0 0,0 0 1,0 0-1,0 0 0,0 0 0,0 0 0,-1 0 0,1 1 0,0-1 0,0 0 0,0 0 0,0 0 0,0 0 0,0 0 1,0 1-1,0-1 0,0 0 0,0 0 0,0 0 0,-1 0 0,1 1 0,0-1 0,0 0 0,0 0 0,0 0 0,0 1 1,0-1-1,1 0 0,-1 0 0,0 0 0,-1 16-40,1-11 539,-1 85 1669,2 95 111,0-157-2152,2 0 1,2-1-1,0 1 1,13 38-1,-15-58-194,-1-1 0,1-1-1,1 1 1,-1 0-1,1-1 1,8 11 0,-9-14-59,-1-1 0,0 0 1,0 0-1,1 0 1,-1-1-1,1 1 1,0 0-1,-1-1 0,1 0 1,0 0-1,0 1 1,0-2-1,0 1 1,0 0-1,0-1 0,0 1 1,0-1-1,3 0 1,-3 0-54,-1 0-1,0-1 1,0 1 0,1-1 0,-1 1 0,0-1 0,0 0-1,0 0 1,0 0 0,0 0 0,0 0 0,0-1-1,0 1 1,0 0 0,-1-1 0,1 1 0,-1-1 0,1 0-1,-1 0 1,2-2 0,3-4-334,-1-1 0,-1 0-1,5-11 1,-5 12 16,17-54-2738,-3-10-1260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7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6147,'0'0'7910,"0"19"-6837,1 31 183,9 72 1,34 276 3258,-15-103-2934,-27-274-1491,2-1 0,10 40-1,-4-43-54,-10-17-43,0 0 1,0 0 0,0 1 0,0-1 0,1 0 0,-1 0-1,0 0 1,0 1 0,0-1 0,1 0 0,-1 0 0,0 0-1,0 0 1,1 1 0,-1-1 0,0 0 0,0 0 0,1 0 0,-1 0-1,0 0 1,0 0 0,1 0 0,-1 0 0,0 0 0,0 0-1,1 0 1,-1 0 0,0 0 0,0 0 0,1 0 0,-1 0-1,0 0 1,0 0 0,1 0 0,-1 0 0,0 0 0,0-1-1,1 1 1,-1 0 0,0 0 0,0 0 0,1 0 0,-1-1-1,0 1 1,0 0 0,0 0 0,0 0 0,1-1 0,-1 1-1,0 0 1,0 0 0,0-1 0,0 1 0,0 0 0,0 0 0,0-1-1,1 1 1,-1 0 0,0 0 0,0-1 0,0 1 0,0 0-1,0 0 1,0-1 0,0 1 0,-1-1 0,4-17-766,-1 0 1,-1-1-1,-2-34 1,0 10-1325,1 43 2097,1-17-1316,-2 1 0,-3-22 0,-1 17-1540,-13-33 0,18 54 2816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7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14727,'0'0'5218,"178"76"-3201,-101-64-1265,3-12-544,-14 0-208,-13 0-48,-15-9-960,-21-4-1169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4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 17144,'0'0'5426,"-7"3"-5426,18-6-4418,-11-3-768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59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35 7155,'0'0'6587,"-1"-6"-6405,-4-17 39,4 18 270,1 27-670,2 110 974,21 143 0,-2-117-21,44 282 1219,-63-432-1944,1 9 105,0 1 0,1-1 0,1-1 0,13 32 0,-17-46-159,0 0 0,0 0 0,0 0 0,0 0 1,0 0-1,1 0 0,-1 0 0,0 0 0,1-1 0,0 1 0,-1 0 1,1-1-1,0 0 0,0 1 0,0-1 0,0 0 0,0 0 0,0 0 0,0 0 1,0 0-1,0-1 0,5 2 0,-7-2-22,0 0 0,0 0 1,1 0-1,-1 0 0,0 0 0,0 0 0,0 0 0,1 0 1,-1 0-1,0 0 0,0 0 0,1 0 0,-1-1 1,0 1-1,0 0 0,0 0 0,1 0 0,-1 0 1,0 0-1,0-1 0,0 1 0,1 0 0,-1 0 1,0 0-1,0 0 0,0-1 0,0 1 0,0 0 0,1 0 1,-1-1-1,0 1 0,0 0 0,0 0 0,0 0 1,0-1-1,0 1 0,0 0 0,0 0 0,0-1 1,0 1-1,2-60-2833,-3 34 1222,1-33-3626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6:59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74 3265,'0'0'3109,"10"-11"-2805,27-36 336,-29 34 6313,-10 10-5866,-7 7-1702,5-1 650,-1 0 0,1 1 0,-1-1 0,1 1 0,0 0 1,0 1-1,1-1 0,-1 1 0,-3 6 0,-4 5 25,-47 69 272,4 3 0,-54 120 1,62-114-99,-4-1 0,-63 85 0,113-178-249,0 0 0,0 0 0,0 0-1,0 0 1,0 0 0,0 0 0,0-1 0,0 1 0,0 0 0,0 0 0,0 0-1,0 0 1,0 0 0,0 0 0,0 0 0,0 0 0,0 0 0,0-1-1,0 1 1,0 0 0,0 0 0,0 0 0,0 0 0,0 0 0,0 0-1,0 0 1,0 0 0,0 0 0,-1-1 0,1 1 0,0 0 0,0 0-1,0 0 1,0 0 0,0 0 0,0 0 0,0 0 0,0 0 0,0 0-1,0 0 1,0 0 0,-1 0 0,1 0 0,0 0 0,0 0 0,0 0-1,0 0 1,0 0 0,0 0 0,0 0 0,0 0 0,-1 0 0,1 0-1,0 0 1,0 0 0,0 0 0,0 0 0,0 0 0,0 0 0,0 0 0,0 0-1,0 0 1,-1 0 0,1 0 0,0 0 0,0 0 0,0-17-708,4-20-424,-1 27 864,0 1-1,1-1 1,0 1-1,1 0 1,-1 0-1,2 1 1,11-15-1,-16 21 307,0 0-1,1 0 0,0 0 1,-1 1-1,1-1 1,0 0-1,0 1 0,0 0 1,0-1-1,0 1 1,0 0-1,1 0 0,-1 0 1,0 0-1,0 0 0,1 1 1,-1-1-1,0 1 1,1 0-1,-1-1 0,1 1 1,-1 0-1,1 0 0,-1 1 1,0-1-1,1 0 1,-1 1-1,1 0 0,3 1 1,0 1 94,-1 1 1,1-1-1,-1 1 1,0 0-1,0 1 1,0-1-1,0 1 1,-1 0-1,7 10 1,35 56 1875,46 95 0,-61-105-1244,3-1 0,2-1-1,45 55 1,-73-105-675,0 0-1,0-1 0,17 14 1,-21-20-69,-1 1 0,1-1 1,0 0-1,0 0 0,0-1 1,0 1-1,0-1 0,0 0 1,1 0-1,-1 0 1,0 0-1,7-1 0,-9 0-39,0 0 0,0 0 0,0-1-1,-1 1 1,1-1 0,0 1 0,0-1 0,0 0-1,-1 1 1,1-1 0,0 0 0,-1 0 0,1 0-1,0-1 1,-1 1 0,0 0 0,1-1 0,-1 1 0,0 0-1,1-1 1,-1 0 0,0 1 0,0-1 0,-1 0-1,1 1 1,0-1 0,1-4 0,0-3-270,1 0 0,-1 0-1,-1 0 1,1-12 0,-2 17 173,2-94-4506,-2 66 2380,0-32-3529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00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9300,'0'0'6571,"5"32"-5413,-1-1-824,1 10 153,2-1 1,1 1-1,17 44 1,-19-66-290,1 0-1,0 0 1,2 0 0,0-1-1,2 0 1,-1-1 0,2 0 0,17 19-1,-25-32-190,1-1-1,-1 1 0,1-1 1,0 0-1,0 0 0,0-1 1,0 0-1,0 1 0,1-2 0,8 3 1,-11-3-33,0-1 0,0 1 1,1-1-1,-1 1 0,0-1 0,0 0 1,0-1-1,0 1 0,0 0 1,0-1-1,0 0 0,0 0 1,0 0-1,0 0 0,0 0 0,0 0 1,0-1-1,-1 1 0,1-1 1,-1 0-1,4-3 0,-1 0-99,-1-1 0,0 0 0,-1 0 0,0 0-1,1-1 1,-2 1 0,1-1 0,-1 1 0,0-1 0,0 0 0,-1 0-1,1-7 1,0-18-728,-1-44 0,-1 44 496,-1 24 263,1 0 0,-1 1 0,0-1 0,-1 1 0,1 0 0,-1-1 0,-1 1 0,0 0 0,0 0 0,0 0 0,-1 1 0,0-1 0,-8-10 0,2 6 37,0 0 0,-1 1 0,0 1 0,0-1 0,-1 2 0,-15-10 0,19 14 158,1 0-1,0 1 1,-1 0 0,0 0 0,0 0-1,0 1 1,0 0 0,0 1-1,-1 0 1,1 0 0,-17 1 0,23 0-72,-1 1 1,1-1 0,0 0 0,-1 1 0,1 0 0,0-1 0,-1 1-1,1 0 1,0 0 0,0 0 0,0 0 0,0 1 0,0-1 0,0 1-1,0-1 1,0 1 0,0 0 0,1-1 0,-1 1 0,1 0 0,-1 0-1,1 0 1,0 0 0,0 1 0,0-1 0,0 0 0,-1 4 0,-1 2-389,1 1 1,0 0-1,0 1 1,1-1 0,0 0-1,1 10 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00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2065,'0'0'10378,"3"-2"-9511,9-9-109,-12 11-735,0 0 0,0 0-1,1 0 1,-1 0 0,0 0 0,0-1 0,0 1 0,0 0 0,0 0-1,1 0 1,-1 0 0,0 0 0,0 0 0,0 0 0,0 0 0,0 0 0,1 0-1,-1 0 1,0 0 0,0 0 0,0 0 0,0 0 0,1 0 0,-1 0 0,0 0-1,0 0 1,0 0 0,0 0 0,1 0 0,-1 0 0,0 0 0,0 0-1,0 0 1,0 0 0,1 0 0,-1 0 0,0 1 0,0-1 0,0 0 0,0 0-1,0 0 1,0 0 0,0 0 0,1 0 0,-1 1 0,0-1 0,3 11 334,-2-5-122,28 188 2713,14 65-595,-41-248-2310,12 35 144,-14-45-199,1 1-1,-1-1 1,1 1 0,0-1-1,-1 0 1,1 0-1,0 1 1,0-1 0,0 0-1,0 0 1,0 0-1,0 0 1,0 0 0,0 0-1,0 0 1,0 0-1,1 0 1,-1 0 0,0-1-1,1 1 1,-1-1-1,0 1 1,1-1 0,1 1-1,-1-20-1949,-2 15 1593,0-14-523,1 1-1115,-2 0 0,-2-25 0,-15-17-4903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00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13014,'0'0'1345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01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12582,'0'0'4426,"4"26"-3823,46 464 2929,-12-209-2041,-26-220-1213,2 0-1,33 87 1,-41-134-265,0 0 1,0-1 0,2 0 0,-1 0 0,2 0-1,0-1 1,0-1 0,21 21 0,-25-28-41,0 0 1,0 0-1,0-1 1,0 1-1,1-1 1,-1-1-1,1 1 1,0-1-1,0 0 1,0 0-1,0 0 1,0-1-1,0 0 1,1 0-1,-1-1 1,0 1-1,1-2 1,-1 1-1,0-1 1,0 1-1,0-2 1,10-2-1,-9 2-57,-1-1-1,-1 0 0,1 0 1,0-1-1,-1 0 0,1 0 1,-1 0-1,0 0 0,-1-1 1,1 0-1,-1 0 0,0 0 1,0 0-1,0-1 0,3-6 1,-1-1-337,0 0 0,-1 0 0,0-1 1,-1 0-1,5-26 0,-6 16-1422,-1 0 0,-1 1 1,-3-40-1,-6 14-6270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0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9732,'0'0'4915,"-7"0"-5812,14 0-319,0 0-577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27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56 2769,'0'0'4202,"-7"-9"-3890,-2 0-193,5 6-19,1-1 0,0 1 0,0-1 0,0 0 0,0 0 0,-4-9 0,5 19 69,1 0-1,-1-1 1,1 1-1,1 0 1,-1 0-1,1 0 1,0 0-1,2 11 0,-1 10 248,2 34 547,2 0 0,2 0 0,4-1 0,2 0 0,21 59 1,-33-115-894,7 18 121,-8-21-185,0 0 0,1 0-1,-1-1 1,0 1 0,1 0 0,-1-1 0,0 1 0,1 0-1,-1-1 1,1 1 0,0 0 0,-1-1 0,1 1 0,-1-1 0,1 1-1,0-1 1,-1 1 0,1-1 0,0 1 0,1-1 0,-2 0 26,0-1 32,-7-239-3037,4 181 1712,3-117-1570,0 174 2855,0-1-1,0 1 1,1-1-1,-1 1 1,1-1-1,-1 1 1,1-1 0,0 1-1,0 0 1,0-1-1,0 1 1,0 0-1,1 0 1,-1 0-1,1 0 1,-1 0-1,1 0 1,0 0-1,0 0 1,0 1-1,0-1 1,0 1 0,0-1-1,0 1 1,1 0-1,-1 0 1,0 0-1,1 0 1,-1 0-1,0 1 1,1-1-1,-1 1 1,1-1-1,0 1 1,-1 0-1,1 0 1,-1 0 0,1 0-1,-1 1 1,1-1-1,-1 1 1,1-1-1,-1 1 1,0 0-1,1 0 1,-1 0-1,0 0 1,1 0-1,-1 1 1,0-1-1,0 1 1,0-1 0,0 1-1,-1 0 1,3 3-1,11 13 443,-2 2 0,-1-1 0,0 2 0,-2 0 0,12 31 0,30 114 1887,4 55 862,-56-218-3139,1-1-20,-1 1-1,1-1 1,0 1-1,0-1 1,-1 1-1,1-1 1,1 1-1,-1-1 1,0 0-1,1 0 1,-1 0-1,4 4 1,-4-6 5,-1-364-5573,0 349 5237,1 0-1,1 0 1,0 1 0,1-1-1,1 1 1,0-1-1,9-18 1,-9 24 192,0 1 0,1-1 0,0 1 0,0 0 0,1 0 0,0 0 0,0 1 0,1 0 0,0 0 1,0 0-1,1 1 0,11-7 0,-16 11 119,0 0 1,0 1-1,0-1 1,1 1-1,-1 0 1,0 0-1,1 0 1,-1 0-1,1 1 1,-1-1-1,1 1 1,4 0-1,-5 0 27,-1 1-1,0-1 1,0 1-1,0 0 1,0 0-1,0 0 1,0 0-1,0 0 1,0 0-1,0 0 1,0 1-1,-1-1 1,1 0 0,0 1-1,-1 0 1,1-1-1,-1 1 1,0 0-1,1 0 1,0 3-1,10 18 532,-2 1-1,0 0 0,-2 0 1,7 36-1,14 108 2073,-25-142-2227,-1 1-7,-1-9-220,1-1-1,0 1 1,1-1 0,1 0 0,10 24-1,-14-38-234,0-1-1,1 0 0,-1 0 0,1 0 0,0 0 0,0 0 1,-1 0-1,1 0 0,1 0 0,-1-1 0,0 1 1,4 1-1,-5-3-119,-1 1 0,1-1-1,0 0 1,-1 0 0,1 1 0,0-1 0,-1 0 0,1 0 0,0 0 0,-1 0 0,1 0 0,0 0-1,0 0 1,-1 0 0,1 0 0,0-1 0,-1 1 0,1 0 0,0 0 0,-1 0 0,1-1 0,0 1-1,-1-1 1,1 1 0,-1 0 0,1-1 0,0 1 0,-1-1 0,1 1 0,-1-1 0,0 1-1,1-1 1,-1 1 0,1-1 0,-1 0 0,0 1 0,1-1 0,-1 0 0,0 1 0,0-1 0,1 0-1,-1 1 1,0-1 0,0 0 0,0 0 0,0 1 0,0-1 0,0 0 0,0 0 0,1-31-8816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27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28 465 5106,'0'0'5253,"17"-27"-4543,55-87-352,-55 88-322,-2 0 1,22-53 0,-34 70-320,0 1 0,-1-1 0,0 0 0,-1 1 1,0-1-1,0 0 0,-1 0 0,0 0 0,-1 0 0,1 0 0,-5-14 0,4 20 135,0-1 0,0 1-1,0-1 1,-1 1-1,0 0 1,0 0-1,0 0 1,0 0 0,0 0-1,0 0 1,-1 0-1,0 1 1,1-1-1,-1 1 1,0 0-1,0 0 1,0 0 0,0 0-1,-1 0 1,-3-1-1,-2 0 40,1 0-1,-1 1 1,0 0-1,0 0 0,0 1 1,0 0-1,-10 0 1,17 2 152,0-1 0,0 0 1,0 0-1,0 1 0,0-1 1,0 1-1,0-1 0,0 1 1,0 0-1,0 0 0,0 0 1,1 0-1,-1 0 0,0 0 1,0 1-1,1-1 0,-1 1 1,1-1-1,0 1 0,-1-1 1,1 1-1,0 0 0,0 0 1,0-1-1,0 1 1,0 0-1,-1 4 0,-1 4 360,0 1 0,1 0 0,0-1 0,0 17 0,0 108 3800,2-84-2900,1-10-121,1-1 0,2 1 0,12 50 0,-10-68-760,1-1 0,0 1-1,2-1 1,0-1 0,1 1 0,2-2 0,14 22 0,-21-36-370,-1 1 1,1-1 0,1-1-1,-1 1 1,1-1 0,0 0-1,1 0 1,-1 0 0,1-1-1,0 0 1,0 0 0,0-1-1,0 0 1,0 0 0,1-1-1,0 0 1,-1 0 0,1-1-1,0 0 1,0 0 0,0-1-1,8 0 1,-9 0-46,-1-1 0,0 1 1,0-1-1,0-1 0,1 1 0,-1-1 0,0 0 1,-1 0-1,1 0 0,0-1 0,-1 0 1,1 0-1,5-5 0,-3 1-116,-1 0 1,1 0-1,-1-1 0,-1 1 1,0-2-1,0 1 0,8-14 1,-4 1-533,-1 0 0,-1 0 1,-1-1-1,-1 1 0,0-2 0,4-42 1,-7-28-2748,-3-2-1124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28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18 6771,'0'0'4536,"-1"-4"-4347,-2-10 443,12 55 238,72 481 6013,-38-224-4522,-12-141-1586,-26-139-729,1 0-1,1 0 1,0 0-1,1-1 1,1 0-1,12 17 1,-19-31-93,-1-1 5,1 0 1,-1 0 0,0 0 0,1 0 0,-1 0-1,1 0 1,-1-1 0,1 1 0,0-1 0,0 1-1,0-1 1,-1 0 0,5 2 0,-5-8-1136,-1-4 313,-1-1-1,1 1 1,-2 0 0,1 0-1,-1 1 1,-4-14-1,-24-35-4662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28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3265,'0'0'16424,"240"16"-16248,-177-16-176,-4 0-224,-13 0-1953,-19 0-3362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28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71 470 6515,'0'0'5194,"8"-15"-3777,-1 1-1097,-4 5-161,1 0-1,1 1 0,0 0 0,0 0 0,0 0 0,1 1 1,0-1-1,0 1 0,12-9 0,12-9 211,-1-1 1,-2-1-1,0-2 0,35-50 0,-56 69-686,-1 0-1,0 0 0,0 0 0,3-12 0,-7 17-67,1 0 0,-1 0 0,0 0 0,-1 0 0,1-1-1,-1 1 1,0 0 0,0 0 0,-1 0 0,1 0 0,-2-6 0,1 9 288,0 0 0,-1 0 1,1 0-1,0 0 1,-1 0-1,1 1 1,-1-1-1,1 0 1,-1 1-1,0-1 1,0 1-1,1 0 1,-1 0-1,0-1 1,0 1-1,-1 0 1,1 1-1,0-1 1,0 0-1,-4 0 1,-4-2 97,-1 1 1,-21-1-1,-128 3 1320,156 1-1241,-1-1 1,1 1 0,-1 0-1,1 0 1,-1 0-1,1 0 1,0 1 0,0 0-1,0 0 1,0 0-1,0 0 1,0 1 0,0-1-1,1 1 1,-1 0-1,1 0 1,0 1-1,0-1 1,0 1 0,0-1-1,0 1 1,1 0-1,0 0 1,0 0 0,0 0-1,0 1 1,1-1-1,0 0 1,-1 1-1,2-1 1,-1 1 0,0-1-1,1 7 1,-2 14 393,2 0 1,0 1 0,2-1-1,1 0 1,1 0 0,1-1-1,1 1 1,1-1 0,1 0-1,15 30 1,-4-16 417,2 0-1,31 42 1,-40-63-673,0-2 1,2 1-1,0-2 0,1 0 0,0 0 1,33 21-1,-38-30-199,0 0 0,1 0-1,-1-1 1,1 0 0,0-1 0,0-1 0,0 0 0,11 1-1,-15-2-30,0 0 0,0-1 0,-1 0 0,1-1 0,0 0 0,0 0 0,-1 0 0,1-1 0,0 1 0,-1-2 0,0 1 0,1-1 0,-1 0 0,9-6 0,-8 3-262,1-2 0,-1 1 0,-1-1 0,1 0 0,-2 0 0,1-1 0,-1 1 0,0-1 0,-1-1 0,0 1 0,0-1 0,-1 1 0,0-1 0,-1 0 0,2-11 0,0-15-2024,-1-1 0,-3-71 1,-1 85 356,-7-34 1,-13-19-3005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29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1361,'0'0'16244,"12"38"-14459,3 14-1240,61 177 1287,-65-198-1548,16 40 491,55 105-1,-41-119-731,-40-70-457,-2-34-1159,-2 0 0,-11-55 0,6 45-634,3-1-1,2-73 1,2 121 2143,2 0 1,-1 1-1,2-1 0,-1 0 0,1 0 0,1 0 1,0 1-1,0-1 0,7-12 0,-6 15 304,1-1 0,0 1 0,0 1 0,1-1 0,0 1 0,0 0 0,0 0 0,1 1-1,0 0 1,0 0 0,9-5 0,-4 5 44,-1 0-1,1 1 0,0 0 1,0 1-1,1 0 1,-1 1-1,1 0 0,-1 1 1,1 0-1,0 1 1,-1 1-1,22 3 0,-29-3-497,0 1 0,-1 0 0,1 0 0,0 0 0,-1 1-1,1-1 1,-1 1 0,0 0 0,0 0 0,0 1-1,4 3 1,-6-5-182,6 8-3550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0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325 659 8436,'0'0'6109,"0"-13"-5794,0-43-219,0 51-109,0 0 0,0 1 1,-1-1-1,0 0 0,0 0 0,0 1 0,-1-1 0,0 1 1,0-1-1,0 1 0,0 0 0,0-1 0,-6-6 0,0 3-54,0 0 0,0 0 0,-18-13 0,14 12-21,5 3 6,0 0 0,-1 1 0,1 0 0,-1 1 0,0 0 0,0 0 0,-1 1 0,1 0 0,-1 0 0,1 1 0,-1 0 0,0 0 0,0 1 0,-14 0 0,20 1 82,1 1 0,-1-1 1,0 1-1,1-1 0,-1 1 0,0 0 1,1 0-1,-1 1 0,1-1 0,-1 0 0,1 1 1,0-1-1,0 1 0,-1 0 0,1 0 1,0 0-1,1 0 0,-1 0 0,0 0 0,1 1 1,-1-1-1,1 0 0,0 1 0,-1-1 1,1 1-1,-1 3 0,-3 10 69,0 0 0,1 1-1,-3 20 1,6-30-30,-19 215 2014,18 4 642,2-151-1782,0-64-764,0-5-2,0 0 0,0 1 0,0-1 1,1 0-1,2 11 0,-2-15-124,0-1 0,-1 1 0,1-1 0,0 0 0,0 1 0,0-1 0,0 0 0,0 0 0,0 1 0,0-1 0,0 0 0,0 0 0,0 0 0,1 0 0,-1-1 0,0 1 0,1 0 0,-1-1 0,1 1 0,-1 0 0,1-1 0,-1 0 0,1 1 0,-1-1 0,1 0 0,-1 0 0,3 0 0,1 0-5,-1 0 0,1-1 0,-1 1 1,1-1-1,-1-1 0,0 1 0,1 0 0,-1-1 1,0 0-1,0 0 0,0 0 0,0-1 0,0 1 1,-1-1-1,1 0 0,-1 0 0,1 0 0,-1 0 1,0-1-1,-1 1 0,1-1 0,3-5 0,4-8-63,-1 0 0,-1-1 0,0 0-1,5-19 1,-3 2-743,-1-1 0,-1 0 1,4-74-1,-11-112-4615,-1 215 5182,-4-45-3019,-20-100-1,15 105 2681,1-1 0,-2-70 0,10 73 1206,0-46 4636,-6 136-2304,10 604 4062,-2-590-6666,0 20 90,3 1 0,20 99 0,-23-168-398,1 0 0,0 0 0,8 16 0,-10-25-92,0 0-1,0 0 1,0 0-1,0 0 1,0-1-1,0 1 0,0 0 1,1-1-1,-1 1 1,1-1-1,0 1 1,-1-1-1,1 0 0,0 0 1,0 1-1,-1-1 1,1-1-1,0 1 1,0 0-1,0 0 0,0-1 1,0 1-1,0-1 1,4 1-1,-6-1-40,1 0 0,-1 0-1,1 0 1,-1-1 0,1 1 0,-1 0-1,1 0 1,-1 0 0,1-1 0,-1 1 0,1 0-1,-1 0 1,1-1 0,-1 1 0,0 0-1,1-1 1,-1 1 0,1 0 0,-1-1-1,0 1 1,1-1 0,-1 1 0,0-1-1,0 1 1,1-1 0,-1 1 0,0-1 0,0 1-1,0-1 1,1 1 0,-1-1 0,1-21-1330,-1 15 583,1-41-3929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1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222 183 2993,'0'0'9821,"0"-27"-9264,0-127 1773,-3 153-1626,-1 1-638,-1 0-1,1-1 1,-1 2-1,1-1 1,0 0 0,-1 1-1,1 0 1,0 0 0,0 0-1,-1 1 1,1-1 0,0 1-1,1 0 1,-1 0 0,0 1-1,0-1 1,-5 6 0,-2 3 42,1 1 0,0 1 0,1 0 1,1 0-1,0 0 0,1 1 0,0 1 0,1-1 1,1 1-1,-7 26 0,5-6 283,1 1 0,1 0-1,1 56 1,3-75-278,1-12-83,0-1 0,0 1 0,0 0 0,0 0 0,1 0 1,0 0-1,1 5 0,-1-9-27,0 0 0,0 1 1,-1-1-1,1 0 0,0 1 0,0-1 0,1 0 1,-1 0-1,0 0 0,0 0 0,0 0 0,1 0 1,-1-1-1,1 1 0,-1 0 0,0 0 1,1-1-1,-1 1 0,1-1 0,-1 0 0,1 1 1,0-1-1,-1 0 0,1 0 0,2 0 1,33 0 27,-29 0-49,1-1-1,0 1 1,-1 1 0,1 0-1,0 0 1,-1 0-1,1 1 1,-1 1-1,0-1 1,0 1 0,9 5-1,-2 2-2,-1 0-1,0 2 0,0 0 1,-2 0-1,1 1 1,-2 1-1,0 0 1,0 0-1,-1 1 0,-1 0 1,14 33-1,-9-14 77,-2 0-1,-1 1 1,-1 0-1,8 72 0,-11-12 417,-5 102 0,-4-158-296,-1 0-1,-15 73 0,11-87-91,0 1 1,-2-1-1,-1-1 0,-1 0 0,-16 27 0,21-42-53,0-1-1,0 1 1,0-1-1,-1-1 1,0 1-1,-1-1 1,0 0 0,0-1-1,0 0 1,-12 7-1,14-10-17,0-1-1,0 1 1,0-1-1,0 0 0,0 0 1,-1-1-1,1 0 1,0 0-1,-1-1 1,1 1-1,-1-1 0,1-1 1,0 1-1,-1-1 1,1 0-1,-1-1 1,-8-2-1,9 1-14,-1 0-1,1-1 1,0 0-1,0 0 1,1 0 0,-1 0-1,1-1 1,0 0 0,0 0-1,0 0 1,1-1-1,0 0 1,0 0 0,-5-11-1,1 1-139,1 0 0,1-1 0,0 0 0,-6-32 0,7 18-285,1 1 0,0-55-1,5 70 351,0-1 1,0 1-1,2 0 0,0 0 0,1 0 0,0 0 1,10-22-1,-4 19 70,1 0 1,0 2 0,1-1 0,1 1 0,0 1 0,22-20-1,-5 9 23,1 2 0,48-30 0,92-40 423,-148 83-926,0 2 0,0 1 1,1 0-1,0 2 0,46-6 0,-58 11-3964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3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4738,'0'0'5459,"0"-9"-4448,0-41 3401,0 51-4371,14 261 1159,9-55 432,31 198 1263,-53-396-2858,1 1-1,0-1 0,1 0 0,0 0 0,1 0 1,8 16-1,-6-20-1981,-4-27-11653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3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1 201 10949,'0'0'4186,"29"-22"-4010,93-67-16,-114 84-125,-1 0 0,1 1 1,0-1-1,16-5 0,-20 10 0,-1-1 0,1 0 1,-1 1-1,1 0 0,-1 0 0,1 0 0,3 0 1,8 1 133,-3-1-16,-4 0 36,0 0 1,0 0-1,12 3 0,-18-2-140,1-1 0,-1 1-1,1 0 1,0 0 0,-1 1 0,0-1-1,1 1 1,-1-1 0,0 1 0,0-1-1,0 1 1,0 0 0,3 3 0,-1 1 35,0-3-22,-1 1 1,1 0-1,-1 0 0,0 0 0,0 0 1,-1 1-1,1-1 0,-1 1 0,0 0 1,0-1-1,-1 1 0,2 7 1,-3-12-242,0-8-1876,0-4 644,-2 0 0,0 0 0,0 0-1,-7-22 1,-14-29-5707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4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7571,'0'0'9381,"202"-34"-8949,-146 34-256,-4 0-160,-10 0-16,-7 0-576,-3 0-1761,-8 3-5299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4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29 141 4098,'0'0'5112,"0"-18"-4120,0-59-80,-4 31 2170,4 46-3023,-1 1-58,1-1 0,-1 0 0,1 1 0,-1-1 0,1 1 0,-1-1 1,1 0-1,0 1 0,-1-1 0,1 1 0,0 0 0,0-1 0,-1 1 1,1-1-1,0 1 0,0-1 0,0 1 0,-1-1 0,1 1 0,0 0 1,0-1-1,0 1 0,0-1 0,0 2 0,0 0 8,-10 107 1732,5 174 0,6-172-173,-2-64-928,-1-31-415,2 1 0,0-1-1,1 0 1,3 19 0,-4-33-226,1-1 0,-1 0 1,0 1-1,1-1 0,-1 1 1,1-1-1,0 0 1,-1 1-1,1-1 0,0 0 1,0 0-1,0 0 0,0 0 1,0 0-1,0 0 0,0 0 1,0 0-1,1 0 0,-1 0 1,0 0-1,0-1 1,1 1-1,-1 0 0,3 0 1,-3-17-1188,-1-4 5,1 7 65,-1 1-1,0 0 1,-1-1 0,-1 1-1,0-1 1,-4-12-1,-15-21-5657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4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3490,'0'0'9385,"36"-3"-8184,120-10-105,-138 12-876,0 0-1,0 1 1,0 1-1,0 1 1,-1 0-1,23 6 1,17 3 68,-15-5-224,-41-6-235,-23 1-9919,-1 2 4378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5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10325,'0'0'6547,"220"25"-5203,-154-25-639,-3 0-241,-14-7-192,-14-5-224,-18 6-48,-10-7-448,-4 4-1057,-3-4-1232,0-3-2001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0 6195,'0'0'8345,"-16"7"-7745,6-3-525,0-1-39,0 2 0,0-1 0,0 1-1,1 0 1,0 1 0,0 0 0,0 1 0,1 0 0,0 0 0,-9 10 0,11-9 5,1 0 0,-1 0-1,2 1 1,-1-1 0,1 1 0,0 1 0,1-1 0,-4 16 0,3-5 43,2 1 0,0 0 0,1 22 0,1-36-90,1 1 0,0-1 0,1 1 1,-1-1-1,1 0 0,1 0 0,-1 0 0,1 0 0,0 0 0,1-1 0,0 1 1,0-1-1,8 10 0,8 6-83,0-1 0,30 23 0,16 17 166,-61-55-67,1 0 0,-1 0 0,0 1 0,0-1 0,-1 1 0,0 1 0,0-1 0,-1 0 0,0 1 0,0 0 0,0 0 1,-1 0-1,-1 0 0,1 0 0,-1 0 0,0 14 0,-2-19-12,1 0 0,0 0 0,-1 0 0,1 0 1,-1 0-1,0 0 0,0 0 0,0-1 0,0 1 0,-1 0 0,1 0 1,-1-1-1,1 1 0,-4 3 0,0-2 7,1 0 0,0 0 0,-1 0-1,0 0 1,0-1 0,0 0 0,-7 3 0,2-1-83,-1-1 0,0 0 0,0-1 0,0 0-1,0-1 1,-1 0 0,-18 0 0,25-1-176,4-1 153,0 0 0,1 0 0,-1 0 0,0 0-1,0 1 1,1-1 0,-1 0 0,0 0 0,0 0 0,1-1 0,-1 1 0,0 0 0,1 0 0,-1 0-1,0 0 1,0-1 0,1 1 0,-1 0 0,0-1 0,1 1 0,-1 0 0,1-1 0,-1 1 0,0-1-1,1 1 1,-1-1 0,1 1 0,-1-1 0,1 0 0,0 1 0,-1-1 0,1 1 0,0-1-1,-1 0 1,1 1 0,0-1 0,0 0 0,-1 0 0,1 1 0,0-2 0,-1-34-5817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5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6147,'0'0'10709,"63"31"-10229,-32-21-96,-3-4-144,3-3-192,-6 0-48,-8-3-64,-6 0-528,-8 0-1425,-3-12-6163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6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10501,'10'-176'1248,"43"176"513,3 0-272,3 3-929,-10-3-560,-15 0-48,-13 0-1505,-14 0-2528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6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0 269 12198,'0'0'4997,"23"-15"-4875,70-52-106,-90 65-32,1-1 0,-1 0 0,0 0 0,0-1-1,0 1 1,0 0 0,-1-1 0,1 0 0,-1 1-1,0-1 1,0 0 0,0 0 0,-1-1 0,1 1 0,-1 0-1,1-6 1,1-3-194,1-12-1463,-1 1 0,1-33 0,-4 746 9656,0-683-7901,3 33 379,-3-37-464,0-1 1,0 0 0,0 0-1,0 0 1,1 0 0,-1 0-1,0 0 1,1 0 0,-1 0-1,1 0 1,-1 0-1,1-1 1,-1 1 0,1 0-1,0 0 1,-1 0 0,1-1-1,0 1 1,0 0-1,0-1 1,-1 1 0,1 0-1,0-1 1,0 1 0,0-1-1,0 0 1,0 1-1,0-1 1,0 0 0,2 1-1,-2-1-82,-1-1 0,1 1 0,-1 0 0,1-1 0,-1 1 0,1-1 0,-1 1 0,1 0 0,-1-1 0,0 1-1,1-1 1,-1 1 0,0-1 0,1 0 0,-1 1 0,0-1 0,0 1 0,1-1 0,-1 1 0,0-1 0,0 0 0,0 1 0,0-1 0,0 1-1,0-1 1,0 0 0,0 1 0,0-2 0,0-25-1564,-1 19 798,1-35-4482,0-1-4472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7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1193 9508,'0'0'8516,"126"-156"-8052,-92 83-255,-2-11-209,-8-20-32,-3-9-161,-7-9-671,0-4-593,-7 7-832,-4 9-1024,-3 10-449,4 15 160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7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1 107 224,'0'0'6299,"0"-17"-5733,0-55 298,0 55 222,0 19-8,-1 95 2427,4 134-183,0-202-2953,0 0 1,2 0-1,2-1 0,0 0 1,2 0-1,0 0 0,3-1 1,0-1-1,1 0 1,27 38-1,-36-58-317,1 0 1,0 0-1,0-1 1,0 1-1,1-1 0,0-1 1,0 1-1,9 5 1,-10-8-44,-1-1 0,0 1 0,1-1 0,-1 0 0,0 0 0,1 0 0,0 0 0,-1-1 1,1 0-1,-1 0 0,1 0 0,-1 0 0,1-1 0,8-2 0,-9 2-6,-1 0-1,1-1 1,-1 0 0,0 0-1,1 0 1,-1 0 0,0 0-1,0-1 1,0 1-1,0-1 1,-1 0 0,1 0-1,-1 0 1,0 0-1,0 0 1,3-7 0,3-5-147,-1-1 1,6-23 0,-11 33 69,6-24-742,0 0-1,-3 0 1,4-57 0,-8-96-2553,-2 89 2763,1-29 1628,7 127-203,-2 4-661,-1 0 0,0 1 1,0 0-1,-1-1 1,-1 1-1,1 1 1,-1-1-1,-1 0 0,1 12 1,4 12 204,19 118 1116,8 39 43,-31-183-1498,-2-2-24,1-1-1,0 1 1,0 0-1,1 0 1,0 0-1,-1-1 1,2 1 0,-1 0-1,0-1 1,5 5-1,-4-7-498,-2-18-8649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25 4002,'0'0'10114,"0"-4"-9338,0-17 1401,-11 26-1675,3 6-426,1 0 1,0 1 0,1-1 0,1 1 0,-7 20-1,-4 7 27,-150 460 1803,140-411-1478,16-55-278,-1 4 203,-9 51 0,20-87-347,-2 30 303,2-17-194,7-34-564,0 4 199,4-24-1505,7-44-1,-13 43-2051,2-48 0,-6 20-3130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8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7652,'0'0'8449,"11"32"-7454,-5-13-805,68 192 1615,48 217 1870,-72-234-2857,-46-176-782,1-1 0,1 0 0,12 24 0,-15-51-2599,-5-12 1343,0 13 361,-1-1 0,0 1 0,-5-11 0,-21-33-3981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39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14038,'0'0'5171,"227"34"-4195,-133-34-688,-10 0-288,-14-12-144,-18-4-2289,-17 6-2081</inkml:trace>
  <inkml:trace contextRef="#ctx0" brushRef="#br0" timeOffset="1">1618 616 17784,'0'0'4690,"7"0"-5234,-42 15-17720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4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2577,'0'0'6499,"-3"1"-5314,-9 1 898,20-2 1836,14 0-508,-9 3-4639,-10-2 1225,-1 0 0,1 0 0,-1 1 0,0 0 0,1-1 0,-1 1 0,0 0 0,0 0 0,0 0 0,0 0 0,0 0 0,-1 1 0,1-1 0,-1 1 0,0-1 0,1 1 0,-1-1 0,0 1 0,0 0 0,-1-1 0,1 1 0,-1 0 0,1 0 0,-1 0 0,0 3 0,1 10-39,-1 0 0,0 0 0,-3 17 0,1-22-6,-1 0 0,0-1-1,0 0 1,-1 1 0,0-1-1,-1-1 1,0 1 0,-1-1-1,-11 15 1,5-8-216,-1-1 0,-1 0 0,0-1 0,-21 15 0,19-21-415,16-8 627,-1 0 0,1 0 0,0 0 0,-1 0-1,1 0 1,-1 0 0,1 0 0,0 0 0,-1 0 0,1-1 0,0 1-1,0 0 1,-1 0 0,1 0 0,0-1 0,-1 1 0,1 0-1,0 0 1,0-1 0,-1 1 0,1 0 0,0 0 0,0-1 0,0 1-1,-1 0 1,1-1 0,0 1 0,-1-4-442,0 0 1,1 1-1,-1-1 1,1 0-1,0 1 1,1-7-1,-1-2-350,0-48-6810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4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2273,'0'0'12998,"28"-50"-14167,-7 50-3201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45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4 141 3986,'0'0'5095,"2"-22"-4668,0-4-270,10-66 756,-13 115 3295,2 39-3677,0 0-241,-2 185 1038,3 287 1485,-2-534-2813,0 29 212,1 0-1,2 0 1,0-1-1,2 1 1,10 30 0,-15-57-205,0-1 1,1 0 0,-1 1-1,0-1 1,1 0 0,-1 1 0,1-1-1,0 0 1,0 1 0,-1-1 0,1 0-1,0 0 1,0 0 0,0 0-1,0 0 1,0 0 0,0 0 0,0 0-1,0 0 1,1 0 0,-1-1-1,0 1 1,0 0 0,1-1 0,-1 1-1,1-1 1,1 1 0,-2-1-23,-1 0 0,0-1 0,1 1 0,-1 0 0,1 0 0,-1 0 0,0-1 0,1 1 0,-1 0 0,0 0 0,1-1 0,-1 1 0,0 0 0,1-1 0,-1 1 0,0 0 0,0-1 0,1 1 0,-1 0 0,0-1 0,0 1 0,0-1 0,0 1 1,1 0-1,-1-1 0,0 1 0,0-1 0,0 1 0,0-1 0,0 1 0,0 0 0,0-1 0,0 1 0,0-1 0,0 1 0,0-1 0,-1 1 0,1-1 0,0 0-7,3-27-1148,-2-1 0,-1 0 0,-2 0-1,0 0 1,-2 1 0,-1-1 0,-10-29-1,-26-64-4994,23 57 2889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45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17 505 1489,'0'0'3020,"-3"-27"-1470,-8-86-166,9 100-1018,1 0 0,1 0-1,0 0 1,1 0-1,1 0 1,0 0-1,0 0 1,5-13-1,0 10 28,0 1-1,1-1 0,1 2 1,13-18-1,-19 29-348,4-6 93,0 0 0,1 0 0,1 1-1,-1 1 1,1-1 0,0 2 0,1-1 0,0 1-1,13-6 1,0 2-94,0 0 0,1 2 0,28-7 0,-31 10 37,0 2 1,0 0 0,1 1 0,-1 0 0,0 2-1,34 4 1,-50-3 6,0 1-1,0-1 1,0 1-1,0 0 1,0 1-1,0-1 1,0 1 0,0 0-1,-1 0 1,0 0-1,1 1 1,-1-1-1,-1 1 1,1 0-1,0 1 1,-1-1 0,0 0-1,0 1 1,0 0-1,-1-1 1,3 8-1,1 3 77,-1 0-1,0 0 1,-1 1-1,-1 0 1,0-1-1,0 18 1,-2 135 1157,-1-152-1186,-2 3-7,0 0 0,-1-1 0,-1 1 0,-1-1 1,0 0-1,-1 0 0,-1-1 0,-12 22 1,4-13-9,0-1 1,-2 0 0,0-2 0,-34 36 0,39-48-101,0 0 1,0-1-1,-1 0 0,0-1 0,0 0 0,-1-1 1,-17 6-1,22-10-71,0 0 1,-1-1-1,0-1 1,1 0 0,-1 0-1,0-1 1,0 0-1,0 0 1,0-1 0,0-1-1,1 0 1,-17-3-1,23 3-36,0 0 0,1 0 0,-1 0 0,0 0 0,1-1-1,-1 1 1,1-1 0,0 0 0,-1 0 0,1 0 0,0 0 0,0 0-1,0 0 1,0 0 0,1-1 0,-1 1 0,1-1 0,-1 1-1,1-1 1,0 0 0,0 1 0,0-1 0,-1-5 0,0 0-188,1 0 1,0-1-1,1 1 1,-1 0-1,1 0 1,1 0 0,2-12-1,-3 19 258,1-1 0,-1 0 0,1 0 0,0 1 0,0-1 0,0 0 0,0 1 0,0-1 0,0 1 0,0-1 0,1 1 0,-1 0 0,0-1 0,1 1 0,-1 0 0,1 0-1,-1 0 1,1 0 0,0 0 0,-1 0 0,1 1 0,0-1 0,0 1 0,-1-1 0,1 1 0,0-1 0,0 1 0,2 0 0,7-1 75,0 1-1,-1 0 1,18 2 0,-16 0 39,-1 1 0,0 0 0,0 1 0,0 0 0,-1 0 0,1 1 1,-1 1-1,0 0 0,-1 0 0,1 1 0,-1 0 0,-1 0 0,10 10 0,6 9 517,0 1-1,38 59 1,-3 21 428,-45-77-835,1-2 0,37 52 0,-49-77-218,-1-1 1,1 1-1,-1-1 0,1 1 0,0-1 1,0 0-1,0 0 0,0 0 0,6 2 0,-8-4-56,-1 0-1,1 0 0,0 1 0,0-1 1,-1 0-1,1 0 0,0 0 0,0 0 1,0 0-1,-1 0 0,1 0 0,0 0 1,0 0-1,0 0 0,-1 0 0,1 0 1,0-1-1,0 1 0,-1 0 0,1-1 1,0 1-1,-1 0 0,1-1 1,0 1-1,-1-1 0,1 1 0,-1-1 1,1 0-1,0 1 0,-1-1 0,1 1 1,-1-1-1,0 0 0,1 1 0,-1-1 1,0 0-1,1 0 0,-1 1 0,0-1 1,0 0-1,1 0 0,-1 1 0,0-1 1,0 0-1,0 0 0,0 0 0,0 0 1,1-37-4526,-1-8-5166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47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85 3121,'0'0'4168,"-1"-6"-3355,-1-57 2949,2 63-3663,0-1 0,0 0 0,0 1 0,0-1 1,0 0-1,-1 0 0,1 1 0,0-1 0,0 0 0,0 1 0,-1-1 0,1 0 0,0 1 0,-1-1 1,1 1-1,0-1 0,-1 0 0,1 1 0,-1-1 0,1 1 0,-1-1 0,1 1 0,-2-1 0,2 1-64,-1 0-1,1 0 1,-1 0-1,1 0 1,-1 1-1,1-1 1,-1 0-1,1 0 1,-1 1-1,1-1 1,-1 0-1,1 1 1,-1-1-1,1 0 1,0 1-1,-1-1 1,1 1 0,0-1-1,-1 1 1,1-1-1,0 1 1,0-1-1,-1 1 1,1-1-1,0 1 1,0-1-1,0 1 1,0-1-1,0 1 1,0-1-1,0 1 1,0-1-1,0 1 1,0 0-1,0-1 1,0 1-1,-6 67 1063,4 104-1,3-92-397,-1 197 1529,0-271-2136,1 18 119,-1-24-200,0 1 0,0 0-1,0-1 1,0 1-1,0-1 1,0 1 0,0-1-1,0 1 1,0-1-1,1 1 1,-1-1 0,0 1-1,0-1 1,1 1-1,-1-1 1,0 1 0,0-1-1,1 1 1,-1-1-1,1 1 1,-1-1 0,0 0-1,1 1 1,-1-1-1,1 0 1,-1 1 0,1-1-1,-1 0 1,1 0-1,0 1 1,0-7 82,-1-40-179,0-32-1802,-14-124-1,9 166 1851,1-1-1,2 1 0,3-44 1,-1 76 10,1-1 1,0 0 0,1 1 0,-1-1 0,1 1 0,0-1 0,0 1 0,0 0-1,1 0 1,-1 0 0,1 0 0,0 0 0,0 1 0,0-1 0,1 1-1,-1 0 1,1 0 0,0 0 0,-1 0 0,1 1 0,8-4 0,-6 3 19,1 0 0,0 0 0,0 1 0,0 0 0,0 0 0,0 1 1,0-1-1,1 2 0,-1-1 0,0 1 0,1 0 0,-1 0 0,11 3 1,-16-2 37,1 0 1,0 0 0,0 0 0,0 1 0,-1-1 0,1 1-1,-1-1 1,1 1 0,-1 0 0,0 0 0,0 0 0,1 1-1,-2-1 1,1 0 0,2 4 0,21 42 594,-21-39-495,9 23 341,-1-1 0,-2 2 0,9 49 0,7 106 1215,-18-125-1091,-5-37-334,4 51 510,-19-298-2397,0-3-480,11 198 1804,0 12 153,1 1 0,1 0 0,0 0 1,4-21-1,-4 30 131,1 0-1,-1 1 1,1-1-1,0 0 1,0 0 0,0 1-1,0-1 1,1 1-1,-1 0 1,1-1 0,0 1-1,0 1 1,0-1 0,0 0-1,0 1 1,1-1-1,0 1 1,5-3 0,1 2 45,-1 0 1,1 1-1,0-1 1,0 2-1,-1 0 1,1 0-1,0 1 1,12 0 0,-8 1 113,-9-1-90,0 1-1,0 0 1,-1 0 0,1 0 0,0 1-1,-1 0 1,1 0 0,-1 0-1,0 0 1,0 1 0,0-1-1,0 1 1,0 0 0,0 1 0,-1-1-1,1 0 1,-1 1 0,0 0-1,0 0 1,-1 0 0,5 8-1,2 4 91,-1 1-1,0 1 0,-1-1 1,6 26-1,-6-14 66,-2 1 1,-1 0-1,1 36 0,-8 92 844,3-154-1043,0 0 0,0-1 0,0 1 0,-1 0 0,1-1 0,-1 1 0,0 0 0,0-1 0,0 1 0,-1-1 0,1 1 0,-1-1 0,0 0 0,-2 4-1,0-6-1181,3-8-776,1 4 1815,0-73-6390,0 21-306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4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5763,'0'0'8665,"-4"2"-7358,4-2-1247,-8 4 417,5 0 2436,3-4-2911,179 2 2798,-57 8-6451,-124-18-2944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47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1 0 7235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48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7235,'1'75'1052,"1"-2"195,-2-4 2516,10-69-1399,-8 1-2306,271 17 4131,-236-18-4337,-21 0-5360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49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0 252 8052,'0'0'9449,"0"-2"-8958,1-6-422,1 0-1,-1 0 0,1 0 1,1 1-1,5-14 1,6-17-181,-8 12-486,0 0-1,-2 0 1,1-46 0,-5 71 641,1 10 45,13 588 3589,-15-438-2608,1-146-992,0-10-38,0 1 1,0 0-1,0 0 1,0 0 0,1 0-1,0 3 1,0-6-46,-1 0 1,0 0 0,1 0 0,-1 0 0,1-1-1,-1 1 1,1 0 0,-1-1 0,1 1 0,0 0-1,-1-1 1,1 1 0,0 0 0,0-1-1,-1 0 1,1 1 0,0-1 0,0 1 0,0-1-1,-1 0 1,1 1 0,0-1 0,0 0 0,0 0-1,0 0 1,0 0 0,0 0 0,0 0-1,1 0 1,-2 0-33,1 0 0,0 0-1,-1 0 1,1 0 0,0 0-1,-1-1 1,1 1 0,0 0 0,-1 0-1,1-1 1,-1 1 0,1 0-1,-1-1 1,1 1 0,-1-1 0,1 1-1,-1 0 1,1-1 0,-1 1-1,1-1 1,-1 1 0,0-1-1,1 0 1,-1 1 0,0-1 0,1 0-1,4-19-580,-4 13 295,4-20-2797,1-47 0,-6 21-2749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50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8324,'0'0'5373,"0"-7"-4840,0 5-52,0 5 2197,0 674 711,0-676-3392,0 0 0,0 0 0,0 0 0,0 0 0,0 0 0,0 0 0,1 0 0,-1 0 0,0 0 0,1 0 0,-1 0 0,1 0 0,-1 0 0,1 0 0,0 0 0,-1-1 0,1 1 0,1 1 0,4-2-349,0-11-432,-4-7-225,0 0 0,-1 1 0,-2-21-1,1 8-1551,0-17-2342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50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1 3778,'0'4'11621,"0"-1"-11794,-1 5 375,-1 0 1,0 0 0,-1 0 0,0 0 0,0 0 0,0-1-1,-1 0 1,-1 0 0,-5 9 0,6-9-89,-34 46 307,-2-1 1,-3-2 0,-91 83-1,95-97-478,-49 34-1,88-70 34,0 0-1,0 0 0,0 0 0,-1 0 1,1 0-1,0 0 0,0 0 0,0 0 1,0 0-1,0 0 0,0 0 0,0 0 1,0 0-1,0 0 0,0 1 0,0-1 1,0 0-1,0 0 0,0 0 0,-1 0 1,1 0-1,0 0 0,0 0 0,0 0 1,0 0-1,0 0 0,0 0 0,0 0 1,0 0-1,0 1 0,0-1 0,0 0 1,0 0-1,0 0 0,0 0 1,0 0-1,0 0 0,0 0 0,0 0 1,0 0-1,0 0 0,0 1 0,0-1 1,0 0-1,0 0 0,1 0 0,-1 0 1,0 0-1,0 0 0,0 0 0,0 0 1,0 0-1,0 0 0,0 0 0,0 0 1,0 0-1,0 0 0,0 0 0,0 0 1,0 0-1,0 0 0,1 1 0,-1-1 1,0 0-1,10 1-677,21 0 367,-24-1 123,-4 0 190,23 0 90,42 5 0,-58-4 19,-1 1 0,0 1 0,0-1 0,-1 2 0,1-1 0,-1 1 0,1 0 0,8 7-1,24 20 576,-2 2-1,58 62 1,-90-88-574,-6-6-111,26 22 405,-27-23-416,1 1-1,-1-1 1,1 0-1,-1 1 1,1-1 0,-1 0-1,1 1 1,-1-1 0,1 0-1,-1 0 1,1 0-1,-1 0 1,1 0 0,0 0-1,-1 1 1,1-1 0,-1 0-1,1-1 1,-1 1 0,1 0-1,0 0 1,-1 0-1,1 0 1,-1 0 0,1 0-1,-1-1 1,1 1 0,-1 0-1,1-1 1,-1 1-1,1 0 1,-1-1 0,1 1-1,-1 0 1,0-1 0,1 1-1,-1-1 1,0 1 0,1-1-1,-1 1 1,0 0-1,1-1 1,-1 0 0,0 1-1,0-1 1,0 1 0,0-1-1,1 1 1,-1-1 0,0 1-1,0-1 1,0 0-1,0 1 1,0-1 0,0 0-1,1-38-3033,-1-11-2897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51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0 629 11125,'0'0'6406,"7"4"-5961,4 1-259,1 0 0,-1-1 0,1 0 1,0 0-1,0-2 0,0 1 0,21 0 0,27 1 307,70-6 1,-125 2-529,1-1 0,-1-1 0,1 1 0,-1-1 0,0 1 0,0-2 1,0 1-1,0 0 0,0-1 0,0 0 0,-1 0 0,1-1 0,-1 1 0,0-1 0,0 0 0,0 0 0,-1 0 0,1 0 0,-1-1 0,0 0 0,0 1 1,-1-1-1,1 0 0,-1 0 0,0-1 0,-1 1 0,1 0 0,-1-1 0,0 1 0,0-1 0,0-10 0,-1-10-332,1 14 192,-1 0-1,0 0 0,0-1 0,-1 1 0,-1 0 0,0 1 0,-1-1 0,0 0 0,-9-20 0,-38-73 177,44 90 24,1 0-1,1 0 1,1-1 0,0 1 0,-1-23-1,3 24-2,1-36-39,0 47 13,0 0 1,0 1-1,1-1 1,0 1-1,-1-1 0,1 1 1,0-1-1,0 1 1,0 0-1,1-1 1,-1 1-1,1 0 0,-1 0 1,1 0-1,0 0 1,2-2-1,4-1-10,0-1-1,0 2 0,1-1 0,0 1 1,0 1-1,0 0 0,0 0 1,0 0-1,18-1 0,8 1 19,48 1 0,-60 2-6,-13 0 44,1 1 1,0 0-1,0 1 1,-1 0-1,1 0 0,-1 1 1,0 1-1,0 0 1,0 0-1,0 1 1,14 9-1,-17-9 65,0 1 0,0-1 0,-1 1 0,0 0 0,0 1-1,0-1 1,-1 1 0,0 0 0,0 1 0,-1-1 0,0 1 0,0 0 0,-1 0 0,0 0 0,2 9 0,-1 5 163,-1 1-1,-1 0 1,-1-1 0,-2 28 0,0-3 104,-11 153 875,0-2-617,12-196-633,-1 0 0,1 0 1,0 0-1,0 0 0,0 0 0,1-1 1,-1 1-1,0 0 0,1 0 1,-1 0-1,1 0 0,0-1 0,-1 1 1,1 0-1,0-1 0,0 1 0,0-1 1,0 1-1,1-1 0,-1 1 0,0-1 1,1 0-1,-1 1 0,0-1 0,4 2 1,0-2-35,0 1 0,1-1 0,-1 0 1,0 0-1,1-1 0,-1 1 0,9-2 1,-12 1 19,7 0-122,-1-1 1,1 0-1,-1 0 1,1-1-1,-1 0 1,0 0-1,1-1 1,-1 0-1,-1-1 1,13-7-1,2-3-530,-2-1 0,24-23 1,-25 21-1355,1 0 0,33-20 0,-25 23-3178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7:51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17224,'0'0'5378,"-21"0"-5810,7 0-7908,-7 0-1728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8:56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5202,'-2'3'9401,"0"9"-8941,3-8-390,0 1 0,0 0 0,1-1 1,-1 1-1,1-1 0,0 1 0,0-1 0,1 0 0,-1 0 1,1 0-1,0 0 0,0 0 0,0 0 0,5 3 1,8 11 116,-7-6-134,-2-3 17,0-1 0,0 1-1,-1 0 1,-1 1 0,8 15 0,-12-22-60,0 0 0,0-1-1,-1 1 1,1 0-1,-1 0 1,0 0-1,1-1 1,-1 1-1,-1 0 1,1 0-1,0 0 1,-1 0-1,1-1 1,-1 1 0,0 0-1,0-1 1,0 1-1,0 0 1,0-1-1,-1 1 1,1-1-1,-1 0 1,0 1-1,1-1 1,-1 0-1,0 0 1,-4 3-1,-11 7-165,-2 0 0,1 0 0,-1-2 0,-1-1 0,-23 9 0,9-8-2090,14-9-1850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01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287 116 656,'0'0'2463,"3"-23"7873,-3 14-11284,-1 6 996,-1 0 0,1 0 0,-1 0 0,0 0 0,0 0 0,0 0 0,0 1 0,0-1 0,-1 1 0,1-1 0,-1 1 0,0 0 0,1 0 0,-1 0 0,0 0 0,0 1 0,0-1 0,0 1 0,-1 0 1,1 0-1,-5-1 0,-107 2 568,112 0-585,1 2 0,-1-1 0,1 0 0,-1 0 1,1 1-1,0-1 0,0 1 0,0 0 0,-1 0 0,1 0 1,1 0-1,-1 0 0,0 0 0,-2 4 0,-17 16 190,18-20-202,0-1 0,1 1 1,0 0-1,-1 1 0,1-1 0,0 0 0,0 1 1,0-1-1,1 1 0,-1 0 0,0 0 0,1-1 0,0 1 1,0 0-1,-2 5 0,-2 7 33,0 0 0,0 0-1,1 0 1,1 1 0,1-1 0,-1 27 0,3 0 438,8 53 0,-5-75-296,1 0 1,1 0 0,1 0-1,14 32 1,-18-48-192,0 0 1,0 0-1,1 0 1,-1-1 0,1 1-1,0-1 1,0 0-1,0 1 1,1-2-1,-1 1 1,1 0 0,-1-1-1,1 1 1,0-1-1,0 0 1,0 0 0,0-1-1,0 1 1,0-1-1,1 0 1,-1 0-1,1 0 1,-1-1 0,0 0-1,1 1 1,-1-2-1,1 1 1,-1 0 0,0-1-1,1 0 1,-1 0-1,0 0 1,1 0-1,5-4 1,0 0-87,1-1-1,-2 0 1,1-1-1,-1 0 1,0 0-1,0-1 1,-1 0-1,0 0 1,11-16 0,-2 2-539,-2-1 1,-1 0 0,12-28 0,-18 32 21,-1 0-1,-1 0 0,-1 0 1,0 0-1,3-38 0,-6-100-640,-3 91 3693,1 72-2254,0 568 4806,0-573-5001,0 0 0,0 0 0,0 0 0,0 0 0,0 0 0,0 0 0,1 0-1,-1 0 1,0 0 0,0 0 0,1 0 0,-1 0 0,0 0 0,1 0-1,-1 0 1,1 0 0,0 0 0,-1-1 0,1 1 0,0 0 0,-1 0 0,2 1-1,-1-2-31,0 0 0,0 0 0,0 0 0,0 0-1,0 0 1,0 0 0,0 0 0,0 0 0,0 0-1,0 0 1,0 0 0,0-1 0,0 1 0,0 0-1,0-1 1,0 1 0,0-1 0,-1 1 0,1-1-1,0 1 1,0-1 0,-1 0 0,2-1 0,3-2-301,-1-1 1,-1 0 0,1 0 0,-1 0 0,6-10 0,19-45-3523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02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4802,'0'0'5067,"0"6"-4494,-16 495 4108,1-140-2017,15-240-1802,5-134-1380,11-32-3432,14-70 0,-22 58-1607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0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 6739,'0'0'8780,"-20"10"-8356,-3 2-335,-20 10 23,-40 28-1,75-44-104,-9 4-25,1 2 1,-18 16-1,31-24 7,-1-1 0,1 1 0,0 0-1,0 0 1,0 0 0,0 0 0,1 0 0,-1 1 0,1-1 0,0 1 0,1 0-1,-1-1 1,1 1 0,-1 5 0,1-1 20,0 0-1,0-1 1,1 1-1,1 0 1,-1 0-1,1-1 1,1 1-1,-1 0 1,2-1-1,-1 1 1,1-1-1,0 0 1,1 0-1,0 0 1,0-1-1,1 1 1,0-1-1,0 0 1,1 0-1,11 11 1,14 10 145,1-2 0,1-1 0,1-2 0,1-1 0,1-1 0,70 28 0,-93-44-301,20 9 138,-32-13-187,1 0 1,0 0-1,-1 0 1,1 0 0,-1 0-1,1 1 1,-1-1-1,1 0 1,-1 1-1,0-1 1,0 1-1,0 0 1,2 3 0,-2 2-3807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05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54 6403,'0'0'4271,"-3"0"-3716,-5 0-342,1-2 1,-1 1-1,1-1 1,0 0-1,0-1 0,0 1 1,0-2-1,0 1 0,-6-5 1,-27-11-8,30 17-155,0 0 1,1 0 0,-1 1-1,0 1 1,1-1-1,-1 2 1,-11 1 0,-12-1 327,31-1-341,1 1-1,0-1 1,-1 0-1,1 1 1,0-1 0,0 1-1,-1-1 1,1 1-1,0 0 1,0-1-1,0 1 1,0 0-1,0 0 1,0 0-1,0 0 1,0 0 0,0 0-1,0 0 1,0 0-1,1 0 1,-1 0-1,1 1 1,-1-1-1,1 0 1,-1 2-1,-9 35 156,5 16 227,1-1 0,5 57 0,0-37 171,-1-71-579,-1 12 140,1 0-1,0 0 1,1 0 0,1 0-1,0 0 1,1 0 0,0-1 0,1 1-1,7 14 1,-10-25-122,0-1 0,0 0-1,1 1 1,-1-1 0,1 0 0,0 1 0,0-1-1,0 0 1,0 0 0,0-1 0,0 1 0,0 0 0,1-1-1,-1 1 1,0-1 0,1 0 0,0 0 0,-1 0-1,1 0 1,-1 0 0,1 0 0,0-1 0,0 1-1,0-1 1,-1 0 0,1 0 0,0 0 0,0 0 0,-1-1-1,1 1 1,0-1 0,0 1 0,-1-1 0,6-2-1,0 0-61,0-1 0,0-1-1,-1 1 1,1-1 0,-1 0 0,0-1-1,-1 0 1,1 0 0,7-10-1,1-1-423,-2 0-1,0-2 1,-1 1-1,-1-2 1,-1 1-1,0-2 0,-2 1 1,0-1-1,-2 0 1,0-1-1,-1 0 1,-1 1-1,-2-2 0,1-26 1,-3 25 298,0 7 2224,0 32-695,0 342 886,6-356-6077,-5-1 3288,1 0 0,-1 0 0,0 0 0,1 0 0,-1 0 0,0 0 0,1 0 0,-1-1 0,1 1 0,-1 0 0,0-1 0,2 0 0,11-12-4985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06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9893,'0'0'5530,"-1"40"-4431,-1-4-778,0 22 478,2-1 0,12 91 1,-3-69 187,-2-21 109,25 109 1,-31-165-1074,0 1-1,0-1 1,1 1 0,-1-1 0,0 0 0,1 0-1,-1 1 1,3 1 0,-4-3-21,1-1 0,-1 0 0,1 1-1,-1-1 1,0 0 0,1 1 0,-1-1 0,1 0 0,-1 0 0,1 0 0,-1 1 0,1-1 0,-1 0 0,1 0-1,-1 0 1,1 0 0,-1 0 0,1 0 0,-1 0 0,1 0 0,-1 0 0,1 0 0,-1 0 0,1 0 0,0 0-1,-1 0 1,1 0 0,-1-1 0,0 1 0,1 0 0,-1 0 0,1-1 0,-1 1 0,1 0 0,-1-1 0,1 1-1,-1 0 1,0-1 0,1 1 0,-1 0 0,0-1 0,1 1 0,-1-1 0,0 1 0,0-1 0,1 1 0,-1-1-1,0 1 1,0-1 0,0 1 0,0-2 0,6-14-102,-1-1-1,0 0 1,3-31 0,-3 15-203,19-147-2213,12-61-2953,-34 231 5103,0 1 1,1 0 0,0-1 0,1 1-1,0 0 1,5-9 0,-7 16 377,0-1 0,0 1 0,0 0 0,0-1 1,0 1-1,0 0 0,1 0 0,-1 0 0,1 1 1,0-1-1,-1 0 0,1 1 0,0 0 0,0 0 0,0 0 1,0 0-1,0 0 0,0 0 0,0 1 0,0-1 1,6 1-1,-4 0 152,0 0-1,1 0 1,-1 0 0,0 0 0,1 1 0,-1 0 0,0 0 0,0 1 0,0 0 0,0-1-1,0 2 1,0-1 0,0 0 0,-1 1 0,1 0 0,-1 0 0,0 0 0,0 1 0,0-1-1,6 9 1,3 2 219,-2 1 0,0 0 0,-1 1 0,0 1-1,-1-1 1,-1 1 0,10 33 0,-4 0 639,11 81 0,-19-113-1802,-6-18 715,0 0 0,0 0 0,0 0 0,0 0 0,1 0 0,-1 0 1,0 0-1,0 0 0,0 0 0,0 0 0,1 0 0,-1 0 1,0 0-1,0 0 0,0 0 0,0 0 0,1 0 0,-1 0 1,0 0-1,0 0 0,0 0 0,0 0 0,0 0 0,1 0 0,-1-1 1,0 1-1,0 0 0,0 0 0,0 0 0,0 0 0,0 0 1,0 0-1,1-1 0,-1 1 0,0 0 0,0 0 0,0 0 1,0 0-1,0-1 0,0 1 0,0 0 0,0 0 0,0 0 0,0 0 1,0 0-1,0-1 0,8-32-5744,1-18-4849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07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279 671 8004,'0'0'2950,"9"-9"-2493,29-28-76,-37 36-262,0-1-1,0 1 1,0 0-1,0 0 1,0-1 0,-1 1-1,1-1 1,0 1-1,0-1 1,-1 1-1,1-1 1,0-2 0,-1 3-64,0 1 1,0-1-1,-1 0 0,1 1 1,0-1-1,0 0 1,0 0-1,0 1 1,-1-1-1,1 0 1,0 1-1,0-1 1,-1 1-1,1-1 1,-1 0-1,1 1 0,-1-1 1,1 1-1,-1-1 1,-2-1 69,1 0 0,-1 1 1,0-1-1,0 1 0,1 0 0,-1 0 0,0 0 1,-4-1-1,2 1-35,-10-5 130,0 2-1,-1 0 1,0 1-1,0 0 1,1 2-1,-1 0 1,-32 2-1,44 0-191,0 0 0,1 0 0,-1 0 0,1 1 0,-1-1 0,1 1 0,-1 0 0,1 0 0,0 1 0,0-1 0,0 1 0,0-1 0,1 1 1,-1 0-1,1 0 0,0 0 0,-1 0 0,1 0 0,1 1 0,-3 3 0,-4 11 129,1 0 1,-9 32 0,3 1 460,2 0 0,-7 100-1,15 104 1398,3-248-1960,0 0 0,0 0 0,1-1 0,0 1 0,0 0-1,0 0 1,1-1 0,0 1 0,1-1 0,5 12 0,-5-15-41,-1 0 1,1 0-1,0-1 1,-1 1-1,1-1 1,1 1-1,-1-1 1,0 0-1,0 0 1,1-1-1,-1 1 1,1-1-1,0 1 1,-1-1-1,1 0 1,0-1-1,0 1 1,0 0-1,5-1 1,-3 0-4,0 0 0,0 0 0,0 0 0,0-1 0,0 0 0,0 0 0,0-1 1,-1 1-1,1-1 0,0-1 0,10-5 0,-8 3-28,1-1 1,-1 0 0,0 0-1,-1-1 1,1-1-1,9-11 1,-3-1-230,0 0 0,-2-1-1,0 0 1,-1-1 0,10-30 0,-10 18-620,-2-1 0,-1-1 0,-1 1 1,2-54-1,-7-148-6754,-4 128 2182,-13-150 1857,4 131 6001,6 0 4053,7 160 457,7 33-4697,4 42-2061,6 679 2574,-20-564-2416,9-242-1037,17-90-2953,-14 33-1599,-6 13-3326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07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11973,'0'0'4947,"18"201"-3715,-8-107-47,1 9-49,-4-5-287,0-20-177,0-21-400,3-29-144,1-19-128,-1-9-64,0-25-288,1-35-800,-4-15-1794,-4-6-1216,-3 2-1440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07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0 230 8260,'32'-185'5458,"-32"178"-4737,21-2 511,7-1-271,-4 1-961,4 3-497,-7 3-1872,-11 3-3617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0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4290,'0'0'10389,"-5"3"-10048,1 0-256,2-3-30,1 1 0,0-1-1,0 1 1,0 0 0,0 0 0,-1 0 0,1 0 0,0 0 0,1 0 0,-1 0 0,0 0 0,0 0 0,0 0 0,1 0 0,-1 0 0,0 1 0,1-1 0,-1 0 0,1 0 0,-1 1 0,1-1 0,0 0 0,0 1 0,0-1 0,0 1 0,0 2 0,9 217 4806,-1-144-3909,4-1-1,25 94 0,-33-159-888,-1 1 0,1-1 0,1-1 0,0 1 0,0-1-1,11 15 1,-15-22-62,1-1 0,0 0 1,-1 0-1,1 0 0,0 0 0,0 0 0,1 0 0,-1-1 0,0 1 1,0-1-1,1 0 0,-1 1 0,1-1 0,-1 0 0,1 0 1,-1-1-1,1 1 0,0 0 0,0-1 0,-1 0 0,1 0 0,0 1 1,-1-2-1,1 1 0,0 0 0,0 0 0,-1-1 0,1 0 0,0 1 1,-1-1-1,1 0 0,3-2 0,-1 0-11,-1 0-1,1 0 1,-1 0-1,0-1 1,0 0-1,-1 1 1,1-1 0,-1 0-1,6-9 1,0-3-174,12-27 0,-10 16-205,-1 0 0,-2-1 1,-1 0-1,-1-1 0,2-31 0,0-144-3334,-7 193 3628,-1 0-1,-1 1 1,0-1 0,0 0 0,-1 1 0,0-1 0,0 1-1,-7-15 1,9 24-37,-1 0 0,1 0 0,0 0-1,-1 1 1,1-1 0,0 0 0,0 0-1,0 0 1,0 0 0,0 0 0,0 0 0,0 0-1,0 0 1,0 0 0,0 1 0,1-1-1,-1 0 1,0 0 0,0 0 0,1 0-1,-1 0 1,1 1 0,-1-1 0,1 0 0,-1 0-1,1 1 1,-1-1 0,1 0 0,0 1-1,1-2 1,2-3-1080,16-19-5736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08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10277,'0'0'6640,"5"-8"-5676,-5 8-954,0 0 1,0 0-1,0 0 0,0 0 1,0 1-1,0-1 0,0 0 1,0 0-1,0 0 0,0 0 1,0 0-1,0 0 0,0 1 1,0-1-1,0 0 0,0 0 1,0 0-1,0 0 0,1 0 1,-1 0-1,0 0 0,0 1 1,0-1-1,0 0 0,0 0 1,0 0-1,0 0 0,1 0 1,-1 0-1,0 0 0,0 0 1,0 0-1,0 0 0,0 0 1,0 0-1,1 0 0,-1 0 1,0 0-1,0 0 0,0 0 1,0 0-1,0 0 0,1 0 1,-1 0-1,0 0 0,0 0 1,0 0-1,0 0 0,0 0 1,0 0-1,1 0 0,-1 0 0,0 0 1,0 0-1,0-1 0,0 1 1,0 0-1,0 0 0,0 0 1,0 0-1,1 0 0,-1 0 1,0 0-1,0-1 0,4 37 625,-1-1-1,-3 53 1,0-38-244,0 977 2944,1-1016-3295,3-14-19,4-20-72,18-163-1568,-1 1-1454,-22 169 2658,1 0 0,1 1 0,0-1 0,1 1 0,12-20 0,-16 31 388,1-1 1,0 0-1,0 1 1,0 0-1,0 0 1,1 0-1,0 0 1,0 0-1,0 1 1,0-1-1,0 1 1,1 0-1,0 1 1,-1-1-1,1 1 1,0 0-1,0 0 1,0 0-1,11-1 1,-10 2 128,0 0 1,-1 1 0,1 0 0,0 0 0,0 1 0,0 0 0,0 0 0,0 0-1,0 1 1,-1-1 0,1 1 0,-1 1 0,1-1 0,-1 1 0,0 0 0,0 0-1,0 1 1,0-1 0,-1 1 0,1 0 0,-1 0 0,0 1 0,0-1 0,4 7-1,-1-1 23,0 0-1,-1 0 0,0 1 0,-1 0 0,0 0 0,0 0 0,4 21 1,-4-11 174,-2 0 0,0 0 0,-1 34 1,-2-45-288,-1 1 1,0-1-1,0 1 0,-1-1 1,-1 1-1,0-1 1,0 0-1,-1 0 1,0 0-1,0-1 0,-1 0 1,-1 1-1,1-2 1,-2 1-1,1-1 1,-1 0-1,0 0 0,-1-1 1,0 1-1,0-2 1,0 1-1,-1-1 1,0-1-1,0 0 0,-1 0 1,1 0-1,-1-1 1,0-1-1,0 0 0,0 0 1,-1-1-1,1 0 1,-1-1-1,-13 0 1,22-1-83,0 0 0,0 0 1,0 0-1,0 0 1,0-1-1,0 1 1,0-1-1,0 1 1,0-1-1,0 0 1,1 0-1,-1 1 0,0-1 1,0-1-1,1 1 1,-1 0-1,1 0 1,-1-1-1,1 1 1,0 0-1,-1-1 0,1 0 1,0 1-1,0-1 1,0 0-1,0 1 1,0-1-1,0 0 1,1 0-1,-1 0 0,0 0 1,1-2-1,-2-8-928,1 1 0,0 0-1,1 0 1,2-20 0,-1 17-418,5-39-7092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09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259 239 672,'0'0'8642,"1"-14"-8274,3-50-109,-2 7 3278,-2 55-3504,0 0 0,-1 0 0,1 1 0,-1-1 0,1 0 0,-1 1 0,0-1 0,1 0 0,-1 1 0,0-1 0,0 1 1,0-1-1,0 1 0,-2-2 0,-23-21 320,4 5-36,20 16-250,-1 0-1,1 0 1,-1 1 0,1-1 0,-1 1-1,0 0 1,0 0 0,0 0-1,-1 0 1,1 0 0,0 1 0,-4-2-1,-1 1 212,0 1-1,0 0 1,0 0-1,-13 1 0,-24 0-317,44 1 48,0-1 0,0 1-1,1-1 1,-1 1 0,0 0-1,0-1 1,0 1 0,0 0-1,1 0 1,-1-1 0,0 1-1,1 0 1,-1 0 0,1 0 0,-1 0-1,1 0 1,-1 0 0,1 0-1,0 0 1,-1 0 0,1 2-1,-8 31 329,6-26-216,-12 62 1356,-8 124 0,16 69 1524,6-260-2972,0 6 69,-1 0 0,2 0 0,0 0 0,0 0 0,0 0 0,4 9 0,-5-16-87,1 0 0,0 0 0,1 0 1,-1 0-1,0 0 0,1-1 0,-1 1 0,1 0 0,-1-1 0,1 1 0,0-1 0,-1 1 0,1-1 0,0 0 0,0 0 1,0 0-1,0 0 0,0 0 0,0 0 0,1 0 0,-1-1 0,0 1 0,0-1 0,1 0 0,-1 1 0,0-1 0,3-1 1,0 1-10,0 0 1,-1 0 0,1-1 0,-1 1-1,1-1 1,-1-1 0,0 1 0,1 0 0,-1-1-1,0 0 1,0 0 0,6-4 0,-3 1-48,0-1 0,-1 0 0,1 0 0,-1 0 1,11-14-1,-4-1-354,0-1 1,-1 0 0,16-40 0,-15 27-774,-2-1 1,-1 0-1,8-57 0,-11 30-571,-2-82 2608,-4 161 966,-2-7-1523,0 110 1370,3 134-486,5-223-911,2-17-1628,-9-13 1164,0 0 0,1 0 0,-1 0 0,0 0 0,1 1 0,-1-1 0,0 0 0,1 0 0,-1 0 0,1 0 0,-1 0 0,0 0 0,1 0 0,-1 0 0,0 0 0,1 0 0,-1 0 0,1 0 0,-1 0 0,0-1 1,1 1-1,-1 0 0,0 0 0,1 0 0,-1 0 0,0-1 0,1 1 0,-1 0 0,0 0 0,1-1 0,-1 1 0,7-11-4802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09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9300,'0'0'4560,"0"33"-3274,13 259 1699,0 378 2521,-14-450-3886,1-219-1565,3-4-25,12-17-129,-2 0-1,0-1 0,13-30 1,3-5-380,-4 12-344,38-50 0,-50 77 256,0 0-1,2 1 1,0 1-1,1 1 1,26-20-1,-36 30 401,0 0-1,0 1 1,0 0 0,0 1-1,0-1 1,0 1-1,1 0 1,-1 0 0,1 1-1,-1 0 1,10 0-1,-14 1 185,1 0-1,-1 0 0,1 0 0,0 1 1,-1-1-1,1 1 0,-1-1 1,1 1-1,-1 0 0,0 0 0,1 0 1,-1 0-1,0 1 0,1-1 1,-1 1-1,0-1 0,0 1 1,0 0-1,-1 0 0,1 0 0,0 0 1,-1 0-1,3 3 0,0 3 143,1 1 0,-1 1-1,0-1 1,3 15 0,-5-18-92,7 27 494,-2 0 1,-1 1 0,2 42-1,-5 104 916,-4-125-1287,1-37-616,-3-50-7351,3-16-2476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2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 4178,'0'0'7547,"-12"-1"-5174,12 1-2345,-1 0 0,1 0-1,-1 0 1,1 0-1,-1 0 1,1 0 0,0 0-1,-1 0 1,1 0 0,-1 0-1,1 0 1,-1 0 0,1 0-1,0 0 1,-1 1-1,1-1 1,-1 0 0,1 0-1,0 0 1,-1 1 0,1-1-1,0 0 1,-1 0 0,1 1-1,0-1 1,0 0-1,-1 1 1,1-1 0,0 0-1,0 1 1,-1-1 0,1 0-1,0 1 1,0 0 0,13 249 983,16 115 3484,-29-364-4391,0-6-528,-12-141-4415,-1-10 2589,12 127 2273,0 14 177,1 1 0,2-20 0,-2 31-178,1 0 0,-1 0-1,1-1 1,0 1 0,0 0 0,0 0-1,0 0 1,1 0 0,-1 0 0,1 1 0,0-1-1,0 0 1,0 1 0,0-1 0,4-2-1,-2 1 30,1 1-1,-1 0 1,1 0-1,0 0 0,0 1 1,0 0-1,0 0 1,1 0-1,7-1 0,-11 3 8,1-1-1,-1 1 0,1 0 0,-1 0 1,1 0-1,0 0 0,-1 0 0,1 1 1,-1-1-1,0 1 0,1-1 1,-1 1-1,1 0 0,-1 0 0,0 0 1,0 0-1,1 1 0,-1-1 0,0 1 1,0-1-1,0 1 0,-1 0 0,4 2 1,5 12 164,-1 0 0,0 0-1,-1 0 1,0 1 0,6 26 0,-3-12 85,21 68 2079,22 118 0,-53-213-2313,0 0-12,-3-108-2253,5-128-2721,-1 213 4159,1 0-1,6-28 0,-7 42 717,-1 0 0,0 0 0,1 0 0,0 1 0,0-1 0,0 1 1,1 0-1,0-1 0,0 1 0,0 0 0,0 1 0,0-1 0,1 0 0,5-4 0,-7 7 136,0 0 0,0 0 0,0 0 0,0 1 0,0-1 0,0 0 0,0 1 0,0-1 0,0 1 0,0 0 0,0 0-1,0 0 1,1 0 0,-1 0 0,0 0 0,0 0 0,0 1 0,0-1 0,0 1 0,0-1 0,0 1 0,0 0 0,0 0 0,0 0 0,0 0 0,0 0 0,-1 1 0,1-1 0,0 0-1,-1 1 1,1-1 0,-1 1 0,0-1 0,2 3 0,5 7 225,-1 0 1,-1 0-1,1 0 0,5 18 1,-8-19-113,66 170 2948,-11-26-1319,-56-147-1773,-1 0-44,0-1-1,1-1 0,0 1 1,0 0-1,0-1 0,0 1 0,1-1 1,0 0-1,0 0 0,7 6 1,-10-11-63,0 1 1,0-1-1,0 1 1,-1-1-1,1 1 0,0-1 1,0 0-1,0 1 1,0-1-1,0 0 1,0 0-1,0 0 1,0 1-1,0-1 1,0 0-1,0-1 1,0 1-1,0 0 1,0 0-1,0 0 1,0 0-1,0-1 1,0 1-1,0 0 1,0-1-1,0 1 1,-1-1-1,1 1 1,0-1-1,0 0 0,0 1 1,-1-1-1,2-1 1,3-3-109,-1 0-1,0 0 1,-1-1 0,5-7 0,1-2-128,18-21-628,-8 13-295,19-33 0,-33 47 1004,0 1 0,-1-1 1,0 0-1,-1-1 1,0 1-1,0-1 1,2-18-1,-2 0 40,-2-1-1,-1 1 1,-4-34 0,2 54 218,1 0 0,-2 0 0,1 0 0,-5-9 0,7 15-40,-2-1 0,1 1 0,0-1 0,0 1 0,-1 0 0,1 0 0,-1 0 0,0 0 0,0 0 0,1 0 1,-1 0-1,-1 0 0,1 1 0,0-1 0,0 1 0,-4-3 0,5 4-6,1 0 1,0 0 0,-1 0 0,1-1-1,-1 1 1,1 0 0,-1 0-1,1 0 1,-1 0 0,1 0 0,-1 0-1,1 0 1,-1 0 0,1 0-1,-1 0 1,1 0 0,-1 0 0,1 0-1,-1 0 1,1 0 0,-1 1-1,1-1 1,-1 0 0,1 0 0,-1 1-1,1-1 1,-1 0 0,1 1 0,0-1-1,-1 0 1,1 1 0,0-1-1,-1 0 1,1 1 0,0-1 0,-1 1-1,1 0 1,-1 21 244,1-12-240,-2 72 431,0-32 262,2 0-1,11 82 0,-7-115-487,0-1-1,1 0 1,0 0-1,2 0 0,-1-1 1,15 22-1,-18-31-187,0-1 0,1 0 0,0 0 0,0 0 0,0 0 0,0 0 0,1-1 0,0 0 0,0 0 0,0 0 0,0-1 0,1 0 0,0 0 0,-1 0 0,1 0 0,0-1 0,0 0 0,0 0 0,1-1 0,6 1 0,-9-2-127,-1 0 0,1 0 0,0 0 0,0-1 0,-1 0 0,1 0 0,0 0 0,-1 0 1,1 0-1,-1-1 0,0 0 0,1 1 0,-1-1 0,0 0 0,0-1 0,0 1 0,0-1 0,0 1 0,-1-1 0,1 0 0,3-5 0,0-1-1063,0-1 1,-1-1-1,0 1 1,0-1-1,5-21 0,2-21-7762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2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7860,'0'0'7152,"0"33"-5250,7 111 102,-4-126-1680,0-1-1,0 0 1,2 0 0,0-1-1,1 1 1,11 20 0,-3-5 131,72 178 1813,-82-199-2185,-1-3-3,-2-21-251,-4-110-1683,3-107-3853,1 222 5508,0-1 1,1 0-1,0 1 0,0-1 0,1 1 1,0 0-1,0 0 0,1 0 0,0 0 1,0 1-1,1-1 0,8-10 0,-10 15 259,-1 0-1,1 0 1,0 0-1,1 1 0,-1-1 1,0 1-1,1-1 0,-1 1 1,1 0-1,0 0 1,0 1-1,0-1 0,0 1 1,0 0-1,0 0 0,0 0 1,0 1-1,0-1 1,0 1-1,0 0 0,0 0 1,1 1-1,-1-1 1,0 1-1,0 0 0,0 0 1,0 0-1,7 3 0,-6-1 54,-1 0 0,1 0 1,0 1-1,-1-1 0,1 1 0,-1 0 0,0 0 0,-1 1 0,1-1 0,-1 1 0,0 0 0,5 9 0,3 8 482,13 37 0,-23-55-515,17 48 1562,19 91 0,-32-112-2079,-1 1-1,0 37 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2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0 10181,'0'0'6744,"9"23"-6021,-8-20-701,97 283 2787,-77-194-1797,18 175 1,-26 100-176,-13-365-836,1 3 1,-1 1-1,0-1 1,0 0-1,-1 1 1,0-1-1,0 1 1,-2 7-1,2-12-2,-1 1 0,1-1 0,0 1 0,0-1 0,0 0 0,-1 1 0,1-1 0,-1 0 0,1 0 0,-1 0 0,1 0 0,-1 0 0,1-1 0,-1 1 0,0 0 0,0-1-1,1 1 1,-1-1 0,0 1 0,0-1 0,0 0 0,0 0 0,1 0 0,-4 0 0,-4 1-98,0-1 1,0 0-1,0 0 1,0-1-1,0 0 1,0-1-1,0 0 1,1 0-1,-1-1 0,1 0 1,-1 0-1,1-1 1,0 0-1,0-1 1,1 0-1,-1 0 0,-9-9 1,-9-11-1220,0-1 0,2-1 0,1-1 0,1-1 0,2-1 0,-18-34 0,-6-21-4559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3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6355,'0'0'10117,"146"-38"-17321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178 153 4882,'0'0'5581,"0"-2"-4623,1-19 926,0 12-1615,0-1 0,-1 1-1,-1 0 1,-1-15 0,-1 18-216,0 0-1,-1 0 0,1 1 1,-1-1-1,0 1 0,0 0 0,-1 0 1,1 1-1,-10-8 0,10 10-74,-1 1-1,1-1 1,-1 1 0,1 0-1,-1 0 1,1 1 0,-1-1-1,1 1 1,-1 0-1,1 0 1,-9 2 0,-7-1 133,19-1-108,0 0 1,-1 1-1,1-1 0,0 1 1,-1-1-1,1 1 1,0-1-1,0 1 0,0 0 1,-1-1-1,1 1 1,0 0-1,0 0 0,0 0 1,0 0-1,0 0 0,1 0 1,-1 0-1,0 1 1,0-1-1,1 0 0,-1 0 1,0 1-1,0 1 1,-10 39 260,5 5 519,3-1 0,1 1 0,7 67 0,-4-101-508,0 0 0,0 0-1,1-1 1,1 1-1,0-1 1,0 1 0,2-1-1,-1 0 1,2 0-1,-1-1 1,2 0 0,-1 0-1,12 14 1,-15-22-253,0-1 1,0 1-1,0-1 1,0 1-1,0-1 1,1 0-1,-1 0 1,1 0-1,-1-1 1,1 1-1,0-1 1,-1 0-1,1 0 1,0 0-1,0-1 1,0 1-1,0-1 1,0 0-1,0 0 1,0-1 0,0 1-1,-1-1 1,1 1-1,0-1 1,0-1-1,0 1 1,-1 0-1,1-1 1,-1 0-1,1 0 1,-1 0-1,0 0 1,1 0-1,-1-1 1,0 1-1,-1-1 1,1 0-1,3-4 1,3-5-385,-1 0-1,0-1 1,-1 0 0,-1 0 0,0-1 0,0 0 0,-2 0 0,1 0 0,3-28 0,-2-5-4220,-2-84 0,-4 123 4193,0-10-1647,0 1 1,-4-24 0,3 37 1780,0-1-1,-1 1 1,1-1 0,-1 1-1,-3-8 1,4 10 419,0 1-1,-1-1 1,1 1-1,0-1 1,0 1 0,-1-1-1,1 1 1,-1 0-1,1-1 1,-1 1 0,0 0-1,1 0 1,-1 0-1,-2 0 1,-1 0 3887,5 8-1691,0-1-1573,0 9 219,-1 22 229,1-1 0,3 1 1,0-1-1,16 65 0,-12-80-964,34 96 781,-36-107-1139,0 0-1,0 0 1,1-1 0,0 1 0,0-1 0,1-1 0,0 1 0,16 12 0,-21-18-582,4 1 20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4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381 295 8772,'0'0'5512,"-15"-16"-5245,-46-52-107,56 63-159,0 0-1,0 0 1,0 0 0,-1 1 0,1 0 0,-1 0-1,0 0 1,0 1 0,-1 0 0,1 0 0,-10-3-1,7 4-65,-1 1 0,0 0 0,0 0-1,0 1 1,-15 2 0,12-1 15,9-1 41,0 1 0,0 0 0,0 0 0,0 1 1,0-1-1,0 1 0,0 0 0,1 0 0,-1 0 1,1 0-1,-1 1 0,1-1 0,0 1 0,0 0 1,0 0-1,0 0 0,1 0 0,-1 0 0,-2 6 1,-3 4 114,1 1 0,0-1 0,1 1 0,-5 18 0,2 1 594,2 1 0,2 1 0,1-1-1,1 1 1,2 0 0,6 60 0,-5-91-610,0 1 1,1-1 0,0 1 0,0-1-1,0 0 1,0 1 0,1-1 0,0 0 0,-1 0-1,2 0 1,-1 0 0,0-1 0,1 1-1,-1 0 1,1-1 0,0 0 0,0 0-1,5 4 1,-2-4-12,-1 0 0,0 0 1,1 0-1,0-1 0,0 0 0,0 0 0,-1-1 0,2 1 0,-1-1 0,0-1 1,0 1-1,9-1 0,-9-1-77,0 1-1,0-1 1,0-1 0,0 1-1,0-1 1,0 0 0,0-1-1,0 1 1,-1-1 0,0 0-1,1 0 1,-1-1 0,0 0-1,0 0 1,-1 0 0,1 0-1,-1-1 1,7-8 0,3-7-412,-1 1-1,-1-2 1,16-35 0,-17 29-453,-1 0 0,-2 0 0,0-1 1,-2 1-1,4-42 0,-2-144-7664,-8 200 7867,0-73-4884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4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108 188 112,'0'0'7593,"-11"-26"-5544,-37-83-315,27 74-619,9 28-498,12 7-563,-1-1 0,0 1-1,1 0 1,-1-1 0,0 1 0,1 0 0,-1-1 0,0 1-1,1-1 1,-1 1 0,1-1 0,-1 1 0,1-1 0,-1 1 0,1-1-1,-1 1 1,1-1 0,-1 0 0,1 1 0,-3-2 2149,2 9-1859,0 9-530,2 93 799,20 155-1,-1-117 414,-1 5 556,49 184 1,-65-325-1518,1 4-2,0-1 1,1 0-1,0 0 1,1 0-1,12 19 1,-18-33-102,0 0 0,0 0 0,0 0 0,0 0 0,0 0 0,0 0 1,0 0-1,0-1 0,0 1 0,0 0 0,0 0 0,0 0 0,0 0 1,0 0-1,0 0 0,0 0 0,0-1 0,0 1 0,0 0 0,0 0 1,0 0-1,0 0 0,0 0 0,1 0 0,-1 0 0,0 0 0,0-1 1,0 1-1,0 0 0,0 0 0,0 0 0,0 0 0,0 0 0,0 0 1,1 0-1,-1 0 0,0 0 0,0 0 0,0 0 0,0 0 0,0 0 1,0 0-1,0 0 0,1 0 0,-1 0 0,0 0 0,0 0 0,0 0 0,0 0 1,0 0-1,0 0 0,0 0 0,1 0 0,-1 0 0,0 0 0,0 0 1,0 0-1,0 0 0,0 0 0,0 0 0,0 0 0,0 1 0,1-1 1,-1 0-1,0 0 0,0 0 0,0 0 0,0 0 0,2-18-1650,-4-22-1642,-9-4-3379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8052,'0'0'6082,"28"161"-3440,-7-96-657,-3-2-577,-4-13-607,0-15-225,-4-16-304,-3-13-256,0-6-16,-7-6-1313,0-26-543,0-12-1474,-4-6-4866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5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14567,'0'0'4626,"188"-69"-4658,-163 62-1777,-18 4-4002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92 2465,'0'0'6667,"-8"-10"-6485,-3-4-141,3 4 5,-1 0 0,-17-15-1,23 22 64,-1 1 0,1 0 0,-1 0 0,1 0 0,-1 0 0,1 0 0,-1 1 0,0 0 0,0 0 0,0 0 0,-7-1 0,-48 0 1864,37 3-1407,18-1-544,1 1-1,0-1 1,-1 1-1,1 0 1,0 0-1,0 1 1,0-1-1,0 0 1,0 1-1,0 0 0,0 0 1,0 0-1,1 0 1,-1 0-1,1 0 1,-1 1-1,-3 5 1,0-1 65,0 2 1,1-1 0,0 1-1,-8 16 1,8-9 35,0 0 0,1 0 0,1 0 0,0 0 1,-1 18-1,3 83 603,2-66-158,-2-11-109,0-13 77,1 0 0,4 29-1,-3-50-384,0 1 0,1-1 0,-1 0 0,1 0-1,0 1 1,0-1 0,1-1 0,0 1 0,0 0-1,0-1 1,1 1 0,0-1 0,8 9 0,-9-12-122,0 0 1,0-1 0,0 1 0,0-1-1,1 1 1,-1-1 0,0 0-1,1 0 1,-1-1 0,0 1 0,1-1-1,-1 0 1,1 1 0,-1-2 0,0 1-1,1 0 1,-1-1 0,1 1-1,-1-1 1,0 0 0,1 0 0,-1 0-1,0-1 1,0 1 0,0-1 0,0 0-1,5-3 1,1-3-126,1-1 0,-2 0 1,1-1-1,-1 0 0,0 0 0,11-22 1,34-75-2577,-50 100 2407,7-15-1135,0 0 0,-1 0 0,-2-1 0,0 0 0,-2 0 0,0-1 0,1-29 0,-5 0-2935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0 13 1521</inkml:trace>
  <inkml:trace contextRef="#ctx0" brushRef="#br0" timeOffset="1">0 13 1521,'18'-13'4034,"-22"13"-1041,4 26 0,0 21-752,0 15-416,0 11-336,0 5-497,0-6 1,11-6-433,-4-13-400,7-12-144,-7-16-16,0-12-448,0-10-977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6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10213,'0'0'5656,"0"-3"-4906,0 7 220,3 117 1115,25 174 0,-22-246-1617,-5-31-241,1-1 1,1 1-1,6 18 0,-5-116-894,-4-393-6784,0 472 7505,0 0 0,0 0 0,0 0 0,0 0 0,1-1 0,-1 1 0,0 0 0,1 0 0,-1 0 0,0 0 0,1 0 0,-1 1 0,1-1 0,0 0 0,-1 0 0,1 0 0,0 0 0,-1 0 0,1 1 0,0-1 0,0 0 0,0 1 0,0-1 0,0 1 0,0-1 0,-1 1 0,1-1 0,2 0 0,-1 1 28,0-1 0,0 1 0,0 0 1,0 0-1,-1 0 0,1 0 0,0 0 1,0 0-1,0 0 0,0 1 0,0-1 1,-1 1-1,1-1 0,0 1 1,0 0-1,-1 0 0,4 1 0,1 4 128,0 0 0,0 0-1,-1 1 1,1-1 0,-1 1-1,-1 1 1,0-1 0,6 12-1,-4-7 15,16 33 404,-3 1 0,-1 0 0,-3 1 0,-2 1 0,-2 0 0,10 91 0,-19-130-678,-1-16-364,-2-56-857,5-128-3399,-2 162 3472,2 0 0,1 0 0,1 1 0,16-45 0,-18 64 1048,0-1 0,0 1 0,1 0 0,0 0 0,1 0 0,0 1 1,0 0-1,11-11 0,-14 16 327,1 0 1,0 0 0,0 0 0,1 0-1,-1 1 1,0 0 0,1-1 0,0 2-1,-1-1 1,1 0 0,0 1 0,0 0-1,0 0 1,0 1 0,0-1 0,0 1-1,0 0 1,10 2 0,-11-2-17,1 1 0,-1 1 0,1-1 1,-1 1-1,0-1 0,1 1 0,-1 1 1,0-1-1,0 1 0,-1-1 0,1 1 0,0 0 1,-1 0-1,0 1 0,1-1 0,-2 1 0,1-1 1,3 6-1,3 7 285,0 0 1,-1 1 0,7 23 0,-11-30-217,10 32 605,-1 0 0,7 48 1,6 90 146,-15-97-765,-10-65-1815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7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5202,'0'0'8164,"4"7"-7099,1 4-587,1 1 0,-2 1 1,0-1-1,5 22 1,6 64 1081,-8-48-1044,71 634 3860,-56-476-3365,-20-196-942,-1-13-50,-1-18-132,0 15 68,-1-19-268,-1 0-1,-1 0 0,-1 1 0,-1 0 1,-9-25-1,-49-113-2517,20 56 683,28 61 1356,1 0 0,2-2 1,2 1-1,2-2 1,2 1-1,0-64 0,5 62 311,0 17-149,4-60 0,-2 84 724,0-1 1,0 0 0,1 1-1,-1-1 1,2 1-1,-1-1 1,1 1 0,0 0-1,0 0 1,0 0-1,1 0 1,0 1-1,0 0 1,6-6 0,-7 8 49,0 1 1,0 0-1,0 0 0,0 0 1,1 0-1,-1 1 1,1-1-1,0 1 1,-1 0-1,1 0 1,0 0-1,0 0 1,-1 1-1,1 0 1,0-1-1,0 1 0,0 1 1,0-1-1,3 1 1,-1 0 42,0 1 1,0 0 0,-1-1-1,1 2 1,-1-1 0,0 1-1,1-1 1,-1 2 0,0-1-1,-1 0 1,7 6 0,0 4 127,0-1 0,0 1 1,-2 1-1,0 0 1,0 0-1,-1 0 1,-1 1-1,0 1 1,-2-1-1,1 1 0,-2 0 1,0 0-1,-1 0 1,0 1-1,-2-1 1,0 26-1,-1-24-228,1-5-29,-1 0 1,-4 24-1,3-33-58,0 0 0,0 0-1,-1 1 1,1-1 0,-1 0 0,0 0-1,0-1 1,-1 1 0,1 0-1,-1-1 1,-6 7 0,4-5-144,0-1 0,-1 1 0,0-1 0,0 0 0,0-1 0,0 0 0,0 0 0,-1 0 0,-12 3 0,13-4-274,0-1 1,0 0-1,0 0 1,0-1 0,0 0-1,0 0 1,1 0-1,-1-1 1,0 1-1,0-2 1,0 1-1,-6-3 1,6 2-464,1-1 1,-1 0 0,1-1-1,-8-6 1,9 6 285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7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1 342 8356,'0'0'9284,"33"-18"-8657,107-64-315,-130 75-300,0 1 0,-1-2 0,15-13 1,-20 17-34,-1-1 1,0 1-1,0-1 1,5-9 0,-2 3-66,-3 4-176,1 0 0,-1-1-1,0 1 1,0-1-1,-1 0 1,0 1 0,-1-1-1,0 0 1,0 0-1,0-1 1,-1 1 0,0 0-1,-3-15 1,2 21 249,1 1 1,-1 0-1,0 0 0,1 0 1,-1 0-1,0 0 0,0 0 1,0 0-1,0 0 1,0 0-1,0 0 0,0 0 1,-1 0-1,1 1 0,0-1 1,0 1-1,0-1 1,-1 1-1,-1-1 0,-29-6 124,27 6-103,-30-3 365,-61 1-1,86 3-159,8 0-179,1 1-1,-1-1 1,1 0 0,0 0-1,-1 1 1,1-1-1,0 1 1,-1-1 0,1 1-1,0 0 1,0-1-1,-1 1 1,1 0 0,0 0-1,0 0 1,0 0-1,0 0 1,0 0 0,0 0-1,0 0 1,1 0-1,-1 0 1,0 1 0,1-1-1,-1 0 1,0 1-1,1-1 1,-1 3 0,-1 4 173,0 0 0,1 1 0,-1 13 0,2-21-188,-3 37 647,2 1 0,1-1 0,8 55 0,-6-80-524,0-1 0,1 0 0,1 0 1,0 0-1,0-1 0,1 1 0,1-1 1,0 0-1,0-1 0,1 1 0,0-1 0,1-1 1,0 1-1,16 13 0,-19-19-108,1 0-1,0-1 0,0 0 1,0 0-1,0 0 0,0 0 1,1-1-1,-1 0 0,1 0 1,0-1-1,12 1 0,-13-1-59,-1-1-1,0 0 0,1 0 0,-1-1 0,1 0 0,-1 0 0,0 0 1,0 0-1,0-1 0,0 0 0,0 0 0,0 0 0,0-1 1,0 1-1,6-7 0,0-2-679,-1-1 1,0 0-1,-1-1 1,0 0-1,-1-1 1,8-18 0,10-31-4500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8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9540,'0'0'3759,"10"37"-1368,67 246 1432,-28-19 251,-45-254-3653,-4-28-445,-3-43-1361,-11-63 1,5 62-1727,0-67 1,9 110 2210,-1 12 626,1 0 1,0 0-1,1 0 1,1-10-1,-2 15 273,1 0 0,0 0-1,-1 1 1,1-1 0,0 0-1,0 1 1,0-1 0,0 1 0,0-1-1,0 1 1,0-1 0,1 1-1,-1 0 1,1 0 0,-1 0 0,1 0-1,-1 0 1,1 0 0,-1 0-1,4-1 1,9-2 490,0 1 0,0 1 0,0 0 0,0 1 0,0 0-1,0 1 1,17 3 0,12-2 714,-13-1-851,-17 0-4951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9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1 330 12822,'0'0'7611,"33"11"-7029,109 29-270,-137-38-307,0-1 0,0 0 0,0 0 1,0 0-1,1-1 0,-1 0 0,0 0 0,0 0 0,0 0 0,0-1 1,7-2-1,-9 2-11,-1 0 0,1-1 1,-1 1-1,1-1 1,-1 0-1,0 0 1,0 0-1,0 0 0,0 0 1,0 0-1,3-5 1,-1 1-22,1-1-124,-1 0 0,0-1-1,0 1 1,0 0 0,-1-1 0,0 0-1,-1 0 1,0 0 0,2-13 0,-2 4-828,-1 1-1,-1-1 1,-3-32 0,1 42 634,1-1-1,-1 1 1,-1-1 0,0 1 0,0 0-1,0-1 1,-1 2 0,0-1 0,0 0-1,-1 1 1,0 0 0,0 0-1,0 0 1,-1 1 0,1-1 0,-2 1-1,-8-5 1,7 4 389,0 1 0,0 1 0,0 0 0,-1 0-1,0 0 1,1 1 0,-1 0 0,-1 1 0,1 0 0,0 1-1,0 0 1,-1 0 0,1 1 0,-14 1 0,21-1 53,1 1 0,-1-1 1,0 1-1,1-1 0,-1 1 0,0 0 1,1 0-1,-1 0 0,1 0 1,-1 0-1,1 0 0,0 0 1,-1 1-1,1-1 0,0 0 0,0 1 1,0-1-1,0 1 0,0-1 1,0 1-1,1-1 0,-1 1 0,0 0 1,1-1-1,-1 1 0,1 2 1,-2 6 329,0 1 0,1-1 1,0 15-1,1-17-126,-1 13 231,-1 19 422,2 0-1,2 0 1,6 40-1,-6-68-791,1-1-1,0 0 0,0 0 1,1 0-1,0 0 0,1-1 1,0 1-1,1-1 1,0 0-1,1-1 0,0 0 1,0 0-1,1 0 0,0-1 1,12 9-1,-14-12-108,1-1-1,0 0 1,0 0-1,1-1 1,-1 0-1,1 0 1,0-1-1,-1 0 1,12 1-1,-5-1-101,0-1 0,-1 0 0,1-2 0,22-2 0,-34 3-92,0 0 0,0-1 0,1 1 0,-1-1 1,0 0-1,0 0 0,0 0 0,0 0 0,0 0 0,0 0 0,0 0 0,0 0 0,-1-1 0,1 1 0,0-1 0,-1 0 0,1 1 1,-1-1-1,0 0 0,1 0 0,1-3 0,-2 1-756,1 0 0,-1 1-1,0-1 1,0 0 0,0 0 0,0-8 0,-1-13-9492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19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6755,'0'0'11355,"0"8"-10651,-1 86 371,4 141 1124,0-184-1460,3 1 1,17 77 0,-18-116-551,-3-16-225,-1-24-389,-1 21 297,-10-215-4786,3 90 445,6 110 3888,0 15 575,0 0 0,1 0 0,0 0 0,0 0 0,0 0 0,1 0-1,2-8 1,-3 13 116,1 1 0,-1-1 0,1 0 0,-1 1 0,1-1 0,-1 0 0,1 1 0,0-1 0,-1 1 0,1-1 0,0 1 0,0-1 0,-1 1 0,1 0 0,0-1 0,0 1 0,0 0-1,0 0 1,-1-1 0,1 1 0,0 0 0,1 0 0,23-1 1307,-19 2-1129,0-2 12,1 2 0,-1-1-1,1 1 1,-1 0 0,12 3-1,-15-3-203,1 1 1,-1-1-1,0 1 0,0 0 1,0 0-1,0 0 0,0 1 0,0-1 1,-1 1-1,1-1 0,3 7 1,6 8 279,-1 1 0,0 1 1,-2 0-1,0 0 0,11 38 1,-6-4 411,9 57-1,-18-88-708,-6-48-641,1-2 90,-1-30-517,3-80-2415,-1 125 2878,1-1 0,0 1-1,1 0 1,1 0 0,0 0 0,1 1-1,0-1 1,7-11 0,-9 21 588,-1-1 1,1 0-1,0 1 1,0-1-1,0 1 1,1 0 0,-1 0-1,1 0 1,0 0-1,-1 1 1,1 0-1,0-1 1,1 2-1,-1-1 1,0 0-1,0 1 1,1 0-1,-1 0 1,1 0-1,-1 0 1,1 1-1,0 0 1,-1-1 0,1 2-1,-1-1 1,1 1-1,-1-1 1,1 1-1,-1 1 1,1-1-1,-1 1 1,0-1-1,0 1 1,1 0-1,-1 1 1,-1-1-1,1 1 1,0-1 0,-1 1-1,4 4 1,5 6 319,-1 1 1,-1 0 0,0 1 0,-1 0-1,0 0 1,-2 1 0,0 0 0,0 0-1,-2 1 1,7 32 0,-4-2-55,-2 0 0,0 87 0,-7-134-675,-1 1-1,1-1 1,-1 0 0,1 0-1,-1 0 1,1 0-1,-1 0 1,1 0 0,-1 0-1,1 0 1,-1 0 0,1-1-1,-1 1 1,-1-2 0,1 1-12,1 0 0,0 0 0,-1-1 0,1 1 0,0 0 0,0-1 0,0 1 0,0-1 0,0 0 0,0-1 0,-7-24-5772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0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0 346 13574,'0'0'4933,"32"-26"-5370,98-83-841,-124 104 1081,-1 0 0,0 0 0,-1 0 1,1-1-1,-1 0 0,0 1 1,4-9-1,-7 12-19,-1-1 0,1 0 1,0 0-1,-1 1 0,1-1 1,-1 0-1,0 0 0,0 0 1,-1-5-1,1-5-730,0 7 480,0-2-254,0 0 0,0 0 0,-1 0 0,0 0 0,-3-10 1,3 15 697,0 1 1,0-1 0,0 1 0,-1-1-1,1 1 1,-1 0 0,1 0 0,-1 0-1,0 0 1,0 0 0,0 0 0,0 0-1,0 1 1,0-1 0,-1 1 0,1-1-1,-1 1 1,1 0 0,-3-1-1,-3-1 772,0 1-1,-1 0 0,1 1 0,0-1 0,0 2 0,-1-1 0,-10 1 1,16 0-522,3 0-158,-1 0-1,0 0 1,1 0 0,-1 1-1,0-1 1,0 0-1,1 0 1,-1 0 0,0 1-1,1-1 1,-1 0 0,0 0-1,1 1 1,-1-1 0,0 1-1,1-1 1,-1 1-1,1-1 1,-1 1 0,1-1-1,-1 1 1,1-1 0,-1 1-1,1-1 1,0 1-1,-1 0 1,1-1 0,-1 2-1,-2 22 610,3-16-306,-3 36 751,2 0 0,2 0 1,8 55-1,-5-79-868,0 0-1,1 0 1,0 0 0,2-1-1,1 0 1,0 0 0,1 0-1,1-1 1,14 18 0,-21-31-230,1-1 0,0 1 1,0-1-1,0 0 0,0 0 1,1-1-1,0 1 0,0-1 0,0 0 1,0-1-1,0 1 0,0-1 1,1 0-1,-1 0 0,1-1 1,-1 1-1,1-1 0,0 0 1,0-1-1,-1 1 0,9-2 1,-9 1-81,0-1 1,-1 0-1,1 0 1,0-1 0,-1 1-1,1-1 1,-1 0 0,1 0-1,-1 0 1,0-1-1,0 0 1,0 1 0,0-2-1,0 1 1,-1 0-1,0-1 1,1 1 0,-1-1-1,-1 0 1,5-7 0,6-11-1220,-1 0 1,16-41 0,-20 44 127,19-55-4015,-11-4-3057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0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6323,'0'0'7609,"1"20"-6950,16 236 2374,29 333 670,-44-565-3591,-1 3 96,2-1 0,1 1 0,1-1 1,10 34-1,-13-57-193,-2-2-13,0 0-1,0 0 0,0 0 0,1 0 1,-1 0-1,1 0 0,-1 0 1,0 0-1,1 0 0,0 0 0,-1 0 1,1-1-1,0 1 0,-1 0 1,1 0-1,0-1 0,0 1 0,-1 0 1,1-1-1,1 2 0,1-7-315,-1-21-2061,-2-38 1,-1 20-2503,1-18-6600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0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11669,'0'0'5699,"185"-15"-4402,-136 15-945,-11 0-352,-6 0-849,-8 0-639,-10 0-2690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1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1 430 8548,'0'0'10642,"24"-22"-9903,76-74-744,-93 90-93,-1-1 0,0 0-1,0 0 1,0 0 0,-1-1 0,0 0 0,0 0 0,-1 0 0,0-1 0,-1 1 0,4-13-1,-5 14-4,2-11-347,0-1 1,-1 0-1,-1 0 0,-1 0 1,-1 0-1,-2-23 0,1 40 441,1 0-1,-1 0 1,1 0-1,-1 0 1,1 0-1,-1 0 1,0 0 0,0 1-1,0-1 1,0 0-1,0 1 1,-1-1-1,1 1 1,0-1-1,-1 1 1,1-1 0,-1 1-1,0 0 1,1 0-1,-1 0 1,0 0-1,0 0 1,1 0-1,-1 0 1,0 1 0,0-1-1,0 1 1,-2-1-1,-7-1 106,0 0 1,0 1-1,-19 0 0,29 1-87,-1 0 43,0 0 0,0 0 1,0 0-1,0 1 0,1-1 0,-1 0 0,0 1 0,0-1 0,0 1 0,0 0 1,1 0-1,-1 0 0,0 0 0,1 0 0,-1 0 0,0 0 0,1 0 1,-1 0-1,1 1 0,0-1 0,0 1 0,-1-1 0,1 1 0,0 0 0,0-1 1,0 1-1,0 0 0,0 2 0,-2 4 153,1 1 0,1 0-1,-1 0 1,1 0 0,0 9 0,1-8-17,-1 140 1805,1-127-1763,1 1 0,2-1 0,0 1 0,1-1 0,2 0-1,0-1 1,1 1 0,1-1 0,2-1 0,0 1 0,1-2 0,25 36-1,-32-51-205,1 0 0,-1 0-1,1 0 1,1-1-1,-1 0 1,0 0 0,1 0-1,0-1 1,0 0-1,0 0 1,12 4 0,-15-6-67,1 0 0,0 0 0,-1 0 1,1-1-1,-1 1 0,1-1 1,0 0-1,-1 0 0,1-1 1,0 1-1,-1-1 0,1 1 0,0-1 1,-1 0-1,1-1 0,-1 1 1,0-1-1,1 1 0,-1-1 1,0 0-1,0 0 0,0 0 0,3-4 1,1-1-412,-1-1 0,0 0 1,-1-1-1,0 1 0,0-1 1,0 0-1,3-12 0,0-2-2233,-1 0 0,4-24 0,-2-16-7638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1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5955,'0'0'11218,"6"26"-9316,-5-19-1784,47 189 2478,-31-129-646,15 121 0,-31-178-1734,-1-36-333,-1-14-915,2 0 0,12-77-1,-11 107 826,0 1-1,0-1 1,1 1 0,0 0-1,1 0 1,0 0-1,0 0 1,1 1 0,0 0-1,1 0 1,0 0-1,0 0 1,0 1 0,1 0-1,0 1 1,1-1-1,13-8 1,-13 11 340,0 1 0,1 1-1,-1-1 1,1 1 0,-1 0 0,1 1 0,0 0 0,-1 1-1,1 0 1,0 0 0,-1 1 0,1 0 0,13 3 0,-17-2 5,1 1 0,0 0 0,-1 0 0,1 0 0,-1 1 0,0 0 0,0 0 0,-1 0 0,1 1 0,7 9 0,-3-4 3,0-3-634,-8-7 338,-1 0-1,0 0 0,1 0 0,-1 0 1,0 0-1,0 0 0,1-1 0,-1 1 1,0 0-1,0 0 0,1 0 0,-1 0 1,0-1-1,0 1 0,0 0 0,1 0 1,-1 0-1,0-1 0,0 1 0,0 0 1,0 0-1,1-1 0,-1 1 0,0 0 0,0-1 1,0 1-1,0 0 0,0 0 0,0-1 1,0 1-1,0 0 0,0-1 0,0 1 1,0 0-1,0 0 0,0-1 0,0 1 1,0 0-1,0-1 0,0 1 0,0 0 1,-1-1-1,1-23-7768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2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392 208 8820,'0'0'2900,"-15"-17"-4525,-46-55 886,59 70 801,0-1 0,0 0-1,-1 1 1,1-1-1,-1 1 1,1 0 0,-1 0-1,0 0 1,0 0 0,0 1-1,0-1 1,0 1 0,0-1-1,0 1 1,0 0 0,-1 0-1,1 1 1,0-1-1,-1 1 1,1 0 0,-1-1-1,1 2 1,-1-1 0,-5 1-1,-10 1 653,13-3-642,1 1 1,-1 0 0,0 1 0,0-1 0,0 1-1,0 0 1,0 1 0,1 0 0,-1-1 0,1 2-1,-1-1 1,1 1 0,0 0 0,0 0 0,0 0-1,0 0 1,1 1 0,-1 0 0,1 0 0,-4 5-1,-2 3 50,0 0 0,1 0 0,0 1-1,2 0 1,-1 0 0,1 1 0,1 0 0,1 0-1,0 0 1,0 1 0,2 0 0,-3 18-1,0 22 703,2 1 0,3 54-1,1-65-187,0-43-602,0 7 174,0-1-1,0 0 0,1 1 0,0-1 0,3 12 0,-3-18-159,0 0 0,0 0 0,0 0-1,0 0 1,0 0 0,1 0 0,-1 0-1,0-1 1,1 1 0,-1 0 0,1-1-1,0 0 1,-1 1 0,1-1 0,0 0-1,0 0 1,0 0 0,0 0-1,0 0 1,0 0 0,0-1 0,0 1-1,0-1 1,4 1 0,0 0-8,-1-1-1,1 0 1,0 0-1,0-1 1,-1 0-1,1 0 1,-1 0 0,1 0-1,-1-1 1,1 0-1,-1 0 1,0-1-1,0 1 1,0-1 0,0 0-1,-1 0 1,1-1-1,-1 0 1,0 1 0,0-1-1,6-8 1,6-7-187,-2-1 1,-1 0 0,19-38-1,-10 14-1464,-3-1 1,25-83-1,-34 87-1016,-2 0 0,-1 0 0,2-66 0,-8 28-2538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2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99 848,'0'0'11803,"-2"-16"-11093,-9-49-254,11 64-433,0 1 0,0-1 0,0 0-1,0 0 1,0 0 0,0 1 0,-1-1 0,1 0 0,0 0-1,0 1 1,-1-1 0,1 0 0,-1 1 0,1-1 0,0 0-1,-1 1 1,1-1 0,-1 1 0,1-1 0,-1 1 0,0-1 0,1 1-1,-1-1 1,1 1 0,-1-1 0,0 1 0,0 0 0,-1-1-1,-6 4 919,6 9-500,-5 48 90,3 1 1,4 75 0,2-47 12,-4 78 669,9 261 1576,-4-387-2459,2-1 0,1 0 1,16 51-1,-14-74-222,-8-18-124,0 1 1,0 0 0,0 0-1,0-1 1,0 1 0,0 0-1,0 0 1,0 0 0,0-1-1,0 1 1,0 0 0,1 0-1,-1 0 1,0-1 0,0 1-1,0 0 1,0 0 0,0 0-1,0-1 1,0 1 0,1 0-1,-1 0 1,0 0 0,0 0-1,0 0 1,0-1 0,1 1-1,-1 0 1,0 0 0,0 0-1,0 0 1,1 0-1,-1 0 1,0 0 0,0 0-1,0 0 1,1 0 0,-1 0-1,0 0 1,0 0 0,1 0-1,-1 0 1,0 0 0,0 0-1,0 0 1,1 0 0,-1 0-1,0 0 1,0 0 0,0 0-1,1 0 1,-1 0 0,0 1-1,0-1 1,0 0 0,0 0-1,1 0 1,-1 0 0,0 0-1,0 1 1,0-1 0,0 0-1,0 0 1,1 0 0,-1 1-1,4-37-4005,-1-63-1,-3 96 3760,0-51-6039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3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9204,'0'0'6483,"-28"28"-4885,-87 92-309,108-112-1101,0 0 0,1-1 0,0 2 0,1-1 0,0 1 0,0 0 1,1 0-1,0 0 0,1 1 0,-5 17 0,3-8 187,2-10-118,1 1 0,0-1 0,0 1 0,-1 15 1,3-25-253,0 0 0,0 0 0,0 1 1,0-1-1,0 0 0,0 1 0,0-1 1,0 0-1,0 0 0,0 1 0,0-1 1,0 0-1,0 1 0,0-1 0,0 0 1,0 0-1,0 1 0,0-1 0,0 0 1,1 0-1,-1 1 0,0-1 0,0 0 0,0 0 1,0 1-1,1-1 0,-1 0 0,0 0 1,0 1-1,0-1 0,1 0 0,-1 0 1,0 0-1,1 0 0,5-4-85,-4 2 75,13-14-335,-1 0 0,0-2 0,19-31-1,-21 29-643,1 1 0,2 0-1,28-31 1,-41 48 904,1 0 1,-1 0 0,0 1-1,1-1 1,0 0 0,-1 1-1,1 0 1,0 0 0,-1 0-1,1 0 1,0 0-1,0 0 1,0 1 0,0-1-1,0 1 1,0 0 0,0 0-1,0 0 1,0 0-1,-1 0 1,1 1 0,0 0-1,0-1 1,0 1 0,0 0-1,0 0 1,-1 1-1,1-1 1,-1 0 0,1 1-1,3 2 1,-1 2 164,1 1-1,-1-1 1,-1 1-1,0 0 1,0 0 0,5 10-1,19 55 1240,-26-67-1231,19 57 781,-3 0-1,-3 2 1,-2 0 0,-3 0 0,2 87-1,-10-62-28,-11 113 0,5-173-763,0 0-1,-2 0 1,-1 0 0,-2-1-1,0 0 1,-2 0-1,-25 44 1,33-67-82,0 0 1,0-1-1,0 1 0,-1 0 1,0-1-1,0 0 1,0 0-1,-1 0 1,1-1-1,-9 6 0,10-8-21,-1 1 0,0-1-1,0 1 1,0-1-1,1-1 1,-1 1-1,0 0 1,0-1-1,-1 0 1,1 0-1,0 0 1,0 0-1,0-1 1,0 1-1,-7-3 1,6 1-35,0 0 1,0 0-1,1 0 1,-1 0-1,1-1 1,-1 0-1,1 0 1,0 0-1,0-1 1,-7-6-1,2-1-146,1 0 0,-14-24 0,10 13-187,2 0-1,1 0 1,0-1-1,2 0 1,0 0-1,2-1 1,0 0-1,2 0 1,-1-37-1,4 49 300,0 0-1,1 1 0,0-1 1,0 1-1,1-1 0,1 1 1,7-21-1,-6 24 86,0 0 0,1-1 0,0 2 0,1-1 1,0 1-1,0-1 0,0 2 0,1-1 0,0 1 0,9-7 0,18-10 8,1 1 0,0 1 0,2 3 0,0 0 0,2 3 1,69-20-1,-91 31-111,-1 1 1,23-3 0,8 5-4571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3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6019,'0'0'5207,"-14"1"-4553,0-1-403,1 1 0,-21 4-1,32-4-208,0 0-1,0 0 1,-1 0-1,1 1 1,0-1-1,0 1 0,0-1 1,0 1-1,0 0 1,1 0-1,-1 0 1,1 0-1,-1 0 1,1 0-1,-1 0 0,1 0 1,0 1-1,0-1 1,0 1-1,1-1 1,-1 0-1,0 1 0,1-1 1,-1 4-1,-2 5 81,-4 17 95,1 0 0,1 1-1,-2 37 1,4 91 733,3-122-704,0 16 48,0 33 725,10 84 0,-7-142-669,1-1 0,1 0-1,2-1 1,0 0 0,2 0-1,0 0 1,24 40 0,-33-64-346,0 2 5,1 0 0,0-1 0,0 1 0,0 0 1,0-1-1,0 1 0,0-1 0,0 1 0,1-1 0,-1 1 1,1-1-1,-1 0 0,1 0 0,-1 0 0,1 0 0,-1 0 1,1 0-1,0 0 0,0-1 0,-1 1 0,3 0 0,-3-2-37,0 0-1,-1 0 0,1 0 1,-1 0-1,1 0 0,-1 0 1,1 0-1,-1 0 0,0 0 1,0 0-1,1 0 0,-1 0 1,0-1-1,0 1 0,0 0 0,0 0 1,-1 0-1,1 0 0,0-2 1,0-2-167,0-30-1118,1 16-75,-1 0 0,0-1 0,-2 1 0,0 0-1,-7-26 1,-7-2-3243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4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2353,'0'0'6158,"19"-19"-5427,62-59-297,-79 76-418,0 0 0,1 0 0,-1 1 0,0-1 0,0 0 0,1 1-1,-1-1 1,1 1 0,-1 0 0,1 0 0,0 0 0,0 0-1,-1 0 1,1 1 0,0-1 0,0 1 0,0 0 0,0-1 0,-1 2-1,1-1 1,5 1 0,4 0 140,-6-1-21,0 0 0,0 0 0,-1 0 0,1 1 0,0 0 0,0 0 0,8 4 0,-10-3-59,-1 0 1,0 0-1,0 0 0,0 0 1,0 1-1,0 0 0,0-1 1,-1 1-1,1 0 0,-1 0 1,0 1-1,3 4 1,3 7 352,-1 0 1,-1 0 0,0 1 0,-1-1 0,0 2 0,-1-1 0,2 25 0,0 119 2506,-6-123-2538,-2 9-24,-2-1-1,-1 1 1,-3-1-1,-2 0 1,-1-1-1,-3 0 1,-32 73-1,22-71-290,11-32-96,13-14 9,0 0-1,0 0 1,0 0-1,-1 0 1,1 0-1,0 0 1,0 0-1,0 0 1,-1 0-1,1 0 1,0 0 0,0 0-1,-1 0 1,1 0-1,0 0 1,0 0-1,0 0 1,-1 0-1,1 0 1,0 0-1,0 0 1,0 0-1,0 0 1,-1 0-1,1-1 1,0 1 0,0 0-1,0 0 1,0 0-1,-1 0 1,1 0-1,0-1 1,0 1-1,0 0 1,0 0-1,0 0 1,0 0-1,-1-1 1,-2-27-745,3 16 238,1-1 0,-1 1 0,2 0 1,0 0-1,1 0 0,0 0 0,4-12 1,-3 16 279,0 1 0,0-1 1,0 1-1,1 0 0,0 0 1,0 1-1,1-1 0,0 1 1,0 0-1,0 1 1,12-8-1,-9 8 277,-1 1-1,0 0 1,1 0-1,0 1 1,0 1 0,0-1-1,0 1 1,0 1-1,0 0 1,1 0 0,-1 1-1,0 0 1,1 0 0,-1 1-1,0 1 1,0-1-1,1 2 1,-1-1 0,14 6-1,-15-2 92,0-1-1,0 1 0,0 0 1,-1 0-1,0 1 0,0 0 1,0 0-1,-1 1 0,0 0 1,-1 0-1,0 0 0,5 10 1,-4-4 145,0 0 0,-1 0 0,0 0 0,-1 0 0,-1 1 0,0 0 0,1 21 0,-2-10 93,-5 51 0,2-69-349,0 0 1,-1 0-1,0 0 0,0 0 1,-1 0-1,0 0 1,-1-1-1,1 1 0,-2-1 1,-5 8-1,3-6-13,-1 0 1,0-1-1,-1 1 0,0-2 0,0 1 0,-1-2 0,0 1 0,0-1 1,0 0-1,-1-1 0,0-1 0,0 1 0,-17 3 0,9-4-130,-1 0 1,-1-1-1,1-2 0,0 0 1,0-1-1,-1 0 0,-20-5 1,35 4-27,-1 0 0,0-1 0,1 1 0,-1-1 0,1-1 0,0 0 0,0 1 1,0-2-1,0 1 0,0-1 0,0 0 0,1 0 0,0 0 0,0-1 0,-8-10 0,8 9-81,0-1 0,1 0-1,0-1 1,1 1 0,0-1 0,0 1-1,0-1 1,1 0 0,0 0-1,1 0 1,-1 0 0,1-13-1,1-38-2213,0 2-2178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5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27 7155,'0'0'5352,"-21"-3"-3506,10-1-1537,-1 0-1,1 0 0,0 1 1,-1 1-1,1 0 0,-23-1 1,1 2-195,13 0 59,-33 4 1,50-3-175,1 1-1,0 0 1,0-1 0,1 1-1,-1 0 1,0 1-1,0-1 1,0 0 0,1 0-1,-1 1 1,1-1 0,-1 1-1,1-1 1,-1 1-1,-1 3 1,-17 30 31,15-24 59,1 0 0,0 0-1,1 1 1,0-1 0,0 1 0,0 13 0,0 75 1041,3-76-756,0 18 768,10 75 0,-8-102-929,1-1 0,1 1 0,0 0 0,1-1-1,1 0 1,0 0 0,1-1 0,12 19 0,-16-28-160,0 0 0,0 0 0,0-1 0,1 1 1,-1-1-1,1 1 0,0-1 0,0 0 0,0-1 0,1 1 1,-1-1-1,1 1 0,-1-1 0,10 2 0,-10-3-36,-1-1-1,1 1 1,-1-1-1,1 0 1,-1 0-1,1-1 1,0 1-1,-1-1 1,1 0-1,-1 1 1,1-1-1,-1-1 1,0 1-1,1-1 1,-1 1-1,0-1 1,0 0-1,0 0 1,0 0-1,-1 0 1,5-5-1,5-6-154,0-2 0,-1 1-1,0-1 1,-1-1 0,-1 0-1,-1 0 1,0-1 0,-1 0 0,9-33-1,-8 14-927,-1 0-1,-1 0 1,-2 0 0,-1-42-1,-3 52 318,1 10 152,-1-1 1,-4-26 0,4 38 559,-1 1 1,0 0-1,-1 0 0,1 0 1,-1 0-1,1 0 1,-1 0-1,0 1 0,0-1 1,-1 0-1,1 1 0,-1 0 1,0 0-1,0-1 1,-3-1-1,6 4 90,-1 1 1,1-1-1,0 1 0,-1 0 0,1-1 1,0 1-1,-1-1 0,1 1 1,-1 0-1,1 0 0,-1-1 0,1 1 1,0 0-1,-1 0 0,1-1 0,-1 1 1,1 0-1,-1 0 0,1 0 1,-1 0-1,0 0 0,1 0 0,-1-1 1,1 1-1,-1 1 0,1-1 1,-1 0-1,1 0 0,-1 0 0,1 0 1,-1 0-1,1 0 0,-1 1 0,1-1 1,-1 0-1,1 0 0,-1 1 1,1-1-1,0 0 0,-1 0 0,1 1 1,-1-1-1,0 1 0,-3 24 1141,4 374 2671,0-388-3787,0-1-1,1 1 1,1-1-1,0 1 1,0-1-1,5 14 1,-6-22-115,0 1 0,1 0 0,-1-1 0,1 1 0,-1-1 0,1 0 0,0 1 0,0-1 0,0 0 0,0 0 0,0 0 0,0 0 0,0-1 0,1 1 0,-1 0 0,1-1 0,-1 0 0,1 0 0,0 1 0,-1-2 0,1 1 0,0 0 0,0 0 0,0-1 0,-1 0 0,1 1 0,3-1 0,-3-1-82,-1 1 0,0 0 0,0-1-1,1 1 1,-1-1 0,0 0 0,0 0 0,0 0 0,0 0 0,0 0 0,0 0-1,0-1 1,0 1 0,-1 0 0,1-1 0,0 0 0,-1 1 0,1-1 0,-1 0 0,2-2-1,3-6-486,0-1 0,8-19 0,-8 17-42,45-115-5987,-29 57 414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5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5987,'0'0'8155,"-1"11"-7298,-3 173 2320,22 202 1,-7-251-2301,21 170 249,-23-271-1077,-1-19-92,-8-15 35,0 0 0,0 1 0,0-1 0,1 0 1,-1 0-1,0 0 0,0 1 0,1-1 1,-1 0-1,0 0 0,0 0 0,1 0 1,-1 0-1,0 1 0,1-1 0,-1 0 0,0 0 1,0 0-1,1 0 0,-1 0 0,0 0 1,1 0-1,-1 0 0,0 0 0,1 0 1,-1 0-1,0 0 0,0 0 0,1-1 0,-1 1 1,0 0-1,1 0 0,-1 0 0,1 0 1,-1-1-47,1 0 0,-1 1 1,0-1-1,1 0 0,-1 0 1,1 1-1,-1-1 0,0 0 1,1 0-1,-1 0 0,0 0 1,0 1-1,0-1 0,0 0 0,0 0 1,0-1-1,4-108-5138,-4 42-189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6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12886,'0'0'8100,"199"12"-8100,-171-12-241,-4 0-1663,-6 0-1554,-4-6-3873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0 4722,'0'0'7748,"0"1"-7479,0-1 0,0 1 0,0-1 0,0 1 1,0-1-1,0 1 0,0-1 0,0 1 0,0-1 1,-1 1-1,1-1 0,0 0 0,0 1 0,-1-1 1,1 1-1,0-1 0,0 0 0,-1 1 0,0 0 1,-109-1 15,106 0-262,-1 1 0,1 0 1,-1 0-1,1 0 0,0 1 0,0-1 1,0 1-1,0 0 0,0 0 0,-6 5 1,2-2 92,0 1 0,1 1 0,-12 12 0,14-12-66,0 0 1,0 0-1,1 1 0,0-1 0,0 1 0,1 0 0,0 1 0,0-1 0,1 0 0,0 1 0,0 9 1,-1 14 422,2 52 1,1-53-120,-1 37 365,-1-23 166,8 74 0,-5-111-788,0 1 1,1-1-1,1 1 0,-1-1 1,1 0-1,1 0 1,4 9-1,-7-15-83,0 0-1,1 0 1,-1 0-1,1 0 0,-1 0 1,1-1-1,-1 1 1,1 0-1,0-1 0,0 1 1,0-1-1,0 0 1,0 1-1,0-1 0,0 0 1,1 0-1,-1 0 1,0-1-1,0 1 0,1-1 1,-1 1-1,0-1 1,1 0-1,-1 0 0,1 0 1,-1 0-1,0 0 1,1 0-1,3-1 1,-3 0-12,0-1 1,0 1 0,0 0 0,0-1 0,0 1 0,-1-1 0,1 0 0,0 0 0,-1 0 0,0 0 0,1 0 0,2-4 0,21-34-85,-24 35 61,19-32-911,-3-2 0,-1 0 0,-1-1 0,15-66 0,-23 70-1424,-2 0-1,-2 0 1,0-44-1,-11-33 5310,7 112-2798,-4 49 2714,3 82 0,3-54-1700,-3 2-327,-1-16-24,12 112 1,-9-167-967,0-1 1,0 0-1,1 1 0,0-1 1,4 10-1,-6-16-20,1 1 0,-1-1 0,0 0 0,0 0 0,1 0 0,-1 0 0,0 0 0,1 0 0,-1 1 0,0-1 0,0 0 0,1 0 0,-1 0 0,0 0 0,1 0 0,-1 0 0,0 0 0,1 0 0,-1 0-1,0-1 1,0 1 0,1 0 0,-1 0 0,0 0 0,1 0 0,-1 0 0,0 0 0,0-1 0,1 1 0,-1 0 0,0 0 0,0 0 0,0-1 0,1 1 0,-1 0 0,0 0 0,0 0 0,0-1 0,0 1 0,1 0 0,-1-1 0,0 1 0,0 0 0,0 0 0,0-1 0,0 1 0,0 0 0,0-1 0,0 1 0,0 0 0,0-1 0,4-23-6358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6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7924,'0'0'9156,"-2"5"-8601,-24 54 152,19-47-533,0 1-1,2 0 0,-1 0 1,2 0-1,0 1 0,-4 22 1,7-25-122,0 0 0,1 0 0,0 0 1,1 0-1,2 13 0,-2-20-84,1 1 1,-1 0-1,1-1 0,0 1 0,0-1 1,1 0-1,-1 1 0,1-1 1,0 0-1,0-1 0,0 1 0,1 0 1,6 4-1,26 21-559,-16-15 437,-1 1 0,24 25 0,-38-35 161,-1 0-1,0 0 1,0 1-1,0-1 1,-1 1 0,0 0-1,0 0 1,0 0-1,-1 0 1,0 0 0,0 1-1,-1-1 1,2 12-1,-2-14-4,-1 1-1,0 0 0,0-1 0,0 1 1,-1-1-1,1 1 0,-1-1 0,-3 9 1,3-11 2,0 0 1,0 0 0,-1 0 0,1 0-1,-1 0 1,1-1 0,-1 1 0,0-1-1,1 1 1,-1-1 0,0 1 0,0-1-1,0 0 1,0 0 0,-1 0 0,1 0-1,0 0 1,-4 1 0,-3 0-128,0 1 0,0-2 1,0 1-1,0-1 0,-1-1 1,1 1-1,0-1 0,0-1 1,0 0-1,-14-3 0,17 2-430,-1 0 0,2 0-1,-1-1 1,0 1 0,0-1 0,1-1-1,-1 1 1,1-1 0,0 0-1,0 0 1,1 0 0,-1-1 0,1 0-1,0 0 1,-7-10 0,-7-22-5234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7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16600,'0'0'1440,"219"28"-1440,-159-28-544,-22 0-3154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8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6963,'0'0'8023,"0"11"-7378,-1 193 1152,3 296 1601,11-327-2016,-9-149-1123,1 0 1,1 0-1,1 0 0,20 43 0,-25-61-212,1-1 1,0-1-1,0 1 0,0 0 1,0-1-1,1 1 0,0-1 1,0 0-1,0 0 0,0-1 0,1 1 1,4 2-1,-5-4-34,-1-1 0,1 1 0,-1-1-1,1 0 1,-1 0 0,1 0 0,0-1 0,0 1 0,-1-1 0,1 0-1,0 0 1,0 0 0,0-1 0,-1 1 0,1-1 0,0 0-1,-1 0 1,5-1 0,-1-1 1,-1 0 0,0-1 0,1 0 0,-1 0 0,0 0 0,-1 0 0,1-1 0,-1 0 0,5-6 0,7-9-59,16-26 1,-7 4-505,-1 0-1,-2-2 1,17-45 0,-27 55-386,-2 0 0,-1 0 0,-2-1 0,7-69-1,-7-69-1889,-12 57 4717,1 78 1795,-7 32-7657,2 3 323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8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3 160,'0'0'10592,"0"-3"-9464,0 65 4374,0 146-4163,-1-84-327,-1 3-36,18 165 0,-14-279-947,5 30 45,-7-42-74,0 0-1,1 0 1,-1 1 0,0-1 0,1 0 0,-1 0-1,1 1 1,0-1 0,-1 0 0,1 0 0,0 0 0,0 0-1,-1 0 1,1 0 0,0 0 0,0 0 0,0 0-1,0 0 1,0 0 0,1-1 0,-1 1 0,0 0-1,1 0 1,-1-2-30,0 1-1,0 0 0,0 0 0,0-1 0,0 1 1,-1-1-1,1 1 0,0-1 0,0 1 0,0-1 1,-1 1-1,1-1 0,0 0 0,-1 1 0,1-1 1,-1 0-1,1 0 0,-1 0 0,1 1 0,-1-1 1,1 0-1,-1 0 0,0 0 0,0 0 0,1 0 1,-1 0-1,0 1 0,0-1 0,0 0 0,0 0 1,0-1-1,1-1-110,3-19-1616,-1-1 0,0-31 0,-2-3-3416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8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0 11221,'0'0'6030,"-34"27"-5897,-107 82-170,101-78-72,34-27 7,-1 1 0,1 0 0,-1 1 0,1 0 0,-9 12 0,13-15 69,-1 0-1,2 0 0,-1 0 1,0 1-1,1-1 1,-1 1-1,1-1 0,0 1 1,1 0-1,-1-1 0,0 1 1,1 0-1,0 0 0,0-1 1,0 1-1,0 0 1,1 0-1,-1-1 0,1 1 1,0 0-1,0-1 0,3 7 1,1 0 139,0 0 0,1 0 0,0-1 0,0 0-1,1 0 1,9 9 0,12 12 663,41 33 0,-59-55-756,-1-1 1,1-1 0,0 1-1,0-1 1,1-1-1,0 0 1,0-1-1,0 0 1,14 3-1,1-4-1052,-25-3 809,0 0 0,1 0 0,-1 0 0,0 0 0,0 0 0,0 0 0,0-1 0,0 1 0,0 0 0,0-1 0,0 1 0,0 0 0,0-1 0,0 1 0,0-1 0,0 0 0,0 1 0,0-1 0,-1 0 0,2-1 0,4-22-6998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9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8580,'0'0'7494,"-4"14"-5005,3 78-632,2 90 52,1-156-1606,1-1 0,1 0-1,2 0 1,15 48 0,-18-67-247,-1 0 0,1 0 0,0 0 0,1 0 0,0 0 0,-1-1 0,2 1 0,5 6 0,-8-10-55,0-1-1,1 1 1,-1-1-1,0 1 0,0-1 1,1 0-1,-1 0 1,1 1-1,-1-2 1,1 1-1,-1 0 1,1-1-1,0 1 0,-1-1 1,1 0-1,0 1 1,-1-1-1,1-1 1,0 1-1,-1 0 1,1-1-1,0 1 0,3-2 1,-3 1-10,0-1 0,0 1 0,0-1-1,0 1 1,-1-1 0,1 0 0,0 0 0,-1 0 0,1 0 0,-1-1 0,0 1 0,2-4 0,21-35-279,-25 39 275,19-36-1063,-2-1 0,-2 0 0,-1-1 0,-2-1 0,-2 0 0,-2-1 0,-2 0 0,2-81 0,-8 122 1192,-1 1 0,1 0 0,0 0 0,-1 0 0,1-1 0,-1 1 0,1 0 0,0 0 0,-1 0 0,1 0 0,-1 0 0,1 0 0,-1 0 0,1 0 0,-1 0 0,1 0 0,0 0 0,-1 0 0,1 0 0,-1 0 0,1 0 0,-1 1 0,1-1 0,0 0 0,-1 0 0,0 1 0,0-1 206,-4 10-69,-2 5-710,0-11-4165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29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13526,'0'0'3018,"1"28"-1623,2 48-132,14 84 0,-1-36 370,14 71 624,-21-167-1907,-3-18-224,1-12-92,-6 1-37,0 0-1,0-1 0,0 1 1,0-1-1,0 0 0,-1 1 0,1-1 1,-1 0-1,1 1 0,0-4 1,24-222-2629,-13 85-1011,-11 124 2825,2 0 1,1 1-1,0-1 0,1 0 1,13-30-1,-15 43 805,-1-1 0,1 1 1,1 0-1,-1 0 0,1 0 0,0 0 1,0 1-1,0 0 0,0 0 0,1 0 1,0 0-1,0 0 0,0 1 0,0 0 1,0 0-1,1 1 0,-1-1 0,1 1 1,0 0-1,-1 1 0,9-2 0,-5 2 320,0 0 0,0 0 0,0 1 0,-1 0-1,1 0 1,0 1 0,0 0 0,0 1 0,0 0 0,-1 0-1,1 1 1,-1 0 0,0 1 0,0 0 0,0 0-1,0 1 1,12 8 0,63 62 251,-76-71-1720,-3-4-2695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31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89 9508,'0'0'3554,"-4"3"-2911,-12 10-96,-12 0 2526,20-5-2951,0 0 0,1 1 0,0 1 0,1-1 0,0 1 0,0 0 0,1 0 0,0 1 0,1-1 0,0 1 0,-3 15 0,0 8 209,1 0 0,-2 50 0,5 283 1750,3-361-2048,0 3 44,0 1 0,1 0 0,0-1 0,4 18 0,-4-25-57,0 0 0,0 0-1,0 0 1,0 0 0,0 0-1,0 0 1,0 0-1,1 0 1,-1 0 0,1 0-1,-1-1 1,1 1 0,0-1-1,0 1 1,0-1-1,0 0 1,0 1 0,0-1-1,0 0 1,0 0 0,0-1-1,0 1 1,0 0-1,1-1 1,2 1 0,1 0 13,0-1 1,1 0-1,-1 0 1,0-1-1,0 1 1,0-1-1,1-1 1,-1 1-1,0-1 1,-1 0-1,1-1 1,0 1 0,-1-1-1,1 0 1,-1 0-1,10-8 1,1-4-55,0 0-1,-1-1 1,20-26 0,-13 13-362,-1 0 0,26-48 0,-41 63 82,1 1 0,-2-2 1,0 1-1,0 0 1,-2-1-1,1 0 0,-2 0 1,2-27-1,-4 32 163,0-2 51,0-1 1,0 1 0,-1-1-1,-1 1 1,0-1-1,-1 1 1,-6-18 0,-103-204-256,105 220 307,1 1 20,0 1-1,-17-22 0,21 32 14,1-1 1,-1 1-1,-1 0 0,1 0 1,0 0-1,0 0 0,-1 0 0,1 0 1,-1 1-1,0-1 0,0 1 0,1-1 1,-1 1-1,0 0 0,0 0 0,0 1 1,0-1-1,-6 0 0,8 1 1,-1 0 0,0 1-1,1-1 1,-1 0 0,0 1 0,1-1-1,-1 1 1,1-1 0,-1 1-1,1 0 1,0 0 0,-1 0-1,1 0 1,0 0 0,-1 0 0,1 0-1,-1 1 1,-1 2-12,0 0 1,0 0-1,0 0 0,1 1 1,-4 7-1,1-1-221,1 0 0,1 1 0,0 0-1,-2 15 1,4 19-2855,1-4-2460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31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9268,'0'0'6995,"24"18"-6594,-17 23 191,0 16-144,-7 5 481,0 1-657,-17-3-224,-18-16-48,0-13-16,4-25-545,6-6-1007,11-47-1730,11-28-5922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32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1 283 9652,'0'0'7158,"4"-11"-6744,12-27-188,25-66-1245,-36 89 676,0 0 0,-2 0 0,1 0-1,-2 0 1,1-17 0,4 10 623,-7 21-200,0 14 150,0 31-93,14 649 4584,-14-683-4520,3 7 225,-2-15-424,-1-6-410,0-86-7217,3 55 1356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33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13 4114,'0'0'5800,"-2"-2"-4528,2 0-1026,0 2-146,-1-1 0,1 1 0,0-1 0,0 1 0,-1-1-1,1 1 1,0-1 0,-1 1 0,1 0 0,0-1-1,-1 1 1,1-1 0,-1 1 0,1 0 0,-1-1 0,1 1-1,-1 0 1,1 0 0,-1-1 0,1 1 0,-1 0-1,1 0 1,-1 0 0,1 0 0,-2-1 0,2 1 289,-4 474 5950,1-356-4506,3-162-1855,6-154-2222,-3 175 1702,1 0 0,0 0 0,2 0-1,1 1 1,1 0 0,16-34 0,-18 43 273,18-30-377,-23 42 660,0-1 1,0 0-1,1 1 1,-1-1 0,0 1-1,1-1 1,-1 1-1,1 0 1,-1-1-1,1 1 1,0 0-1,-1 0 1,1 0-1,0 0 1,0 1-1,0-1 1,0 0-1,0 1 1,2-1-1,-1 1 93,1 1-1,-1-1 1,1 1 0,-1 0-1,1 0 1,-1 0-1,0 1 1,1-1-1,-1 1 1,0 0 0,0-1-1,0 1 1,0 1-1,0-1 1,-1 0-1,1 1 1,-1-1 0,0 1-1,1 0 1,1 3-1,6 10 333,-1 0-1,14 31 1,-8-15 108,6 13 306,-1 2 0,16 64 0,16 100 1277,-50-204-2062,3 14 180,-5-38-268,-1-9-126,2-41-1037,15-118-1,-12 160 651,1 1-1,1-1 1,1 1-1,2 1 1,0-1-1,1 1 1,1 1-1,15-22 1,-23 40 496,0 0 0,0 1 1,0 0-1,1-1 1,-1 1-1,1 0 0,-1 1 1,1-1-1,0 1 0,5-3 1,-8 4 57,1 1 0,1-1 0,-1 0 0,0 0 0,0 1 1,0 0-1,0-1 0,0 1 0,1 0 0,-1 0 0,0 0 0,0 0 0,0 0 1,0 1-1,1-1 0,-1 1 0,0-1 0,0 1 0,0 0 0,0 0 0,0 0 1,0 0-1,3 2 0,2 4 136,0 1 1,0-1-1,-1 1 1,0 0-1,-1 1 1,0 0-1,0-1 0,-1 1 1,6 17-1,2 10 649,10 47-1,-13-39-409,-2-1 0,2 88-1,-9-136-1013,0 1-1,1-1 1,-1 1-1,1 0 0,0 0 1,2-5-1,2-12-1053,5-30-3560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33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29 6771,'0'0'8820,"7"-5"-7699,1 1-825,-4 2-106,-1 0 1,0 0-1,0 0 1,0 0 0,0 0-1,5-5 689,-11 10-770,1 0 1,0 1-1,0-1 1,1 1-1,-1 0 0,1-1 1,-1 1-1,1 0 1,-1 5-1,-2 9 0,-30 84 98,-78 247 1015,27 1 20,83-342-1224,-1 29 39,12-55-410,10-30-1513,17-73-1,-10 0-4514,-19 70 1328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3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5074,'0'0'9453,"8"-5"-8376,23-14-215,-31 18-848,1 1-1,-1 0 1,0 0-1,1 0 1,-1-1-1,0 1 1,1 0 0,-1 0-1,0 0 1,1 0-1,-1 0 1,0 0-1,1 0 1,-1 0-1,1 0 1,-1 0 0,0 0-1,1 0 1,-1 0-1,0 0 1,1 0-1,-1 0 1,0 0-1,1 1 1,-1-1-1,0 0 1,1 0 0,-1 0-1,0 1 1,1-1-1,-1 0 1,0 0-1,0 1 1,1-1-1,-1 0 1,0 0-1,0 1 1,0-1 0,1 0-1,-1 1 1,0-1-1,0 0 1,0 1-1,0-1 1,0 0-1,0 1 1,0-1 0,0 1-1,0-1 1,0 1-1,36 146 2667,24 208-1,-31-155-1477,-21-154-988,-4-14-115,1 0 1,2 0 0,15 42 0,-16-65-377,-5-17-831,-3-16-239,-1 12 558,-1 1 1,-1-1-1,0 1 0,0 1 0,-14-21 0,-14-19-3671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34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14391,'0'0'4322,"241"22"-3554,-168-22-768,-3-3-48,-15-10-1873,-16 7-3714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3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10 3121,'0'0'12107,"8"-5"-10546,-5 4-1492,-1 0 0,1 0 0,-1 1 0,1-1 0,0 1 0,-1 0-1,1-1 1,0 1 0,-1 0 0,1 1 0,-1-1 0,1 0 0,0 1 0,-1 0 0,1-1 0,-1 1 0,1 0 0,-1 0 0,0 0-1,1 1 1,-1-1 0,0 1 0,0-1 0,0 1 0,0 0 0,0-1 0,0 1 0,0 0 0,-1 0 0,3 4 0,-1 1 68,0 0-1,0 1 1,-1-1 0,0 0 0,0 1 0,-1 0 0,0-1 0,0 1 0,-1 12 0,0-12-115,-1 0 0,0-1 1,0 1-1,-1-1 1,0 1-1,0-1 1,0 0-1,-1 1 0,0-1 1,-1-1-1,-6 11 1,6-11-196,0-1 1,1-1-1,-2 1 1,1-1-1,0 0 1,-1 0-1,0 0 1,0 0-1,0-1 1,0 0-1,-1 0 1,1 0-1,-1-1 1,-11 4-1,-4-5-2215,6-3-1611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36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13846,'0'0'6115,"-3"0"-6115,6 0-2417,4 0-432,0 0-2482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3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 5282,'0'0'3594,"2"6"-2683,0 8 7513,-9 56-8188,0 1 80,9 284 2208,-1-334-2284,1 0-1,1 0 1,0 0-1,11 30 1,-12-44-159,1-1 1,0 0 0,0 0-1,1 0 1,-1 0-1,1 0 1,9 9 0,-10-12-38,0-1 0,0 1 0,0 0 0,1-1 0,-1 0 0,1 0 0,0 0 0,-1-1 0,1 1 0,0-1 0,0 1 0,0-1 0,0-1 0,6 2 0,-4-2-30,1 0 0,0-1 1,0 0-1,-1 0 0,1 0 1,0 0-1,-1-1 0,1 0 1,-1-1-1,0 0 0,0 0 1,0 0-1,0 0 0,0-1 1,-1 0-1,1 0 0,-1-1 1,0 0-1,0 1 0,-1-2 1,7-8-1,3-6-234,-1 0 0,-1-1 0,-1-1 0,15-40 0,-19 43-176,-2 0-1,0-1 0,-1 1 0,2-29 1,-3-80-1335,-3 92 1457,-1 21 213,0-1 1,-1 0 0,0 0-1,-1 1 1,-1-1 0,-11-28 0,12 37 43,0 0 0,0 0 0,-1 1 1,1-1-1,-2 1 0,1 0 0,-1 0 1,1 1-1,-2-1 0,1 1 0,-1 0 0,1 1 1,-1-1-1,-1 1 0,1 0 0,-13-5 1,8 6-2,0 1 0,0 1 1,-1 0-1,1 0 0,0 1 1,-1 0-1,-17 4 0,26-4 6,1 0 0,-1 1-1,1-1 1,0 1-1,-1 0 1,1-1 0,-1 1-1,1 0 1,0 1 0,0-1-1,-1 0 1,1 1-1,0-1 1,0 1 0,0-1-1,1 1 1,-1 0 0,0 0-1,1 0 1,-1 0-1,1 0 1,0 0 0,-1 0-1,0 3 1,0 3-943,0-1 0,0 1 1,1-1-1,0 1 0,0-1 1,1 14-1,0-2-6067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38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8820,'0'0'4562,"0"163"-2913,-3-100-577,-1-4-319,-3-8-209,4-14-128,0-15-128,3-15-160,0-23-944,0-31-545,13-13-3121,5-6-4514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39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3874,'0'0'7014,"0"-4"-5971,0 2-966,0 1 0,0-1-1,1 1 1,-1-1 0,0 1 0,1-1 0,-1 1 0,0-1 0,1 1 0,0 0 0,-1-1 0,1 1-1,0 0 1,0-1 0,0 1 0,0 0 0,0 0 0,0 0 0,0 0 0,0 0 0,0 0 0,0 0-1,1 0 1,-1 0 0,0 1 0,1-1 0,-1 0 0,0 1 0,1-1 0,-1 1 0,1-1 0,-1 1-1,3 0 1,15-4 174,0 1 0,0 1 0,0 0 0,23 2 0,-36 0-190,-2 0-17,0 0 1,0 1-1,1-1 1,-1 1-1,0 0 1,0 0-1,0 0 1,0 0-1,0 1 0,0 0 1,0 0-1,-1 0 1,1 0-1,0 0 1,3 4-1,-3-2 35,0 0 0,0 1 0,-1-1-1,0 1 1,0 0 0,0 0-1,0 0 1,-1 0 0,1 1-1,1 5 1,0 6 172,-1 0 0,0 0 0,-1 0 0,-1 0 0,-1 0 0,-2 27 0,0-33-229,1-1 0,-1 0-1,-1 0 1,0 0 0,0 0-1,-1-1 1,0 1-1,-1-1 1,0 0 0,-1 0-1,1-1 1,-2 1 0,1-1-1,-1-1 1,0 1-1,-1-1 1,0 0 0,-8 5-1,15-11-76,1-1-1,-1 1 0,0-1 0,0 1 0,1-1 0,-1 0 1,0 1-1,0-1 0,0 0 0,0 1 0,1-1 1,-1 0-1,0 0 0,0 0 0,0 0 0,0 0 1,0 0-1,0 0 0,1 0 0,-1 0 0,-1 0 0,1-1-51,1 1 0,0-1-1,-1 1 1,1-1-1,0 1 1,-1-1-1,1 1 1,0-1-1,0 1 1,-1-1-1,1 1 1,0-1-1,0 1 1,0-1-1,0 1 1,0-1-1,0 1 1,0-1-1,0 1 1,0-1-1,0 0 1,0 1-1,0-1 1,1 0-1,-1-1-150,1 0 0,-1-1 0,1 1 0,0 0 0,0 0 0,0 0 0,0 0 0,0 0 0,0 0 0,1 0 0,-1 0 0,1 1 0,-1-1 0,1 0 0,2-1 0,0 1 297,0 0-1,1 1 1,-1 0 0,1-1 0,0 2 0,-1-1 0,1 0 0,0 1 0,0 0-1,-1 0 1,1 0 0,0 1 0,0-1 0,-1 1 0,1 0 0,-1 1 0,1-1-1,-1 1 1,1 0 0,-1 0 0,0 0 0,0 1 0,0-1 0,0 1 0,0 0-1,-1 0 1,7 7 0,-2 1 242,-1 1 1,-1-1-1,0 1 0,-1 0 0,0 1 0,0-1 1,-1 1-1,-1 0 0,-1 0 0,1 0 1,-2 0-1,0 0 0,-1 0 0,0 1 1,0-1-1,-5 22 0,4-29-254,-1 0 1,0 0-1,0 0 1,0-1-1,0 1 1,-1 0-1,0-1 1,0 0-1,0 1 1,-1-1-1,0-1 1,0 1-1,0 0 1,-1-1-1,1 0 0,-1 0 1,-7 4-1,4-3-44,0 0 0,0-1 0,-1-1 0,1 1-1,-1-1 1,0-1 0,1 0 0,-1 0 0,0 0-1,0-1 1,-10-1 0,18 1-36,-1-1 0,1 0 0,0 0 0,-1 0 1,1-1-1,0 1 0,-1 0 0,1-1 0,0 1 0,0 0 0,-1-1 0,1 1 0,0-1 0,0 0 1,0 1-1,0-1 0,0 0 0,0 0 0,0 0 0,0 0 0,0 0 0,0 0 0,0 0 0,0 0 0,1 0 1,-1 0-1,0 0 0,1 0 0,-1-2 0,0-2-415,-1-1-1,2 0 1,-1 1 0,1-1 0,0-9 0,0 6-202,0-35-3900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2209,'0'0'6571,"0"-4"-5216,0-14 4533,-1 106-4873,13 298 4467,-11-382-5383,0 1 0,-1-1 1,1 0-1,1 0 1,-1 0-1,1 0 0,2 5 1,0-6 224,0-10-269,11-133-1083,-1 2-1125,-10 114 1518,1 0-1,1 0 0,13-34 1,-17 51 490,1 1 0,0 0-1,0 0 1,0 0 0,1 1 0,0-1 0,7-7-1,-9 11 161,-1 1-1,1-1 0,1 1 1,-1 0-1,0-1 0,0 1 0,0 0 1,1 0-1,-1 1 0,0-1 0,1 0 1,-1 1-1,1-1 0,-1 1 0,1 0 1,-1 0-1,1 0 0,-1 0 1,1 0-1,-1 1 0,1-1 0,-1 1 1,3 0-1,-2 1 81,0-1-1,1 1 1,-1 0 0,-1 0 0,1 0 0,0 1 0,0-1-1,-1 1 1,1-1 0,-1 1 0,0 0 0,0 0 0,0 0-1,0 0 1,-1 0 0,1 0 0,-1 1 0,2 4-1,-1-2 66,9 19 450,-2 1 0,0 1 0,-2-1 0,4 30 0,7 109 1293,-6-41-597,-8-106-1202,-1-14-85,1-14-132,41-177-2409,-35 153 1546,2 1 0,2 0-1,27-49 1,-38 76 929,1 0 1,0 1-1,0 0 0,1 0 0,-1 0 0,1 0 0,0 1 0,1-1 0,-1 1 0,1 1 1,10-7-1,-12 9 118,-1-1 0,1 1 0,0 0 0,-1 0 0,1 0 0,0 1 0,0-1 0,0 1 1,0 0-1,-1 0 0,1 0 0,0 0 0,0 1 0,0 0 0,0 0 0,-1 0 0,1 0 0,0 0 0,-1 1 1,1 0-1,-1-1 0,5 4 0,-2 0 66,0 0 0,0 1 0,0 0 1,-1 0-1,0 0 0,0 0 0,0 1 0,-1 0 0,0 0 1,0 0-1,-1 1 0,0-1 0,0 1 0,-1-1 0,0 1 1,2 13-1,0 12 278,-1 1 1,-3 57-1,0-47-186,0 10-392,-8-56-4722,7 0 4594,0-1 1,0 1-1,0 0 1,0 0-1,0 0 1,1-1-1,-1 1 1,0-4-1,0 3-613,-3-36-5720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0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2 8788,'0'0'6750,"0"-1"-6176,-2 4-487,-98 163 1189,76-121-601,-34 89 0,49-108-422,-23 62 832,4 2 0,-21 122 0,48-173-829,15-63-878,8-34-2511,-2-1-1,17-89 0,-15 56-2106,-5 23-1766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0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1425,'-16'3'11720,"25"2"-10258,2 17-541,-1 0-1,-1 1 1,-1-1 0,4 26 0,5 11 123,63 179 1032,34 115-276,-112-345-1783,1 0 1,0-1-1,6 12 0,-8-18-65,-4-8-893,0 0 288,0 0-1,0 0 1,-1 0 0,0 1-1,-1-1 1,1 1 0,-8-7-1,0-2-1003,-22-28-3417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1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5715,'0'0'15367,"209"4"-14727,-135-4-560,-8-10-80,-3 1-816,-18 2-1650,-14 7-2832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2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3682,'0'0'5573,"3"0"-4650,-1 0-782,-1 0 0,1 0 0,0 0 0,-1 0 0,1 0 0,-1 1 0,1-1 0,0 1 0,-1-1 0,1 1 0,-1-1 0,3 2 0,-2 0 9,0 0 0,0 0 0,-1 0 0,1 0 0,-1 0 0,1 0 0,-1 1-1,0-1 1,1 4 0,3 5 255,-2 1 0,0 0 0,0 1 0,-1-1 0,-1 0 0,0 1 0,0-1 0,-2 17 0,0-6-416,1-18 63,0 0 0,0 0 0,-1 0 0,0 1 0,0-1 0,0 0 0,0 0 0,-1 0 0,0 0 0,-4 6 0,5-8-147,-1-1 0,1 0 0,-1 0 1,0 0-1,0 0 0,0-1 0,0 1 0,0 0 0,-3 1 0,2-1-451,1-1 0,-1 0 0,0 0 0,1 0 0,-1-1 0,0 1 0,0-1 0,0 1 0,-5-1-1,1 0-4708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12198,'0'0'4882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3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4082,'0'0'11082,"3"-7"-9142,50-80-2216,-2-7-4619,-48 91 4583,-3 2 275,1 0 1,0 0 0,-1 0-1,1 1 1,-1-1-1,1 0 1,-1 0 0,0 0-1,1 0 1,-1 0 0,0 0-1,0 0 1,0 0-1,0-1 1,0 1 0,0-2 466,0-2 1244,0 3-1049,0 5 1268,11 359 857,-11 77 1204,0-559-11608,0 61-590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4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3 976,'0'-2'11579,"2"9"-10707,9 42 460,-2 0-1,4 86 0,-9 84 2397,-4-192-3179,-2-98-2363,1 15-1005,6-75 1,-3 119 2459,0-1 1,1 1 0,0 0 0,1 0 0,1 0 0,0 1 0,0-1 0,1 1 0,8-12 0,-10 18 407,0 0 0,-1 0-1,2 1 1,-1-1 0,0 1 0,1 0 0,0 0-1,0 0 1,0 1 0,0 0 0,1 0 0,-1 0-1,1 1 1,0 0 0,0 0 0,-1 0 0,1 1-1,1-1 1,-1 1 0,8 0 0,-11 1 113,0 1 0,0-1-1,0 0 1,0 1 0,0 0 0,0 0 0,-1 0 0,1 0 0,0 0 0,0 0 0,0 1 0,-1-1 0,1 1 0,3 3 0,-2-1 55,0 0 0,0 0 0,0 0 1,-1 1-1,0 0 0,0 0 1,3 6-1,3 9 437,-2 1 0,0 0-1,5 25 1,-10-36-353,8 48 1219,-2 0-1,1 89 1,0 3 287,-4-206-3133,18-71 0,-16 93-388,2 0-1,21-53 1,-23 69 973,2 1-1,0 0 0,1 1 0,0 0 0,1 0 0,19-18 0,-26 29 817,1 1 1,0 0-1,-1 0 0,1 1 0,1-1 0,-1 1 0,0 0 1,1 1-1,0-1 0,-1 1 0,1 0 0,0 1 0,0-1 1,0 1-1,12 0 0,-13 1 88,-1 0-1,0 0 1,0 1 0,1-1 0,-1 1-1,0 0 1,0 0 0,0 1 0,0-1 0,0 1-1,0 0 1,-1 0 0,1 0 0,0 1-1,-1-1 1,0 1 0,1 0 0,-1 0-1,0 0 1,-1 0 0,1 1 0,-1-1-1,3 4 1,0 2 116,-1 1-1,0-1 0,0 1 1,-1 0-1,-1 0 1,0 0-1,2 16 0,-2 74 1275,-2-61-1238,0-31-221,-1-1 0,1 1 0,-1 0 0,-4 12-1,5-17-104,-1 0-1,-1 0 0,1 0 0,0-1 1,-1 1-1,1 0 0,-1-1 0,0 1 0,0-1 1,0 1-1,0-1 0,0 0 0,-5 4 1,7-6-60,0 0 1,0 0 0,0 0 0,-1 0 0,1 0 0,0 1 0,0-1 0,0 0-1,0 0 1,0 0 0,-1 0 0,1 0 0,0 0 0,0 0 0,0 0 0,0 1-1,-1-1 1,1 0 0,0 0 0,0 0 0,0 0 0,0 0 0,-1 0 0,1 0-1,0 0 1,0 0 0,0 0 0,-1 0 0,1 0 0,0 0 0,0-1 0,0 1-1,0 0 1,-1 0 0,1 0 0,0 0 0,0 0 0,0 0 0,0 0 0,0 0-1,-1 0 1,1-1 0,0 1 0,0 0 0,0 0 0,0 0 0,0-1 0,-1-10-3076,1 6 2276,0-33-5085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6 6371,'0'0'8999,"1"-4"-7607,-1 3-1307,-2 3 174,-4 8-104,0 0 0,1 0 0,-6 14 0,-3 8 183,-56 126 1478,-59 197 0,118-323-1625,-3 11 65,3-14-6,1 1 0,2 0 1,-5 32-1,13-52-623,3-9 27,9-22-356,14-39-1377,-13 25-1474,9-42 1,-8 17-2712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5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6163,'0'0'10541,"1"12"-9912,96 795 6497,-96-798-7105,1 8-23,0 0 1,1-1-1,1 1 1,1-1 0,0 0-1,11 23 1,-16-38-629,1-9-461,0 0 0,-1-1 1,0 1-1,-1 0 0,0 0 0,0 0 0,-1 0 0,0 0 0,-6-15 0,-14-26-6718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5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11477,'0'0'7540,"244"41"-6100,-164-38-927,-10-3-513,-11 0-128,-21 0-1537,-17 0-1265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7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416 572 9204,'0'0'8055,"-4"-3"-7911,-11-9-239,-1 1 1,-24-14-1,32 22 21,0-1 0,0 1 0,0 1 0,0-1 0,0 1 0,0 1 0,-1 0 0,-15-1 0,1 2-32,10-1-65,1 1-1,-1 1 1,1 0 0,-14 3-1,21-3 140,1 1-1,-1-1 0,1 1 0,-1 0 1,1 0-1,0 1 0,0-1 0,0 1 1,0 0-1,1 0 0,-1 1 0,1-1 0,0 1 1,-4 5-1,-4 7 37,1 1 0,0 1 0,2 0 0,0 0 0,1 1 0,1-1 0,0 1 0,2 1 0,-4 24 0,2 23 905,1 89 0,5-148-793,0-6-46,0-1 1,0 1-1,0-1 0,0 1 0,0-1 1,0 1-1,0 0 0,1-1 0,-1 1 1,1-1-1,0 4 0,0-5-36,0 1-1,0-1 1,0 1 0,0-1-1,1 0 1,-1 0 0,0 1 0,0-1-1,0 0 1,0 0 0,0 0-1,0 0 1,0 0 0,0 0-1,2-1 1,0 1 9,0-1-1,0 0 1,0 1 0,-1-1-1,1 0 1,0 0 0,-1 0-1,1-1 1,-1 1 0,1-1-1,-1 1 1,0-1-1,1 0 1,-1 0 0,0 0-1,3-4 1,3-5 34,0 0 0,8-18 0,-7 13-32,92-184-1073,3-5-2213,-93 187 2876,-2-1 0,0 1 1,-1-2-1,-1 1 0,0-1 0,-2 0 0,0-1 1,-2 1-1,0-1 0,0-31 0,-3 50 305,0-20-977,-3-30 1,1 44 948,1 0 0,-1 1-1,-1-1 1,1 0 0,-1 1 0,0 0 0,-5-8 0,-52-86 4967,57 94-4522,3 7-299,0-1 1,0 1-1,0-1 0,-1 0 0,1 1 0,0-1 1,0 0-1,-1 1 0,1-1 0,-1 1 0,1-1 0,0 1 1,-1-1-1,1 1 0,-1-1 0,1 1 0,-1 0 0,1-1 1,-1 1-1,0 0 0,1-1 0,-1 1 0,1 0 1,-1 0-1,0-1 0,1 1 0,-1 0 0,0 0 0,-1 0 1223,2 120-1128,-2 54 61,25 200 0,-10-256 182,17 98 1358,-21-187-1385,-8-28-407,-1-10-3038,-3-47-4663,2 24 1101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8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269 137 5699,'0'0'6360,"1"-3"-5768,0 0-517,-1 0-13,1 0-1,0 1 0,-1-1 0,0 0 0,1 0 1,-1 0-1,0 0 0,-1 1 0,1-1 0,0 0 1,-1 0-1,0 0 0,1 1 0,-1-1 0,0 0 0,0 1 1,-1-1-1,-2-4 0,-15-11 31,15 13-121,0 1 0,-1-1 0,0 1-1,0 0 1,-1 0 0,1 0-1,-1 1 1,1-1 0,-1 1 0,0 1-1,0-1 1,-1 1 0,-8-2 0,-33 0 163,45 4-118,0 0 0,0 0 1,0 1-1,1-1 0,-1 1 1,0-1-1,0 1 0,1 0 1,-1 0-1,0 0 0,1 1 1,-1-1-1,-4 4 0,1 1 43,0 0 0,0 0 0,1 1 0,-1-1 0,1 1-1,1 1 1,0-1 0,0 1 0,0-1 0,1 1-1,0 0 1,0 1 0,1-1 0,0 0 0,1 1 0,0-1-1,0 1 1,0-1 0,2 11 0,-1 4 101,4 135 1350,-2-131-1043,2 0 0,1 0 0,14 46 0,-12-53-116,-5-10-182,1-1 0,0 1 0,1-1 0,0 0 0,0 0 0,1-1 0,0 1 0,1-1 0,11 13-1,-16-19-151,1-1-1,-1 0 0,0 0 0,1 0 0,-1 0 0,0 0 0,1 0 0,0 0 0,-1 0 0,1-1 0,-1 1 0,1-1 0,0 1 1,-1-1-1,1 0 0,0 1 0,0-1 0,-1 0 0,1 0 0,0 0 0,0 0 0,-1-1 0,1 1 0,0 0 0,-1-1 0,1 1 0,0-1 1,-1 1-1,1-1 0,-1 0 0,1 0 0,-1 0 0,1 0 0,-1 0 0,1 0 0,-1 0 0,2-2 0,2-3-88,1-1-1,-1 0 0,-1 0 0,1 0 0,-1 0 1,4-10-1,4-12-884,-1-2 0,-1 1 0,-1-1 0,-2 0 0,3-38 0,1-161 787,-11 232 263,3 70 975,15 77-1,-8-73 53,-7-45-506,-3-19-397,1-1-1,1 0 0,-1 0 1,2 0-1,0 0 1,8 21-1,-3-23-613,-8-8 261,0-1 0,0 0-1,0 0 1,1 0 0,-1 0 0,0 1 0,0-1-1,1 0 1,-1 0 0,0 0 0,0 0 0,1 0-1,-1 0 1,0 0 0,1 0 0,-1 0 0,0 0 0,0 0-1,1 0 1,-1 0 0,0 0 0,0 0 0,1 0-1,-1 0 1,0 0 0,1 0 0,-1 0 0,0 0-1,0 0 1,1-1 0,-1 1 0,0 0 0,0 0 0,0 0-1,1 0 1,-1-1 0,0 1 0,0 0 0,0 0-1,1 0 1,-1-1 0,0 1 0,0 0 0,0 0-1,0-1 1,7-15-3858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8212,'0'0'4087,"0"30"-1566,0-4-1902,-1 16 350,2-1-1,2 0 1,9 42-1,43 206 3815,-51-278-4675,0-13-181,2-19-410,5-93-2034,5-35-1975,-13 131 3517,1 0 0,1 1 0,1-1 0,0 1 0,17-32 0,-21 44 979,2 1 0,-1-1 1,0 1-1,1 0 0,0 0 0,0 0 1,0 0-1,0 1 0,1-1 0,-1 1 1,10-4-1,-12 5 158,1 1-1,0 0 1,0 0-1,-1 1 1,1-1 0,0 1-1,0-1 1,0 1-1,0 0 1,0 0 0,0 0-1,-1 0 1,1 1-1,0-1 1,0 1 0,0-1-1,0 1 1,-1 0-1,1 0 1,0 1 0,-1-1-1,1 0 1,-1 1-1,0 0 1,4 2 0,2 4 221,0 1 0,-1 0 1,0 0-1,0 1 0,-1 0 1,0 0-1,8 18 0,-1 4 829,13 48 0,-18-51-725,-2 1 0,-1 0 0,2 51 0,-5-58-27,-1-17-2313,0-17-6372,-1-14 2390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49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3874,'0'0'11690,"-4"0"-10684,-12 3-304,78 3 1019,81-6-2938,-142 0 1217,0 1-1,-1-1 0,1 0 1,0 1-1,0-1 1,-1 0-1,1 1 1,0-1-1,-1 1 0,1-1 1,0 1-1,-1-1 1,1 1-1,-1-1 0,1 1 1,-1 0-1,1-1 1,-1 1-1,1 0 1,-1-1-1,0 1 0,1 0 1,-1 0-1,0 0 1,0-1-1,1 1 1,-1 0-1,0 0 0,0 0 1,0-1-1,0 1 1,0 1-1,0 37 610,-1-25-388,1 5-168,0 6 40,-3 31 0,2-47-83,-1-1 0,0 0 0,0 1-1,-1-1 1,0 0 0,0-1 0,-8 14 0,-2 0-64,-1-1 1,-1-1 0,0 0-1,-2-1 1,0-1 0,-1 0-1,-1-1 1,0-1-1,-22 12 1,22-20-296,19-7 302,-1 0-1,1 0 1,-1 0 0,1-1-1,-1 1 1,1 0-1,0 0 1,-1 0 0,1 0-1,-1 0 1,1-1 0,0 1-1,-1 0 1,1 0-1,0-1 1,-1 1 0,1 0-1,0-1 1,-1 1-1,1 0 1,0-1 0,0 1-1,-1 0 1,1-1-1,-1-3-237,1 1 0,-1 0 0,1 0-1,-1 0 1,1-1 0,0 1 0,1-6-1,0 1 202,-1 5-33,0 0 0,0 0 0,1 0 0,-1 0 0,1 0 1,0 1-1,0-1 0,0 0 0,0 0 0,0 1 0,1-1 0,-1 0 1,1 1-1,0 0 0,-1-1 0,1 1 0,0 0 0,1 0 1,-1 0-1,0 0 0,0 0 0,1 0 0,-1 1 0,1-1 0,0 1 1,-1 0-1,7-2 0,3 0-95,0 1 1,1 0 0,0 0-1,-1 2 1,17 0 0,-28 0 223,6 0 60,-1 0-1,1 1 1,-1 0 0,1 0-1,-1 1 1,0 0 0,0 0-1,0 0 1,0 1 0,0 0-1,0 0 1,-1 0-1,1 1 1,-1 0 0,0 0-1,0 0 1,7 9 0,-7-8 197,-1 2 1,1-1-1,-1 1 1,0-1 0,0 1-1,-1 0 1,0 0-1,0 1 1,-1-1-1,0 1 1,0-1 0,-1 1-1,0 0 1,0 11-1,-1-7-77,1 1 40,-2-1 0,1 0 0,-5 19 0,4-26-189,0-1 1,-1 0-1,1 1 1,-1-1 0,0 0-1,-1 0 1,1 0-1,-1 0 1,0-1 0,1 1-1,-2-1 1,-6 7-1,-8 4-64,-1 0-1,-1-2 0,0 0 0,-1-1 0,-1-1 0,1-1 0,-1-1 0,-1-1 0,0 0 0,0-2 0,0-1 0,0-1 1,-42 0-1,64-2-47,-1-1 0,1 0 0,0 0-1,-1 0 1,1 0 0,0 0 0,-1-1 0,1 1 0,0 0 0,0-1 0,-1 1 0,1-1 0,0 1 0,0-1 0,0 1 0,0-1 0,-1 0 0,1 0 0,0 1 0,0-1 0,0 0 0,1 0 0,-1 0 0,0 0 0,0 0 0,0 0 0,1 0 0,-2-2 0,1-1-270,1 0 0,-1 0 0,1 0 0,-1 0 1,1 0-1,0 0 0,1-6 0,0-7-1421,-1-17-4549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50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4514,'0'0'7996,"0"0"-7862,1 0 1,-1 0-1,1 1 0,-1-1 1,0 0-1,1 0 0,-1 0 1,0 0-1,0 1 1,1-1-1,-1 0 0,0 0 1,1 0-1,-1 1 1,0-1-1,0 0 0,1 1 1,-1-1-1,0 0 1,0 1-1,0-1 0,0 0 1,1 1-1,-1-1 1,0 0-1,0 1 0,0-1 1,0 0-1,0 1 1,0-1-1,0 1 0,59 291 3105,-21-67-598,-41-328-4239,-4 37-2601,3 0 0,6-99 0,-2 160 4153,1 0 1,0 0 0,0 1-1,0-1 1,1 0-1,0 0 1,0 1 0,0-1-1,0 1 1,1 0 0,-1-1-1,1 1 1,0 0 0,0 1-1,1-1 1,4-4 0,-4 5 327,1 0 1,0 0-1,0 0 1,0 0 0,0 1-1,0 0 1,1 0-1,-1 0 1,1 1 0,-1-1-1,1 1 1,-1 1-1,12-1 1,-11 1 0,-1 0 1,1 0-1,-1 0 1,1 1-1,-1 0 0,0 0 1,1 1-1,-1-1 1,0 1-1,7 3 0,-8-1-128,1-1 0,-1 1-1,1 0 1,-1 0 0,0 0-1,-1 0 1,1 1-1,-1 0 1,0-1 0,3 7-1,7 14 446,-1 1 0,-1 0-1,-2 1 1,8 30 0,15 113 1873,-27-121-1686,-5-48-707,0-10-104,-3-89-1523,0 42-1425,7-87 0,-4 137 2880,1 1 0,0 0 0,0-1 0,1 1 0,-1 0 0,1 0 0,0 0 0,1 0 0,-1 0 0,1 1 0,0-1 0,0 1 0,0 0 0,1-1 0,0 2 0,0-1 0,0 0 0,0 1 0,0-1 0,0 1 0,1 1 0,0-1 0,0 0 0,-1 1 0,1 0 0,1 0 0,-1 1 0,0 0 0,0-1 0,9 1 0,-4 0 510,1 0 1,-1 2 0,0-1 0,12 3-1,-19-2-296,1 0 0,-1 0 1,1 0-1,-1 0 0,0 1 0,1 0 0,-1-1 0,0 1 0,0 1 0,0-1 0,-1 0 0,1 1 1,0-1-1,-1 1 0,3 3 0,6 10 357,0 2 0,-1-1 0,0 1 0,-2 1 0,0 0 0,9 36 0,-10-26-37,-1 1-1,-2 1 1,2 57 0,-6-87-757,-1-11-5677,-2-12 2406,0-6-2155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51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5314,'0'0'13417,"0"10"-13083,-1-3-312,0-1 1,-1 1-1,0 0 1,0-1-1,0 1 1,-1-1-1,0 0 1,-5 10-1,-4 8 29,-19 49 437,-31 109 1,-4 80 898,64-243-1211,0-10-42,2-12-97,0-35-1143,-1-14-3205,2 0 0,16-102 0,-6 104 1537,3 0-1562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51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27 39 48</inkml:trace>
  <inkml:trace contextRef="#ctx0" brushRef="#br0" timeOffset="1">27 39 48,'-23'-29'5234,"23"29"-5097,0 0 0,-1 0 0,1 0-1,-1-1 685,1 1-684,0-1-1,0 1 1,0 0 0,0 0 0,0 0-1,-1 0 1,1-1 0,0 1 0,0 0-1,0 0 1,0 0 0,0-1 0,0 1-1,0 0 1,0 0 0,0 0 0,0-1-1,0 1 1,0 0 0,0 0-1,0 0 1,0-1 0,0 1 0,0 0-1,0 0 1,0 0 0,1-1 0,-1 1-1,0 0 1,1-1 684,-1 1-685,0 0 1,0 0 0,0 0 0,0-1-1,1 1 1,-1 0 0,0 0 0,0 0-1,0 0 1,1 0 0,-1 0 0,0 0-1,0 0 1,0 0 0,1 0 0,-1 0-1,7 1 3988,-4 1-4478,4 17 953,-1-1 0,4 21 0,3 13-169,17 43 187,81 295 2131,-102-345-2519,-3-17 18,1 1-1,13 36 0,-16-58-201,-4-5-117,0-7-1181,0-1 823,-1-1 0,0 0 0,-1 1 0,1-1 0,-1 1 0,-1-1 1,1 1-1,-4-7 0,-32-49-6602,14 27-1108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09:52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13958,'0'0'4947,"209"0"-4131,-160 0-688,-10 0-128,-11 0-576,-11 0-1393</inkml:trace>
  <inkml:trace contextRef="#ctx0" brushRef="#br0" timeOffset="1">1186 371 23419,'0'0'592,"0"-25"-6291,-21 25 881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18.8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98 8228,'0'0'6696,"-2"-8"-5538,-5-28-182,7 35-928,0-1 0,0 1 0,-1-1 0,2 0-1,-1 1 1,0-1 0,0 1 0,0-1-1,1 1 1,-1-1 0,1 1 0,-1-1-1,1 1 1,0-1 0,-1 1 0,1 0-1,0-1 1,0 1 0,0 0 0,0 0-1,0 0 1,0 0 0,1 0 0,-1 0 0,0 0-1,0 0 1,1 0 0,-1 0 0,1 1-1,-1-1 1,3 0 0,4-2-12,0 1 1,0 0-1,0 0 0,12 0 1,-20 2-35,123-3 222,-71 4-130,-17 1-84,-1 2-1,1 1 1,-1 2 0,46 15 0,67 13-110,-155-35-1965,-1 0-1,1-1 1,0 0-1,0 0 1,-9-3 0,-1-4-2068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19.3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587 1 800,'0'0'5632,"-11"0"-4983,-42 0-25,23 0 4984,29 1-5563,-1 0 1,2 0-1,-1 1 1,0-1-1,0 0 1,0 1-1,1-1 1,-1 1-1,0-1 0,1 1 1,-1-1-1,1 1 1,0 2-1,-6 25 263,3 12 54,3 60 1,2-34-71,1 837 3661,-3-889-3870,0 0-1,-1 1 0,-1-1 0,-1 0 0,0 0 0,-7 19 0,7-25-63,-1-1-1,0 0 1,0-1-1,-1 1 1,0-1 0,0 0-1,-1 0 1,0-1-1,0 1 1,-1-1 0,1 0-1,-9 4 1,6-3 9,-1-1 1,0-1 0,-1 0-1,0 0 1,1-1-1,-1 0 1,-13 2 0,4-2 18,-1-1 1,0-1-1,-23-1 1,37-1-78,-1 0 1,0-1 0,1 0-1,-1 0 1,1 0 0,0-1-1,-1-1 1,1 1 0,0-1-1,0 0 1,0 0 0,1-1-1,-1 0 1,1-1-1,0 1 1,0-1 0,0 0-1,1 0 1,0-1 0,0 0-1,0 0 1,1 0 0,0 0-1,0-1 1,-4-8 0,5 9-176,0-1 0,1 1 0,0-1 0,0 0 0,1 0 0,-1 0 0,2 0 0,-1 0 0,1-1 0,0 1 0,2-14 0,-2 19 70,0 1 1,0-1-1,1 0 0,-1 0 0,1 0 1,0 1-1,-1-1 0,1 0 1,0 1-1,0-1 0,0 1 1,0-1-1,0 1 0,0-1 1,1 1-1,1-2 0,28-13-2604,-25 14 2061,45-20-7141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20.3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412 163 5378,'0'0'4475,"-3"-11"-3982,-18-57-61,19 64-298,0-1 0,1 1 0,-2 0 0,1 0 1,0 0-1,-1 0 0,0 1 0,0-1 0,0 1 0,0-1 0,0 1 0,-1 0 0,1 0 0,-1 0 0,0 1 0,-5-3 0,2 1-88,0 1-1,-1 1 1,1-1 0,0 1-1,-1 1 1,0-1-1,1 1 1,-16 0 0,3 1 39,16-1-76,0 0 0,0 1 0,-1 0 0,1 0 0,0 0 0,0 1 0,0-1 0,-1 1 0,1 0 1,0 0-1,0 1 0,0-1 0,0 1 0,-6 4 0,-11 10 25,0 2 1,-29 34-1,42-44 24,2 2 0,-1-1-1,1 1 1,0 0 0,1 0-1,1 1 1,-1 0 0,2 0 0,-4 12-1,1 19 425,1 0-1,2 0 0,3 1 0,4 51 1,-4-88-417,1 0 0,0 0 0,0 0 0,0 0 1,0 0-1,1 0 0,0-1 0,0 1 0,1-1 0,-1 1 1,1-1-1,1 0 0,-1 0 0,1 0 0,-1 0 0,1-1 1,1 0-1,-1 1 0,1-1 0,-1-1 0,1 1 0,0-1 1,0 0-1,1 0 0,-1 0 0,1-1 0,-1 0 0,1 0 1,0 0-1,0-1 0,0 0 0,0 0 0,0 0 1,8-1-1,-9 1-71,0-1 0,1 0 1,-1 0-1,0-1 0,0 1 0,0-1 1,0 0-1,0 0 0,0-1 1,0 0-1,0 0 0,0 0 0,-1 0 1,1-1-1,-1 1 0,1-1 1,-1 0-1,0-1 0,0 1 0,4-6 1,9-11-789,-2-2 1,0 0 0,-1 0-1,-2-1 1,0-1 0,12-35 0,-12 22-1147,-1 0 0,-2-1 0,8-65 0,-14 19-897,-3 49 4897,0 8 5459,1 27-7478,-1 0 0,0 0-1,1-1 1,-1 1 0,1 0 0,-1 0 0,1 0 0,-1 0 0,1 0 0,-1 0 0,1 1 0,-1-1 0,1 0 0,-1 0 0,0 0 0,1 0 0,-1 0 0,1 1 0,-1-1 0,0 0 0,1 0-1,0 1 1,0 4 9,1 0 0,-1 0-1,0 0 1,0 0-1,-1 1 1,1-1-1,-1 0 1,-1 6-1,2 12 188,6 97 1129,-3-35 227,26 143 0,-28-219-1567,-1-4-17,-1-1 1,1 1 0,0-1 0,1 0 0,-1 1-1,1-1 1,0 0 0,0 0 0,0 0-1,3 4 1,-4-8-240,-1 0 0,0 0 0,1 0 0,-1 0 0,0 0 0,0 0 0,1 0 0,-1 0 0,0-1 0,1 1 0,-1 0 0,0 0 0,4-7-5749,-4 7 5749,-1 0 0,1-1 0,0 1 0,0-1 0,0 0 393,4-21-7601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21.1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1 119 6851,'0'0'7222,"0"2"-6760,1 10-155,0-1 0,1 0 0,1 0 0,7 21 0,1 5 268,36 181 2009,-31-134-1721,-14-74-761,0-1 1,0 1 0,1-1-1,0 0 1,0 0-1,1 0 1,0 0-1,7 9 1,-11-17-96,1 0 1,-1-1-1,1 1 0,0 0 0,-1-1 1,1 1-1,0-1 0,0 1 1,-1-1-1,1 1 0,0-1 1,0 1-1,0-1 0,0 0 1,-1 0-1,1 1 0,0-1 1,0 0-1,0 0 0,0 0 0,0 0 1,0 0-1,0 0 0,0 0 1,0 0-1,-1-1 0,1 1 1,0 0-1,0 0 0,0-1 1,0 1-1,0-1 0,-1 1 0,1 0 1,0-1-1,0 0 0,-1 1 1,1-1-1,0 1 0,-1-1 1,1 0-1,-1 1 0,1-1 1,-1 0-1,2-1 0,8-21-514,-1 1-1,-1-2 1,7-34-1,-2 10-517,6-22-534,21-68-2470,-32 115 4003,1 1-1,1 0 1,23-37 0,-33 58 93,0 1 0,0 0 0,0-1 1,1 1-1,-1 0 0,0-1 0,0 1 0,0 0 0,0 0 0,1-1 0,-1 1 0,0 0 0,0 0 1,1-1-1,-1 1 0,0 0 0,0 0 0,1 0 0,-1-1 0,0 1 0,1 0 0,-1 0 0,0 0 1,1 0-1,-1 0 0,0 0 0,1 0 0,-1 0 0,0-1 0,1 1 0,-1 0 0,0 0 0,1 1 1,-1-1-1,0 0 0,1 0 0,-1 0 0,0 0 0,1 0 0,-1 0 0,0 0 0,0 0 1,1 1-1,-1-1 0,0 0 0,1 0 0,-1 0 0,0 1 0,0-1 0,1 0 0,-1 0 0,0 1 1,10 19 701,-10-18-797,49 152 2460,0 1-682,-37-123-1337,2-1 0,29 51 0,-36-72-324,-1 0-1,1 0 0,1-1 1,0 0-1,14 12 0,-19-18-68,1-1 0,-1 1 0,1-1 0,-1 0 0,1 0-1,0 0 1,0 0 0,0-1 0,0 1 0,0-1 0,1 0-1,-1 0 1,0-1 0,0 1 0,1-1 0,-1 0 0,0 0-1,7-1 1,-8 0-14,-1-1 1,1 1-1,0 0 0,0-1 0,-1 1 0,1-1 0,-1 0 0,1 0 1,-1 0-1,0 0 0,0 0 0,1-1 0,-2 1 0,1-1 0,0 1 1,0-1-1,-1 0 0,0 0 0,1 1 0,0-6 0,1 2-25,9-21-227,-2 0 0,0 0 1,5-31-1,14-91-1191,-26 132 1234,45-260-709,-46 232 1704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21.9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1 133 5715,'0'0'9596,"5"-3"-8382,15-6-919,0 1 0,1 1-1,0 1 1,0 0 0,24-2 0,261-8 12,-188 13-310,847-7-1197,-781 10 3694,-176-8-5778,2-11-1716,4-10-5616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22.2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53 3265,'0'0'11494,"-7"0"-11638,7-9-753,0-10-1824,0-6-3602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22.6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7668,'0'0'10228,"0"-18"-11204,0 8-3266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23.0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11429,'0'0'3282,"181"0"-3474,-129-15-4883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27.5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8564,'0'0'0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31.1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0 245 3217,'0'0'3173,"11"-10"-1493,4 6 1728,11 3-2780,-1 0-491,68-4-10,-14 1-59,23-2-74,44-4-4,-42-12-81,-69 13 25,68-7-1,117-13 45,53-8-2088,-187 21 1715,-50 9 44,-1 1 0,58-2-1,-13 9-260,-23 0 635,-1-1 1,76-12 0,119-11 126,-196 20-132,211-5 142,-192 9-206,85-3 753,-114-7-1875,-66 9-2327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32.6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71 1665,'0'0'7531,"-22"0"-6907,21 0-614,0 0-1,0 1 0,-1-1 0,1 1 0,0-1 0,0 0 0,0 1 0,0 0 0,0-1 0,0 1 0,0 0 0,0-1 0,0 1 1,0 0-1,0 0 0,1 0 0,-1 0 0,0 0 0,0 0 0,1 0 0,-1 0 0,1 0 0,-1 0 0,1 0 0,-1 0 0,1 1 0,0-1 1,0 0-1,-1 0 0,1 0 0,0 1 0,0 1 0,-1 8 227,1 1 0,1 18 0,-1-13 194,0-2-120,0-5-52,0-1-1,0 1 0,1 0 1,3 13-1,-3-20-194,0 1-1,1-1 1,-1 1-1,1-1 1,0 0-1,0 0 1,0 0-1,0 0 1,1 0-1,-1 0 1,1-1-1,0 1 1,-1-1-1,7 4 1,-3-2 4,0-1 0,0 0-1,0 0 1,1 0 0,-1-1 0,1 0 0,-1-1-1,1 1 1,0-1 0,0-1 0,-1 1-1,1-1 1,12-1 0,-15 1-102,-1-1 0,0 1 0,0-1 0,1 0 1,-1 0-1,0 0 0,0 0 0,0 0 0,0-1 0,0 1 0,0-1 0,0 0 0,-1 0 0,1 0 0,-1 0 1,1-1-1,-1 1 0,0-1 0,0 1 0,0-1 0,0 0 0,0 1 0,-1-1 0,1 0 0,-1 0 1,0-1-1,0 1 0,0 0 0,1-4 0,1-14-395,-1 0 1,-1 0-1,-1-1 1,-1 1-1,-5-36 1,4 47 348,-1 0 1,-1 0 0,-4-10-1,7 17 71,-1-1 0,0 0-1,0 1 1,0-1 0,-1 1-1,1 0 1,-1 0 0,1 0 0,-1 0-1,-6-4 1,5 6 62,0 0 0,0 1 1,0-1-1,0 1 0,0 0 0,0 0 0,0 1 1,-6 0-1,6 0-87,-10 2-896,0 6-1911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33.4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7 2289,'0'0'4818,"3"-1"-3964,15-4 2094,-18 28-1313,0-8-1338,1-4-144,-1 1 1,0 0-1,-1 0 1,-1 0-1,0-1 1,0 1-1,-1-1 1,-5 13 0,-25 42 123,-72 107 1,45-79-223,58-92-58,1 1-1,-1 0 0,1 0 0,0 0 0,0 0 0,1 0 0,-1 0 1,1 1-1,-1-1 0,1 0 0,0 0 0,0 0 0,0 0 0,1 1 0,-1-1 1,1 0-1,0 0 0,0 0 0,1 4 0,4 5 18,-1 0 0,2 0 0,9 14 0,-7-12 29,36 61 140,-4 1 0,62 162 0,-98-221-135,0 0 0,-1 0 0,-1 1 0,1 27 0,-3 6-7755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35.2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0 3314,'0'0'6456,"-14"7"-6365,12-6-80,1 1 0,-1 0 0,1 0 0,0 0 0,0 0 0,0 0 0,0 0 1,0 0-1,0 0 0,1 0 0,-1 1 0,1-1 0,-1 0 0,1 3 1,-1 37 578,2-26-240,-2 11 151,0-15-335,1 0 1,0 0-1,0 0 0,5 24 1,-4-34-141,-1 0 1,1 0-1,0 1 1,0-1-1,0 0 1,0 0-1,0 0 1,0 0 0,0 0-1,1 0 1,-1-1-1,1 1 1,0 0-1,-1-1 1,1 1-1,0-1 1,0 1-1,0-1 1,0 0 0,0 0-1,0 0 1,0 0-1,0 0 1,0-1-1,1 1 1,-1-1-1,0 1 1,0-1-1,1 0 1,-1 1-1,3-2 1,4 1 39,-3 1 46,0-1-1,0-1 1,0 1 0,10-3-1,-14 2-98,1 1 1,-1-1-1,0 0 0,0 0 0,0-1 0,0 1 0,-1 0 1,1-1-1,0 1 0,-1-1 0,1 1 0,0-1 1,-1 0-1,0 0 0,3-3 0,0-5-187,0 1 0,-1-1 0,0 0-1,0 0 1,-1 0 0,-1 0 0,1 0 0,-2 0-1,1-1 1,-3-16 0,2 8-172,0 18 345,0 0 0,0 0 0,0 0 0,0-1 1,-1 1-1,1 0 0,0 0 0,-1 0 0,1 0 1,-1 0-1,1 0 0,-1 0 0,0 0 0,1 0 0,-1 0 1,0 0-1,0 0 0,0 1 0,1-1 0,-1 0 1,0 0-1,0 1 0,0-1 0,0 1 0,-2-2 0,-32-7 26,28 8-20,-59-21 37,59 15-1869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35.9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283 3 3282,'-2'-3'8165,"0"9"-5304,2 12-2746,-2 0 0,0 0 1,-1-1-1,-1 1 0,0-1 0,-2 0 1,0 0-1,0-1 0,-18 30 0,-112 174 196,80-136-296,52-79-13,1 0 1,-1 0-1,1 1 1,1-1-1,-1 0 1,1 1-1,0 0 1,0 0-1,1-1 1,0 1-1,0 0 0,-1 11 1,3-15-9,-1 0 1,1 1 0,-1-1-1,1 0 1,-1 0-1,1 0 1,0 0-1,0 0 1,0 0-1,1 0 1,-1 0-1,0 0 1,1 0-1,2 2 1,27 24 49,-15-15-9,28 27 105,-20-19-102,-1 0 0,-1 2-1,23 30 1,-43-51-47,9 14 20,17 29-1,-25-38-101,0-1-1,-1 0 1,0 1-1,0-1 1,-1 1-1,1-1 1,-2 1-1,1 11 1,-1-15 476,1-2-518,-1-1-1,0 0 0,0 1 1,0-1-1,0 1 1,0-1-1,0 0 1,0 1-1,0-1 0,0 1 1,0-1-1,0 0 1,0 1-1,0-1 1,0 0-1,0 1 0,0-1 1,0 1-1,-1-1 1,1 0-1,0 1 1,0-1-1,0 0 0,-1 1 1,1-1-1,0 0 1,0 0-1,-1 1 1,1-1-1,0 0 0,-1 0 1,1 1-1,0-1 1,-1 0-1,1 0 0,0 0 1,-1 0-1,1 1 1,0-1-1,-1 0 1,1 0-1,-1 0 0,1 0 1,0 0-1,-1 0 1,1 0-1,-1 0 1,1 0-1,-1 0 0,-9 0-2736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39.4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6 2897,'-3'-6'10154,"201"6"-9343,-187 1-779,-1 0-1,22 5 1,-21-4-11,0 0 0,0 0 0,11 0 0,330 4 75,-311-4-92,54 9 1,13 2 5,-36-6 43,20 1-53,-74-7-10,-1 1 1,1 1-1,0 0 0,23 9 0,-22-6 34,1-1-1,39 4 1,358-4 574,-234-7-572,478 5 41,-410 6 7,-177-9 268,-28 7 976,-51-10-4637,-4-11-595,2-4-3908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16.0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58 3153,'0'0'4301,"0"-15"-7673,0 14 3609,0 1 0,0-1 1,0 1-1,0 0 0,1-1 1,-1 1-1,0 0 0,0-1 1,0 1-1,1-1 0,-1 1 1,0 0-1,1 0 0,-1-1 1,0 1-1,1 0 0,-1-1 0,0 1 1,1 0-1,-1 0 0,0 0 1,1-1-1,-1 1 0,1 0 1,0 0-1,18-4 1613,25 3-2207,-39 1 791,15 0 120,3 0-388,0 0-1,1-2 1,29-5-1,31-4 78,-11 7-242,81 4 0,-57 2-3,-78-2-35,1 0 0,-1 2-1,1 0 1,-1 1-1,30 10 1,-43-11 18,8 2-31,-1 1 0,1-2-1,-1 0 1,1 0 0,24 1 0,18-4 20,-5 1-79,0-1 1,-1-3-1,91-17 1,-97 12-46,0 2 0,0 2 0,75 3 0,-77 1 116,94 4 166,-81 4-113,-42-4-10,1-2 0,26 2 0,438-4 197,-460 0-210,0-1 0,0-1-1,-1 0 1,1-2-1,-1 0 1,23-8 0,-31 10 7,1 0 1,-1 1 0,1 0 0,0 0 0,-1 1 0,1 0-1,10 2 1,11 0 26,-23-3 14,8 4-18,-15-3-12,0 1 1,-1 0-1,0-1 1,1 1-1,-1 0 1,1 0-1,-1 0 1,0-1-1,0 1 1,1 0-1,-1 0 1,0 0-1,0 0 1,0 0-1,0 0 1,0-1-1,0 1 1,0 1-1,0 445 1313,11-278-1248,-10-4 67,-1-72 392,19 166-1,-18-252-477,7 44 379,2-1 0,23 67-1,-33-116 183,-1-23-6932,-8 7 77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17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1297 304 5859,'0'0'7075,"0"-9"-6221,1-14-461,0 0 525,-1 1-1,-2-24 0,1 43-893,0 1-1,0 0 1,0-1 0,0 1-1,-1 0 1,1-1-1,-1 1 1,1 0 0,-1 0-1,0 0 1,0 1-1,0-1 1,0 0 0,-3-2-1,-38-22 198,29 17-110,-22-10 194,0 2-1,-1 1 1,-74-20 0,88 29-159,-1 2 1,1 1-1,-1 1 0,0 1 0,-26 2 1,7-1-68,19 0-64,1 0 0,-1 2 1,1 1-1,-1 1 0,-24 6 0,-3 6 72,-73 25 433,109-34-463,1 1 1,-1 0 0,1 2-1,0 0 1,-24 20 0,20-12 16,1 1 1,1 1-1,1 0 1,-15 25-1,-44 87 289,66-115-354,-16 36 82,2 2 0,3 1-1,-18 81 1,21-75-16,5-17-46,3 0 0,-4 68 0,7 90 13,5-200-41,1 8-4,0 0 0,0 1 0,1-1 0,0 0-1,1 0 1,0 0 0,1-1 0,5 11-1,45 72 103,-46-80-67,14 19 27,1-1 1,1-1 0,2-1-1,0-1 1,59 44-1,-57-53-7,0-2-1,1-1 0,0-2 0,1 0 0,43 10 0,2 3 139,-44-15-161,1-2 0,0-2 0,0 0 0,1-2 0,0-2 0,0-1 0,51-3 0,-66-2-13,-1-1 1,0 0-1,0-2 0,-1 0 1,1 0-1,-1-1 1,18-12-1,-8 6 7,3-4-8,1 0 0,43-36 0,47-51-63,-89 76 1,20-14 13,-29 25-34,34-34-1,-42 34 46,-1 0 0,-1-1-1,0 0 1,-1-1 0,-1 0 0,-1-1-1,9-28 1,32-150-209,-37 137 268,-9 37-49,-2 0 0,0 0 0,-4-40-1,1 13 78,0 38-61,0 1 0,-1 0 0,-1 0 0,0 0 0,0 0 0,-1 0 0,-1 0 0,0 1 0,-7-11 0,-9-14 15,-34-44 1,44 66-39,-1 1 1,-1 1-1,-21-17 0,19 17 27,1-1 0,0 0 0,-12-15 0,14 16-30,0 0 1,0 1-1,-1 0 0,-27-16 0,27 19 4,-39-25-10,30 21 16,1-2-1,-30-25 0,49 38 14,0-1 0,-1 0 0,0 0-1,1-1 1,-1 1 0,1-1-1,0 1 1,0-1 0,0 0-1,0 1 1,0-1 0,0 0-1,1 0 1,0-1 0,-1 1-1,0-5 1,2 7-45,-17-1-3498,-1 1-3244,4 1-3866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19.4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1 152 2993,'0'0'15343,"11"-2"-14630,26-18-470,127-62 55,-144 76-282,0 0-1,0 1 1,23-3 0,11-2 33,-16 5 28,0 0-1,0 3 1,48 2 0,-39 0-45,-30 1-22,0 0 1,0 1-1,-1 0 0,1 2 0,28 9 1,-20-2-22,-17-7 19,0-1 0,0 0 0,16 4 0,-19-6-7,-1 1 1,1 0-1,-1 0 0,0 0 1,1 0-1,-1 1 1,0-1-1,3 5 0,4 0 0,6 4 51,0 1-1,-2 1 0,23 21 1,-15-19 22,-21-14-37,1 1-1,-1-1 0,1 1 0,-1-1 0,0 1 0,0 0 0,1 0 1,1 2-1,-3-2-11,-1-2-21,1 0 1,-1 1-1,0-1 1,1 1-1,-1-1 1,0 0-1,1 0 1,-1 1-1,1-1 0,-1 0 1,0 0-1,1 1 1,-1-1-1,1 0 1,-1 0-1,1 0 1,-1 0-1,0 0 1,1 0-1,-1 0 1,1 0-1,-1 0 1,1 0-1,-1 0 1,1 0-1,-1 0 1,1 0-1,0 0 1,-1 0 11,0 1 1,0 0-1,0-1 1,0 1-1,0 0 1,1-1-1,-1 1 0,0-1 1,0 1-1,1 0 1,-1-1-1,0 1 1,1-1-1,-1 1 1,0-1-1,1 1 1,-1-1-1,1 1 1,-1-1-1,1 1 1,0 0-1,8 4-78,5 3 394,-2-6-3200,-27-2-176,-5 0-1465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20.3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0 458 0,'0'0'9682,"5"1"-5686,8-3-2416,-7-3-1410,0-1 0,-1 0 0,1 0 0,4-8 1,5-4-75,12-14-53,34-55 1,4-4-129,-29 43 33,-22 28 81,24-28 0,-10 21-93,-28 23 40,0 3 829,1-8 583,-1-8-2632,0 16 970,-1 1-1,1-1 0,0 1 1,0-1-1,0 0 0,0 1 1,-1-1-1,1 1 0,0-1 1,-1 0-1,1 1 0,0-1 1,-1 1-1,1-1 0,-1 1 1,1-1-1,-1 1 0,1 0 1,-1-1-1,1 1 0,-2-1 1,-11-5-4867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21.0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 3314,'0'0'7392,"5"0"-5476,51 1 861,67-2-2257,-117 0-554,-1 0-1,0 0 1,0 0-1,0-1 1,8-4-1,15-3-105,-19 6 156,-7 2-46,-1 0-1,1 1 1,-1-1-1,1 1 1,0-1-1,-1 1 1,1 0 0,0 0-1,0 0 1,-1 0-1,4 0 1,-5 1 45,0 1-1,0-1 1,-1 1 0,1-1-1,0 1 1,0-1 0,-1 1-1,1-1 1,-1 1 0,0-1-1,1 1 1,-1-1 0,-1 2-1,-17 26 88,11-19-94,1 1 0,0 0 0,1 0 0,0 0 0,-7 22 0,7-13 71,1 0 0,1 0 0,1 1 0,0 30 0,-8-51-7232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22.5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0 2497,'0'0'5291,"0"22"-3352,1 589 3401,1-1-5285,-12-463-95,6-11 48,4-128-25,0 4-126,0-10 691,0-7 758,0-43-5676,0 35-457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24.6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1 142 1585,'0'0'5373,"0"-4"-4906,0-14 3652,25 18-2588,-25 0-1526,16 0 332,0 0-1,0 1 1,0 0 0,27 7 0,-29-4-268,-1-1 1,1-1-1,22 1 1,498-3 1135,-498-2-1197,67-12 0,-22 1-26,10-2-87,-57 8-8,0 2 1,51-2-1,179 7 324,-259 0-203,0-1 0,0 0 0,0 0 1,-1 0-1,1 0 0,9-5 1,-9 4-15,1 0 1,-1 0 0,1 1 0,9-2 0,37-8-9,-9 1 17,-12 4-19,-18 3 2,1 1 0,22-1-1,72-4-30,-91 7 57,33-7 0,-33 4-1,35-2-1,139 5-132,-195 0-162,0 0 1,1 1 0,-1 0 0,0 0-1,0 0 1,1 0 0,-5 3-1,-8 2-1144,-24 4-3078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28.2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 3314,'0'0'12077,"0"5"-11978,-1 61 658,0-2-386,11 96 0,7-17 95,21 115 962,-35-241-1405,1-2-31,-1 1 1,1 24-1,-4-40-173,0-21-14423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28.7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0 145 3362,'0'0'5210,"0"-11"-4652,2-34-268,-1 42-249,0 0 0,0 1-1,0-1 1,1 1 0,-1-1-1,1 1 1,-1 0 0,1 0-1,0-1 1,0 1 0,0 0 0,0 0-1,0 1 1,0-1 0,0 0-1,1 1 1,-1 0 0,1-1-1,4-1 1,-4 2 10,3-2 155,1 1 1,-1 1-1,0-1 1,1 1 0,-1 0-1,1 0 1,0 1-1,-1 0 1,11 1-1,1-1 180,-14 1-319,0 0-1,0 0 0,0 0 1,0 1-1,0-1 0,0 1 1,0 0-1,-1 0 0,1 0 1,-1 0-1,1 1 0,-1 0 1,0-1-1,0 1 0,0 0 1,-1 0-1,1 1 0,-1-1 1,1 1-1,-1-1 0,0 1 1,-1 0-1,1 0 0,-1-1 1,1 1-1,-1 0 0,0 0 1,0 5-1,-1-8 262,0-21-1624,-2-40-3573,-6 21-528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29.2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48 3314,'0'0'3753,"-4"-6"-3699,-20-28 2,19 27 3746,11 7-763,-3 0-3256,8 0 310,-1 1 1,0 1-1,16 4 0,-15-3-70,0-1 1,-1 0-1,19 1 1,63-3-466,-51 0-3550,-24 0-303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29.9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1 1601,'0'0'12875,"0"2"-12936,0 26 68,0 19 24,-8 71 0,-4-32 765,-3 132 633,15-230-2536,0-64-5056,0 45 2519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30.4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 3986,'0'0'5517,"0"-1"-5427,0 1 0,0-1 0,0 1 0,0 0 0,0-1 0,1 1 0,-1-1 0,0 1 0,0-1 0,0 1 0,1 0 0,-1-1 0,0 1 0,0 0 0,1-1 0,-1 1 0,0 0 0,1-1-1,-1 1 1,0 0 0,1 0 0,-1-1 0,1 1 0,-1 0 0,0 0 0,1 0 0,-1 0 0,1-1 0,256 1 177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30.9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25 4738,'0'0'5923,"10"1"-5355,224 4 1985,-232-5-2535,-1 0 0,1-1 0,-1 1 0,1-1-1,-1 1 1,1-1 0,-1 1 0,1-1 0,-1 0 0,0 1-1,3-3 1,-3 2-77,0 0 0,0 0 0,1 1 0,-1-1 0,0 0 0,1 1 1,-1-1-1,0 1 0,1-1 0,-1 1 0,3-1 0,-4-14-5955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31.8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293 34 2081,'0'0'6883,"-4"-1"-3132,-17-4-3500,-48-20-270,65 25 6,0-1-1,0 0 0,0 1 0,0 0 1,0 0-1,0 0 0,0 0 0,-1 0 1,1 1-1,0 0 0,1 0 1,-1 0-1,-7 3 0,9-1 33,0-1-1,0 1 1,0-1-1,0 1 1,0 0 0,0 0-1,0 3 1,-13 16 88,13-20-99,1 0 0,-1 0 0,1 0-1,-1 0 1,1 0 0,0 0 0,0 1 0,0-1-1,0 0 1,0 0 0,1 1 0,-1-1-1,1 1 1,-1 4 0,2 39 861,0-22-339,-1-22-497,0 1 0,0 0-1,0 0 1,0 0 0,0 0 0,1-1 0,-1 1 0,1 0 0,0 0 0,2 3 0,-2-5-16,0 0-1,0 0 1,0 0 0,0 0-1,1 0 1,-1 0-1,0 0 1,1 0 0,-1-1-1,0 1 1,1 0 0,-1-1-1,1 0 1,-1 1 0,1-1-1,0 0 1,-1 0-1,1 1 1,-1-1 0,1 0-1,2-1 1,1 2-69,1 1-1,-1-1 1,0 1 0,1 1-1,-1-1 1,0 1 0,0-1-1,-1 1 1,1 1 0,0-1-1,-1 1 1,0 0 0,0 0-1,0 0 1,0 0 0,-1 1-1,0-1 1,0 1 0,0 0-1,2 6 1,-3 1-29,0 0-1,-1 1 1,0-1 0,-2 17-1,0-2 251,1-26-164,0 1 0,-1-1 0,1 0-1,0 0 1,-1 1 0,1-1 0,-1 0-1,1 0 1,-1 0 0,0 0 0,0 0-1,1 0 1,-1 0 0,0 0 0,0 0 0,0 0-1,0 0 1,0 0 0,0-1 0,0 1-1,0 0 1,0-1 0,0 1 0,-1-1-1,1 1 1,0-1 0,0 1 0,0-1-1,-1 0 1,1 0 0,-2 0 0,-6 2-86,0-1 0,0 0 0,-11-2 0,12 1-84,-106 0-6934,85 0 3001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34.2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59 4514,'0'0'3471,"0"-5"-2825,0-11 1305,0 10 1133,0 16-2149,22 397 178,-6-182-694,-12-180-110,9-47 657,-11-6-1148,-1 0 1,-1-1-1,1 1 0,-1 0 0,-2-15 1,1-2-530,1 22 661,1-31-709,-2 1 1,-1-1 0,-1 0 0,-13-50-1,-22-71-2181,35 142 2947,1-1 1,1 0-1,0 0 0,1 0 0,2-17 0,-1-4-52,-1 33 66,1-1 0,-1 1 1,1-1-1,-1 1 0,1 0 1,0-1-1,0 1 0,0 0 0,0 0 1,0 0-1,1 0 0,-1 0 1,1 0-1,3-3 0,29-26 469,-16 17-259,-13 10-62,1 1 0,-1-1 0,1 1 0,0 0 0,0 0 0,0 1 0,1-1-1,-1 1 1,1 1 0,-1-1 0,9 0 0,1 1 283,-1 0 0,0 1-1,28 3 1,-41-3-422,1 1-1,-1-1 1,0 1 0,0 0 0,1 0-1,-1 0 1,0 0 0,0 0 0,0 0-1,0 1 1,0-1 0,0 1 0,-1 0-1,1-1 1,0 1 0,-1 0 0,1 0-1,-1 0 1,0 0 0,0 0-1,0 0 1,0 0 0,0 0 0,0 1-1,0-1 1,-1 0 0,1 5 0,2 7 167,-2 0 1,0-1-1,-1 25 1,-1-20-74,2 30 159,0-15-87,-3 34 0,0-59-180,-1 0 0,0 0 0,0 0 0,-1 0 0,0-1 0,0 0 0,-1 1 0,0-2 0,0 1 0,-9 8 0,-21 10-50,26-20-78,1 1-1,-1-1 1,0 0 0,-1 0 0,1-1-1,-1-1 1,0 0 0,0 0 0,0-1-1,0 0 1,0 0 0,0-1 0,-19-1-1,29-1 122,0-1-1,0 1 0,0 0 0,0-1 1,0 1-1,0-1 0,1 1 0,-1 0 0,1-1 1,-1 1-1,2-2 0,-1 2-24,0-1-1,0 1 1,1 0-1,-1 0 0,0 0 1,1 0-1,-1 1 1,1-1-1,-1 0 1,1 1-1,-1-1 1,1 1-1,-1-1 1,1 1-1,0 0 1,-1-1-1,1 1 1,-1 0-1,1 0 1,0 0-1,-1 0 1,1 1-1,0-1 1,-1 0-1,1 1 0,-1-1 1,1 1-1,-1 0 1,3 0-1,-1 2 51,0-1 0,1 1 0,-2-1 0,1 1 0,0 0 0,0 0 0,-1 0 0,0 1 0,0-1 0,0 1 0,2 3 0,31 72 464,-14-31 269,51 87 1,-70-131-717,1-1 0,-1 0 1,0 0-1,1 0 0,-1 0 0,1 0 1,0-1-1,0 1 0,0-1 0,0 0 1,0 0-1,1 0 0,-1 0 0,1 0 1,-1-1-1,1 0 0,0 1 0,-1-1 1,1-1-1,0 1 0,0 0 0,0-1 1,0 0-1,-1 0 0,1 0 0,0 0 1,0-1-1,5-1 0,-7 1-158,0-1 1,0 1-1,0-1 1,0 0-1,0 0 0,0 0 1,-1 0-1,1 0 0,-1 0 1,1 0-1,-1 0 1,0-1-1,0 1 0,0 0 1,0-1-1,0-3 0,12-19-4814,-6 20 111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35.4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9 1857,'0'0'4431,"0"-3"-3521,0 62 5080,-1 16-4390,-1 142-928,-1-295-824,3-54-309,1 125 433,0 1 0,0 0 0,1 0 1,0 0-1,1 0 0,-1 0 0,1 1 0,0-1 1,0 1-1,1-1 0,-1 1 0,1 0 1,0 1-1,1-1 0,-1 1 0,1-1 0,0 1 1,6-4-1,-3 3 22,0 0 0,1 0 0,-1 1 0,1 0 0,0 1 0,0 0 0,0 0 0,1 1 0,-1 0 0,1 0 0,14 0 0,-3 2-1,-15-1 47,0 1-1,-1-1 0,1 1 0,0 1 0,0-1 1,0 1-1,0 0 0,-1 0 0,1 1 0,-1 0 1,11 4-1,-11-3 7,0 0 1,0 0 0,0 0-1,0 1 1,-1 0 0,0 0 0,0 0-1,0 0 1,0 0 0,-1 1-1,1 0 1,-1 0 0,0 0-1,-1 0 1,1 0 0,-1 1-1,0-1 1,0 1 0,-1-1-1,0 1 1,1 7 0,1 17 70,-2 1-1,-1 0 1,-6 50 0,6-78-176,-4 8 247,-9-9-808,11-2 478,2-1-105,-1 1 0,0-1-1,0 0 1,1 0-1,-1 1 1,1-1-1,-1 0 1,1 0-1,-1 0 1,1 0-1,-1 0 1,1 0-1,0 0 1,-1 0-1,1 0 1,0 0-1,0 0 1,-1-1 0,0-4-1839,-5-14-5034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36.0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 2545,'0'0'3965,"0"-4"-1251,0 8 638,0 268-693,0-140-4915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5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20 4898,'0'0'5525,"-12"0"-4074,8 0 1695,44-2 1534,5-2-3742,57-3-1388,67 1-254,-167 6 669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54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25 2145,'0'0'7030,"0"-1"-6870,0 1 0,0 0 0,-1 0 0,1 0 0,0-1 0,0 1 0,0 0 0,0 0 1,-1-1-1,1 1 0,0 0 0,0 0 0,0-1 0,0 1 0,0 0 0,0-1 0,0 1 0,0 0 0,0-1 0,0 1 0,0 0 0,0 0 1,0-1-1,0 1 0,0 0 0,0-1 0,0 1 0,0 0 0,0 0 0,0-1 0,0 1 0,1 0 0,-1-1 0,0 1 0,0 0 1,0 0-1,0-1 0,1 1 0,-1 0 0,0 0 0,8-3-7,0 0 0,0 1 0,0 0 1,0 1-1,0 0 0,10-1 0,57 3 15,-32 1-101,156-2 83,-198 0 156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55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0 374 4562,'0'0'9348,"3"-4"-8401,2-7-867,0 1-1,-1-1 1,0 0-1,-1 0 1,0 0-1,2-15 1,2-71-490,-3 20-1137,-2 66 1139,0-1 0,1 0 0,0 1 1,0 0-1,1-1 0,10-16 0,-14 27 459,0 1-1,0-1 0,1 1 0,-1-1 1,1 1-1,-1-1 0,0 1 1,1 0-1,-1-1 0,1 1 1,-1 0-1,1-1 0,-1 1 1,1 0-1,-1-1 0,1 1 1,-1 0-1,1 0 0,-1 0 1,1 0-1,-1 0 0,1-1 0,0 1 1,-1 0-1,1 0 0,-1 0 1,1 0-1,-1 1 0,1-1 1,0 0-1,-1 0 0,1 0 1,-1 0-1,1 1 0,-1-1 1,1 0-1,-1 0 0,1 1 1,-1-1-1,1 0 0,0 2 0,1-1 3,0 0 0,-1 1 0,1 0-1,0-1 1,-1 1 0,1 0 0,-1 0-1,2 3 1,6 16 100,-2 0 0,0 1 0,3 24 0,-3-16-13,5 29 550,9 116 0,-16 64 801,-4-209-607,1-7-2443,-2-2-6343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56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1005 2609,'0'0'9319,"3"-26"-8580,14-84-309,14-23-88,-9 47-223,-8 10-378,-4-1 1,1-112-1,-4-28-237,-3 305 2107,-3-68-1254,0 1 0,2-1-1,1 0 1,0-1 0,1 1 0,2-1-1,0 0 1,0 0 0,2-1 0,19 31-1,-24-44-235,0 1-1,1-1 0,-1 0 0,1-1 0,0 1 0,0-1 0,0 0 0,1 0 0,-1 0 0,1-1 0,10 5 0,-11-6-89,0-1 0,-1 1 0,1-1 0,0 0 0,0 0 0,1 0 0,-1-1 0,0 1 1,0-1-1,0-1 0,0 1 0,0-1 0,0 0 0,0 0 0,0 0 0,6-3 0,-4 0-76,-1 1 0,1-2-1,-1 1 1,-1-1 0,1 0-1,-1 0 1,1 0-1,-1-1 1,-1 0 0,5-7-1,6-9-927,17-37-1,-24 43 324,-2-1 1,1-1-1,-2 1 1,-1-1-1,0 0 1,2-21-1,-2-109-2818,-4 100 5400,0 53-923,-2 69 1600,5 100-651,10-97-1768,-9-56-195,0 1-1,2 38 0,-6 5-3494,13-64-3559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57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44 5827,'0'0'7665,"1"-7"-6721,4-22-245,-4 21 808,-1 10-1501,0-1 0,-1 1 1,1-1-1,-1 0 0,1 1 0,-1-1 0,1 0 0,-1 1 0,0-1 0,1 0 0,-2 1 0,-4 7 15,-32 62 63,-54 108 173,-112 305 861,197-455-977,5-21-99,5-14-17,8-25-1319,26-49-1,-4 9-1003,17-48-3617,-23 59 1772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57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6419,'0'0'5178,"4"-9"-4625,10-25-172,-13 34-288,-1-1 0,0 0 0,1 0 0,-1 1-1,0-1 1,1 0 0,-1 1 0,1-1 0,-1 0 0,1 1 0,-1-1 0,1 1-1,0-1 1,-1 1 0,1-1 0,0 1 0,-1 0 0,1-1 0,0 1 0,-1 0 0,1-1-1,0 1 1,0 0 0,-1 0 0,1 0 0,0-1 0,0 1 0,0 0 0,-1 0-1,1 0 1,0 0 0,0 1 0,0-1 0,0 0 0,1 1-42,-1-1-1,1 1 1,-1-1 0,0 1 0,1 0 0,-1 0-1,0 0 1,1 0 0,-1 0 0,0 0 0,0 0-1,0 0 1,1 2 0,14 26 415,-2 1 0,-1 1 0,14 50 0,-24-71-329,40 128 1319,88 244 1151,-130-380-2601,0 2 4,1 0-1,0 0 1,0-1-1,0 1 1,0 0 0,1-1-1,3 5 1,-6-8-130,-15 0-2628,0-1 493,0-1 1,1 0 0,-24-8-1,10 3-1680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5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12582,'0'0'3697,"178"62"-2784,-109-43-721,-2-3-192,-11-4-752,-22 1-3586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58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6835,'0'0'8409,"7"0"-7750,23 0-290,163 5 1074,-128-4-1345,-57 1-1373,-17-1-4992,-9-1 1807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58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0 1 4802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59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7 183 4802,'-3'-61'466,"0"1"405,2 2 7167,17 58-7128,91 1 542,31 0-1497,-47-4-5193,-66 1-1328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00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0 308 3778,'0'0'10396,"10"-6"-9705,32-19-264,-38 21-400,1 0 0,-1 0-1,0 0 1,0 0 0,0-1 0,-1 1-1,1-1 1,-1 0 0,0 0 0,-1 0-1,1-1 1,-1 1 0,0 0-1,1-7 1,4-8-49,0 0-289,-1 0-1,-1 0 1,-1-1 0,0 0-1,-2 0 1,1-36 0,-3 57 415,1 1-103,-1-1 0,1 0 0,-1 1 0,1-1 1,-1 0-1,0 1 0,1-1 0,-1 1 0,1-1 1,-1 1-1,0-1 0,1 1 0,-1-1 0,0 1 1,0-1-1,1 1 0,-1-1 0,0 1 0,0-1 1,0 1-1,0-1 0,0 1 0,0 0 0,0-1 1,0 1-1,0-1 0,0 1 0,0 0 0,0 24 47,0-19-34,0 48 76,-8 201 1055,-5 79 2625,13-332-3549,0-21-3544,0 8 1396,0-22-3801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00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45 816,'0'0'7062,"1"-7"-6219,1-23-304,-2 30-493,0 0-1,0 0 1,0-1-1,0 1 1,0 0-1,0-1 1,0 1-1,0 0 1,0-1-1,0 1 1,0 0-1,0 0 1,0-1-1,0 1 1,0 0-1,0 0 1,0-1-1,1 1 1,-1 0-1,0 0 1,0-1-1,0 1 1,0 0-1,1 0 1,-1-1-1,0 1 1,0 0-1,1 0 1,-1 0-1,0 0 1,0-1-1,1 1 1,-1 0-1,3 5 1991,-3 644 1577,-6-688-9088,2 12 49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01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1 2673,'0'0'8820,"0"1"-8420,0 6-234,-1 1 0,0-1-1,0 0 1,-1 1 0,0-1-1,0 0 1,0 0-1,-1 0 1,-1-1 0,-3 8-1,-8 9 250,-26 31 0,17-23-73,-4 4-14,-35 35-1,52-59-300,-1 0-1,-1 0 0,1-1 1,-2-1-1,1 0 1,-24 11-1,35-19-59,-1 0 1,1-1-1,0 1 0,-1 0 0,1-1 0,0 1 0,-1-1 1,1 0-1,-1 0 0,1 0 0,-3 0 0,4-1-4,1 1-1,-1 0 1,1 0-1,-1 0 1,1 0-1,-1-1 1,1 1 0,-1 0-1,1-1 1,-1 1-1,1 0 1,0-1-1,-1 1 1,1 0-1,0-1 1,-1 1-1,1-1 1,0 1-1,-1-1 1,1 1-1,0 0 1,0-1-1,0 1 1,-1-1-1,1 1 1,0-1-1,0 0 1,0 1-1,0-1 1,0 1-1,0-1 1,0 1-1,0-1 1,0 1-1,0-1 1,0 1-1,0-1 1,1 1-1,-1-1 1,0 1-1,0-1 1,0 1-1,1-1 1,-1 1-1,1-1 1,0-1-11,0 1 0,0-1 0,0 1 0,1 0 0,-1 0 0,0 0 0,1 0 0,-1 0 0,1 0 0,-1 0 0,1 0 0,-1 0 0,1 1 0,0-1 0,-1 1 0,1-1 0,0 1 0,-1 0 0,1-1 0,0 1 0,0 0 0,1 0 0,43 2 219,-46-2-175,8 2 86,-1 0 0,0 0-1,0 0 1,0 0-1,-1 1 1,1 1-1,-1-1 1,1 1-1,-1 0 1,0 0-1,7 7 1,9 10 694,28 33 0,-26-27-92,6 6 137,-16-15-485,1-2 0,1 0-1,32 25 1,-45-39-370,0 0 1,0-1-1,0 0 1,0 1-1,0-1 1,0 0-1,1-1 0,-1 1 1,0 0-1,1-1 1,2 0-1,-5 0-63,-1 0 1,0 0-1,0 0 0,1 0 1,-1 0-1,0 0 0,0 0 1,1 0-1,-1 0 0,0-1 1,0 1-1,0 0 0,1 0 1,-1 0-1,0 0 0,0-1 1,0 1-1,0 0 0,0 0 1,1 0-1,-1-1 0,0 1 0,0 0 1,0 0-1,0 0 0,0-1 1,0 1-1,0 0 0,0 0 1,0-1-1,0 1 0,0 0 1,0 0-1,0-1 0,0 1 1,0 0-1,0 0 0,0-1 1,0 1-1,0 0 0,0 0 1,0 0-1,0-1 0,0-3-1537,0-21-7133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02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11 515 3217,'0'0'8575,"-11"12"-4202,12-11-4282,-1 0 0,0 0 0,1 0 0,0 0 1,-1 1-1,1-1 0,-1 0 0,1 0 0,0 0 1,0 0-1,0-1 0,0 1 0,0 0 0,-1 0 0,1 0 1,1-1-1,-1 1 0,0 0 0,0-1 0,0 1 0,0-1 1,0 0-1,2 1 0,1 1 151,10 4 17,-1-1 1,1-1-1,0 0 0,0-1 1,0 0-1,18 0 0,1-1-102,54-5 0,-81 3-162,-1-1-1,0 0 1,0 0-1,1 0 1,-1-1-1,0 1 1,0-1-1,0-1 1,-1 1-1,1-1 1,0 0-1,-1 0 1,0 0-1,0 0 1,0-1-1,0 0 1,0 1-1,-1-1 1,5-7-1,-3 3-123,-1 1 0,-1-1-1,1 0 1,-1 0 0,0 0-1,-1-1 1,0 1-1,0-1 1,-1 1 0,0-1-1,-1-11 1,1 12 87,-1 1 0,0 0 0,-1 0 0,1 0 0,-1 0 0,-1 0 0,1 1 0,-1-1 0,-1 0 0,1 1 0,-7-13 0,-2 1-38,2-1 0,0 0 0,1 0 1,0-1-1,2 0 0,1-1 0,0 0 0,1 1 1,2-1-1,-1-28 0,2 46 71,1-1-1,0 0 1,1 0 0,-1 1-1,1-1 1,-1 0-1,1 0 1,0 1 0,2-6-1,-1 8 4,-1-1-1,0 0 0,1 1 0,-1-1 1,1 1-1,-1 0 0,1-1 1,0 1-1,0 0 0,-1 0 0,1 0 1,0 0-1,0 1 0,0-1 1,0 0-1,0 1 0,0-1 0,4 1 1,10-3 136,1 1-1,-1 1 1,1 1 0,0 0 0,-1 1 0,1 1 0,-1 1-1,1 0 1,-1 1 0,0 0 0,0 2 0,-1 0 0,0 0-1,27 17 1,-26-14 55,-1 1 0,1 1 0,14 13 0,-26-20-155,0-1 0,0 1 0,-1 1-1,0-1 1,1 0 0,-1 1 0,-1-1 0,1 1-1,-1 0 1,0 0 0,0 0 0,0 0 0,-1 1 0,2 8-1,-2 6 39,-1 0 0,-1 0-1,0 0 1,-2 0-1,0 0 1,-2 0 0,0-1-1,-14 36 1,12-36 10,0 1 1,2 0-1,1 1 1,0-1-1,1 1 1,0 28-1,3-46-71,0 0 1,0 0-1,0 0 0,0 0 0,1 0 0,-1 0 0,1 0 1,-1 0-1,1-1 0,0 1 0,0 0 0,1 0 0,-1-1 0,0 1 1,1-1-1,0 1 0,3 3 0,-2-4 0,0 0-1,1 0 0,-1 0 1,1-1-1,-1 1 1,1-1-1,0 0 1,-1 0-1,1 0 0,0 0 1,0-1-1,0 0 1,4 0-1,26 3-378,1-2-1,-1-2 1,1 0 0,-1-3-1,0-1 1,54-15 0,-32 0-1908,-23 7-2612,-21 5-3794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10.1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57 6723,'0'0'6206,"12"0"-5668,98 0 1586,866 0-2223,-936-2 41,61-11 0,19-1 17,-71 12 118,202-17-890,-205 15 812,0 1 1,46 5 0,-18-1-15,2-2 14,-31-1 5,-1 2 0,75 10-1,-49 0-8,86-1-1,-48-3 20,-55 0-24,56 13 1,29 5-1,6-17 46,-98-7 379,0 2 0,66 11-1,-55-4 670,-34-5-16,36 8 0,-53-11-1073,-13-1-4877,-26 0-1903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46.3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 1 1201,'10'6'14163,"-10"57"-14235,1 74 100,-22 177 0,10-230-74,0 102-1,11-185-759,0-5-2115,0-19 296,0-22-131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47.3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289 2 2145,'0'0'5656,"-18"0"-4186,10 0-1339,6-1-73,0 1 0,0 0-1,0 0 1,0 0 0,0 0 0,-1 0 0,1 0-1,0 0 1,0 1 0,0-1 0,0 1-1,0 0 1,1-1 0,-1 1 0,0 0 0,0 0-1,0 0 1,1 1 0,-1-1 0,0 0 0,1 0-1,-1 1 1,-1 2 0,-29 43 688,-26 53-1,-11 17-606,13-24-59,66-113-364,4-6-544,34-49 1,-20 36-1159,27-49 0,-16 22 2335,-33 58 27,0 0 0,0 0 0,1 1 0,10-10 0,-14 16-106,1 0 0,-1 1-1,0-1 1,1 0 0,-1 1-1,0 0 1,1 0 0,-1 0-1,0 0 1,1 0-1,-1 1 1,0 0 0,6 1-1,-3 4-149,0-1 1,-1 1-1,0 0 0,0 0 0,-1 0 0,7 13 0,4 4 240,35 54 993,-26-38-454,1-2 0,43 48 0,-61-79-1013,0 0 1,1-1 0,0 0-1,0-1 1,9 5 0,-19-11-386,0 0 1,1 0 0,-1 0 0,1 0 0,0 0 0,-1 0 0,1 0 0,-1-4 0,-2-1-1204,-5-9-4058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49.2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1161 227 6211,'0'0'5333,"0"-12"-4730,0-42 50,0 22 2039,-1 31-2633,1-1 0,0 1 0,-1-1 0,1 1 0,-1 0 0,1-1 0,-1 1 0,0 0 0,1 0 0,-1-1 0,0 1 0,0 0 0,0 0 0,0 0 0,0 0 0,0 0 0,0 0 0,0 0 0,-1 0 0,1 1 0,0-1 0,-2 0 0,-37-16 295,20 10-242,-143-57 488,144 59-536,0 2 1,-1 0 0,1 1-1,-1 1 1,-38 3 0,7-1 96,-155-1 376,193 1-519,1 1 0,-1 0 0,1 1 0,-1 1 0,-12 4 1,-1 1 18,13-4 14,0 0 0,-20 12-1,2-1 65,21-10-78,0 0 0,1 1-1,0 0 1,0 1-1,0 0 1,1 0 0,1 1-1,-1-1 1,1 2 0,-7 12-1,-13 15-25,11-15-6,1 1 0,1 0 0,1 1 0,1 0 1,2 1-1,-9 28 0,-35 162 48,47-182-52,0 12-5,3 0-1,1 1 0,7 79 1,-1-103 5,1-1 1,1 0-1,1 1 1,1-1-1,1-1 1,12 25-1,-4-11 47,8 25 30,60 123-98,-73-163-10,1 0 0,0-1 0,1-1 0,2 1 0,-1-2 0,34 29 0,1-7 179,67 40 0,-94-66-93,1 0 0,1-1 0,-1-1 1,2-2-1,45 11 0,-19-9 34,1-1 0,-1-3-1,1-2 1,92-6 0,-125-1-98,-1-2 1,1 0 0,-1-1 0,0-1 0,0 0 0,-1-2 0,0 0 0,19-14 0,-19 11-16,0-2 1,-1 0 0,-1 0-1,0-2 1,-1 0 0,-1-1-1,0 0 1,-1-1 0,-1 0-1,11-26 1,-3 2-85,-2-2 1,-2 0-1,14-74 0,-19 60 78,5-89-1,-12-61 118,-3 167-21,-3 9-35,-1 0 0,-1 0 0,-1 1 0,-2-1 0,-12-29 0,7 19-90,3 15 94,-1 0 0,-19-31 0,11 19 26,11 27-25,-1 0-1,0 1 0,0 0 0,-1 0 0,-1 1 0,0 0 1,0 1-1,-13-8 0,-126-80 172,146 93-200,0 1 1,-1 0-1,1 0 1,-1 1-1,0-1 0,0 1 1,0 0-1,0 0 0,0 1 1,0 0-1,-1 0 1,1 0-1,-8 0 0,12 1-52,1-1-1,-1 1 0,0 0 0,1 0 0,-1 0 0,1-1 0,-1 1 1,1 0-1,-1-1 0,1 1 0,-1-1 0,1 1 0,0 0 1,-1-1-1,1 1 0,-1-1 0,1 1 0,0-1 0,0 0 1,-1 1-1,1-1 0,0 1 0,0-1 0,-1 1 0,1-1 1,0 0-1,0 1 0,0-2 0,-2-22-3186,1 17 1656,1-17-4543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51.3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1445 3778,'0'0'6830,"1"0"-6661,-1 0 1,1 0-1,0-1 1,0 1 0,0 0-1,0-1 1,0 1-1,0 0 1,0-1 0,0 1-1,-1-1 1,1 0-1,1 0 1,6-52 2090,6 5-1399,-2 7-525,-1 0-1,-2 0 1,4-56-1,-3-322 671,-10-278 29,0 697-997,19 0 4,-11-1-35,1 0-1,0 2 0,-1-1 0,1 1 1,-1 0-1,1 1 0,-1-1 1,1 2-1,-1-1 0,0 1 0,0 1 1,0-1-1,11 8 0,54 37 8,-60-39-2,1-1 0,-1 0 0,1-1 0,1-1 1,-1 0-1,28 6 0,-18-6 0,-2 1-1,37 14 1,-46-15-15,1-2 1,0 1 0,0-2-1,0 0 1,18 1 0,73 0 26,-50-1-18,104 19 0,-80-9-15,-37-9 23,62-2 0,-76-2 3,22 1 3,-17 0-6,41-3 0,-58-1-18,0 0 0,25-9 0,-20 6 6,-21 5 106,5 1-1095,-3 19-13904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53.5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 5 2513,'0'0'4464,"-3"0"-3757,-15 0 445,18-4 2542,0 11-2711,2 34-664,10 62 0,-6-61-205,9 112 323,-8-69-306,1 337 72,-9-266-189,1 15 106,18-181-24,-11 6-93,0 1 1,1-1 0,-1 1 0,1 1-1,0-1 1,0 1 0,0 0-1,0 1 1,13-1 0,31-7 9,-22 2-30,1 1-1,-1 1 0,38 0 0,96 5-81,-68 2 40,385-2 950,-503 0-3268,6 0-995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55.8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53 2769,'0'0'2735,"4"-3"-2170,0 0-316,-3 2-2,0 0 0,1 0 0,-1-1 0,0 1 0,0 0 0,0 0 0,0-1 0,0 1 0,2-4 0,-2-18 2177,-2 15 133,1 31 1338,0 14-4103,0 635 1000,4-648-582,-3-18-4616,-9-24-42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57.3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57 880,'0'0'3522,"-1"2"-2610,-18 14 3965,11-9-844,8-8-3988,0 0 1,1 1 0,-1-1 0,1 1 0,-1-1 0,1 0 0,-1 1 0,1-1 0,0 1 0,-1 0 0,1-1 0,-1 1-1,1-1 1,0 1 0,0 0 0,-1-1 0,1 1 0,0 0 0,-1 0 0,1 0 0,1 0 0,15-4 143,1 1-1,-1 1 1,1 1 0,31 1 0,-54-10-2350,-4-14-99,2-5-1781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57.9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63 1873,'0'0'4458,"0"-3"-3820,-1-16 4650,-3 10 680,4 9-5881,22 0-226,1-1-1,-1 0 0,0-2 0,1-1 0,-2-1 0,28-9 0,-36 11-1095,-5 3-3983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0:59.6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22 107 2049,'0'0'4741,"0"-11"1304,0 416-3766,0-404-1813,0-3-524,-1-40-1746,-9-71 1,4 56 1785,2 0 0,3-60 1,2 60-69,0 55 113,-1 0-1,1 1 1,0-1 0,0 0 0,1 0-1,-1 1 1,0-1 0,1 1-1,-1-1 1,1 1 0,-1-1 0,3 0-1,9-11-53,-10 11 20,0 0-1,0 0 1,-1 1-1,1-1 1,0 1-1,1 0 1,3-1-1,7-3 12,-13 4-13,0 1-1,0-1 0,0 1 1,0 0-1,0-1 0,0 1 1,0 0-1,0 0 0,0-1 1,0 1-1,0 0 0,0 0 1,0 0-1,0 0 0,0 1 1,0-1-1,0 0 0,0 0 1,0 0-1,0 1 0,0-1 1,-1 1-1,1-1 0,0 1 1,0-1-1,0 1 0,0-1 1,0 1-1,-1 0 0,1-1 1,0 1-1,-1 0 0,1 0 1,0 0-1,-1-1 0,1 1 1,-1 0-1,1 0 0,-1 0 1,0 0-1,1 0 0,-1 0 1,0 0-1,0 2 0,6 48 701,-2 84 0,-4-131-685,0-2-19,0 0 1,0 0-1,-1 0 1,1 0 0,-1 0-1,1 0 1,-1 0 0,0 0-1,0-1 1,0 1-1,0 0 1,0-1 0,0 1-1,0-1 1,-1 1-1,1-1 1,-1 1 0,1-1-1,-1 0 1,1 0 0,-1 0-1,0 0 1,1 0-1,-1 0 1,0 0 0,0 0-1,0-1 1,0 1-1,1-1 1,-4 1 0,-7 1-438,0 0 0,0-1 0,-20 0 1,26-1 158,6-2 355,-1-1-1,1 1 1,0 0-1,0 0 1,0 0-1,0 0 1,1 0-1,0-3 0,4 2-100,0 1 0,0 0 0,0 1 0,0 0 0,0-1 0,1 1 0,9 0 0,-6 1 34,0 0 1,1 0-1,-1 1 0,0 1 0,11 2 0,-17-3 9,1 0 1,-1 1-1,0 0 0,0-1 0,0 1 0,0 0 1,0 0-1,-1 1 0,1-1 0,0 1 0,-1-1 0,0 1 1,0 0-1,0 0 0,0 0 0,3 6 0,0 4 200,0-1-1,-1 2 0,0-1 1,-2 0-1,1 1 0,-1 0 0,-1-1 1,-1 1-1,-1 19 0,1-20-105,0-12-93,0 0 0,0 0 0,0 0 1,-1 0-1,1 0 0,0 0 0,0-1 0,-1 1 0,1 0 0,-1 0 0,1 0 0,-1 0 0,1 0 0,-1 0 0,0-1 0,1 1 0,-1 0 0,0 0 0,0-1 0,1 1 0,-2 0 0,-1 1 2,0-1 0,0 1 0,0-1 0,0 0 0,0 0 0,-6 1 0,-3 0-32,0 0 1,-20-1-1,24-1-45,2 1-35,0-1 0,0-1-1,0 1 1,-1-1-1,1 0 1,0 0 0,-6-2-1,10 2 70,1 0-1,-1 0 1,0 0 0,1 0-1,-1-1 1,1 1-1,0 0 1,-1-1-1,1 1 1,0-1-1,0 1 1,0-1-1,0 0 1,0 1-1,0-1 1,0 0-1,1 0 1,-1 0 0,1 1-1,-1-1 1,1 0-1,0 0 1,-1 0-1,1 0 1,0 0-1,1-4 1,-1-25-3688,0 12-618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00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4594,'0'0'3925,"0"3"-3517,0 99 4032,0 57-3083,1-137-1033,0 1-1,9 44 1,-8-58-169,0 0 1,0-1-1,1 1 1,0-1-1,1 0 1,0 0-1,0 0 1,1 0-1,0-1 1,9 11-1,-10-15-90,0 0 0,0 0 0,1 0-1,-1 0 1,1-1 0,-1 1-1,1-1 1,0-1 0,0 1 0,0-1-1,0 1 1,9 0 0,-2-1 16,0-1 0,1 1-1,-1-2 1,16-2 0,-23 2-112,0 0-1,0-1 1,0 0 0,0 0-1,-1 0 1,1-1 0,-1 1-1,1-1 1,-1 0 0,0 0-1,0-1 1,0 1-1,-1-1 1,1 0 0,-1 0-1,0 0 1,4-6 0,-2 0-105,0 1 0,0 0 0,-1-1 0,0 0 0,0 0 0,-2 0 1,5-21-1,-3-25-1220,-4-69 0,0 57 514,-1 59 821,0 1-1,-1-1 0,0 0 1,0 1-1,-1-1 0,0 1 1,0-1-1,-5-7 0,7 23 2552,-1 58-2034,2-28-457,4 174 352,-1-165-91,3 1-1,16 67 0,-20-108-233,7 25 164,-8-29-207,-1-1 0,0 0 0,1-1 0,-1 1 0,1 0 0,-1 0 0,1 0 0,0 0 0,-1 0-1,1 0 1,0-1 0,-1 1 0,1 0 0,0 0 0,0-1 0,0 1 0,0-1 0,0 1 0,-1-1-1,1 1 1,0-1 0,0 0 0,2 1 0,-2-1-34,-1 0 0,0 0 0,0 0 0,0 0 0,1 0 0,-1 0 0,0 0 0,0 0 0,0 0 0,1 0 0,-1 0 0,0-1 0,0 1 0,0 0 0,1 0 0,-1 0 0,0 0 0,0 0 0,0-1 0,0 1 0,0 0 0,1 0 0,-1 0 0,0-1 0,0 1 0,0 0 0,0 0 0,0 0 0,0-1 0,0 1 0,0 0 0,0 0 0,0 0 0,0-1 0,0 1 0,0 0 0,0 0 0,0 0 0,0-1 0,0 1 0,0 0 0,0 0 0,0 0 0,0-1 0,0 1 0,-1-3-169,1-49-4648,0 29-1802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05.0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45 4498,'0'0'3911,"-2"5"-178,-9 18-3709,7-10 68,1-1 0,1 1 1,0 0-1,0 0 1,1 0-1,1 0 0,2 21 1,-1 1 539,-1-32-582,0 0 0,1 0 0,-1 0 0,1-1 0,-1 1 0,1 0 0,0 0 0,0-1 0,0 1 0,1-1 1,-1 1-1,1-1 0,-1 1 0,1-1 0,0 0 0,0 0 0,0 0 0,0 0 0,0 0 0,0 0 0,1-1 0,-1 1 0,0-1 0,1 1 0,0-1 0,-1 0 0,1 0 0,0 0 1,-1 0-1,1-1 0,0 1 0,0-1 0,0 0 0,-1 0 0,1 0 0,0 0 0,4 0 0,-5-1-74,0 0 0,0 0 0,0 0 1,0 0-1,0 0 0,0-1 0,0 1 0,0-1 0,0 1 0,-1-1 0,1 1 1,-1-1-1,1 0 0,-1 0 0,0 0 0,0 0 0,2-3 0,0-1-172,0 0 0,0 0-1,-1 0 1,3-12 0,-2-3-26,-2 0-1,-2-40 1,-1 17 224,2 36 171,-1 1-1,0-1 0,-1 0 0,0 1 0,0-1 0,-1 1 0,-6-13 0,8 20-261,0-1 0,1 1 0,-1-1 0,0 1 0,0 0 0,0-1 0,0 1 0,0 0 0,0 0 0,1 0 0,-1 0 0,0-1 0,0 1 0,0 0 0,0 1 0,0-1 0,0 0 0,0 0 0,0 0 0,0 1 0,1-1 0,-1 0 0,0 1 0,0-1 0,0 0 0,0 1 0,-1 0 0,-18 20-3819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1:06.7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36 3762,'0'0'10356,"0"2"-10340,0 8 60,1 0 0,1 0 0,-1 0 0,1 0-1,1 0 1,0 0 0,1-1 0,-1 0 0,2 1-1,-1-1 1,1-1 0,1 1 0,0-1 0,0 0-1,0 0 1,14 12 0,-17-18-41,0 0-1,0 0 1,1-1-1,-1 1 1,0-1-1,0 0 1,1 0-1,-1 0 1,1-1-1,-1 1 1,1-1-1,-1 0 1,5 0-1,-5 0-18,-1 0 0,1 0 0,0-1 0,-1 1 0,1 0 0,-1-1 0,1 0 0,-1 0 0,1 0 0,-1 0 0,1 0 0,-1 0 0,0-1 0,0 1 0,0-1 0,0 1 0,3-4 0,0-2-239,0 0-1,-1-1 1,0 0 0,0 0-1,-1 0 1,0 0-1,0 0 1,1-10 0,-1 0-241,-1-1 0,0-31 1,-2 49 505,0 0 1,-1 1 0,1-1-1,0 1 1,-1-1-1,1 0 1,0 1 0,-1-1-1,1 1 1,-1-1 0,1 1-1,-1-1 1,1 1 0,-1-1-1,1 1 1,-1 0 0,1-1-1,-1 1 1,0 0 0,1-1-1,-1 1 1,0 0 0,0 0-1,-22-7 316,13 5-147,0-1-148,-1 0 0,0 0 0,0 1 0,-1 1-1,1 0 1,0 0 0,-15 2 0,8-1-275,17 0 109,1 0 0,-1 0-1,0 0 1,1 0 0,-1 0 0,0 0 0,1 0-1,-1 0 1,0 0 0,0 0 0,1 0-1,-1 1 1,1-1 0,-1 0 0,0 0 0,1 1-1,-1-1 1,0 0 0,1 1 0,-1-1 0,1 1-1,-1-1 1,1 1 0,-1-1 0,1 1-1,0-1 1,-1 1 0,1-1 0,-1 1 0,1 0-1,0-1 1,0 1 0,-1-1 0,1 1 0,0 0-1,0-1 1,0 1 0,0 0 0,-1-1 0,1 1-1,0 0 1,0 0 0,1-1 0,-1 1-1,0 0 1,0-1 0,0 2 0,0 18-5313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11.5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4130,'0'0'5429,"22"1"1171,-8 5-6377,0-1-137,0 0-1,0 0 1,1-1-1,0-1 1,-1-1 0,24 2-1,11-4-66,-48 0-350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11.9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3986,'0'0'5888,"6"0"-4912,1 0-774,7-1 403,0 1-1,0 1 0,0 0 0,0 1 0,0 1 0,21 6 1,43 15-93,-70-22-424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12.6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49 2193,'0'0'5845,"0"-3"-4631,0-9-97,0 2 1864,-18 11-2205,14 2-713,1-1-1,0 0 1,0 1-1,0 0 1,0 0 0,1 0-1,-1 0 1,1 0-1,0 0 1,-1 1-1,-1 4 1,-19 43 232,16-31-165,1 0 0,1 0 0,1 0 0,-3 32 0,4 82 1119,3-100-803,0-25-263,0-1-1,1 1 0,0 0 0,1 0 1,0 0-1,0 0 0,0-1 0,7 15 0,-7-20-130,0 1-1,0-1 0,0 0 0,1 0 0,-1 1 1,1-2-1,0 1 0,-1 0 0,1 0 0,1-1 0,-1 0 1,0 0-1,1 0 0,-1 0 0,1 0 0,-1 0 1,1-1-1,0 0 0,0 0 0,-1 0 0,1 0 0,4 0 1,-3 0-22,0-1 0,0 0 0,0 0 0,0 0 0,0 0 1,0-1-1,0 0 0,0 0 0,0 0 0,-1-1 0,1 1 0,0-1 1,4-3-1,-4 2-25,-1-1 0,1 0 1,-1 0-1,0 0 0,0 0 0,0-1 1,0 0-1,-1 1 0,1-2 1,3-8-1,1-4-287,0 1 1,-2-1-1,0-1 0,-1 1 1,-1-1-1,3-33 0,-4-118-1956,-3 105 2169,0 61 80,-1 0 1,1 1 0,-1-1 0,1 0 0,-1 0 0,0 0-1,-1 0 1,1 1 0,-1-1 0,1 0 0,-1 1 0,0 0-1,0-1 1,-1 1 0,1 0 0,-1 0 0,1 0 0,-1 0 0,0 1-1,0-1 1,0 1 0,-1 0 0,1 0 0,-1 0 0,1 0-1,-1 0 1,1 1 0,-1 0 0,0-1 0,0 1 0,-5 0-1,-4-1 1,1 1 0,-1 0 0,-21 2 0,6 0-110,27-1 36,0 0 0,1 0 1,-1 0-1,1 0 0,-1 0 0,0 0 1,1 1-1,-1-1 0,1 0 1,-1 0-1,1 0 0,-1 1 0,1-1 1,-1 0-1,1 0 0,-1 1 1,1-1-1,-1 0 0,1 1 0,-1-1 1,1 1-1,0-1 0,-1 1 1,1-1-1,0 1 0,-1-1 0,1 1 1,0-1-1,0 1 0,-1 0 1,0 19-3472,1-12 1405,0 11-3128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12.9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87 0 6851,'0'0'6211,"-34"82"-5507,20-48 17,-4-6-225,8-6-224,3-3-96,3-3-144,4-10-32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13.5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52 171 6131,'0'0'3738,"-1"-15"-3867,-4-105-2666,6 113 2588,-1 6 175,1-1-1,-1 1 1,0-1-1,0 0 1,0 1-1,0-1 1,0 1-1,0-1 1,0 1-1,0-1 1,-1 0-1,1 1 1,0-1-1,-2-2 1,0 4 137,1-1 0,0 1 0,-1 0-1,1-1 1,-1 1 0,0 0 0,1 0 0,-1 0 0,1 0 0,-1 0 0,1 0-1,-1 0 1,1 1 0,-1-1 0,-2 1 0,2 2 22,0 0 0,1 0 0,-1 0 0,1 1 0,-1-1 0,1 0 0,0 0 0,0 1 0,1-1 0,-1 1 0,0 4 0,1 44 1052,1-29-657,-3 72 1088,0-24-70,13 121 1,-10-178-1226,2 1 0,-1-1 0,2 1 0,0-1 1,1 0-1,6 13 0,-10-26-211,-1-8-1441,0 0 66,-1 0 1,-3-13-1,-5-8-3619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14.6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85 3089,'0'0'5344,"0"-9"-4503,0-42 316,6 40-232,-6 10-791,1 0 0,-1 1 0,1-1 0,-1 0 0,1 1 0,-1-1 0,0 0 0,1 0 0,-1 0 0,0 1 0,0-1 0,1 0 0,-1 0 0,0 0 0,0-1 0,0 2 80,0 0-198,1 1 1,-1-1 0,0 0-1,1 0 1,-1 0-1,0 0 1,1 0-1,-1 0 1,0 1 0,1-1-1,-1 0 1,0 0-1,0 0 1,1 1-1,-1-1 1,0 0-1,0 0 1,1 1 0,-1-1-1,0 0 1,0 1-1,0-1 1,0 0-1,1 1 1,-1-1 0,0 1-1,2 10 182,0 1 1,-1 1-1,0 21 1,0 3 290,4 61 766,18 165 1583,-18-240-2368,-3-45-537,-2 4-317,14-207-2658,-13 214 3028,1 1 0,0-1-1,1 1 1,4-11 0,-6 17-35,0 1 0,1-1 1,-1 1-1,1-1 1,0 1-1,0 0 1,0 0-1,0 0 0,1 0 1,-1 0-1,1 1 1,-1-1-1,1 1 0,6-4 1,-8 5 72,0 0 0,1 1-1,-1-1 1,0 1 0,1 0 0,-1-1 0,1 1-1,-1 0 1,0 0 0,1 0 0,-1 0 0,1 0 0,-1 0-1,0 0 1,1 1 0,-1-1 0,0 0 0,1 1 0,-1-1-1,0 1 1,1-1 0,-1 1 0,0 0 0,0 0 0,0-1-1,0 1 1,1 0 0,-1 0 0,0 0 0,-1 0 0,1 0-1,2 3 1,1 2 108,-1 1 0,1 0 0,-1 0 1,4 13-1,-5-15-48,18 64 1517,16 99 0,-5-17 736,-25-139-1923,-2-19-248,0-23-231,-3 26 33,34-205-1996,-32 194 1851,0 1 0,2 1 0,0-1 0,0 0 0,1 1 1,1 0-1,0 1 0,0-1 0,2 2 0,-1-1 0,2 1 0,-1 0 0,1 1 0,1 0 0,16-12 0,-23 20 180,0 0-1,0 0 1,0 0-1,0 1 0,1-1 1,-1 1-1,0 0 0,1 0 1,-1 0-1,8 1 0,45 2 229,-56-2-220,1 1 1,-1-1-1,1 1 0,-1 0 1,0-1-1,1 1 1,-1 0-1,0 0 1,0 0-1,0 0 1,1 0-1,-1 0 1,0 0-1,0 0 1,0 0-1,-1 1 1,1-1-1,0 0 1,0 1-1,-1-1 1,1 1-1,-1-1 1,1 1-1,0 2 1,7 42 321,-7-42-278,3 62 612,-3 67 0,-2-59-454,1-70-363,0 0 0,0-1 0,-1 1 0,1-1 0,-1 1 1,0-1-1,0 1 0,0-1 0,0 1 0,-3 5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15.4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63 115 1249,'0'0'10159,"2"-4"-9327,1-5-136,-1 8 677,-2 22 252,0-12-2107,-3 53 1163,-3 1 1,-17 67-1,0 14 946,9 49 476,14-192-2029,5-17-98,15-55-2139,14-84-1,-20 73-168,-3 28-655,-3 0 0,1-66 0,-9 105 3693,1 1-1,1-1 1,1 1 0,0 0 0,1 0 0,0 0-1,1 0 1,0 1 0,1 0 0,9-14-1,-15 27-638,0-1 0,0 1-1,0 0 1,0 0-1,0-1 1,1 1-1,-1 0 1,0 0-1,0 0 1,0-1-1,0 1 1,0 0 0,1 0-1,-1 0 1,0 0-1,0-1 1,0 1-1,1 0 1,-1 0-1,0 0 1,0 0-1,0 0 1,1 0 0,-1-1-1,0 1 1,0 0-1,1 0 1,-1 0-1,0 0 1,0 0-1,1 0 1,-1 0-1,0 0 1,0 0-1,1 0 1,-1 0 0,0 0-1,0 1 1,1-1-1,-1 0 1,8 10 550,1 17-542,13 69 1586,13 119 1,-6 100 9,-27-285-1556,1-4-9,-3-26-300,0-3-591,0-16-913,0-27-2281,-1 42 3129,1 1 1,-1-1-1,0 0 1,0 1-1,-1-1 1,-2-4-1,-14-19-6729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15.8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7091,'0'0'11365,"195"41"-11365,-163-35-864,-18 0-3234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17.4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1 164 5298,'0'0'7161,"10"0"-3346,6 0-3327,916 0-850,-931 0 962,-1 0-583,0 0 0,1 0 0,-1 0 0,0-1 0,0 1 0,0 0 1,1 0-1,-1 0 0,0 0 0,0 0 0,1 0 0,-1 0 0,0 0 0,0 0 0,0-1 1,0 1-1,1 0 0,-1 0 0,0 0 0,0 0 0,0 0 0,0-1 0,0 1 0,1 0 1,-1 0-1,0 0 0,0-1 0,0 1 0,0 0 0,0 0 0,0 0 0,0-1 1,0 1-1,0 0 0,0 0 0,0-1 0,0 1 0,0 0 0,0 0 0,0-1 0,-5-3-179,1 0 0,-2 0 0,1 0-1,0 1 1,-1-1 0,0 1-1,-8-3 1,5 2 37,0 0-1,1-1 0,-11-7 1,2-4 175,0-1 0,-22-29 0,22 25 34,30 42 1588,16 17-1428,-17-28-187,0 0-1,1 0 1,0-1 0,1-1-1,0 0 1,0-1 0,30 10 0,-23-11-46,0 0 0,0-2 0,0 0 0,1-1 0,28 0 0,-50-3-144,0 5-257,0-3 374,0 1 0,-1-1 0,1 1 1,-1-1-1,0 0 0,0 1 0,0-1 0,0 0 0,0 0 0,0 0 0,-1 0 0,-2 3 0,-24 26 67,17-20-47,-144 150 98,154-160-130,0 0-120,0 1-1,-1-1 1,1 0-1,0 1 1,-1-1 0,1 0-1,-1 0 1,0 0 0,1 0-1,-1 0 1,0-1-1,1 1 1,-4 0 0,-6 0-3563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18.3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 48 4834,'0'0'9797,"-3"5"-9707,-3 9-14,1 1 1,1 0-1,1 0 0,0 0 0,-2 24 0,3 80 1098,2-84-652,0-28-436,1 1-1,0 0 1,0-1 0,0 1-1,1-1 1,0 0-1,1 0 1,0 1-1,0-2 1,0 1-1,1 0 1,0-1-1,0 1 1,1-1-1,-1 0 1,1 0-1,1-1 1,-1 0 0,1 0-1,0 0 1,0-1-1,1 1 1,-1-1-1,1-1 1,0 1-1,0-1 1,0-1-1,0 1 1,0-1-1,1 0 1,-1-1 0,8 1-1,-14-2-82,9 1 40,1 0 0,-1-1 0,12-1 0,-19 0-41,0 1 1,1-1-1,-1 0 0,0 0 1,0 0-1,0 0 1,0 0-1,0-1 0,0 1 1,0-1-1,0 0 1,-1 0-1,1 0 0,2-3 1,3-5-199,0-1-1,0 0 1,-1 0 0,-1 0 0,0-1 0,0 0 0,-1 0-1,-1 0 1,0-1 0,-1 0 0,0 0 0,1-13 0,0-19-925,-2 0 0,-3-53 1,1 93 1135,-1 0 0,1 0 1,-1 0-1,0 0 0,0 0 1,-1 0-1,1 0 0,-1 1 1,0-1-1,0 0 0,-1 1 0,1 0 1,-1 0-1,0-1 0,0 2 1,-8-8-1,7 7 72,-1 1 0,1 0 0,-1 0 0,0 0 0,0 1 0,-1 0 0,1 0 0,0 0 0,-1 0 1,1 1-1,-1 0 0,0 0 0,1 1 0,-10-1 0,-5 1-21,12-1 3,1 1 0,-1 0 0,1 1 1,-1-1-1,1 1 0,-13 4 0,18-4-147,0 0-1,-1 0 0,1 1 0,0-1 0,0 1 1,0 0-1,0-1 0,0 1 0,0 0 0,0 0 1,0 0-1,1 1 0,-1-1 0,1 0 0,0 1 1,0-1-1,-1 0 0,1 1 0,1-1 0,-1 1 1,0 0-1,0 4 0,-2 20-2485,2-1-2001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18.7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136 1 5651,'0'0'5138,"-101"116"-4082,84-81-127,6-7-177,4-12-272,7-4-368,14-37-5186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19.2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0 167 6851,'0'0'862,"7"-16"-1100,21-50-36,-24 58 274,-1 0-1,0-1 1,-1 1 0,3-19 0,-2 7 702,0 16 2081,-1 10-1582,1 11-705,24 456 6107,-25-453-6295,-2-13-195,1-1-1,-1 0 0,1 1 0,1-1 0,-1 0 0,1 0 0,3 7 1,-4-12-143,-2-10-3926,-3-11 685,-5-7-1947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20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94 3201,'0'0'2804,"-2"-7"-2211,-4-34 451,4 5 3050,-2 378 3659,4-342-7750,1 17 547,-1-17-531,0 1-1,1-1 1,-1 0-1,0 1 0,0-1 1,0 0-1,0 1 1,0-1-1,1 0 1,-1 1-1,0-1 1,0 0-1,0 1 1,1-1-1,-1 0 1,0 1-1,1-1 1,-1 0-1,0 0 1,0 0-1,1 1 1,-1-1-1,0 0 1,1 0-1,-1 0 1,1 0-1,-1 1 1,0-1-1,1 0 0,-1 0 1,1 0-1,0-7 124,4-87-801,-4 56-69,8-57-1,-6 83 567,-1 0-1,2 0 0,0 0 0,0 0 1,1 0-1,0 1 0,1 0 0,12-17 1,-17 26 127,1 0 0,-1 1 0,1-1 0,0 1 0,-1-1 1,1 1-1,0 0 0,0-1 0,0 1 0,0 0 0,0 0 0,0 1 1,0-1-1,0 0 0,1 1 0,1-1 0,35 1-165,-37 0 219,0 1 0,-1-1 0,1 1 1,0 0-1,0-1 0,-1 1 0,1 0 0,-1 0 0,1 0 0,-1 1 0,1-1 0,-1 0 0,0 0 1,1 1-1,-1-1 0,0 1 0,0-1 0,2 4 0,15 34 380,-15-31-304,12 35 700,-3 0 0,-1 1 0,5 49 0,7 27 998,-16-102-1355,-7-17-433,0-1 0,0 0-1,0 0 1,0 0 0,0 0 0,0 0 0,0 0 0,0 0 0,0 1 0,0-1 0,1 0 0,-1 0 0,0 0 0,0 0 0,0 0 0,0 0 0,0 0 0,0 0 0,0 0 0,0 0 0,1 0 0,-1 0 0,0 0 0,0 0 0,0 0 0,0 1 0,0-1 0,0 0 0,1 0-1,-1 0 1,0 0 0,0-1 0,0 1 0,0 0 0,0 0 0,0 0 0,1 0 0,-1 0 0,0 0 0,0 0 0,0 0 0,0 0 0,0 0 0,0 0 0,0 0 0,0 0 0,1 0 0,-1 0 0,0-1 0,0 1 0,0 0 0,0 0 0,0 0 0,7-28-26,-6 17-58,5-42-1581,3 0 1,1 1-1,19-52 0,-27 97 1306,1 1-1,0 0 0,1 0 0,0 0 1,0 0-1,0 0 0,9-9 0,-12 14 372,0 0 0,0 0 0,0 0-1,0 0 1,0 0 0,0 1 0,0-1 0,1 0-1,-1 1 1,0-1 0,0 0 0,1 1 0,-1-1-1,0 1 1,1 0 0,-1-1 0,0 1 0,1 0-1,-1 0 1,0 0 0,1 0 0,-1 0 0,1 0-1,-1 1 1,0-1 0,1 0 0,-1 1-1,0-1 1,1 1 0,-1-1 0,0 1 0,0-1-1,0 1 1,1 0 0,-1 0 0,0 0 0,0 0-1,0-1 1,0 1 0,0 1 0,-1-1 0,1 0-1,0 0 1,0 0 0,-1 0 0,2 2-1,4 9 431,0 0-1,0 1 0,-1 0 0,-1 0 0,0 0 0,-1 1 0,0-1 0,0 16 0,2 117 1773,-6-108-2036,1-37-663,0-17-8562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20.6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 42 3426,'0'0'7768,"4"-8"-6935,15-26 2179,-81 158-1790,46-84-336,1 0 1,1 1-1,-13 71 0,25-88-662,7-40-1085,2-10-406,52-151-8853,-45 132 5908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21.0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1 119 3458,'7'-18'782,"10"-28"295,0 0 3811,-17 46-4670,1-1 0,-1 1 0,1-1 0,-1 1 0,1-1-1,-1 1 1,1-1 0,-1 1 0,1 0 0,0-1 0,-1 1 0,1 0 0,-1-1 0,1 1 0,0 0 0,-1 0 0,1-1 0,1 1 0,-1 0-160,0 0 0,0-1 0,0 1 1,0 0-1,0 0 0,-1 0 0,1 0 0,0 0 0,0 0 0,0 0 0,0 0 1,0 1-1,0-1 0,0 0 0,0 0 0,0 1 0,0-1 0,0 1 0,-1-1 1,1 1-1,0-1 0,0 1 0,0-1 0,1 2 0,1 8 202,1-1-1,-1 1 0,-1-1 1,1 1-1,0 12 0,-1-8 53,26 160 2572,18 92-419,-46-262-2430,6 11 21,-5-14-281,-1-10-728,0 1 0,-1-1 0,1 1 0,-2 0 0,1-1 0,-1 1 0,0 0 0,-1 0 0,0 0-1,0 0 1,-9-14 0,-8-9-5930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2:21.4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11989,'0'0'8612,"227"37"-8612,-178-34-64,-18 7-2353,-21 9-3762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3:33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3121,'0'0'6051,"0"24"2723,0-14-9563,2 34 978,12 66-1,-7-66-154,2 66 1,1 200 74,-10-300-101,0-4 12,-1 0-1,1 0 1,0 1 0,1-1-1,0 0 1,0 0-1,0 0 1,1 0 0,-1 0-1,2 0 1,-1 0 0,1 0-1,4 7 1,17 29 892,-23-42-861,-1 1 0,1-1 0,-1 1 0,1-1 0,0 1 0,-1-1 0,1 0 0,0 1 0,0-1 0,-1 0 0,1 0 0,0 0 0,0 0 0,-1 1 0,1-1 0,0 0 0,0 0 0,0 0 0,-1-1 0,2 1 0,-1 0 10,0-6-2185,-1-11-1291,0 2-3674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3:36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16 2593,'-6'-10'15140,"183"10"-14014,-28-6-1267,43 6 1051,-221 0-875,1 1 1,-37 7-1,23-2-29,36-5-6,0 0 0,0 0 0,0-1 1,1 1-1,-1-1 0,-7-1 0,-18 1-49,-64 6-374,14-1 35,-50 1 316,131 585 707,1-566-607,6 32 0,-1-10 36,11 58 32,-10-8-51,-7-88-46,1 0 1,1 0-1,2 11 0,-2-11 10,0 0 0,-1 1-1,1 10 1,-1-1 28,2-1 0,0 1 0,7 22 1,-6-26-43,1 12 21,3 49 0,-1-8 29,-6-52-37,-1-15 1,-1 0-1,1 0 0,0 0 0,0 0 1,0 0-1,0 0 0,1 0 0,-1 0 1,0 0-1,0 0 0,1 0 0,-1 0 1,0 0-1,1 0 0,-1 0 0,1 0 1,-1 0-1,1-1 0,0 1 0,-1 0 1,2 1-1,11 37 160,-12-35-155,5 18 65,-5-21-66,-1-1 1,1 1-1,-1 0 0,1 0 0,-1-1 1,1 1-1,-1 0 0,1-1 0,0 1 1,-1-1-1,1 1 0,0 0 0,-1-1 1,1 0-1,0 1 0,0-1 0,0 1 1,0-1-1,-1 0 0,1 0 0,0 1 1,0-1-1,0 0 0,1 0 0,2 1-6,1 0 0,-1 0 0,0 0 0,0 0 0,0 1 0,7 4 0,-6-3 8,1-1-1,-1 1 1,1-1-1,11 3 1,9-3 0,42-3 0,-25 0-26,-13-1-1,-1-1-1,57-14 1,-81 16 10,26-8-2,-25 6 0,1 1 1,0 0-1,0 1 0,0-1 1,0 1-1,8 0 1,48 1-927,-63-3-521,0-17-1021,0-7-1761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3:37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3057,'0'0'7660,"0"18"-4117,1-8-3180,1 1 1,0-1-1,0 0 1,7 18-1,3 15 141,14 125 467,-18-103-747,17 66 0,-20-105-94,3 46 0,-3-23-96,1-3-4,6 61 70,-2 33-36,-5-95-100,3 57-98,-8 141 403,0-242-263,0-20-874,1 10 3,-1 6 180,0 1-1,1-1 1,-1 1-1,0-1 1,-1 1-1,1 0 0,0-1 1,-2-2-1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3:40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 1169,'0'0'4217,"-4"0"-3736,-10 0-408,4 0 7340,10 22-4572,-4 389-931,-6-182-1878,10 744 16,10-898-32,-9-68-16,0 0 0,0 0 0,0 0 0,4 10 0,-3-10 0,0 0 0,0 0 0,-1 0 0,1 11 0,5 39 0,-7-38-2,-1-5 6,1 1-1,1-1 1,0 0 0,4 17-1,-3-16-8,0-1 0,-2 24-1,0-36 6,0 56 11,0-36-62,0-33-239,0 11 279,0 0 1,0 0 0,0-1 0,0 1 0,0 0-1,0-1 1,0 1 0,0 0 0,0 0 0,0-1-1,0 1 1,0 0 0,0 0 0,0-1 0,0 1-1,-1 0 1,1 0 0,0-1 0,0 1 0,0 0-1,0 0 1,-1 0 0,1-1 0,0 1 0,0 0-1,0 0 1,-1 0 0,1 0 0,-1-1 0,-10 1-410,2 0 329,-2 25 118,8-23-27,3-2 0,0 0 0,-1 1 0,1-1 0,0 0 0,-1 1 0,1-1 0,0 0 1,-1 1-1,1-1 0,0 0 0,0 1 0,-1-1 0,1 1 0,0-1 0,0 0 0,0 1 0,0-1 0,0 1 0,-1-1 1,1 1-1,0-1 0,0 1 0,0-1 0,0 0 0,0 1 0,0-1 0,1 1 0,-1-1 0,0 1 0,0-1 0,0 1 0,0 7 27,0-1 0,-1 1 0,-1-1-1,1 1 1,-1-1 0,-5 13-1,6-15-20,1 0 7,0 10 320,0 10 146,0-24-465,0-1 0,0 1 0,0-1 0,0 1 0,1 0 1,-1-1-1,0 1 0,0-1 0,1 1 0,-1-1 0,0 0 0,1 1 0,-1-1 0,0 1 0,1-1 1,-1 1-1,1-1 0,-1 0 0,1 1 0,-1-1 0,1 0 0,-1 0 0,1 1 0,-1-1 0,1 0 0,-1 0 1,1 0-1,-1 0 0,1 0 0,0 0 0,-1 0 0,1 0 0,0 0 0,80 0 152,-80 0-176,0 0 1,0-1 0,0 1 0,0 0 0,0-1 0,-1 1-1,1-1 1,0 0 0,0 1 0,0-1 0,0 0 0,-1 0 0,1 1-1,0-1 1,-1 0 0,1 0 0,0 0 0,-1 0 0,1 0-1,-1 0 1,0 0 0,1 0 0,-1 0 0,0 0 0,1-2-1,-1 3-5,0-1 0,0 0 0,0 0-1,0 1 1,1-1 0,-1 0 0,0 1-1,1-1 1,-1 0 0,0 1 0,1-1-1,-1 1 1,1-1 0,-1 1 0,1-1-1,-1 1 1,1-1 0,-1 1 0,1-1-1,-1 1 1,2-1 0,-1 1-6,0-14-236,-1 11 225,1 1 0,-1 0-1,0 0 1,1 0-1,-1 0 1,0 0 0,0 0-1,-1 0 1,1 0-1,0 0 1,-1 0 0,1 0-1,-1 0 1,0 0-1,1 0 1,-1 0-1,0 0 1,0 0 0,-2-2-1,-3-2 26,-1-1-1,0 1 1,-14-9 0,12 9-17,8 5 26,0 0-1,-1 0 1,1 1 0,-1-1-1,1 0 1,-1 1 0,1-1 0,-1 1-1,1 0 1,-1 0 0,1-1-1,-1 1 1,-2 0 0,3 0 46,-7-11-1422,4 0 7,0 0-1,0 0 1,-2-17 0,4 3-4540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3:42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0 3874,'0'0'4709,"11"2"1680,-12 2-6369,0 0-1,0 0 0,0 0 1,-1 0-1,1 0 1,-1 0-1,0 0 0,0 0 1,0-1-1,0 1 1,-1-1-1,-4 5 0,2-1 87,2-2-106,0 0-1,0 0 1,0 0 0,0 1 0,1-1 0,0 1 0,0-1 0,1 1 0,-2 7 0,1 3 121,1 33 0,1-34 86,0-13-171,0-1 0,1 0-1,-1 1 1,0-1 0,1 0 0,-1 1 0,0-1 0,1 0 0,-1 0 0,1 1-1,0-1 1,0 0 0,-1 0 0,1 0 0,0 0 0,0 0 0,0 0 0,0 0-1,0 0 1,0 0 0,0 0 0,0-1 0,0 1 0,1 0 0,-1-1 0,0 1-1,0-1 1,1 1 0,-1-1 0,2 0 0,4 2-82,1-1 0,-1 0 0,0 0 1,9-1-1,-15 0 25,0 0-9,0-1 1,0 1 0,0 0-1,0-1 1,0 1 0,0 0 0,-1-1-1,1 1 1,0-1 0,0 1-1,0-1 1,-1 0 0,1 1 0,0-1-1,0 0 1,-1 0 0,1 1-1,-1-1 1,1 0 0,-1 0-1,1 0 1,-1 0 0,1 0 0,-1 0-1,0 1 1,1-3 0,6-30-388,-5 22 157,2-11-50,-2 1 0,0-1-1,-2-30 1,-1 22 129,1 29 194,0 1-1,0-1 1,0 1-1,0-1 0,0 1 1,0 0-1,0-1 1,0 1-1,0-1 1,-1 1-1,1-1 0,0 1 1,0 0-1,0-1 1,-1 1-1,1 0 1,0-1-1,-1 1 1,1 0-1,0-1 0,-1 1 1,1 0-1,0 0 1,-1-1-1,1 1 1,0 0-1,-1 0 0,1 0 1,-1 0-1,1-1 1,-1 1-1,1 0 1,0 0-1,-1 0 0,1 0 1,-1 0-1,1 0 1,-1 0-1,1 0 1,0 0-1,-1 0 0,1 1 1,-1-1-1,0 0 1,-1 0 204,1 0 1,-17 1-1810,8 4-1909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3:48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67 944,'0'0'5904,"-2"-1"-5159,1 0-620,1 1-1,-1 0 1,1-1 0,-1 1-1,1 0 1,-1-1 0,0 1-1,1 0 1,-1 0 0,1 0 0,-1-1-1,0 1 1,1 0 0,-1 0-1,1 0 1,-1 0 0,0 0-1,1 0 1,-1 0 0,0 0 0,1 0-1,-1 1 1,1-1 0,-1 0-1,0 0 1,1 0 0,-1 1-1,1-1 1,-1 0 0,1 1 0,-1-1-1,1 0 1,-1 1 0,1-1-1,-1 1 1,1-1 0,0 1-1,-1-1 1,1 1 0,-1 0 0,0 3-100,0-1 0,1 1 1,-1 0-1,1 0 1,0 0-1,0 4 0,0-8-11,-1 188 842,3 205-136,1-328-278,21 107-1,-24-170-431,0-2-6,0 1-1,0-1 1,0 1 0,0-1 0,0 1 0,0-1 0,0 0-1,0 1 1,0-1 0,1 1 0,-1-1 0,0 1-1,0-1 1,0 0 0,0 1 0,1-1 0,-1 1 0,0-1-1,0 0 1,1 1 0,-1-1 0,0 0 0,1 1 0,-1-1-1,0 0 1,1 0 0,-1 1 0,0-1 0,1 0-1,-1 0 1,1 0 0,-1 1 0,1-1 0,-1 0 0,0 0-1,1 0 1,0 0 0,-1-14 132,2-84-574,0 20-2057,-10-95-1,-27-2-337,23 131 2914,2-1-1,2 1 1,-3-72 0,11 9 1535,0 106-1582,1 0 0,-1-1 0,1 1 1,-1 0-1,1 0 0,-1 0 0,1 0 0,-1-1 0,1 1 0,0 0 0,0 0 0,0 0 0,0 0 0,-1 1 0,1-1 0,0 0 0,0 0 0,1 0 0,-1 1 0,0-1 1,0 1-1,0-1 0,0 1 0,1-1 0,-1 1 0,0 0 0,2-1 0,45-7 1092,-31 6-941,-6 0-226,1 1-1,0 0 1,-1 1-1,1 0 1,0 1-1,15 3 1,-25-3 49,0 0 1,1 0 0,-1 1 0,0-1 0,0 1-1,0 0 1,0-1 0,0 1 0,-1 0 0,1 0 0,0 0-1,-1 1 1,0-1 0,2 3 0,16 37 238,-18-39-224,5 13 116,-2 0-1,0 0 1,0 0-1,-2 1 1,1 19-1,-3 87 864,-2-54-423,2-61-558,-1-1 0,0 1 0,0-1 0,-1 1 1,0-1-1,-1 0 0,1 1 0,-1-1 0,-1-1 0,1 1 0,-1 0 0,0-1 0,-1 0 0,1 0 0,-1 0 0,-11 9 0,10-9-73,0-1-1,-1 1 0,0-2 1,0 1-1,-1-1 0,1 0 1,-1 0-1,0-1 0,0 0 0,0-1 1,0 1-1,0-2 0,-1 1 1,-14 0-1,18-2-25,-19-3-223,23 3 299,1 0-1,-1-1 0,0 1 0,1-1 0,-1 0 1,0 1-1,1-1 0,-1 1 0,1-1 1,-1 0-1,1 1 0,0-1 0,-1 0 0,1 0 1,0 1-1,-1-1 0,1 0 0,0 0 1,0 0-1,-1 1 0,1-1 0,0 0 0,0 0 1,0 0-1,0 0 0,1 0 0,-2-12-3,1 10 13,0-1 1,0 1 0,0 0-1,0-1 1,1 1-1,-1-1 1,1 1-1,2-7 1,-2 9-14,0 0 0,0 0 1,0-1-1,0 1 0,1 0 1,-1 0-1,0 0 0,1 0 1,-1 0-1,1 1 0,-1-1 0,1 0 1,-1 1-1,1-1 0,-1 1 1,1-1-1,0 1 0,-1 0 0,1 0 1,0 0-1,2 0 0,-2-1-8,42 1 2,-42 0 25,0 0-1,0 1 1,0-1-1,0 1 0,0-1 1,0 1-1,0 0 1,-1 0-1,1 0 0,0 0 1,0 0-1,-1 0 1,1 1-1,0-1 1,-1 0-1,0 1 0,3 2 1,35 58 704,-3 2 0,-2 1 0,41 116 0,-64-159-592,-11-73-4180,0 25-2129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3:49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16 1505,'0'0'4719,"-6"-2"-4497,0 0-158,3 1-33,1 0 1,0 0-1,-1 0 0,1 1 1,-1-1-1,1 1 1,-1 0-1,-3 0 0,-12-7 1210,-30 7-150,47 1-1089,0-1-1,1 0 0,-1 1 1,0-1-1,0 1 0,1-1 1,-1 1-1,0-1 0,0 1 1,1 0-1,-1-1 0,1 1 1,-1 0-1,1 0 0,-1-1 1,1 1-1,-1 0 1,1 0-1,-1 1 0,-7 18-45,8-19 40,-3 12 248,0 1 0,2 0 0,-1 0 0,2 0 0,1 25 0,0-6 405,-1-29-613,0 0-1,1 0 1,-1-1 0,1 1 0,0-1-1,1 1 1,-1-1 0,0 1 0,1-1-1,0 0 1,0 0 0,0 1 0,0-2 0,0 1-1,1 0 1,-1 0 0,1-1 0,0 1-1,0-1 1,0 0 0,0 0 0,0 0-1,0 0 1,0 0 0,1-1 0,3 2 0,9 5 9,13 4 118,-26-11-156,0 0 0,0 0 0,0 0 0,0 1 0,0-1 0,0 1 0,0-1 0,-1 1 0,1 0 0,-1 0 0,1 0 0,-1 1 0,0-1 0,0 0 0,0 1 0,0-1 0,2 5 0,-2-3 120,0 1 0,0 0 0,0 0 0,0 0 1,-1 0-1,0 0 0,0 1 0,0-1 0,0 10 1,-2-13-121,1 0 0,-1-1 0,0 1 0,1 0 0,-1-1 0,0 1 0,0-1-1,0 1 1,0-1 0,-1 1 0,1-1 0,0 0 0,-1 1 0,1-1 0,0 0 0,-1 0 0,0 0 0,1 0 0,-3 1 0,-37 17 21,38-18-22,-5 2-244,1 0 1,-1-1-1,1 0 0,-1-1 0,0 0 0,0 0 1,-15-1-1,23 0 111,-1 0 1,1 0-1,-1 0 1,1 0-1,-1 0 1,1 0-1,-1 0 1,1 0-1,0-1 1,-1 1-1,1 0 1,-1 0-1,1-1 1,0 1-1,-1 0 0,1 0 1,0-1-1,-1 1 1,1-1-1,0 1 1,-1 0-1,1-1 1,0 1-1,0 0 1,-1-1-1,1 1 1,0-1-1,0 1 1,0-1-1,0 1 1,0-1-1,-1 1 1,1 0-1,0-1 0,0 1 1,0-1-1,0 1 1,0-1-1,1 0 1,-2-14-4855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3:51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3682,'0'0'10263,"0"10"-9660,-1 127-140,3 155 757,6-205-1166,1 30 44,-6-100-66,0-17-35,-2-11-20,-1-219-3056,0 227 3097,1 0 1,-1 0-1,1-1 0,0 1 1,0 0-1,1 0 0,-1 0 1,1 0-1,-1 0 1,4-3-1,7-18 170,-11 24-176,-1-1 1,1 1 0,0-1 0,0 1 0,-1-1 0,1 1 0,0 0 0,0-1 0,0 1-1,0 0 1,-1 0 0,1 0 0,0-1 0,0 1 0,0 0 0,0 0 0,0 0 0,-1 0-1,3 1 1,15-4 164,-13 0-128,1 0-1,0 0 1,0 0-1,0 1 1,1 0-1,-1 0 0,0 1 1,1 0-1,0 0 1,-1 0-1,1 1 1,11 0-1,-17 0-8,0 3 6,1-1 0,-1 1 0,0 0 0,0-1 0,0 1-1,0 0 1,-1 0 0,1 0 0,-1-1 0,1 5 0,2 10 36,2 6 55,-1-1 0,2 43 0,1 1 236,-7-62-471,5 33 570,-3-12-3628,-2-16-1945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4:00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151 176 1697,'0'0'4746,"0"-11"-4226,0-27-111,0 5 2194,-4-60 1324,4 92-3705,-1 1-218,-1 0 0,1 1-1,-1-1 1,1 0 0,-1 1 0,1-1 0,-1 1 0,1 0 0,0-1-1,-1 1 1,1 0 0,0 0 0,0 0 0,-1 0 0,1 0 0,0 0-1,0 0 1,0 0 0,0 0 0,0 0 0,0 1 0,1-1-1,-2 3 1,-14 39 13,13-30-11,-14 56 223,4 2 1,-7 93-1,8-52 139,6-71-249,-23 299 1229,29-339-1396,0-3-840,2-38-777,2 1 1,2-1-1,15-51 0,1-12-3239,-11 35 641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4:01.2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39 912,'0'0'6756,"4"-6"-5913,13-19-297,-16 24-459,0 0-1,0 1 0,-1-1 0,1 1 0,0-1 0,0 0 0,0 1 0,0 0 0,0-1 0,0 1 0,0-1 0,0 1 0,0 0 0,0 0 0,0 0 0,0 0 0,0-1 0,0 1 0,0 1 0,0-1 0,0 0 0,0 0 0,0 0 0,0 0 0,0 1 0,0-1 0,0 1 0,0-1 0,0 0 0,0 1 0,0 0 0,0-1 0,0 1 0,0-1 0,-1 1 0,1 0 0,0 0 0,-1-1 0,1 1 0,1 2 0,8 12 69,0 2 0,-1-1 0,-1 1 0,-1 1-1,0-1 1,-1 1 0,4 22 0,18 136 649,-22-129-419,29 284 2262,-32-315-2594,-3-15-176,0-4-2179,0-1 1677,1 0 0,-1 0 0,-1 0 0,1 0 0,0 0-1,-1 0 1,0 1 0,0-1 0,0 0 0,-1 0 0,1 1 0,-4-7 0,-14-12-3351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4:01.6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60 9396,'0'0'2097,"188"-28"-2257,-149 15-2769,-11-6-3570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4:02.2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 47 4930,'0'0'5541,"8"-2"-4620,29-8 1597,-54-7-1897,9 9-457,6 6-169,-1 1-1,1 0 1,0 0 0,-1 0 0,1 0 0,0 1 0,-1-1-1,1 1 1,-1-1 0,1 1 0,-1 0 0,1 0 0,-1 0-1,1 0 1,-6 1 0,5-1 7,0 1 0,0-1 0,0 1 0,0 0 0,0 0 0,0 0 0,0 0 0,0 0 1,1 1-1,-1-1 0,0 1 0,-4 4 0,3-1 25,0 1 1,0-1 0,1 1 0,0 0-1,0 0 1,0 1 0,1-1 0,0 1-1,0-1 1,0 1 0,0 9 0,0 8 322,2 46 1,1-30 191,-2 5 34,1 47 444,1-81-809,0 0 1,1 0 0,0 1-1,1-1 1,7 18 0,-9-26-163,0-1 0,1 1 1,-1-1-1,1 1 0,-1-1 0,1 0 1,0 1-1,0-1 0,0 0 1,0 0-1,0-1 0,1 1 0,-1 0 1,0-1-1,1 1 0,0-1 1,-1 0-1,1 0 0,0 0 0,-1 0 1,1 0-1,0-1 0,0 1 1,0-1-1,-1 0 0,6 0 0,-5 0-39,1 0-1,0-1 1,0 0 0,0 0-1,0 0 1,0 0-1,0 0 1,-1-1-1,1 0 1,-1 1-1,1-1 1,-1-1-1,0 1 1,1 0-1,-1-1 1,0 0-1,5-6 1,1-5-346,0-1 1,0 0-1,-2-1 1,0 0-1,8-26 1,17-87-2935,-32 128 3262,19-112-3576,-17 63 8243,-2 58-4562,0 796 2616,1-790-2610,-1-2 26,0 0-1,-1 0 0,0 0 1,-3 15-1,3-25-124,1 0 0,-1 1 1,0-1-1,0 0 0,1 0 0,-1 0 0,0 0 0,-1 0 0,1 0 0,0 0 0,-1-1 0,1 1 1,-1 0-1,1-1 0,-1 1 0,0-1 0,0 0 0,1 1 0,-1-1 0,0 0 0,0 0 0,0 0 1,-1 0-1,1 0 0,0-1 0,0 1 0,0-1 0,-4 1 0,-1 0-262,0-1 0,0 0 1,0 0-1,0-1 0,0 0 0,-12-3 0,15 3 2,0-1 0,0 1 0,1-1 0,-1 0 0,1 0 0,0-1 0,-1 1 0,1-1 0,0 1 0,0-1 0,1 0 0,-1 0 0,-2-4 0,-16-30-2932,6 2-1921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4:03.3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156 151 4498,'0'0'5389,"0"-3"-4791,0-79 2609,0 81-3188,-1 1 1,1-1 0,-1 0-1,1 0 1,-1 1 0,0-1-1,1 1 1,-1-1 0,0 1-1,1-1 1,-1 1 0,0-1-1,0 1 1,1 0 0,-1-1-1,0 1 1,0 0 0,0 0-1,0-1 1,1 1 0,-1 0-1,-2 0 1,-21-3 283,-24 3 246,43 4-497,1-1-1,0 0 1,1 1 0,-1 0-1,-4 7 1,-2 0-9,8-9-31,1 0-1,-1 0 1,0 0 0,0 1-1,1-1 1,-1 1-1,1-1 1,0 1-1,0-1 1,0 1-1,0 0 1,0-1 0,0 4-1,-4 40 565,2 1-1,2-1 1,6 50-1,-4-84-378,1 0 0,1-1-1,0 1 1,1 0 0,5 12-1,-6-18-75,1 1 1,-1-1-1,1 0 0,0 0 0,0 0 1,1 0-1,-1-1 0,1 0 0,1 0 0,5 5 1,-8-8-95,-1-1 0,1 1 0,-1-1 0,1 0 0,0 0 0,0 0 0,-1 0 0,1 0 0,0 0 0,0-1 1,0 0-1,0 1 0,0-1 0,0 0 0,0 0 0,0-1 0,0 1 0,0-1 0,0 1 0,0-1 0,0 0 0,-1 0 0,1 0 1,0 0-1,0-1 0,-1 1 0,1-1 0,-1 0 0,0 0 0,1 0 0,-1 0 0,0 0 0,0 0 0,0 0 0,0-1 1,-1 1-1,1-1 0,0 1 0,1-4 0,8-19-425,0 1 0,-1-1 1,-1-1-1,-1 0 0,-2 0 1,6-51-1,-2-168-4137,-10 232 5307,0 20 455,-7 270 1860,6-234-2908,2 59 338,1-90-470,-1 1-1,1-1 1,1 0 0,0 0 0,10 23-1,-13-33-238,1 0-1,0-1 1,0 1 0,0 0-1,0-1 1,0 1 0,0-1-1,1 1 1,-1-1-1,0 0 1,1 0 0,-1 1-1,3 0 1,-4-2 97,1 0 1,-1 1-1,1-1 1,-1 0-1,0 0 1,1 0-1,-1 0 1,0 0-1,1 0 1,-1 0-1,1 0 1,-1 0-1,0 0 1,1 0-1,-1 0 1,0 0-1,1-1 1,-1 1-1,0 0 1,1 0-1,-1 0 1,0 0-1,1-1 1,0 1-1,6-14-2052,-3-13-2383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4:03.7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 8660,'0'0'5376,"4"15"-4477,61 267 4087,-53-192-3831,7 38 91,-18-125-1216,-1-2-22,0 0 1,0 0 0,0 0-1,0 0 1,1-1 0,-1 1-1,0 0 1,0 0-1,1 0 1,-1 0 0,1 0-1,-1-1 1,1 1 0,-1 0-1,1 0 1,-1-1-1,1 1 1,0 0 0,-1-1-1,2 2 1,-1-5-9,-1-347-7113,0 340 6985,0 1 0,1-1 0,0 1-1,0 0 1,1-1 0,0 1 0,1 0-1,6-14 1,-6 17 167,1 0 1,0 0-1,0 0 0,0 1 1,1 0-1,0-1 0,0 2 1,0-1-1,1 1 0,0-1 1,-1 1-1,8-3 0,-5 3 163,-1 1-1,1-1 0,0 1 1,1 1-1,-1 0 0,0 0 1,10-1-1,61 0 775,-69 3-1199,-4 0-2007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3.9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72 98 3153,'0'0'4450,"-5"-8"-3745,2 0-400,1 5-177,1 0 1,0 0-1,0 1 0,-1-1 1,1 1-1,-1-1 1,0 1-1,0-1 0,0 1 1,0 0-1,0 0 1,-5-3-1,6 4 97,-1 0-1,0 0 1,1 0-1,-1 1 1,1-1-1,-1 1 1,0-1 0,1 1-1,-1-1 1,0 1-1,0 0 1,1 0-1,-1 0 1,0 0 0,1 0-1,-4 1 1,4 12-36,-4 309 2896,7-186-1029,-2-130-1906,0 16 236,0-22-368,0 1 0,0-1 0,0 1 1,0-1-1,0 1 0,0-1 0,0 1 0,0-1 0,0 1 0,1-1 0,-1 1 0,0-1 0,0 1 0,0-1 0,1 1 0,-1-1 0,0 1 0,0-1 0,1 0 0,-1 1 0,0-1 0,1 0 0,-1 1 0,1-1 0,-1 0 0,0 1 0,1-1 0,0 1 0,0-2-16,-1 1-1,1-1 0,0 1 0,-1-1 1,1 1-1,0-1 0,-1 1 1,1-1-1,-1 1 0,1-1 0,-1 0 1,0 1-1,1-1 0,-1 0 1,1 1-1,-1-1 0,0 0 0,0 0 1,1 0-1,-1 1 0,0-1 1,0 0-1,0-1 0,1-2-40,9-37-1325,-2-1-1,2-49 0,9-47-1997,-15 119 3331,1 0 1,1 0 0,1 0 0,0 0-1,11-17 1,-17 34 113,1 0-1,0-1 0,0 1 0,0 0 1,0 0-1,1 0 0,-1 1 1,0-1-1,1 1 0,-1-1 0,1 1 1,0 0-1,-1 0 0,1 0 1,0 0-1,0 0 0,-1 0 0,1 1 1,0 0-1,0-1 0,0 1 1,0 0-1,0 1 0,0-1 0,0 0 1,-1 1-1,1 0 0,0-1 1,0 1-1,0 0 0,4 3 0,-3-1 13,-1 0 0,0 1 0,1-1-1,-1 1 1,-1 0 0,1 0-1,0 0 1,2 5 0,16 41 757,-7-8 56,-1 1-1,9 57 1,3 88 1139,-24-178-1931,3 19 171,-4-28-280,0 0 0,1 0 0,-1-1 0,0 1 0,0 0 0,1-1 0,-1 1 0,0 0 0,1-1-1,-1 1 1,1 0 0,-1-1 0,1 1 0,-1-1 0,1 1 0,-1-1 0,1 1 0,-1-1 0,1 0 0,0 1 0,-1-1 0,1 1 0,0-1 0,-1 0 0,1 0 0,0 0 0,-1 1-1,1-1 1,1 0 0,-2 0-7,0 0-1,1 0 1,-1 0-1,0 0 1,1 0-1,-1 0 0,0 0 1,1 0-1,-1-1 1,0 1-1,1 0 1,-1 0-1,0 0 1,1 0-1,-1-1 1,0 1-1,0 0 0,1 0 1,-1 0-1,0-1 1,0 1-1,0 0 1,1-1-1,-1 1 1,0 0-1,0 0 1,0-1-1,0 1 0,1 0 1,-1-1-1,0 1 1,0 0-1,0-1 1,9-28-386,-1-1 1,7-55 0,-6 33-396,-9 49 736,33-151-2835,-27 131 2210,2 0 0,0 0 0,2 0 0,16-28 0,-22 44 544,0 0 1,1 1-1,0-1 1,1 1-1,-1 0 1,1 0-1,11-8 1,-12 11 162,-1 0 0,1 1 0,0-1 0,0 1 0,0 0 0,0 1 0,0-1 0,1 1 0,-1 0 0,0 0 0,1 1 0,6-1 0,-9 1 54,-1 1-1,1-1 1,-1 0 0,1 1 0,-1 0-1,1 0 1,-1-1 0,0 1 0,1 1-1,-1-1 1,0 0 0,0 0 0,0 1-1,0-1 1,2 3 0,1 1 95,0 0 1,-1 0-1,0 1 0,0-1 1,5 10-1,0 3 370,-1 1-1,12 38 1,-9-6 449,-2 1 0,4 77 0,-6-55-547,-6-60-465,-1-10-67,0 0-1,0 0 1,1 0-1,0 0 1,0 0-1,2 8 1,-3-12-3,1 0 0,-1 0 0,0 0 0,0 0 0,0 0 0,0 0 0,0 0 0,1 1-1,-1-1 1,0 0 0,0 0 0,0 0 0,0 0 0,1 0 0,-1 0 0,0 0 0,0 0 0,0 0 0,1 0 0,-1 0 0,0 0 0,0 0 0,0 0 0,0 0 0,1 0 0,-1 0 0,0 0-1,0 0 1,0 0 0,0-1 0,1 1 0,-1 0 0,0 0 0,0 0 0,0 0 0,0 0 0,0 0 0,0 0 0,1-1 0,-1 1 0,0 0 0,0 0 0,0 0 0,0 0 0,0-1 0,0 1-1,0 0 1,0 0 0,0 0 0,0 0 0,0-1 0,0 1 0,0 0 0,0 0 0,0 0 0,0 0 0,0-1 0,0 1 0,7-25-5168,3-11-2834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4.4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0 445 1777,'0'0'11629,"22"-31"-11021,71-100-741,-82 116-39,-1 0-1,-1-1 1,0 0-1,-1 0 1,10-30 0,-15 30-663,0 1 0,-2-1 0,1 1 0,-2-26 0,-1 23-207,2 17 1027,-1 0-1,0-1 1,0 1-1,-1-1 1,1 1-1,0 0 1,0-1-1,-1 1 1,1-1-1,0 1 1,-1 0-1,0 0 1,1-1-1,-1 1 1,0 0-1,1 0 1,-1 0-1,0 0 1,0 0-1,0 0 1,0 0-1,0 0 1,0 0-1,-1 0 1,1 0-1,0 1 1,0-1-1,0 0 1,-1 1-1,-1-1 1,-3-1 57,-1 1 1,1 1-1,0-1 1,0 1-1,-11 1 1,-2 0 449,17-1-376,0 0-1,0 1 1,-1-1 0,1 0-1,0 1 1,0 0-1,0-1 1,-1 1 0,1 0-1,0 0 1,0 0 0,0 0-1,0 1 1,1-1 0,-1 1-1,0-1 1,1 1 0,-1-1-1,0 1 1,1 0 0,0 0-1,-1-1 1,1 1 0,0 0-1,0 0 1,0 1-1,0-1 1,1 0 0,-1 0-1,1 0 1,-1 4 0,-2 8 429,1 0 1,1 0-1,1 1 1,1 14-1,-1-9-114,0 14 679,6 46-1,-4-67-868,1 1-1,0-1 1,1 0-1,0 0 1,1 0 0,9 17-1,-6-17-90,0 1 0,1-1-1,1-1 1,-1 0 0,2 0 0,0-1-1,0 0 1,21 14 0,-25-20-151,0-1-1,0 0 1,1 0-1,-1 0 1,1-1-1,0 0 1,0-1 0,0 0-1,0 0 1,1-1-1,-1 0 1,0 0-1,1-1 1,-1 0 0,0 0-1,1-1 1,-1 0-1,9-3 1,-10 1-210,0 0 0,-1 0 1,1 0-1,-1-1 0,1 0 0,-1-1 0,0 1 1,-1-1-1,1 0 0,-1-1 0,0 1 1,0-1-1,-1 0 0,1 0 0,4-10 1,24-49-4665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4.8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0 10661,'0'0'2700,"-1"30"-1049,0 101 460,2-108-1508,1 0 1,0-1 0,2 0 0,0 1 0,2-2 0,10 30 0,-1-7 16,-5-11-243,-2-6-100,13 33 0,-16-56-333,-3-13-157,-2-25-375,0 25 413,-1-73-1246,4-114-5215,-1 186 5970,-1 1 0,1-1 0,0 1 0,1 0-1,0-1 1,1 1 0,0 1 0,0-1 0,1 1 0,0-1 0,0 1 0,8-8 0,-9 11 565,0 1 0,1 0 0,-1 0 0,1 1 0,0 0-1,0-1 1,0 1 0,0 1 0,6-3 0,-5 3 491,-1 1 0,1-1 0,-1 1 0,1 0 1,0 1-1,-1-1 0,1 1 0,0 0 0,-1 1 0,10 1 0,-11 0-124,1-1 0,-1 1 0,1 0 0,-1 1-1,0-1 1,1 1 0,-1 0 0,0 0 0,-1 0 0,1 0 0,-1 1-1,1 0 1,-1-1 0,0 1 0,-1 0 0,1 1 0,0-1 0,2 8-1,3 5 339,-1 1 1,-1-1-1,7 32 0,-6 3 484,-1 1 0,-4 85 0,-2-111-3080,0-64-2535,0-15-4341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5.2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144 170 5955,'0'0'6131,"1"-14"-5422,1-92 2186,-2 104-2880,0 1 0,0-1-1,0 0 1,0 0 0,-1 0 0,1 0 0,-1 1 0,1-1 0,-1 0-1,0 0 1,1 1 0,-1-1 0,0 0 0,0 1 0,0-1 0,-1 1-1,1-1 1,0 1 0,0 0 0,-1 0 0,1-1 0,-1 1 0,1 0-1,-1 0 1,0 0 0,1 1 0,-1-1 0,-2-1 0,-3 0-4,0 1 0,0-1-1,0 1 1,0 0 0,-14 1 0,19 0 8,1 0 0,0 1 1,-1-1-1,1 0 0,-1 1 0,1-1 0,0 1 1,-1-1-1,1 1 0,0 0 0,0-1 0,-1 1 1,1 0-1,0 0 0,0 0 0,0 0 0,0 0 1,0 0-1,0 0 0,0 0 0,1 0 0,-1 1 1,0-1-1,0 2 0,-11 36 424,3 18 454,2 1-1,3 0 0,6 86 1,-3-141-877,2 0 0,-1 1 0,0-1 1,1 0-1,-1 1 0,1-1 0,0 0 0,0 0 1,0 0-1,1 0 0,-1 0 0,1 0 0,0 0 1,0 0-1,0 0 0,0-1 0,0 1 0,0-1 1,4 3-1,-3-3-22,0 0 0,1 0 0,-1-1 0,1 1 1,-1-1-1,1 0 0,-1 0 0,1-1 0,0 1 0,-1-1 1,1 1-1,0-1 0,0 0 0,-1-1 0,1 1 0,0-1 0,4-1 1,-3 1-84,-1 0 0,1-1 0,-1 0 0,0 0 0,1 0 0,-1 0 0,0-1 0,0 0 0,-1 1 0,1-1 1,-1-1-1,1 1 0,4-7 0,2-3-753,-1-1 0,12-23 0,-15 25 253,2-2-747,-1 0 0,-1 0 0,0-1 0,-1 0 0,4-18-1,-4-13-3466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5.6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164 1 10997</inkml:trace>
  <inkml:trace contextRef="#ctx0" brushRef="#br0" timeOffset="1">164 1 10997,'11'4'372,"0"2"1,0 0-1,-1 0 0,0 1 1,0 0-1,14 14 1,-21-17-243,-1 1-1,0-1 1,0 1 0,0-1 0,0 1 0,-1 0 0,1-1 0,-1 1 0,-1 0 0,1 0 0,-1 0 0,0 0 0,0 10 0,-1 56 1546,0 20 417,17 144-1,-14-222-2028,16 104 230,3 161-1,-20-276-303,-1-1 0,0 1 0,0-1 0,0 1 0,0 0 0,0-1 0,-1 1 0,1 0 0,0-1 0,-1 1 0,1-1 0,-1 1 0,0-1 0,1 1 0,-1-1 0,0 1 0,0-1 0,0 1 0,0-1-1,0 0 1,0 0 0,0 0 0,-1 1 0,-1 0 0,-1 0-59,-1-1 0,1 0-1,0 0 1,-1-1 0,1 1-1,0-1 1,-1 0 0,-4 0 0,9 0 66,-10-1-249,0 0 0,0 0 1,1-1-1,-1 0 0,1 0 1,-1-1-1,1-1 0,0 0 0,0 0 1,0 0-1,1-1 0,-1-1 1,1 1-1,0-2 0,1 1 1,-11-11-1,7 5-605,1-1 1,0 0-1,1 0 0,0-1 0,1 0 1,1 0-1,0-1 0,1 0 0,-7-24 1,1-20-3706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6.2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268 79 6835,'0'0'5034,"-4"-16"-1661,-4 8-3228,0 1 0,-1 0 0,0 1 0,0 0 1,0 0-1,-15-5 0,21 9-137,-3 0 0,0 0 1,1 0-1,-1 1 0,0 0 0,0 0 1,1 0-1,-12 1 0,-42 4 153,56-3-148,0-1 0,0 1 1,0 0-1,1 0 0,-1 0 0,0 1 0,1-1 1,-1 1-1,0-1 0,1 1 0,0 0 0,0 0 1,-1 0-1,1 0 0,0 1 0,1-1 1,-1 0-1,0 1 0,1 0 0,-1-1 0,1 1 1,0 0-1,0-1 0,-2 6 0,0 5 126,-1 0 0,2 0 0,0 0 0,-1 17-1,3 202 2938,1-220-2905,0 1 0,0-1 0,1 0 0,1 0 0,5 17 0,-6-25-118,0 0 1,-1 0-1,2 0 0,-1 0 1,0 0-1,1 0 0,0-1 0,0 1 1,0-1-1,0 0 0,0 1 1,1-2-1,-1 1 0,1 0 0,0-1 1,0 1-1,8 2 0,-7-3-37,1 0 1,-1 0-1,1-1 0,0 0 0,-1 0 0,1 0 0,0-1 0,-1 0 1,1 0-1,0 0 0,0-1 0,-1 0 0,1 0 0,0 0 0,10-5 0,-9 3-96,0-1 0,0 0 0,-1 0 0,1-1-1,-1 0 1,0 0 0,0-1 0,-1 0 0,1 0-1,5-10 1,-1 1-434,0-1 0,-2 0 1,0-1-1,-1 0 0,-1 0 0,0 0 0,-2-1 0,0 0 1,3-26-1,-4-14-3578,-5-79 1,-2 122 4263,2 12 1418,1 14 2275,1 63-1161,2 113-699,-1-172-1955,1 0 1,1 0-1,4 15 1,-5-24-155,0 1 1,1 0 0,0-1-1,0 1 1,0-1-1,1 0 1,-1 0 0,8 8-1,-11-14-204,1 1-1,0 0 0,0 0 0,0-1 1,0 1-1,0 0 0,0-1 1,0 1-1,0-1 0,0 1 1,0-1-1,0 0 0,0 1 0,0-1 1,0 0-1,0 0 0,0 0 1,0 0-1,0 0 0,2 0 0,10 0-7286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6.5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6659,'0'0'5867,"0"9"-5254,16 279 4547,-2-59-3055,-12-152-1626,-1-6-187,12 80-1,-12-144-309,-1-6 3,0 1 0,0 0 0,0-1 0,1 1 1,-1-1-1,1 1 0,-1-1 0,1 1 0,-1-1 1,1 1-1,0-1 0,-1 0 0,1 1 1,2 1-1,0-3-1422,-2-8-444,-1 5 1429,2-31-3480,-1-11-2389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6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1521,'0'0'12822,"24"164"-10549,-13-89-753,-1 3-95,-3-5-577,0-17-479,0-15-305,0-13-64,-4-18-32,-3-7-81,0-10-4273,0-27 321,-10-13-7237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7.3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11845,'0'0'2289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7.6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2017,'0'0'10482,"-1"29"-8332,0-3-1565,0 7 369,1-1-1,1 1 1,12 63 0,34 116 2522,-45-206-3351,-1 1-4,1-1 1,0 1-1,0-1 0,4 9 0,-5-14-103,-1 0 0,1 0 0,-1-1 0,0 1 0,1 0 0,0 0 0,-1-1 0,1 1 0,-1 0 0,1 0 0,0-1 0,0 1 0,-1-1 0,1 1 0,0-1 0,0 1 0,0-1 0,-1 1 0,1-1 0,0 0 0,0 1 0,0-1 0,0 0 0,0 0 0,0 0 0,0 0 0,0 0 0,0 0 0,0 0 0,0 0 0,-1 0 0,1 0 0,0 0 0,0-1 0,0 1 0,0 0 0,0-1 0,1 0 0,-1 1-18,0-1 0,0 0 1,0 0-1,0 0 0,0 1 1,0-1-1,-1 0 0,1 0 1,0 0-1,-1 0 0,1 0 1,0-1-1,-1 1 0,1 0 1,0-2-1,11-36-743,-2 0 1,6-46-1,-11 51-927,1 0 0,2 0 0,1 1 0,20-46 0,-27 75 1637,0 1 0,1-1 0,-1 0 0,1 1 0,0 0 1,0-1-1,0 1 0,1 1 0,-1-1 0,1 0 0,-1 1 0,1-1 1,0 1-1,0 0 0,0 1 0,0-1 0,0 0 0,0 1 0,1 0 1,7-1-1,-6 1 332,1 1 0,0 0 0,-1 0 0,1 0 0,0 1 0,0 0 1,-1 0-1,1 1 0,-1-1 0,1 2 0,-1-1 0,0 1 0,6 3 0,20 14 574,-25-15-893,0 0 0,0 0 0,0-1 0,0 0-1,1 0 1,0-1 0,0 0 0,0 0 0,0-1 0,0 0 0,1 0-1,9 0 1,-13-21-10926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4:57.2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215 124 6275,'0'0'5269,"0"-7"-5066,0-36 1568,0 42-1761,-1 0-1,1 1 1,0-1 0,-1 0-1,1 1 1,-1-1 0,1 0-1,-1 1 1,1-1 0,-1 1-1,0-1 1,1 1 0,-1 0-1,0-1 1,1 1-1,-1-1 1,0 1 0,1 0-1,-1 0 1,0-1 0,0 1-1,1 0 1,-1 0 0,0 0-1,0 0 1,-1 0-1,-22-2-5,-91 2-1,113 0-11,0 1 0,-1-1 0,1 1 0,0-1 0,0 1 1,0 0-1,0 0 0,0 0 0,0 0 0,0 0 0,0 1 0,0-1 0,1 0 0,-1 1 0,0-1 1,1 1-1,-1 0 0,1 0 0,0-1 0,-1 1 0,1 0 0,0 0 0,0 0 0,0 0 0,1 0 1,-1 1-1,0 2 0,-2 5 26,1-1 0,0 1 0,0 0 1,1-1-1,0 12 0,1 27 123,-2-17 241,3 0-1,6 54 1,-5-76-260,0 0 1,0 0-1,1 0 1,1 0 0,-1 0-1,1-1 1,1 1-1,-1-1 1,1 0-1,1-1 1,0 1-1,0-1 1,9 9-1,-12-13-81,0-1-1,0 0 1,-1 0-1,1 0 1,0 0-1,1 0 1,-1-1-1,0 0 1,0 1-1,1-1 0,-1 0 1,1 0-1,-1-1 1,1 1-1,-1-1 1,1 0-1,-1 0 1,1 0-1,-1 0 1,1 0-1,-1-1 1,1 0-1,-1 0 1,6-2-1,-3 1-34,-1-1 1,1 0-1,-1 0 0,0-1 1,0 0-1,0 1 0,0-2 1,-1 1-1,1 0 0,-1-1 0,-1 0 1,7-10-1,-3 3-197,-2 0 0,1 0 0,-2 0 0,0-1 0,0 0-1,-1 0 1,3-25 0,-4-6-1313,-2-46 1,-1 31-156,1 54 1562,0-8 43,0-1 0,0 0-1,-2 0 1,1 0 0,-2 0-1,-5-17 1,3 20 1275,4 20 714,0 6-2042,0 144 1410,2-83-704,1-29-134,2-1 0,3 0 0,1 0-1,27 82 1,-34-124-444,3 9 106,0 0-1,1 0 0,7 13 0,-11-24-138,1 0-1,-1 0 1,0 0-1,1 1 1,-1-1-1,1 0 0,0-1 1,0 1-1,-1 0 1,1 0-1,0-1 1,1 1-1,-1-1 1,0 0-1,0 0 0,1 0 1,-1 0-1,0 0 1,1 0-1,-1 0 1,1-1-1,4 1 1,-7-1-17,0 0 0,1 0 0,-1 0 0,0 0 0,0 0 0,1 0 0,-1 0 0,0 0 0,0 0 0,1 0 0,-1 0 0,0 0 0,0 0 0,1 0 0,-1-1 0,0 1 0,0 0 0,0 0 0,1 0 0,-1 0 0,0-1 0,0 1 0,0 0 0,1 0 0,-1 0 0,0-1 0,0 1 0,0 0 0,0 0 0,0-1 0,0 1 0,0 0 0,1 0 0,-1-1 0,0 1 0,0-1 0,2-10-1117,-1-1 0,0 1 1,-1-18-1,0 18 9,0-41-5813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4:57.7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56 4178,'0'0'5909,"4"-8"-5618,10-24 165,-14 33-445,0-1-1,0 0 0,0 0 1,0 0-1,0 0 0,0 0 1,0 0-1,0 0 0,0 0 0,0 0 1,1 0-1,-1 0 0,0 1 1,0-1-1,0 0 0,0 0 1,0 0-1,0 0 0,0 0 1,1 0-1,-1 0 0,0 0 1,0 0-1,0 0 0,0 0 1,0 0-1,0 0 0,1 0 0,-1 0 1,0 0-1,0 0 0,0 0 1,0-1-1,0 1 0,0 0 1,0 0-1,0 0 0,1 0 1,-1 0-1,0 0 0,0 0 1,0 0-1,0 0 0,0 0 1,0 0-1,0-1 0,0 1 0,0 0 1,0 0-1,0 0 0,0 0 1,0 0-1,1 0 0,-1 0 1,0 0-1,0-1 0,0 1 1,0 0-1,0 0 0,0 0 1,0 0-1,0 0 0,0 0 1,0-1-1,-1 1 0,3 10 272,-1-9-167,16 156 3340,-11-79-1667,4 1 1,26 96-1,-34-168-1684,-2-6-80,0 0 0,0 1-1,0-1 1,0 0-1,0 0 1,0 0-1,1 0 1,-1 0-1,0 0 1,1 0-1,-1 0 1,1-1-1,-1 1 1,1 0-1,-1 0 1,1 0-1,0 0 1,0-1-1,-1 1 1,1 0 0,0 0-1,0-1 1,0 1-1,-1-1 1,1 1-1,0-1 1,2 1-1,-3-1-22,0 0-1,1 0 1,-1 0-1,0 0 0,1 0 1,-1 0-1,0 0 1,0 0-1,1 0 1,-1-1-1,0 1 1,1 0-1,-1 0 0,0 0 1,0-1-1,1 1 1,-1 0-1,0 0 1,0 0-1,0-1 1,1 1-1,-1 0 0,0 0 1,0-1-1,0 1 1,0 0-1,0-1 1,0 1-1,1 0 1,-1 0-1,0-1 0,0 1 1,0 0-1,0-1 1,0 0-1,4-19-190,-2-1 0,1 0 0,-2 1-1,-3-39 1,1 7-649,1 40 585,0-38-1445,-2-1-1,-9-59 1,7 87 1164,2-1 0,0-34-1,2 57 572,0 0 0,0 0 0,1 1 0,-1-1 0,0 0 0,1 0 0,-1 1 0,1-1 0,-1 0 0,1 0 0,-1 1 1,1-1-1,-1 1 0,1-1 0,0 0 0,-1 1 0,1-1 0,0 1 0,-1 0 0,1-1 0,0 1 0,0-1 0,0 1 0,-1 0 0,1 0 0,0 0 0,0-1 0,0 1 0,0 0 0,-1 0 0,1 0 0,0 0 0,0 0 0,1 1 0,35 2 1042,-34-3-989,3 1 152,0 1 0,1 1 0,-1-1 0,0 1 1,0 0-1,0 0 0,8 5 0,-10-4-217,1-1 0,0 0 1,0 0-1,0-1 0,0 0 0,0 0 0,0 0 1,1 0-1,-1-1 0,1 0 0,5 1 1,-10-22-6276,-1-1-1836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4:58.3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7924,'0'0'5266,"0"3"-4975,0 7-25,-1 36 822,2 1-1,3-1 0,11 57 0,-9-75-644,29 108 1444,-27-113-1521,0-1 0,1 0 0,22 37 0,-28-54-323,1 0-1,0 0 1,0-1 0,1 1 0,0-1-1,0 0 1,0 0 0,0 0-1,0-1 1,1 0 0,-1 0 0,12 4-1,-14-6-46,0 0-1,-1 0 1,1 0-1,0-1 1,0 1-1,0-1 1,-1 0-1,1 0 1,0 0-1,0 0 1,0 0-1,0-1 1,-1 1-1,1-1 1,0 0-1,0 0 1,-1 0 0,1 0-1,-1 0 1,1 0-1,-1-1 1,1 1-1,-1-1 1,0 0-1,0 0 1,1 0-1,-1 0 1,-1 0-1,1 0 1,3-4-1,1-6-253,0-1 1,0 1-1,-2-1 0,1 0 0,-2 0 1,1 0-1,-2-1 0,2-16 0,-1-117-4094,-3 98 2898,-4-128 3111,4 188-726,3 52 202,19 106 0,-10-90-617,-2 7-20,-6-46-280,1-1 0,19 74 1,-23-110-236,-1-1 8,0-1 0,1 0 0,-1 0 0,0 0 0,0 1 1,1-1-1,-1 0 0,1 0 0,0 0 0,-1 0 0,1 0 0,0 0 0,-1 0 0,1 0 0,0 0 1,0 0-1,0 0 0,0 0 0,0 0 0,0-1 0,0 1 0,1 0 0,-1-14-3361,-1-17-171,0-14-3612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4:58.7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175 94 9812,'0'0'4840,"0"-15"-4378,3-48-137,-3 47 510,-1 21-720,0 0 0,0-1 0,-1 1 0,0-1 0,0 0 0,0 0 0,-1 1 0,1-1 0,-6 5 0,3-1-16,-5 7-87,0 2 0,0-1 0,-7 21 0,14-28-65,0 0 0,1 1 1,0-1-1,0 1 0,1-1 0,0 1 0,1 0 1,0 10-1,1-16-37,-1-1 0,1 0 0,0 0 0,0 0 1,1 1-1,-1-1 0,0 0 0,1 0 0,0-1 0,0 1 0,0 0 0,0 0 1,0-1-1,0 0 0,1 1 0,2 1 0,8 6-120,1 0 0,16 8-1,-2 0 161,-7-4 51,-8-5 49,-1-1 0,0 1 0,18 18 0,-27-23 34,0-1-1,0 1 0,0 0 0,0 0 0,-1 1 0,0-1 0,0 0 0,0 1 0,0-1 1,-1 1-1,0 0 0,0-1 0,0 1 0,0 0 0,-1 7 0,1-8-23,-1 0 0,0 0 0,-1-1-1,1 1 1,-1 0 0,1 0 0,-1-1-1,0 1 1,0 0 0,-1-1 0,-1 4-1,1-4-34,-1-1-1,1 1 0,0-1 0,-1 0 0,0 1 0,0-1 0,0 0 0,1-1 0,-2 1 0,1-1 0,0 1 0,-5 1 0,-15 3-308,1 0-1,-1-1 1,0-1 0,0-2-1,0 0 1,-33-2 0,52 1-127,0-1 0,0 0 0,0-1 0,1 1 0,-1-1 1,0 1-1,0-1 0,0 0 0,0-1 0,1 1 0,-1-1 0,0 0 1,-4-2-1,-12-19-6606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4:59.1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32 13398,'0'0'3154,"227"-19"-2722,-172 13-432,-9 0-224,-15 6-1617,-20 0-3810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0.2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221 647 7716,'0'0'5381,"-6"-9"-5235,1 0-127,-1-2-10,-1 0-1,-14-17 0,19 24 6,-1 1-1,0 0 1,-1 0-1,1 0 1,-1 1-1,1-1 0,-1 1 1,0 0-1,0 0 1,0 0-1,0 0 1,0 0-1,-6-1 1,-3 2 29,-1-1 1,1 1 0,0 1 0,-18 2-1,30-2-37,-1 1 1,1-1-1,0 1 0,-1-1 0,1 1 0,0 0 0,0-1 0,0 1 1,0 0-1,0 0 0,0 0 0,0 0 0,0 0 0,0 0 0,0 0 1,0 0-1,1 0 0,-1 0 0,0 0 0,1 1 0,-1-1 1,1 0-1,0 1 0,-1-1 0,1 2 0,-7 39 190,6-35-152,-3 153 1186,4-114-672,0-23-131,1 0 1,8 43-1,-8-60-321,0 1 0,1-1 0,0 1 0,1-1 0,-1 0 0,1 0-1,0 0 1,0 0 0,1 0 0,0-1 0,0 0 0,0 0 0,1 0 0,7 6 0,-9-8-78,1-1 0,-1 0 1,1-1-1,0 1 1,0 0-1,0-1 1,-1 0-1,1 0 0,1 0 1,-1-1-1,0 1 1,0-1-1,0 0 1,0 0-1,0 0 0,0-1 1,0 1-1,0-1 1,0 0-1,0 0 1,0-1-1,0 1 0,0-1 1,-1 0-1,1 0 1,0 0-1,-1 0 1,0 0-1,1-1 0,-1 0 1,3-3-1,3-7-262,0 0-1,-2-1 1,1 0-1,-2 0 1,0 0-1,0-1 1,-1 0-1,-1 0 1,-1 0-1,3-23 0,-1-20-3089,-4-86-1,-1 82 813,-3 3 538,-15-87 0,1 16 2358,13 76-51,-6-54 543,7 93 539,-1-1 1,-11-25 3628,12 48-4213,0 10-803,2 247 1127,2-229-1059,5 41 232,21 108-1,-6-62 147,-5 2 49,-4-23 43,34 132-1,-46-231-667,0-32-5930,0-9-1094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0.8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168 129 7652,'0'0'5199,"2"-8"-4697,2-3-318,-2 7 7,-1 0 1,0 0 0,1 0 0,-2 0 0,1 0 0,0 0-1,-1 0 1,0-8 0,-2 9-152,0 1 0,-1-1 0,1 1 0,0 0 0,-1-1 0,0 1 0,0 0 0,1 1 0,-1-1 0,0 0 0,0 1 0,-5-2 0,2 1-52,-1 1 0,1 0 0,-1 1 0,1-1 0,-1 1 0,-8 1 0,-4 0-13,17-1 27,-1 1 0,1-1 0,0 1 1,-1-1-1,1 1 0,0 0 0,-1 0 0,1 0 0,0 1 1,0-1-1,0 0 0,0 1 0,0-1 0,0 1 1,0 0-1,1 0 0,-1 0 0,0 0 0,1 0 0,0 0 1,-1 0-1,1 0 0,0 0 0,0 1 0,0-1 0,0 3 1,-3 7 96,0-1 0,2 1 0,-1 0 1,0 14-1,-2 144 1397,6-121-855,-1-18 112,5 40 0,-4-62-622,0-1 1,1 1 0,1-1-1,-1 1 1,1-1 0,1 0-1,-1 0 1,1 0 0,7 9-1,-9-14-95,1 0 0,-1 0-1,1 0 1,0-1-1,0 1 1,0-1 0,0 0-1,0 0 1,1 0-1,-1 0 1,0-1 0,1 1-1,-1-1 1,1 0 0,0 0-1,0 0 1,-1 0-1,1-1 1,0 1 0,0-1-1,4 0 1,-3-1-38,1 1 0,-1-1 0,0-1 0,0 1-1,0 0 1,0-1 0,0 0 0,-1 0 0,1-1 0,0 0 0,-1 1 0,0-1 0,1-1 0,6-6 0,1-3-313,-1-1 0,-1-1 1,0 0-1,-1 0 0,0-1 1,-1 0-1,-1 0 0,-1-1 1,0 1-1,-1-2 0,3-19 1,0-15-1781,-3 0 0,-1-81 0,-4 128 1648,-2-53-3385,1 53 3799,1 0 0,-1 1 0,-1-1 0,1 0 0,-1 1-1,1-1 1,-1 1 0,0-1 0,-4-5 25,0 7 783,5 10 1912,0 73 618,4 129 1087,-1-179-4005,2 0 1,1 0-1,2 0 0,18 53 1,-23-77-495,1 1 234,0 0 0,0 0 0,7 11 0,-9-16-250,0-1-1,1 0 1,-1 1 0,0-1-1,0 0 1,1 0-1,-1 0 1,0 0-1,1 0 1,-1 0 0,1 0-1,0 0 1,-1-1-1,1 1 1,-1-1-1,1 1 1,0-1 0,0 1-1,-1-1 1,4 0-1,-4-4-2746,-1-17-1015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1.4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59 7876,'0'0'6141,"7"1"-5346,-7-1-794,2 0 29,0 1-1,0-1 1,-1 0 0,1 0 0,0 1 0,0-1-1,-1 1 1,1-1 0,0 1 0,-1 0 0,1-1-1,-1 1 1,1 0 0,-1 0 0,1 0 0,-1 0-1,0 1 1,1-1 0,-1 0 0,0 1 0,0-1-1,0 0 1,0 1 0,0-1 0,0 1 0,0 0-1,-1-1 1,1 1 0,-1 0 0,1-1 0,-1 1-1,1 0 1,-1 3 0,11 76 1387,-1 98 1,-6-92-796,20 547 1916,-7-468-1930,-15-154-538,-3-11-60,1 1-1,1-1 0,-1 1 1,0 0-1,0-1 0,1 1 1,-1-1-1,0 1 0,1 0 1,0-1-1,-1 1 1,1-1-1,0 0 0,0 1 1,0-1-1,0 0 0,0 1 1,2 1-1,0-5 27,-2-7-51,-1 3 2,0-47-203,2-3-701,-4 0-1,-11-81 0,-25-22-1164,-8-40-585,35 96 1972,4-154 0,7 235 792,1-1 1,1 1 0,7-36-1,-7 50-39,1-1-1,-1 1 1,1 0-1,1 0 0,0 1 1,0-1-1,0 1 0,1-1 1,0 1-1,0 1 1,1-1-1,9-7 0,-12 11 31,1 1 1,0-1-1,0 1 0,0 0 0,0 0 0,1 1 0,-1-1 0,1 1 0,-1 0 0,1 0 0,-1 0 0,1 1 0,-1 0 0,1 0 0,5 0 0,-4 1 19,1-1-1,-1 1 0,0 1 0,1-1 0,-1 1 1,0 0-1,0 1 0,0-1 0,-1 1 0,8 5 1,-4-1 31,0 1 1,-1 0 0,0 0-1,-1 1 1,1 0 0,-2 0-1,1 0 1,-1 1 0,-1 0-1,0 1 1,0-1 0,-1 1 0,-1 0-1,5 18 1,-3-2 1,-2 0-1,0 0 1,-2 0 0,0 0 0,-5 31-1,4-52-146,-1 0 0,0 0 0,0 0 0,0-1 0,-1 1 0,0 0 0,0-1 0,0 1 0,-1-1 0,0 0 0,0 0 0,0 0 0,-1 0 0,0 0 0,1-1 0,-2 1 0,-7 5 0,6-6-258,-1 1 0,0-2-1,0 1 1,0-1 0,-1 0-1,1-1 1,-1 1 0,1-2-1,-1 1 1,0-1 0,0 0 0,-14-1-1,18 1-78,0-1 0,1 0 0,-1-1 0,1 1-1,-1-1 1,1 1 0,-1-1 0,1 0 0,-4-2 0,3 1-373,1-1 0,-1 0 0,1 0 1,0 0-1,0 0 0,0-1 0,-3-5 1,4 8 428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2.3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239 136 1185,'0'0'13323,"-11"-9"-12227,-61-53-933,36 23-141,33 30-55,3 9 49,0 0 0,0 0 0,0-1 1,0 1-1,0 0 0,0 0 1,0-1-1,0 1 0,0 0 1,0 0-1,-1-1 0,1 1 0,0 0 1,0 0-1,0-1 0,0 1 1,0 0-1,-1 0 0,1 0 1,0-1-1,0 1 0,0 0 0,0 0 1,-1 0-1,1 0 0,0-1 1,0 1-1,-1 0 0,1 0 1,0 0-1,0 0 0,-1 0 0,1 0 1,0 0-1,0 0 0,-1 0 1,1 0-1,0 0 0,-1 0 1,1 0 113,-18-10 188,5 10-317,8 0 3,1 0 0,-1 0 0,0 0 0,1 0 0,-8 3 0,10-3 0,0 1 0,1 0 0,-1-1 0,1 1-1,-1 0 1,1 0 0,0 0 0,-1 0-1,1 1 1,0-1 0,0 0 0,0 0 0,-1 1-1,1-1 1,1 1 0,-1-1 0,0 1 0,0-1-1,0 2 1,-3 8 108,1 1 1,0-1-1,0 0 0,1 1 0,0 15 1,1 63 907,2-52-396,-2-21-334,2 0 0,0 0 0,1 0 0,1 0 0,0 0 0,2-1 0,7 21 0,-10-32-247,0-1-1,0 0 1,0 0 0,1 0 0,-1 0-1,1 0 1,0 0 0,0-1 0,0 1-1,1-1 1,-1 0 0,1 0-1,0 0 1,0 0 0,0-1 0,0 0-1,1 0 1,-1 0 0,0 0 0,1-1-1,-1 1 1,1-1 0,0 0 0,-1-1-1,1 1 1,0-1 0,0 0 0,-1 0-1,1 0 1,0-1 0,6-1 0,-4 0-72,-1 0 1,1 0 0,-1-1 0,0 0-1,0-1 1,0 1 0,0-1 0,0 0-1,-1 0 1,0-1 0,0 0 0,0 0-1,0 0 1,-1 0 0,0-1 0,5-7-1,0-2-286,-1 0 0,0 0 0,-1-1-1,-1 0 1,7-26 0,-8 17-255,-2 0 1,0 0 0,-2-1-1,-4-48 1,3 68 578,0 1 0,-1-1 0,0 1 1,0-1-1,-1 1 0,1 0 0,-1-1 0,0 1 0,-1 0 0,1 0 0,-1 0 0,0 1 0,0-1 1,0 0-1,-1 1 0,-4-4 0,8 8-6,-6-4 1447,4 16 34,1 42-809,0 8 116,11 93 0,-7-136-746,0 0-1,1-1 0,1 1 0,1-1 1,1 0-1,0 0 0,1-1 1,1 1-1,15 19 0,-19-31-56,0 1 1,0-1-1,1-1 0,-1 1 0,1-1 1,1 0-1,-1 0 0,9 4 0,-11-7-19,0 0 0,1 0 0,-1 0-1,0-1 1,0 0 0,1 0 0,-1 0-1,1 0 1,-1-1 0,0 1 0,1-1-1,-1-1 1,1 1 0,-1 0 0,8-3-1,-11 3-27,1-1 0,-1 1 0,1-1 0,-1 0-1,0 1 1,1-1 0,-1 0 0,0 0-1,0 0 1,0 0 0,0 0 0,0 0-1,0-1 1,0 1 0,0 0 0,0 0 0,0-1-1,-1 1 1,2-2 0,6-29-1019,-8 28 939,3-24-2347,0-51-1,-3 62 1335,0-54-5120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2.7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9044,'0'0'6873,"7"21"-6276,11 48 121,-3 0 0,7 81-1,-16 142 1248,6 63-854,-8-327-1200,-3-24-403,0-5-200,0-42-2562,-4-23-1874,-14-9-4415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3.1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79 13574,'0'0'4482,"212"0"-4066,-145-19-416,-8-3-1120,-14 0-2818,-13 6-6563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0.8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 6915,'0'0'8401,"0"2"-7544,1 13-334,1 0 0,0-1 0,9 28 1,-2-3 240,-1-1-80,1 6 36,2-1 0,16 45 0,-25-84-649,-2-2-45,1 1 0,0-1 1,0 0-1,0 0 0,0 1 0,0-1 0,0 0 0,0 0 1,1 0-1,-1 0 0,1 0 0,0 0 0,-1-1 0,1 1 1,0-1-1,0 1 0,0-1 0,4 3 0,-6-4-26,0 0 0,1 0 0,-1 0 0,0 0-1,1 0 1,-1 0 0,1 0 0,-1 0 0,0 0-1,1-1 1,-1 1 0,0 0 0,1 0 0,-1 0-1,0 0 1,0 0 0,1-1 0,-1 1 0,0 0 0,1 0-1,-1 0 1,0-1 0,0 1 0,1 0 0,-1 0-1,0-1 1,0 1 0,0 0 0,1-1 0,-1 1-1,0 0 1,0-1 0,0 1 0,4-17-113,-4 16 102,6-61-1778,-1-65 1,2-32-1076,-7 155 2839,1 0 0,-1 0-1,1 0 1,1-1 0,-1 1-1,0 1 1,1-1 0,0 0-1,0 0 1,5-6 0,-2 2-1356,3-8-2570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1.7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0 4434,'0'0'4191,"-9"2"-3713,-25 5-41,33-7-351,-1 1 1,1-1-1,0 1 0,0-1 0,0 1 0,-1 0 0,1-1 0,0 1 0,0 0 0,0 0 1,0 0-1,0-1 0,0 1 0,0 0 0,0 0 0,1 1 0,-1-1 0,0 0 0,0 0 0,1 0 1,-1 0-1,1 1 0,-1-1 0,1 2 0,-1 2 190,0 0 1,1-1-1,0 1 0,0 0 0,1 6 1,-1 1-99,1 7 220,1 0 0,0 0 0,1 0 0,7 21 0,29 74 1396,-12-38-728,-11-25-107,2-1-1,42 82 1,-59-128-923,1-1 0,1 0 0,-1 0-1,0 1 1,1-1 0,-1-1 0,1 1 0,6 5 0,-6-7-31,-1 0 1,0 0 0,1 0 0,-1 0 0,0-1 0,1 1 0,-1 0 0,1-1 0,-1 0 0,1 0 0,-1 1 0,1-1 0,4-1 0,-6 0-22,0 1 1,1 0-1,-1-1 1,0 1 0,0-1-1,0 0 1,0 1-1,0-1 1,0 0 0,0 0-1,0 0 1,0 0-1,0 1 1,0-1 0,0-1-1,0 1 1,-1 0 0,1 0-1,0 0 1,-1 0-1,1 0 1,-1-1 0,1 1-1,-1 0 1,0 0-1,0-1 1,1 1 0,-1-2-1,2-6-151,6-16-571,-2-1 1,-1 0-1,-1 0 0,-2-1 1,0 1-1,-2-1 0,-3-37 1,2 61 744,1 1 1,-1-1 0,0 0-1,0 1 1,0 0 0,0-1-1,0 1 1,-1 0 0,1-1-1,-1 1 1,1 0 0,-1 0-1,0 0 1,0 0 0,1 0-1,-1 1 1,-1-1 0,1 1-1,0-1 1,0 1 0,-1 0-1,1 0 1,-1 0 0,1 0-1,-1 0 1,1 0 0,-1 1-1,-3-1 1,-10-2 269,0 1 1,0 1-1,-24 1 0,24 0 187,4 3 472,18-7-279,4-9-1355,0 0 0,-1-1 0,0 0 1,-1 0-1,-1-1 0,0-1 0,-1 1 1,-1-1-1,0 0 0,3-18 0,-5 15-806,-1 1 0,0-21-1,-5 10 2211,2 29-477,0-1 0,0 1 0,0-1 0,0 1 0,0 0 0,1-1 0,-1 1 0,0 0 0,0 0 0,0 0 0,0 0 0,0 0 0,0 0 0,0 0 0,0 0 0,0 0 0,-2 0 0,2 1 297,-3-1-252,1 0 1,-1 0 0,0 1 0,1 0-1,-1 0 1,1 0 0,-1 0-1,1 0 1,-1 1 0,1-1 0,0 1-1,0 0 1,0 0 0,0 0-1,0 1 1,0-1 0,0 1 0,1-1-1,-3 4 1,-12 10 121,13-12-410,3-2-44,-1 0 0,0-1 0,1 1 1,-1-1-1,0 1 0,0-1 0,0 0 0,0 1 0,0-1 0,0 0 1,0-1-1,-1 1 0,-2 1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2.3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 2417,'0'0'6611,"0"-9"1497,0 54-7743,13 87 0,-10-113-174,1-1 0,1 1 0,0-1 0,2 0-1,0-1 1,1 1 0,14 22 0,-20-36-173,1 1 0,0-1 0,0 0 0,0 0 0,1 0 0,0-1 0,-1 1 0,1-1 0,0 0 0,1 0 0,-1 0 0,0 0 0,1-1 0,0 0 0,0 0 0,-1 0 0,1 0 1,0-1-1,0 0 0,0 0 0,1 0 0,-1-1 0,0 0 0,7 0 0,-8 0-130,-1-1 0,0 1 0,0-1 1,0 1-1,-1-1 0,1 0 0,0 0 1,0 0-1,0-1 0,-1 1 0,1-1 0,0 1 1,-1-1-1,0 0 0,1 0 0,-1 0 1,0 0-1,0-1 0,2-2 0,1-1-659,-1 0-1,-1-1 1,1 1 0,-1-1-1,0 1 1,-1-1 0,3-8-1,-1-8-4358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2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5298,'0'0'5286,"0"16"-3027,-1 19-1424,2-1 0,2 1 0,12 60 0,6-10 562,59 149 0,-77-226-1343,-2-4-40,1 0 1,-1 0-1,1 0 1,0 0 0,0 0-1,1-1 1,-1 1 0,1-1-1,0 1 1,0-1-1,3 3 1,-5-5-386,-1-12-4711,0-7-331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3.3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15895,'0'0'2001,"3"25"-9140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3.9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9188,'0'0'7812,"0"19"-7748,0-13-64,0 4-224,0 6-1873,0 2-3794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9.5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23 6355,'0'0'7606,"0"-4"-6875,0 1-516,0 2-151,0 1 0,0-1 0,0 1 0,0-1 0,0 0 0,0 1 0,0-1 0,0 1-1,-1-1 1,1 1 0,0-1 0,0 1 0,0-1 0,-1 1 0,1-1 0,0 1 0,0-1 0,-1 1 0,1-1 0,0 1-1,-1 0 1,1-1 0,0 1 0,-1 0 0,1-1 0,-1 1 0,1 0 0,-1-1 0,1 1 0,-1 0 0,1 0 0,-1-1-1,1 1 1,-1 0 0,1 0 0,-1 0 0,1 0 0,-2 0 0,2 0-16,-4 17-96,-1 43 132,5 84 0,2-58 39,5 162 460,-3-202-396,2 1 0,2-1 0,18 60 0,-23-97-143,-2-4-31,0-1-1,0 0 1,1 1 0,0-1-1,-1 0 1,1 0 0,1 0-1,-1 0 1,1 0-1,-1 0 1,1 0 0,6 5-1,-9-9-113,0 0 82,0 0 1,0 0-1,0 0 1,0 0-1,0 0 1,0-1-1,0 1 1,0 0 0,0 0-1,0 0 1,0 0-1,0 0 1,0 0-1,0 0 1,0-1-1,0 1 1,0 0-1,0 0 1,0 0 0,0 0-1,0 0 1,0 0-1,0-1 1,0 1-1,0 0 1,0 0-1,0 0 1,1 0-1,-1 0 1,0 0 0,0 0-1,0 0 1,0 0-1,0-1 1,0 1-1,0 0 1,0 0-1,0 0 1,1 0-1,-1 0 1,0 0 0,0 0-1,0 0 1,0 0-1,0 0 1,0 0-1,1 0 1,-1 0-1,0 0 1,0 0-1,0 0 1,0 0 0,0 0-1,0 0 1,0 0-1,1 0 1,-1 0-1,0 0 1,0 0-1,0 0 1,0-61-4752,0 20 1317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09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249 0 8868,'0'0'3308,"-33"10"-3281,-102 37-88,130-46 37,0 1 1,0 0 0,0 0 0,0 0-1,1 1 1,-1 0 0,1 0 0,-1 0 0,1 0-1,0 1 1,0 0 0,1-1 0,-1 2 0,1-1-1,-4 6 1,5-5 10,1 0-1,-1 0 1,1 1-1,0-1 1,0 1-1,0-1 1,1 1-1,0-1 1,1 10-1,-1 3 110,1-11 66,0 0 1,1 0-1,-1 0 0,1 0 1,0 0-1,1-1 1,0 1-1,0-1 0,0 1 1,1-1-1,0 0 1,0-1-1,1 1 0,-1-1 1,1 0-1,7 6 1,2 1 98,0 0 1,0-2-1,1 1 1,0-2-1,24 11 1,-28-15-353,0-1 0,0 0 1,0 0-1,1-1 0,-1-1 0,1 0 1,0 0-1,12-1 0,-24-1 91,3 0-381,0 0-1,0 0 1,0 0-1,0-1 1,0 1-1,0-1 1,3 0-1,-4 0-235,-1 0 0,1 0-1,-1-1 1,1 1 0,-1 0-1,1-1 1,-1 1-1,0-1 1,2-2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5.7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1 314 7828,'0'0'8163,"7"0"-7560,-2-1-538,1 1-1,0-2 0,-1 1 1,1-1-1,-1 1 0,1-2 1,-1 1-1,0 0 0,0-1 1,0 0-1,0 0 0,0-1 1,-1 1-1,0-1 0,1 0 1,3-6-1,7-5-105,-1 0-1,0 0 1,18-30 0,-28 38-303,0 0 1,-1 0 0,0-1-1,0 1 1,-1-1 0,0 1-1,0-1 1,0 0 0,-1 0-1,-1 0 1,1 0 0,-2-14-1,0 19 258,1 1-1,-1-1 1,0 0-1,0 1 0,-1-1 1,1 0-1,0 1 1,-1 0-1,0-1 0,1 1 1,-1 0-1,0 0 1,0 0-1,0 0 0,0 0 1,-1 0-1,1 1 1,0-1-1,-1 1 0,1 0 1,-1-1-1,0 1 1,1 0-1,-6-1 0,-2-1 107,-1 1-1,1-1 0,-1 2 1,0-1-1,-13 1 0,22 1-2,1 0-1,-1 1 0,1-1 0,-1 0 0,1 1 0,-1-1 1,1 0-1,0 1 0,-1 0 0,1-1 0,0 1 1,-1 0-1,1 0 0,0 0 0,0-1 0,0 1 0,0 1 1,-1-1-1,2 0 0,-1 0 0,0 0 0,0 0 0,0 1 1,0-1-1,1 0 0,-1 1 0,1-1 0,-1 3 1,-2 4 124,2 0 0,-1 1 0,1-1 0,0 9 0,1-13-80,-2 32 626,1 0 1,6 48 0,-2-66-343,0-1-1,1 0 1,0-1 0,1 1 0,1-1 0,16 31-1,-13-33-119,0 1-1,0-1 1,2-1 0,18 20-1,-23-27-173,0-1 0,1 1-1,0-1 1,0-1 0,0 1 0,0-1-1,1 0 1,-1-1 0,1 0-1,0 0 1,9 1 0,-5-1-66,0-1 0,-1-1 0,1 0 0,0-1 0,0 0 0,0-1 0,-1-1 0,24-4 0,-27 3-345,1 0-1,-1-1 0,0 1 0,0-1 1,0-1-1,0 0 0,-1 0 0,0 0 1,0-1-1,0 0 0,10-13 0,14-22-6266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6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57 80,'0'0'11619,"0"-9"-10651,0-38 945,5 50-1350,1 12-234,0 0 0,-1 0 0,0 0 1,4 27-1,-3-12 26,46 251 2802,-48-261-2998,-3-8-38,6 24 128,-7-35-229,0 1 0,0-1 0,1 0 0,-1 1 0,1-1 0,-1 0 0,1 1-1,0-1 1,-1 0 0,1 0 0,0 0 0,0 0 0,0 0 0,0 0 0,0 0 0,0 0 0,0 0 0,0 0-1,2 1 1,-2-2 12,-1 0-32,1 0 1,-1 0-1,0 0 1,0 0-1,0 1 1,1-1-1,-1 0 1,0 0-1,0 0 0,1 0 1,-1 0-1,0 0 1,0-1-1,1 1 1,-1 0-1,0 0 1,0 0-1,0 0 1,1 0-1,-1 0 0,0 0 1,0 0-1,0 0 1,1-1-1,-1 1 1,0 0-1,0 0 1,0 0-1,0 0 1,1-1-1,-1 1 0,0 0 1,0 0-1,0 0 1,0-1-1,0 1 1,0 0-1,0 0 1,0-1-1,1 1 1,-1 0-1,0 0 0,0 0 1,0-1-1,0 1 1,0 0-1,0 0 1,0-1-1,0 1 1,-1 0-1,1 0 1,0-1-1,0 1 0,6-39-998,-1 1-1,-1-56 0,-2 28-1036,-1 41 1369,7-70-3382,-6 84 3456,0 0 1,0 1 0,2-1 0,-1 1 0,1 0 0,8-15 0,-10 22 770,0 0 0,1 0 0,-1 0 0,1 1 0,-1-1 0,1 1 0,0 0 0,0-1 0,0 1 0,0 1 0,0-1 1,0 0-1,1 1 0,-1-1 0,0 1 0,1 0 0,-1 0 0,1 1 0,-1-1 0,1 1 0,0 0 0,-1 0 0,1 0 0,-1 0 0,7 1 1,7 2 1019,-1 0 0,1 2 1,30 11-1,-46-16-1211,7 3 86,-1-1 0,1-1 0,-1 0-1,14 1 1,-18-2-554,1 0 0,-1 0 0,0 0 0,1 0 0,-1-1 0,0 0 0,6-1 0,2-8-5448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7.2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265 57 4322,'0'0'6904,"-4"-2"-6661,-8-5 142,-1 0 0,-21-8 0,18 9-217,0 1-1,0 1 0,-1 0 1,0 2-1,0 0 0,-17 0 1,32 2-106,-1 1 0,1-1 1,-1 1-1,1 0 1,0 0-1,-1 0 1,1 0-1,0 0 0,0 0 1,0 1-1,0-1 1,0 1-1,0-1 1,0 1-1,1 0 0,-1 0 1,1 0-1,-1 0 1,1 0-1,-1 0 0,1 0 1,0 0-1,0 0 1,0 1-1,0-1 1,0 3-1,-2 6 32,-1 0-1,2 0 1,-1 1-1,0 16 1,-3 293 2560,6-316-2542,1-1 1,-1 1-1,1 0 0,0 0 0,0-1 0,0 1 1,1-1-1,0 1 0,0-1 0,0 0 0,5 8 1,-6-10-88,1 0 0,-1-1 0,1 1 0,0-1 0,0 1 0,-1-1 0,1 0 0,0 0 0,0 0 0,0 0 0,0 0 0,1 0 0,-1 0 0,0-1 0,0 1 0,0-1 1,1 0-1,-1 1 0,0-1 0,0 0 0,1 0 0,-1-1 0,0 1 0,0 0 0,0-1 0,1 1 0,-1-1 0,2-1 0,0 1-27,-1-1-1,0 0 1,0 1-1,1-1 1,-1 0 0,0-1-1,-1 1 1,1-1-1,0 1 1,-1-1 0,1 0-1,-1 0 1,2-3-1,25-48-493,-17 30-70,18-42-739,-20 39-887,0 0 1,-2-1-1,7-47 1,-11 44 2392,2-40 4111,-2 87-3922,-4-15-289,22 148 2351,-17-104-1760,1 0 0,16 58 0,-21-99-687,1 1 28,-1 0 0,1 0-1,0-1 1,0 1-1,3 4 1,-4-8-56,0 0 0,0 0 1,0 0-1,0 0 1,0 0-1,0 0 0,0 0 1,0-1-1,0 1 1,0 0-1,1-1 1,-1 1-1,0 0 0,0-1 1,1 0-1,-1 1 1,0-1-1,1 0 0,-1 0 1,1 0-1,1 0 1,-2 0-68,0 0 1,0 0-1,0-1 1,1 1 0,-1-1-1,0 1 1,0-1-1,0 1 1,0-1 0,-1 0-1,1 1 1,0-1 0,0 0-1,0 0 1,0 1-1,-1-1 1,1 0 0,0 0-1,-1 0 1,1 0-1,-1 0 1,1 0 0,-1 0-1,0 0 1,1 0-1,-1 0 1,0-2 0,8-37-2948,-6 29 1619,5-35-3710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7.7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23 2881,'0'0'10554,"0"37"-8819,4 123 276,-3-145-1667,1 0-1,0 0 1,2-1 0,-1 1-1,2-1 1,0 0-1,7 14 1,-2-3 197,-1-3-117,-6-12-264,0 0-1,1-1 1,1 1 0,-1-1-1,2-1 1,9 15 0,-7-19-64,-8-4-94,0 1-1,0-1 1,0 0 0,1 0-1,-1 0 1,0 0 0,0 0 0,0 0-1,1 0 1,-1 0 0,0 0-1,0 0 1,0-1 0,0 1 0,1 0-1,-1 0 1,0 0 0,0 0-1,0 0 1,1 0 0,-1 0 0,0 0-1,0 0 1,0-1 0,0 1-1,0 0 1,1 0 0,-1 0 0,0 0-1,0 0 1,0-1 0,0 1 0,0 0-1,0 0 1,0 0 0,0-1-1,0 1 1,0 0 0,0 0 0,0 0-1,0 0 1,0-1 0,0 1-1,0 0 1,3-16-255,-2 1 0,0-1 0,-3-27 0,1-1-666,-1-28-929,1 21-1403,5-62-1,-3 108 3011,-1 1 1,1-1-1,0 1 0,1-1 0,-1 1 1,1 0-1,0-1 0,0 1 0,0 0 1,0 0-1,1 0 0,-1 0 0,1 1 1,0-1-1,0 1 0,1 0 0,-1 0 0,1 0 1,5-4-1,-2 4 452,0-1 0,0 1 1,0 0-1,1 1 0,-1 0 0,1 0 0,0 0 1,0 1-1,-1 0 0,14 1 0,-17 0 17,0 0 1,0 0-1,0 1 0,0 0 0,0 0 0,0 0 0,-1 0 0,1 0 0,0 1 0,-1 0 0,1 0 0,-1 0 1,7 4-1,-5-1-40,-1-1 0,1 1 1,-1 0-1,0 0 0,0 0 1,-1 1-1,6 10 0,-1 1 188,-2 0 0,0 0 0,-1 1 0,-1-1 0,2 23-1,2 93 2480,-8-78-4579,0-28-1381,0-55-2062,0-11-4059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8.3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196 160 5827,'0'0'3953,"0"-16"-3029,0-52-145,0 18 2846,0 49-3607,0 0 0,0 0 0,0 0 0,-1 0 0,1-1 0,0 1 1,-1 0-1,1 0 0,-1 0 0,0 1 0,1-1 0,-1 0 0,0 0 0,1 0 0,-1 0 0,0 0 0,0 1 0,0-1 0,0 0 0,0 1 0,1-1 0,-1 1 0,0-1 0,0 1 0,-1-1 0,1 1 0,0 0 0,0 0 0,0-1 0,-2 1 0,-37-3 385,34 3-311,3 0-54,-1 0 1,1 0-1,0 1 1,-1-1-1,1 1 0,0 0 1,0-1-1,-1 1 1,1 1-1,0-1 0,0 0 1,-4 4-1,3-2-1,-1 1-1,2-1 0,-1 1 1,0 1-1,1-1 0,0 0 0,-4 8 1,0 0 78,1 1 1,0 0-1,1 1 1,1-1-1,0 1 1,1 0 0,-3 26-1,1 101 1269,5-111-1051,0-13-133,0 0 0,1 1 0,1-1 0,0 0 0,6 19 0,-7-32-185,0 0 0,1-1 1,-1 1-1,1-1 0,0 0 0,0 1 0,0-1 0,0 0 0,0 0 0,1 0 0,-1-1 0,1 1 0,0 0 0,0-1 0,0 0 0,0 0 0,0 0 0,0 0 0,1 0 0,-1-1 0,1 1 0,-1-1 0,1 0 0,0 0 0,-1 0 0,1 0 0,0-1 0,0 0 0,5 0 0,-4 0-33,0-1 0,0 1 0,0-1 0,1-1 0,-1 1 0,-1-1 0,1 0-1,0 0 1,0 0 0,-1-1 0,1 1 0,-1-1 0,0 0 0,0 0 0,0-1-1,0 1 1,5-7 0,1-2-439,-1-1-1,0 0 0,-1 0 1,11-23-1,-14 24-169,0-1 1,-1 1 0,0-1-1,-1 0 1,3-21 0,-2-65-5487,-4 98 6030,0-3-241,0 0 0,-1 0 1,1 0-1,-1 0 0,0 0 0,0 1 0,0-1 0,0 0 1,0 0-1,-1 1 0,-4-7 0,-10-10 356,-6 0 6719,22 36-4235,0 56-719,17 140 0,-4-124-1081,2 94 0,-11 89 87,-4-265-799,0 18 9,-5 41-1,4-58-13,0 1 0,-1-1 0,0 0 0,-1 0 0,1 0 0,-1 0 0,-1-1 0,1 1 0,-9 11 0,11-17-13,-1 1 0,1-1 0,0 0-1,-1 1 1,1-1 0,-1 0 0,1 0 0,-1 0 0,0 0 0,0 0-1,1 0 1,-1 0 0,0-1 0,0 1 0,0-1 0,0 1-1,0-1 1,0 0 0,1 1 0,-1-1 0,0 0 0,0-1-1,0 1 1,0 0 0,0 0 0,-3-2 0,2 1-92,-1 0 1,1-1-1,-1 1 1,1-1-1,0 0 1,0 0-1,0 0 1,0-1-1,0 1 1,0-1-1,1 1 1,-1-1-1,-2-4 1,-4-8-928,0-1 1,2-1-1,0 0 1,0 0-1,2 0 1,0-1-1,1 1 1,-3-32-1,5-20-5559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8.8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27 7555,'0'0'4917,"1"-5"-4404,4-16-100,-2 27 2607,-2 9-3215,6 376 1936,0-9 80,-7-358-1731,0-1 15,0 0 0,4 22 1,2-27-12,-6-18-93,1 0 0,-1 1 0,0-1-1,0 0 1,0 0 0,1 1-1,-1-1 1,0 0 0,0 0 0,1 1-1,-1-1 1,0 0 0,0 0-1,1 0 1,-1 0 0,0 1 0,1-1-1,-1 0 1,0 0 0,1 0-1,-1 0 1,0 0 0,1 0 0,-1 0-1,0 0 1,1 0 0,-1 0 0,1-1-19,0 0 1,0 1-1,0-1 1,0 0 0,0 0-1,0 0 1,-1 0 0,1 0-1,0 0 1,-1 0 0,1-1-1,0 1 1,-1 0 0,1 0-1,-1 0 1,0-1 0,0 1-1,1 0 1,-1 0-1,0-1 1,0 0 0,6-84-2452,-5-4-3551,-1 29-997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9.1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270 1 5475,'0'0'7005,"-10"4"-6580,-44 24-192,-79 56 0,126-80-233,0 2-1,0-1 1,1 1-1,-1 0 1,1 0-1,1 1 1,-8 10-1,11-13 55,0 0 0,0 1 0,0-1-1,0 1 1,1-1 0,0 1 0,0 0-1,0-1 1,1 1 0,-1 0 0,1 0 0,0 0-1,1-1 1,-1 1 0,2 5 0,-1-5 75,1-1 1,-1 1-1,1 0 0,0 0 1,0-1-1,1 1 1,0-1-1,0 0 0,0 0 1,0 0-1,0 0 1,1 0-1,0-1 1,7 7-1,6 2 136,1-1-1,24 12 1,-32-18-188,4 3-162,0-1 0,1 0 0,-1-1 0,1-1 1,1-1-1,-1 0 0,0 0 0,1-2 0,17 2 0,-32-5-89,0 1 0,-1-1 0,1 0 0,-1 1-1,1-1 1,-1 0 0,1 1 0,-1-1-1,0 0 1,1 0 0,-1 1 0,0-1 0,0 0-1,1 0 1,-1 0 0,0 1 0,0-1-1,0 0 1,0 0 0,0 0 0,0 0 0,0 0-1,0-2-521,0-23-5382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19.8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285 109 9060,'0'0'4546,"-1"-7"-4047,-1-3-363,-2-27 456,4 35-561,-1 1-1,0-1 1,1 0-1,-1 0 0,0 1 1,0-1-1,0 1 0,-1-1 1,1 1-1,0-1 1,-1 1-1,1-1 0,0 1 1,-1 0-1,0 0 0,1 0 1,-1 0-1,-2-1 1,-33-16-219,28 16 182,-1-1 0,0 2 1,0-1-1,0 2 0,0-1 0,1 1 1,-13 2-1,-8-2 52,27 1-35,0-1 0,0 1 0,0 0 0,0 0 0,1 0 0,-1 0 0,0 1 0,0-1 0,1 1 0,-1-1 0,1 1 0,-1 0 0,1 0 0,0 0 0,-1 1 0,1-1 0,0 0 0,-2 5 0,0-1 76,0 0 1,0 0-1,1 0 0,0 1 0,0-1 1,0 1-1,-1 8 0,-4 35 755,3 1 0,2 0 0,4 61 1,0-38 118,-1-70-898,0 1 0,0 0 0,0-1 1,1 1-1,0-1 0,0 1 0,0-1 0,0 0 0,1 1 0,0-1 1,0 0-1,3 5 0,-3-7-41,-1 0 0,1 0 0,0 0 0,0-1 0,0 1 0,0-1 0,0 1 0,1-1 0,-1 0 0,0 0 0,1 0 0,-1 0 0,0 0 1,1 0-1,-1-1 0,1 1 0,0-1 0,-1 0 0,1 0 0,-1 0 0,1 0 0,-1 0 0,4-1 0,-2 0-37,0 0 1,0-1-1,0 1 1,0-1-1,0 0 1,0 0-1,0 0 1,-1-1-1,1 1 1,-1-1-1,0 0 1,0 0-1,0 0 1,0 0-1,0-1 1,-1 1-1,1-1 1,-1 0-1,0 1 1,2-5-1,5-12-675,0-1 0,9-32 0,-18 53 688,8-33-1977,-1-1 0,-2 0 0,-2-1 0,0-61 3743,1 118 1165,4 35-1434,0 61-1,-6-73-1451,1 1-1,3 0 0,11 46 1,-12-82-1578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0.2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7171,'0'0'7620,"49"226"-6292,-38-157-239,-5-6-241,-6-19-303,4-16-289,-1-19-256,1-9 0,-1 0-817,-3-12-2832,0-29-1186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0.5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2545,'0'0'11285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0.9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256 81 5202,'0'0'5883,"-6"-9"-5085,-18-31-310,22 38-443,1 0 0,-1 0 0,0-1 0,0 1 0,0 0 0,0 1 0,0-1 0,-1 0 0,1 0 0,0 1 0,-1 0-1,1-1 1,-1 1 0,1 0 0,-1 0 0,0 0 0,-3 0 0,-2 0 173,0 0-1,-1 1 1,1 0-1,-9 1 1,-2 0 299,15-1-479,1 1-1,-1 0 1,1 0-1,-1 0 1,0 0-1,1 0 1,0 1-1,-1 0 1,1 0-1,0 0 1,0 0-1,0 0 1,0 0-1,0 1 1,1 0-1,-1-1 1,1 1-1,0 0 1,-1 0-1,1 0 1,-2 6-1,-2 3 77,0 0 0,1 0 0,0 0-1,1 0 1,-3 15 0,1 12 328,2 0 0,2 0 0,3 44 0,0-28 351,-2-44-656,2-1-1,0 0 1,0 1-1,1-1 1,0 0-1,0 0 1,1 0-1,5 10 1,-6-16-91,0 0-1,0-1 1,0 1-1,1-1 1,0 1-1,-1-1 1,1 0-1,0 0 1,0 0-1,1 0 1,-1-1-1,0 1 1,1-1-1,0 0 1,-1 0-1,1 0 1,0 0-1,0-1 1,0 0-1,0 0 1,1 0-1,6 1 1,-6-2-60,0 1 0,0-1 0,0 0 0,0 0 0,0-1 1,1 1-1,-1-1 0,0 0 0,0-1 0,-1 1 0,1-1 1,0 0-1,0 0 0,-1-1 0,5-2 0,1-3-290,-1 0-1,-1-1 1,0 1-1,0-1 0,9-14 1,-7 10-543,-1-1 0,0 0 0,-1 0 0,0-1 0,-1 0 0,-1-1 0,-1 0 0,5-17 1,-2-15-3538</inkml:trace>
  <inkml:trace contextRef="#ctx0" brushRef="#br0" timeOffset="1">256 81 9556</inkml:trace>
  <inkml:trace contextRef="#ctx0" brushRef="#br0" timeOffset="2">256 81 9556,'66'100'3138,"-69"-49"-1233,-1 18-145,4 9-287,0 1-16,0-10-497,0-19-528,4-22-384,13-22-48,4-6-400,-3 0-560,3-31-1601,-4-13-2514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1.3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12982,'0'0'1953,"1"26"90,-1-25-2018,2 55 1896,16 103-1,-2-65-275,17 78 629,-32-170-2259,-1 0 0,1-1 0,0 1 0,0 0-1,0 0 1,0 0 0,0 0 0,0-1 0,0 1-1,2 1 1,-3-3-15,0 0 0,1 1 0,-1-1 0,0 0 1,0 0-1,1 0 0,-1 1 0,0-1 0,1 0 0,-1 0 0,0 0 0,0 0 0,1 0 0,-1 0 0,0 0 0,1 0 0,-1 1 0,0-1 0,1 0 0,-1 0 0,0-1 1,1 1-1,-1 0 0,0 0 0,1 0 0,-1 0 0,1 0 0,-1-1-5,1 1 0,0-1 0,-1 0-1,1 1 1,-1-1 0,1 0 0,-1 0 0,1 1 0,-1-1 0,1 0 0,-1 0 0,0 0-1,1 0 1,-1 0 0,0 0 0,8-35-1088,5-56 0,2-18-1865,-10 90 1809,0 1-1,1-1 1,1 1-1,0 1 0,15-25 1,-17 35 596,-1 1 0,2 0 0,-1 0 0,1 1 0,0-1 1,10-7-1,-12 11 484,1 0 1,-1 0 0,0 1-1,1-1 1,0 1 0,-1 0-1,1 1 1,0-1 0,0 1-1,0 0 1,0 0 0,5 0-1,-7 1 269,1 0 1,-1 0-1,0 0 0,0 1 0,0-1 0,0 1 0,0 0 0,0 0 0,-1 0 1,1 0-1,0 1 0,0-1 0,-1 1 0,1-1 0,-1 1 0,1 0 0,-1 0 1,0 0-1,0 1 0,0-1 0,0 0 0,0 1 0,0-1 0,0 1 0,1 4 1,3 7 329,0-1 0,-2 1 1,0 0-1,3 17 1,-5-25-434,7 45 1227,-3 0-1,1 100 0,-7-175-17114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1.7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1 8868,'0'0'7524,"-7"166"-7204,4-138-320,-4-12-449,-4-16-4417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2.9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51 5202,'0'0'1670,"-3"-6"-1488,-11-20 101,5 14 4347,9 25-3606,2 3-990,0 66 1570,4 1 1,3 0 0,29 114 0,-25-156-712,-13-40-887,0-1-1,0 0 1,0 0-1,0 0 1,1 0-1,-1 1 1,0-1-1,0 0 1,0 0-1,0 0 1,0 0-1,0 0 1,0 1-1,1-1 1,-1 0-1,0 0 1,0 0-1,0 0 1,0 0-1,1 0 1,-1 0-1,0 0 1,0 0-1,0 0 1,0 1 0,1-1-1,-1 0 1,0 0-1,0 0 1,0 0-1,1 0 1,-1 0-1,0 0 1,0-1-1,0 1 1,0 0-1,1 0 1,-1 0-1,0 0 1,0 0-1,0 0 1,0 0-1,1 0 1,-1 0-1,0 0 1,0 0-1,0-1 1,0 1-1,0 0 1,0 0-1,1 0 1,-1 0-1,0 0 1,0-1-1,0 1 1,0 0-1,0 0 1,0 0-1,0 0 1,0-1-1,0 1 1,5-20-543,0 0 1,-2 0-1,-1 0 1,0-1-1,-2-26 1,2-11-909,1 20-376,2 0 0,2 0 0,14-45 0,8 4 2964,-29 78-1086,1 0 1,-1 0 0,0 0-1,1-1 1,-1 2-1,1-1 1,-1 0 0,1 0-1,0 0 1,-1 0 0,1 0-1,0 0 1,0 1-1,-1-1 1,1 0 0,0 0-1,0 1 1,0-1-1,0 1 1,0-1 0,1 0-1,-1 2 0,0-1 0,0 1 1,0-1-1,0 1 0,0 0 0,0-1 0,0 1 0,0 0 0,0 0 1,-1-1-1,1 1 0,0 0 0,0 0 0,-1 0 0,1 0 0,-1 0 0,1 0 1,-1 0-1,1 0 0,-1 0 0,0 1 0,1-1 0,-1 1 0,21 66 1831,-3 1-1,8 71 1,1 0 562,-22-115-2080,-4-18-226,0 1 0,0 0 0,1-1 1,1 1-1,-1-1 0,7 14 1,-9-21-144,1 0 0,-1 0 1,0 0-1,0 1 0,0-1 0,0 0 1,0 0-1,0 0 0,1 0 0,-1 0 1,0 0-1,0 0 0,0 1 1,0-1-1,1 0 0,-1 0 0,0 0 1,0 0-1,0 0 0,0 0 0,1 0 1,-1 0-1,0 0 0,0 0 1,0 0-1,1 0 0,-1 0 0,0 0 1,0 0-1,0 0 0,0 0 0,1 0 1,-1 0-1,0 0 0,0 0 1,0 0-1,1-1 0,-1 1 0,0 0 1,0 0-1,0 0 0,0 0 0,0 0 1,1 0-1,-1-1 0,0 1 1,0 0-1,0 0 0,0 0 0,0 0 1,0-1-1,0 1 0,0 0 1,0 0-1,0 0 0,0 0 0,1-1 1,-1 1-1,0 0 0,0 0 0,0 0 1,0-1-1,0 1 0,-1 0 1,1 0-1,0 0 0,0-1 0,3-16-143,6-70-1243,15-112-3393,-19 171 2703,2 1-1,0-1 0,2 2 1,25-52-1,-33 74 1839,1 0 0,0 0 0,1 1 0,-1-1 0,1 1 0,0-1 0,-1 1 0,1 0 0,1 0 0,-1 0 0,0 1 0,1-1 0,5-2 0,-5 3 662,0 1 0,0-1 0,0 1 0,1 1 0,-1-1 0,0 0 0,1 1 0,4 0 0,-6 0-101,0 0 0,0 1 0,-1-1 0,1 1 0,0 0 0,0 0 0,0 0 0,-1 0 0,1 0 0,0 1 0,-1-1 0,1 1 0,3 2 0,-1 1 45,0 0 0,0 0 1,0 1-1,0-1 0,4 8 0,4 8 410,-2 1 0,12 28 0,-21-45-535,8 21 104,0 0 0,-2 1 0,-1 0 1,-1 0-1,-1 1 0,-2-1 0,1 36 0,-4-89-8178,0-7-227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3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214 127 2545,'0'0'7283,"0"-12"-6445,0-72 1249,0 83-2012,0 0 0,0 0 0,0 0 0,0 0 0,-1 0 0,1 0 1,0 0-1,0 0 0,-1 0 0,1 0 0,-1 0 0,1 0 1,-1 0-1,1 1 0,-1-1 0,1 0 0,-1 0 0,0 0 0,1 1 1,-1-1-1,0 0 0,0 1 0,0-1 0,0 1 0,1-1 1,-1 1-1,0-1 0,0 1 0,0-1 0,-1 1 0,-4-1 152,1 0 0,-1 0 0,1 1 0,-10-1 0,-6 0-103,11 0-75,0 1 1,-20 0 0,11 1-63,17-1 13,0 0 1,1 1-1,-1-1 1,1 0-1,-1 1 0,1-1 1,-1 1-1,1 0 1,-1-1-1,1 1 1,-1 0-1,1 0 0,0 0 1,-1 0-1,1 0 1,0 0-1,0 1 1,0-1-1,0 0 0,0 0 1,-1 2-1,-1 3 33,0-1 0,0 1 0,1 0-1,-3 8 1,-1 11 312,1-1 1,1 1-1,-2 37 0,5 78 1839,2-73-1304,-1-55-679,0 0 1,1 0-1,0 0 1,1-1-1,5 22 0,-6-31-175,0 1 0,0 0 0,0-1 0,1 1 0,-1-1 1,1 1-1,-1-1 0,1 0 0,0 0 0,0 0 0,0 0 0,0 0 0,0 0 0,1 0 0,-1-1 0,0 1 0,1-1 0,-1 0 0,1 1 0,0-1 0,-1 0 0,1-1 0,0 1 0,0 0 0,0-1 0,-1 0 0,1 1 1,5-1-1,-3-1-40,0 1 0,0-1 1,0 0-1,0 0 0,0 0 1,-1-1-1,1 1 0,0-1 1,-1 0-1,1-1 0,-1 1 1,0-1-1,0 0 0,0 0 1,0 0-1,0-1 0,-1 1 1,1-1-1,4-7 0,2-3-429,-1-1-1,-1 0 0,0 0 0,8-26 1,-9 22-412,-2-1-1,0 0 1,-1 0 0,2-27 0,-3-80-7294,-3 107 6098,-3-7-777,-3 17 3342,-5 6 4860,10 9-2829,1 43 352,-2-15-2107,2 1 1,2-1 0,1 0-1,1 0 1,9 33 0,-8-49-667,11 31 221,-15-45-367,0 0 1,0-1 0,0 1 0,1-1 0,0 0 0,-1 1 0,1-1 0,0 0 0,0 0-1,0 0 1,0 0 0,0-1 0,1 1 0,2 2 0,-4-4-244,1 1 1,-1-1-1,1 0 1,-1 1-1,1-1 1,-1 0-1,1 0 1,-1 0-1,1 0 1,-1 0-1,1 0 1,-1 0-1,1-1 0,-1 1 1,0 0-1,1-1 1,-1 1-1,1-1 1,-1 0-1,0 1 1,1-1-1,-1 0 1,0 0-1,0 0 1,2-2-1,11-21-4839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4.0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 3314,'0'0'7446,"0"0"-7418,-1 0 0,1-1 0,0 1 0,0 0 0,-1 0 1,1 0-1,0 0 0,0 0 0,-1 0 0,1 0 0,0 0 1,0 0-1,-1 0 0,1 0 0,0 0 0,0 0 0,-1 0 1,1 0-1,0 0 0,0 0 0,-1 0 0,1 0 0,0 1 1,0-1-1,0 0 0,-1 0 0,1 0 0,0 0 0,0 0 1,0 1-1,-1-1 0,1 0 0,0 0 0,0 0 0,0 1 1,0-1-1,0 0 0,-1 0 0,1 0 0,0 1 0,0-1 1,0 1-1,-2 5 107,1 1 0,0-1 0,1 1 0,-1 0 0,1-1-1,0 1 1,2 9 0,-1 11 234,-1-14-169,10 437 4493,-3-293-3894,11 113 105,-11-232-768,2-24-31,-4-14-103,-1-9-115,2-51-4477,-2-77 0,-4 83-324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4.4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199 18 7043,'0'0'8119,"9"-3"-7396,19-9-389,-26 9-212,-21 9-5,5-1-42,0 1 0,-17 12 1,1-2-38,18-10-12,-3 1 0,-1 2 0,-22 15 0,34-21-18,1 0 0,-1 0 0,1 0 0,-1 1 0,1-1 0,0 1 0,1 0 0,-1 0 0,1 0 0,-1 0 0,1 0 0,0 0 0,1 1 0,-3 6 0,2-3 39,1-1-1,0 1 1,0-1-1,0 1 1,1 0-1,0-1 0,1 1 1,0-1-1,0 1 1,0-1-1,1 1 0,0-1 1,1 0-1,-1 1 1,1-2-1,1 1 1,-1 0-1,1 0 0,9 10 1,11 9 138,40 33 0,-51-49-186,0 0 0,1 0-1,0-2 1,1 1 0,21 7 0,-29-13-423,0-2 1,0 1 0,0-1-1,0 0 1,0-1 0,12 0-1,-17 0 154,-1 0 167,-1 0-1,1 0 1,-1 0-1,1 0 1,-1 0-1,1 0 1,-1 0-1,1 0 1,-1 0-1,0 0 1,1 0-1,-1-1 1,1 1-1,-1 0 1,1 0-1,-1 0 1,1-1-1,-1 1 1,0 0-1,1-1 1,-1 1-1,0 0 1,1-1-1,10-23-5117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5.1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256 148 6275,'0'0'4191,"1"-10"-3289,1-5-635,2-35 1083,-4 50-1030,0-3-264,0 1 0,0 0 1,-1 0-1,1-1 0,-1 1 1,1 0-1,-1 0 0,0 0 1,1 0-1,-1 0 0,0 0 1,-1 0-1,1 0 1,0 0-1,0 0 0,-1 0 1,1 1-1,-1-1 0,0 0 1,1 1-1,-1 0 0,0-1 1,0 1-1,0 0 0,0 0 1,0 0-1,0 0 0,0 0 1,0 0-1,-1 1 0,1-1 1,0 1-1,-3-1 0,2 1-14,-1 0 1,1-1-1,0 1 0,0-1 0,0 0 0,-1 0 0,-2-2 0,3 1-1,-1 1-1,1 0 1,0 0 0,0 0-1,-1 0 1,1 1-1,-5-1 1,-19-1 112,20 1-138,0 1 0,0 0 0,0 0 0,-10 1 0,15 0 5,-1-1 0,1 1 0,-1 0 0,1 0 0,-1 0 0,1 0 0,0 1 0,0-1 0,-1 1 0,1-1 0,0 1 0,0 0 0,0-1 0,1 1 0,-1 0 0,-1 3 0,-2 1 95,2 1 1,-1 0-1,1 0 0,0 0 0,0 1 0,0-1 0,-1 10 1,-6 57 1050,10-72-1138,-5 189 2512,5-143-1993,0-46-510,0 9 127,0 0-1,1 0 1,0 0 0,3 14 0,-3-22-142,0-1 1,0 1-1,0-1 1,0 1 0,0-1-1,0 0 1,1 0-1,-1 1 1,1-1-1,-1 0 1,1 0 0,0-1-1,0 1 1,0 0-1,0 0 1,0-1 0,0 0-1,1 1 1,-1-1-1,0 0 1,1 0-1,-1 0 1,3 1 0,0-1-25,-1 0-1,0 0 1,1-1 0,-1 1 0,1-1 0,-1 0 0,1 0 0,-1-1 0,1 1 0,-1-1 0,0 0 0,1 0 0,-1 0 0,0-1 0,0 1 0,1-1 0,-1 0 0,-1-1 0,1 1 0,0-1 0,-1 1 0,1-1 0,-1 0 0,0 0 0,0-1 0,6-6 0,0-4-419,1-1 1,-2-1 0,0 1-1,-1-2 1,8-25-1,-7 13-1161,-2 0-1,-1 0 0,-1 0 1,-1-1-1,-3-52 1,0 65 2193,3 33 3141,-3 1-2742,1 6-572,1 0-32,4 34 448,2-1 1,21 79-1,-17-107-448,-3-17-1639,4-7-4999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6.5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382 126 1761,'0'0'5685,"-14"-9"-4735,-7-5-547,1 0 580,-29-14 0,41 25-683,-1 1 1,0 0-1,0 1 1,0 0-1,0 0 0,0 1 1,1 0-1,-1 0 1,-18 4-1,21-2-284,0-1 0,0 1 0,0 1 0,0-1 0,0 1 0,0 0 0,1 0 0,-1 1 0,1 0 0,0 0 0,0 0 0,1 0 0,-1 1 0,1 0 0,0 0 0,-7 10 0,2-1 117,1 0 1,1 1-1,1 0 1,0 0-1,-7 27 0,3 7 511,3 1 1,1 0-1,3 0 0,5 79 0,-3-128-615,1 1 0,0 0 0,0-1 0,1 1 0,-1-1 0,0 1 0,0 0 1,1-1-1,-1 1 0,1-1 0,-1 1 0,1-1 0,0 1 0,0-1 0,0 1 1,-1-1-1,1 0 0,1 1 0,-1-1 0,0 0 0,0 0 0,2 2 0,0-2 23,0 0-1,0-1 0,1 1 0,-1 0 0,0-1 0,0 1 1,1-1-1,-1 0 0,0 0 0,7-2 0,-6 2-32,1-1 0,-1 0 0,1 0-1,-1-1 1,0 1 0,0-1 0,1 0-1,-1 0 1,0-1 0,-1 1 0,1-1 0,0 0-1,-1 0 1,5-5 0,4-5-169,-1-1 0,14-22-1,-12 17-115,13-19-1245,-2-2 0,24-54-1,-34 61-606,-1-1 0,-2 0 0,11-57 0,-12 29-622,1 0 892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6.9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4 2465,'0'0'7235,"-1"-2"-6250,0 2-957,1 0 1,0 0-1,0 0 0,0 0 1,0 0-1,0-1 0,0 1 1,0 0-1,0 0 0,0 0 1,0 0-1,-1 0 0,1 0 1,0 0-1,0 0 0,0 0 1,0 0-1,0-1 0,0 1 1,-1 0-1,1 0 0,0 0 1,0 0-1,0 0 0,0 0 1,0 0-1,0 0 0,-1 0 1,1 0-1,0 0 0,0 0 1,0 0-1,0 0 1,0 0-1,-1 0 0,1 0 1,0 0-1,0 1 0,0-1 1,0 0-1,0 0 0,0 0 1,-1 0-1,1 0 0,0 0 1,0 0-1,0 0 0,0 0 1,0 1-1,0-1 0,0 0 1,0 0-1,0 0 0,0 0 1,0 0-1,0 0 0,-1 1 1,1-1-1,0 0 0,0 0 1,0 0-1,-2 18 794,1 36-372,2-36-107,-1 960 5569,0-978-6032,0-16-6550,3-5 1271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7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 7796,'0'0'5650,"-18"210"-4177,15-163-449,3-9-479,0-13-321,0-13-112,0-8-112,-4-17-3330,-6-15-1072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7.6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 7555,'0'0'7028,"178"-28"-15800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8.6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33 3073,'0'0'9466,"0"-6"-8444,0 5-762,0-18-34,0 13 433,1 10 1179,22 183-1742,-5-49 197,9 204 466,-9-93-19,-11-202-665,-7-44-168,0-31-9101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9.0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9764,'0'0'2866,"181"0"-2226,-129 6-496,-3 0-144,-7 4-736,-4-10-3938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9.3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252 95 1185,'0'0'6795,"-4"-10"-6272,-2-5-399,-15-31 218,19 45-160,0-1 0,-1 0 0,1 1 0,-1 0 0,1 0 0,-1 0-1,1 0 1,-1 0 0,0 0 0,1 1 0,-4-1 0,-7-3 114,4 2-253,-1 1 1,0-1-1,0 1 0,1 1 1,-1 0-1,-16 2 0,-8-1 356,31-1-347,1 1 1,0-1-1,0 0 1,0 1 0,0-1-1,0 1 1,-1 0 0,1 0-1,0 0 1,1 0-1,-1 0 1,0 0 0,0 0-1,0 1 1,1-1 0,-1 1-1,0-1 1,1 1 0,0 0-1,-1-1 1,1 1-1,0 0 1,0 0 0,0 0-1,0 0 1,0 0 0,0 0-1,1 0 1,-1 0-1,0 4 1,-1 7 111,0 0-1,0 1 1,1 24-1,1-31-90,0 54 489,4 115 1034,-2-154-1290,1 0 1,1 0-1,1 0 1,1-1-1,16 40 0,-20-58-277,-1 0 0,1 0 0,-1 0 0,1-1-1,0 1 1,0-1 0,0 1 0,1-1-1,-1 1 1,0-1 0,1 0 0,0 0-1,-1 0 1,1-1 0,0 1 0,0-1 0,0 1-1,0-1 1,0 0 0,0 0 0,1-1-1,-1 1 1,0 0 0,0-1 0,1 0-1,-1 0 1,0 0 0,0 0 0,1 0 0,-1-1-1,0 0 1,0 1 0,0-1 0,0 0-1,1-1 1,2-1 0,2-2-69,0-1 0,-1 1-1,0-1 1,0-1 0,0 0 0,-1 0-1,0 0 1,7-11 0,38-70-1916,-40 67 747,-1-1 1,0 0 0,-2-1 0,-1 0 0,-1 0 0,5-34-1,-6 3-2158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29.7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0 16 64</inkml:trace>
  <inkml:trace contextRef="#ctx0" brushRef="#br0" timeOffset="1">0 16 64,'88'-15'5378,"-88"40"-2960,3 28-97,8 4-416,3 12-241,-1 3-207,-2-3-449,-1-10-447,1-8-305,3-20-176,-4-3-32,1-9-48,-4-13-16,-4 1-592,1-26-9877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0.2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6755,'0'0'6411,"1"36"-5309,3 119 82,10-10 700,-6-77-822,0 36 584,-8-96-1332,2-15-155,-1-16-227,-1 18-3,7-209-4307,-4 184 3463,1 0 0,2 1 1,1-1-1,1 1 0,13-31 0,-21 58 1011,1 0-1,0 0 1,0 1-1,0-1 0,0 0 1,0 0-1,1 0 1,-1 1-1,0-1 0,1 1 1,-1-1-1,1 1 1,0 0-1,2-2 0,-3 2-7,0 1 0,0 0-1,1 0 1,-1 0 0,0 0-1,0 0 1,0 0 0,0 0-1,0 0 1,0 0 0,0 1-1,0-1 1,0 0 0,0 1 0,0-1-1,-1 1 1,1-1 0,0 1-1,0-1 1,0 1 0,0-1-1,0 1 1,-1 0 0,1 0-1,0-1 1,-1 1 0,1 0-1,-1 0 1,1 0 0,-1 0-1,2 1 1,5 12 474,0 1 0,0 0 0,-1 0 0,-1 0 0,6 31 0,-3-15 55,20 96 1373,10 35-211,-36-156-1742,-2-5-33,0 0 0,0 0 0,0-1 0,0 1 0,0 0 0,0 0 0,1-1-1,-1 1 1,0 0 0,0-1 0,1 1 0,-1 0 0,0-1 0,1 1 0,-1 0 0,1-1 0,-1 1-1,1-1 1,-1 1 0,1-1 0,-1 1 0,1-1 0,-1 1 0,1-1 0,0 0 0,-1 1 0,1-1-1,0 0 1,-1 0 0,1 1 0,0-1 0,0 0 0,-1 0 0,2 0 0,-1-1-19,0 0 1,-1 0 0,1 0 0,0 0 0,-1 0-1,1 0 1,-1 0 0,1 0 0,-1 0-1,0 0 1,1-1 0,-1 1 0,0 0-1,0 0 1,0 0 0,0-3 0,2-5-118,10-49-742,29-115-3416,-32 145 3130,0 0-1,2 1 0,27-50 0,-33 69 974,0 0 0,1 1 0,0 0 0,0 0 0,0 0 0,1 1-1,0 0 1,1 0 0,-1 0 0,13-6 0,-17 10 293,0 1 0,0 0-1,1-1 1,-1 1 0,0 1 0,0-1 0,1 0-1,-1 1 1,0-1 0,0 1 0,1 0-1,-1 0 1,0 1 0,1-1 0,-1 1 0,0-1-1,1 1 1,-1 0 0,0 0 0,0 0-1,0 1 1,0-1 0,0 1 0,0 0-1,-1 0 1,1 0 0,0 0 0,-1 0 0,1 0-1,-1 1 1,0-1 0,2 4 0,6 8 316,0 1 0,-2 0 0,0 0 0,0 1 1,-2 0-1,0 0 0,0 0 0,2 18 0,-1 0 199,-2 1 0,-2-1 0,0 38 0,-1-67-151,-1-3-1489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1.0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5282,'0'0'6918,"0"8"-6005,3 58 374,18 93 0,-6-53-302,-4-17-363,51 337 1637,-60-412-2191,0-2 17,0 0-1,1 0 1,0 0-1,1-1 1,0 1-1,1-1 1,8 15-1,-13-26-80,0 0-1,0 1 0,0-1 1,0 0-1,1 0 1,-1 1-1,0-1 0,0 0 1,0 0-1,0 0 0,1 0 1,-1 1-1,0-1 1,0 0-1,1 0 0,-1 0 1,0 0-1,0 0 1,0 0-1,1 0 0,-1 0 1,0 1-1,0-1 0,1 0 1,-1 0-1,0 0 1,0 0-1,1 0 0,-1 0 1,0 0-1,0 0 0,1-1 1,-1 1-1,0 0 1,0 0-1,1 0 0,-1 0 1,0 0-1,0 0 0,0 0 1,1-1-1,-1 1 1,0 0-1,0 0 0,0 0 1,1 0-1,-1-1 0,0 1 1,0 0-1,0 0 1,0 0-1,0-1 0,1 1 1,-1 0-1,0 0 1,0-1-1,0 1 0,0 0 1,0-1-1,6-19-394,-2-1 0,0 0 0,2-38 0,-3 29-379,3-81-2569,-5 73 1872,1 0 0,2 1 0,2-1-1,15-54 1,-20 87 1456,1 1-1,0-1 1,0 1-1,0-1 1,0 1-1,1 0 1,-1 0-1,1 0 1,1 0 0,5-6-1,-6 8 214,0 0 0,0 0 0,1 0 0,-1 0 1,0 1-1,1 0 0,0-1 0,-1 1 0,1 0 0,0 1 0,-1-1 0,1 1 1,0-1-1,5 2 0,-6-1-45,1 1 0,0-1 0,-1 1 0,1 0 0,-1 0 1,1 1-1,-1-1 0,0 1 0,1 0 0,-1 0 0,0 0 0,0 0 0,0 0 1,-1 1-1,1-1 0,0 1 0,-1 0 0,0-1 0,1 1 0,-1 0 1,2 4-1,5 9 404,-1 0 1,12 33-1,-18-44-430,7 22 159,-2 1 0,-2-1 0,0 1 0,-2 0 1,0 0-1,-2 0 0,-2 0 0,-3 31 0,3-55-339,1-1 0,-1 1 0,1-1-1,-1 1 1,0-1 0,0 0-1,-1 1 1,1-1 0,-1 0 0,0 0-1,1 0 1,-1 0 0,-1 0-1,1 0 1,0-1 0,-1 1 0,1-1-1,-1 1 1,0-1 0,0 0-1,0 0 1,0 0 0,0-1 0,0 1-1,0-1 1,-1 0 0,1 0-1,0 0 1,-1 0 0,1 0 0,-1-1-1,1 1 1,-1-1 0,1 0 0,-8-1-1,10 1-96,-1-1 0,0 1-1,1-1 1,-1 1 0,1-1-1,-1 0 1,1 0 0,0 0-1,-1 0 1,1 0 0,0 0-1,-1 0 1,1 0 0,0 0-1,0-1 1,0 1 0,0 0 0,0-1-1,0 1 1,1-1 0,-1 1-1,0-1 1,1 1 0,-1-1-1,1 1 1,0-1 0,-1 0-1,1 1 1,0-1 0,0 0-1,0-2 1,-2-35-4347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1.7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284 116 5539,'0'0'5653,"0"-8"-5141,-3-25-170,2 31-280,1 0 0,-1 0 0,0 1 0,0-1 0,0 0 0,-1 0 0,1 0 0,0 1 0,-1-1 0,1 0 0,-1 1 1,1-1-1,-1 1 0,0 0 0,0 0 0,1 0 0,-1-1 0,0 2 0,0-1 0,0 0 0,0 0 0,0 1 1,-4-2-1,-17-8 62,18 7-113,0 0 0,-1 0 0,1 1 0,-1 0 1,0 0-1,1 0 0,-1 1 0,-10-2 1,-14-3 23,24 5 165,0 0 1,0 0-1,0 1 1,0 0 0,-11 1-1,-3 0-200,-10 12 635,21 10-550,6-16-79,-1 1 0,1 0-1,1 0 1,-1 0 0,2 0-1,-1 0 1,-1 13 0,3 63 429,1-42 2,-1-19-220,-1 6 247,1 0 0,2 1 0,1-1 0,1 0 0,10 36 0,-10-50-235,1-1 0,1 0-1,0 0 1,1 0 0,14 20-1,-19-31-200,0 0-1,1 0 1,-1 0 0,1-1-1,0 1 1,0-1-1,0 1 1,0-1 0,0 0-1,1 0 1,-1 0 0,0-1-1,1 1 1,0-1-1,-1 0 1,1 0 0,0 0-1,-1 0 1,1-1-1,0 1 1,0-1 0,0 0-1,0 0 1,-1-1-1,1 1 1,0-1 0,6-1-1,-5 0-41,1-1-1,-1 1 0,1-1 0,-1 0 0,0 0 1,0 0-1,-1-1 0,1 0 0,-1 0 0,0 0 1,0 0-1,0-1 0,3-5 0,5-7-480,-1-1-1,11-26 0,-10 17-922,-2 0 0,0-1 0,-2-1 0,-1 1 0,-1-1 0,-2-1 0,2-46 0,-5 13-3293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2.1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 5282,'0'0'8116,"-11"166"-6755,11-90-65,0-14-399,0-5-529,4-13-224,10-10-144,0-15-32,-4-6-128,1-10-1761,-1-3-1937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2.6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0 912,'0'4'11570,"-3"16"-10475,3 77 237,13 371 2552,16-177-2428,-29-289-1446,0 4 45,1-1 0,-1 1-1,1-1 1,1 0-1,-1 0 1,1 1 0,0-1-1,4 9 1,-6-14-51,0 0-1,0 0 1,0 1 0,0-1 0,1 0 0,-1 0 0,0 0-1,0 0 1,0 0 0,0 0 0,0 1 0,0-1-1,0 0 1,0 0 0,0 0 0,0 0 0,0 0-1,1 0 1,-1 0 0,0 0 0,0 0 0,0 0 0,0 1-1,0-1 1,0 0 0,1 0 0,-1 0 0,0 0-1,0 0 1,0 0 0,0 0 0,0 0 0,0 0 0,1 0-1,-1 0 1,0 0 0,0 0 0,0 0 0,0 0-1,0 0 1,1 0 0,-1 0 0,0-1 0,0 1-1,0 0 1,0 0 0,0 0 0,0 0 0,0 0 0,1 0-1,-1 0 1,0 0 0,0 0 0,0 0 0,0-1-1,0 1 1,0 0 0,4-10-81,2-26-1322,-1 0-1,-1-56 1,4-28-3031,-6 102 3349,1 1 1,1-1-1,1 1 1,10-27-1,-12 38 924,0-1 0,0 1 0,1 0 0,0 0-1,0 0 1,1 1 0,7-8 0,-9 10 343,0 1 0,0-1 0,0 1 0,0 0 0,0 0 0,1 0 0,-1 1 0,1-1 0,-1 1 0,1 0 0,0 0 0,0 0 0,-1 0 0,1 1 0,5-1 0,-5 1-32,-1 0 1,1-1 0,-1 2 0,1-1-1,-1 0 1,0 1 0,1-1-1,-1 1 1,1 0 0,-1 0 0,0 1-1,0-1 1,0 1 0,0-1 0,0 1-1,0 0 1,0 0 0,0 0 0,-1 1-1,1-1 1,-1 1 0,1-1 0,-1 1-1,3 5 1,6 9 152,-1 0 0,-1 0 0,0 1 0,-1 0 0,-1 0 0,-1 1 0,-1-1 0,5 32 0,-3 5 331,-2 98 0,-5-181-9669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3.0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19 6755,'0'0'3314,"-2"-3"-2535,-8-10-256,10 13-491,0 0 0,0 0 0,0 0 0,0-1 1,0 1-1,0 0 0,0 0 0,0 0 1,0 0-1,-1-1 0,1 1 0,0 0 1,0 0-1,0 0 0,0 0 0,0 0 1,0 0-1,-1 0 0,1 0 0,0-1 0,0 1 1,0 0-1,0 0 0,-1 0 0,1 0 1,0 0-1,0 0 0,0 0 0,0 0 1,-1 0-1,1 0 0,0 0 0,0 0 1,0 0-1,0 0 0,-1 0 0,1 0 0,0 0 1,0 1-1,0-1 0,0 0 0,-1 0 1,-2 9 290,0 13-335,3-22 33,-2 321 2438,4-166-1167,-2 175 722,1-317-1787,2-11-193,0-11-260,6-65-3143,-7 56 2181,4-44-3652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3.4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136 1 1761,'0'0'12109,"1"3"-11495,-1-1-572,0-1 0,0 1-1,-1 0 1,1-1 0,0 1 0,-1-1 0,1 1-1,-1 0 1,1-1 0,-1 1 0,0-1 0,1 0 0,-1 1-1,0-1 1,0 1 0,0-1 0,0 0 0,-1 0-1,-1 2 1,-32 26 276,18-17-242,10-6-58,1-1 0,-1 1 0,1 1 0,0-1 0,1 1 0,0 0 0,0 0 0,0 1 0,-5 12 0,9-16-3,-1 0 1,1 0-1,0 0 0,0 0 0,1 0 1,-1 0-1,1 1 0,0-1 0,0 0 1,0 0-1,1 1 0,-1-1 0,1 0 1,0 0-1,0 0 0,1 0 0,-1 0 1,1 0-1,0 0 0,0 0 0,0-1 1,4 6-1,3 1 89,0 0 0,1-1 0,-1 0 0,2 0 0,-1-1 0,1-1 1,1 1-1,-1-2 0,17 8 0,-13-8-54,1 0 0,-1-1 0,1 0 0,0-1 0,0-1 0,1-1-1,21 1 1,-24-2 35,-8-1-371,1 0 0,-1 0 1,0-1-1,10-1 0,-14 1 11,-1 1 0,1-1 0,-1 1 0,1-1-1,-1 0 1,0 0 0,1 1 0,-1-1 0,0 0 0,1 0-1,-1 0 1,0-1 0,0 1 0,0 0 0,0 0 0,0 0 0,-1-1-1,1 1 1,0-1 0,0 1 0,-1 0 0,1-3 0,4-18-6937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4.0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308 132 4898,'0'0'6467,"-1"-7"-5314,-1 3-1078,-13-43 1416,13 44-1447,1 0 0,-1 0 0,0 0 0,0 0 0,0 0 0,0 0 0,0 1 1,-1-1-1,1 1 0,-1 0 0,0 0 0,1 0 0,-1 0 0,-3-2 0,-18-7-15,20 8 32,0 0 0,-1 1 1,1 0-1,-1 0 0,0 0 0,0 1 0,0 0 1,0-1-1,0 2 0,-8-2 0,-26 1 498,26 0-377,-1 0-1,1 1 1,-1 1 0,-15 2-1,27-2-174,0 1 0,0-1-1,0 1 1,0 0 0,1-1-1,-1 1 1,1 0-1,-1 0 1,1 0 0,0 0-1,0 0 1,0 0 0,0 1-1,0-1 1,-1 5-1,-3 3 56,1 5 61,0-1 0,1 0-1,0 1 1,1-1-1,1 1 1,0 0-1,2 23 1,-1-15 153,0 38 640,3 90 1073,-2-143-1892,0 0-1,1 0 0,0 0 0,0-1 0,1 1 1,0-1-1,0 1 0,0-1 0,1 0 1,6 8-1,-8-13-79,0 0 0,0 0 1,0 1-1,0-1 0,0-1 0,0 1 1,1 0-1,-1 0 0,0-1 1,1 1-1,0-1 0,-1 0 0,1 0 1,0 0-1,0 0 0,-1-1 1,1 1-1,0-1 0,0 1 0,0-1 1,0 0-1,0 0 0,0 0 1,0-1-1,0 1 0,-1-1 0,1 1 1,0-1-1,0 0 0,0 0 1,3-2-1,-2 0-34,1 1 1,-1-1 0,0 0 0,0 0-1,0-1 1,0 1 0,0-1-1,5-8 1,24-38-619,-20 25-365,0 0 0,-1-1 0,-2 0 0,0-1 0,10-51 0,-15 45-2794,-1 0-1,0-48 0,-4 56 8075,0 45 1145,0 1-6160,-2 51 3112,2 51-22,1-102-2015,1 0 0,1-1 1,10 39-1,-11-54-265,0 1-1,0 0 1,1-1-1,5 10 0,-7-13-224,0-1 0,0 0 0,0 1-1,0-1 1,0 0 0,0 0-1,1 0 1,-1 0 0,0 0-1,1 0 1,-1-1 0,1 1-1,-1 0 1,1-1 0,-1 1-1,1-1 1,-1 1 0,1-1-1,0 0 1,-1 0 0,3 0-1,-3 1 12,-1-1-1,1 0 0,-1 0 0,1-1 0,-1 1 0,1 0 1,-1 0-1,1 0 0,-1 0 0,1 0 0,-1 0 1,1-1-1,-1 1 0,1 0 0,-1-1 0,1 1 0,-1 0 1,1 0-1,-1-1 0,0 1 0,1-1 0,13-23-4334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4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12886,'0'0'3938,"3"232"-1505,15-135-656,-4-6-273,-4-9-415,-3-32-289,0-19-432,-3-21-368,6-10 0,1-16-208,6-44-304,-3-18-368,4-7-1281,-5-6-817,8 22-1232,7-3-1616,4 25 223</inkml:trace>
  <inkml:trace contextRef="#ctx0" brushRef="#br0" timeOffset="1">405 98 6611,'0'0'4290,"63"188"-2561,-52-125-609,-1-16-303,-6-9-129,3-13-352,-4-16-336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5.0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3217,'0'0'0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5.8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195 142 4994,'0'0'8028,"1"-6"-7476,2-8-456,0 7 175,-1-1 1,-1 1-1,1 0 1,-1-1-1,-1 1 1,1-1-1,-2-11 1,0 17-289,1 1-1,-1-1 1,0 0-1,0 1 1,-1-1 0,1 1-1,0-1 1,0 1 0,-1-1-1,1 1 1,-1 0-1,1 0 1,-1 0 0,-3-2-1,-27-13-425,27 14 323,-4-1-125,0 1 1,0 0 0,-1 1 0,1 0 0,-1 0 0,1 1-1,-19 2 1,-4 0-110,31-2 361,0 0 1,0 1-1,0-1 1,0 0-1,0 1 0,0 0 1,0-1-1,0 1 1,0 0-1,1-1 0,-1 1 1,0 0-1,0 0 1,1 0-1,-1-1 1,0 1-1,1 0 0,-1 0 1,1 0-1,-1 0 1,1 0-1,-1 1 1,1-1-1,0 0 0,-1 0 1,1 0-1,0 0 1,0 0-1,0 3 0,-2 39 384,2-38-327,-1 23-127,0-18 156,1 1-1,0 0 1,0 0-1,3 12 1,-3-20-272,1-1 0,0 1-1,-1-1 1,1 0 0,0 1 0,0-1 0,1 0-1,-1 1 1,0-1 0,1 0 0,-1 0 0,1 0 0,0 0-1,-1-1 1,1 1 0,0 0 0,0-1 0,0 1-1,0-1 1,1 0 0,-1 0 0,4 2 0,21 4-5485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6.4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106 1 4498,'0'0'6622,"-2"1"-5462,-5 3-876,-1 1-1,1 0 0,0 1 0,0 0 1,1 0-1,-1 0 0,1 1 1,1 0-1,-1 0 0,1 0 1,1 1-1,-5 9 0,5-8-212,1 1 0,0 0 0,0 0 0,1 1 0,0-1 0,1 1 0,0-1 0,1 0 0,0 1 0,2 12 0,0-14-63,-1 0 0,1 0 0,1-1 0,0 1 0,0-1 0,1 0-1,0 0 1,5 8 0,46 60 62,-25-36 69,-19-26-104,-1 1 0,15 31 1,-22-38-38,1 0 0,-2 0 0,1 1 0,-1 0 0,-1-1 0,0 1 0,1 16 1,-2-25-10,0 1 1,-1 0 0,1-1 0,0 1 0,0 0 0,0-1 0,-1 1 0,1-1-1,0 1 1,-1-1 0,1 1 0,-1-1 0,1 1 0,-1-1 0,1 1 0,0-1 0,-1 1-1,0-1 1,1 1 0,-1-1 0,1 0 0,-1 0 0,1 1 0,-1-1 0,0 0 0,1 0-1,-1 1 1,0-1 0,1 0 0,-1 0 0,0 0 0,1 0 0,-1 0 0,0 0-1,1 0 1,-1 0 0,0 0 0,1-1 0,-1 1 0,1 0 0,-1 0 0,0 0 0,1-1-1,-2 0 1,-1 1-208,1-1 0,-1 0-1,0 0 1,0 0 0,0-1-1,1 1 1,-1-1 0,0 0-1,-3-3 1,2 0-619,0 0 1,1 0-1,0 0 0,-4-9 1,-8-23-7184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6.8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36 435 7988,'0'0'4823,"24"-29"-4641,75-97-719,-92 118 307,0-1-1,-1 0 0,0 0 1,0-1-1,-1 1 1,-1-1-1,1 0 0,4-20 1,-7 23 75,1-3-266,-1 0-1,0 0 1,0 0 0,-1-1 0,0 1-1,-1-1 1,0 1 0,-1 0 0,-3-14-1,3 21 425,0 0 0,-1 1 0,0-1 0,0 1 0,0-1 0,0 1-1,0 0 1,0 0 0,0-1 0,-1 2 0,1-1 0,-1 0 0,1 0-1,-1 1 1,0 0 0,0-1 0,-5-1 0,1 1 27,-1-1 1,0 1-1,1 1 1,-1-1 0,-16 0-1,6 1-2,13 1 64,-1 0-1,0 0 1,1 0-1,-1 0 1,-7 2-1,11-1-20,0-1 0,1 1-1,-1 0 1,0 0-1,0 0 1,1 0 0,-1 0-1,1 0 1,-1 0-1,1 1 1,-1-1-1,1 0 1,0 1 0,-1-1-1,1 1 1,0 0-1,0-1 1,0 1 0,0 0-1,0 1 1,-5 12 447,2 1 0,0-1 1,0 1-1,1 0 0,0 21 0,1 85 2042,3-72-1538,-1-35-751,1-1 0,0 0-1,1 1 1,0-1 0,1 0 0,1 0 0,8 20 0,-9-28-187,0 0 0,0 0 1,1 0-1,0 0 0,0 0 1,0-1-1,1 0 0,0 0 1,-1 0-1,2 0 0,-1-1 0,1 0 1,-1 0-1,1-1 0,0 1 1,0-1-1,12 4 0,-11-5-48,1 0 0,0 0 0,-1 0 1,1-1-1,0 0 0,0-1 0,-1 0 0,1 0 0,0 0 0,0-1 0,0 0 0,-1-1 0,10-3 0,-12 3-273,1 0-1,-1-1 1,-1 1-1,1-1 0,0 0 1,-1-1-1,9-6 1,-9 5-445,0 0 0,0 0 0,0-1 0,0 1 0,-1-1 0,0 1 0,3-10 0,7-31-6572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7.2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200 45 4034,'0'0'7315,"-5"-6"-6728,2 3-467,0-1-1,-1 1 1,1 0-1,-1 0 1,0 0-1,0 1 1,0-1-1,0 1 1,0 0-1,0 0 1,0 1-1,-1-1 1,1 1-1,-1 0 1,1 0-1,-1 0 1,0 0-1,-8 1 1,-1 0 56,7 0-40,1-1 0,-1 2 0,0-1 0,-7 2 1,12-1-109,0-1 1,0 1 0,0 0 0,0 0 0,0 0 0,1 0 0,-1 0 0,0 0 0,1 0-1,-1 0 1,1 1 0,-1-1 0,1 0 0,0 1 0,-1 0 0,1-1 0,0 1 0,-1 2-1,-2 4 118,0 1 0,1 0 0,0 0-1,1 0 1,0 0 0,-2 18 0,3 60 776,2-46-402,-2-10-15,2 0 0,1 0 0,1 0 0,12 47 0,-12-70-410,-1 1 0,2-1 1,-1 0-1,1 0 0,1 0 0,0 0 0,0-1 0,0 0 0,7 7 0,-8-9-48,1-1-1,1 0 1,-1 0 0,1 0 0,-1-1 0,1 1 0,0-1 0,0-1 0,0 1 0,1-1 0,-1 0 0,1-1 0,10 2 0,-7-2-41,0 0 0,0 0 0,0-1 0,0 0 0,14-3 1,-20 2-50,1 0 0,-1 0 1,0-1-1,1 1 0,-1-1 1,0-1-1,0 1 0,0 0 1,0-1-1,0 0 0,-1 0 1,1 0-1,4-5 0,1-4-579,0 0 1,-1 0-1,-1-1 0,0 0 0,8-19 0,-9 16-1423,0-1 0,3-18 0,-4-11-7143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7.8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233 97 4914,'0'0'4797,"0"-8"-4306,0-27-208,0 34-233,1 0-1,-1 0 1,0 0 0,0-1 0,0 1-1,-1 0 1,1 0 0,0 0 0,0-1-1,-1 1 1,1 0 0,-1 0 0,1 0-1,-1 0 1,1 0 0,-1 0 0,0 0-1,1 0 1,-1 0 0,0 0 0,0 0-1,0 0 1,0 1 0,1-1 0,-1 0-1,0 1 1,0-1 0,-1 0 0,1 1-1,0-1 1,-1 0 0,-10-6 385,10 5-378,0 1 1,0-1-1,-1 1 0,1-1 0,0 1 0,-1 0 0,1 0 0,0 0 0,-1 0 0,0 1 0,1-1 0,-1 0 0,1 1 0,-6 0 1,-45 1 966,28 0-757,22-1-241,0 0 0,0 1 0,0-1-1,0 1 1,0-1 0,0 1 0,0 0 0,0 0 0,0 0 0,0 1-1,1-1 1,-1 1 0,0-1 0,1 1 0,-1 0 0,1 0 0,0 0-1,0 0 1,0 1 0,0-1 0,0 1 0,0-1 0,0 1 0,1-1-1,-2 6 1,-1 3 152,0 1 0,1 0 0,1 1-1,0-1 1,1 0 0,0 1-1,1-1 1,2 21 0,-1 5 274,-2 13 247,0-6 265,5 49 0,-2-82-772,0 1-1,0 0 1,1 0 0,1-1-1,0 0 1,1 0-1,0 0 1,9 16-1,-13-26-166,1 0 0,-1 0-1,1 0 1,-1 0 0,1 0-1,0-1 1,-1 1 0,1-1-1,0 1 1,0-1 0,0 1-1,0-1 1,0 0 0,1 0-1,-1 0 1,0 0 0,1-1-1,-1 1 1,0-1 0,1 1-1,-1-1 1,0 0 0,5 0-1,-4 0-21,0-1-1,0 1 1,0-1-1,0 0 0,0 0 1,0-1-1,0 1 1,0 0-1,-1-1 0,1 0 1,0 0-1,-1 1 1,0-1-1,1-1 0,-1 1 1,0 0-1,0-1 1,2-2-1,8-14-437,0-1-1,-2 0 1,0-1-1,-1 1 1,-2-2 0,8-29-1,-8 16-1574,-1 1-1,-1-1 0,-1-51 0,-4 42-4549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8.2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0 10 5282</inkml:trace>
  <inkml:trace contextRef="#ctx0" brushRef="#br0" timeOffset="1">0 10 5282,'14'-9'3874,"-14"34"-944,0 28-625,0 23-64,0 8-833,7 4 1,4-3-337,3-22-495,3-13-369,-3-22-192,0-15-16,0-10-16,-4-3-977,4 0-463,4-35-881,-4-2-2242,0-17-3552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8.6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4610,'0'0'9562,"0"36"-7681,3 118-211,-1-126-972,1-1 0,12 48 0,-6-38-175,-3-2-58,-4-19-142,1 0 1,1 0-1,8 25 0,-12-42-316,0 1 1,1 0-1,-1 0 0,0 0 1,0 0-1,0 0 0,0 0 1,0 0-1,0 0 0,0 0 1,0 0-1,0 0 0,0-1 1,0 1-1,0 0 0,0 0 1,1 0-1,-1 0 0,0 0 1,0 0-1,0 0 0,0 0 1,0 0-1,0 0 0,0 0 1,0 0-1,0 0 0,1 0 1,-1 0-1,0 0 0,0 0 0,0 0 1,0 0-1,0 0 0,0 0 1,0 0-1,0 0 0,1 0 1,-1 0-1,0 0 0,0 0 1,0 0-1,0 1 0,0-1 1,0 0-1,0 0 0,0 0 1,0 0-1,0 0 0,0 0 1,0 0-1,0 0 0,1 0 1,-1 0-1,0 0 0,0 1 1,0-1-1,0 0 0,0 0 1,0 0-1,0 0 0,0 0 1,0 0-1,0 0 0,0 0 0,0 1 1,0-1-1,0 0 0,0 0 1,3-12 23,0-24-458,-3 32 395,5-96-1972,8-95-3534,-12 184 4908,1-1-1,0 1 0,1 0 0,0 0 1,0 0-1,8-15 0,-9 23 594,0-1-1,0 1 1,1 0 0,-1 0 0,1 0-1,-1 0 1,1 1 0,0-1-1,4-2 1,-3 3 312,-1 0 0,0 1 0,1-1 0,-1 1 0,1 0 0,-1 0 0,1 0 0,-1 0 0,1 1 0,0-1 0,4 1 0,-7 0-219,7 0 352,0 0 1,0 0-1,-1 0 1,1 1-1,0 1 1,-1-1-1,1 1 1,12 5-1,-11-3-183,0 1-1,1-2 1,-1 1-1,13 1 1,-18-4-482,1 0 0,-1-1 0,1 0 0,0 0 0,-1 0-1,1-1 1,5 0 0,-9 1 2,0-1-1,0 1 1,0 0 0,0-1-1,-1 1 1,1 0-1,0-1 1,0 1 0,0-1-1,-1 1 1,1-1-1,0 0 1,-1 1 0,2-2-1,6-18-6165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39.0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287 4 6835,'0'0'6115,"-21"0"-5200,-33-1-659,27-1 6,-1 2 1,-34 4-1,58-3-201,1 0-1,-1 0 1,0 0 0,1 0-1,-1 1 1,1 0-1,0 0 1,-1 0 0,1 0-1,0 0 1,0 1-1,0-1 1,1 1 0,-1 0-1,1 0 1,-3 3-1,1 0 71,0 0 0,1-1-1,0 1 1,0 1 0,1-1-1,-1 0 1,1 1 0,-1 10 0,-4 55 1649,3 109 0,4-126-1184,0-40-407,0 1 0,1-1 0,1 1 0,0-1-1,2 0 1,7 26 0,-9-37-172,-1 0 1,1-1-1,0 1 0,0-1 0,0 0 0,0 1 0,1-1 0,-1 0 0,1 0 1,-1-1-1,1 1 0,0-1 0,1 1 0,-1-1 0,0 0 0,0 0 0,1 0 1,-1 0-1,1-1 0,0 0 0,0 1 0,-1-1 0,1-1 0,0 1 0,0 0 1,0-1-1,0 0 0,0 0 0,0 0 0,0 0 0,6-2 0,-5 1-42,0 0 0,-1-1 0,1 1 0,0-1 0,-1 0 0,0-1 0,1 1 0,-1-1 0,0 1 0,0-1 0,0 0 0,-1-1 1,1 1-1,-1-1 0,5-5 0,2-6-375,0-1 1,14-30 0,-18 34 147,10-20-1206,-2-2-1,-1 0 0,14-59 0,-22 65-1593,-1 1 1,1-53-1,-5 76 2795,1-18-1586,-1 21 2021,0 1 1,0-1-1,0 1 1,0-1-1,0 1 1,0-1-1,0 1 1,0-1-1,0 1 0,0-1 1,0 1-1,1-1 1,-1 1-1,0 0 1,0-1-1,1 1 1,-1-1-1,0 1 1,0 0-1,1-1 0,-1 1 1,0-1-1,1 1 1,-1 0-1,1 0 1,0-1-1,1 5 3306,9 55-174,7 112-1,4 31-1620,-21-200-1865,7 30 753,1-18-1592,-9-14 751,1 1-1,0-1 1,-1 1-1,1-1 0,-1 1 1,1-1-1,0 0 1,-1 1-1,1-1 1,0 0-1,0 1 0,-1-1 1,1 0-1,0 0 1,0 0-1,0 0 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40.0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1 5298,'0'0'4290,"-4"7"-4041,-1 4-94,1-1 0,1 1 1,0-1-1,0 1 1,1 0-1,1 0 0,-1 16 1,0 229 3103,3-139-1927,-1-98-1121,4 124 1042,-2-122-1008,1 0 1,0-1 0,2 1-1,12 34 1,-17-55-240,0 1 0,0 0 0,0-1 0,0 1 0,0 0 0,1-1 0,-1 1 0,0 0 0,1-1-1,-1 1 1,0 0 0,1-1 0,-1 1 0,1-1 0,-1 1 0,1-1 0,-1 1 0,1-1 0,-1 1 0,1-1 0,-1 0 0,1 1 0,0-1 0,-1 0 0,1 1-1,-1-1 1,1 0 0,0 0 0,-1 1 0,2-1 0,-1 0-499,-1-79-8085,0 45 1151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40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52 3153,'0'0'4458,"30"-9"-3748,94-27-86,-115 34-496,-1 1 0,0-1 0,0 1 1,1 1-1,12 0 0,-18 0-39,1 0 1,-1 1 0,0-1-1,0 1 1,0 0 0,1 0-1,-1 1 1,0-1 0,-1 0 0,6 4-1,-3-1 78,-1 1 0,-1-1 0,1 1 0,0-1 0,-1 1 0,0 0 0,0 0 0,-1 1 0,1-1 0,-1 0 0,2 9 0,0 2 229,0 1-1,-1 0 1,0 0-1,-2 0 1,0 1-1,-2 24 1,1-12 40,0-20-329,-1-1-1,0 1 1,0 0 0,-1-1 0,0 1 0,0-1 0,-1 0 0,-1 0 0,-8 17 0,9-21-99,-1 1 1,0-1-1,0 1 1,0-1-1,-1-1 1,1 1-1,-1 0 1,0-1 0,-1 0-1,1-1 1,-1 1-1,0-1 1,1 0-1,-2 0 1,-7 2 0,5-2-169,0-1 0,0-1 1,1 0-1,-19 0 1,26-1 93,0 0 0,0 0 0,0 0 0,0 0 0,0 0 0,0 0 0,-1 0 0,1-1 0,0 1 0,0 0 1,0-1-1,0 1 0,0-1 0,1 1 0,-1-1 0,0 0 0,0 1 0,0-1 0,0 0 0,1 1 0,-1-1 0,0 0 0,0 0 0,1 0 1,-1 0-1,1 0 0,-1 0 0,1 0 0,-1 0 0,1-1 0,-1-3-278,0 0 0,0 0 0,1 0 1,-1 0-1,2-7 0,-1 1-530,0-29-2843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40.9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339 13 2881,'0'0'5635,"-8"-2"-4896,-11-2 201,-1 1 0,1 1 0,0 1 1,-29 1-1,44 1-913,0 0 0,1 0 1,0 1-1,-1-1 0,1 1 1,0 0-1,-1 0 0,1 0 0,0 0 1,1 0-1,-1 1 0,0-1 1,1 1-1,-1 0 0,-1 3 0,-5 6 13,1 0-1,-12 22 1,7-5 102,1 0 0,1 2 0,-9 36 0,-12 97 821,17-82-605,12-66-340,-1 3-51,1-1-1,-2 31 0,9-121-3354,3 20-2306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41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5202,'0'0'7297,"13"32"-6171,41 106-72,-32-76 568,21 104 0,-29-107-1009,-4-16-429,-2 0-1,-1 0 1,0 61-1,-8-103-348,1-1 1,-1 1-1,1-1 0,-1 1 0,0-1 0,1 0 1,-1 1-1,0-1 0,1 0 0,-1 0 0,0 1 1,0-1-1,1 0 0,-1 0 0,0 0 0,0 0 1,1 0-1,-1 0 0,0 0 0,0 0 0,1 0 1,-1 0-1,-1-1 0,-2 1-525,-16-2-2607,-4-6-1628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41.7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 12038,'0'0'5922,"199"0"-5378,-143 0-528,-1 0-16,-6 0-912,-7 0-1169,-10 0-2593,-15-19-6179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42.2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89 3650,'0'0'10391,"0"2"-10217,0 665 5047,0-684-5445,0-37-1056,-8-63 1,-2 16-1738,3-140 0,7 228 2813,1 0 380,0 0 0,1 0 0,0 0 0,1 1 0,1-1 0,0 1-1,1-1 1,0 1 0,0 1 0,1-1 0,16-20 0,-20 28-132,0 1 0,1 0-1,0 0 1,0 0 0,0 0 0,0 0 0,1 1 0,-1 0 0,1-1 0,-1 1 0,1 0-1,0 1 1,0-1 0,-1 1 0,6-2 0,4 1 91,0 0-1,0 1 1,20 1 0,-26 0-37,-1 0-1,1 1-1,-1 0 1,0 0 0,0 1 0,0 0-1,0 0 1,0 0 0,0 1-1,-1 0 1,1 0 0,-1 0 0,1 1-1,-1-1 1,-1 1 0,1 1-1,0-1 1,-1 1 0,0-1-1,0 1 1,0 0 0,3 6 0,-1 1 166,1-1 1,-1 1-1,-1 0 0,0 0 1,-1 0-1,0 1 1,-1 0-1,0 0 1,1 17-1,-3-7 253,0 0-1,-4 37 1,2-52-457,0-1-1,-1 0 1,0 0-1,0 0 1,0-1-1,-1 1 1,0-1-1,0 1 1,-1-1-1,0 0 1,0 0-1,-6 7 1,3-6-34,0-1-1,0 1 1,-1-1-1,0-1 1,0 1 0,0-1-1,-1-1 1,0 1 0,1-2-1,-2 1 1,-17 3-1,6-3-177,-1-1-1,0-1 1,0-1-1,-23-2 1,43 1 70,-1 0-1,0-1 1,1 1 0,-1 0 0,0-1 0,1 1 0,-1-1 0,1 0-1,-1 0 1,1 0 0,-1 0 0,1-1 0,0 1 0,0 0 0,-1-1 0,1 0-1,0 1 1,0-1 0,1 0 0,-3-3 0,2 2-95,0-1 0,0 0 0,1 1 0,-1-1 0,1 0 0,0 0 0,0 0 0,0 0 0,1-1 0,-1 1 0,1-7 0,0 10 162,0 1 1,0-1-1,0 0 1,1 1-1,-1-1 1,0 1-1,0-1 1,0 1-1,0-1 1,1 1-1,-1-1 1,0 1-1,1-1 0,-1 1 1,0-1-1,1 1 1,-1-1-1,0 1 1,1 0-1,-1-1 1,1 1-1,-1-1 1,1 1-1,-1 0 1,2-1-1,18-2 0,22 8 263,-33-3-208,-1 1 0,0 0 0,0 1 1,0 0-1,0 0 0,-1 1 0,13 9 1,43 45 465,-47-43-340,73 83 833,-39-42-283,-37-47-1022,-13-9 246,1-1-1,-1 0 1,0 0 0,0 0-1,1 0 1,-1 0-1,0 0 1,0 0-1,1 0 1,-1 0 0,0 0-1,0 0 1,1 0-1,-1 0 1,0 0 0,0 0-1,1 0 1,-1-1-1,0 1 1,0 0 0,1 0-1,-1 0 1,0 0-1,0 0 1,0-1-1,1 1 1,-1 0 0,0 0-1,0 0 1,0-1-1,1 1 1,0-2-440,-1-1 0,1 0 0,0 1 0,-1-1 0,1 1 0,-1-1 0,0-5 0,1-28-6849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42.9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178 104 6035,'0'0'5608,"11"-16"-4736,31-47-245,-33 43 578,-9 20-1183,0 0 1,0 0-1,0 0 1,0 0-1,0 0 0,0-1 1,0 1-1,0 0 0,0 0 1,0 0-1,0 0 1,0 0-1,0-1 0,0 1 1,0 0-1,0 0 1,0 0-1,0 0 0,0 0 1,0 0-1,-1-1 0,1 1 1,0 0-1,0 0 1,0 0-1,0 0 0,0 0 1,0 0-1,0 0 1,0 0-1,-1-1 0,1 1 1,0 0-1,0 0 0,0 0 1,0 0-1,0 0 1,-1 0-1,1 0 0,0 0 1,0 0-1,0 0 0,0 0 1,0 0-1,-1 0 1,1 0-1,0 0 0,-13 5 362,6 0-369,1 0 1,0 0 0,0 1 0,0 0 0,1 0 0,-1 0-1,-6 11 1,-1 4 73,-14 29 0,-4 21 809,4 1 0,-35 135 0,59-195-646,1 0 0,-2 20-1,6-45-520,0-1-1,0 1 0,2-1 0,7-20 1,3-15-1107,12-61-1875,8-34-5426,-6 51 9019,-28 89 269,2 1 1,-1-1-1,0 1 0,1 0 1,0-1-1,0 1 1,4-6-1,-5 8-416,0 0 0,0 1 0,0-1 0,1 0 0,-1 0 0,0 1 0,0-1-1,1 1 1,-1 0 0,0-1 0,1 1 0,-1 0 0,1-1 0,-1 1 0,0 0 0,1 0 0,-1 0 0,0 1 0,1-1 0,-1 0 0,1 0 0,-1 1 0,2 0-1,-1 0-150,0 0-1,0 0 0,1 0 0,-1 0 0,0 0 0,-1 1 0,1-1 1,0 1-1,0 0 0,-1-1 0,1 1 0,-1 0 0,1 0 1,-1 0-1,2 2 0,17 39 476,-14-30-315,22 53 453,-3 1 0,-3 0 0,-3 2-1,-3 0 1,12 123 0,-29-177-928,1-14 223,0-1 1,0 0-1,0 0 0,0 0 0,0 1 0,0-1 0,-1 0 0,1 0 0,0 0 1,0 1-1,0-1 0,0 0 0,0 0 0,-1 0 0,1 0 0,0 1 0,0-1 0,0 0 1,-1 0-1,1 0 0,0 0 0,0 0 0,0 0 0,-1 0 0,1 0 0,0 0 1,0 1-1,-1-1 0,1 0 0,0 0 0,-1 0 0,-1-1-153,0 0-1,0 0 1,0 0 0,0 0-1,0-1 1,0 1 0,1 0-1,-1-1 1,0 0-1,-1-1 1,-32-34-3134,-8-4-2137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43.2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76 2353,'0'0'15751,"185"-22"-15142,-139 13-609,-5-1-193,-2 1-1071,-8-4-1265,-3 1-3010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43.6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2 1473,'-4'-2'12540,"1"9"-10523,1 21-404,1 46-1729,1-60 752,-9 160 957,1 3-729,7-126-674,0-15 115,4 51 0,-2-84-298,-1-1 0,1 0-1,0 1 1,0-1-1,0 0 1,0 0 0,0 0-1,0 0 1,0 0-1,1 0 1,-1 0 0,1 0-1,0 0 1,-1-1-1,1 1 1,0-1 0,0 1-1,0-1 1,0 0-1,0 0 1,0 0 0,0 0-1,0 0 1,4 1-1,-3-1-29,0 0 0,0-1-1,1 1 1,-1-1-1,0 1 1,1-1 0,-1 0-1,0 0 1,1-1 0,-1 1-1,0-1 1,0 1-1,1-1 1,-1 0 0,0 0-1,0-1 1,4-1-1,-1-2-396,0 0 1,-1-1-1,1 0 0,-1 0 0,0 0 0,-1 0 0,1-1 0,4-9 1,4-6-1632,6-7-1703,-4 6-1296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44.0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9092,'0'0'8204,"1"10"-7417,10 119 851,7 65-234,-11-145-934,26 93 1,-31-132-414,2-1 0,-1 0 1,1 0-1,0-1 0,11 15 0,-15-21-91,1-1 0,1 1 0,-1-1-1,0 0 1,0 1 0,0-1 0,1 0 0,-1 0-1,1 0 1,-1 0 0,1 0 0,-1 0 0,1 0-1,0 0 1,-1-1 0,1 1 0,0-1 0,0 1-1,-1-1 1,1 0 0,0 1 0,0-1 0,0 0-1,-1 0 1,1-1 0,0 1 0,0 0 0,0 0-1,-1-1 1,1 1 0,0-1 0,-1 0 0,1 1-1,0-1 1,-1 0 0,1 0 0,-1 0 0,1 0-1,-1 0 1,3-3 0,3-4-905,0 0 0,0 0 1,0-1-1,-1 0 0,-1 0 1,9-19-1,-4 9-2289,7-11-5403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44.3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 4210,'0'0'9268,"157"13"-8932,-132-10-240,-5 3-64,-2-6-32,-4 0-160,-4 0-528,-3 0-1009,-7-19-304,0 3-832,0 1-3170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44.7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0 236 11317,'14'-188'2049,"14"188"-896,7-7 239,7-2-239,0 6-657,-8-3-496,-2-1-432,-8-2-1185,-6 6-688,-4 0-4178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45.1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8004,'0'0'5890,"3"5"-5084,0 0-622,0 1 0,-1 0 0,1 0 0,-1 0 0,-1 0 1,1 0-1,-1 0 0,0 1 0,-1-1 0,1 0 0,-1 1 0,-1 8 0,-1 151 2114,4 185-754,-2-342-1506,0 0 5,1 0 0,0 0 0,3 14 0,-4-22-39,0 1-1,0-1 0,1 0 1,-1 1-1,1-1 1,-1 0-1,1 0 0,-1 1 1,1-1-1,0 0 0,0 0 1,-1 0-1,1 0 0,0 0 1,0 0-1,0 0 1,0 0-1,0 0 0,0 0 1,1-1-1,-1 1 0,0 0 1,0-1-1,1 1 1,-1-1-1,0 1 0,0-1 1,1 0-1,-1 0 0,2 1 1,6-2-51,-1 0 1,1-1 0,-1 0 0,0 0-1,0-1 1,0 0 0,0 0-1,0-1 1,8-5 0,-8 5-67,0 0 0,0 0 0,0 0 0,0 1 0,1 0 0,-1 1 0,1 0 0,-1 0 0,12 0 0,-8 1-117,21 2-28,-32-1 232,0 0-1,-1 0 1,1 0-1,0 1 1,0-1-1,0 0 1,-1 0-1,1 1 0,0-1 1,0 0-1,-1 1 1,1-1-1,0 1 1,-1-1-1,1 1 1,-1-1-1,1 1 1,0-1-1,-1 1 1,1-1-1,-1 1 1,0 0-1,1 0 0,-1-1 1,1 1-1,-1 0 1,0-1-1,0 1 1,1 0-1,-1 0 1,0 0-1,0 1 1,0-1-753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2.1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161 18 5907,'0'0'6475,"0"-3"-6019,0 2-428,0 1 0,0-1 1,0 1-1,0-1 0,-1 0 0,1 1 1,0-1-1,0 1 0,0-1 0,-1 1 1,1-1-1,0 1 0,-1-1 0,1 1 1,0-1-1,-1 1 0,1-1 0,-1 1 1,1 0-1,-1-1 0,1 1 0,-1 0 1,1-1-1,-1 1 0,1 0 0,-1 0 1,1-1-1,-1 1 0,1 0 0,-2 0 1,-1-1 11,0 1 0,0-1 0,0 1 0,0 0 0,0 0 0,-6 1 0,3 0-36,1 0 1,-1 0-1,1 1 0,-1-1 1,1 1-1,0 1 0,0-1 1,-7 5-1,6-2-3,0 1 0,0 0 1,1 1-1,0-1 0,0 1 0,0 0 0,1 0 1,0 0-1,1 1 0,0-1 0,0 1 0,-3 11 1,4-12 9,1-1 1,0 1-1,0-1 1,0 1-1,1 0 1,0-1-1,1 1 1,-1 0-1,1-1 0,0 1 1,1-1-1,-1 1 1,1-1-1,1 0 1,-1 0-1,7 10 1,1-2 95,1-1 0,24 23 0,12 14 225,-38-39-260,0 1-1,-1 0 1,7 13-1,-12-18-46,-1-1 0,1 0 0,-1 1 1,-1 0-1,1-1 0,-1 1 0,0 0 1,0 11-1,-1-14-36,0 0 0,0-1 0,0 1 0,0 0 0,-1 0 0,1-1 0,-1 1 0,0 0 1,0-1-1,0 1 0,-1-1 0,-3 7 0,3-8-131,0 0-1,-1 0 1,1 0 0,-1 0-1,1-1 1,-1 1 0,0-1-1,1 0 1,-1 0 0,0 0-1,0 0 1,0 0 0,0-1 0,0 1-1,0-1 1,-5 0 0,-26 2-3722,5-2-2128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2.5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0 463 10597,'0'0'2662,"24"-30"-2445,75-99-423,-90 118-234,-1-1-1,0 0 1,-1 0-1,0-1 1,-1 0 0,7-23-1,-10 24-582,-1-1-1,0 0 1,-1 0-1,-1-23 0,-1 13-35,2 20 972,-1 0 0,0-1 0,-1 1 1,1 0-1,0 0 0,-1 0 0,0 0 0,0 0 1,0 0-1,0 0 0,0 0 0,-1 0 1,1 0-1,-1 1 0,0-1 0,0 0 0,0 1 1,-2-3-1,-1 2 278,1 0 1,0 0 0,-1 1-1,0-1 1,0 1 0,0 0-1,0 0 1,0 1-1,0 0 1,-5-1 0,8 1-63,0 1 0,-1-1-1,1 1 1,0-1 0,0 1 0,-1 0 0,1 0 0,0 0 0,0 0 0,-1 1 0,1-1 0,0 1-1,0-1 1,0 1 0,-1 0 0,1-1 0,0 1 0,0 0 0,0 0 0,0 1 0,1-1 0,-1 0-1,0 1 1,0-1 0,1 1 0,-1 0 0,1-1 0,-1 1 0,1 0 0,-1 2 0,-2 4 265,1 0 0,1 0 0,-1 1 0,2-1 0,-1 1 1,0 15-1,-1 15 608,1-1 1,3 0-1,5 41 1,-5-69-836,2 0 1,-1 0 0,1 0 0,1-1 0,0 0 0,0 1 0,1-1-1,0-1 1,9 13 0,-10-16-116,0 0 0,0 0 0,1 0 0,0-1-1,0 0 1,0 1 0,1-2 0,0 1 0,-1-1-1,1 0 1,0 0 0,0 0 0,1-1 0,-1 0 0,9 2-1,-2-2 8,0-1-1,0 0 1,0-1-1,0 0 1,20-3-1,-27 2-118,0-1 0,1 1-1,-1-1 1,0 0 0,0-1-1,-1 1 1,1-1 0,-1 0-1,1-1 1,-1 1 0,0-1 0,0 0-1,6-7 1,-3 2-615,0-1-1,-1 0 1,-1 0 0,0 0-1,0-1 1,-1 0 0,7-19-1,1-27-5166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3.1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20 5699,'0'0'5890,"-2"-4"-5199,-5-10-200,7 14-477,0 0 0,0 0 0,0 0 0,0 0 0,0 0 0,0 1 0,0-1 0,0 0 0,0 0-1,0 0 1,0 0 0,-1 0 0,1 0 0,0 0 0,0 0 0,0 1 0,0-1 0,0 0 0,0 0 0,0 0 0,-1 0 0,1 0-1,0 0 1,0 0 0,0 0 0,0 0 0,0 0 0,0 0 0,-1 0 0,1 0 0,0 0 0,0 0 0,0 0 0,0 0 0,0 0 0,-1 0-1,1 0 1,0 0 0,0 0 0,0 0 0,0 0 0,0 0 0,0 0 0,-1-1 0,1 1 0,0 0 0,0 0 0,0 0 0,0 0-1,0 0 1,0 0 0,0 0 0,0 0 0,0-1 0,0 1 0,-1 0 0,1 0 0,0 0 0,0 0 0,0 0 0,0 0 0,0-1 0,0 1-1,0 0 1,0 0 0,-2 11 182,-3 32 300,3 1 0,4 49 0,-1-12 129,10 308 1787,16-20-688,-21-330-1452,-2-32-68,-3-27-211,-10-138-2396,0-8-1013,9 158 3290,0 1-1,1-1 1,0 1-1,0 0 1,0-1-1,1 1 1,0 0-1,1 0 1,-1 0-1,1 0 1,1 0-1,-1 0 0,1 1 1,0 0-1,1 0 1,-1 0-1,1 0 1,0 1-1,1-1 1,5-3-1,-5 4 130,-1 0 0,1 1 0,0 0 0,0 0 0,0 1 0,1 0 0,-1 0 0,1 0 0,11-3 0,-7 4 103,1 1 1,-1-1-1,0 2 0,1 0 0,15 1 0,-23 0-27,0-1 0,0 1 0,0 0 0,0 1 0,0-1 0,0 1 0,0-1-1,0 1 1,-1 0 0,1 1 0,-1-1 0,1 1 0,-1-1 0,0 1 0,0 0 0,0 0 0,0 0-1,-1 1 1,1-1 0,-1 1 0,0-1 0,0 1 0,0 0 0,-1 0 0,1 0 0,-1 0 0,2 6 0,0 5 158,0 0 0,-1 0 0,-1 1 0,0-1 0,-1 0 0,-3 24 0,2-31-190,-1 0 0,0-1 0,0 0 1,-1 1-1,0-1 0,0 0 1,-1 0-1,1-1 0,-2 1 0,1-1 1,-1 0-1,0 0 0,-10 10 0,2-5-36,0 0 0,-1 0-1,0-1 1,-1-1 0,-16 8-1,26-15-90,0 0-1,-1 0 0,1 0 1,0 0-1,-1-1 1,1 0-1,0 0 0,-12 0 1,17-1 26,-1 0 1,0 0-1,1 0 1,-1 0-1,1 0 1,-1 0-1,0-1 1,1 1 0,-1 0-1,0 0 1,1 0-1,-1-1 1,1 1-1,-1 0 1,0-1-1,1 1 1,-1 0 0,1-1-1,-1 1 1,1-1-1,-1 1 1,1-1-1,0 1 1,-1-1-1,1 1 1,-1-1 0,1 0-1,0 1 1,0-1-1,-1 1 1,1-2-1,-1-23-1823,2 14 964,-1-29-3438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3.6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0 544,'0'0'10581,"-15"2"-9805,-48 6-245,62-8-510,0 0 0,0 0-1,0 0 1,0 1-1,0-1 1,0 0 0,0 0-1,-1 1 1,1-1-1,0 1 1,0-1-1,0 1 1,0-1 0,0 1-1,1 0 1,-1-1-1,0 1 1,0 0 0,0 0-1,0 0 1,1-1-1,-1 1 1,0 0 0,1 0-1,-1 0 1,1 0-1,-1 0 1,1 1 0,0-1-1,-1 0 1,1 0-1,0 0 1,0 0 0,0 0-1,0 0 1,0 3-1,-1 2 125,-2 32 1172,2 61-1,2-48-296,-1-31-747,1-1 0,2 0 0,-1 0 0,2 0 0,1 0-1,0 0 1,2-1 0,0 0 0,0 0 0,2-1 0,0 0 0,15 20 0,-20-32-239,-1-1 0,1 0 0,0-1 0,0 1 0,0-1 0,1 1 0,-1-1 0,1 0 0,-1-1 0,1 1 0,0-1 0,0 0-1,0 0 1,1-1 0,-1 1 0,10 0 0,-10-2-28,-1 1-1,1-1 1,-1 0-1,1-1 1,-1 1 0,0-1-1,1 0 1,-1 0-1,1 0 1,-1-1-1,0 1 1,0-1-1,0 0 1,0 0-1,0-1 1,0 1 0,-1-1-1,1 0 1,-1 0-1,5-4 1,1-5-228,0-1 1,-1 0 0,-1 0-1,0-1 1,0 0 0,-2 0-1,0 0 1,0-1 0,-1 0-1,-1 0 1,2-17 0,0-28-1184,-3-92 0,-3 91 2341,7 61-683,51 0-5162,-32 0-1632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4.4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263 70 2881,'0'0'6577,"-5"-5"-5753,-25-28 1316,2 24-822,22 5-1257,-1 1 0,0 1-1,0-1 1,0 1 0,0 0 0,0 0 0,-14 0 0,-55 0 701,54 2-485,22 0-265,-1 1 1,0-1-1,0 1 1,0-1 0,0 1-1,1-1 1,-1 1-1,0-1 1,0 1-1,1 0 1,-1-1 0,1 1-1,-1 0 1,0 0-1,1-1 1,-1 1 0,1 0-1,0 0 1,-1 0-1,1 0 1,0 0-1,-1 1 1,-6 25 170,7-26-172,-6 41 553,2 0 1,3 77-1,1-65 128,0-36-415,1 0 0,0-1 0,1 1 1,7 23-1,-8-36-218,1 1 1,0-1-1,0 0 1,1 0-1,-1-1 1,1 1-1,0 0 1,5 5-1,-6-8-46,1 1-1,-1-1 1,1 0-1,0 0 0,-1 0 1,1 0-1,0-1 1,0 1-1,0-1 1,0 0-1,0 0 1,1 0-1,-1 0 1,0 0-1,4-1 1,0 1-10,-1-1 0,0-1 1,0 1-1,0-1 0,0 0 1,0-1-1,0 0 0,0 1 0,0-2 1,0 1-1,-1-1 0,1 0 1,-1 0-1,0 0 0,1-1 1,-2 0-1,1 0 0,0 0 1,4-7-1,8-8-596,-1-1 1,-2-1-1,17-29 0,-30 47 497,7-10-577,-1-1 0,0 0 1,-2-1-1,1 0 1,-2 0-1,5-26 1,-5 6-2015,0-64 2091,-4 102 2077,2 34 148,2-1 0,15 62-1,-9-52-986,-6-25-573,1 1 0,0-1-1,2-1 1,1 1 0,12 22 0,-19-41-155,0 0-1,1 0 1,-1 0 0,1 0-1,-1 0 1,1-1-1,0 1 1,-1-1 0,4 2-1,11 2-5774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4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1 6771,'0'0'6843,"-5"18"-5896,-3 9-587,2 0 1,2 0-1,0 0 0,0 45 0,32 215 2692,-15-190-2185,-7-51-521,37 239 1253,-41-275-1551,9 34 189,-10-42-226,0 0 0,-1 0 0,1 0 0,0-1 0,0 1 0,0 0 0,0-1 0,0 1 0,0-1 0,1 1 0,-1-1 0,0 1 0,1-1 0,-1 0 0,1 0 0,-1 0 0,1 0 0,2 2 0,-3-3-10,-1 0 0,1 0 0,-1 0 1,1 0-1,-1 0 0,1 0 0,-1 0 1,1 0-1,-1 0 0,1 0 0,-1 0 1,1 0-1,-1 0 0,1 0 0,-1-1 1,0 1-1,1 0 0,-1 0 0,1 0 1,-1-1-1,1 1 0,-1 0 0,0-1 1,1 1-1,-1 0 0,0-1 0,1 1 1,-1 0-1,0-1 0,0 1 0,1-1 1,6-18-27,-7 18 23,9-36-791,-3-1-1,4-62 1,-7 53-1327,15-74 0,-15 108 1325,1-1 1,0 1-1,1 0 0,1 0 1,0 0-1,1 0 0,0 1 1,0 1-1,17-20 0,-21 27 750,1 0-1,0 1 0,0-1 0,0 1 0,0 0 0,0 0 0,0 0 0,1 1 0,0-1 1,-1 1-1,1 0 0,0 1 0,0-1 0,0 1 0,0 0 0,0 0 0,0 0 0,1 1 1,5 0-1,-7 1 249,0 0 1,0 0 0,1 0-1,-1 0 1,0 1 0,-1-1-1,1 1 1,0 0-1,0 0 1,-1 1 0,1-1-1,-1 1 1,0 0 0,0 0-1,0 0 1,0 0 0,0 0-1,-1 0 1,0 1-1,3 3 1,6 11 434,-1 1-1,13 32 1,-15-26 45,0 1 0,-2-1 0,-1 1 0,3 51 0,0-5-315,-7-66-432,4 14-1136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5.5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84 2769,'0'0'7857,"2"-14"-7513,10-40 137,-12 53-454,0 0 1,0 1 0,0-1-1,0 0 1,1 1-1,-1-1 1,0 0 0,1 1-1,-1-1 1,0 0 0,1 1-1,-1-1 1,1 1 0,-1-1-1,1 0 1,-1 1 0,1 0-1,0-1 1,-1 1 0,1-1-1,0 1 1,-1 0 0,1-1-1,0 1 1,-1 0-1,1 0 1,0-1 0,-1 1-1,1 0 1,0 0 0,0 0-1,-1 0 1,1 0 0,0 0-1,0 0 1,-1 0 0,1 0-1,0 0 1,0 1 0,-1-1-1,1 0 1,0 0 0,-1 1-1,1-1 1,0 1 0,-1-1-1,1 0 1,0 1-1,3 2 125,-1 0 0,1-1 0,-1 1-1,0 0 1,4 5 0,7 12 432,-1 0 1,-1 1 0,-1 1 0,-1-1 0,10 32 0,28 119 1692,-13 8-873,-34-177-1322,-1-5-93,1 0-1,-1 0 1,1 1-1,-1-1 1,0 0-1,0 0 1,0 0-1,0 0 1,0 0-1,0 0 1,-1-2-1,0-10-143,-10-317-6848,11 320 6798,0 1 1,1-1 0,0 1 0,0-1 0,6-17 0,-6 25 231,0 1 0,0-1 1,0 1-1,1-1 0,-1 1 1,0 0-1,1-1 1,0 1-1,0 0 0,-1 0 1,1 0-1,0 1 0,1-1 1,-1 0-1,0 1 0,0-1 1,1 1-1,-1 0 0,1 0 1,-1 0-1,1 0 1,-1 0-1,1 0 0,0 1 1,-1-1-1,1 1 0,3 0 1,0-1 167,1 0 0,-1 1-1,1 0 1,-1 0 0,1 0 0,-1 1 0,1 0 0,-1 0 0,0 1 0,0 0 0,0 0 0,1 0 0,-2 1 0,1 0 0,8 5-1,27 25 1291,39 41 0,-79-72-1537,0-1 1,1 1-1,-1-1 1,1 0-1,-1 0 1,1 0-1,-1 0 1,1 0-1,-1 0 0,1 0 1,0 0-1,-1-1 1,1 1-1,0 0 1,0-1-1,0 0 1,0 1-1,-1-1 1,1 0-1,0 0 1,2 0-1,-2-3-2456,-2-13-2302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5.9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0 415 12550,'0'0'2339,"25"-29"-2168,78-95-251,-82 100-477,24-37-1,-41 52 63,0 1 0,0-1 1,-1 0-1,0 0 0,3-16 0,-4 16-69,0 0 1,-1 0 0,0 0 0,0 0-1,-1-1 1,-1 1 0,-1-11 0,2 19 524,-1-1 0,1 1 0,-1 0 1,0-1-1,0 1 0,0 0 0,1 0 1,-1 0-1,0-1 0,-1 1 0,1 0 1,0 0-1,0 1 0,0-1 0,0 0 1,-1 0-1,1 0 0,0 1 0,-1-1 1,1 1-1,-1-1 0,1 1 0,-1 0 1,1-1-1,-1 1 0,-2 0 0,-44 0 582,40 0-365,6 0-87,0 1 0,0-1-1,0 0 1,-1 1 0,1 0-1,0-1 1,0 1 0,0 0-1,0 0 1,0 0 0,0 0 0,0 1-1,0-1 1,1 0 0,-1 1-1,-2 2 1,1-1 130,0 1 0,1 0-1,-1 0 1,1 1 0,0-1 0,0 0 0,-2 7-1,-1 4 593,2 0-1,0 1 0,-1 29 1,2-14 242,1 0 0,2-1 0,9 57 1,-8-75-826,1-1 1,1 1-1,0 0 0,0-1 1,1 0-1,0 0 1,1-1-1,1 1 1,-1-1-1,2 0 1,-1-1-1,14 13 0,-14-15-139,1-2-1,-1 1 0,1-1 1,0 0-1,0 0 1,0-1-1,0 0 0,1-1 1,0 0-1,11 3 0,-4-3-20,0-1 1,1 0-1,-1-1 0,30-3 0,-41 2-149,0-1 0,0 0 0,0 0 0,0 0 0,0-1 0,-1 1 0,1-1 0,0 0 0,-1-1 1,1 1-1,-1-1 0,0 0 0,0 0 0,0 0 0,0-1 0,-1 1 0,1-1 0,5-8 0,-5 7-452,-1-1 1,0 0-1,0 0 1,-1 0-1,1 0 1,-1 0-1,0 0 0,-1-1 1,1-6-1,0-28-5234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6.5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146 1 7716,'0'0'5087,"-21"12"-4503,-5 2-325,-37 28 0,60-39-203,0-1-1,0 1 1,0 1-1,1-1 1,-1 0-1,1 1 1,0-1-1,0 1 1,0 0-1,0 0 1,0-1-1,1 1 1,0 0-1,-2 8 1,2-2 125,0-1 1,1 1-1,0 0 1,2 12 0,0-3-82,-2-15-97,1 0 0,0 0 1,-1 0-1,2-1 0,-1 1 0,0 0 1,1-1-1,-1 1 0,1-1 0,0 1 1,0-1-1,1 0 0,-1 0 0,1 0 1,-1 0-1,1 0 0,0-1 0,0 1 1,6 3-1,5 3 9,1 0 0,1-2 0,20 8-1,-7-3 32,-2 1-3,41 25 1,-59-32-34,0 0 0,0 1 0,-1 0 1,0 0-1,0 1 0,-1 0 0,11 16 0,-16-21 20,1 0-1,-2 1 0,1-1 0,0 1 0,-1 0 0,1-1 0,-1 1 1,0 0-1,0 0 0,-1 0 0,1-1 0,-1 1 0,0 0 1,0 0-1,0 0 0,-1 0 0,1 0 0,-1 0 0,0 0 1,0-1-1,0 1 0,0 0 0,-1-1 0,0 1 0,1-1 0,-1 1 1,-1-1-1,1 0 0,0 0 0,-1 0 0,0 0 0,1 0 1,-1 0-1,0-1 0,0 0 0,-1 1 0,1-1 0,0 0 0,-1 0 1,-5 1-1,1 0 1,1 0 0,-1-1 1,0 0-1,1-1 0,-1 0 1,0 0-1,0-1 0,0 0 1,0 0-1,0-1 0,-9-1 1,13 1-35,0 0 0,0-1 0,0 1 0,0-1 0,0 0 0,0 0 0,1 0 0,-1 0 0,1-1-1,-1 1 1,1-1 0,0 0 0,0 0 0,0 0 0,1-1 0,-1 1 0,1-1 0,0 1 0,0-1 0,0 0 0,-3-7 0,3 3-81,-1 1 1,1-1-1,0 0 0,1 0 0,0 0 1,0 0-1,1 0 0,0-1 0,0 1 0,1 0 1,0 0-1,1 0 0,-1 0 0,2 1 0,-1-1 1,1 0-1,0 1 0,0-1 0,1 1 1,6-8-1,0 2 13,2 1 1,-1 1 0,2 0 0,-1 0-1,2 1 1,-1 1 0,1 0-1,1 1 1,-1 1 0,1 0-1,1 1 1,-1 1 0,1 0 0,0 1-1,0 0 1,0 2 0,1 0-1,-1 0 1,23 2 0,-36 1 148,0-1 0,0 1 0,0 0 1,0 0-1,0 0 0,0 0 0,-1 1 1,1-1-1,0 1 0,-1-1 0,1 1 0,-1 0 1,0 0-1,1 0 0,-1 0 0,0 1 1,0-1-1,0 1 0,-1-1 0,1 1 0,-1-1 1,1 1-1,-1 0 0,0 0 0,2 6 1,2 8 508,0 1 1,-2 0 0,3 22 0,-3-18-47,-1-11-252,-1 2-1,1 0 0,1 0 0,0-1 0,1 1 0,0-1 0,11 22 0,-14-33-393,-1-14-5782,0-11 2511,0-21-4013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6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12774,'0'0'2305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7.2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227 0 9508,'0'0'5902,"-18"13"-5307,-60 44-192,74-53-379,1 0 1,-1 0 0,0 0 0,1 1-1,0-1 1,0 1 0,0 0 0,1 0 0,-1 0-1,1 0 1,-2 10 0,2-5 24,0 1-1,1 0 1,1 20 0,0-19-29,0 0-11,0-1-16,0 1 1,0-1-1,3 12 1,-1-18 6,-1-1-1,0 1 1,1-1-1,0 0 1,0 1-1,0-1 1,1 0 0,-1 0-1,1-1 1,5 6-1,-4-4 9,0-1 12,0 0 1,0 1-1,-1-1 1,5 8-1,-8-11-22,1 0-1,0 0 0,-1 0 0,0 1 1,1-1-1,-1 0 0,1 0 0,-1 0 0,0 0 1,0 0-1,0 1 0,0-1 0,0 0 1,0 0-1,0 0 0,0 1 0,0-1 0,-1 0 1,1 0-1,0 0 0,-1 0 0,1 0 1,-1 0-1,1 1 0,-1-1 0,1 0 0,-1 0 1,0-1-1,-1 2 0,-2 1 1,0 0 1,-1 0-1,0-1 0,1 1 0,-1-1 1,0-1-1,0 1 0,0-1 1,0 1-1,-10 0 0,-23 2-1621,5-3-4512,25-1-52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7.6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 22 6931,'0'0'7070,"4"-3"-6627,9-12-219,-7 11 110,-5 7-243,0-2-6,3 11 161,0 0 1,-1 0 0,0 0 0,-1 1 0,1 15 0,2 12 67,54 410 2895,-52-385-3054,-3-30-68,2 0 1,18 62-1,-22-91-93,-2-5 2,0-1 1,0 1-1,0 0 1,0 0 0,1 0-1,-1-1 1,0 1-1,0 0 1,1 0-1,-1 0 1,0-1-1,1 1 1,-1 0-1,1-1 1,-1 1-1,1 0 1,-1-1-1,1 1 1,0-1 0,-1 1-1,1-1 1,0 1-1,-1-1 1,1 1-1,1-1 1,-1 0-512,-1-11-1137,0 2 729,0 0 0,0 0 0,-1 0 0,0 1 0,0-1 0,-1 0 0,0 1 0,-4-10 0,-19-36-6881</inkml:trace>
  <inkml:trace contextRef="#ctx0" brushRef="#br0" timeOffset="1">1 399 13702,'0'0'3842,"181"0"-2721,-125 0-801,-4 0-320,-6-6-913,-5 0-1360,-13-1-3762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8.4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214 79 5955,'0'0'6875,"4"-5"-6043,10-16-261,-14 20-502,1 0 0,-1 0 0,1 1 0,-1-1 0,1 0 0,-1 0 0,1 0 0,-1 0 0,0 0 0,1 0 0,-1 0 0,0 0 0,0 0 0,0 0 0,0 0 0,0 1 0,0-1 0,0 0 0,0 0 0,0 0 0,0 0 0,0 0 0,-1 0 0,1 0 0,0 0 0,-1 0 0,1 0 0,-1 0 0,1 0 0,-1 1 0,1-1 0,-1 0 0,1 0 0,-2-1 0,-1 0-97,-1 0 1,1 1 0,0-1-1,0 1 1,-1-1 0,1 1-1,-4-1 1,0 0 206,-1 1-159,1-1 0,0 2 0,-1-1 1,1 1-1,-1 0 0,-10 2 0,-9-1 183,22-1-177,1 0-1,0 0 1,0 0 0,0 1-1,0-1 1,0 1 0,0 0 0,0 0-1,0 0 1,-3 3 0,4-2 2,1-1-1,-1 2 1,1-1-1,0 0 1,0 0 0,0 1-1,0 0 1,0-1-1,0 1 1,1 0 0,-1 0-1,1-1 1,-2 6-1,-2 9 239,0-1-1,1 1 1,0 0 0,-2 35-1,5 71 1129,1-72-837,0-26-277,-1-12-147,1 0-1,0 0 1,1 0 0,1 0-1,4 18 1,-5-28-125,0 0-1,0 0 1,0 0-1,1 0 1,0 0 0,-1 0-1,1 0 1,0-1-1,0 1 1,0-1-1,1 0 1,-1 1 0,1-1-1,-1 0 1,1 0-1,0 0 1,-1-1 0,1 1-1,0-1 1,0 1-1,0-1 1,1 0-1,-1 0 1,0-1 0,0 1-1,7 0 1,-6-1-14,0 0-1,0 0 1,0 0 0,1-1 0,-1 0-1,0 0 1,0 0 0,0 0-1,0 0 1,0-1 0,0 0 0,-1 1-1,1-2 1,0 1 0,-1 0 0,0-1-1,1 1 1,-1-1 0,3-4 0,6-7-260,0 0 0,-2-1 0,12-19 0,-12 18-159,3-6-280,-2 0 1,0-1 0,-1 0-1,-2-1 1,0 0 0,-1 0-1,-2-1 1,-1 0 0,0 0 0,-1-36-1,-3 59 2445,1 2-1630,-1 1-1,1-1 1,-1 1 0,1-1 0,-1 0 0,1 1 0,-1-1 0,0 1-1,1-1 1,-1 1 0,0 0 0,1-1 0,-1 1 0,0-1 0,0 1-1,1-1 1,-1 1 0,0 0 0,0-1 0,0 1 0,0 0 0,0-1-1,0 1 1,0-1 0,0 2 0,1 4 315,21 177 2210,-3-13-1706,-18-163-927,0 0 0,0 0 0,0 0 0,1-1 0,0 1 0,1-1 0,-1 1 0,1-1 0,0 0 0,5 8 0,-7-14-88,-1 1 1,1 0 0,0 0-1,-1-1 1,1 1 0,-1 0-1,1-1 1,0 1 0,-1-1-1,1 1 1,0-1 0,0 1-1,0-1 1,-1 0 0,1 1-1,0-1 1,0 0 0,0 1-1,0-1 1,0 0 0,0 0-1,0 0 1,-1 0 0,1 0-1,1 0 1,0-1-107,-1 1 1,0-1-1,0 1 1,1-1-1,-1 0 1,0 0-1,0 0 1,0 1-1,0-1 1,0 0-1,0-1 1,0 1-1,0 0 1,1-1-1,1-4-903,1 0 0,-1 0 0,0 0 0,-1-1 0,3-9 0,3-32-8669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8.8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8420,'0'0'7809,"0"28"-6417,1-9-1138,-1 27 418,3 0-1,10 48 0,5 49 949,-7-45-881,-6-72-638,-5-25-95,0 0 0,0 0 0,0 0 0,0 0 0,0 0 0,1 0 0,-1-1 0,0 1 1,1 0-1,-1 0 0,1 0 0,-1-1 0,1 1 0,-1 0 0,1 0 0,0-1 0,-1 1 0,1 0 0,0-1 0,-1 1 0,1-1 0,1 1 0,-2-7 18,-1-63-917,-1 29 10,2 0 1,1-1-1,8-42 0,-6 69 449,2-1-1,-1 1 1,2 0-1,0 0 1,0 0-1,17-24 0,-18 31 316,1-1-1,-1 1 0,1 0 0,0 0 0,1 1 1,0 0-1,0 0 0,0 0 0,1 1 0,0 0 0,0 1 1,12-6-1,-16 9 222,1-1 0,-1 1 0,0 0 0,1 0-1,-1 1 1,1-1 0,-1 1 0,1 0 0,-1 0 0,0 0 0,1 1 0,-1 0 0,1 0 0,-1 0 0,0 0 0,0 0 0,1 1 0,-1 0 0,0 0-1,0 0 1,-1 0 0,1 1 0,0 0 0,-1-1 0,0 1 0,1 1 0,-1-1 0,4 6 0,3 7 88,-2 1 0,0-1 1,-1 1-1,-1 1 0,0-1 0,-1 1 1,2 23-1,8 133 1296,-10-88-1042,-4-67-1291,-1-36-2977,0-21-216,0-15-5097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9.5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175 13 1857,'0'0'12149,"0"-1"-11955,0 1-1,0-1 0,0 1 0,0-1 0,-1 0 0,1 1 1,0-1-1,0 0 0,-1 1 0,1-1 0,0 1 1,-1-1-1,1 1 0,0-1 0,-1 1 0,1-1 0,-1 1 1,1-1-1,-1 1 0,1-1 0,-2 1 0,-1 0-165,-1 0 0,0 0 0,1 1 0,-1 0 0,1 0 0,-1 0 0,1 0 0,-1 0 0,1 1 0,0 0 0,-1-1 0,-4 5 0,2-1 3,0 0 0,1 0 0,0 1 0,0-1 0,-8 12 0,1 4 140,0 1 1,-15 41 0,21-45-38,1-1 1,0 0-1,2 1 1,0 0 0,1 0-1,1 32 1,1-48-134,0 0 0,0 0 0,0 0 1,1 0-1,-1 0 0,1-1 0,-1 1 0,1 0 1,0 0-1,0 0 0,-1 0 0,1-1 1,1 1-1,-1 0 0,0-1 0,0 1 0,1-1 1,-1 0-1,0 1 0,1-1 0,0 0 1,-1 0-1,1 0 0,0 0 0,-1 0 0,1 0 1,0 0-1,0 0 0,0-1 0,0 1 1,0-1-1,2 1 0,8 0-38,1 1 0,0-1 0,0-1 1,13-1-1,-2 0-164,4 0-212,-17 0 257,0 1-1,0 0 1,1 1-1,-1 0 1,19 5 0,-27-5 147,0 0 0,0 0 1,0 0-1,-1 1 0,1-1 1,0 1-1,-1 0 1,0 0-1,1 0 0,-1 0 1,0 0-1,0 0 0,0 1 1,0-1-1,-1 1 1,1-1-1,-1 1 0,1 0 1,-1 0-1,0-1 0,0 1 1,0 0-1,0 0 1,-1 0-1,1 0 0,-1 3 1,2 5 215,-1-1 0,-1 0 0,0 21 0,-1-28-165,1 1 1,-1-1 0,0 0-1,0 1 1,0-1-1,0 0 1,-1 0 0,1 0-1,-1 0 1,0 0 0,0 0-1,0 0 1,0 0-1,-1-1 1,-3 4 0,-5 3 16,-1 0 1,0-1 0,-13 7-1,18-11-25,1-1 0,-1-1-1,1 1 1,-1-1 0,0 0-1,0-1 1,1 1 0,-14 0-1,19-3-38,1 1 0,-1 0 0,0-1 0,0 1 0,0 0 0,0-1 0,1 1 0,-1-1 0,0 1 0,1-1 0,-1 0 0,0 1 0,1-1 0,-1 0 0,1 1 0,-1-1 0,1 0 0,-1 0 0,1 0 0,-1 1 0,1-1 0,0 0 0,0 0 0,-1 0 0,1 0 0,0 0 0,0 0 0,0 0 0,0 1 0,0-1 0,0-1 0,0-38-320,0 29 181,1-5-220,0-1 0,1 1 0,0 0 0,2 0 0,0 0 0,0 0 0,2 1 0,0 0 0,0 0 0,2 0 0,0 1 0,0 0 0,20-24 0,-15 22 159,0 1-1,1 0 1,30-24-1,-38 34 272,1 0-1,-1 1 1,1 0-1,0 0 1,1 0-1,-1 1 1,1 0-1,-1 1 0,1 0 1,0 0-1,0 1 1,15-2-1,-21 3-1,0 1 0,0-1 0,-1 0 0,1 1 0,0-1 0,0 1 0,-1-1 0,1 1-1,0 0 1,-1 0 0,1-1 0,-1 1 0,1 1 0,-1-1 0,1 0 0,-1 0-1,3 3 1,-1 0 60,0 1-1,0-1 0,0 1 0,-1-1 0,1 1 0,1 6 0,2 7 319,-1 1 0,4 29 0,4 98 1638,-11-106-1658,1-5-331,-3-34-809,0-12-3806,0-19 895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09.9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50 6787,'0'0'17272,"80"-50"-17544,-77 50-817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10.2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7 14999,'0'0'6051,"-24"0"-7716,24-6-592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54.2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36 6787,'0'0'5485,"0"-6"-4946,1-5-655,-1-7 1875,-1 32-974,-6 95-658,4-1 1,6 1-1,22 149 1,-11-173 140,27 135 235,-57-243-9329,-13-10 1788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54.5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7027,'0'0'6067,"192"63"-6035,-171-63-32,-7 0-1697,-7 0-2449,-3-19-3137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55.1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0 2801,'0'0'8762,"0"8"-7567,-1 68-123,0 31 54,20 170 0,-3-161 4,3 159 0,-19-274-1093,0-4-32,-4-299-5508,5 294 5353,0-1 0,0 1 1,1 0-1,0 0 0,0-1 1,1 1-1,0 1 1,0-1-1,1 0 0,0 1 1,0 0-1,1 0 1,0 0-1,0 0 0,1 1 1,-1 0-1,2 0 0,-1 1 1,0-1-1,1 1 1,0 1-1,0-1 0,1 1 1,7-3-1,-12 6 204,1-1 0,-1 1 0,1 0 0,-1 0 0,1 1 0,0-1 0,-1 1 0,1-1 0,0 1 0,-1 0 0,1 1 0,0-1 0,-1 1 0,1-1 0,0 1 0,-1 0 0,1 1 0,-1-1 0,0 0 0,1 1 0,-1 0 0,0 0 0,0 0 0,0 0 0,0 0 0,0 1 0,-1-1 0,1 1 0,3 5 0,0 2 191,-1 0 0,-1 0 0,1 1 0,-2-1 0,1 1 0,2 23 0,5 71 1269,-9-77-1043,1 112 1807,-3-132-2158,0-7-162,6-19-1866,8-7-933,8-1-1767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56.0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285 558 4914,'0'0'8476,"0"-7"-7830,0 6-631,2-24 407,-2 23-381,0 0-1,0 0 0,0 0 0,0 0 0,0 0 1,0 0-1,-1 0 0,1 0 0,-1 0 1,1 0-1,-1 0 0,-1-2 0,-5-1-16,1 1-1,-1 1 1,1-1-1,-1 1 1,0 1-1,-1-1 1,-9-1-1,-17-8-128,23 9 72,-1 0 1,1 1 0,-1 0-1,1 1 1,-1 0-1,-19 1 1,28 0 24,0 0 7,1 1 1,0-1-1,0 1 0,0 0 0,0 0 0,0 0 1,0 0-1,0 0 0,0 0 0,0 0 0,1 1 1,-1-1-1,0 1 0,1-1 0,-1 1 0,1 0 1,0-1-1,-1 1 0,0 2 0,-3 4 9,0 0-1,1 0 0,-5 12 0,4-6 47,1 1 0,1 0 0,0-1-1,1 1 1,-1 19 0,4 79 994,1-74-588,-2-28-291,1 1 1,0-1-1,1 1 1,0-1-1,1 0 1,5 12-1,-7-18-96,1-1 1,0 0-1,0 0 0,1 0 0,-1 0 0,1-1 1,0 1-1,0-1 0,0 1 0,0-1 0,0 0 0,1 0 1,-1-1-1,1 1 0,0-1 0,0 1 0,0-1 1,6 2-1,-5-3-42,0 1 0,0-1-1,0 0 1,0 0 0,0-1 0,0 0 0,0 1 0,0-2 0,0 1 0,0 0 0,0-1 0,0 0-1,0 0 1,-1-1 0,1 1 0,0-1 0,0 0 0,-1-1 0,1 1 0,-1-1 0,0 1-1,0-1 1,0-1 0,0 1 0,0-1 0,-1 1 0,4-6 0,6-9-167,0 0 0,-1-1 0,-2 0-1,16-38 1,-24 52 64,11-26-559,-2-1 0,-2-1 0,0 1 1,-3-2-1,5-46 0,-6-169-3542,-6 160 2916,1 73 974,0 1 0,-1-1 0,-7-30 1,6 40 581,0 0 1,0-1-1,-1 1 0,1 0 1,-2 0-1,1 0 1,0 0-1,-1 1 1,0-1-1,-1 1 1,-7-7-1,11 11-220,0 1-1,0 0 0,0 0 0,0-1 1,0 1-1,0 0 0,0 0 1,0 0-1,0 0 0,0 0 0,0 0 1,0 0-1,0 0 0,0 1 0,0-1 1,0 0-1,1 1 0,-1-1 0,0 0 1,0 1-1,0-1 0,0 1 0,0-1 1,0 1-1,1 0 0,-1-1 0,0 1 1,1 0-1,-2 1 0,-2 6 31,1 1 0,0-1-1,1 1 1,0-1 0,0 1-1,0 15 1,2 59 316,0-43-328,0 4 42,11 329 891,-3-280-750,1 7-29,22 109 0,-30-205-239,-1-3-12,0 0 1,0 0-1,0-1 1,0 1-1,0 0 1,0 0 0,0 0-1,0-1 1,1 1-1,-1 0 1,0 0 0,1 0-1,-1-1 1,1 1-1,-1 0 1,0-1 0,1 1-1,0 0 1,-1-1-1,1 1 1,-1-1 0,1 1-1,0-1 1,0 2-1,0-23-1694,-1-7-1022,0-5-2046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57.5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87 4866,'0'0'7046,"-3"-8"-6366,-6-21-61,9 28-579,0 1-1,-1-1 0,1 1 0,0 0 0,0-1 0,-1 1 0,1-1 1,0 1-1,-1-1 0,1 1 0,0 0 0,-1-1 0,1 1 0,-1 0 1,1-1-1,-1 1 0,1 0 0,-1-1 0,1 1 0,-1 0 0,1 0 1,-1 0-1,1 0 0,-1 0 0,1-1 0,-1 1 0,1 0 1,-1 0-1,1 0 0,-1 0 0,0 0 0,1 1 0,-1-1 0,1 0 1,-1 0-1,1 0 0,-1 0 0,1 1 0,-1-1 0,1 0 0,-1 0 1,1 1-1,0-1 0,-1 0 0,0 1 0,-1 2-31,0 1 1,0-1-1,0 1 0,0-1 0,1 1 0,-1 0 0,1-1 1,0 1-1,0 0 0,1 0 0,-1 4 0,-2 50 141,3-57-145,-1 90 525,2 86 378,1-133-585,3 0-1,9 44 1,-13-82-236,6 18 68,-7-23-133,0-1 0,0 1 0,1 0-1,-1-1 1,0 1 0,1 0 0,-1-1 0,1 1 0,-1 0-1,0-1 1,1 1 0,-1-1 0,1 1 0,0-1 0,-1 1-1,1-1 1,-1 1 0,1-1 0,0 0 0,-1 1 0,1-1-1,0 0 1,-1 0 0,1 1 0,1-1 0,-2-1-13,1 1 1,-1-1-1,0 1 1,1-1-1,-1 1 1,0-1-1,1 1 1,-1-1-1,0 0 1,0 1 0,0-1-1,0 0 1,0 1-1,1-1 1,-1 1-1,0-1 1,0 0-1,0 1 1,-1-1-1,1 0 1,0 1-1,0-2 1,0-3-8,0-511-8221,0 506 8260,1-1 0,0 1 0,3-15 1,-3 24 92,0-1 0,1 0 0,-1 0 0,1 1 0,-1-1 0,1 1 0,-1-1 0,1 1 0,0 0 0,0-1 1,0 1-1,3-2 0,27-11 436,-28 13-508,1-1-1,0 2 1,-1-1-1,1 0 1,-1 1-1,1 0 1,6 1-1,2-1-42,-12 0-7,1 1-1,-1-1 1,0 0 0,0 1 0,0-1 0,1 1-1,-1-1 1,0 1 0,0-1 0,0 1 0,0 0 0,0 0-1,0-1 1,0 1 0,-1 0 0,1 0 0,0 0-1,0 0 1,-1 0 0,2 2 0,12 26 224,-12-23-166,14 37 364,-2 0 0,-2 0 0,-2 2 1,7 74-1,-16-21 237,-1-97-713,0-1 25,0 0 16,0 0 0,0 0 0,0 0 0,-1 0 0,1 0-1,0 0 1,0 0 0,0 1 0,0-1 0,-1 0 0,1 0 0,0 0 0,0 0 0,0 0 0,-1 0 0,1 0 0,0 0 0,0 0-1,0 0 1,0 0 0,-1 0 0,1-1 0,0 1 0,0 0 0,0 0 0,0 0 0,-1 0 0,1 0 0,0 0 0,0 0 0,0 0 0,0 0-1,0-1 1,-1 1 0,1 0 0,0 0 0,0 0 0,0 0 0,0 0 0,0-1 0,0 1 0,0 0 0,0 0 0,0 0 0,-1-1-1,1 1 1,0 0 0,0 0 0,0 0 0,0 0 0,0-1 0,0 1 0,-2-5-52,-1-1 0,1 1-1,0-1 1,0 0 0,1 1 0,-1-1 0,1 0 0,0-9-1,0-54-476,1 45 373,0 14 63,-1 1 3,1 0 1,0 0-1,0 0 0,1 0 1,0 0-1,1 0 0,0 0 1,0 0-1,1 1 0,0-1 1,8-15-1,11-10-99,1 1 0,46-52 0,-67 83 199,1 1 1,-1 0-1,0 0 1,1 0 0,-1 0-1,0 0 1,1 1-1,-1-1 1,1 1 0,-1-1-1,1 1 1,-1 0 0,1 0-1,-1 0 1,1 0-1,-1 1 1,1-1 0,-1 1-1,1-1 1,-1 1-1,4 2 1,0 3 66,-1 1 0,-1 0 0,1 1 0,-1-1 0,0 1 0,-1-1 0,0 1 0,4 15 0,13 75 605,-15-65-368,26 204 1777,-27-185-1448,-4-52-900,0-4-2174,2-15-985,7-8-3075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58.0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116 415 7443,'0'0'5939,"8"-22"-5643,25-74-192,3 12 32,-30 73-181,0-1-1,-1 1 1,0-1 0,-1-1-1,-1 1 1,0 0 0,0-1-1,-2 1 1,2-15 0,-3 19-105,0 3 57,0 0 0,0 0 0,-1 0 0,1 1 0,-3-11 0,2 14 87,1 0-1,-1-1 1,0 1 0,0-1-1,0 1 1,0 0-1,0 0 1,0 0 0,0-1-1,0 1 1,0 0-1,-1 0 1,1 0 0,0 1-1,-1-1 1,1 0-1,0 0 1,-1 1 0,1-1-1,-1 1 1,-2-1-1,-4-1 4,0 0 0,-1 0 0,1 1 0,-1 0 0,1 0 0,-1 1 0,1 0 0,-1 1 0,-10 2 0,14-2 14,0 0 0,0 1 0,1 0-1,-1 0 1,0 0 0,1 1 0,0 0 0,0 0 0,0 0 0,0 0 0,0 0 0,0 1 0,1 0-1,0-1 1,-1 1 0,-4 9 0,4-5 56,0 1-1,0-1 1,1 1-1,0 0 1,0 0-1,1 0 1,0 1 0,0 9-1,0 80 981,2-60-561,1-23-251,-1-1 1,2 1 0,0-1-1,1 0 1,1 0-1,0 0 1,1 0-1,0 0 1,1-1 0,1 0-1,15 24 1,-16-29-116,1-1 0,0 0 0,0 0 1,1 0-1,0-1 0,1 0 1,-1 0-1,1-1 0,0 0 0,1-1 1,0 0-1,-1-1 0,2 1 0,-1-2 1,0 0-1,1 0 0,20 2 0,-24-4-113,0-1-1,1 0 0,-1 0 1,0-1-1,0 0 1,0 0-1,0-1 0,0 0 1,0 0-1,-1-1 0,1 0 1,-1 0-1,1 0 0,-1-1 1,0 0-1,0 0 0,-1-1 1,1 1-1,-1-1 0,9-11 1,0-2-979,-1 0 1,-1 0-1,-1-2 1,0 1-1,11-33 1,1-11-4808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58.4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 6771,'0'0'6552,"0"3"-6301,0 10 135,-2 0-1,-3 17 0,-4 27 233,6 264 1994,5-174-1590,-2-144-1008,4 131 704,-2-114-564,0-1 0,2 1 0,0 0 0,11 28 0,-13-44-132,-2-2-17,0-1-1,1 0 1,-1 0 0,0 1-1,1-1 1,-1 0 0,1 0-1,0 0 1,-1 0 0,1 0-1,0 0 1,0 0 0,0 0-1,-1 0 1,1 0 0,2 1-1,-3-2 18,0-21-2104,0 12 1321,0 0-1,0 0 0,-1 0 1,0 0-1,-1 0 1,0 0-1,-4-11 0,-17-24-3666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58.8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10677,'0'0'7924,"198"0"-7540,-149 7-384,-3-1-144,-8-6-977,-3 3-1024,-11-3-2769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59.2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36 320 2097,'0'0'12523,"10"-11"-11704,71-76-200,-65 71-614,7-6-92,-1-1 1,-1-1-1,24-36 1,-43 58 10,-1 0 0,0 0 1,1 0-1,-1 0 0,0 0 1,0-1-1,-1 1 0,1 0 1,0-1-1,-1 1 0,0 0 1,1-1-1,-1 1 0,0-1 1,0 1-1,0 0 0,-1-1 1,0-3-1,1 5 63,-1-1 1,-1 0 0,1 1-1,0-1 1,0 1-1,0-1 1,-1 1-1,1 0 1,-1-1 0,1 1-1,-1 0 1,0 0-1,1 0 1,-1 0-1,0 0 1,0 1 0,1-1-1,-1 0 1,0 1-1,0-1 1,0 1-1,-2 0 1,-24-4 13,0 2 0,-30 2 0,30 0 49,25 0-33,0 0 0,0 1 0,-1-1 0,1 1 0,0-1-1,0 1 1,0 0 0,0 0 0,0 1 0,0-1-1,0 0 1,0 1 0,0 0 0,1 0 0,-1 0-1,0 0 1,1 0 0,0 0 0,0 1 0,-1-1 0,1 1-1,1-1 1,-1 1 0,0 0 0,1 0 0,-1 0-1,1 0 1,0 0 0,0 0 0,-1 5 0,-1 8 179,0 1 0,1-1 1,1 1-1,1 26 0,0-25-23,0-6 10,1 1 0,0-1 0,1 1 1,1-1-1,0 0 0,0 0 0,1 0 0,1 0 0,0-1 1,0 0-1,1 0 0,9 11 0,-10-14-66,1-1-1,0 0 1,0 0-1,1-1 1,-1 0-1,2 0 1,-1 0 0,0-1-1,1 0 1,0-1-1,1 0 1,-1 0-1,1 0 1,-1-1 0,1-1-1,0 0 1,10 2-1,-4-2-58,1-1 0,0 0 0,0-1 0,16-2 0,-25 1-100,-1 0 1,1-1-1,0 0 0,-1 0 1,1 0-1,-1-1 0,1 0 0,-1 0 1,0 0-1,-1-1 0,8-6 0,1-2-921,0-1 0,12-16 0,3-14-4933,-14 10-1659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5:59.6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 3394,'0'0'8550,"2"19"-7000,35 214 3090,-25-171-3512,-2-8-269,2-1 0,19 53 0,-30-104-827,12 24 300,-13-25-306,1-1 0,0 1 0,0 0 0,-1 0 0,1 0 0,0-1-1,0 1 1,0-1 0,0 1 0,0 0 0,0-1 0,0 1 0,0-1-1,0 0 1,0 1 0,1-1 0,-1 0 0,0 0 0,0 0 0,2 0-1,0-7 146,2-129-954,-4 74-1287,16-114 1,-15 165 1895,1-1 0,0 1-1,1 0 1,0 0 0,0 0 0,1 1 0,1-1-1,0 1 1,0 0 0,11-11 0,-12 15 265,1 0 0,0 0 0,1 1 0,-1 0-1,1 1 1,0-1 0,0 1 0,1 0 0,-1 1 0,1 0 0,0 0 0,0 1 0,0 0 0,0 0-1,8 0 1,9 0 470,33 1-1,-26 2-136,-24-1-310,0 1 0,0 0 0,-1 1-1,1 0 1,9 3 0,9 2-747,3-3-3595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13.4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6307,'0'0'7030,"15"0"-5077,-2 1-1541,-1 1 0,0 0 1,0 1-1,0 0 0,-1 1 1,20 8-1,-18-6-349,0-1-1,0-1 1,0 0-1,26 4 0,0-6 82,-22-1-5530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13.8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5907,'0'0'6995,"15"2"-6011,228 6 1783,-167-8-4226,-72-2-1145,-4-6-3119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15.1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21 122 5170,'0'0'3882,"1"-7"-3231,2-26 910,-1 25 691,-1 28-1556,-2 130 17,10 260 2138,-7-388-2473,1-1 0,1 1 1,10 33-1,-9-48 29,-1-12-316,-2-12-530,-2-3-367,0 0 1,-2 1 0,0-1 0,-8-28 0,-5-16-1483,-10-82 1,13-70 2542,12 200-72,-1 11-101,1-1 0,-1 1 0,1 0 0,1 0 0,-1 0 0,1 0-1,0 0 1,0 0 0,0 0 0,1 0 0,3-8 0,8-11 14,-10 19-58,-1 0-1,0 0 0,1 0 1,0 1-1,0-1 0,1 1 1,6-7-1,-2 5 58,0 0 1,0 0-1,0 1 0,1 1 1,0-1-1,0 1 0,0 1 1,1-1-1,-1 2 0,1-1 0,0 1 1,-1 1-1,1 0 0,0 0 1,0 1-1,0 0 0,18 3 1,-24-1-69,-1-1 1,1 1-1,-1 0 1,0 0 0,1 0-1,-1 0 1,0 0-1,0 1 1,0-1 0,-1 1-1,1 0 1,-1 0-1,1 0 1,3 7 0,-1-2 67,0 0 1,-1 1-1,0 0 1,-1 0-1,3 9 1,-3 2 26,0 0 0,-2-1 1,0 1-1,-3 28 0,0 0 291,2-39-318,-1 1 0,0-1 1,0 0-1,-1 1 0,-1-1 0,0 0 0,-6 16 0,-2-3 26,-25 36 0,31-51-136,0-1 1,-1 0-1,1 0 0,-2 0 0,1-1 1,-1 1-1,1-2 0,-1 1 0,-1-1 0,1 0 1,-1 0-1,1-1 0,-1 0 0,0-1 1,0 1-1,0-1 0,-1-1 0,1 0 0,0 0 1,-1-1-1,1 0 0,0 0 0,-1 0 1,1-2-1,-13-2 0,19 4-23,0-1 0,-1 0 1,1 0-1,0 0 0,0 0 0,-1 0 0,1 0 0,0-1 0,0 1 1,0-1-1,1 1 0,-1-1 0,0 0 0,0 0 0,1 0 0,-1 0 1,1 0-1,0 0 0,0 0 0,0 0 0,-2-4 0,1-1-17,0 1-1,1-1 1,0 0-1,0 0 0,0 0 1,0-10-1,2 16 56,-1 1 0,0-1 0,0 1 0,0-1 0,0 1-1,0-1 1,1 0 0,-1 1 0,0-1 0,0 1 0,1-1 0,-1 1 0,0-1 0,1 1-1,-1-1 1,1 1 0,-1-1 0,0 1 0,1 0 0,-1-1 0,1 1 0,-1 0-1,1-1 1,0 1 0,-1 0 0,1-1 0,23-3 10,26 7 50,-49-3-57,5 1 22,0 0 0,0 1 0,0 0 0,0 0 0,0 0 0,0 1 0,-1 0 0,1 0 1,-1 0-1,8 7 0,4 4 170,25 28 0,-19-18 32,50 55 479,-33-35 335,73 63 0,-108-103-1013,-2 0-27,1-1 1,1 1 0,-1-1 0,0 0 0,1-1 0,0 1 0,0-1 0,0 0-1,0 0 1,7 2 0,-11-18-4700,-1-6-2647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15.8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207 39 2913,'0'0'6115,"4"-7"-4728,15-18-95,-19 25-1218,0 0 0,0 0-1,1 0 1,-1 0 0,0-1 0,0 1 0,0 0 0,0 0 0,0 0 0,0 0 0,0 0 0,0-1 0,-1 1-1,1 0 1,0 0 0,0 0 0,0 0 0,0 0 0,0 0 0,0-1 0,0 1 0,0 0 0,0 0 0,0 0-1,0 0 1,0 0 0,0 0 0,-1 0 0,1 0 0,0 0 0,0-1 0,0 1 0,0 0 0,0 0 0,0 0-1,-1 0 1,1 0 0,0 0 0,0 0 0,0 0 0,0 0 0,0 0 0,0 0 0,-1 0 0,1 0 0,0 0-1,0 0 1,0 0 0,0 0 0,-1 0 0,-14-2 850,-22 2-1687,31 0 1085,0 0-336,-1 0-1,0 0 0,1 1 1,-11 2-1,14-2 9,0 0 0,1 0 0,-1 0 0,1 1 0,-1-1 0,1 1 0,0 0 0,-1-1-1,1 1 1,0 0 0,0 0 0,-2 4 0,-8 8-23,1 1 0,-16 26 0,23-34 30,1 0-1,0 1 0,1-1 1,0 0-1,0 1 1,0-1-1,1 1 1,0 0-1,1 10 1,0-14 23,0-1 1,0 0 0,0 0 0,0 0 0,1 0-1,-1 0 1,1 0 0,0 0 0,0 0 0,0 0-1,1 0 1,-1 0 0,1 0 0,-1-1 0,1 1-1,0-1 1,0 1 0,0-1 0,0 0 0,1 1-1,-1-1 1,0 0 0,1-1 0,0 1 0,-1 0-1,4 1 1,131 71 229,-135-73-258,0 0 0,-1 0 1,1 0-1,-1 0 0,1 1 0,-1-1 1,0 0-1,1 0 0,-1 1 1,0-1-1,0 1 0,0-1 0,0 1 1,0 0-1,0-1 0,-1 1 1,1 0-1,0-1 0,-1 1 1,0 0-1,1 0 0,-1 0 0,0 0 1,0-1-1,0 1 0,0 0 1,0 0-1,0 0 0,0 0 0,-1-1 1,1 1-1,-2 2 0,1 0 1,-1-1 0,0 0 0,0 1 0,0-1 0,-1 0 0,1 0 0,-1 0 0,1-1 0,-1 1 0,0-1-1,0 1 1,-1-1 0,-4 3 0,-7 2 58,0 0 1,0-1-1,-24 6 0,31-10-264,0-1 0,-1 1-1,1-1 1,0-1 0,0 0 0,0 0 0,-1 0-1,-13-4 1,21 4 121,1 0 0,-1 0 0,1 0 0,-1-1-1,1 1 1,0 0 0,-1 0 0,1 0 0,0-1 0,-1 1 0,1 0 0,0-1-1,-1 1 1,1 0 0,0-1 0,0 1 0,-1 0 0,1-1 0,0 1 0,0 0-1,0-1 1,-1 1 0,1-1 0,0 1 0,0 0 0,0-1 0,0 1-1,0-1 1,0 0 0,-1-29-5157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16.6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4562,'0'0'8569,"1"-1"-8260,1 0 0,-1 1-1,1-1 1,-1 1 0,0-1-1,1 1 1,-1-1 0,1 1-1,2 0 1,-2 1-299,0 1 0,-1 0 0,1 1 0,-1-1 0,1 0 0,-1 0 0,0 1 0,0-1-1,0 0 1,0 1 0,0-1 0,-1 1 0,1-1 0,-1 1 0,0 0 0,1 4 0,0 0 0,25 238 374,-23-190-97,26 280 2566,-27-325-2705,-2-6-74,0 0 0,1 0 0,-1 0 0,1-1 0,0 1 0,0 0-1,0 0 1,1-1 0,-1 1 0,1-1 0,0 1 0,0-1 0,0 0 0,4 4 0,-5-6 112,-8-296-8411,6 289 8040,1 1-1,0-1 1,1 1-1,-1-1 1,1 1-1,0-1 1,1 1-1,-1-1 0,1 1 1,0 0-1,0 0 1,1 0-1,-1 0 1,1 0-1,0 1 1,1-1-1,-1 1 1,1 0-1,0-1 1,0 2-1,7-6 0,16-8-404,-26 16 606,0 1 1,0-1-1,0 1 1,0-1-1,0 1 1,1 0-1,-1 0 0,0-1 1,0 1-1,0 0 1,1 0-1,-1 0 1,0 0-1,0 0 0,0 1 1,0-1-1,1 0 1,-1 0-1,0 1 1,0-1-1,0 1 1,0-1-1,0 1 0,0 0 1,0-1-1,2 2 1,0 3 177,-1-1 0,1 1 0,-1 0 0,0 0 0,0 0 0,-1 0 0,0 0 0,1 1 0,-1 7 0,1-3 155,17 134 3518,-16-97-2176,3 0 0,18 68 0,-24-114-1677,0-1 0,0 1 1,0 0-1,0-1 0,0 1 0,0-1 1,1 1-1,-1-1 0,0 1 0,0-1 1,0 1-1,1-1 0,-1 1 0,0-1 1,1 1-1,-1-1 0,0 0 0,1 1 1,-1-1-1,0 0 0,1 1 1,-1-1-1,1 0 0,-1 1 0,1-1 1,-1 0-1,2 1 0,-2-2-74,1 0-1,-1 1 1,1-1-1,-1 0 1,1 0 0,-1 0-1,1 0 1,-1 0-1,0 1 1,0-1-1,1 0 1,-1 0 0,0 0-1,0 0 1,0 0-1,0 0 1,0-1 0,3-64-7138,-2 31 643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17.2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35 592,'0'0'9994,"0"-12"-3308,0 17-6555,1-1 1,0 0-1,0 1 0,1-1 1,-1 0-1,1 0 0,3 5 1,6 17 263,16 84 977,1 5 80,-22-96-1157,1 0 1,0-1 0,19 32 0,-24-46-256,1 1-1,0-1 1,1 0-1,-1 0 1,1-1-1,3 4 1,-6-6-36,0 0 1,0 0 0,0-1 0,-1 1-1,1-1 1,0 1 0,0-1-1,0 1 1,0-1 0,0 1 0,0-1-1,0 0 1,0 0 0,1 1-1,-1-1 1,0 0 0,0 0-1,0 0 1,0 0 0,0 0 0,0 0-1,0-1 1,0 1 0,0 0-1,0-1 1,0 1 0,0 0 0,0-1-1,0 1 1,0-1 0,0 1-1,0-1 1,0 0 0,0 1 0,-1-1-1,2-1 1,4-7-149,0-1 1,-1 0-1,-1 0 1,1 0-1,5-21 0,-8 25-16,6-24-1084,0 1 0,-2-1 0,3-48 1,-5-92-4343,-4 144 9064,0 43-1987,3 21-1521,2-25-3752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17.7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64 3362,'0'0'9358,"2"-10"-8816,8-32-179,-10 41-331,0 1 0,0-1 1,0 1-1,0-1 0,0 1 0,0-1 1,0 1-1,0-1 0,1 1 0,-1 0 1,0-1-1,0 1 0,1-1 0,-1 1 1,0-1-1,0 1 0,1 0 0,-1-1 1,0 1-1,1 0 0,-1-1 0,1 1 1,-1 0-1,0 0 0,1-1 0,-1 1 1,1 0-1,-1 0 0,1 0 0,-1-1 1,1 1-1,5 4 493,-6-4-529,2 3 113,0 0 0,0 1 0,0-1 0,-1 1 0,1-1 0,-1 1 0,0-1 1,1 6-1,1 5 261,13 52 1783,11 98 0,-11-57-632,-14-94-1337,0-6-6,-2-15-207,0-6-149,-1-32-956,4-85-1358,-2 116 2189,1 0-1,1 0 1,0 1-1,1-1 1,1 0 0,9-20-1,-11 31 307,-1 0 0,0 0-1,1 1 1,0-1 0,0 1-1,0-1 1,0 1 0,0 0-1,1 0 1,0 0 0,-1 1-1,1-1 1,0 1 0,5-2-1,-7 3 70,1 0 0,-1 0 1,0 1-1,1-1 0,-1 1 0,1-1 0,-1 1 0,1 0 0,-1 0 1,1 0-1,-1 1 0,1-1 0,-1 0 0,1 1 0,-1 0 0,1-1 1,-1 1-1,0 0 0,1 0 0,-1 0 0,0 1 0,0-1 0,0 1 0,0-1 1,0 1-1,3 3 0,5 6 200,-1 1-1,0 0 1,0 1 0,-2 0-1,13 28 1,-10-16-206,-2 0 0,10 42-1,-17-50-1364,-1-45-14329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18.2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 8436,'0'0'6598,"4"-4"-5894,13-15-131,-17 18-526,1 1 0,-1-1 0,0 1 0,1 0 0,-1-1-1,0 1 1,1-1 0,-1 1 0,1 0 0,-1-1-1,0 1 1,1 0 0,-1 0 0,1-1 0,-1 1-1,1 0 1,-1 0 0,1 0 0,-1-1 0,1 1 0,-1 0-1,1 0 1,0 0 0,-1 0 0,1 0 0,-1 0-1,1 0 1,-1 0 0,1 0 0,-1 1 0,1-1-1,-1 0 1,1 0 0,-1 0 0,1 1 0,-1-1-1,1 0 1,-1 0 0,1 1 0,0 0 0,7 15 173,1 21 145,-1 0 0,-3 1-1,3 67 1,-3-23 150,44 325 2201,-48-399-2659,0-1-1,1 0 1,0 0-1,5 12 1,-4-16-52,-2-17-1480,0 6 481,-1-1-1,-1 1 0,1 0 1,-1 0-1,-1-1 1,1 1-1,-1 0 1,-6-15-1,-9-12-4709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18.6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14455,'0'0'6018,"227"0"-5601,-175 0-305,-10 0-112,-11 0-481,-13 0-911,-8 0-833,-10 16-3234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18.9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13830,'0'0'9781,"3"0"-10085,-3 15-7236,-21 7 657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09-21T06:45:20.26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9509 13481 32 0,'0'0'135'16,"0"0"-48"-16,0 0-49 0,0 0 23 16,0 0-11-16,0 0-18 15,0-30-5-15,0 30 11 16,0-3 6-16,0 3-7 16,0 0-1-16,0 0-7 15,0 0 5-15,0 0 0 16,0 0-12-16,0 0-3 15,0 0-5-15,0 0-5 16,0 0 8-16,0-3 0 16,0-1 4-16,0 1 7 0,0-1-16 15,0-3-5-15,0 4 2 16,0-3-9-16,0 6 4 16,0-3-4-16,0-4 0 15,0 3 3-15,0-2-2 16,0 0-1-16,-5-1 2 15,0 3 1-15,5 1 6 16,0-1-5-16,-5 1 1 16,5 3-1-16,0-2-1 15,-6-2-2-15,6 4-1 16,-8-3 2-16,8 3 0 16,-5 0-2-16,5-4 3 15,0 4 1-15,0 0-4 16,0 0 4-16,0 0 1 15,0 0-4-15,0 0 0 0,0 0 0 16,0 0-1-16,0 0 0 16,0 0 2-16,0 0-1 15,0 0-1-15,0 0-1 16,0 0 0-16,0 4 1 16,0 8 0-16,0 6-1 15,0 1 8-15,0-3-2 16,0 5-5-16,0-8-3 15,0 4 3-15,0-4 6 16,0 3-5-16,0 1 1 16,0-1 1-16,0-2-3 15,0-1 0-15,0-3 3 0,0 3-3 16,0 1 2 0,0-1-1-16,0 0-2 0,0 0 2 15,0 1-4-15,0-4 3 16,0 5 0-16,0-3 2 15,0-3-2-15,0 1 0 16,0 3-2-16,0-3 4 16,0 4-2-16,0 1 0 15,0-7-6-15,0 5 4 16,0 2 0-16,0-7 2 16,0 8 3-16,0-9-3 15,0 5 0-15,0 0 1 16,0 1 0-16,0 2-1 15,0-2 0-15,0 1 0 16,5-3 1-16,-5 5 1 0,0-4-2 16,8 2 0-16,-8-1 0 15,0 1 5-15,6-5-5 16,-6 1-1-16,0 3-1 16,0 1 4-16,0-2-3 15,0 6 1-15,0-2 0 16,0-2 1-16,5-2 0 15,-5 2-1-15,0-1 0 16,0 1 1-16,0-2-1 16,0 2 0-16,0-4-1 15,0 3 0-15,0-6 1 16,0 6 0-16,0 1 2 0,0-8-2 16,0 7-1-16,0 4 1 15,0-4 0-15,5 9 1 16,0-14-1-16,-5 2 0 15,6 2-2-15,-6 0 5 16,0 0-6-16,8 0 3 16,-8-4-1-16,0 8 0 15,5-8 1-15,-5 8 0 16,5-3 0-16,0-3 1 16,-5 4-1-16,0 1 0 15,6-2 2-15,-1 0-1 16,0-1 0-16,3-1-1 15,-8-4 0-15,0 0-1 0,0-4 1 16,0-3 0 0,0 2 1-16,0-2 0 0,0 4-1 15,0-4 0-15,0 0-1 16,0 0 1-16,0 0 0 16,0 0 0-16,0 0 3 15,0 0-4-15,0 0 2 16,0 0-1-16,0 0 0 15,0 0-7-15,0 0-8 16,0 0-29-16,-13 0-69 16,-13-12-93-16,-9-10-368 15</inkml:trace>
  <inkml:trace contextRef="#ctx0" brushRef="#br0" timeOffset="751.99">9160 14335 258 0,'0'0'89'15,"0"0"-33"-15,0 0 29 16,0 0-10-16,0 0-25 15,0 0-7-15,5-7 3 16,-5 7-6-16,0 0-13 16,0 0 2-16,0 0-5 15,0 0-11-15,5 0 3 0,0 0 11 16,6 7-19-16,2 4 6 16,-2 0-11-16,-1 4 9 15,3 1 4-15,3 4 0 16,-5 3 7-16,7 5-2 15,-2-3-4-15,2 3 5 16,-2 2-12-16,8-5 2 16,-9 3 2-16,4-1-6 15,-3-1 2-15,-3-1-4 16,-3-9 3-16,6 0 1 16,-3-6-6-16,-8 1 1 15,6-6 2-15,-11-1-7 16,5-4 5-16,-5 0-5 15,5 0 2-15,3 0 3 0,-2 0-4 16,-6 0 1-16,5 0-2 16,0 0-1-16,14 0 0 15,2-9 1-15,7-16 10 16,1-3-9-16,11-6-1 16,-1-3 0-16,6 2-3 15,0 4 2-15,7-4-1 16,-12 4-1-16,-1-4-1 15,-5 2-4-15,-10 13-14 16,-3 3-13-16,-16 10-23 16,1 7-39-16,-6 0-17 15,0 0-146-15</inkml:trace>
  <inkml:trace contextRef="#ctx0" brushRef="#br0" timeOffset="2467.27">8313 13293 148 0,'0'0'37'0,"0"0"-17"0,0 0 16 16,0 0 9-16,0 0-26 15,0 0 6-15,-11 0 11 16,11 0-10-16,0 0-2 16,0 0 3-16,0 0 0 15,0 0 4-15,0 0 3 16,0 0 1-16,0 0-1 16,0 0-16-16,0 0 2 15,0 0-3-15,0 0-7 16,0 0 3-16,0 0-3 15,0 0 1-15,0 0 7 0,0 0-9 16,0 0 6-16,0 0-4 16,0 0 0-16,0 0 2 15,0 12-10-15,0-2-1 16,0 3 5-16,0 3-6 16,0 5 8-16,0 2 2 15,0-3-3-15,0-1 2 16,0 5-6-16,0 3-2 15,6-4 6-15,7 7-8 16,-8-3 10-16,0 2-4 16,6 4-4-16,-11 0 7 15,10 4-8-15,-2-4 1 0,-3-3 2 16,1-4-3-16,-1 4 5 16,0-2-2-16,-5-5-2 15,5-4 9-15,-5-1-7 16,0-2-2-16,0-2 4 15,0-1-3-15,0-3 5 16,0-3-4-16,0 0 1 16,0-4 1-16,0 0-4 15,0-3 0-15,0 0 4 16,0 0-5-16,0 0 7 16,0 0-4-16,0 0-4 15,0 0 3-15,0 0-3 16,0 0-5-16,0 0-32 15,0 0-50-15,0-20-37 16,0-10-115-16</inkml:trace>
  <inkml:trace contextRef="#ctx0" brushRef="#br0" timeOffset="3223.26">8728 13730 182 0,'0'0'18'0,"0"0"13"15,0 0 11-15,0 0-21 0,0 0 9 16,0 0-5-16,-5-4-9 16,-13 4-3-16,7 0-6 15,-7 0 2-15,-3 0 11 16,-3 0-10-16,0 0 5 16,-2 9-7-16,8-1 4 15,2 2 2-15,-8 2-1 16,8 0 3-16,-2 0-10 15,7 0-6-15,6 5 16 16,5-9-13-16,0 5 12 16,0-3-5-16,0-3-9 15,0-1 6-15,5 1 1 0,19 2 18 16,2-1-12 0,3-2-7-16,0 6 3 0,0-1-5 15,-2 5-4-15,1-4-1 16,-4 2 0-16,-8 2 0 15,-3 2 5-15,-13-2-4 16,5 0 4-16,-5-2 4 16,0-4 3-16,6-1 0 15,-6-2-3-15,0 4-9 16,0-2 4-16,0 5-4 16,0-2 9-16,-24-5 4 15,-5 4-9-15,8-2 8 16,3-6-9-16,2 1-1 15,10-4-4-15,1 0-18 16,5 0-117-16,0-16-39 0</inkml:trace>
  <inkml:trace contextRef="#ctx0" brushRef="#br0" timeOffset="3970.26">8831 13431 210 0,'0'0'67'0,"0"0"-29"15,0 0 15-15,0 0-20 0,0 0-20 16,0 0 8-16,-13 0 16 16,13 0-4-16,0 0 3 15,0 0-9-15,0 0 9 16,0 10-5-16,-6 6-15 16,6 2 10-16,0 1-6 15,0 4-11-15,0-3 6 16,0 3-3-16,0 4 12 15,0 0 0-15,6 0-14 16,-1 2 3-16,3 1-8 16,2 0 6-16,-4 5 8 15,4-4-7-15,-5-1-1 0,3 0-3 16,-2-7-7 0,-6 2 7-16,0-2-6 0,5-5-1 15,-5 4 5-15,0-2-6 16,0 0 9-16,5-4-6 15,0 5-2-15,1-2 4 16,1-3 2-16,4 5 8 16,-6-5-1-16,6-5-14 15,-3-2 4-15,-3-6-2 16,-5 1 2-16,0-4-4 16,0 0 0-16,0 0-9 15,0 0-2-15,0 0-39 16,0 0 7-16,0-13 12 15,-18-4-61-15,2-6-96 16,10 0-19-16</inkml:trace>
  <inkml:trace contextRef="#ctx0" brushRef="#br0" timeOffset="4716.34">8807 13920 45 0,'0'0'204'15,"0"0"-183"-15,0 0 11 16,0 0 28-16,0 0-53 16,0 0-6-16,5-46 13 15,1 39-14-15,-1 2 25 16,3 3-11-16,-3-2-9 16,0-3 12-16,6 2-6 15,-6-2 6-15,8 1 5 16,-7 6-18-16,-1-5 2 15,0 5-5-15,0 0 2 0,1 0 1 16,-6 0-1-16,13 0 13 16,-3 0 10-16,-4 0-25 15,7 0 1-15,-8 0 3 16,5 0-4-16,1 0-1 16,-6 0 0-16,8 0 0 15,-2 0-4-15,-1 0 2 16,-2 0 1-16,-8 6 0 15,6-1 1-15,-6 2-3 16,0-2 6-16,0 1-3 16,0-1 10-16,0 2-2 15,0 0-2-15,5 3 4 0,-5-4-6 16,5 1 16 0,-5 4-13-16,0-4 8 0,0 5-3 15,5 1-5-15,1-1 7 16,-1 6-11-16,-5-4 6 15,8-2 0-15,-3 2 0 16,0-1 6-16,-5 4-6 16,0 3-3-16,0-1 6 15,0 8-2-15,0 3 4 16,0 3 11-16,6 1-4 16,-1-8 0-16,8-6-9 15,-8-3-5-15,11-11-7 16,-5-3-1-16,2-3-7 0,2 0-89 15,-15-9-249 1</inkml:trace>
  <inkml:trace contextRef="#ctx0" brushRef="#br0" timeOffset="25520.48">12476 12941 192 0,'0'0'170'0,"0"0"-111"16,0 0 6-16,0 0 12 16,0 0-32-16,0 0-10 0,0-35 4 15,0 35 2-15,0-4-8 16,0 4-10-16,0 0 8 16,0-3-1-16,0-4 2 15,0 0 4-15,0 1-9 16,0-1-2-16,0 4-7 15,0-1-11-15,0 4 6 16,0-3-10-16,0 3-2 16,0 0 3-16,0 0-2 15,0 0-1-15,0 0-1 16,0 0 4-16,0 0-5 16,0 0 1-16,0 0 0 15,0 0-2-15,0 0-12 16,0 0 11-16,0 0-1 0,0 0-5 15,0 0 8-15,0 0-7 16,0 10 8-16,5 6 0 16,-5-2 0-16,5 6 0 15,1 3 0-15,-1 0 0 16,0 7 0-16,-5 2 7 16,8 3-5-16,-8 4 0 15,0 7-1-15,0-4 3 16,0-1-4-16,0-4 4 15,0 5-2-15,0-10-2 16,0 5 0-16,0-7-1 16,0 0 4-16,0 7-3 0,0-8 0 15,0 4 1-15,0-3-2 16,0-3 1-16,0-1 0 16,0 1-1-16,0-1 3 15,0 1-2-15,0 0 0 16,0-7 2-16,5 2-4 15,6-8 2-15,-6 3 0 16,8-1-2-16,-7-3 4 16,-6-1-2-16,0-7 0 15,5 1 1-15,-5-6-2 16,0 1 1-16,0 3 0 16,0 3 0-16,0 5-3 15,0-1 3-15,0-4 0 0,0 4 1 16,0-8 1-16,0-1-2 15,0-2 0-15,0 0-1 16,0 0-3-16,0 0-26 16,0 0-26-16,0 0-20 15,0-2-20-15,0-12-86 16,0 1-82-16</inkml:trace>
  <inkml:trace contextRef="#ctx0" brushRef="#br0" timeOffset="26034.21">12192 13748 333 0,'0'0'74'16,"0"0"-38"-16,0 0 19 15,0 0-1-15,0 0-38 16,0 0 17-16,0-5 17 16,0 5 0-16,0 0-7 15,0 0-10-15,0 0-7 16,0 0-1-16,0 0-9 16,16 10 11-16,-3 9 1 15,8 5-2-15,8 6 15 16,0 11-11-16,0 5 12 0,5-2-14 15,-8 6-8-15,3-10 3 16,-5-8-9-16,-8-5-11 16,2-10 5-16,-8-13-7 15,-4-1-1-15,-1-3 10 16,-5 0-9-16,5 0 8 16,3-7-9-16,8-30-4 15,2-9-25-15,9-10-2 16,-4 3 1-16,6 1 23 15,0 12-22-15,-8 8 16 16,-2 4 9-16,2 5 4 16,-3 10-1-16,-2-4 1 15,7 8-3-15,-7-5-16 0,8-2-49 16,5-4-40-16,-3 3-196 16</inkml:trace>
  <inkml:trace contextRef="#ctx0" brushRef="#br0" timeOffset="26884.2">13370 13151 236 0,'0'0'129'0,"0"0"-91"16,0 0 12-16,0 0-11 15,0 0-23-15,0 0-6 0,0 0 20 16,0 0 3-16,0 0-8 15,0 0 3-15,0 0-12 16,0 0 6-16,0 0 8 16,0 0-14-16,0 6 11 15,0 11-12-15,5 5-2 16,3 4 10-16,-8 4-16 16,5 9 8-16,6 5 9 15,-6 9-11-15,-5 7 13 16,6-1-2-16,-6-2-3 15,0-4 1-15,0-10-6 16,0-9-2-16,0-11-2 16,0-5-8-16,0-10 4 15,0-1-8-15,0-1 0 0,0 3 6 16,0-8-5-16,0 6 0 16,0-1 1-16,0 1 0 15,0 8-2-15,0-7 0 16,0 2 0-16,0-10-1 15,0 0 2-15,0 0-1 16,0 0 0-16,0 0-47 16,0 0-72-16,-6 0-19 15,-4-16-58-15,4-4-262 16</inkml:trace>
  <inkml:trace contextRef="#ctx0" brushRef="#br0" timeOffset="27682.03">13712 13584 254 0,'0'0'97'0,"0"0"-58"16,0 0 39-16,0 0-7 16,0 0-28-16,0 0-2 15,-18-20 13-15,18 20-23 16,0 0-6-16,0 0-3 15,0 0-2-15,0 0 3 16,0 0-12-16,0 0-8 16,0 0 4-16,0 0-1 15,0 17 16-15,5 9-6 0,8 10-1 16,-8 15 12-16,0 8 0 16,-5 13 11-16,6-5 1 15,-6 5-15-15,0-10 3 16,5-14-7-16,-5-16-10 15,0-8 2-15,0-11-10 16,0-6-1-16,0-4 1 16,0-3 3-16,0 0-5 15,0 0 0-15,0 0-23 16,5 0-24-16,-5-7-35 16,8-12 10-16,-3-8-18 15,1-6-112-15,-6-8-100 0</inkml:trace>
  <inkml:trace contextRef="#ctx0" brushRef="#br0" timeOffset="28212.39">13728 13590 231 0,'0'0'83'0,"0"0"-38"15,0 0 13-15,0 0-14 16,0 0-19-16,0 0-2 15,-24-9 19-15,19 9 3 16,5 0-13-16,0 0 5 16,0 0 7-16,0 0-9 15,0 0 7-15,0 0-1 16,0-4-8-16,0 1-14 16,0-4 1-16,18 7-16 0,3-3-4 15,13 3 2 1,6 0 3-16,13-4 0 0,-4-2-2 15,4-1 6-15,-8 0-4 16,-11-2-2-16,0 2-3 16,-13-3 3-16,-2 3-4 15,-14 5 1-15,0 2-2 16,0 0-1-16,-5 0 0 16,0 0-6-16,0 0-5 15,0 0-24-15,0 0-3 16,0 0-38-16,0 0-46 15,-5 0-28-15,-5 5-48 16</inkml:trace>
  <inkml:trace contextRef="#ctx0" brushRef="#br0" timeOffset="28618.23">13694 13826 261 0,'0'0'101'0,"0"0"-72"0,0 0 42 16,0 0-12-1,0 0-29-15,0 0 25 0,52 0 25 16,-20 0-27-16,15 0-8 16,-13 0-20-16,11 0 0 15,-6-1-4-15,-4 1-12 16,4-7 8-16,-15 3 0 16,-3-1-16-16,-3 5 9 15,-7 0-10-15,7-2 0 16,-7 2 1-16,-1 0 0 15,-5 0-1-15,9 0 0 16,-9 0-20-16,5 0-34 16,9 0-103-16,2 0-203 15</inkml:trace>
  <inkml:trace contextRef="#ctx0" brushRef="#br0" timeOffset="29531.54">14840 13574 219 0,'0'0'75'16,"0"0"-52"-16,0 0 39 16,0 0-5-16,0 0-27 0,0 0-13 15,-68-20 7-15,49 20-2 16,4 0 4 0,-4 0-16-16,3-7-2 0,-7 4 7 15,7-1-8-15,-2-2 7 16,2 3-5-16,-3 3-3 15,9-3 11-15,-6 3-9 16,8 0 7-16,-2 0 1 16,-1 0-9-16,1 0 2 15,-4 0 2-15,-1 0-4 16,2 0 8-16,-3 9-6 16,5 1 0-16,-2 1 13 15,8 1-12-15,-6 5-1 0,11 0-1 16,-5 2-2-16,5-1 5 15,0 1 3-15,0 4-7 16,0-3 14-16,0 0-7 16,11 0-14-16,4-4 12 15,14-2-10-15,0-1-1 16,0-3-1-16,5 1 0 16,-5 0 5-16,3-3-5 15,2-2 2-15,0 1-2 16,0-2 2-16,-5-5-3 15,0 0 2-15,0 0 0 16,-3 4 3-16,-7-4-4 0,2 1 1 16,-3 5-1-1,-7-1 0-15,-6-3 0 16,3 3 0-16,-8 6-3 0,0-5-1 16,0 2 0-16,0 1 4 15,0 3 5-15,0 2-1 16,-13 2 12-16,-21 5 2 15,-1-1-1-15,-14-4-7 16,-1 5-10-16,-14-9 9 16,1 2-9-16,0 2 2 15,3-5-5-15,7-2-20 16,3-9-166-16,11 0-360 16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09-21T07:24:56.4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9515 17985 142 0,'0'0'77'16,"0"0"-49"-16,0 0 6 16,0 0 34-16,0 0-35 15,0 0-23-15,0 0 11 16,-21-3-2-16,21 3-1 0,0 0 17 15,-6 0 7-15,6-3 7 16,-8 3-7-16,8 0-15 16,0 0 3-16,0 0-13 15,0 0 0-15,0 0 6 16,0 0-14-16,0 0 3 16,0 0-7-16,0 0-3 15,0 0 0-15,-5 0-2 16,5 0-1-16,0 0 0 15,0 0 1-15,0 0 0 16,0 16 1-16,0-2 1 16,0 2-1-16,0-2 2 15,0-5-3-15,0 5 0 16,0-2 5-16,0 2-5 0,0 2 5 16,0 2-2-16,5-2-4 15,9-3 1-15,-4-7-3 16,9 1 2-16,-4 0 1 15,1 1 1-15,8-1 1 16,-1 1 4-16,6-8-5 16,-8 7-1-16,3-3 7 15,-8 0 3-15,2-3-10 16,-2-1-15-16,-5 0 12 16,12 0 4-16,-4 0-1 15,2 0 15-15,2 0-12 16,6 0-2-16,-8 0 0 0,3-1-2 15,5-7-2-15,-8 1 3 16,3 0 2-16,-3 6-2 16,-8-6 0-16,3 3 0 15,2 0 3-15,-7-3-3 16,4 0 0-16,-2 6 2 16,3-7-1-16,8 5-1 15,-8-4 0-15,7 3-1 16,-7-4 3-16,3 0-2 15,-4 1 0-15,4 4 1 16,-4-1-3-16,4 1 2 16,-3 3-1-16,2 0-1 15,3-4 1-15,-2 4 1 16,-4-5 0-16,4 1 1 16,2 1-2-16,-8-1 1 0,8 1 0 15,-3-1 0-15,-2 4 1 16,3 0-1-16,-4 0 0 15,-4 0 2-15,-3-3-2 16,8 0 0-16,-6 3 0 16,14-6-2-16,-6 6 5 15,-2 0-3-15,0 0 0 16,7 0 1-16,-4 0-6 16,2 0 5-16,2 0 0 15,-7 6 11-15,3 4-9 16,-4 0 6-16,4-1-7 15,-3-2 0-15,2 4 6 0,-7-4-7 16,4-2 1-16,-7 6 2 16,-3-4-2-16,1-1 3 15,-1 0-4-15,0 1 0 16,1-7 2-16,-6 4 2 16,0-4-4-16,0 3 2 15,5-3 2-15,-5 0-4 16,0 0 0-16,8 0 1 15,-8 0 2-15,0 0-3 16,0 0 0-16,5 0 0 16,-5 0-3-16,0 0 1 15,5 0 0-15,-5 0 2 16,5 0 1-16,-5 0 0 0,0 0-1 16,0-7 0-16,6-6 1 15,-1 7-1-15,3-5 0 16,2 4 1-16,-4-2-3 15,-1 2 2-15,0-3 0 16,0 6 0-16,3-5 0 16,-2 6 0-16,-1-4 0 15,5 0 1-15,3 4-6 16,-2-3 5-16,-6-1 0 16,6 3-1-16,2 4 3 15,-3-3-2-15,1 3 0 16,-6-4 1-16,14 4 5 0,-4-2-6 15,9 2 2-15,-8-3 2 16,8-1-1-16,-1 1-2 16,4-4-1-16,1 7 3 15,1-7-1-15,-5 4-1 16,2 0-1-16,3 3 7 16,0 0-5-16,-5 0 4 15,2 0-5-15,-2 0 2 16,0 0 5-16,-3 0-8 15,-3 0 0-15,3 0 0 16,8 0 3-16,0 0 0 16,0 0 2-16,-3 0-3 15,3 0 4-15,0 0-6 16,-5 0 0-16,-3 0 1 16,2 0 4-16,1 0-5 0,-8 0 2 15,0 0 0-15,2 0 12 16,-8 0-12-16,9 0-1 15,-3 0 1-15,2 0 0 16,3 0-4-16,-2 0 6 16,2 0-4-16,-3 0 9 15,3 0-8-15,-3 0-1 16,-2 0 2-16,3 0 0 16,2-3-2-16,-8-1 0 15,3 1 1-15,-3-4 0 16,-3 3 0-16,1-2-1 15,7 3 0-15,-7-4 4 0,-1 4-4 16,-10-14 2-16,5 4 0 16,-5-3 0-16,0-2-2 15,0 2 0-15,0 0 5 16,0-5 1-16,0 5-12 16,0-7 6-16,0 6 0 15,0 1 1-15,0-1 4 16,0-5-5-16,0 11 0 15,0-7 1-15,0 6 2 16,0 0-3-16,0-1 5 16,0 12 2-16,0-10-7 15,0 5-1-15,0-1-2 16,0-5-24-16,0 3-22 0,0-5-57 16,0 4-78-16,0 2-67 15</inkml:trace>
  <inkml:trace contextRef="#ctx0" brushRef="#br0" timeOffset="1046.61">11382 18322 230 0,'0'0'81'15,"0"0"-33"-15,0 0 28 16,0 0-12-16,0 0-37 0,0 0 13 16,0 0 16-16,0-8-7 15,0 8-4-15,0 0 2 16,0 0-15-16,0 0-1 15,0 0-22-15,0 0 0 16,0 0-7-16,0 0 0 16,0 0-4-16,0 0 1 15,0 0-1-15,0 15-4 16,0 8 6-16,-8 7 0 16,-3 12-1-16,-4-1 13 15,-4 5-12-15,3 1 3 16,-2 2-2-16,-3-2 2 0,-3-5-3 15,9-1 1 1,-4-5 0-16,9-6 2 0,-3-6-3 16,13-5 0-16,-6-12-3 15,6 1 1-15,-5-7-8 16,5-1-4-16,0 0 9 16,0 0-16-16,0 0-1 15,0 0-25-15,0-16 30 16,0-14-28-16,0 0-85 15,18 0 35-15,-7-6-73 16</inkml:trace>
  <inkml:trace contextRef="#ctx0" brushRef="#br0" timeOffset="2117.21">11290 18337 54 0,'0'0'146'16,"0"0"-129"-16,0 0 5 15,0 0 20-15,0 0-10 16,0 0-14-16,45-15-3 16,-38 7 3-16,-1 8-13 15,-6 0-3-15,0 0 15 16,0 0-8-16,0 0 11 15,5-2 6-15,-5 2-16 0,5 0 0 16,-5 0-5-16,0 0-5 16,0 0 8-16,0 0-6 15,0 0 0-15,0 0 13 16,0 0 1-16,5 0 2 16,-5 0-1-16,0 0-12 15,0 0 7-15,0 0-10 16,0 0 3-16,0 0-1 15,0 0-1-15,0 0 1 16,0 0-3-16,0 0 12 16,0 0 31-16,0 0-14 0,0 0-4 15,0 0-6 1,0 0-17-16,0 0 2 0,0 0-5 16,0 0 2-1,0 0-4-15,0 0 2 0,0 0 0 16,0 0 7-16,0 0-7 15,0 0 14-15,0 0-8 16,0 0-2-16,0 2 10 16,0 6-14-16,0-1 5 15,0-7-2-15,0 1 0 16,0-1-1-16,0 0 0 16,0 0-1-16,0 5 10 15,0-5-10-15,0 0 1 16,0 0 1-16,0 0 1 0,0 0-4 15,0 0 1-15,0 0 1 16,0 0 6-16,0 0-8 16,0 0 2-16,0 0 2 15,0 0-2-15,0 0 1 16,0 0-2-16,0 0 0 16,0 0 4-16,0 0-4 15,0 0-1-15,0 0 0 16,0 2-1-16,0 2-2 15,0 7 3-15,0 2 0 16,11 10 3-16,2 4-3 16,-2-1 0-16,12 8 0 15,-7-2 3-15,8 2-2 16,-3-1-1-16,2-6 1 16,-4-1-2-16,-3 1 3 0,-1-8-2 15,-1 2 4-15,-4-5-1 16,1-3-3-16,2 1 0 15,-8-2 0-15,0-1 3 16,1-1-3-16,-1-1 0 16,-5-2-2-16,0 0 2 15,0 0-1-15,0 1-2 16,0-7-4-16,0 6 3 16,0-7 4-16,0 4 4 15,0-1 6-15,0 5-7 16,0 7 1-16,0-5-4 15,0 3 2-15,5 1-2 0,-5-6 1 16,8-7-2-16,-8-1 1 16,5 0 0-16,-5 0-4 15,0 0-2-15,0 0-48 16,0 0-41-16,0 0-6 16,0-16-2-16,-23-4-117 15</inkml:trace>
  <inkml:trace contextRef="#ctx0" brushRef="#br0" timeOffset="2550.41">11206 18767 212 0,'0'0'62'16,"0"0"-42"-16,0 0 9 0,0 0-14 15,0 0 0 1,0 0 24-16,-24-4 30 0,24 1-10 15,0 3 1-15,0-4-2 16,0 4-8-16,0 0-16 16,0-7-18-16,24 2-4 15,-3 1-1-15,13 4 11 16,0 0-7-16,6 0 3 16,-6 0-15-16,5-3 0 15,-10-1-1-15,0 1-2 16,-13-1 0-16,-3 1-6 15,-3 0-47-15,-10 3-90 16,6-10-78-16</inkml:trace>
  <inkml:trace contextRef="#ctx0" brushRef="#br0" timeOffset="4683.72">10609 17839 217 0,'0'0'56'0,"0"0"18"16,0 0-12-16,0 0-21 16,0 0-13-16,0 0-7 15,0 0 2-15,0 0-6 16,0 0-1-16,0 0 22 16,0 0-13-16,0 0-1 15,0 0-7-15,0 0-7 0,0 23 13 16,0 4-5-16,0 10-10 15,0 2 12-15,0 8-12 16,13-1 2-16,-8 7-2 16,6 4 0-16,2 6 5 15,-8 5-4-15,6-2-2 16,-1-7 8-16,3-8-5 16,-2-5-1-16,-1-9-5 15,3-8-1-15,-2-15 2 16,-1-2-4-16,-4-1-1 15,-6-11 6-15,5 0-5 16,-5 0 0-16,0 0 4 16,0 0-4-16,0 0 6 15,0 0-7-15,0-20-3 16,-5-3-7-16,-6-7-2 0,-5 0-8 16,3 0 7-16,3-7-5 15,4 7-76-15,1 1 89 16,-3-8 0-16,3 1 5 15,5 2-51-15,-5-2 1 16,0 6 3-16,5 2 21 16,0 5 16-16,0 3 3 15,0 3 7-15,0 5 4 16,-6-2-1-16,6 3-1 16,0-1-2-16,0-5 0 15,0 4-8-15,0-3 8 16,0-2-6-16,0 6 2 0,0-2-9 15,0 7 13-15,0 1 4 16,0-1-4-16,6 4 14 16,-1-4-13-16,0 1 6 15,0 2 11-15,8-6-3 16,-2 3-9-16,-6 4 11 16,8-10-9-16,3 6 2 15,-5-2-7-15,7-1-3 16,-2 3 4-16,-3 3-2 15,3 4-2-15,2-6 9 16,-7 6-9-16,5-3 6 16,-3-1-4-16,-3 1-1 15,1 0 5-15,2 3-6 16,-3 0 0-16,1 0 13 16,7 0-5-16,-2 0 10 0,-5 0 8 15,2 6-14-15,3 4 9 16,-6-3-17-16,8 10 1 15,-2-8-3-15,-3 11 1 16,3-6 2-16,-3-2-2 16,3 6 1-16,-11-2 3 15,1 1-5-15,-1-4 8 16,-5 1 0-16,8-2-3 16,-8 5 0-16,0-11-2 15,0 8-5-15,0-5 7 16,0-2-6-16,0 4 3 15,0 0-8-15,0-3 9 0,-13 3-2 16,-3 1-3-16,-3 6 0 16,4-6 13-16,-9 6-9 15,3-6 0-15,-3 2-2 16,1 2 0-16,7-1 1 16,-8 0-3-1,3 7 0-15,-3-14 1 0,-4 7-1 16,1-2 0-16,4 0 0 15,-6 4-1-15,0-7 1 16,2 3 0-16,-7-5 0 16,5 4-1-16,0-8 2 15,14-4 2-15,1 3-3 16,14-3 0-16,0 0-2 0,0 0 0 16,0 0 2-16,6-20 12 15,23 3-12-15,-6 4 0 16,-2 6-5-16,3 1 10 15,-6 2-11-15,-2 4 12 16,0 0-6-16,8 0 7 16,-6 0-5-16,3 17 5 15,3 0 3-15,5 13-7 16,-3 3 10-16,8 13 11 16,0-6 9-16,-5 0 3 15,0-10-4-15,0-4-8 16,-3-10-18-16,9-5-4 0,-6-11-4 15,5 0-5-15,0 0-77 16,-5-30-85-16,-13 0-355 16</inkml:trace>
  <inkml:trace contextRef="#ctx0" brushRef="#br0" timeOffset="5854.77">12379 18461 360 0,'0'0'75'16,"0"0"-22"-16,0 0 58 15,0 0-10-15,0 0-57 16,0 0-1-16,0 0 5 16,0 0-10-16,0 0 9 0,0 0-9 15,0 0-3-15,0 0-10 16,0 0-15-16,0 0-3 15,15 0-7-15,14 0 6 16,6 0 7-16,9 0-7 16,-10 0-4-16,6 0 1 15,-6 0-2-15,-5 0-1 16,-11 0 0-16,-2 0 3 16,3 0-2-16,-14 0-1 15,-5 0 0-15,5 0 0 0,-5 0 2 16,0 0-1-1,0 0-1-15,0 0 3 0,0 0-7 16,0 0 3-16,0 0-3 16,0 0 1-16,0 0-4 15,0 0-30-15,5 0-43 16,-5-10-133-16,0 4-152 16</inkml:trace>
  <inkml:trace contextRef="#ctx0" brushRef="#br0" timeOffset="6553.56">12458 18252 139 0,'0'0'48'16,"0"0"16"-16,0 0 38 15,0 0-42-15,0 0-5 16,0 0 8-16,-6 0 14 15,6 0-18-15,-5 0-11 16,5 0 0-16,-5 0-14 16,5 0 0-16,-6 0-2 15,6 0-4-15,-7 0 3 16,7 0-11-16,0 0-3 16,0 0 6-16,0 0-9 0,0 0 4 15,0 0 3-15,0 0-9 16,0 0 5-16,0 0-14 15,0 0 0-15,7 0-1 16,15 0 0-16,6 0 17 16,17 0-16-16,0 0-1 15,7-6-2-15,4 0 0 16,2 5 0-16,-14-5-1 16,-4 6-1-16,-6-2 1 15,-10 2-2-15,-9 0-12 0,4 0 0 16,-14 0-21-1,0 0-4-15,1 0-51 0,-6 0-39 16,0 0-168-16</inkml:trace>
  <inkml:trace contextRef="#ctx0" brushRef="#br0" timeOffset="18567.03">13746 17908 376 0,'0'0'100'16,"0"0"-44"-16,0 0-9 16,0 0-13-16,0 0-34 0,0 0-24 15,0 0 9-15,-13-39 13 16,13 36 4-16,0 3 10 16,0 0 11-16,0 0 14 15,-5 0-4-15,-1 0-11 16,-4 0 8-16,2 0-19 15,3 0-5-15,-6 0-6 16,6 0 0-16,0 0 0 16,0 0 0-16,5 0 1 15,-8 0-1-15,8 0 0 16,-6 0 3-16,6 3-8 16,0 10 5-16,0 4-3 0,0 3 3 15,0 3 0 1,0 7 4-16,0 0-4 0,0 3 2 15,0 10-2-15,0 5 8 16,19 1-8-16,-3 7 3 16,2 1 0-16,3-2-3 15,-3-2 3-15,-2-1 1 16,-5-9 0-16,-3-6-4 16,-3-7 0-16,0-17 1 15,-5-3 1-15,0-4 0 16,0-3-2-16,0-3-1 15,0 0 0-15,0 0 2 0,0 0 3 16,0 0-1 0,0 0-1-16,0 0-2 15,0 0 0-15,0 0 1 16,0 0-6-16,0 0 4 16,0 0-5-16,0-9 2 0,-5-1-7 15,5-3 11-15,-5-1 0 16,-3-2-9-16,8-1 6 15,-11 1-9-15,1-4-36 16,-1-4 37-16,-7-3-43 16,-6-2-10-16,8-1 29 15,6-5 2-15,-9 5-12 16,9 0-57-16,-1 6 93 16,-7-5 9-16,7 6-7 15,-7 0 7-15,7 3 0 16,1 3 0-16,5-6 4 15,-3 4 7-15,8-2 13 0,0 8-2 16,0-3-21-16,0-1-1 16,0 1-3-16,0 2-18 15,0-2-2-15,8 2 17 16,2-2 6-16,6 2 0 16,-3 1-5-16,-2 6 5 15,-1-2 10-15,14 9-10 16,-8-14 3-16,2 7-3 15,-2-2 0-15,2-1 4 16,3-1-4-16,-2 5 5 16,2 0 2-16,-3 2-1 15,6-3 12-15,-8 7-16 16,7 0 3-16,-7 0 9 0,2 0 2 16,-2 0 2-16,3 0-7 15,-4 0-5-15,1 11 3 16,8 1 3-16,0-1-6 15,-9-1 4-15,4-1-6 16,-9-2 1-16,1 7-3 16,2-12-1-16,-3 5 3 15,1-3-4-15,2 3 0 16,-8 2 0-16,1-2-10 16,-1 0 10-16,-5 3 0 15,0 3 0-15,0-6 0 16,0 2 1-16,0 5 8 0,0-7 1 15,0-1-7-15,0 7-2 16,0-2-1-16,0 1 3 16,-11 5-5-16,-7 3 2 15,-3 3 0-15,-8 0-1 16,5 0 2-16,3 0 0 16,-2 2-1-16,-1-6 3 15,8 4-2-15,-8-1 2 16,9-7-3-16,-9 0 0 15,8-7 3-15,-7-1-5 16,7-3 2-16,3-4-4 16,2 0 0-16,6 0 4 0,5-4-13 15,0-22 0 1,0 1-33-16,0 2 3 16,0 5-6-16,16 5-17 0,-3 5 31 15,-3 5 30-15,1 3 5 16,-6 0 9-16,14 0 9 15,-9 11 9-15,1 11 14 16,7 10 7-16,-2 10 24 16,13 5 21-16,5 2 20 15,-5 1-17-15,10 0-53 16,-5-14 0-16,-5-2-13 16,6-15-25-16,-14-5 6 15,2-11-11-15,-7-3-2 16,2 0 2-16,-7 0-31 15,-1-13-1-15,-2-3-56 0,-8 2-96 16,0 8 15-16,0-1-183 16</inkml:trace>
  <inkml:trace contextRef="#ctx0" brushRef="#br0" timeOffset="19379.23">14532 18385 198 0,'0'0'91'0,"0"0"-59"15,0 0 13-15,0 0 2 16,0 0-26-16,0 0 13 15,-55-20 6-15,42 20-12 16,3 0-1-16,-1 0-5 16,-2 0-15-16,2 0 7 0,6 0-4 15,-5 0-1 1,-9 0 8-16,3 10-16 16,-2 10 2-16,2-3 10 0,-2 6 5 15,7 3 8-15,1-3 0 16,-3 0-8-16,7-2 3 15,6-1-21-15,0-10 3 16,0-1 1-16,0-2-4 16,14-3 6-16,12 5-4 15,8-6 0-15,11 4 19 16,-3 3-21-16,3-4 4 16,-11 5-4-16,-13 2-5 15,-3 4 5-15,-13-10-8 16,-5 5-4-16,0-1 10 15,0-1-4-15,0 3 6 0,-15 3 0 16,-20 5 3-16,-7 5 17 16,3-3-20-16,-1 0 3 15,6-12-8-15,13-6 7 16,-2 1-4-16,7-6-5 16,11 0-87-16,-3 0-26 15,8-18-74-15</inkml:trace>
  <inkml:trace contextRef="#ctx0" brushRef="#br0" timeOffset="20596.68">14685 17982 320 0,'0'0'78'0,"0"0"-40"16,0 0 1-16,0 0-7 15,0 0-13-15,0 0 8 16,-34 0 23-16,29 0-4 15,5 3-20-15,0 7 0 16,0 7-6-16,0-1-14 16,0 7 13-16,0-3-8 0,0 6 3 15,0 3-2 1,0 1-7-16,0 8 4 0,13-1-8 16,-3 2 1-16,1 5 3 15,-6 7-4-15,8-4-1 16,-8-5 3-16,1-1 0 15,-6-5-2-15,0 0-1 16,0-2 0-16,0 5 3 16,0-2-2-16,0 6-1 15,0-14 3-15,0 1-2 16,0-1 2-16,0-10-3 16,0 0 1-16,0-4 3 15,0-8-3-15,0-1 5 0,0 3-4 16,0-9 2-16,0 0-4 15,0 0 0-15,0 0 1 16,0 0 3-16,0 0-1 16,0-21-3-16,0-3 0 15,0 2-3-15,0-8-10 16,0 7 6-16,0 0 5 16,0 3-38-16,0-4 40 15,0 12 9-15,0-8-9 16,0-1 2-16,0 5-4 15,0-4 1-15,0 7-5 16,0 0 6-16,0 6 0 16,0-3 1-16,0 4-1 15,5-1 0-15,0 0-2 0,14 4 2 16,-4-1 0-16,4 1 0 16,-3-3 2-16,7 6-1 15,-2-7-1-15,-2 0-1 16,4 0 0-16,-17 4 1 15,4 0 0-15,1 3 0 16,-6 0 1-16,-5-3 0 16,8 3 1-16,-8 0 0 15,0 0 1-15,0 0 2 16,0 0-3-16,0 0 7 16,0 0-9-16,5 0 8 15,0 0 5-15,1 0-12 16,-1 0 13-16,0 6-9 0,3 11-3 15,3-4 8-15,-6 11 0 16,0-8 1-16,0 7 3 16,3 4-8-16,-8 3 7 15,0 0-7-15,5 0-2 16,-5-4 6-16,0 1-9 16,0-8 2-16,0-8-1 15,0-5 1-15,0-1-5 16,0-4 2-16,0-1 0 15,0 0 0-15,0 0 2 16,0 0-2-16,0 0 0 16,0 0-8-16,0 0-10 0,0 0-29 15,6-12-40 1,4-22-120-16</inkml:trace>
  <inkml:trace contextRef="#ctx0" brushRef="#br0" timeOffset="21462.23">15684 17938 267 0,'0'0'109'16,"0"0"-30"-16,0 0 11 16,0 0-14-16,0 0-31 15,0 0-3-15,0-9 5 16,0 9 2-16,0 0-11 16,0 0 2-16,0 0-5 15,0 0-14-15,0 0-6 16,0 0-7-16,0 0 0 0,0 0-8 15,0 6 4-15,-10 11 8 16,-3 10-8-16,2 3-2 16,-7 5 2-16,-3 6-1 15,-3 8-3-15,3 4 0 16,-8 7 4-16,0 5-4 16,0-2 0-16,8-3 0 15,-2-4-1-15,4-3 3 16,3-7-2-16,1-5 0 15,1-8 2-15,4-7-1 16,-1-13-1-16,4-2 0 16,7-5-1-16,0-6 3 0,0 0-1 15,0 0 5 1,0 0-3-16,0 0 9 0,0 0-2 16,0 0-8-16,0 0 2 15,0 0 1-15,0 0-7 16,0 0 2-16,0 0-18 15,0-17 4-15,13-2-23 16,2-11-2-16,4-7-23 16,2-6-29-16,3 0-119 15,-9 3-79-15</inkml:trace>
  <inkml:trace contextRef="#ctx0" brushRef="#br0" timeOffset="21888.18">15847 18005 273 0,'0'0'51'0,"0"0"-11"0,0 0-2 16,0 0-31-16,0 0-6 16,0 0-1-16,14 4-4 15,-9-4 1-15,-5 0-8 16,5 3 11-16,-5-3-2 16,0 0 2-16,5 0-3 15,1 0-5-15,-6 0-92 16,0 0-117-16</inkml:trace>
  <inkml:trace contextRef="#ctx0" brushRef="#br0" timeOffset="22449.22">15847 18005 299 0,'74'0'115'0,"-74"0"-87"16,0 0 21-16,0 0-14 15,0 0-29-15,0 0 1 16,0 0 20-16,0 0 20 16,0 0 6-16,0 0-7 0,0 7-20 15,-5 2-11 1,5 5 1-16,-5-1-8 0,-1 7 9 16,-4-3-3-16,-3 2-4 15,2 3 3-15,1-3-9 16,2 7-1-16,-3 1 11 15,1-1-3-15,-9 12 0 16,9-12-6-16,-1 8-4 16,-7 2 3-16,7-6-4 15,1 6 0-15,-3 5 0 16,2-2 2-16,-5 5-2 16,-2-2 0-16,2 2 3 15,3-5-6-15,-3-5 1 16,6-8 2-16,-3-10-2 15,7-9 3-15,6 0-1 0,0-7 0 16,0 4 0-16,0-4 0 16,0 3-4-16,0-3 4 15,0 0-1-15,0 0 2 16,0 0 3-16,0 0-4 16,0 0 1-16,0 0 1 15,0 0 13-15,0-3-15 16,0-4-9-16,6 3-11 15,-6-3 17-15,0-2 3 16,0-1-25-16,5-6-24 0,-5-8-95 16,8-9-104-1</inkml:trace>
  <inkml:trace contextRef="#ctx0" brushRef="#br0" timeOffset="23946.2">16176 18062 270 0,'0'0'81'0,"0"0"-13"16,0 0 5-16,0 0-38 0,0 0-18 15,0 0-8-15,0-23-2 16,0 19 12-16,0 1 9 16,0-1 2-16,0 1 10 15,0 3-11-15,0 0 7 16,0 0-9-16,0 0-12 15,0 0 4-15,0 0-13 16,0 0 3-16,0 0 0 16,8 0-8-16,3 0 11 15,-1 0 0-15,1 17-10 16,2 3 8-16,3 6-10 16,-3 12 0-16,-3 7 2 15,-5 15 1-15,1 8 16 16,-1 0 15-16,-5 6-9 15,0-11 9-15,5-3-19 0,8-17 9 16,-7-10 2-16,-1-6-19 16,0-10-1-16,0-11-3 15,3-6 2-15,-8 0 0 16,6 0-5-16,-6 0 6 16,0 0-3-16,0 0-2 15,0 0-2-15,0 0-8 16,0 0-18-16,0-20 8 15,0-3-11-15,-14 0 8 16,4-4 12-16,-6 4-37 0,8-3 5 16,-2-8 38-1,-1 4-11-15,6 0-6 0,0 0-8 16,-3 1-2-16,8-8 20 16,0 8 11-16,0-8 0 15,0 7-49-15,0-8 35 16,0 12 0-16,0 3 0 15,0-1 0-15,0 7 13 16,0-2-19-16,0 1 6 16,0 6 8-16,0-2 6 15,0 5 2-15,0-5-2 16,0 1-5-16,0-1 5 16,0-2-14-16,0 6 14 15,0 3-1-15,13 1 1 16,-8-1 2-16,0 4-2 0,1-8 0 15,4 9-1-15,3-5 3 16,-2 4-2-16,-1-4 5 16,9 3-2-16,-9 4 6 15,4-3-9-15,1 3 2 16,-4 0-4-16,2 0 5 16,-2 0-3-16,4 0 4 15,4 0-3-15,-4 0 14 16,-1 0-10-16,-4 0 6 15,6 0 1-15,-3 7-9 16,-2 0 0-16,-1 3-3 16,-5 3 5-16,9-6 7 0,-9 9 6 15,0 1-9 1,0-1 8-16,-5 4-13 0,0 0 21 16,0 4-16-16,0 2-5 15,0-3 7-15,0 4-7 16,0-1 1-16,0-4 9 15,-10 1-10-15,-1 0 6 16,-7-3-3-16,2-2-5 16,-8 4 7-16,1-3-4 15,-9-2-2-15,-2 3-1 16,-5-3-2-16,-9-7 0 16,9 0-12-16,-1-10-8 15,11 0-2-15,14 0-19 16,9 0-17-16,6-19 27 15,0 1 8-15,11 5 4 0,23-4-25 16,5 12 44-16,1 5 10 16,-1 0 5-16,14 9 41 15,2 34 23-15,3 0 4 16,3 10-7-16,2 4 15 16,5-1-37-16,0-6-5 15,-12-14-8-15,2-16-34 16,-19-10-7-16,-5-10-5 15,-5 0 2-15,0-20-14 16,-3-19-47-16,-13-5-86 16,-2 5-186-16</inkml:trace>
  <inkml:trace contextRef="#ctx0" brushRef="#br0" timeOffset="25251.18">17131 18322 211 0,'0'0'78'0,"0"0"-5"15,0 0 7-15,0 0-23 16,0 0-9-16,0 0 15 16,-8-8-9-16,8 8-12 15,0 0 0-15,0 0-14 16,0 0-7-16,-5 0 0 15,-1 8-10-15,6 7 10 16,0 13-8-16,0 2 5 16,0 1 10-16,0 18-11 0,0 4 4 15,0-3-1 1,0-4 5-16,0-9 2 0,0-14-16 16,0-4 2-16,0-12-3 15,0-3-9-15,0-4 4 16,0 0-3-16,0 0-1 15,0 0 1-15,0 0-2 16,0 0-19-16,-5-7 11 16,0-10-9-16,0 4 7 15,-3-3-8-15,3-2-1 16,-1 2 13-16,6-7-8 16,-5 6-2-16,0-10 12 15,-1 4-4-15,1 0 2 16,5 0-11-16,0 3 9 15,0-3 3-15,0 6-24 0,0 1-27 16,0-3 47-16,0 8-17 16,0-3 7-16,11 8 13 15,-6-1 6-15,6 1 6 16,-6 2-2-16,3 4-1 16,2 0 7-16,1 0-8 15,7 0 13-15,-2 0-7 16,-11 0 5-16,14 0 9 15,-4 10-11-15,4 7 1 16,-3 3 9-16,2 0-9 16,-8 10 17-16,1 0-1 15,-6-1-9-15,8 4 11 0,-7 1-7 16,-1-4-1-16,0 0 0 16,-5-4-17-16,0 1 8 15,0-15-9-15,0 2-2 16,0-4 1-16,0-10-3 15,0 0 0-15,0 0 5 16,0 0-5-16,0 0-2 16,-5 0-10-16,5-20 5 15,0-7 1-15,0-3-8 16,0 0-9-16,0 4-9 16,0-3-4-16,0 2 8 15,0 3-4-15,0 8 22 16,5-4 6-16,-5 3 4 0,5 1 0 15,9 2-1-15,-9 5-17 16,5-1 16-16,-4 1 2 16,7 8 0-16,3-9 0 15,-6 7 2-15,8-4-2 16,-7-1 1-16,0 8 3 16,7-2-4-16,-2-5 1 15,-3 7 0-15,-3 0 9 16,1 0-9-16,2 0 7 15,-2 0 4-15,-1 0-10 16,-5 0 10-16,3 0-3 16,-3 0 4-16,1 0 12 0,10 0-12 15,-9 13-3 1,4 11 7-16,5-1-4 0,-3 7 6 16,-3 3-1-16,6 7-3 15,3-3 8-15,-4-1-4 16,4 1 1-16,-3-4 0 15,2-3-12-15,-13-10 19 16,6-11-27-16,-6-6 2 16,-5 1-4-16,0-4 2 15,0 0-1-15,0 0-15 16,0 0-14-16,0 0-13 16,0 0-34-16,0 0-66 15,-5 0-150-15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44.1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81 8708,'0'0'8108,"0"-6"-7676,0-46 1759,0 29-1124,0 45-1884,-2 167 776,14 371 642,-10-537-547,25 250 933,-14-184-467,25 93 0,-16-121-334,-10-31-166,-12-30-138,0 0 1,0 0 0,-1 0 0,1 0-1,0-1 1,0 1 0,0 0 0,-1 0 0,1 0-1,0 0 1,0 0 0,-1 0 0,1 0-1,0 0 1,0 0 0,-1 0 0,1 0-1,0 0 1,0 0 0,-1 0 0,1 0-1,0 0 1,0 0 0,0 1 0,-1-1-1,1 0 1,0 0 0,0 0 0,0 0-1,-1 0 1,1 0 0,0 1 0,0-1 0,0 0-1,0 0 1,-1 0 0,1 1 0,0-1-1,0 0 1,0 0 0,0 0 0,0 1-1,0-1 1,0 0 0,0 0 0,0 0-1,-1 1 1,1-1 0,0 0 0,0 0-1,0 1 1,0-1 0,1 0 0,-30-38-7471,16 22 1132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44.5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0 258 5987,'0'0'7368,"5"-15"-6837,-2 6-447,1-3 25,0 0 0,1 1-1,0 0 1,0-1-1,1 2 1,1-1-1,11-14 1,-5 10 16,1 0 0,1 1 0,16-12 0,-24 21-72,0 1 0,0-1 1,0 1-1,1 0 0,0 1 0,0 0 1,-1 0-1,2 1 0,15-3 0,45 1 437,-63 4-424,1 0-1,0 1 0,0 0 1,0 0-1,-1 1 0,1 0 1,-1 0-1,10 4 0,-3 4 173,1 0 0,-1 1 0,-1 0 0,0 1 0,16 20 0,26 25 1119,-45-46-1143,-8-10-452,-2-2-778,-15-32-2281,-14-38 0,25 57 2138,-21-54-6084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44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3586,'0'0'15095,"222"223"-14567,-157-208-272,0-15-240,4 0-16,-8-19-336,-14-32-1217,-16-4-1760,-23 9-5203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46.2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140 93 6195,'0'0'5701,"0"-7"-5175,0 4-462,0 0 7,1 1 0,-1 0 1,0 0-1,0-1 0,0 1 0,0 0 1,-1 0-1,1 0 0,-1-1 1,1 1-1,-1 0 0,0 0 0,0 0 1,0 0-1,0 0 0,0 0 1,0 0-1,0 0 0,-1 1 0,1-1 1,-1 0-1,1 1 0,-1-1 1,-3-1-1,1 1 105,-1 0-1,0 1 1,0 0 0,0 0 0,0 0-1,1 1 1,-1-1 0,-9 2 0,6-1-139,7 0-30,0 0-1,1 0 1,-1 0-1,1 0 0,-1 0 1,1 1-1,-1-1 1,1 0-1,-1 0 0,1 1 1,-1-1-1,1 0 1,-1 1-1,1-1 0,0 0 1,-1 1-1,1-1 1,-1 0-1,1 1 0,0-1 1,-1 1-1,1-1 1,0 1-1,0-1 1,-1 1-1,1-1 0,0 1 1,-4 18 133,3-13-92,-5 51 164,2 0-1,4 62 0,1-49 127,-1-34-187,-2 20 440,4 0-1,16 104 1,-13-136-402,-1 0 46,2 0 0,0-1 0,1 0 0,20 42-1,-25-62-225,-2-1-6,1-1 1,0 1 0,0 0 0,-1-1-1,1 1 1,0-1 0,0 1 0,0-1-1,1 0 1,-1 1 0,0-1 0,0 0-1,1 0 1,-1 0 0,1 0 0,-1 0-1,1 0 1,-1 0 0,1-1 0,-1 1-1,4 0 1,-9-5-762,-7-12 226,1 0-1,1-1 1,0 0-1,-12-34 0,-19-81-1262,30 89 1592,2 0 0,-2-63 0,7-88 108,3 132 106,0 53 20,1 0 0,-1 1 0,2-1 0,-1 1 0,1 0 1,0-1-1,1 1 0,0 0 0,0 0 0,1 1 0,8-15 0,-8 17-15,0 0-1,0 1 0,0-1 0,0 1 1,1 0-1,0 0 0,0 0 0,0 1 1,0-1-1,0 1 0,1 1 1,-1-1-1,1 1 0,0 0 0,0 0 1,0 1-1,6-2 0,12 0 197,0 1 1,-1 0-1,1 2 0,45 5 1,-64-4-175,-1 0-1,0 0 1,0 1 0,0-1 0,0 1 0,0 0-1,0 0 1,0 0 0,0 1 0,-1-1-1,1 1 1,-1 0 0,4 4 0,-2-1 31,-1 0 0,0 0-1,0 0 1,0 0 0,-1 1 0,0-1 0,3 11 0,-1 2 133,0 1-1,-2-1 0,0 1 1,-1 0-1,-2 20 1,0-22-60,1 15 394,-8 57 0,6-80-487,-1 1 1,-1-1 0,0 0-1,0 0 1,-1 0-1,-1-1 1,1 1 0,-1-1-1,-11 14 1,9-14-15,0 0 0,-1 0 0,-11 9 0,16-16-57,0 0 1,0 1-1,0-2 0,0 1 0,0 0 0,0-1 0,0 1 1,-1-1-1,1 0 0,-1 0 0,1 0 0,-1-1 0,-6 1 1,10-1 4,0 0 1,0 0 0,0 0-1,0 0 1,0 0 0,-1 0-1,1 0 1,0 0-1,0 0 1,0 0 0,0 0-1,0 0 1,0 0 0,0 0-1,0 0 1,0 0 0,-1 0-1,1 0 1,0 0 0,0 0-1,0 0 1,0 0 0,0 0-1,0 0 1,0-1 0,0 1-1,0 0 1,0 0 0,0 0-1,0 0 1,0 0-1,0 0 1,0 0 0,-1 0-1,1 0 1,0-1 0,0 1-1,0 0 1,0 0 0,0 0-1,0 0 1,0 0 0,0 0-1,0 0 1,1 0 0,-1-1-1,0 1 1,0 0 0,0 0-1,0 0 1,0 0 0,0 0-1,0 0 1,0 0 0,0-6-322,0 1 0,0-1 1,1 0-1,-1 1 0,1 0 1,2-6-1,-2 8 263,0 1 0,0 0 1,1 0-1,-1 0 0,0 0 0,1 0 0,0 0 0,-1 0 0,1 0 0,0 1 0,0-1 1,0 0-1,0 1 0,0 0 0,0-1 0,3 0 0,5-1 62,0-1-1,0 2 1,1-1-1,-1 2 1,1-1-1,-1 1 1,1 1-1,-1 0 0,12 1 1,6 0 167,-21-1-90,0 0-1,0 0 1,0 1-1,0 0 1,0 0 0,0 1-1,0 0 1,-1 0 0,1 0-1,0 1 1,-1 0 0,0 0-1,0 1 1,0 0 0,0 0-1,0 0 1,-1 1 0,0 0-1,0 0 1,0 0-1,0 1 1,-1-1 0,0 1-1,0 0 1,-1 1 0,0-1-1,3 8 1,-2-4 85,-2 0 0,1 1 0,-1-1 0,-1 1 0,0 0 0,0 0 1,-2 17-1,0-21-82,0 0-1,0-1 1,-1 1 0,0 0 0,0-1 0,0 1 0,-1-1 0,0 0 0,0 0 0,-1 0 0,1 0-1,-9 9 1,1-5-33,1 0-1,-2 0 0,1-2 1,-1 1-1,0-2 1,-1 1-1,0-2 0,0 0 1,0 0-1,-1-1 1,-24 5-1,13-5-334,-1-1 1,1-2-1,-1 0 0,0-2 1,-46-4-1,68 4 174,0-1 0,0 1-1,0-1 1,0 0 0,0 0 0,0 0-1,0 0 1,1-1 0,-1 1 0,0-1 0,1 0-1,-1 0 1,1 0 0,0-1 0,0 1 0,0-1-1,0 0 1,0 0 0,1 0 0,-1 0 0,1 0-1,0 0 1,0-1 0,0 1 0,0-1-1,0 0 1,1 1 0,0-1 0,0 0 0,0 0-1,0 0 1,0 0 0,1 0 0,0 0 0,0 0-1,0 0 1,0 0 0,1 0 0,-1 0-1,3-6 1,-2 7-212,-1-1 0,2 1 0,-1 0 0,0 0 0,1-1 0,-1 1-1,1 0 1,2-3 0,27-29-5426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46.9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82 7780,'0'0'8275,"4"-1"-7608,0-1-496,14-3 2329,-18 7-2289,-1 83 96,-1-14 520,13 124 0,-8-175-628,1 0 1,0 1-1,2-2 0,0 1 1,1 0-1,1-1 0,1-1 1,0 1-1,2-2 0,19 27 1,-26-39-177,0 0 0,1 0 0,0-1 0,0 0 0,0 0 0,0 0 0,1-1 1,-1 1-1,1-1 0,0 0 0,0-1 0,12 4 0,-5-4-8,0 0 1,-1 0-1,1-2 0,0 1 0,20-3 1,-27 1-23,0-1 0,0 1 0,0-1 1,0 0-1,0 0 0,0-1 0,-1 0 0,1 0 1,-1 0-1,0-1 0,0 0 0,0 0 0,0 0 1,-1 0-1,1-1 0,-1 0 0,-1 0 0,5-7 1,2-3-145,-1-1 0,0 0 0,-1-1 0,-1 0 0,5-20 0,-5 12-299,-2 0 0,-1 0 0,2-40 0,-6-79-1822,-1 64 1291,1 57 897,0 3 41,-3-40 0,2 56 88,1-1 1,-1 0 0,-1 1 0,1-1 0,-1 1 0,1-1 0,-1 1 0,0 0-1,-1-1 1,1 1 0,-1 0 0,0 1 0,-6-8 1558,10 24-1356,26 139 321,-7-50-255,24 296 935,-36-338-1097,-8-59-371,0-5-568,0-24-560,-2-53-3618,-5 34-352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47.6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0 4562,'0'0'10744,"-5"3"-9477,-16 11-152,21-14-1028,0 1-1,-1-1 1,1 0-1,-1 0 1,1 1 0,-1-1-1,1 0 1,0 1-1,-1-1 1,1 0 0,0 1-1,-1-1 1,1 1-1,0-1 1,-1 0 0,1 1-1,0-1 1,0 1-1,0-1 1,0 1 0,-1-1-1,1 1 1,0-1-1,0 1 1,0-1 0,0 1-1,0-1 1,0 1-1,0-1 1,0 1-1,0-1 1,0 1 0,1-1-1,-1 1 1,0-1-1,0 1 1,0-1 0,0 1-1,1-1 1,-1 0-1,0 1 1,1-1 0,-1 1-1,0-1 1,1 1-1,18 8 93,329 52 666,-337-59-839,-7-1-3024,-7-1 1359,-16 0-285,3-1-1525,-13 1-4580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48.0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4290,'0'0'9764,"0"2"-8654,0-1-984,0 0-1,-1 1 0,1-1 0,1 0 1,-1 0-1,0 0 0,0 0 1,0 0-1,1 0 0,-1 0 0,0 0 1,1 0-1,-1 0 0,1 2 0,1-2-26,-1 0-1,0-1 0,1 1 0,-1 0 0,0 0 1,1-1-1,-1 1 0,1-1 0,-1 1 0,1-1 0,1 1 1,91 17 1365,103 8 0,-139-20-1527,-31 1-1343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48.9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0 109 6227,'0'0'5360,"4"-14"-5024,13-44 109,-4 21 2194,-12 44 2464,-1 25-5476,0-13 664,0 113-225,3 253 809,4-271-407,27 153 1,-31-254-459,0 1 1,1-1-1,0-1 0,1 1 0,0-1 1,9 14-1,-13-24-122,-19-2-13142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49.3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91 7764,'0'0'7499,"27"-9"-6851,89-33-106,-86 32-319,1 2 0,0 1-1,0 1 1,0 2 0,1 1 0,62 2 0,-54 2 55,-39-2-293,0 1 0,0 0 0,0 0 0,0 0 0,0 0 0,0 0 0,-1 0 0,1 0 0,0 0 1,0 0-1,0 1 0,0-1 0,0 0 0,0 0 0,0 1 0,-1-1 0,1 1 0,0-1 0,0 1 0,0-1 0,-1 1 0,1-1 0,0 1 0,-1 0 0,1-1 0,-1 1 0,1 0 0,0-1 0,-1 1 0,1 0 1,-1 0-1,0 0 0,1 0 0,-1-1 0,0 1 0,0 0 0,1 0 0,-1 0 0,0 0 0,0 0 0,0 0 0,0 1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49.6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5426,'0'0'11830,"269"86"-10838,-178-55-447,-9-7-337,-12-13-208,-18-3-48,-22-4-1393,-17-4-2097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51.2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202 41 7668,'0'0'4986,"0"-5"-4559,0-12-38,0 4 2519,-2 12-2850,0 0 1,-1 0-1,1 1 0,-1-1 1,1 1-1,-1-1 0,1 1 0,-1 0 1,1 0-1,-1 0 0,-2 1 1,2-1-41,-7 0-23,0 0 1,0 0 0,-18 4-1,23-2 5,1-1-1,-1 1 0,1 0 0,0 0 0,0 1 0,0-1 1,0 1-1,1 0 0,-1 0 0,-5 6 0,5-5 19,0 0-1,1 0 0,-1 1 1,1 0-1,0 0 1,0 0-1,1 0 0,-1 0 1,1 0-1,0 1 1,0-1-1,1 1 1,0-1-1,0 1 0,0 0 1,1-1-1,0 1 1,0 6-1,0-5 12,-1 0 0,1-1-1,1 1 1,-1-1 0,1 1 0,0-1 0,1 1-1,0-1 1,0 1 0,0-1 0,1 0 0,-1 0 0,2 0-1,4 7 1,31 41 193,58 62-1,-88-106-194,-1 0 0,0 0 0,12 23-1,-18-29 12,0 0 0,0 1-1,0-1 1,-1 1 0,0 0-1,1-1 1,-2 1 0,1 0 0,-1 0-1,1-1 1,-1 1 0,-1 0-1,0 9 1,0-12-29,0 0 0,1-1 0,-1 1 0,0 0-1,0 0 1,0-1 0,-1 1 0,1-1 0,0 1 0,0-1 0,-1 1 0,1-1 0,-1 0-1,0 0 1,1 0 0,-1 0 0,0 0 0,1 0 0,-1 0 0,0 0 0,0-1-1,0 1 1,-2 0 0,-6 1-18,-1 0 0,-21 1 0,22-2 15,-101 3-1086,110-4 1005,0 0 1,0 0 0,0 0 0,0 0 0,0 0 0,-1-1 0,1 1-1,0 0 1,0 0 0,0-1 0,0 1 0,0-1 0,0 1-1,0-1 1,0 1 0,0-1 0,0 0 0,1 1 0,-1-1 0,0 0-1,0 0 1,0 0 0,1 0 0,-1 1 0,1-1 0,-1 0-1,0 0 1,1 0 0,0 0 0,-1 0 0,0-3 0,0-1-409,1-1 1,-1 0 0,1 0 0,0 0-1,2-7 1,-1-7-1340,-1-30-4165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51.9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4594,'0'0'8369,"9"12"-6256,6 18-1492,-2 1-1,-1 0 1,-1 1 0,-1 0-1,10 67 1,1 170 585,-19-134-608,-3-60-105,4-1 1,16 100 0,-12-147-180,-4-42-568,-5-40-406,-4 7 165,1 11-51,1 0 0,3 0 0,2-44 0,0 75 470,1-1 1,0 1 0,0 0-1,0 0 1,1 0-1,0 1 1,0-1-1,1 0 1,-1 1-1,1 0 1,0 0 0,0 0-1,1 1 1,0-1-1,-1 1 1,11-6-1,-5 2-134,2 1 0,-1 0 0,1 1 0,0 1-1,0 0 1,0 0 0,18-3 0,-4 4 76,0 1 0,49 1 0,-60 2 136,-10 0 17,-1 0 0,1 1 1,0-1-1,-1 1 0,1 0 1,-1 0-1,1 1 0,-1-1 1,1 1-1,-1 0 0,0 0 0,0 1 1,0-1-1,0 1 0,0 0 1,6 6-1,-5-4 61,-1 1 0,0 0-1,0 0 1,0 0 0,-1 0 0,0 1 0,0-1-1,0 1 1,-1 0 0,0 0 0,1 7 0,4 42 1155,-2 0 0,-5 107 0,-1-71-216,1-81-786,0-1-901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52.5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4 1873,'0'0'16509,"-2"2"-15117,1-1-1364,1-1 0,0 0 0,-1 0 0,1 0 0,0 0 0,-1 1 1,1-1-1,0 0 0,0 0 0,-1 0 0,1 1 0,0-1 0,0 0 0,-1 1 0,1-1 0,0 0 0,0 0 0,0 1 0,0-1 0,0 0 0,-1 1 0,1-1 0,0 0 0,0 1 0,0-1 0,0 0 0,0 1 0,0-1 0,0 0 0,0 1 0,0-1 0,0 1 0,0-1 0,0 0 0,1 1 0,-1-1 0,13 10 617,32 5 12,-41-14-611,82 18 396,165 16 0,-103-30-954,-129-5-54,-18-7-1163,-1 3 1218,0 1 0,0-1 0,0 0 1,0 1-1,0-1 0,-1 1 0,0-1 0,0 1 0,0-1 1,0 1-1,0-1 0,-1 1 0,1 0 0,-1 0 0,0 0 1,0 0-1,0 0 0,-4-4 0,-19-19-8898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52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6371,'0'0'7972,"0"1"-7674,2 2-260,-1 0-1,0 0 1,0 0 0,0 0-1,0 1 1,-1-1-1,1 0 1,-1 0-1,0 1 1,0-1 0,0 5-1,0 10 115,3 218 1651,8 136 1106,-10-362-2860,0 8 71,1 0 0,6 26 0,-7-41-129,-1 0 0,1 0-1,0 0 1,0 0 0,0 0 0,1-1-1,-1 1 1,1 0 0,-1-1-1,1 1 1,0-1 0,0 1 0,0-1-1,0 0 1,1 0 0,-1 0 0,0 0-1,1 0 1,0 0 0,-1-1 0,4 2-1,-5-3-60,-1 1-1,1-1 1,0 0-1,-1 0 1,1 0 0,0 0-1,-1 0 1,1 0-1,0 0 1,-1 0-1,1 0 1,0 0 0,-1 0-1,1 0 1,0 0-1,-1 0 1,1-1-1,0 1 1,-1 0 0,1 0-1,-1-1 1,1 1-1,0 0 1,-1-1-1,1 1 1,-1-1 0,1 1-1,-1-1 1,0 1-1,1-1 1,-1 1-1,1-1 1,-1 1-1,0-1 1,1-1 0,4-24-893,-4 17 417,3-43-3704,-3-3-3839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53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4 6147,'0'0'9316,"-6"-3"-8312,5 3-992,1 0 1,0 0-1,0 0 0,0 0 0,0 0 1,-1 0-1,1 0 0,0 0 0,0 0 1,0 0-1,-1 0 0,1 0 0,0 0 1,0 0-1,0 0 0,-1 0 0,1 0 1,0 0-1,0 0 0,0 0 0,0 0 1,-1 0-1,1 0 0,0 0 0,0 0 1,0 0-1,0 0 0,-1 1 0,1-1 0,0 0 1,0 0-1,0 0 0,0 0 0,0 0 1,0 1-1,0-1 0,-1 0 0,1 0 1,0 0-1,0 0 0,0 1 0,0-1 1,0 0-1,0 0 0,0 0 0,0 1 1,0-1-1,0 0 0,0 0 0,0 0 1,0 1-1,12 443 3395,4-200-2336,26 239 462,-33-433-1410,18 53 1,-9-34-99,-14-57-1805,-5-25-2836,0-3 2795,1-12-4033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53.7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0 153 8836,'0'0'7361,"36"-18"-6737,115-55-58,-142 69-506,-1 1 1,0 0-1,1 0 1,-1 1-1,1 0 1,0 0-1,0 1 1,0 1-1,0-1 1,0 1-1,15 2 1,-6 0 90,-6-1-73,0 1-1,0 1 1,-1 0-1,0 0 1,1 1-1,-1 0 1,-1 1-1,16 9 1,6 7 381,38 31 1,-16-10 308,-54-42-789,0 0-1,0 0 1,0 0-1,1 0 0,-1 0 1,0 0-1,0 0 1,0 0-1,1 0 0,-1 0 1,0 0-1,0 1 1,0-1-1,0 0 0,1 0 1,-1 0-1,0 0 1,0-1-1,0 1 0,1 0 1,-1 0-1,0 0 0,0 0 1,0 0-1,1 0 1,-1 0-1,0 0 0,0 0 1,0 0-1,0 0 1,0-1-1,1 1 0,-1 0 1,0 0-1,0 0 1,0 0-1,0 0 0,0-1 1,0 1-1,1 0 1,-1 0-1,0 0 0,0 0 1,0-1-1,0 1 1,0 0-1,0 0 0,0 0 1,0-1-1,0 1 1,0 0-1,2-19-916,-4-22-813,0 26 492,-1 1 0,-6-19-1,-18-39-5060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54.0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9893,'0'0'8804,"195"207"-8052,-125-184-608,-5-15-16,4-8-128,-8 0-624,-13-8-833,-22-23-2481,-13 8-6242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55.0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 4866,'0'0'6299,"2"-1"-5509,-1 0-465,0 0 0,0 0 0,0 1 0,0-1 0,-1 0 0,1 0 0,0 0 0,-1 0 0,1 0 0,0 0 0,-1 0 0,0-1-1,1 1 1,-1 0 0,1 0 0,-1 0 0,0 0 0,0-1 0,0 1 0,0-2 0,0 747 2466,0-725-2603,-1-4 10,1 1 1,2 15-1,-2-29-175,1 1 0,-1 0-1,1-1 1,-1 1 0,1-1 0,0 1 0,0-1-1,0 1 1,0-1 0,0 0 0,1 1 0,-1-1 0,1 0-1,0 0 1,-1 0 0,1 0 0,0 0 0,2 1-1,-3-2 4,-1-1-44,0 0 0,0 0 0,0 0 0,1 0 0,-1 0 1,0 1-1,0-1 0,0 0 0,0 0 0,1 0 0,-1 0 0,0 0 0,0 0 0,1 0 1,-1 0-1,0 0 0,0 0 0,0 0 0,1 0 0,-1 0 0,0 0 0,0 0 1,1 0-1,-1 0 0,0 0 0,0 0 0,0 0 0,1 0 0,-1 0 0,0 0 1,0-1-1,0 1 0,1 0 0,-1 0 0,0 0 0,0 0 0,0 0 0,0-1 0,0 1 1,1 0-1,-1 0 0,0 0 0,0 0 0,0-1 0,0 1 0,0 0 0,0 0 1,0 0-1,0-1 0,0 1 0,0 0 0,0 0 0,0-1 0,0 1 0,0 0 1,0 0-1,0 0 0,0-1 0,0 1 0,0 0 0,0-1 0,1-90-5455,-1 49 968,0-6-2994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55.6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0 3922,'0'0'8769,"-3"1"-7699,2 0-750,0-1-199,1 0 0,-1 0 0,0 0 0,1 0 0,-1 1 0,0-1 0,1 0 0,-1 1 0,0-1 0,1 0 0,-1 1 0,1-1 0,-1 1 0,0-1 0,1 1 0,-1-1 0,1 1 1,0-1-1,-1 1 0,1 0 0,-1 1 912,2-2-179,591 0 677,-591 0-1619,-11 0-1435,6 0 1125,0 1 0,0 0-1,0 1 1,0-1 0,0 0 0,0 1 0,0 0 0,0 0 0,1 0 0,-4 3 0,-20 10-3870,1-6-905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56.0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6739,'0'0'8673,"10"4"-7798,21 7-208,0-1 0,1-1-1,0-2 1,34 3-1,144 2-429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6:56.7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430 66 5298,'0'0'9061,"4"-15"-7709,-4 14-1261,0-1 0,0 1 0,0-1-1,0 1 1,0-1 0,-1 1 0,1 0 0,0-1-1,-1 1 1,1-1 0,-1 1 0,0 0 0,1-1-1,-1 1 1,0 0 0,0-1 0,0 1 0,-1-1 0,-2-1-66,1 1 1,-1 0 0,1 0 0,-1 0 0,-8-2 0,2 1-25,0 1 0,0 0 1,0 1-1,0 1 0,0-1 0,-1 1 0,-11 2 1,-14 0 1,31-2-7,1 0 1,-1 1-1,0-1 0,1 1 0,-1 0 0,1 0 0,-1 1 0,1-1 0,-6 4 0,-1 1-8,2 1 1,-15 12-1,10-8-2,1 2 1,0 0-1,-16 21 1,23-26 18,0 1-1,0 0 1,1 0 0,0 0 0,1 1-1,0-1 1,-4 16 0,5-7 121,1 0 0,0 0 1,1 0-1,2 0 0,3 32 0,-3-45-94,1 1 0,0-1 0,0 0 1,0-1-1,1 1 0,0 0 0,-1-1 0,2 0 0,-1 1 0,0-1 0,1 0 0,0-1 0,0 1 0,0-1 0,0 1 0,7 2 0,10 7 55,1 0-1,26 9 1,-45-20-75,82 31 157,-60-25-147,-1 1-1,0 1 1,0 1-1,-1 2 1,33 23 0,-53-34-21,-1 0 1,0 0 0,0 1 0,0-1 0,0 1 0,0 0-1,-1 0 1,1-1 0,-1 1 0,0 0 0,0 0 0,0 1 0,0-1-1,0 0 1,-1 0 0,0 0 0,1 0 0,-1 1 0,0-1-1,0 0 1,-1 0 0,1 0 0,-1 1 0,0-1 0,1 0 0,-1 0-1,-1 0 1,1 0 0,0 0 0,-1-1 0,1 1 0,-1 0 0,0 0-1,0-1 1,0 1 0,0-1 0,-1 0 0,-3 3 0,-25 19 71,-1-2 0,-1-1 0,-1-1 0,0-2 0,-2-2 1,-43 14-1,62-26-348,0 0 1,0-2-1,0 0 1,-1-1-1,-22-1 1,28 0-595,-32 0-4405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12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28 6787,'0'0'7254,"-4"-6"-6758,-11-15 83,12 38 3118,3 15-3939,5 70 768,29 164-1,-12-123-7,52 477 1360,-72-605-1842,2 21 138,2 0 0,13 46 0,-17-76-116,1 1 1,-1-1-1,1 1 0,1-1 1,-1 0-1,6 7 1,-7-11-46,-1 0 1,1 0-1,0 0 1,0-1 0,0 1-1,0 0 1,0-1-1,0 0 1,0 1-1,0-1 1,1 0-1,-1 0 1,0-1 0,1 1-1,-1 0 1,1-1-1,-1 1 1,0-1-1,4 0 1,-5 0 0,1 1 1,0-2-1,0 1 1,0 0-1,0 0 0,0 0 1,-1-1-1,1 1 0,0-1 1,0 0-1,-1 1 1,1-1-1,0 0 0,-1 0 1,1 0-1,-1 0 1,1 0-1,1-2 0,-1 0 6,1-1-1,-1 1 1,0-1-1,-1 0 1,1 1-1,2-7 1,-1 0-46,83-256-419,-3 8-398,-6 63 183,58-166-617,-91 235 1749,-44 124-412,1 2-33,-1-1 0,0 1-1,0-1 1,0 1 0,0-1-1,0 1 1,0-1-1,1 1 1,-1-1 0,0 1-1,0-1 1,1 1 0,-1 0-1,0-1 1,1 1 0,-1-1-1,0 1 1,1 0-1,-1-1 1,0 1 0,1 0-1,-1-1 1,1 1 0,-1 0-1,1 0 1,-1 0-1,1-1 1,-1 1 0,1 0-1,-1 0 1,1 0 0,-1 0-1,1 0 1,-1 0 0,1 0-1,-1 0 1,1 0-1,-1 0 1,2 0 0,-1 0-168,-1 0-1,1 0 1,0-1 0,-1 1 0,1 0 0,-1-1-1,1 1 1,0-1 0,-1 1 0,1-1 0,-1 1-1,1-1 1,-1 1 0,1-1 0,-1 1 0,0-1-1,1 0 1,-1 1 0,1-2 0,6-6-5938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14.5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1 278 2369,'0'0'7574,"16"-2"-5749,-15-2-1546,0 0-1,0 0 1,-1 0 0,0 0-1,1-1 1,-1 1 0,-1 0-1,0-6 1,0-9 265,1-20 98,0 32-170,0 28-305,-2 158-23,5 212 1286,1-330-939,13 72 0,-16-130-424,0 1 0,-1 0 0,1 0 1,1-1-1,-1 1 0,3 5 0,-3-8-37,0 0 0,-1 0 0,1 0 0,0-1 0,0 1 0,0 0-1,-1-1 1,1 1 0,0 0 0,0-1 0,0 1 0,0-1 0,0 1 0,0-1-1,0 0 1,0 1 0,0-1 0,0 0 0,1 0 0,-1 0 0,0 1 0,2-2-1,-3 1 137,0-51-613,-8-244-2244,2 41 920,7 157 1443,0 86 306,0 1 0,1-1 0,0 1 0,1 0 0,0 0-1,1 0 1,0 0 0,0 0 0,1 1 0,9-15 0,7-5-138,41-47 0,-56 70 160,-1 0 0,1 1 1,1-1-1,-1 2 0,1-1 0,0 1 1,0 0-1,0 0 0,0 1 0,1 0 1,-1 0-1,14-2 0,3 1 182,0 1 0,-1 1 0,26 2 0,-47 0-154,0 0-1,1 1 1,-1-1 0,0 1 0,0 0 0,0 0-1,0 0 1,0 0 0,-1 0 0,1 0-1,0 0 1,0 0 0,-1 1 0,1-1 0,0 1-1,-1-1 1,0 1 0,1 0 0,-1 0-1,0 0 1,0-1 0,2 5 0,2 6 120,0 0-1,6 20 1,-8-22-48,4 13 157,-1 1 0,-1 0 0,-2 0 0,0 0 0,-1 37 0,-3-56-252,1 1 0,-2-1 1,1 1-1,-1-1 1,1 1-1,-1-1 0,-1 0 1,1 0-1,-1 0 0,0 0 1,0 0-1,-1-1 0,1 1 1,-1-1-1,-6 6 0,-1 0-12,-1 0-1,1 0 1,-2-2-1,-22 14 1,24-17-8,1-1 0,-1 0 0,0-1 0,0 0 0,0 0 0,-17 1 0,-70-1-629,78-3 387,18 0 225,0 0 1,1 0-1,-1 0 0,0 0 0,0 0 1,1 0-1,-1 0 0,0-1 1,1 1-1,-1-1 0,1 1 0,-1-1 1,0 0-1,1 0 0,-3-1 1,3 1-9,0-1 0,1 1 1,-1-1-1,0 1 0,1-1 1,-1 1-1,0-1 0,1 0 1,0 1-1,-1-1 0,1 0 1,0 1-1,0-1 0,0 0 1,0-2-1,0-2-40,0 1 1,0-1-1,0 1 0,1-1 0,0 1 0,0-1 1,0 1-1,1 0 0,3-9 0,-4 12 80,1 0 0,0 0 1,0 0-1,0 0 0,0 0 0,0 0 0,0 1 0,1-1 0,-1 1 0,0 0 1,1-1-1,-1 1 0,1 0 0,-1 1 0,1-1 0,0 0 0,-1 1 1,1-1-1,0 1 0,0 0 0,4 0 0,9-1 99,0 1-1,22 2 1,-32-1-52,0 0 1,0 1 0,0-1 0,0 1 0,0 0 0,0 1-1,-1 0 1,1-1 0,7 7 0,1 3 139,-1-1 0,0 2-1,-1 0 1,-1 0 0,0 1 0,14 25 0,45 99 1223,8 82 679,-69-200-1999,-7-17-83,-1 0 1,0 0-1,1 0 0,-1 0 1,0 1-1,1 5 1,-2-8-104,-2-7-3266,0 1 2542,-1 0 0,1 1 0,-1-1-1,0 1 1,-1 0 0,-3-4 0,-7-5-6138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15.1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191 28 5250,'0'0'5763,"1"-4"-4784,2-19 1473,-4 23-2376,-11-1 223,0 2-1,0-1 1,-15 4-1,23-3-302,0 0 0,0 1 0,0-1 0,0 1 0,1 0 0,-1 0-1,0 0 1,1 1 0,0-1 0,-1 1 0,1-1 0,-5 7 0,3-3 12,0 0 0,0 0 0,1 1 0,0-1 0,0 1 0,0 0 0,1 0 0,0 1 0,0-1 0,1 1 0,0-1 0,1 1 0,-1 0 0,1 13 0,1-7-1,-1-1 15,2 0-1,2 23 0,-2-32-20,1 1-1,-1 0 1,1-1-1,0 1 1,0-1-1,0 0 1,0 1-1,1-1 1,0 0-1,5 6 1,30 27-40,-24-24 67,0 1-1,17 23 1,-27-32-26,-1 0 1,0 0-1,0 0 0,-1 1 1,1-1-1,-1 1 0,0-1 1,-1 1-1,1 0 1,-1 0-1,0 0 0,0 8 1,-1-3-30,-3 25-24,3-34 48,-1 0-1,0 0 1,0 0 0,0-1-1,0 1 1,0 0 0,0 0-1,-1-1 1,1 1 0,0-1-1,-1 1 1,1-1 0,-1 1 0,0-1-1,-2 2 1,-7 3-281,-1-1 0,-1 0 1,1 0-1,0-1 0,-1-1 0,0 0 1,0-1-1,0 0 0,0-1 0,-18-1 0,31 0 284,0 0-52,0 0-1,0 0 0,-1 0 0,1 0 0,0 0 1,0 0-1,0 0 0,0 0 0,-1 0 0,1 0 0,0 0 1,0 0-1,0 0 0,0 0 0,0 0 0,-1 0 0,1 0 1,0 0-1,0 0 0,0 0 0,0 0 0,-1-1 1,1 1-1,0 0 0,0 0 0,0 0 0,0 0 0,0 0 1,0 0-1,0-1 0,0 1 0,-1 0 0,1 0 0,0 0 1,0 0-1,0 0 0,0-1 0,0 1 0,0 0 1,-1-16-3729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15.8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6371,'0'0'9539,"0"14"-9236,0 1034 4518,0-1295-8188,1 235 3208,0 0 0,1 1 0,0-1 0,0 1 0,2-1 0,-1 1 0,1 0 0,1 0 0,0 0 0,8-11 0,-2 4-91,1 1 0,1 0 0,1 0 0,29-26 0,-36 37 244,1 0 0,1 0 0,-1 1 0,1 0-1,0 0 1,0 1 0,0 0 0,1 1 0,-1 0 0,1 0 0,0 1 0,0 0-1,0 1 1,0 0 0,0 1 0,12 0 0,-20 1 22,0-1-1,-1 0 1,1 1-1,0 0 1,0-1 0,-1 1-1,1 0 1,0 0-1,-1 0 1,1 0 0,0 0-1,-1 0 1,0 0-1,1 1 1,-1-1 0,0 0-1,1 1 1,-1-1-1,0 1 1,0 0 0,0-1-1,-1 1 1,1 0-1,0-1 1,-1 1 0,2 4-1,2 7 154,-1 0 0,3 24 0,-4-24-38,13 206 2273,-14-176-1844,0 9 84,-2-28-338,2 0-1,4 30 1,-5-53-303,0-1 1,0 0-1,0 1 0,0-1 1,0 0-1,0 0 0,0 1 1,0-1-1,0 0 1,1 1-1,-1-1 0,0 0 1,0 0-1,0 1 0,0-1 1,0 0-1,0 1 0,1-1 1,-1 0-1,0 0 1,0 0-1,1 1 0,-1-1 1,0 0-1,0 0 0,0 0 1,1 0-1,-1 1 0,0-1 1,1 0-1,2-7-707,2-128-7524,-5 77 318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17.2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0 5394,'0'0'5611,"-4"16"-841,5-5-2817,-1-10-1930,0-1-1,0 1 1,0 0 0,0 0 0,0-1-1,1 1 1,-1 0 0,0 0 0,0-1 0,0 1-1,1 0 1,-1-1 0,0 1 0,1 0-1,-1-1 1,1 1 0,-1 0 0,1-1-1,-1 1 1,1-1 0,-1 1 0,1-1 0,-1 1-1,1-1 1,0 1 0,-1-1 0,1 0-1,0 1 1,-1-1 0,1 0 0,1 1-1,18 5 83,0-1-1,0-1 0,1-1 0,-1 0 0,23-1 0,22 3 10,-6-1 636,-49-4-2542,-30 0-8982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17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 3986,'0'0'7931,"-8"4"-3470,8-3-4384,0 0 0,1 1 0,-1-1 0,0 0 0,1 0 0,-1 0 0,1 0 0,0-1 0,-1 1 0,1 0 0,0 0 0,-1 0-1,1 0 1,0-1 0,0 1 0,0 0 0,0-1 0,-1 1 0,1 0 0,0-1 0,0 1 0,0-1 0,0 0 0,1 1 0,-1-1 0,0 0 0,1 1 0,43 6 289,-25-4-43,-10-1-230,29 6 135,1-2 0,51 1-1,30-7-717,-119 0-57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19.6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 7876,'0'0'6400,"0"0"-6310,-1 0 0,1 0 1,-1 0-1,1 0 0,0 0 1,-1 1-1,1-1 0,0 0 0,-1 0 1,1 0-1,0 0 0,-1 1 0,1-1 1,0 0-1,-1 0 0,1 1 1,0-1-1,-1 0 0,1 1 0,0-1 1,0 0-1,0 1 0,-1-1 0,1 0 1,0 1-1,0-1 0,0 0 1,0 1-1,-1-1 0,1 1 0,0-1 1,0 0-1,0 1 0,0-1 1,0 1-1,0-1 0,3 33 225,1 0 0,1 0 1,2 0-1,13 34 0,3 20 6,40 218 423,42 162 652,-51-304-533,-45-141-667,1 0-1,1-1 1,1 0-1,27 36 0,-36-53-180,1 0 0,0 0-1,0 0 1,0-1 0,0 0-1,0 1 1,1-2 0,0 1-1,0 0 1,-1-1 0,1 0 0,1 0-1,-1-1 1,0 1 0,0-1-1,1 0 1,-1 0 0,0-1-1,10 0 1,-13 0-11,-1 0-1,1-1 1,0 1-1,-1 0 1,1-1 0,0 0-1,-1 1 1,1-1 0,-1 0-1,1 0 1,-1 0 0,1 0-1,-1 0 1,1 0-1,-1 0 1,0-1 0,0 1-1,0 0 1,0-1 0,0 1-1,0-1 1,0 1 0,0-1-1,0 1 1,-1-1-1,1 0 1,0-3 0,3-4-7,11-24-139,-2 0 1,12-46-1,10-77-615,-20 89 479,103-423-1555,-53 229 1148,-63 255 344,5-15 1400,-6 20-1219,-1 1 0,1-1 1,-1 0-1,0 1 0,1-1 0,-1 1 1,1-1-1,0 1 0,-1-1 0,1 1 1,-1-1-1,1 1 0,0 0 0,-1-1 1,1 1-1,0 0 0,-1-1 0,1 1 0,0 0 1,-1 0-1,1 0 0,0-1 0,1 1 1,-1 16-11335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21.4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1 132 3073,'0'0'6801,"3"-8"-6051,12-26 21,-11 20 1713,-3 15-2423,-1-1 0,0 0 0,0 0 0,0 0 0,0 0 1,0 0-1,0 0 0,0 0 0,0 0 0,0 0 0,0 0 0,1 0 0,-1 0 1,0 0-1,0 0 0,0 0 0,0 0 0,0 0 0,0 0 0,0 0 0,0 0 1,0 0-1,1 0 0,-1 0 0,0 0 0,0 0 0,0 0 0,0 0 0,0 0 1,0-1 243,1 1-244,1 7-30,1 0-1,-1 0 0,0 0 1,-1 0-1,0 0 0,1 9 0,2 12 116,35 271 2004,-25-174-856,-13-117-1205,-1 3 52,2-1-1,-1 1 1,1 0-1,1-1 1,0 0-1,6 13 1,-9-22-102,5 0 92,-2-1-64,-3-4-179,0-448-2713,1 446 2807,0 1 0,0-1 0,0 1 1,0-1-1,1 1 0,0 0 0,0-1 0,1 1 1,-1 0-1,1 1 0,0-1 0,7-8 0,4-3-230,0 0 0,17-13-1,-16 18 246,0 0 0,0 1-1,26-12 1,-32 18 6,0 1 1,0 1-1,0 0 0,1 0 1,-1 1-1,0 0 0,1 0 1,10 2-1,17-3 4,18-4-3,58-3 3,-92 8 73,-16 1-55,-1-1-1,1 1 1,-1-1 0,1 1-1,-1 1 1,1-1 0,-1 1-1,0-1 1,1 1 0,-1 1-1,1-1 1,-1 0 0,0 1-1,0 0 1,6 3 0,-10-4-19,21 17 241,-1 1 0,25 32 0,-43-48-255,-1 0-1,1 0 1,-1 0 0,0 0 0,0 0-1,0 0 1,-1 1 0,1-1 0,-1 0-1,1 5 1,-2 39 40,0-24 75,0 16-48,-1 0 1,-12 66 0,6-51 355,2 0 0,2 74 0,5-149-1522,-2-29-2387,-4 17-2854,-3 7-1540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21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18 110 1681,'0'0'6403,"-3"-9"-5587,-1-4-98,1-1-1,0 1 1,1 0 0,0-19-1,2 16 3715,2 19-4061,1 1-308,-1 0-1,1 0 1,-1 1 0,0-1 0,0 0 0,0 1 0,-1 0 0,0-1 0,1 1 0,-1 7 0,2 0 82,6 39 605,3 95 0,-11 56-547,-2-104-412,1 2-1525,0-18-2324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26.3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 8852,'0'0'7678,"-12"0"-5194,60 8-1059,24-1-886,132 5-1126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27.0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0 5475,'0'0'4121,"-3"3"-3619,-4 3-99,0 0 0,1 0 0,-10 13-1,5-8 13,9-10-362,1 0-1,-1 1 1,1-1 0,0 0 0,-1 0 0,1 1 0,0-1-1,0 0 1,0 1 0,0-1 0,0 1 0,0 0 0,1-1-1,-1 1 1,-1 5 4788,23-7-4346,-14 0-424,21-2 30,41-6 1,-40 3-74,43 0 0,61 3 442,-55 1-1609,-26 0-2658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31.3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27 160,'0'0'2871,"-8"0"-2479,-1 0-704,9 0 386,-1 0-60,-2 0-14,2 0-14,-1-11-619,0 4 55,-10 2-958,11 1 1098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33.3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59 3362,'0'0'3478,"5"-1"-2629,15-4-14,-15 4 45,-2-10 3850,3-10-3494,-6 4-827,0 15-259,0 4-36,-1 30-8,-4 331 416,6-227-9,-1-89-253,2-1 1,2 0-1,1 1 0,15 51 1,-20-94-238,1 0-1,1 0 1,-1-1 0,0 1 0,1 0 0,0 0-1,0-1 1,0 1 0,0-1 0,4 4 0,-3-5-906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33.6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94 5859,'0'0'5536,"-5"2"-4413,-7 2-535,12-7-87,21-16 252,-3 4-437,-12 10-184,1 0 1,0 0-1,0 1 0,0-1 0,1 1 0,-1 1 1,1 0-1,0 0 0,15-3 0,-8 3 81,0 1-1,0 0 1,1 1 0,19 2-1,-30-1-174,0 1 0,0 0 0,0 0 0,0 1-1,-1-1 1,1 1 0,-1 0 0,1 0 0,-1 0 0,1 1 0,-1 0-1,4 4 1,7 5 179,24 28-1,-5-4 174,-28-30-340,7 4 10,-10-9-191,-2-6-733,-1-5-60,-1-1 0,0 1 0,0 0 0,-2-1 0,-3-13 0,-21-40-4988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34.0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6819,'0'0'9781,"117"62"-8997,-60-42-80,8-9-175,-5-11-449,-3 0-80,-5 0-289,-9-19-1311,-17-8-2386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34.5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3522,'0'0'10767,"0"4"-10404,0 763 4962,0-767-5333,0 0-1,0 0 1,0-1-1,0 1 1,0 0-1,0 0 1,1 0-1,-1 0 1,0-1-1,0 1 1,0 0-1,0 0 1,0 0-1,0 0 1,1 0-1,-1 0 1,0-1-1,0 1 1,0 0-1,0 0 1,1 0-1,-1 0 1,0 0-1,0 0 1,0 0-1,0 0 1,1 0-1,-1 0 1,0 0-1,0 0 1,0 0-1,1 0 1,-1 0-1,0 0 1,0 0-1,0 0 1,1 0-1,-1 0 1,0 0-1,0 0 1,0 0-1,0 0 1,1 0-1,-1 1 1,0-1-1,0 0 1,0 0-1,0 0 1,1 0-1,-1 0 1,0 1-1,0-1 1,0 0-1,0 0 1,0 0-1,0 0 1,0 1-1,0-1 1,0 0-1,1 0 1,-1 0-1,0 0 1,0 1-1,0-1 1,0 0-1,0 0 1,0 0-1,0 1 1,0-1-1,0-172-8024,0 117 2783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34.8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7443,'0'0'7572,"7"0"-7033,-1 0-449,19 0 557,-1 1-1,48 7 1,-52-3-381,236 47 1570,-240-51-2940,-31-5-9857,1 4 9772,-11 0-3226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35.2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 3970,'0'0'10279,"23"-2"-9182,-2-1-826,30-2 693,54 0-1,-60 4-156,45 1 572,-80 1-1277,1 0-1,0 1 0,0 0 0,0 1 0,19 8 0,1 0-219,-18-10-2813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35.7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234 21 4002,'0'0'5541,"-2"-2"-4821,-1 0-523,1 0 0,-1 0 0,0 1-1,0-1 1,0 0 0,0 1 0,0 0-1,0 0 1,-1 0 0,1 0 0,0 0-1,-5 0 1,-4 1 107,1-1-1,-20 3 1,26-1-257,1 1 0,0-1 1,-1 1-1,1-1 1,0 1-1,0 0 1,0 1-1,0-1 0,1 1 1,-1-1-1,0 1 1,1 0-1,0 1 0,0-1 1,-3 4-1,-3 5 130,1-1-1,0 2 1,-10 19-1,14-22-100,1 1 0,0-1-1,1 1 1,0 0 0,1 0-1,0 0 1,1 0 0,0 0-1,0 0 1,4 14 0,-3-19-25,0 0 0,1-1 0,0 1 1,0-1-1,0 1 0,1-1 0,0 0 0,0 0 1,0 0-1,1 0 0,-1-1 0,8 7 0,7 7 226,34 25-1,-25-22-126,17 12-40,-30-23-92,0 0 1,0 0 0,-1 2-1,-1-1 1,0 2 0,18 24-1,-28-35-10,-1 1-1,1-1 0,-1 1 1,1 0-1,-1 0 0,0 0 1,0 0-1,0 0 0,-1 0 0,1 0 1,-1 0-1,0 0 0,0 0 1,0 0-1,0 0 0,0 0 1,-1 0-1,1 0 0,-1 0 1,0 0-1,0 0 0,0 0 0,0 0 1,0 0-1,-1 0 0,1-1 1,-1 1-1,0-1 0,0 1 1,0-1-1,0 0 0,0 1 0,0-1 1,-1 0-1,1-1 0,-1 1 1,1 0-1,-1-1 0,0 1 1,0-1-1,-4 2 0,-46 18 89,-74 32-50,118-49-152,-31 14 333,38-18-322,0 1 0,0 0 0,-1 0 0,1-1 0,0 0 0,-1 1 1,1-1-1,-1 0 0,1 0 0,0 0 0,-1-1 0,1 1 0,0 0 1,-3-2-1,3-8-2197,2-30-1203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36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0 1713,'0'0'20249,"-22"8"-20313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37.3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128 118 4162,'0'0'8569,"-2"-6"-7875,-1 1-399,-3-7-227,4 0 3037,1 15-3033,1-1 1,0 1-1,-1-1 0,0 0 0,0 1 1,0-1-1,-2 5 0,-2 6 4,-7 34 84,3 2-1,2 0 1,-2 66 0,6-73-111,-14 687 2528,17-629-1806,0-96-723,0 0-1,0 0 1,0 0 0,1-1-1,-1 1 1,1 0-1,0 0 1,0 0 0,0-1-1,1 1 1,-1-1 0,4 5-1,-5-4-58,0-4-295,-4-44-2261,-18-76 1,10 56 1857,3-1 1,-1-70-1,9-134 277,3 125-177,-2 110 507,-1 16 117,1-1 0,0 1-1,2 0 1,0 0 0,7-30 0,0 20 92,25-65 638,-29 82-656,0 0 0,1 1 0,0 0 0,1 0 0,0 1 0,10-11 0,-3 6-37,-1 1 0,19-12 0,-25 20-22,-1 1 1,1 0-1,0 1 0,0-1 0,1 1 0,-1 1 0,15-4 0,-3 3 149,0 0-1,0 1 0,0 1 0,35 3 0,-51-2-150,-1 1-1,1 0 1,0 0-1,-1 0 0,1 0 1,-1 0-1,1 0 0,-1 1 1,0-1-1,1 1 0,-1-1 1,3 5-1,22 26 262,-18-21-146,-2-2-50,11 14 181,23 40 1,-36-55-202,-1 0 0,-1 0 0,1 1-1,-2-1 1,1 1 0,-1 0 0,0-1 0,-1 1 0,1 15 0,2 36 633,-2-41-552,-1-1 0,-1 0 0,0 1-1,-4 18 1,3-33-147,0 0 1,0 0-1,-1-1 0,0 1 1,0-1-1,0 1 0,0-1 0,0 0 1,0 0-1,-1 0 0,0 0 1,-5 5-1,-43 29-22,34-26 18,-159 102-78,15-16 137,153-92-72,0-1 1,0-1-1,-1 1 1,1-1 0,-1-1-1,0 1 1,0-1 0,1-1-1,-15 1 1,22-16-500,1 7 422,0 1 1,0 0 0,1 0 0,0 0-1,0 0 1,3-11 0,-3 15 63,1-1 0,-1 1 0,0 0 0,1-1 0,0 1 0,-1 0 0,1 0 0,0 0 0,0 0 0,0 0 0,0 1 0,1-1 0,-1 1 0,0-1 0,1 1 0,-1 0 0,1 0 0,3-2 0,6 1-9,0 0 0,-1 0 0,1 1 0,0 0 0,-1 1 0,1 0 0,0 1 0,13 3 0,-16-3 41,-1 1 0,0 1 0,1 0 0,-1 0 0,0 1 0,0-1 0,-1 2 0,1-1 1,-1 1-1,0 0 0,0 1 0,-1 0 0,0 0 0,11 12 0,6 11 207,-2 1 0,21 38 0,-37-60-149,80 152 1207,-10-16-56,-72-140-1174,2 6 83,1 0 0,0 0 0,11 11 1,-15-19-120,0 0 0,0 0 0,0 0 1,1 0-1,-1 0 0,1-1 0,-1 1 1,1-1-1,-1 0 0,1 0 1,0 0-1,0 0 0,-1 0 0,1-1 1,0 1-1,0-1 0,4 1 0,-6-1-33,1-1-1,-1 1 0,0 0 0,0 0 1,0-1-1,1 1 0,-1-1 0,0 1 1,0-1-1,0 0 0,0 1 0,0-1 1,0 0-1,0 0 0,0 0 0,0 1 1,0-1-1,0 0 0,0 0 0,-1 0 1,1-1-1,0 1 0,-1 0 0,1 0 1,-1 0-1,1 0 0,0-3 0,6-35-1137,-7 35 1007,1-76-5898,-1 51 673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38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98 1457,'0'0'7825,"0"-5"-6996,0-12-257,0 4 2423,0 12-2843,1 0 0,-1 0-1,1 0 1,-1-1 0,1 1-1,0 0 1,-1 0 0,1 0-1,0 0 1,0 1 0,0-1-1,0 0 1,1-1 0,-2 2-113,0 0 0,0-1 0,0 1 0,0 0 0,1 0 0,-1-1 0,0 1 0,0 0 0,0 0 0,1-1 1,-1 1-1,0 0 0,1 0 0,-1 0 0,0-1 0,0 1 0,1 0 0,-1 0 0,0 0 0,1 0 0,-1 0 0,0 0 0,1 0 0,-1 0 0,0 0 1,1 0-1,-1 0 0,0 0 0,1 0 0,-1 0 0,0 0 0,1 0 0,-1 0 0,0 0 0,1 0 0,-1 0 0,0 0 0,1 1 0,-1-1 0,0 0 1,1 1-1,29 189 805,-19-97 126,-3-25-202,-3-26-2,18 78 0,-23-118-739,0 0-8,0-1 1,1 0-1,-1 0 1,0 1 0,0-1-1,1 0 1,-1 0-1,1 0 1,-1 0-1,1 0 1,-1 0 0,1 1-1,0-1 1,0 0-1,-1-1 1,1 1 0,0 0-1,0 0 1,0 0-1,0 0 1,0-1-1,2 2 1,-2-8-71,-1-20-572,-1 0-1,-1 0 0,-1 0 0,-14-50 1,7 47 117,1-1 1,1 0-1,1 0 0,2-1 1,-3-50-1,8 71 386,0 0-1,1-1 0,0 1 1,0 0-1,4-12 1,-3 17 98,0 1 1,0-1 0,0 1-1,0 0 1,1 0 0,0 0-1,0 0 1,0 1 0,0-1 0,1 1-1,-1 0 1,1 0 0,5-3-1,-2 1 39,1 0 0,0 1 0,0 0 0,0 0 0,0 1 0,1 0 0,-1 0 0,1 1 0,11-1 0,7 0 466,46 2 0,-37 2 97,-18 1-423,-1 0 0,0 2-1,1 0 1,-2 1 0,1 0 0,-1 2 0,26 12-1,-21-9-33,70 29 399,-90-38-515,1 0 0,-1-1 0,1 1-1,0 0 1,-1 0 0,0 0-1,1 0 1,-1 0 0,0 0 0,1 0-1,-1 1 1,0-1 0,0 0-1,0 1 1,0-1 0,0 1 0,0-1-1,-1 1 1,1-1 0,0 1 0,-1 0-1,1 2 1,0 3 96,0 0-1,-1 0 1,0 0-1,-1 9 1,0 4 230,1 18 52,-8 254 1868,8-250-1972,0-41-209,-2 0-391,1-1 1,0 0-1,-1 0 1,1 1-1,-1-1 1,1 0 0,-1-1-1,1 1 1,0 0-1,-1 0 1,1-1 0,-1 1-1,1 0 1,0-1-1,-1 1 1,-1-2-1,-6-19-3095,0-5-1786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38.8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6259,'0'0'9652,"13"0"-8755,4 39-1,5 12 129,-5 15 95,1 12-352,-5 8-383,-9-4-385,0 0-32,-4-4-673,0-11-1984,0-21-3042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13.0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0 317 192,'3'10'14026,"0"-9"-12597,3-3-1328,0 0 0,-1 0 0,1-1 1,-1 1-1,7-5 0,-8 4-101,0 1 0,0-1-1,1 1 1,-1 0 0,1 0 0,0 1 0,-1-1 0,1 1 0,0 0 0,9-1 0,303-18 200,-36 10-268,-14 1 29,-14-6 46,129-16-91,-345 26 75,118-19-109,224-6-1,-349 30 120,72 1 8,0-4 1,134-22 0,-83 3-121,196-1 1,-218 17 112,437 0-320,-330 8-116,499-2 522,-525-12-58,0 1-7,1180 11 57,-1132 11-80,-14-9 41,270-4 91,-81-30 92,-410 30-194,556-15 804,-468 18 2318,-118-1-6509,-22 0 79,-14 0-2087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15.9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9 176 7587,'0'0'6097,"-1"0"-6035,1 0 1,0 0 0,0 0 0,-1 0-1,1 0 1,0 0 0,0 0-1,-1 0 1,1 0 0,0 0 0,0 0-1,-1 0 1,1 0 0,0 0 0,-1 0-1,1 0 1,0 0 0,0 0 0,-1 0-1,1 0 1,0 0 0,0 0-1,-1 1 1,1-1 0,0 0 0,0 0-1,-1 0 1,1 0 0,0 1 0,0-1-1,0 0 1,0 0 0,-1 1 0,1-1-1,0 5-15,0-1-1,1 1 0,0-1 1,-1 1-1,1-1 1,1 1-1,-1-1 0,4 7 1,3 10 122,185 649 3251,-189-656-3363,74 300 866,-49-226-717,-25-79-149,0 0-1,0-1 1,1 0 0,0 0-1,0 0 1,13 13-1,-15-18-4,1-1-1,-1 1 1,1 0-1,0-1 0,0 0 1,0 0-1,0 0 0,0 0 1,0-1-1,0 1 1,9 0-1,-10-1-30,1 0-1,-1-1 1,0 0 0,1 0-1,-1 0 1,0 0 0,1-1 0,-1 1-1,0-1 1,0 0 0,1 0-1,-1 0 1,0 0 0,0-1 0,0 1-1,3-3 1,0-1 14,0-1 0,0-1 0,0 1 0,-1-1 0,0 1 0,-1-2 0,6-10 0,27-63 34,-36 78-69,23-59-180,-4 0 0,23-117 0,1-136-1072,-9 59 398,-28 214 888,2 0-1,2 1 1,1 1 0,2 0-1,2 1 1,2 1 0,24-39-1,-39 72-63,-2 3 1,0 0 0,0 0 0,0 0 1,0 0-1,0 0 0,0 0 1,1 1-1,-1-1 0,1 0 0,-1 1 1,1-1-1,0 1 0,0 0 0,0 0 1,-1-1-1,1 1 0,0 0 0,0 0 1,1 1-1,-1-1 0,0 0 1,0 1-1,3-1 0,-4 1-87,-1 0 0,1 0-1,0 0 1,-1 0 0,1 1 0,0-1 0,-1 0-1,1 0 1,0 1 0,-1-1 0,1 0-1,-1 1 1,1-1 0,-1 1 0,1-1 0,-1 1-1,1-1 1,-1 1 0,1-1 0,-1 1-1,1-1 1,-1 1 0,0 0 0,1-1 0,-1 1-1,0-1 1,0 1 0,1 0 0,3 24-2183,-3-18 1005,4 43-6998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16.9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80 75 4290,'0'0'3668,"-3"-2"-3388,1 1-223,-6 0 335,7 2-354,0-1 1,1 1-1,-1 0 1,1 0 0,0 0-1,-1 0 1,1 0-1,0 0 1,-1 0 0,1 0-1,0 0 1,0 0-1,0 0 1,0 2 0,-5 348 4492,7-213-3278,-2 142 1190,-1-275-2342,1-4-85,0-1 0,0 0 0,0 1 0,0-1 0,0 0 0,-1 1-1,1-1 1,0 1 0,0-1 0,0 0 0,0 1 0,0-1-1,0 1 1,0-1 0,0 0 0,1 1 0,-1-1 0,0 0 0,0 1-1,0-1 1,0 0 0,0 1 0,1-1 0,-1 0 0,0 1 0,0-1-1,1 0 1,-1 1 0,0-1 0,0 0 0,1 0 0,-1 1-1,0-1 1,1 0 0,-1 0 0,0 1 0,1-1 0,-1 0 0,0 0-1,1 0 1,-1 0 0,0 0 0,1 0 0,-1 0 0,1 0-1,-1 0 1,0 0 0,1 0 0,-1 0-11,1 0-1,-1 0 1,0 0-1,0 0 1,0 0 0,0 0-1,1 0 1,-1 0-1,0 0 1,0 0-1,0 0 1,0 0 0,0 0-1,1-1 1,-1 1-1,0 0 1,0 0-1,0 0 1,0 0 0,0 0-1,0 0 1,0-1-1,1 1 1,-1 0-1,0 0 1,0 0 0,0 0-1,0 0 1,0-1-1,0 1 1,0 0-1,0 0 1,0 0 0,0 0-1,0-1 1,0 1-1,0 0 1,0 0-1,0 0 1,0 0 0,0-1-1,5-65-949,-4-100 1,-2 76-427,-12-171-926,12 212 2245,0 20 58,4-49 0,-2 72-28,0 1-1,0-1 1,0 0 0,1 1 0,0 0 0,0-1-1,0 1 1,1 0 0,-1 0 0,1 0-1,1 1 1,-1-1 0,1 1 0,-1-1 0,1 1-1,0 0 1,1 1 0,-1-1 0,1 1-1,-1 0 1,1 0 0,0 0 0,0 0 0,1 1-1,-1 0 1,7-2 0,11-1 54,1 1-1,-1 1 1,1 1-1,46 1 1,-47 1 108,-18 0-108,1 0 0,-1 1 0,0-1-1,0 1 1,0 0 0,1 0-1,-1 1 1,0-1 0,0 1-1,-1 0 1,9 5 0,-8-3 44,1 1 0,-1-1 0,0 1 0,0 0 0,-1 1 0,1-1 0,-1 1 0,4 8 0,-1-2 127,-2-1 0,1 2 0,-1-1 1,-1 0-1,-1 1 0,1 0 0,1 22 0,0 95 1251,-5-117-1366,0-2-11,-1 1 0,-1-1 0,0 0 0,-1 0 0,0 0 0,0 0 0,-1-1 0,-1 1 0,0-1-1,0 0 1,-1 0 0,0-1 0,-1 1 0,-11 11 0,1-3-28,0-1 0,-2 0 0,0-2 0,0 0 0,-36 19 0,41-26-98,-1-1-1,0-1 1,0 0-1,0-1 1,-1-1 0,0-1-1,1 0 1,-1-1-1,-1 0 1,-22-1-1,35-1-24,0 0 0,0 0 0,1-1 0,-1 1 1,0-1-1,0 0 0,1 0 0,-1 0 0,1 0 0,-1 0 0,1-1 0,-1 0 0,1 0 0,0 0 0,0 0 0,0 0 1,0 0-1,0-1 0,0 0 0,1 1 0,-3-4 0,1 0-150,1 0 0,1 0-1,-1 0 1,1 0 0,0 0 0,0 0 0,1 0-1,0-1 1,0 1 0,0-1 0,1-11 0,0 11 22,-1 6 184,1 0 0,0-1 0,0 1 0,-1 0 0,1-1 0,0 1 0,0-1 0,0 1 1,1 0-1,-1-1 0,0 1 0,0-1 0,1 1 0,-1 0 0,1-1 0,-1 1 0,1 0 0,0 0 0,-1-1 1,1 1-1,0 0 0,0 0 0,0 0 0,0 0 0,0 0 0,0 0 0,0 0 0,0 0 0,2-1 1,7 1 60,0-1 1,0 1 0,0 1 0,0 0 0,0 1 0,0-1 0,0 2-1,18 4 1,-16-2 98,0 1-1,0 0 1,0 1 0,-1 1-1,18 12 1,50 47 959,-5 7 615,87 112 0,-120-136-1221,-29-33-350,-5-7-53,0-1-1,0 1 0,1-1 0,0-1 1,0 1-1,17 10 0,-25-18-102,1 0 1,-1 0-1,0 0 0,0 0 0,0 1 1,0-1-1,0 0 0,1 0 0,-1 0 0,0 0 1,0 0-1,0 0 0,1 0 0,-1 0 1,0 0-1,0 0 0,0 0 0,0 0 1,1 0-1,-1 0 0,0 0 0,0 0 1,0 0-1,0 0 0,1-1 0,-1 1 1,0 0-1,0 0 0,0 0 0,0 0 1,0 0-1,1 0 0,-1 0 0,0 0 0,0-1 1,0 1-1,0 0 0,0 0 0,0 0 1,0 0-1,0 0 0,0-1 0,1 1 1,-1 0-1,0 0 0,0 0 0,0 0 1,0-1-1,0 1 0,0 0 0,0-1 1,0-12-793,0 7 247,-3-41-3846,-12-14-3268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17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189 1 9508,'0'0'6745,"-29"27"-6297,-89 91-91,113-113-332,0 1-1,1 0 0,-1 0 0,1 0 1,0 1-1,1-1 0,-4 12 1,5-14-16,1 1 0,1 0 0,-1 0 1,1-1-1,0 1 0,0 10 1,1 3-19,0-10-15,-1 1 0,2-1-1,-1 1 1,1-1-1,0 0 1,1 0 0,0 0-1,0 0 1,1 0 0,0-1-1,0 1 1,8 9-1,8 8-169,1-2 0,26 24-1,-5-5 180,-31-30 17,1 0 24,18 24-1,-28-33-22,1 1 1,-1-1-1,0 1 1,-1 0-1,1 0 0,0 0 1,-1 0-1,0 0 0,0 0 1,0 1-1,0 7 1,-1-7-9,0 0 0,0 0 1,0 0-1,-1 0 0,0 0 1,-2 9-1,2-11 3,-1-1 0,1 0 0,-1 1 0,0-1 0,1 0 0,-1 0 0,0 0-1,0 0 1,0-1 0,-1 1 0,1-1 0,0 1 0,-5 1 0,-8 5-240,1-2 0,-1 0-1,0 0 1,-1-2 0,0 0 0,1 0-1,-1-2 1,0 0 0,-30 0 0,45-19-2770,1-23-473,0-16-1461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18.0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24 3874,'0'0'10754,"-4"-4"-10074,-10-12-231,10 13 1375,4 77-1689,10 322 1278,0-263-707,34 316 1352,-43-442-2003,1 5 105,0-1 0,6 20 1,-7-81-262,-2-42-755,-1 23-398,8-76-1,-4 130 1062,1 0 0,0 1 0,2 0 0,-1 0 0,2 0-1,0 0 1,0 1 0,16-22 0,-11 18 53,2 1-1,-1 1 1,2 0 0,0 1 0,32-25 0,-38 33 130,0 1 0,1 0 0,-1 1 0,1-1 0,0 2 0,0-1 0,0 1 0,0 0 0,1 1 0,-1 0 0,1 1 1,0 0-1,11 0 0,-17 1 13,-1 1 1,1-1 0,0 0-1,-1 1 1,1 0 0,-1 0-1,0 0 1,1 0 0,-1 1-1,0-1 1,0 1 0,1 0-1,-1 0 1,4 3-1,-2 0 23,-1 0-1,0-1 0,0 1 1,0 1-1,0-1 1,-1 0-1,5 11 0,1 7 209,-1 1 0,-1 0 1,6 34-1,-11-48-124,24 205 2079,-8-50-653,-14-144-1392,0-13-301,-4-16-162,0 5 152,1-122-6426,3 44-514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22.8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11013,'0'0'7766,"12"0"-7467,326 0-286,-337 0-576,-22 8-15788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23.2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18 0 7267</inkml:trace>
  <inkml:trace contextRef="#ctx0" brushRef="#br0" timeOffset="1">18 0 7267,'-17'199'3010,"26"-199"-1089,21 0-1057,9 4-128,9 8-143,-1 4-81,1-5-176,-9 1-112,0-8-144,-13 0-80,-4-4-16,-5 0-320,-8 0-1649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23.7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35 6931,'0'0'6483,"-6"-6"-5829,-17-17-115,18 17 960,5 32-1432,8 911 3919,-3-710-3736,-5-227-751,-18 0-11964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24.1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0 188 6307,'0'0'10250,"13"-3"-9759,59-5-106,107 3 1,-124 4-293,58 3 51,-101 0-567,-12-2 384,0-1-1,0 1 0,0 0 1,0 0-1,0 0 1,0 0-1,0 0 0,0 0 1,0 0-1,0 0 1,0 0-1,0 0 0,0 0 1,-11-16-2062,0-1 478,1-1 0,0 0 1,2 0-1,-8-23 0,3-5-2952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24.4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7668,'0'0'10308,"277"129"-9828,-190-94-319,-5-11-161,-8-9-48,-18-7-609,-17-4-2080,-17 4-4114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24.8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348 0 4434,'0'0'9183,"-30"7"-8719,-93 27-58,119-33-375,-1 1 1,1 0 0,0 0-1,0 0 1,0 0-1,0 1 1,0-1 0,1 1-1,-1 0 1,1 0 0,-4 4-1,5-4 8,0 1-1,0-1 1,0 0 0,1 1-1,-1 0 1,1-1-1,0 1 1,-1 4 0,0 1 42,-2 12 12,1 0-1,0 0 1,2 1-1,2 29 1,-1-20-86,0-16-62,1 1 0,1-1 0,0 0 0,1 0 0,9 26 0,36 69-855,-46-107 890,5 10-77,-1 0 0,0 0-1,-1 1 1,-1 0-1,0 0 1,0 1 0,-2-1-1,0 1 1,1 16 0,-4-29 99,1 1 0,0-1 0,0 0 0,-1 1 0,1-1 0,-1 1 0,0-1 0,0 0 0,0 1 0,0-1 1,0 0-1,-1 0 0,1 0 0,0 0 0,-1 0 0,0 0 0,1 0 0,-1-1 0,0 1 0,0 0 0,0-1 1,0 0-1,0 1 0,0-1 0,-1 0 0,1 0 0,0 0 0,0 0 0,-1-1 0,-4 2 0,-7 0 15,-1 1 0,1-2 0,-1 0 1,-16-1-1,19 0-13,-3 0-40,-20 0 117,34 0-117,0 0-1,0-1 0,-1 1 1,1 0-1,0-1 0,0 1 1,0-1-1,0 0 1,-1 1-1,1-1 0,0 0 1,0 1-1,0-1 0,0 0 1,1 0-1,-1 0 0,0 0 1,0 0-1,0 0 1,1 0-1,-1 0 0,0-3 1,-5-25-2526,6-9-1746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25.4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8 8196,'0'0'5776,"-5"-8"-3914,4 9-1842,0-1 1,1 1-1,-1 0 1,0-1-1,1 1 1,-1 0-1,0 0 1,1 0-1,-1-1 1,1 1-1,0 0 1,-1 0-1,1 0 1,0 0-1,-1 0 1,1 0-1,0 1 1,-7 24 118,6-20-87,-10 47 111,2 0 0,-2 67-1,7 112 416,4-184-422,-4 732 3520,4-779-3462,3-68-455,7-65-1146,-2 79 737,-1 5-70,16-61 0,-18 94 566,0-1 1,1 1-1,1 0 1,1 0-1,0 0 1,0 1-1,19-22 1,-18 25-303,1 1 1,0-1-1,20-14 1,-26 22 338,1 0 0,0 0-1,0 0 1,0 1 0,0 0 0,1 0-1,-1 0 1,0 0 0,1 1 0,0 0 0,-1 0-1,9 1 1,-7-1 116,-6 1-3,0 0 1,0 0-1,0 0 0,1 0 0,-1 0 0,0 0 0,0 0 0,0 0 0,0 0 0,0 0 1,1 1-1,-1-1 0,0 0 0,0 1 0,0-1 0,0 1 0,0-1 0,0 1 1,0 0-1,0-1 0,0 1 0,0 0 0,-1 0 0,1 0 0,0-1 0,0 1 1,-1 0-1,1 0 0,0 0 0,-1 0 0,1 0 0,-1 0 0,0 0 0,1 1 0,-1-1 1,0 0-1,1 0 0,-1 2 0,6 20 29,0 0-1,-2 1 1,2 37 0,-3 78 953,-3-115-681,0 152 1008,0-208-4446,0-13-2192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25.9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1 195 15383,'0'0'8708,"26"-70"-8724,-22 47-208,-4-1-656,0 5-913,0-1-1345,0 1-1504,0-1-7940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26.8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27 1056,'0'0'11459,"0"-2"-10651,0-2-1187,0 4 493,-1-1 1,1 1-1,0-1 1,0 0-1,0 1 1,0-1 0,0 0-1,0 1 1,0-1-1,0 0 1,0 1-1,0-1 1,0 0-1,0 1 1,0-1-1,0 0 1,1 1 0,-1-1-1,0 1 1,1-1-1,-1 0 1,0 1-1,1-1 1,-1 1-1,0-1 1,1 1-1,-1-1 1,1 1 0,-1-1-1,1 1 1,-1 0-1,1-1 1,0 1-1,-1 0 1,1-1-1,-1 1 1,1 0-1,0 0 1,-1-1 0,2 1-1,-1 0 401,-1 5-491,0 1182 2254,0-1147-2238,-2-20 43,2-1 0,1 1 1,0-1-1,2 1 0,7 31 0,-6-41-93,-4-8-222,-6-8-1889,-3-5 853,0 0 1,1 0 0,0-1 0,1 0-1,-11-23 1,5 0-2831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27.4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0 313 6627,'0'0'6766,"3"-32"-5907,13-101-152,-15 129-670,-1 0 0,1 0 1,1 1-1,-1-1 0,0 0 0,1 1 0,-1-1 1,1 1-1,0 0 0,3-4 0,-3 5-8,-1 1-1,1 0 0,0-1 0,0 1 1,-1 0-1,1 0 0,0 0 1,0 0-1,4-2 0,5-1 67,-8 2-85,17-10-10,0 1-1,0 1 1,1 1 0,0 1-1,1 0 1,32-6 0,33 6 33,114 4 0,-151 4-8,-44 0-26,0 0 1,-1 0 0,1 1 0,-1 0 0,1 0-1,-1 1 1,1-1 0,-1 1 0,0 0-1,1 1 1,-1-1 0,0 1 0,-1 0 0,1 0-1,0 0 1,-1 1 0,0 0 0,0 0 0,0 0-1,0 0 1,-1 1 0,1-1 0,-1 1-1,4 10 1,-1-2 25,0 1 0,-2 1 0,0-1 0,0 1 0,-2-1 0,0 1 0,0 0-1,-1 22 1,-1 3 122,2-24-88,-2 1 0,0-1 0,0 1 0,-2-1 0,0 0 0,-1 1 0,-1-1 0,-8 23 0,-1-13 8,-3 1 1,0-2-1,-1 0 1,-1-1-1,-2-1 1,0 0-1,-1-2 1,-2 0-1,-44 31 1,53-43-58,-1 0 0,-1-1 0,1 0 0,-1-2 0,-1 0 0,1 0 0,-31 4 1,17-5-51,-1-2 1,1-1-1,-46-3 1,72 1 5,1-1 1,-1 1-1,1-1 1,0 1-1,0-1 1,-1 0-1,1 0 1,0-1-1,-4-1 1,6 2-2,-1 0 0,1 0 0,0 0-1,0 0 1,0 0 0,0 0 0,0-1 0,0 1 0,0 0 0,0 0 0,0-1 0,1 1 0,-1-1 0,0 1-1,1-1 1,-1 1 0,1-1 0,0 1 0,-1-1 0,1 1 0,0-1 0,0-2 0,0 4 3,1-1 0,-1 1 0,0-1 0,1 0 0,-1 1 0,1-1 0,-1 1 0,1-1 0,-1 1-1,1 0 1,-1-1 0,1 1 0,-1-1 0,1 1 0,0 0 0,-1 0 0,1-1 0,0 1 0,-1 0 0,1 0 0,0 0 0,-1-1 0,1 1 0,0 0 0,-1 0 0,1 0 0,0 0 0,-1 0 0,1 1 0,0-1 0,30 1-304,-26 0 264,4 1 72,1 0 0,-1 1-1,0 0 1,-1 0 0,1 1-1,-1 0 1,1 0 0,-1 1-1,0 0 1,-1 1 0,1 0-1,-1 0 1,-1 0 0,1 1 0,6 9-1,13 16 134,-1 1 1,20 39-1,3 14 1089,53 139 1,-37-77 489,-60-138-1583,-3-7-94,0 0-1,1 0 1,-1-1 0,1 1 0,-1 0 0,1-1 0,0 1-1,0-1 1,0 1 0,4 2 0,-5-21-2023,-1-20-1021,0-9-1817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27.9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196 10 3314,'0'0'11373,"0"0"-11351,0 0 1,1 0-1,-1-1 1,0 1-1,0 0 1,0 0-1,0 0 1,0 0-1,1 0 1,-1 0-1,0 0 1,0 0-1,0 0 1,0 0-1,0 0 1,0-1-1,1 1 1,-1 0-1,0 0 1,0 0-1,0 0 1,0 0-1,0 0 1,0-1-1,0 1 1,0 0-1,0 0 1,0 0-1,0 0 1,0-1-1,0 1 1,0 0-1,0 0 1,0 0-1,0 0 1,0 0-1,0-1 1,0 1-1,0 0 1,0 0-1,0 0 1,0 0-1,0-1 1,0 1-1,0 0 1,0 0-1,0 0 1,0 0-1,0 0 1,-1 0-1,1-1 1,0 1-1,0 0 1,0 0-1,0 0 1,0 0-1,0 0 1,0 0-1,-1 0 1,1 0-1,0 0 1,0 0-1,0 0 1,0 0-1,-1-1 1,1 1-1,-24-1 164,-42 2-1,62 0-162,0-1 1,0 0-1,0 1 0,0 0 1,0 0-1,0 0 0,0 1 1,1-1-1,-1 1 0,0 0 1,1 0-1,0 0 0,-1 0 1,1 1-1,0-1 0,0 1 1,0 0-1,0 0 0,1 0 1,-1 0-1,1 0 0,0 1 1,0-1-1,0 1 0,0-1 1,1 1-1,-1 0 0,0 6 1,-3 8 47,2 1 0,1 0 0,0 0 0,1 33 0,1-40-55,1 4 2,0 1 0,0-1 0,2 1 0,0-1 0,0 0 0,2 0 0,0-1-1,1 1 1,15 27 0,18 21 1,-23-38-28,0 0 0,14 34 0,-28-55-3,0 1 0,-1-1 0,0 1 0,1 9 1,-2-14 1,1 0 0,-1 0 0,0 0 0,0 0 0,0 0 0,0 0 0,0 0 0,0 0 0,0 0 0,0 0 0,-1 0 0,1 0 0,0 0 0,-1 0 0,1 0 0,0 0 0,-1 0 0,1 0 0,-1 0 0,0 0 0,1 0 0,-1 0 0,0-1 0,1 1 0,-1 0 0,0-1 0,0 1 0,0 0 0,0-1 0,1 1 0,-1-1 0,-2 1 0,-19 1 38,-1-1-1,-23-2 1,9 1-333,36 0 230,0 0 0,1 0-1,-1-1 1,0 1 0,0 0-1,1 0 1,-1 0 0,0 0-1,1-1 1,-1 1 0,0 0 0,1-1-1,-1 1 1,0 0 0,1-1-1,-1 1 1,0-1 0,1 1-1,-1-1 1,1 1 0,-1-1-1,1 1 1,0-1 0,-1 0 0,1 1-1,-1-1 1,1 0 0,0 1-1,0-1 1,-1 0 0,1-1-1,-1-26-2958,1 18 1768,0-35-5131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28.8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 2513,'0'0'5675,"0"-5"-4859,0-18 6302,0 27-6782,4 405 867,-4 420 1532,0-1205-3362,0 373 611,0-1-1,1 1 1,-1 0 0,1 0-1,0 0 1,0-1 0,0 1 0,0 0-1,0 0 1,1 0 0,-1 0-1,1 1 1,0-1 0,3-4-1,-1 3-51,0 0-1,1 0 0,-1 0 1,1 0-1,0 1 1,0 0-1,9-4 0,-3 2-43,0 1 0,1 0 0,0 0-1,0 2 1,0-1 0,0 2 0,19-2 0,-7 3 6,-18-1 97,0 0 1,0 1 0,0 0-1,0 0 1,0 0-1,0 1 1,0 0-1,0 0 1,0 1-1,0 0 1,0 0-1,-1 0 1,11 6 0,-9-2 13,-1 0 1,1 0 0,-1 1-1,-1 0 1,1 1 0,-1-1-1,0 1 1,-1 0 0,0 0-1,0 0 1,-1 1 0,3 8 0,2 10 165,-2 1 1,6 46 0,-7 158 2385,-5-140-7027,-4-124-903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29.1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32 16760,'0'0'2641,"0"-24"-6259,-31 16-3969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35.2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0 383 1249,'0'0'14513,"3"0"-14273,22 0-76,65 0-27,0-3 1,95-16-1,192-64-625,-44 7-231,-239 59 533,149-7 0,-157 23 3662,-87-15-4695,-1-1 0,-1 1-1,0-1 1,-1 1 0,-10-23 0,-2 0-2610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35.6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8948,'0'0'4968,"21"38"-3618,75 117-513,-93-149-810,1-1 0,0 1-1,0-1 1,0 0 0,1-1-1,-1 1 1,1-1 0,0 0-1,1 0 1,-1-1 0,11 6 0,20 6-25,0-2 0,1-2 0,47 9 0,-82-20-98,-1 0 0,1 0 1,0 1-1,0-1 1,0 1-1,-1 0 1,1-1-1,0 1 1,0 0-1,-1 0 1,3 2-1,-3-2 8,0 0 0,-1 1 0,1-1 0,-1 1 0,1-1-1,-1 1 1,0-1 0,1 1 0,-1-1 0,0 1 0,0-1 0,0 1 0,0-1 0,0 1 0,-1 2 0,1 0 19,-1-1 1,1 1 0,-1 0-1,0-1 1,0 1-1,-1-1 1,1 1 0,-1-1-1,0 0 1,-3 6 0,-29 28 15,26-29 68,-20 21 90,-39 37 899,-62 80 0,125-141-953,2-3-35,0 0 0,0 1-1,0-1 1,0 1-1,1 0 1,-1 0 0,1-1-1,-1 1 1,1 0-1,0 0 1,0 0 0,1 1-1,-1-1 1,0 3-1,1-5-54,0-1 0,0 0 0,1 0 0,-1 0 0,0 1 0,0-1 0,0 0 0,0 0 0,1 0 0,-1 0 0,0 1 0,0-1 0,1 0 0,-1 0-1,0 0 1,0 0 0,1 0 0,-1 0 0,0 0 0,0 0 0,1 0 0,-1 1 0,0-1 0,0 0 0,1 0 0,-1 0 0,0-1 0,0 1 0,1 0 0,-1 0-1,0 0 1,0 0 0,1 0 0,-1 0 0,0 0 0,0 0 0,1 0 0,-1-1 0,15-5-1860,35-26-5073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7:42.7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20 256,'0'0'4978,"0"-20"-4401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36.5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 5811,'0'0'4789,"0"-1"-4028,0 12-543,19 525 4401,-8-298-3273,-7-132-769,2 66 150,32 193-1,-35-343-686,2 1-1,0-1 1,1-1 0,1 1-1,19 38 1,-25-57-116,1-1 0,-1 0 1,1 1-1,-1-1 0,1 0 1,0 0-1,4 4 0,-6-25-10150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36.8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1 211 8708,'0'0'5421,"15"-13"-5341,50-43-2,-56 49-26,-1 0 1,1 1 0,0 0-1,0 0 1,1 1 0,0 0-1,11-4 1,-10 7 89,0-1 0,0 2 0,0-1-1,1 1 1,13 2 0,61-1 453,-85 0-1032,-1-48-6847,0 14 2821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37.2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9444,'0'0'4835,"238"114"-4579,-181-95-256,-10-11-160,-8-8-2129,-13 0-4611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37.6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118 1 8052,'0'0'5626,"-19"30"-5396,-56 99-116,71-122-109,0 1-1,1-1 1,0 1-1,1 0 1,-3 12-1,4-16-5,1 0 0,0 0 0,0-1-1,0 1 1,1 0 0,1 7 0,0-2-4,-1-4-14,1-1 0,-1 0 0,1 0 0,0 0 0,0 0 0,0 0-1,0 0 1,1 0 0,-1-1 0,1 1 0,0-1 0,0 0 0,1 0 0,6 5 0,7 4-135,-1-2 0,22 10 0,-11-5 109,-15-8 38,27 17-6,-36-22 16,-1 0 0,0 0 0,0 0-1,0 0 1,0 0 0,0 1 0,0-1-1,-1 1 1,1-1 0,-1 1 0,1 0 0,-1-1-1,1 5 1,-1-1 18,0 1 0,0 0 0,-1-1 0,0 1 1,0 0-1,-1-1 0,1 1 0,-1 0 0,-1-1 0,1 1 0,-1-1 0,-1 0 0,1 1 0,-1-1 0,0 0 1,0 0-1,-1-1 0,0 1 0,-7 8 0,-1-1 68,0 0 0,-1-1 0,-1-1 0,0 0 1,0-1-1,-23 12 0,32-19-129,1-1 0,-1 0 1,0 0-1,1 0 0,-1 0 0,0-1 0,0 0 1,0 0-1,0 0 0,-8-1 0,11 0-201,-4-1-1451,5-11-1836,1-22-2560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38.2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51 1761,'0'0'9273,"-2"-8"-8632,-6-26-252,5 25 1316,4 10-1682,-1-1 0,1 1 0,-1-1 0,1 1 0,-1-1 0,0 1 1,1-1-1,-1 1 0,0-1 0,1 1 0,-1-1 0,0 1 0,0-1 0,1 1 0,-1 0 0,0-1 0,0 1 0,0-1 0,0 1 1,0 0-1,0-1 0,0 1 0,0 0 0,0-1 0,0 1 0,-1 0 0,1 5 88,11 356 2062,-10-216-1476,-1 120 726,1 85 470,0-337-1786,0 0-1,0 0 0,2 0 0,3 13 0,-6-26-93,0 0 0,0 0 0,1-1 0,-1 1 0,0 0 0,1 0 0,-1-1 0,0 1-1,1 0 1,-1-1 0,1 1 0,-1 0 0,1-1 0,-1 1 0,1 0 0,-1-1 0,1 1 0,0-1-1,-1 1 1,2 0 0,-1-2-8,-1 1-1,1 0 1,-1-1 0,1 1-1,-1-1 1,1 1-1,-1 0 1,0-1-1,1 1 1,-1-1 0,1 1-1,-1-1 1,0 0-1,0 1 1,1-1-1,-1 1 1,0-1 0,0 1-1,1-1 1,-1 0-1,0 1 1,0-1 0,0 0-1,0 1 1,0-1-1,0 0 1,0 1-1,0-1 1,-1 0 0,2-161-1555,1-20-1068,0 165 2452,1 1 0,1 0 0,1 0-1,0 0 1,1 1 0,1-1 0,0 2-1,1-1 1,1 1 0,0 0 0,1 1-1,0 0 1,1 0 0,1 1 0,12-10-1,-20 19 142,-1 0-1,1 0 0,0 1 0,-1-1 0,1 1 0,0 0 0,0 1 0,0-1 0,1 1 1,-1-1-1,8 0 0,-10 1 30,0 1 0,0 0 1,0 0-1,0 0 0,0 1 1,0-1-1,0 0 0,0 1 1,0-1-1,0 1 0,0 0 0,0 0 1,-1-1-1,1 1 0,0 0 1,0 0-1,-1 1 0,1-1 1,-1 0-1,1 1 0,-1-1 1,0 1-1,1-1 0,-1 1 0,0-1 1,0 1-1,0 0 0,0 0 1,1 2-1,10 35 460,0 0 0,-3 1-1,8 73 1,-7-43-22,-2-10-106,-5-32-161,1 0-1,1-1 1,11 32 0,-6-46-99,-10-12-129,1-1 1,-1 0-1,1 0 0,-1 1 0,0-1 0,1 0 0,-1 0 0,1 0 0,-1 0 0,1 0 0,-1 0 0,0 0 0,1 0 0,-1 0 0,1 0 0,-1 0 0,1 0 0,-1 0 0,1 0 0,-1 0 1,0 0-1,1-1 0,-1 1 0,1 0 0,-1 0 0,0 0 0,1-1 0,-1 1 0,0 0 0,1-1 0,-1 1 0,0 0 0,1-1 0,-1 1 0,0 0 0,1-1 0,-1 1 0,0 0 0,0-1 0,0 1 1,1-1-1,11-32-4499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38.6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0 6467,'0'0'8807,"-3"0"-7617,-1 1-196,8 2-380,21 5-172,35 8-201,-27-10-692,0-1 1,0-2-1,36-2 0,-68-9-4706,-1-3 85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6019,'0'0'9316,"287"82"-8996,-218-74-320,-13-8-496,-21 0-4610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39.9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24 9412,'0'0'4170,"0"-7"-3978,-3-10 24,2 20-112,1 26 47,0-24-67,12 305 2444,-3-120-1321,-5-56-401,4 107 245,20-7-653,-28-233-397,2 14 6,1 0 0,0 0 1,1 0-1,1 0 0,0-1 0,1 0 0,13 22 0,-15-31 218,0-1-1185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40.3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86 12726,'0'0'4114,"269"0"-3970,-191 0-144,-17 0 0,-18 0 0,-12 0-16,-18 0-80,-5 0-48,-8-4-2594,0-15 305,-17-8-2001,-13-9-2097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40.8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10213,'0'0'5842,"243"27"-5281,-152-15-369,0-12-192,-13 0-48,-17 0-304,-18 0-2082,-17 0-3632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41.3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1 105 3858,'0'0'7152,"11"2"-5612,-10-1-1444,0 1 0,1-1 0,-2 0 0,1 1 0,0-1 1,0 1-1,0-1 0,-1 1 0,1-1 0,0 1 0,-1-1 0,0 1 0,1-1 1,-1 1-1,0 0 0,0 2 0,0 35 830,-1-26-562,1 485 3534,0-491-3853,1 0 0,-1 1 0,1-1 0,0 0 0,1 0 0,0 0 0,0 0 0,0 0 1,1 0-1,0-1 0,0 1 0,1-1 0,0 0 0,0 0 0,0 0 0,1 0 0,0-1 1,0 1-1,0-1 0,1-1 0,-1 1 0,1-1 0,0 0 0,1 0 0,-1-1 0,1 0 1,-1 0-1,1 0 0,0-1 0,0 0 0,0-1 0,13 2 0,2 0 51,32-1-1,-48-2-94,0 0-1,0-1 1,0 0 0,0 0-1,0 0 1,-1 0-1,1-1 1,0 0-1,-1-1 1,10-5 0,-9 4-137,0-1 0,-1-1 0,0 1 0,0-1 0,-1 0 0,0 0 0,0 0 0,0 0 0,0-1 0,-1 0 0,-1 0 0,1 0 0,-1 0 0,0 0 0,0 0 0,0-10 0,1-6-754,-1-1 0,-1 0 0,-5-45 0,2 57 743,0 0 0,-1 0 0,0 0 0,-1 1 0,0 0 0,-1 0 0,0 0 0,-12-18 0,7 15 131,0 0 1,-1 0-1,-1 1 0,0 1 1,-19-16-1,26 25 144,0-1 0,0 1-1,0-1 1,-1 1 0,1 1 0,-1-1-1,0 1 1,0 0 0,-7-1 0,-1 1 640,0 0 0,-24 2 0,36 0-690,0 0-8,1 0 0,-1 0 0,1 0 0,0 1 0,-1-1 0,1 1 0,-1-1 0,1 1 0,0 0 0,-1-1 0,1 1 0,0 0 0,0 0 0,0 0-1,-1 0 1,1 0 0,0 0 0,0 0 0,0 0 0,1 0 0,-1 1 0,0-1 0,0 0 0,1 1 0,-1-1 0,1 0 0,-1 1 0,1-1 0,-1 1 0,1 2 0,-2 5 194,1 1 1,0 0-1,1 15 1,0-18-157,0-4-84,-1 0 1,2 0-1,-1 0 0,0 0 0,0 0 1,1-1-1,0 1 0,-1 0 0,1 0 1,0 0-1,1-1 0,1 4 0,-2-4-19,1 0-1,-1-1 1,1 1-1,0-1 1,0 0 0,0 0-1,0 0 1,-1 1-1,1-2 1,1 1-1,-1 0 1,0 0-1,0-1 1,0 1-1,0-1 1,4 1-1,2 0-45,-1 0 0,1 0 0,0 0-1,-1-1 1,1 0 0,0 0-1,-1-1 1,1 0 0,0-1 0,-1 0-1,1 0 1,-1 0 0,0-1-1,0 0 1,0 0 0,0-1 0,-1 0-1,9-6 1,-4 0-329,-2-1 0,1 0 0,-1 0 0,-1 0 0,0-1 0,-1 0 0,0-1 0,-1 0 0,0 0 0,-1 0 0,-1-1 0,0 1 0,-1-1 0,0 0 0,-1 0 0,-1-1 0,0 1 0,-1 0 0,0 0 0,-1 0 0,-5-27 0,4 34 396,-1-1-1,1 1 1,-1 0-1,-1 0 0,1 0 1,-1 0-1,0 1 1,0-1-1,-1 1 1,0 0-1,0 0 0,-1 1 1,1 0-1,-1 0 1,-12-8-1,10 8 350,-1 1 0,1-1 0,-1 2 0,1-1 0,-1 1 0,0 1 0,0 0 0,0 0 1,-1 1-1,1 0 0,0 0 0,-17 2 0,24-1-306,0 0 0,1 0 0,-1 0 0,1 1 0,-1-1 1,1 1-1,-1-1 0,1 1 0,-1-1 0,1 1 0,-1 0 0,1 0 1,0 0-1,-1 0 0,1 0 0,0 0 0,0 0 0,0 0 0,0 0 1,0 1-1,0-1 0,0 0 0,0 1 0,0-1 0,1 1 1,-1-1-1,1 1 0,-1-1 0,1 1 0,-1-1 0,1 1 0,0-1 1,0 1-1,0 0 0,0-1 0,0 3 0,4-3-493,3-1-348,0-1 0,-1 0 0,1 0 0,-1 0 0,1-1 0,-1 0 0,10-4 0,26-19-7675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42.0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2 3970,'0'0'6149,"-3"0"-5412,2 0-714,1-1 32,-1 1 1,1 0 0,-1 0 0,1 0 0,-1 0-1,1 0 1,-1-1 0,0 1 0,1 0-1,-1 1 1,1-1 0,-1 0 0,1 0 0,-1 0-1,1 0 1,-1 0 0,1 0 0,-1 1-1,1-1 1,-1 0 0,1 0 0,-1 1 0,1-1-1,-1 0 1,1 1 0,-1-1 0,1 1-1,0-1 1,-1 0 0,1 1 0,0-1 0,-1 1-1,1-1 1,0 1 0,-1-1 0,1 1-1,0-1 1,0 2 0,-7 45 1014,2 1-1,2-1 1,4 52-1,0-36-310,-2-27-152,2 1-1,2 0 1,10 47 0,-11-73-524,1 1 1,1-1-1,0 0 1,0-1-1,1 1 1,0-1-1,1 0 1,0 0-1,1-1 1,0 1-1,0-2 1,1 1-1,0-1 0,17 13 1,-20-17-69,1-1 1,-1 0-1,1 0 0,0 0 0,0-1 1,0 0-1,0 0 0,0-1 0,13 2 1,-5-2-4,1 0 1,0-2-1,16-2 1,-26 3-38,0-1-1,0 0 1,0 0 0,-1-1 0,1 0 0,0 1-1,-1-2 1,0 1 0,1 0 0,-1-1 0,0 0-1,0 0 1,6-6 0,-5 3-103,0 0 1,0 0-1,-1-1 0,1 1 1,-2-1-1,1 0 0,-1 0 1,3-8-1,0-6-395,-1 0-1,-1 0 1,-1-1-1,0 1 1,-2-32 0,-1-250-2137,0 301 3994,0 12-478,2 22-364,2 0 0,11 44 1,2 22 471,24 302 688,-39-385-1673,0 0 0,1 0 1,6 16-1,-8-29-675,-1-62-7412,0 11-37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42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 1217,'0'0'16727,"152"12"-15830,-92-4-369,1-8-304,-9 0-224,-8 0-32,-14-4-1233,-13-20-2112,-4 1-5299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42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0 4338,'0'0'11230,"0"11"-11100,0 962 6542,-1-962-6642,1-5-23,0-1 0,-1 0 0,2 0-1,-1 1 1,0-1 0,1 0-1,0 0 1,1 0 0,-1 0 0,1 0-1,0 0 1,3 6 0,-5-11-53,0 0 0,0 0 0,0 0 0,0 0 1,0 0-1,0 0 0,0 0 0,0 0 0,1 0 1,-1 0-1,0 0 0,0 0 0,0 0 0,0 0 1,0 0-1,0 0 0,0 0 0,1 0 0,-1 0 1,0 0-1,0 0 0,0 0 0,0 0 0,0 0 1,0 0-1,0 0 0,1 0 0,-1 0 0,0 0 0,0 0 1,0 0-1,0 0 0,0 0 0,0-1 0,0 1 1,0 0-1,1 0 0,-1 0 0,0 0 0,0 0 1,0 0-1,0 0 0,0 0 0,0-1 0,0 1 1,0 0-1,0 0 0,0 0 0,0 0 0,0 0 1,0 0-1,0 0 0,0-1 0,0 1 0,0 0 1,0 0-1,0 0 0,0 0 0,0 0 0,0 0 1,0 0-1,0-1 0,0 1 0,0 0 0,0 0 0,0 0 1,0 0-1,-1 0 0,1 0 0,1-13-1438,-1 6 378,-1-1 0,1 1 0,-1 0 0,-1 0 0,1-1 0,-4-6 0,-7-11-6660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43.2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0 126 10373,'0'0'6445,"9"0"-6042,152-12 1582,-141 12-1836,-11-1-108,0 1 0,0 0 0,0 0-1,1 1 1,-1 0 0,0 1 0,0 0-1,-1 0 1,1 1 0,10 5 0,4 7 53,0 0 0,35 34 1,-58-48-117,0-8-838,-2 1 333,1-1 0,0 1 0,-1 0 0,0-1 0,-1 1 0,-4-8 0,-5-15-1289,-5-29-2952,-1-7-3059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43.6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7411,'0'0'10053,"95"82"-9381,-47-47-159,8-8-305,1-11-160,3-13-48,-8-3-1265,-8 0-3009,-14-23-7315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44.1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59 6323,'0'0'3994,"4"-10"-3138,14-29 43,-13 29 356,-3 11-723,-1 7-209,-1 693 6126,0-676-6280,-1-13-83,1 1 1,0-1 0,1 1 0,1-1 0,-1 0 0,2 1 0,4 12 0,-2-17-104,-2-13-508,-2-14-990,-1-22-2084,0-11-1787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44.5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7812,'0'0'8596,"277"62"-8516,-224-62-80,-10 0-32,-13 0-257,-8 0-1231,-13 0-433,-9-7-1521,0-1-864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44.8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7908,'0'0'8435,"234"50"-7858,-186-46-385,-9-4-192,-9 0-32,-8 0-576,-18-4-2354,0-19-3345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45.2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257 5 4770,'0'0'5600,"-15"-2"-5157,-51 0 149,62 2-501,0 1-1,-1-1 0,1 1 1,0 0-1,0 1 0,1-1 1,-1 1-1,0 0 0,0 0 1,1 0-1,-1 0 0,1 0 1,0 1-1,-1 0 0,1-1 1,0 1-1,-4 7 1,3-5 11,0 1 1,1-1 0,-1 1 0,2 0 0,-1 0-1,1 0 1,0 1 0,0-1 0,-1 8 0,1 3 142,1 0 1,1 21 0,1-13-114,-1-13-98,1 0-1,1 0 1,0 0-1,1 0 1,0 0-1,1-1 0,6 14 1,43 78 190,-19-43-158,-25-41-48,13 32 0,-20-43 8,0-1 0,-1 0 1,1 1-1,-1-1 0,-1 0 0,1 1 1,-1-1-1,-1 9 0,0-14-3,1 0 0,-1-1-1,0 1 1,1-1 0,-1 0-1,0 1 1,0-1 0,0 1 0,0-1-1,0 0 1,0 0 0,0 0-1,0 0 1,-1 0 0,1 0-1,0 0 1,-1 0 0,1 0 0,-1 0-1,-2 0 1,-35 13 104,26-11-109,-7 3-55,-30 6 1,3-6-3026,16-2-3413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3.97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742 0 8996,'0'0'256,"-38"3"288,-123 18 123,151-19-609,0 0-1,0 1 1,1 0-1,-1 1 0,1 0 1,-1 1-1,1 0 0,1 0 1,-1 1-1,1 0 1,0 1-1,0-1 0,1 2 1,0-1-1,-8 11 0,7-9 13,-6 8 111,0 1 1,2 0-1,0 0 1,1 1-1,1 1 1,0 0-1,2 0 1,-7 25-1,7-17 189,2 0 0,2 0 0,0 0-1,2 1 1,2 53 0,0-74-309,1 0 0,1 0 0,-1 0 0,1 0 0,1 0 0,-1-1 0,1 1 0,1-1 1,-1 0-1,1 0 0,10 13 0,-6-10-23,0-1 0,1 0 0,1 0-1,-1-1 1,1-1 0,1 1 0,11 5 0,4 0-25,1-1 1,0-1-1,0-1 0,1-2 0,0-1 0,32 4 1,64 3-15,28 5-1378,-141-17 1173,1 1-1,-1 0 0,1 0 1,-1 1-1,0 1 0,-1 0 1,1 0-1,-1 1 0,14 11 1,-17-11 164,0 0 0,-1 0 1,0 1-1,0 0 1,0 0-1,-1 1 1,0-1-1,-1 1 1,0 0-1,0 0 1,-1 1-1,5 16 1,-3-2 108,-2 1 0,-1 0 0,0 43 0,-2-59-23,0 6 88,-1 1 0,0-1 0,-1 0-1,-1 0 1,0 0 0,-1 0 0,0 0 0,-1-1 0,-1 0 0,0 0 0,0 0 0,-2-1-1,1 1 1,-2-2 0,-12 15 0,-14 14 129,-2-2 1,-1-2-1,-2-2 0,-2-1 1,-82 50-1,-244 102 136,318-162-308,47-22-84,-47 22 275,0 1 1,-64 44-1,108-64-224,0 0-1,0 1 0,1 0 1,0-1-1,0 2 1,0-1-1,1 1 1,-5 5-1,8-9 4,1-1-61,0-1 0,1 0 0,-1 0 0,0 0 0,0 0 0,0 0 0,0 1 0,0-1 0,0 0 0,0 0 0,0 0 0,0 0 0,0 1 0,0-1 0,0 0 0,0 0 0,0 0 0,1 0 0,-1 0 0,0 0 0,0 0 0,0 1 0,0-1 0,0 0 0,0 0 0,1 0 0,-1 0 0,0 0 0,0 0 0,0 0 0,0 0 0,1 0 0,-1 0 0,0 0 0,0 0 0,0 0 0,0 0 0,1 0 0,-1 0 0,0 0 0,0 0 0,0 0 0,0 0 0,0 0 0,1 0 0,-1 0 0,2 0-80,4-1-310,0 0 0,-1 0 1,0-1-1,1 1 0,-1-1 1,0 0-1,0-1 0,0 1 1,0-1-1,0 0 0,-1 0 0,1-1 1,-1 1-1,0-1 0,5-4 1,21-20-6210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4.34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258 1 7940,'0'0'6317,"4"5"-5607,-1-1-594,0-1 1,-1 1-1,1 1 1,-1-1-1,0 0 1,0 1-1,0-1 1,-1 1-1,0-1 1,1 1-1,-2 0 1,2 8-1,-2-4 34,0 0 0,-1-1 0,0 1 0,0 0-1,-1 0 1,-4 12 0,-2 1 79,-2 1 0,0-2 0,-2 1 0,-19 28 0,-25 30 104,-54 82-63,102-149-249,1 0-1,-8 21 0,13-30-12,1 0 0,-1 1-1,1-1 1,0 0-1,1 1 1,-1-1 0,1 1-1,0-1 1,0 1-1,0-1 1,1 1 0,1 7-1,-2-11-6,1 0-1,-1 0 1,1 0-1,-1 0 1,1 0 0,-1 0-1,1-1 1,0 1-1,-1 0 1,1 0-1,0 0 1,-1-1-1,1 1 1,0-1 0,0 1-1,0 0 1,0-1-1,0 1 1,0-1-1,0 0 1,0 1-1,0-1 1,1 0 0,24 5 44,-1-1 0,1-2 1,0 0-1,45-4 0,-8 1-101,133-15-1370,6 0-2742,-194 16 3644,-7 0 334,1-1 0,-1 1 0,0 0 0,1 0 0,-1 0 0,0 0 0,1 0 0,-1 0 0,0 0 0,1 0 0,-1 0 0,1 1-1,-1-1 1,0 1 0,0-1 0,1 1 0,-1-1 0,0 1 0,0 0 0,0-1 0,0 1 0,1 0 0,0 1 0,0 22-3150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5.13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14 102 5234,'0'0'6790,"-3"-17"-5851,0-2-692,0 8 16,1 0 0,1 0 0,0-21 1420,1 39-1584,-1 90 520,20 149-1,64 344 1900,-72-501-2274,-1-24 53,22 83 1,-31-220-9233,-5 21 3018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5.49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358 15 5891,'0'0'8489,"1"0"-8464,-1 0-1,0 0 1,0-1 0,0 1 0,1 0 0,-1 0-1,0 0 1,0 0 0,0-1 0,0 1-1,0 0 1,0 0 0,1 0 0,-1-1-1,0 1 1,0 0 0,0 0 0,0-1-1,0 1 1,0 0 0,0 0 0,0 0 0,0-1-1,0 1 1,0 0 0,0 0 0,0-1-1,0 1 1,0 0 0,0 0 0,0 0-1,0-1 1,0 1 0,0 0 0,-1 0-1,1-1 1,0 1 0,0 0 0,0 0 0,0 0-1,0 0 1,-1-1 0,1 1 0,0 0-1,0 0 1,0 0 0,-1 0 0,1 0-1,0 0 1,0-1 0,0 1 0,-1 0 0,-3-1 24,0 0 1,1 0 0,-1 1 0,0-1 0,0 1 0,0 0-1,0 0 1,0 0 0,0 1 0,0-1 0,0 1 0,-5 2-1,-52 18 183,53-17-204,-51 18 24,20-8-215,-67 35-1,104-49 153,0 1 1,1 0 0,-1 0-1,1 0 1,-1-1-1,1 2 1,-1-1 0,1 0-1,0 0 1,-1 0 0,1 1-1,0-1 1,0 0-1,0 1 1,0-1 0,0 1-1,0-1 1,1 1-1,-1 0 1,0-1 0,1 1-1,0 0 1,-1-1 0,1 1-1,0 0 1,0 0-1,0 0 1,0-1 0,0 1-1,0 0 1,0 0 0,0-1-1,1 1 1,-1 0-1,2 2 1,1 1-4,0 0 0,0 0 0,1 0 0,-1 0-1,1-1 1,0 0 0,0 0 0,1 0 0,6 4 0,68 45 216,93 46 0,-92-55-177,-79-43-99,0-1 0,0 1 0,0 0 0,0-1 0,1 1 0,-1-1 0,0 0 0,0 1 0,1-1 0,-1 0-1,0 1 1,3-1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6.02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28 20 5475,'0'0'7968,"-5"-3"-7285,-12-10-58,13 10 930,4 7-1421,0 24 9,-1 69 1013,4-1-1,21 127 0,-20-202-995,19 88 512,-20-98-592,1-1 0,0 1 0,0 0 0,1-1 1,1 0-1,-1 0 0,9 10 0,-14-19-77,0-1 0,1 1 0,-1-1-1,0 1 1,1-1 0,-1 1 0,0-1 0,1 0 0,-1 1 0,1-1 0,-1 1 0,1-1-1,-1 0 1,1 1 0,-1-1 0,1 0 0,-1 0 0,1 1 0,0-1 0,-1 0 0,1 0-1,-1 0 1,1 0 0,0 0 0,-1 0 0,1 0 0,-1 0 0,1 0 0,0 0 0,-1 0-1,1 0 1,-1 0 0,1 0 0,-1 0 0,1-1 0,0 1 0,-1 0 0,1 0 0,-1-1-1,1 1 1,-1-1 0,1 1 0,0-1 0,0-1-5,1-1 1,0 1-1,-1-1 0,1 1 1,-1-1-1,0 0 0,0 1 1,1-6-1,7-34-680,-1-1 1,3-74 0,-8-97-3592,-4 138 2525,1 67 1583,0 0 0,1 0 0,-1 0 0,2 0 0,3-14 0,-4 21 182,0-1 0,0 1-1,0 0 1,0 0 0,0 0-1,0 1 1,0-1 0,1 0-1,-1 0 1,1 1 0,0-1 0,-1 1-1,1-1 1,0 1 0,0 0-1,0 0 1,0 0 0,0 0-1,0 0 1,0 0 0,0 0-1,0 1 1,1-1 0,-1 1 0,0 0-1,4-1 1,15 0 632,-1 1 0,0 1 0,1 1 0,-1 0 0,0 2 0,35 10 0,-42-11-577,0-1-1,1 0 1,-1 0-1,1-2 0,17 0 1,-13 0-274,-17 0-28,0 0 0,1 0-1,-1 0 1,0 0 0,0 0 0,1 0-1,-1 0 1,0 0 0,0-1-1,0 1 1,0 0 0,1-1 0,-1 1-1,0-1 1,0 0 0,0 1 0,0-1-1,0 0 1,0 1 0,0-1 0,0 0-1,-1 0 1,1 0 0,0 0-1,0 0 1,-1 0 0,1 0 0,0-1-1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6.39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8 0 8612,'0'0'5205,"0"2"-4829,-3 8-224,1 1 0,1-1 0,0 0 0,1 1 1,0 0-1,0-1 0,3 12 0,-2 1 200,4 46 540,6 200 2546,-11-241-3179,-1-12-39,1 1-1,1 0 0,0 0 0,8 32 0,-9-48-207,0 0 1,1 0-1,-1 0 0,1 0 0,-1 0 0,1-1 1,-1 1-1,1 0 0,0 0 0,0 0 0,-1 0 1,1-1-1,0 1 0,0 0 0,0-1 0,1 2 1,-1-2-14,-1 0 1,1 0-1,-1 0 1,1 0 0,0 0-1,-1 0 1,1 0 0,-1 0-1,1 0 1,0 0 0,-1 0-1,1 0 1,-1 0 0,1 0-1,0 0 1,-1-1 0,1 1-1,-1 0 1,1 0 0,-1-1-1,1 1 1,-1 0-1,1-1 1,-1 1 0,1-1-1,-1 1 1,0-1 0,1 1-1,-1-1 1,0 1 0,1-1-1,-1 1 1,0-1 0,1 1-1,-1-2 1,8-17-397,-1-1 0,10-39-1,-11 33-267,15-55-2015,20-73-5424,-20 97 2160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6.76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0 7059,'308'250'3682,"-286"-176"-1393,-1 4-192,-3-4-720,-5-4-385,0-7-64,0-20-575,4-12-353,-4-23-96,0-8-1553,4-4-2721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7.26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32 5106,'0'0'6950,"0"-5"-6470,0-16-122,0 16-9,0 10-58,33 365 3727,-2-15-1668,-30-345-2298,9 72 354,23 94 1,-20-134-346,-12-39-72,1-1-1,-1 1 0,0 0 0,1-1 0,0 0 1,-1 1-1,1-1 0,0 0 0,0 0 0,0 0 1,5 3-1,-6-4 156,2-1-1532,-2-9-2568,-2 5 2937,0 0 1,1 0-1,-1 0 0,-1 0 1,-1-6-1,-23-29-8356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7.63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0 102 11029,'0'0'6531,"235"-39"-6307,-162 24-224,-8-1-688,-17 0-2754,-13 1-5906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7.98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49 426 7091,'0'0'3941,"37"-33"-4323,113-106-1016,-142 131 1106,0 0 0,-1 0 0,0 0 0,12-20 0,-18 26 170,0-1 0,0 1 1,0-1-1,0 1 0,-1-1 0,1 1 1,-1-1-1,0 0 0,0 1 0,0-1 0,0-3 1,0-7-421,1 1 124,0 1 0,-2-1-1,1 1 1,-3-16 0,2 24 429,0 0 1,0-1-1,0 1 1,0 1-1,-1-1 1,1 0-1,-1 0 0,1 0 1,-1 1-1,0-1 1,0 1-1,0 0 1,-1-1-1,1 1 1,0 0-1,-1 0 1,0 0-1,1 1 1,-5-3-1,-4 0 354,0 0-1,0 0 1,-1 1-1,0 1 1,0 0-1,0 0 1,1 1 0,-1 1-1,-15 1 1,16-1-25,8 0-214,0 0 0,0 0 1,0 0-1,-1 0 0,1 0 0,0 1 1,0-1-1,0 1 0,0 0 0,0 0 1,0 0-1,0 1 0,1-1 0,-1 1 1,0-1-1,1 1 0,-1 0 0,1 0 1,-1 0-1,1 0 0,0 1 0,0-1 1,0 0-1,0 1 0,1 0 0,-1-1 1,0 1-1,1 0 0,0 0 0,-2 5 1,-3 9 256,1-1 1,0 1 0,1 0-1,1 1 1,-1 23-1,3 91 1325,2-68-912,-1-45-561,1 0 1,0 0 0,2-1-1,0 1 1,1 0 0,9 25-1,-9-35-153,0 0-1,0 0 0,1 0 0,0-1 0,1 1 1,0-1-1,0-1 0,1 1 0,0-1 1,0 0-1,1 0 0,0-1 0,0 0 0,10 5 1,-6-5-109,0-1 0,1-1-1,-1 0 1,1-1 0,0 0 0,0-1 0,0 0 0,0-1 0,0-1 0,0 0 0,0-1 0,1 0 0,-1-1 0,12-3 0,-18 3-210,-1 0 0,0 0 0,0-1-1,0 0 1,0 0 0,-1 0 0,1-1 0,9-8 0,-5 2-810,-1-1 1,0 0-1,10-15 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8.38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17 5859,'0'0'6661,"0"-4"-6151,3-9-199,3 23 66,6 33 269,14 240 3264,-3-17-993,-22-258-2805,7 32 373,-8-38-463,1-1-1,-1 1 1,0-1 0,1 0 0,0 1-1,-1-1 1,1 0 0,0 0-1,-1 1 1,1-1 0,0 0 0,0 0-1,0 0 1,0 0 0,0 0-1,1 0 1,-1 0 0,0 0 0,0-1-1,0 1 1,1 0 0,1 0 0,-2-1-17,0 0 0,0 0 1,0 0-1,0 0 1,1 0-1,-1 0 0,0-1 1,0 1-1,0 0 1,0-1-1,0 1 1,0-1-1,0 1 0,0-1 1,0 0-1,0 1 1,0-1-1,0 0 0,0 0 1,0 1-1,-1-1 1,1 0-1,0 0 1,0 0-1,-1 0 0,1 0 1,-1 0-1,1 0 1,-1 0-1,1 0 0,-1 0 1,1-3-1,5-14-173,-1-1 0,-1 1-1,0-1 1,1-22 0,1-82-2358,-7 0-1251,-1 56-1874,8-78 1,-6 141 5620,0 0 0,1 0 0,0 0 0,0 1 1,0-1-1,0 0 0,0 1 0,1-1 1,-1 1-1,1 0 0,0-1 0,0 1 1,1 0-1,-1 0 0,6-5 0,-5 6 467,0 0-1,1 0 0,-1 0 0,1 0 1,0 0-1,0 1 0,0 0 1,0 0-1,0 0 0,0 0 1,0 1-1,0 0 0,8 0 0,-11 0-355,5-1 297,0 1-1,0 0 1,0 0-1,0 0 1,0 1-1,0 0 0,0 0 1,0 1-1,0 0 1,-1 0-1,1 0 1,0 0-1,6 5 1,-7-2-393,1-1 0,0 0 0,0-1 0,0 1 0,0-1 0,0 0 0,1 0 0,-1-1 0,1 0 0,0 0 0,0-1 0,-1 0 0,1 0 0,9 0 0,-7-1-3653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8.86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11 0 8724,'0'0'4535,"-2"2"-4193,1-1-272,0 0 0,1 1 0,-1-1-1,0 0 1,0 1 0,1-1 0,-1 1 0,1 0 0,-1-1 0,1 1 0,-1-1-1,1 1 1,0 0 0,0 1 0,0 33 822,1-17-535,-1 30 140,10 381 2343,24 114-409,-34-533-2343,1 1 0,0-1 0,1 0 0,0 1 0,0-1 0,1 0 0,1 0 0,0-1 0,10 21 0,-13-31-81,-1 1-1,0-1 0,0 1 1,1-1-1,-1 1 1,0-1-1,1 1 0,-1-1 1,0 1-1,1-1 1,-1 1-1,1-1 0,-1 0 1,1 1-1,-1-1 0,1 0 1,-1 1-1,1-1 1,-1 0-1,1 0 0,-1 1 1,1-1-1,0 0 1,-1 0-1,1 0 0,-1 0 1,1 0-1,0 0 0,0 0 1,0-1-8,0 0 1,-1 0 0,1 1-1,0-1 1,-1 0-1,1 0 1,-1 0 0,1 0-1,-1 0 1,0-1-1,1 1 1,-1 0-1,0 0 1,0 0 0,0 0-1,0 0 1,0-2-1,2-111-1990,3-49-2494,-3 146 3793,0 0 0,2 1 1,0-1-1,1 1 0,0 0 0,1 0 0,13-22 1,-17 34 529,1 0-1,-1 0 1,1 1 0,0-1 0,0 0 0,1 1 0,-1 0 0,1 0 0,-1 0 0,1 0 0,0 1 0,9-5 0,-8 5 306,1 0 0,0 1 1,-1-1-1,1 1 0,0 1 0,0-1 1,0 1-1,0 0 0,11 1 0,-13 0-11,-1-1 0,0 1 0,0 0-1,0 0 1,0 1 0,0-1 0,0 1-1,0-1 1,0 1 0,0 0 0,0 0-1,-1 0 1,1 0 0,-1 1 0,0-1-1,0 1 1,0-1 0,0 1 0,2 3-1,3 7 271,0 0 0,-2 1 0,6 15 0,-6-16-76,4 16 524,-1 0-1,7 53 1,-2 64 1620,-5-49-1584,-8-97-891,0 2-14,0-1 0,0 0 1,0 0-1,0 1 0,1-1 1,-1 0-1,0 0 0,1 0 1,-1 0-1,1 1 1,-1-1-1,1 0 0,-1 0 1,1 0-1,0 0 0,0 1 1,0-33-11194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9.28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13 135 7972,'-2'0'7742,"2"1"-7714,-1-1 0,1 0 0,-1 0-1,1 1 1,0-1 0,-1 0 0,1 1 0,0-1 0,-1 1 0,1-1 0,0 0 0,0 1 0,-1-1-1,1 1 1,0-1 0,0 1 0,0-1 0,0 1 0,-1-1 0,1 0 0,0 1 0,0-1 0,0 2 0,-3 32 872,2 1 0,4 57 0,-2-76-612,1 13 112,1-1 1,1 0-1,2 0 1,0-1-1,2 1 1,14 31-1,-20-54-365,0 0-1,1 1 1,-1-1-1,1 0 1,1 0-1,-1-1 1,1 1-1,-1-1 0,1 1 1,0-1-1,1 0 1,-1-1-1,1 1 1,0-1-1,0 0 0,0 0 1,0 0-1,0-1 1,1 0-1,-1 0 1,1 0-1,-1-1 0,1 1 1,0-1-1,-1-1 1,1 1-1,0-1 1,0 0-1,0 0 0,-1-1 1,7-1-1,-6 1-43,1 0 1,-1-1-1,0 1 0,0-2 0,0 1 0,0 0 0,0-1 0,-1 0 1,1-1-1,-1 1 0,0-1 0,0 0 0,0 0 0,0-1 0,4-4 1,5-10-419,0 1 0,20-39 1,-27 47 175,9-20-864,0-1 0,-2 0 0,-2-1 0,13-49 0,-18 51-1135,-2 0-1,4-57 1,-9-15-247,-6 75 11219,1 45-8556,4-16 350,0 4-732,-1 0 0,1-1 0,1 1 0,-1 12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8:59.76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10085,'0'0'6061,"2"20"-5346,5 44 41,18 71 1,-2-23 663,8 142 0,-10 117 342,-12-172-1055,-9-198-703,2 41 254,13 77 0,-14-115-241,-1-1 0,1 1 0,0 0 1,0-1-1,1 1 0,-1-1 0,1 1 0,-1-1 0,1 0 0,0 0 0,5 5 1,-7-8-17,0 1 1,0-1-1,0 0 1,0 0-1,0 0 1,1 0-1,-1 0 1,0 0-1,0 1 1,0-1-1,1 0 1,-1 0-1,0 0 1,0 0-1,0 0 1,1 0-1,-1 0 1,0 0-1,0 0 1,0 0-1,1 0 1,-1 0-1,0 0 1,0 0-1,0 0 1,1 0-1,-1 0 1,0 0-1,0 0 1,0 0-1,1-1 1,-1 1-1,0 0 1,0 0-1,0 0 1,0 0-1,1 0 1,-1 0-1,0-1 1,0 1-1,0 0 1,1 0-1,4-15-49,5-46-1046,-3 0 0,-1-82 1,-2 32-749,-2 80 1228,0-15-1389,12-68 0,-12 102 1764,1 1 0,0 0-1,0 0 1,1 0 0,0 0 0,1 0-1,1 1 1,0 0 0,0 0-1,1 1 1,9-12 0,-11 18 265,-1-1 0,1 1 0,0 0 0,0 0 1,0 0-1,0 0 0,1 1 0,-1 0 0,1 0 0,-1 1 1,1-1-1,0 1 0,-1 1 0,8-1 0,-8 0 128,0 1-1,1 0 1,-1 1 0,0-1-1,1 1 1,-1 0 0,0 0-1,0 1 1,0-1-1,0 1 1,0 0 0,0 1-1,-1-1 1,1 1 0,-1 0-1,6 4 1,-2 2 125,0 0 1,-1 1 0,0 0 0,-1 0-1,0 1 1,0-1 0,4 15-1,26 85 1398,-28-76-1191,-2 2 0,-1-1 0,-2 0 0,-2 47 0,0-72-461,-1 0 0,-1 0 0,0 0 0,-1 0 0,0 0 0,-5 15 0,5-20-33,0 0 1,-1 0-1,0-1 0,0 1 0,0-1 1,0 1-1,-1-1 0,0 0 0,0 0 1,0-1-1,0 1 0,-1-1 0,-6 4 1,-4 2-324,-1-1 1,-1 0-1,0-1 1,0-1-1,-31 7 1,19-8-1948,0-1-1,-54 0 1,14-4-3791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0.70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129 2 4722,'0'0'6579,"10"0"-5413,8-1-1156,-1 0 4293,-38 5-2090,14-3-2184,0 1 1,0 0-1,0 0 0,0 1 1,1 0-1,-1 0 1,1 1-1,0 0 1,0 0-1,0 0 1,-7 7-1,7-5-26,0 0 0,0 0 0,0 0 0,1 1 0,0 0 1,1 0-1,-1 0 0,1 0 0,-6 16 0,7-9-95,0 0 0,1 0 0,1 0 0,0 1 0,1-1 0,0 0 0,1 1 1,1-1-1,0 0 0,6 22 0,2-16-42,1 0 1,0 0 0,1-2-1,1 1 1,1-2 0,16 17-1,17 23-15,-42-49 129,14 15-11,-2 1 0,19 37-1,-33-54 27,0 0-1,0 0 1,0 0-1,-1 1 0,0-1 1,0 1-1,0 0 0,-1-1 1,-1 1-1,1 0 0,-1 0 1,-1 0-1,-2 15 0,3-22-3,-1 1-1,1-1 1,-1 0-1,1 1 0,-1-1 1,0 0-1,0 1 1,1-1-1,-1 0 0,0 0 1,0 0-1,0 1 1,0-1-1,-1 0 0,1-1 1,0 1-1,0 0 0,0 0 1,-3 1-1,-26 6-20,25-8 28,-20 3-406,-42-1 0,65-1 263,0-1 0,0 0 1,0 0-1,0 0 0,0 0 0,0 0 0,0-1 0,1 1 0,-1-1 1,0 1-1,0-1 0,0 1 0,1-1 0,-1 0 0,0 0 1,1 0-1,-1 0 0,0 0 0,1 0 0,-1-1 0,1 1 1,0 0-1,0-1 0,-1 1 0,1-1 0,0 0 0,0 1 1,0-1-1,0 0 0,1 1 0,-1-1 0,0 0 0,1 0 1,-1 0-1,1 0 0,0 0 0,-1-2 0,-1-39-5711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1.08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0 575 13446,'0'0'2436,"21"-35"-2252,68-115-277,-38 75-398,-44 66 167,0-1 0,-1 1 0,1-1 0,-2 0-1,0-1 1,0 1 0,0-1 0,-2 0-1,5-20 1,-4 15-440,-2 0 0,0 0-1,-1 0 1,0 0 0,-2 0-1,0 1 1,-3-20-1,3 32 797,0 1 0,-1-1 0,1 0-1,-1 1 1,1-1 0,-1 1-1,0 0 1,0 0 0,0 0 0,0 0-1,0 0 1,-1 0 0,1 0-1,-1 0 1,1 1 0,-1 0 0,0-1-1,1 1 1,-1 0 0,0 0-1,0 0 1,0 1 0,1-1 0,-7 0-1,-6 0 544,-1 0 0,1 0 0,-21 3 0,32-2-378,2 0-114,1 0 0,-1 1 0,0-1 1,1 0-1,-1 0 0,1 1 0,-1-1 0,1 1 1,0 0-1,-1-1 0,1 1 0,0 0 0,-1 0 0,1 0 1,0-1-1,0 2 0,0-1 0,-1 0 0,1 0 0,0 0 1,-1 3-1,0 1 92,0 0 0,0 0 0,0 0 0,1 0-1,-2 7 1,2-4 46,-6 37 712,2 0-1,2 0 1,3 58 0,1-42-302,-1-34-284,1-1-1,2 1 0,0 0 1,2-1-1,12 41 1,-12-53-237,1-1 1,-1 0-1,2 1 1,0-2-1,1 1 1,0-1-1,1 0 0,0-1 1,1 0-1,0-1 1,21 18-1,-20-21-94,0 0-1,1 0 0,0-1 0,0 0 1,0-1-1,1 0 0,-1-1 0,1-1 0,0 0 1,0-1-1,1 0 0,-1-1 0,14 0 1,-23-1-142,0 0 1,0 0 0,0 0-1,0 0 1,-1-1-1,1 1 1,0-1 0,0 0-1,-1 0 1,1 0-1,0-1 1,-1 1 0,1-1-1,-1 0 1,0 0-1,1 0 1,-1-1 0,0 1-1,0-1 1,-1 0 0,1 1-1,-1-1 1,5-7-1,21-42-4889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1.42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269 24 7443,'0'0'5232,"-7"-4"-4536,6 3-650,-3-1 26,0-1 0,0 1 0,0 0-1,-1 0 1,1 1 0,0-1 0,-1 1-1,1 0 1,-1 0 0,0 1 0,-5-1 0,9 1-52,-7-1 149,0 2 1,0-1 0,0 1-1,-14 3 1,18-3-122,1 0 0,-1 1 0,1 0 0,-1 0 0,1 0-1,0 0 1,0 1 0,0-1 0,0 1 0,1-1 0,-1 1 0,-3 5 0,-7 11 210,2 0 0,0 0 0,0 1 0,2 1 0,1-1 0,0 1 0,2 1 0,0 0 0,-4 38 0,3 5 885,4 131 0,3-189-1084,0 0 1,1 1-1,0-1 0,0 0 1,1 0-1,-1-1 0,2 1 1,-1 0-1,1 0 0,0-1 0,5 8 1,-5-10-42,0 0 1,1 0 0,0 0 0,-1 0-1,1-1 1,0 0 0,1 0-1,-1 0 1,1-1 0,-1 1 0,1-1-1,0 0 1,0 0 0,0 0 0,7 0-1,0 1-12,1-1 0,0 0 0,0-1 0,0 0 0,0-1 0,0-1 1,0 0-1,24-5 0,-27 3-218,0 0 1,-1 0-1,1-1 1,-1 0-1,0-1 1,0 0-1,-1 0 0,0-1 1,1 0-1,-2-1 1,11-10-1,-8 5-1353,0 1 0,13-24 0,6-24-5876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2.09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269 290 9092,'0'0'5128,"14"-24"-4608,44-75 150,-43 66-43,-14 21-74,-2 4-322,0 3-222,0 1 0,1-1 0,-1 1 0,-1-1-1,1 1 1,-1 0 0,1 0 0,-1 0 0,0 0 0,-1 0 0,1 0-1,-1 0 1,0 1 0,0-1 0,0 1 0,0 0 0,0 0 0,-1 0 0,-4-3-1,2 2-14,0 0 0,0 0-1,0 1 1,-1 0 0,1 0-1,-1 0 1,1 1 0,-1 0-1,0 1 1,0-1 0,-13 0-1,-5 1 7,-25 1 24,47 1-23,0-1 1,0 1-1,0-1 0,0 1 1,0 0-1,1 0 0,-1 0 1,0 0-1,1 1 1,-1-1-1,0 1 0,1 0 1,-4 2-1,-2 6 10,0 0-1,0 0 1,0 1-1,2 0 0,-1 1 1,1-1-1,1 1 1,0 0-1,1 1 1,-4 14-1,1 8 359,1 0 0,-2 54 0,3 275 3003,5-356-3287,0-1 1,1 1-1,0 0 0,0-1 0,1 1 0,0-1 0,0 1 1,7 13-1,-7-18-67,0 1 1,0-1 0,1 0-1,-1 0 1,1-1 0,0 1-1,0 0 1,0-1-1,0 0 1,0 0 0,0 1-1,1-2 1,-1 1 0,1 0-1,-1-1 1,1 0-1,0 0 1,6 1 0,-2 0-15,1-1-1,-1 0 1,1 0 0,-1-1 0,1 0 0,-1 0 0,1-1-1,-1-1 1,1 1 0,-1-1 0,0-1 0,0 1 0,13-7 0,-11 3-148,1-1 0,-1 0 1,-1 0-1,1-1 1,-1 0-1,-1-1 1,1 0-1,12-19 1,-9 11-509,0-2 0,-2 0 0,0 0 1,-1-1-1,-1 0 0,0 0 0,6-33 0,-7 14-1507,-1-1 0,-2-1-1,-2-42 1,-2 32-363,0-10 1306,0 15 7915,0 57-3124,0 456 2751,0-456-6287,0-1 0,1 1 1,1-1-1,-1 1 0,5 13 0,-5-21-69,0 0-1,0 0 1,1 0-1,-1 0 0,0-1 1,1 1-1,0 0 1,0-1-1,0 1 1,0-1-1,0 1 1,0-1-1,0 0 1,1 0-1,-1 0 1,1 0-1,0-1 1,-1 1-1,1-1 1,0 1-1,0-1 1,4 1-1,-3-1-334,-1 0 0,1 0 0,0 0-1,0-1 1,0 1 0,-1-1 0,1 0 0,0 0-1,0-1 1,0 1 0,-1-1 0,1 0 0,0 0-1,0 0 1,-1 0 0,1-1 0,-1 1 0,1-1-1,-1 0 1,0 0 0,0 0 0,0 0 0,0-1 0,0 1-1,3-5 1,28-39-7212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2.46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43 201 12086,'-6'36'3180,"1"-13"-2705,-7 45 1531,-8 126 0,20-35 643,1-155-2578,-1 2 50,0-1-1,0 0 0,1 1 0,0-1 1,2 8-1,-2-12-108,-1 0 0,1 0 0,-1 0 0,1 0 0,-1 0 0,1 0 0,0 0 0,0 0 0,0 0-1,-1 0 1,1 0 0,0 0 0,0-1 0,0 1 0,0 0 0,0-1 0,1 1 0,-1-1 0,0 1 0,0-1 0,0 0 0,0 1 0,1-1 0,-1 0 0,0 0 0,0 0 0,0 0 0,2 0-1,-2 0-12,1 0 0,-1 0 0,0 0 0,1 0 0,-1 0 0,0-1 0,0 1-1,0-1 1,1 1 0,-1-1 0,0 1 0,0-1 0,0 0 0,0 1 0,0-1 0,0 0-1,0 0 1,0 0 0,0 0 0,0 0 0,0 0 0,1-2 0,10-30-64,-8 22 9,6-27-458,-1 0 1,-2-1 0,3-61-1,-7-123-4073,-3 143 1669,0 59 2059,-1 11 498,1-1 0,0 0 0,0 1 0,1-1-1,1 1 1,0-1 0,1 1 0,4-15 0,-5 23 466,-1-1 0,1 1 0,-1 0 0,1-1 0,0 1 0,0 0 0,0 0 0,0 0 0,1 0 0,-1 1 0,0-1-1,1 1 1,-1-1 0,1 1 0,0 0 0,-1 0 0,1 0 0,0 0 0,0 0 0,-1 1 0,1-1 0,0 1 0,5 0 0,-3 0 238,1 0 0,-1 0 1,1 1-1,-1 0 0,1 0 0,-1 0 1,0 1-1,0-1 0,1 1 0,-1 1 1,7 4-1,35 28 1204,-32-23-1077,32 20 1,-42-29-534,1 0 0,0 0 0,0-1 0,0 0 0,0 0 1,0-1-1,0 1 0,1-1 0,11 0 0,-3-1-2719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2.93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355 133 8724,'0'0'5824,"-2"-3"-5282,-1-6-306,1 1 0,0 0 1,0-1-1,1 1 1,0-1-1,1 1 1,0-14-1,0 21-236,0 0 0,-1 0 0,1-1 1,0 1-1,-1 0 0,1 0 0,-1 0 0,1 0 0,-1 0 0,0 0 0,1 1 0,-1-1 0,0 0 1,0 0-1,1 0 0,-1 0 0,0 1 0,0-1 0,0 0 0,0 1 0,0-1 0,0 1 0,-2-1 1,-31-11 1,20 9 9,0-1 5,-1 1 1,1 0-1,-1 2 0,0-1 0,-27 3 0,24-1-9,17 0 9,-1 0-1,0 0 0,0 1 1,0-1-1,0 0 1,0 1-1,1 0 0,-1-1 1,0 1-1,1 0 1,-1 0-1,0 0 0,1 0 1,-1 0-1,1 0 1,-1 1-1,1-1 1,0 0-1,0 1 0,-1-1 1,0 3-1,-2 3 117,0-1 0,1 2 0,-5 12 1,6-16-75,-16 48 735,2 1 0,2 1-1,2 0 1,3 1 0,-4 107 0,12-135-560,0-21-175,0 1 0,1-1 0,0 0 0,0 0 0,0 1 0,1-1 0,0 0 0,0 0 0,3 8 0,-3-13-53,0 0 0,0 0-1,0 1 1,0-1-1,0 0 1,0 0-1,1-1 1,-1 1-1,0 0 1,1 0-1,-1-1 1,0 1-1,1 0 1,-1-1 0,1 1-1,-1-1 1,0 0-1,1 0 1,2 1-1,33-2-3,-34 1 1,6-1-43,-1-1-1,0 0 1,1-1 0,-1 0 0,0 0 0,0-1-1,-1 0 1,1 0 0,-1-1 0,0 0 0,0 0-1,-1-1 1,1 1 0,-1-2 0,0 1 0,7-11-1,2-3-625,0-1 0,-2-1 0,0 0 0,13-35-1,-18 34-928,0 0-1,-2-1 1,-1 0-1,5-48 1,-8-1-5082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3.30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26 43 4706</inkml:trace>
  <inkml:trace contextRef="#ctx0" brushRef="#br0" timeOffset="1">26 43 4706,'-26'-42'7011,"26"123"-4321,0 33-161,0 18-144,0-3-912,17-16-561,9-23-592,5-32-304,3-34-16,5-24-720,-8 0-1297,-9-16-3218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4.09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0 376 6067,'0'0'8364,"2"-19"-7257,-1-2-769,8-70 1071,-8 63 333,20 389-890,-4-140 143,-9-65-385,29 308 500,-34-444-1074,-2-10-9,0 0 0,1 0 0,0-1 0,1 1 0,6 14 0,-9-23-27,0-1 0,0 1 0,1-1 0,-1 1 0,0-1 0,0 0 0,0 1 0,1-1 0,-1 1 0,0-1 0,0 1 0,1-1 0,-1 0 0,0 1 0,1-1 0,-1 0 0,0 1 0,1-1 0,-1 0 0,1 1 0,-1-1 0,1 0 0,-1 0 0,1 0 0,-1 1 0,0-1 0,1 0 0,-1 0 0,1 0 0,-1 0 0,1 0 0,-1 0 0,1 0 0,-1 0 0,1 0 0,-1 0 0,1 0 1,0 0-1,0-1-15,0 0 0,0 0 0,0 0 0,-1 0 0,1 0 0,0 0 0,0 0 0,-1 0 1,1 0-1,-1-1 0,1 1 0,-1 0 0,1 0 0,-1-1 0,0-1 0,4-27-607,-1 1 0,-2-1 0,-2-33 0,0-1-651,1 61 1204,0-49-1946,-13-105 1,-28-20-2799,24 112 3031,3 0 0,-10-98-1,24 162 1779,-3-196 1979,5 176-1629,0 0 0,2 0 0,0 0 0,1 1 0,1-1 0,1 1 0,10-20 0,-8 23-296,0 1 1,1 0-1,1 1 1,1 0-1,0 0 1,1 1-1,0 1 1,1 0 0,0 1-1,22-14 1,-25 19 72,0 0 0,0 2 0,1-1 0,0 1 0,0 1 0,0 0-1,0 1 1,1 1 0,-1-1 0,1 2 0,-1 0 0,1 0 0,0 1 0,-1 1 0,1 0 0,15 4 0,-22-4-28,0 1 0,0 0 0,0 0 0,0 0-1,-1 1 1,1 0 0,-1 0 0,0 0 0,0 1 0,0 0 0,0 0 0,-1 0-1,6 7 1,-4-4 90,-1 1-1,0 0 1,0 0-1,-1 0 1,0 1-1,-1-1 1,0 1-1,3 9 1,0 16 586,-1-1 1,-2 1 0,-2 63 0,-1-71-437,0-15-252,0-1 0,0 0 0,-2 1-1,1-1 1,-1 0 0,0 0 0,-1 0 0,-1 0 0,1-1-1,-1 1 1,-1-1 0,0 0 0,0 0 0,-1 0 0,0-1-1,0 0 1,-1 0 0,0-1 0,-13 11 0,10-10-67,0 0 0,0 0 0,-1-1 0,0-1 0,0 0 0,0-1 0,-1 0 0,-14 5 0,7-6-148,0 0 0,1 0 1,-1-2-1,-33 0 0,46-1-32,1-1 1,-1-1-1,1 1 0,0-1 1,-1 0-1,1 0 0,0-1 1,0 1-1,-1-1 1,1-1-1,1 1 0,-7-4 1,8 3-90,-1 1 1,1-1-1,0 0 0,1-1 1,-1 1-1,0 0 1,1-1-1,0 1 1,0-1-1,0 0 1,0 0-1,0 0 0,1 0 1,0 0-1,-1-6 1,0-1-1259,1 1 0,0-20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5.11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400 215 5859,'0'0'5877,"5"-4"-4834,16-9-194,-16 10-113,-6 2-653,1 0-1,-1 0 1,1 0 0,-1-1 0,1 1 0,-1 0-1,0 0 1,1 0 0,-1 1 0,0-1 0,0 0-1,0 0 1,0 0 0,0 1 0,0-1-1,0 0 1,0 1 0,-1-1 0,-24-12 149,24 12-151,-22-11 297,19 8-344,-1 1 0,1 0 0,-1 1 0,0-1 0,0 1 0,0 1 0,0-1 0,-1 1 0,-7-1 0,6 1 11,0 1 0,0-1 0,0-1 0,0 0 0,0 0 0,-13-5 0,15 5 81,-1 1 0,1 0 1,-1 0-1,-11 1 1,-69 0-116,85 0-14,0 1 1,-1-1 0,1 1-1,0-1 1,0 1 0,-1 0 0,1 0-1,0 0 1,0 0 0,0 0-1,0 0 1,0 1 0,1-1-1,-1 1 1,0-1 0,1 1 0,-1 0-1,-1 2 1,-2 2-4,1 1 0,0-1-1,0 1 1,-5 13 0,3-1 74,0-1 0,1 1-1,1 1 1,-2 30 0,3 81 1061,3-91-732,0-22-212,0-1 0,1 1 0,1-1 0,1 0 0,0 1 0,7 21 1,-8-34-156,1 1-1,-1-1 1,1-1 0,0 1 0,0 0 0,0-1 0,1 1 0,-1-1 0,1 0 0,0 0 0,0 0 0,1-1 0,-1 0 0,1 0 0,0 0 0,0 0-1,0-1 1,0 1 0,0-1 0,0 0 0,1-1 0,-1 0 0,11 2 0,-5-1-22,0-1-1,0 0 1,0-1-1,0 0 1,0 0 0,0-1-1,0-1 1,0 0 0,-1 0-1,1-1 1,-1-1-1,1 1 1,-1-2 0,0 1-1,-1-2 1,1 1 0,-1-1-1,0 0 1,-1-1-1,12-11 1,-5 2-471,0 0-1,-1-2 1,0 1-1,-2-2 1,0 0-1,-1 0 1,-1-1-1,-1-1 1,0 1-1,-2-1 1,-1-1-1,0 1 1,-2-1-1,4-44 1,-7 60 303,1-27-1763,-2 0-1,-5-52 1,4 77 1801,0 0 0,-1-1 1,0 1-1,0 0 1,-1 0-1,0 0 0,0 0 1,-1 0-1,0 1 1,-1 0-1,1 0 0,-1 0 1,-1 0-1,1 1 1,-10-9-1,-4 5 2215,19 10-2008,-1 0 1,1 0 0,-1 0 0,1 0 0,-1 0 0,0 0 0,1 0-1,-1 0 1,1 1 0,-1-1 0,1 0 0,-1 0 0,0 0 0,1 1-1,-1-1 1,1 0 0,-1 1 0,1-1 0,0 0 0,-1 1 0,1-1-1,-1 1 1,1-1 0,0 0 0,-1 1 0,1-1 0,0 1 0,-1-1-1,1 1 1,0-1 0,0 1 0,0 0 0,-1-1 0,1 1 0,0-1-1,0 1 1,0-1 0,0 1 0,0 0 0,0-1 0,0 2 0,-3 36 1848,3 64 0,2-35-1019,-2-63-865,3 123 1376,-1-104-1190,1 0 0,1-1 0,10 34 0,22 39 134,-32-85-373,1-1 0,0 0 0,0 0 0,1 0 0,0 0 1,1-1-1,8 9 0,-12-15-462,6 5 706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5.47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 93 12598,'0'0'2105,"-1"48"232,-2 159-75,3-168-1609,1 0-1,7 45 0,-1-53 27,20 58-1,-27-87-662,15 33 315,-15-34-318,1 0 1,0 0 0,-1 1 0,1-1 0,0 0 0,0 0-1,-1 0 1,1 0 0,0 0 0,0 0 0,0 0-1,0 0 1,1-1 0,-1 1 0,0 0 0,0-1 0,0 1-1,1 0 1,-1-1 0,0 0 0,3 1 0,-4-1-12,1 0-1,-1 0 1,0 0 0,1 0 0,-1 0 0,0 0 0,1 0 0,-1 0 0,0 0 0,0 0 0,1-1-1,-1 1 1,0 0 0,1 0 0,-1 0 0,0 0 0,0-1 0,1 1 0,-1 0 0,0 0-1,0-1 1,1 1 0,-1 0 0,0 0 0,0-1 0,0 1 0,0 0 0,0-1 0,1 1 0,-1 0-1,0-1 1,0 1 0,0 0 0,0-1 0,0 1 0,0 0 0,0-1 0,3-20-82,0-1 1,-1-28 0,-1 18-185,1-147-2419,3-51-3870,-4 215 5541,1 0 1,0 1 0,7-23-1,-8 34 936,0-1 0,0 1 0,0 0-1,0 0 1,1 0 0,0 0 0,0 0 0,0 0 0,0 0-1,0 0 1,0 1 0,1-1 0,-1 1 0,1 0 0,-1 0-1,1 0 1,0 0 0,0 0 0,0 1 0,6-3 0,0 2 380,0 0 0,0 1 1,0 0-1,0 0 0,1 1 0,-1 1 1,0-1-1,0 2 0,0-1 1,0 1-1,0 0 0,0 1 0,-1 0 1,1 1-1,-1-1 0,0 2 1,9 4-1,14 14 319,-8-6-170,35 19 1,-51-32-488,0 0 0,1-1-1,0 0 1,0 0 0,0-1-1,0 0 1,0 0 0,1-1-1,9 0 1,0-1-2375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5.89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426 36 8228,'0'0'4188,"-5"0"-3948,4 0-203,-15 1 360,-1-1 0,1-1 0,0-1-1,0 0 1,0-1 0,-15-5 0,11 2-377,0 1 1,0 2-1,0 0 0,0 1 0,-1 1 1,-23 1-1,40 0-13,2 0 21,-1 0 0,0 0 0,1 1 0,-1-1 0,0 1 0,1 0 0,-1-1 0,1 1 0,-1 0 0,1 1 0,-1-1 0,1 0-1,0 1 1,0-1 0,-1 1 0,1 0 0,0-1 0,0 1 0,1 0 0,-1 0 0,0 1 0,1-1 0,-1 0 0,0 3 0,-3 6 137,0 0 0,1 0 1,1 0-1,-4 16 1,4-13 11,-9 46 1249,-9 110 0,15 61 801,6-225-2156,0 1-1,0-1 1,1 0-1,0 1 1,0-1-1,2 8 0,-2-12-52,0 0-1,0 0 1,0 0-1,0 0 1,1-1-1,-1 1 0,0 0 1,1-1-1,-1 1 1,1-1-1,0 0 1,-1 1-1,1-1 0,0 0 1,0 0-1,0 0 1,0 0-1,0 0 0,0-1 1,2 2-1,4 0-5,-1-1 0,1 1 0,-1-1 0,1 0 0,0-1 0,-1 0 0,1 0 0,0-1 0,-1 0 0,1 0 0,0-1-1,-1 0 1,0 0 0,1-1 0,-1 0 0,0 0 0,0 0 0,-1-1 0,10-7 0,3-4-65,-1 0 1,-1-1-1,-1-1 0,0-1 1,15-22-1,-9 10-620,-2-1 1,-1-1-1,-1 0 0,-2-2 1,17-49-1,-23 53-1173,-2 0-1,-2-1 1,6-57 0,-10-4-5387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6.25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0 125 3506</inkml:trace>
  <inkml:trace contextRef="#ctx0" brushRef="#br0" timeOffset="1">0 125 3506,'56'-125'7267,"-60"199"-4434,4 24-320,0 15-496,0 8-288,0-8-720,9-23-209,21-31-448,5-24-352,4-31-32,4-4-224,-4-8-961,-4-39-1264,-5-12-1601,-17-3-4530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6.62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0 8356,'0'0'8164,"48"277"-6756,-22-152 273,-5 15-464,1 1-113,-9-16-400,4-28-319,-8-26-257,4-36-96,-9-16-16,5-19-16,0 0-593,-9-43-5105,0-4-1602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7.01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1112 7155,'0'0'9290,"41"-24"-8693,131-80-306,-142 86-305,0-2 0,-2-1 0,30-27 0,-55 44-2,12-9-375,-1 0 1,-1-2-1,18-24 0,-27 33 15,0 0-1,0-1 1,0 0-1,-1 0 1,0 0 0,-1 0-1,1 0 1,-1-1-1,-1 1 1,1-1 0,0-12-1,-2 16 129,0 0 0,0 0-1,0 0 1,-1 0 0,1 0-1,-1 0 1,0 0 0,0 1-1,-1-1 1,-2-6 0,2 8 245,1-1 0,-1 1 0,0 0 0,0 1 0,-1-1-1,1 0 1,0 0 0,-1 1 0,1 0 0,-1-1 0,1 1 0,-1 0 0,1 0 0,-5-1 0,-8-1 445,1 0-1,-1 1 1,1 0 0,-1 2-1,-25 0 1,10 1 413,25-2-669,0 1-1,1 1 1,-1-1-1,0 1 1,0-1-1,1 1 1,-1 1-1,1-1 1,-1 1-1,1 0 1,0-1-1,-7 6 0,7-4-59,1 0-1,0 0 1,0 1-1,0-1 1,0 1-1,0 0 1,1 0-1,-1 0 0,1 0 1,0 0-1,1 1 1,-1-1-1,-1 7 1,-3 18 464,2 0 0,0 0 0,2 0 0,3 57 0,0-28 51,-1-36-428,1 0 0,1-1 0,1 1 1,1 0-1,1-1 0,13 35 0,-13-43-120,1-1 1,0 0-1,0-1 0,1 1 1,1-1-1,0-1 0,0 0 0,1 0 1,1 0-1,-1-1 0,2 0 1,16 10-1,-16-13-82,0 0-1,0-1 1,1-1 0,0 0-1,0 0 1,0-1 0,0-1-1,0 0 1,0-1 0,1 0-1,-1-1 1,1 0 0,-1-1-1,0 0 1,1-1 0,23-7-1,-25 4-189,1-1 0,-1 0 0,0-1 0,-1-1 1,0 1-1,0-1 0,0-1 0,-1 0 0,14-17 0,-4 0-1794,0 0 0,27-52 1,-4-15-4935</inkml:trace>
  <inkml:trace contextRef="#ctx0" brushRef="#br0" timeOffset="1">833 0 10341,'0'0'7971,"60"289"-6914,-38-145 15,-9 32-47,-9 11-113,-4-7-287,0-32-337,5-35-208,3-39-80,-3-27 0,3-24-128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07.37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16 18617,'0'0'3121,"0"-15"-9892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18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53 217 8244,'0'0'6376,"0"-23"-5933,0-153 1283,0 159-1321,-2 39-451,-1 5 31,-38 649 177,35-7 1796,6-658-1898,0 23 110,-1-4 72,1 0-1,2-1 0,1 1 0,8 34 0,5-18 177,-16-44-394,1 0 1,0 0-1,0 0 1,0-1-1,0 1 1,0 0-1,1-1 1,-1 1-1,0 0 1,1-1-1,0 0 1,-1 1-1,1-1 1,-1 0-1,1 0 1,0 0 0,0 0-1,3 2 1,-4-3-27,-1 0 0,0 0 1,0 0-1,1 0 0,-1 0 1,0 0-1,0 0 1,1 0-1,-1 0 0,0 0 1,1 0-1,-1 0 1,0 0-1,0 0 0,1 0 1,-1 0-1,0 0 0,0 0 1,1-1-1,-1 1 1,0 0-1,0 0 0,1 0 1,-1 0-1,0-1 1,0 1-1,1 0 0,-1 0 1,0 0-1,0-1 0,0 1 1,0 0-1,1 0 1,-1-1-1,0 1 0,1-14-281,-1 6 96,0-114-5562,0 52-1254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1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0 363 7780,'0'0'4196,"18"-35"-3780,58-111-149,-72 137-243,1 1 0,0 0 0,0 0-1,1 0 1,0 1 0,1-1 0,-1 1 0,1 1-1,10-7 1,0-1 32,-7 5-27,1 0 1,0 1 0,0 0-1,0 1 1,1 0 0,0 1 0,1 0-1,-1 1 1,1 0 0,0 1-1,1 1 1,-1 0 0,1 1-1,22-2 1,-17 4-28,34 2 135,-49-1-102,0 0 1,0 0 0,0 1-1,0-1 1,0 1 0,0 0-1,0 0 1,-1 0 0,1 0-1,3 4 1,10 10 201,-1 0 0,-1 0 1,0 2-1,-1 0 0,-1 0 0,-1 1 0,13 28 1,-7-7 77,-1 1 1,20 76-1,-28-77-49,-2 0 1,-2 0-1,-2 0 0,-1 1 1,-8 75-1,4-96-170,-2-1 0,-1 0 0,0 0 0,-1-1 0,-1 1 0,-1-1 0,0-1 0,-19 29 0,-4-1 167,-69 77 0,78-98-240,-1-1-1,-1-2 1,-1 0 0,-39 25 0,48-36-33,0-1 1,0-1-1,-1 0 1,0-2-1,0 1 1,-1-2-1,0-1 1,0 0-1,-23 2 1,27-5 17,4 0-80,0 0 1,1-1-1,-1 0 0,-13-3 1,21 3 40,0-1 0,0 1 1,0-1-1,0 1 0,0-1 1,0 0-1,0 0 0,0 0 1,1 0-1,-1 0 0,0-1 1,1 1-1,-1 0 0,1-1 1,-1 1-1,1-1 0,0 0 1,0 1-1,-1-1 0,1 0 1,0 0-1,1 0 1,-1 1-1,0-1 0,0-3 1,-1-1-102,1-1 0,-1 0 0,2 1-1,-1-1 1,1 0 0,0 0 0,0 1 0,1-1 0,-1 0 0,2 0 0,-1 1 0,1-1 0,4-11 0,-3 14 72,-1-1-1,1 1 0,-1 0 0,1 0 0,1 0 0,-1 0 1,0 0-1,1 1 0,0-1 0,0 1 0,0 0 0,0 0 1,0 1-1,1-1 0,-1 1 0,1 0 0,0 0 0,8-2 0,2 1 54,0 0 0,-1 1 0,1 0 0,0 2 0,1-1 0,-1 2 0,0 0 0,0 1 0,-1 0 0,22 7-1,-17-3 36,-1 1-1,0 1 0,0 0 0,0 1 0,-1 1 0,-1 1 0,23 19 0,-3 2 294,-2 2 0,-2 2-1,-1 1 1,-2 1 0,-1 1 0,33 65-1,-6 6 1196,54 155 0,-103-248-1446,0-1-1,5 32 0,-13-58-685,-1 0 0,0 1 0,-1 0 0,0-1 0,-7-10-1,-12-28-3921,9 1-3085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19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9412,'0'0'6489,"-16"5"-5908,5-2-461,4-2-66,1 1 0,-1 0 1,0 0-1,1 1 0,-9 4 1,13-5-32,0-1 0,-1 1 0,1 0 1,0-1-1,0 1 0,0 0 0,0 0 1,1 1-1,-1-1 0,0 0 0,1 1 1,0-1-1,-1 0 0,1 1 0,0 0 1,0-1-1,1 1 0,-1 0 0,0-1 1,1 5-1,-2 105 286,3-99-292,0 0-1,1-1 0,0 1 0,1 0 0,0-1 0,1 1 0,8 16 0,47 80 69,-38-73-58,-19-33-25,12 22 21,0 0 1,9 28-1,-20-45-34,0 1-1,-1-1 1,0 1-1,0-1 0,-1 1 1,0 0-1,-1 0 0,0-1 1,0 1-1,-1 0 0,-2 9 1,2-15 10,0 0 0,0 0 1,0 0-1,0-1 0,-1 1 0,0 0 0,1-1 1,-1 0-1,0 1 0,0-1 0,0 0 0,0 0 1,-1 0-1,1 0 0,-1 0 0,1-1 1,-1 1-1,0-1 0,-2 2 0,-7 2 4,0-1 1,0 0-1,-13 2 0,22-5-3,-21 3-154,1-1 1,-1-1-1,-34-2 0,36 0-119,20 0 146,0 0 0,0 0 0,1 0 0,-1-1 0,0 1 1,0-1-1,0 1 0,1-1 0,-1 1 0,0-1 0,1 0 0,-1 0 1,1 0-1,-1 0 0,1 0 0,-1 0 0,1 0 0,0-1 0,-1 1 1,0-2-1,-1-2-519,0 1 1,1-1-1,0 1 1,0-1 0,0 0-1,-1-5 1,-3-21-4971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19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13 6531,'0'0'7273,"-1"-2"-6201,0 0-1148,-3-6 1296,2 8-481,2 10-472,26 599 1524,0 1 145,-27-520-1587,5 129 973,-5-253-1677,-6-45 0,4 70 241,-2-16-335,0 1 1,1-1 0,0-34-1,3 25-200,0 18 297,1-1 0,0 1-1,1 0 1,1-1-1,0 1 1,8-23-1,-4 22-74,2 1 0,0 0 0,1 0 0,1 1-1,15-20 1,-2 8-1169,47-43 1,-63 63 1526,0 1 1,1 0-1,-1 0 1,1 1-1,0 0 1,0 0-1,1 1 1,-1 0-1,1 1 1,0 0-1,0 0 1,1 1-1,-1 0 1,18-2 0,-22 4 132,1 0 0,0 0 0,-1 1 0,1-1 0,0 1 0,7 3 1,-10-3 4,-1 0 0,1 1 0,-1-1 0,0 1 0,0 0 0,0 0 0,0 0 1,0 0-1,0 0 0,0 0 0,-1 0 0,1 1 0,-1-1 0,2 5 1,10 19 765,-2 1-1,-1 0 1,12 51 0,10 91 1810,-28-141-2224,3 17 239,-1-1 247,19 65-1,-23-108-1020,0-9-127,0-17-607,-3-94-6793,-3 53-603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20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10197,'0'0'7315,"2"1"-6592,12 1-561,1 0 0,0 0 1,-1-2-1,1 0 0,16-2 0,11 1-25,16 4-55,1 2-1,70 16 1,-98-15-106,-16-3 12,2 0 3,-1 0 0,0-2 0,18 1 0,-33-2-223,-1-3-2207,-1 1 2184,1 1 1,-1-1-1,0 1 1,1-1-1,-1 1 1,0-1-1,0 1 1,0 0-1,0-1 1,0 1 0,-1 0-1,1 0 1,0 0-1,0 0 1,-1 0-1,-2-1 1,-2-3-1067,-20-15-5397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20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6835,'0'0'10349,"7"-2"-9685,11-2-438,1 0-1,-1 2 1,1 0 0,31 1-1,83 9 381,-107-6-470,189 7 562,-122-9-4579,-71 0 1966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37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2721,'0'0'8460,"0"-7"-7996,0-22 196,0 3 3984,0 25-4540,13-26 110,-10 23-195,-3 4-16,0 0 0,0-1 0,0 1 0,1 0 0,-1-1 0,0 1 1,0 0-1,0 0 0,1 0 0,-1-1 0,0 1 0,1 0 0,-1 0 0,0 0 0,0-1 0,1 1 0,-1 0 0,0 0 0,1 0 0,-1 0 0,0 0 0,1 0 0,-1 0 1,0 0-1,1 0 0,-1 0 0,1 0 0,-1 0 0,0 0 0,1 0 0,-1 0 0,1-3-96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38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6515,'0'0'6806,"3"-7"-6366,9-22-61,-11 28-319,-1 1 0,1-1 0,-1 0 0,1 1 0,0-1 0,0 0 0,-1 1 0,1-1 0,0 1 0,0-1 0,0 1 0,0 0 0,-1-1 0,1 1 0,0 0 0,0 0 0,0-1 0,0 1 0,0 0 0,0 0 0,0 0 0,0 0 1,0 0-1,0 0 0,0 1 0,0-1 0,0 0 0,-1 0 0,3 1 0,-1 0 70,0-1-101,-1 1 0,1 0 0,0-1 0,-1 1 0,1 0 0,-1 0 0,1 0 0,-1 0 0,1 1 0,-1-1-1,0 0 1,1 1 0,-1-1 0,0 0 0,0 1 0,0 0 0,1 1 0,15 35 245,-12-26-159,23 66 675,27 122 1,-34-117-374,7 27 130,66 237 1092,-68-268-1203,3-1-1,49 93 1,-66-149-321,1-1 0,1 0 0,16 20 0,-25-35-78,1 0-1,-1 0 1,2 0 0,-1-1 0,0 0 0,1 0 0,0-1 0,0 0-1,1 0 1,-1 0 0,1-1 0,13 4 0,-12-5-9,1 0 0,0-1 1,16 0-1,-22-1-18,0 0 0,0-1 0,0 1 1,0-1-1,0 0 0,0 0 0,0 0 0,0-1 0,0 1 0,0-1 0,4-3 0,0-1 10,-2-1-1,1 0 0,-1 0 1,0 0-1,-1-1 0,1 0 0,-2 0 1,6-10-1,31-80-14,-22 41-233,-3-1-1,-2 0 1,9-88-1,-1-183-1427,-19 239 1316,12-75 218,-10 134 190,2 1 1,0 0-1,16-37 1,-20 58-122,7-9 315,-10 17-407,1 0 0,0 1 0,0-1-1,0 1 1,0-1 0,0 1-1,-1 0 1,1 0 0,0-1 0,0 1-1,0 0 1,0 0 0,0 0-1,0 0 1,0 0 0,0 0 0,0 0-1,0 0 1,0 0 0,2 1-1,-3-1-6,0 0 0,1 0-1,-1 0 1,1 0 0,-1 0-1,1 1 1,-1-1-1,0 0 1,1 0 0,-1 1-1,0-1 1,1 0 0,-1 0-1,0 1 1,1-1 0,-1 0-1,0 1 1,1-1 0,-1 0-1,0 1 1,0-1 0,0 1-1,1-1 1,-1 0-1,0 1 1,0-1 0,0 1-1,5 29-6522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39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4002,'0'0'7449,"0"-11"-6425,0-16-706,0 10 1759,1 48-1180,34 504 3180,-34-516-3768,1 0-1,1 0 1,8 29 0,-11-47-285,1 0 0,-1 1-1,1-1 1,-1 0 0,1 0 0,-1 0 0,1 0 0,0 1-1,-1-1 1,1 0 0,0 0 0,0 0 0,0 0 0,0-1-1,0 1 1,0 0 0,0 0 0,0 0 0,0-1 0,0 1-1,1-1 1,-1 1 0,0-1 0,0 1 0,1-1-1,-1 0 1,0 0 0,3 1 0,-4-1-22,0 0 0,1 0 1,-1 0-1,0 0 0,0 0 0,0 0 0,1 0 1,-1-1-1,0 1 0,0 0 0,0 0 0,1 0 1,-1 0-1,0 0 0,0 0 0,0 0 0,1-1 1,-1 1-1,0 0 0,0 0 0,0 0 0,0 0 1,0-1-1,0 1 0,1 0 0,-1 0 0,0 0 1,0 0-1,0-1 0,0 1 0,0 0 0,0 0 1,0-1-1,0 1 0,0 0 0,0 0 0,0 0 1,0-1-1,0 1 0,5-29-195,-2-1 1,-1 1-1,-3-45 0,1 28-527,0 28 351,-1-1 1,0 1-1,-1 0 1,-1 0-1,-1 0 1,0 0-1,-12-26 1,7 21 155,0-1 1,2 0-1,1 0 1,0-1-1,2 1 1,1-1 0,0-45-1,3 58 209,-1 0-8,2-1 0,2-21 0,-2 30 6,0 0 0,1 0 0,-1-1 0,1 1 0,0 0 0,0 0 0,0 1 0,0-1 0,1 0 0,-1 1 0,5-4 0,-1 0-10,1 1 0,-1 0 0,1 1 0,0-1 0,1 1 0,-1 1 0,1 0 0,0 0 0,0 0 0,1 1 0,9-3-1,-3 3 34,0 1-1,0 0 0,0 1 0,0 1 0,28 3 0,-39-3 9,1 1 0,0 0 1,-1 0-1,1 0 0,-1 0 0,1 1 0,-1 0 0,0 0 0,0 0 1,0 1-1,0-1 0,0 1 0,0 0 0,-1 0 0,1 0 1,-1 0-1,0 1 0,0 0 0,0-1 0,-1 1 0,1 0 0,-1 0 1,0 0-1,0 1 0,1 4 0,2 5 183,-1 1-1,0 1 1,-2-1 0,0 0-1,0 1 1,-1 20 0,-1-26-72,-1-1 0,0 1 0,0-1 0,0 0 0,-2 1 0,1-1 0,-1 0 0,0 0 0,-8 14 0,4-12-26,0 0 0,-1 0 1,0-1-1,-1 0 0,0 0 0,-13 9 0,5-4-8,-1 0 0,-1-2 0,-37 21-1,45-29-100,0 0-1,0-1 1,-1 0-1,0-1 0,0 0 1,0 0-1,0-2 1,-20 2-1,29-3-355,6 0-381,6 0 638,0 2 0,0-1 0,0 1 0,0 0 0,0 1 0,0 0 0,-1 1 0,1-1 1,-1 2-1,9 5 0,14 10 191,32 29 0,-62-47-101,103 91 540,11 10 459,-110-99-935,0-1-1,0 0 0,0 0 1,11 5-1,-16-8-69,1 1 1,0-1-1,-1 0 0,1 1 1,0-1-1,-1 0 0,1 0 1,0 0-1,0 1 0,-1-1 0,1 0 1,0 0-1,0 0 0,0 0 1,-1 0-1,1-1 0,0 1 1,0 0-1,-1 0 0,1 0 1,0-1-1,-1 1 0,1 0 0,0-1 1,-1 1-1,1 0 0,0-1 1,-1 1-1,1-1 0,-1 1 1,1-1-1,-1 0 0,1 1 1,-1-1-1,1 1 0,-1-1 0,1 0 1,-1 1-1,0-1 0,1 0 1,-1 1-1,0-1 0,0 0 1,0 0-1,1 1 0,-1-1 1,0 0-1,0 0 0,0 0 1,0 0-1,0-43-2502,0-15-2332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39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 10645,'0'0'4941,"-32"10"-3991,-98 37-179,127-45-734,-1-1 1,1 1 0,0 0 0,-1-1 0,1 1-1,0 1 1,1-1 0,-1 0 0,0 1 0,1-1-1,-1 1 1,1 0 0,-3 4 0,4-5 3,0 1 0,1-1 1,-1 1-1,0-1 1,1 1-1,0-1 0,-1 1 1,1 0-1,0-1 0,1 6 1,0 4 94,-2-3-86,2-1 1,-1 1-1,1 0 0,1 0 1,-1-1-1,5 13 0,-3-15-47,0 0 1,0 0-1,0-1 0,1 1 0,0-1 0,0 1 1,0-1-1,1-1 0,6 6 0,43 36 23,35 32-36,-78-67-61,-1-1 1,-1 2-1,1-1 0,-2 1 1,12 21-1,-19-30 53,1-1 0,-1 1 0,0-1 0,0 1 0,0 0 0,-1 0 1,1 0-1,0-1 0,-1 1 0,0 0 0,0 0 0,0 0 0,0 0 0,0 0 0,-2 5 0,2-6 9,-1 0 0,0 0 0,0 0 0,-1 0 0,1-1 1,0 1-1,-1 0 0,1 0 0,-1-1 0,1 1 0,-1-1 0,0 1 0,0-1 0,1 0 0,-5 2 0,-5 1 4,0 0 0,1-1 1,-1 0-1,0-1 0,-1 0 0,-13 0 0,-131 3-636,137-5 327,15 0 140,0 0 1,0 0-1,0-1 1,0 1 0,1-1-1,-1 0 1,-7-2-1,10 2 9,-1 1 0,1-1 1,-1 0-1,1-1 0,0 1 0,-1 0 0,1 0 1,0 0-1,0-1 0,0 1 0,0-1 0,0 1 0,0-1 1,0 1-1,0-1 0,1 1 0,-1-1 0,0-3 0,0-2-1338,-1 0 0,2 0 0,-1-15 0,1 21 1262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40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6659,'0'0'4885,"5"-16"-4101,19-49-79,-18 55 1376,-2 12-1459,0 16-823,-3-15 473,51 264 3068,34 527 1,-85-754-3164,7 107 529,-1-107-421,-7-39-275,1 0 0,-1 0 0,0 0 0,1 0 0,-1 0-1,0 0 1,1 0 0,-1 0 0,1 0 0,-1 0 0,1-1 0,0 1 0,-1 0 0,1 0-1,0-1 1,0 1 0,1 1 0,4-5 59,-2-11-22,-1-30-192,-3-68 0,-1 40-459,-1-3-167,1 24-371,7-75 0,-6 119 1000,2 0 0,-1 0 0,1 1 0,0-1 1,0 0-1,1 1 0,0 0 0,0-1 0,0 1 0,1 0 0,8-10 0,-8 12 99,0 0-1,0 1 1,0 0-1,0-1 1,1 2 0,-1-1-1,1 0 1,0 1-1,-1 0 1,1 0 0,0 0-1,0 1 1,1 0-1,-1 0 1,0 0-1,8 0 1,-6 1 53,0-1 0,-1 1 0,1 1 0,0 0 0,0 0 0,0 0 0,-1 0 0,1 1 0,-1 0 0,1 1 0,-1 0 0,0 0 0,0 0 0,0 0 0,0 1 0,0 0 0,-1 0 0,0 1 0,0-1 0,0 1 0,-1 0 0,7 9-1,4 6 234,-1 1-1,-1 0 0,-1 1 0,-1 0 1,-1 1-1,-1 0 0,10 41 0,-10-22 332,-1 0 0,-3 0 0,1 72 0,-6-112-1291,-13-2-6583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41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5074,'0'0'7340,"1"-8"-3773,163 1-94,75 2-3178,-170 5-275,1239 0-303,-1013-8 188,1 1-34,-36 7 150,-250-1-9,1 1 0,-1-1 0,0-1 0,1 0 0,13-5 0,56-26 65,-69 29-57,-10 3 647,-9 2-699,-3 3-249,0 0 0,0 1 0,1 0 0,-1 1 0,2 0 0,-17 12 0,-18 12-1824,-32 12-2593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41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24 4898,'0'0'8820,"-5"-4"-8155,-21-16 15,22 42-18,-5 294 1987,9-219-1870,0 37 212,2 185 686,6-208-1417,-6-96-229,1 0 1,1 0-1,0 0 0,12 26 0,-15-39-42,-1-1-1,1 1 1,-1-1-1,1 0 1,0 0 0,0 1-1,-1-1 1,1 0 0,0 0-1,0 0 1,0 0 0,0 0-1,0 0 1,0 0 0,1 0-1,-1 0 1,0-1 0,0 1-1,1 0 1,-1-1 0,0 1-1,1-1 1,1 1 0,-3-15-3073,0-12-489,0-8-1650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42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1 207 8100,'0'0'9124,"15"-2"-8575,289-8 972,-290 11-1411,0 0 1,-1 0-1,1 2 0,19 5 1,-26-6-84,4 1-135,-13-2-882,-19-10-753,15 3 1157,-1 0 0,1 0 1,0-1-1,0 1 0,1-1 1,0-1-1,0 1 0,-3-8 0,-2-7-2719,-12-41-1,5 10-674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42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11941,'0'0'7332,"299"94"-6996,-225-94-240,-14 0-80,-12 0-16,-13 0-784,-18 0-1938,-8 0-2384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42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0 9188,'0'0'7870,"-17"31"-7088,17-31-782,-69 131 291,66-126-284,1 0-1,0 0 1,0 0 0,0 0 0,1 1-1,0-1 1,0 0 0,0 1 0,1-1-1,0 1 1,0-1 0,1 9-1,1-9-4,-1 0-1,1 0 1,1 0-1,-1 0 1,1-1 0,-1 1-1,1-1 1,5 6-1,0 0-1,21 27-57,39 38-1,-35-41-107,30 41 0,-60-70 161,1 0 0,-1 1 0,0-1-1,0 0 1,-1 1 0,0 0 0,0 0 0,0-1 0,0 1 0,-1 0 0,0 0 0,0 1 0,-1-1 0,0 12-1,-1-17 6,1 1 0,0-1-1,0 1 1,-1-1-1,1 1 1,-1-1-1,1 1 1,-1-1 0,1 0-1,-1 1 1,0-1-1,0 0 1,0 0-1,0 1 1,0-1-1,0 0 1,0 0 0,0 0-1,0 0 1,-3 1-1,-29 10 39,22-9-23,-17 4 32,-1-2 0,1 0-1,-49 0 1,-86-8-919,160 3 726,0 0 0,0 0 1,0 0-1,0-1 0,0 0 0,0 1 1,0-1-1,0 0 0,1 0 1,-4-2-1,5 2-34,-1 0 0,1-1 0,0 1 0,-1 0 0,1-1 0,0 1 0,0-1 0,0 1 0,0-1 0,0 1 0,0-1 0,1 0 1,-1 1-1,0-1 0,1 0 0,-1-2 0,-2-37-5208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43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7828,'0'0'5466,"4"-11"-4700,14-33-33,-14 33 1063,-4 11-1788,1 0-1,-1 0 1,0 0 0,1 0-1,-1 0 1,0 1-1,0-1 1,1 0 0,-1 0-1,0 0 1,0 0 0,1 1-1,-1-1 1,0 0 0,0 0-1,1 0 1,-1 1 0,0-1-1,0 0 1,0 0 0,0 1-1,1-1 1,-1 0 0,0 1-1,0-1 1,0 0 0,0 0-1,0 1 1,0-1 0,0 0-1,0 1 1,0-1-1,0 0 1,0 1 0,0-1-1,0 0 1,0 1 0,16 95 828,6 119 1,-18-152-445,15 488 2330,-16-355-1955,-3-168-656,0-16-39,0 1-1,0-1 0,2 1 1,-1-1-1,1 1 1,6 17-1,-8-29-60,1 0-1,-1 0 1,0-1 0,1 1-1,-1 0 1,1 0-1,-1 0 1,1 0 0,-1-1-1,1 1 1,-1 0-1,1-1 1,0 1 0,-1 0-1,1-1 1,0 1-1,0-1 1,-1 1 0,1-1-1,0 1 1,0-1-1,0 0 1,0 1 0,1-1-1,-1 0-2,0 0 0,-1-1 0,1 1-1,0-1 1,0 1 0,0-1 0,0 1-1,0-1 1,0 1 0,-1-1 0,1 0 0,0 1-1,0-1 1,-1 0 0,1 0 0,-1 0-1,1 1 1,-1-1 0,1 0 0,-1 0-1,1 0 1,-1 0 0,0 0 0,1 0 0,-1 0-1,0-1 1,8-33-59,-2 0 0,-1 0 0,-1-59 0,-2 58-254,-1-18-304,6-56-764,-5 95 976,0 0-1,1 1 0,1-1 1,1 1-1,8-18 0,-11 28 291,0 0-1,0 0 1,1 0 0,0 0-1,0 1 1,0-1 0,0 1-1,0 0 1,1 0 0,-1 0-1,1 0 1,0 0-1,0 1 1,0 0 0,0 0-1,0 0 1,8-2 0,-4 2 94,-1 0 0,0 1 0,1 0 1,-1 1-1,0 0 0,1 0 0,-1 0 1,1 1-1,-1 0 0,11 3 0,-10-1 33,0 0 0,-1 1-1,1 0 1,-1 0 0,0 1-1,0-1 1,0 1 0,-1 1-1,0 0 1,0-1 0,0 2 0,-1-1-1,6 8 1,2 6 172,0 1 1,-1 0 0,10 27-1,-15-31 51,0 1 0,-2 0 0,0 0 1,-1 0-1,-1 0 0,0 1 0,-1 36 0,-1-70-4990,-2 6 3152,-3-33-5493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43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8932,'0'0'8199,"6"0"-7493,12 0-509,0 2-1,0-1 0,0 2 0,0 1 0,30 9 0,-33-8-272,1 2-138,0-2-1,0 0 0,0-1 0,1 0 0,0-2 0,21 2 1,-37-4-382,2-1-1277,-2-7-770,-1-18-1900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44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11941,'0'0'5811,"274"-4"-5731,-231 4-80,-8 0-608,-18 0-1313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47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3217,'0'0'9930,"8"-12"-9471,1-6-298,-4 9 4,0 0 0,1 1 1,0-1-1,11-11 0,-16 19-57,0 0 0,-1 0-1,1 0 1,0 0 0,0 0 0,0 0-1,0 0 1,0 0 0,0 1-1,1-1 1,-1 0 0,0 1-1,0-1 1,0 1 0,1-1-1,-1 1 1,0 0 0,0-1 0,1 1-1,2 0 1,-3 0-76,0 1 0,0-1 1,0 1-1,1-1 0,-1 1 0,0 0 0,0-1 0,0 1 1,0 0-1,0 0 0,0 0 0,0 0 0,0 0 1,-1 0-1,1 0 0,0 0 0,1 1 0,2 8-76,1 0 1,-1 0-1,-1 0 0,4 14 0,-4-13 325,57 263 852,-20 5 198,18 91 17,-56-360-1320,0 5 28,1 0 1,0 0-1,1 0 0,1-1 0,1 1 0,-1-1 1,2-1-1,9 15 0,-14-25-31,0 0 0,1-1 0,-1 1 0,1-1 0,0 1 0,0-1 0,0 0 0,0 0 0,0-1 0,0 1 0,0-1 0,0 1 0,1-1 0,-1 0 0,1 0 0,-1 0 0,1-1 0,-1 1 0,1-1-1,-1 0 1,1 0 0,-1 0 0,1-1 0,-1 1 0,1-1 0,-1 0 0,1 0 0,-1 0 0,1 0 0,-1 0 0,0-1 0,0 0 0,0 1 0,0-1 0,4-4 0,4-3 15,0 0 0,-1-1 0,-1-1 0,0 0 0,10-15 0,39-69-21,-31 45-241,-3-1 0,-2-1 0,30-108 0,-34 78-351,-2-1 0,3-85 0,-15 96 258,6-52 91,-8 106 299,2 0-1,0 1 0,0-1 0,14-29 0,-17 45-38,0 0-1,0-1 1,0 1-1,0 0 1,1-1-1,-1 1 0,1 0 1,0 0-1,-1 0 1,1 0-1,0 1 1,0-1-1,0 0 1,1 1-1,-1-1 1,0 1-1,1 0 1,-1 0-1,0 0 0,1 0 1,-1 0-1,1 0 1,4 0-1,-6 2-63,0-1-1,-1 1 0,1 0 0,-1-1 1,1 1-1,-1 0 0,0-1 0,1 1 0,-1 0 1,1 0-1,-1-1 0,0 1 0,0 0 1,0 0-1,1 0 0,-1-1 0,0 1 1,0 0-1,0 0 0,0 0 0,0 0 1,0-1-1,0 1 0,-1 0 0,1 0 1,0 0-1,-1 5-355,1 39-2748,0 12-1855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48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65 3506,'0'0'6189,"-1"-4"-5367,1-5-251,-2-34 2335,1 34-1713,1 26-933,0 516 3979,3-576-4341,2 1-1,16-66 0,-16 81-232,47-162-1738,-48 176 1969,1 0 0,0 0 0,1 1-1,11-18 1,-15 27 93,0 0 0,0 0 0,0 1 1,1-1-1,-1 1 0,1-1 0,0 1 0,-1 0 0,1 0 0,4-2 0,-5 4 1,0-1 0,0 0-1,0 1 1,0-1 0,0 1-1,0 0 1,0 0-1,0-1 1,0 1 0,0 1-1,0-1 1,0 0 0,0 0-1,0 1 1,0-1 0,0 1-1,0 0 1,0-1-1,2 2 1,-1 1 21,0 0 0,0 0-1,1 0 1,-2 0 0,1 0 0,0 1 0,-1-1 0,1 1-1,-1 0 1,0-1 0,0 1 0,-1 0 0,1 0-1,1 7 1,2 3 64,105 342 3759,-88-277-3033,-19-67-681,-2-7-46,0-1 0,0 1 0,1-1 0,-1 1 0,1-1 0,0 0 0,0 1 0,0-1 0,1 0 0,0 0 0,4 5 0,-3-8 111,-2-10-146,13-143-714,-12 96-667,2 0 0,21-87 0,-24 133 1115,1 1-1,1-1 0,0 0 0,0 1 0,11-17 1,-13 23 215,0 0 1,0 1-1,0-1 1,1 0 0,-1 1-1,1 0 1,0 0-1,0 0 1,0 0 0,0 0-1,0 0 1,0 1-1,0-1 1,1 1 0,-1 0-1,0 0 1,1 0-1,-1 1 1,1-1 0,6 1-1,-2 0 81,0 1-1,0 1 0,0-1 0,0 1 1,0 1-1,0-1 0,-1 1 0,1 1 1,-1-1-1,0 1 0,0 1 0,0-1 1,0 1-1,-1 0 0,0 1 0,0 0 1,5 6-1,5 7 184,0 2 0,-1 0 0,-1 0 0,13 28 0,-19-32-42,-1 0 0,-1 0 0,0 1 0,-1 0 0,-1 0 1,3 24-1,-1 109 364,-6-135-570,0-15-7,0 1-1,0-1 0,0 0 1,0 1-1,0-1 0,0 0 1,0 1-1,-1-1 0,1 0 1,0 1-1,-1-1 0,1 0 1,-1 0-1,0 1 0,1-1 1,-1 0-1,0 0 0,0 0 1,0 0-1,0 0 0,1 0 1,-2 0-1,1 0 0,0 0 1,0 0-1,-1 0 0,-2 1-776,0-1 0,0-1 0,0 1 0,0 0 0,0-1-1,0 0 1,-6 0 0,8 0 37,-12 0-6628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48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51 2817,'0'0'7548,"-8"0"-5742,-40 0 6102,50 0-7634,223-8 277,2 0-659,-141 8 50,464-15-396,-345-1-190,220 13-1,-276 18 637,-42-8 80,150 5 574,-258 7-545,0-18-100,1 0-1,-1 1 1,1-1-1,-1 0 0,0 0 1,0 0-1,1 0 0,-1 0 1,0 0-1,0-1 1,0 1-1,0 0 0,0 0 1,0-1-1,-1 1 0,1 0 1,0-1-1,0 1 0,0-1 1,0 0-1,-3 1 1,-3 2-4,-26 12-2358,-56 16 0,38-15-3989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1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19 3185,'0'0'4643,"-4"-19"119,4 27-277,-4 112-3168,4 1183 1410,0-1299-2636,0-10-65,0-19-688,1 2-571,-5-37 0,4 52 422,-2 1-1,1 0 0,-1 0 0,0 0 1,-1 0-1,0 0 0,0 0 1,0 1-1,-7-10 0,-10-5-5273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1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8356,'0'0'8193,"7"0"-7371,39-1-235,14 0 41,-1 3-1,99 15 1,-138-13-569,22 3-11,-1 2 0,-1 3 0,41 15 0,-81-27-106,0 0-1,-1 0 1,1 0-1,0 0 1,0 0 0,0 0-1,0 0 1,0 0 0,0 0-1,0-1 1,0 1 0,0 0-1,0 0 1,0 0 0,0 0-1,0 0 1,0 0 0,0 0-1,0-1 1,0 1 0,0 0-1,0 0 1,0 0 0,0 0-1,0 0 1,0 0 0,0 0-1,0-1 1,0 1 0,0 0-1,0 0 1,0 0 0,0 0-1,0 0 1,0 0-1,0 0 1,0 0 0,0-1-1,0 1 1,0 0 0,1 0-1,-1 0 1,0 0 0,0 0-1,0 0 1,0 0 0,0 0-1,0 0 1,0 0 0,0 0-1,1 0 1,-1 0 0,0 0-1,0 0 1,0 0 0,0 0-1,0 0 1,0 0 0,1 0-1,-10-14-1154,-19-23-2464,-10-12-2181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1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14038,'0'0'2370,"238"0"-898,-130 4-271,5 3-945,-13 5-256,-22 0-240,-17 3-1281,-22 9-1200,-18-12-3810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2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7972,'0'0'8678,"-29"38"-8222,-2 2-375,-47 83-1,77-120-79,-1 0 0,1 1 0,-1-1 1,1 1-1,0-1 0,1 1 1,-1-1-1,0 1 0,1-1 0,0 1 1,0 0-1,0-1 0,1 5 1,0-5-3,0 0 1,0 0 0,0-1 0,0 1 0,1 0-1,0-1 1,-1 1 0,1-1 0,4 5 0,80 80-92,11 13 48,-92-93 44,1 1 0,-1-1 0,-1 1 0,0 0 0,0 0 0,0 0 0,2 10 0,-5-13-2,1-1 1,-1 1 0,0-1-1,-1 1 1,1-1 0,-1 1-1,0 0 1,0-1 0,0 1-1,-1 0 1,0-1 0,0 1-1,0-1 1,0 1 0,-3 6-1,-2-4 15,0 0 1,-1 0-1,1-1 0,-1 1 0,-1-1 0,1-1 1,-1 0-1,0 0 0,-10 5 0,10-5-3,-9 5-16,0-1 0,0 0 0,0-1 0,-1-1 0,-1 0 1,1-2-1,-1 0 0,0-1 0,0-1 0,-22 1 1,41-4-49,-1 0 0,0 0 0,1 0 0,-1 0 0,0 0 1,0 0-1,1 0 0,-1 0 0,0 0 0,1 0 0,-1-1 1,0 1-1,1 0 0,-1 0 0,1-1 0,-1 1 1,0 0-1,1-1 0,-1 1 0,1-1 0,-1 1 0,1-1 1,-1 0-1,-2-20-2634,3 20 2612,0-42-5676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2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9428,'0'0'5499,"0"-5"-5029,0 3-483,1 6 79,15 89 950,18 132 1268,-14 544 1451,-22-554-3063,2-211-554,0-9 10,3-49-246,3 0 0,1 0 0,3 0 0,21-63 0,-27 102-74,1 0 0,1 0 0,0 1 0,1 0 0,0 0 0,1 0 0,1 1 0,15-18 0,-18 25 112,0 0 0,0 1-1,0 0 1,1 0 0,0 0 0,0 0-1,1 1 1,-1 1 0,1-1 0,-1 1 0,1 0-1,0 1 1,1 0 0,-1 0 0,0 1-1,0 0 1,14 0 0,-18 1 80,1 0 0,0 0-1,0 1 1,-1 0 0,1 0 0,0 0 0,-1 0 0,1 1-1,-1 0 1,0 0 0,1 0 0,-1 0 0,0 1-1,3 2 1,1 2 3,-1 0-1,0 1 0,0 0 0,-1 0 0,9 15 1,5 11 148,-2 0 1,-1 1 0,-2 0 0,-2 2-1,-1-1 1,-1 2 0,8 63 0,-18-88-136,8-48-1711,2-27-1687,-5-23-3251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9076,'0'0'9012,"113"94"-8596,-74-82-223,-9-5-145,1 1 0,-10-8-48,-3 0-16,-5 0-625,-9 0-655,-4-11-5732,0-5-2576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3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7075,'0'0'9220,"278"54"-8755,-222-34-337,-8-4-128,-18-5-32,-13-3-801,-12-8-1744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4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7395,'0'0'7268,"0"-8"-6479,0-29 489,39 630 2458,-18-366-2627,-17-187-945,-1 15 42,3-1 0,2 0 0,20 68-1,-25-113-123,0 0 0,0 0-1,1 0 1,0-1 0,10 14-1,-12-19-164,0 0 0,1 0 1,-1-1-1,1 1 0,0-1 0,0 0 0,3 3 0,-3-4-288,0 0-1,-1 1 1,1-1 0,0-1-1,-1 1 1,1 0 0,0-1-1,0 1 1,0-1 0,3 0-1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4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0 145 8724,'0'0'7932,"22"-3"-7463,40-5-115,71 0-1,-63 7-98,91 4 181,-154-3-435,1 1 1,0 0-1,-1 1 0,1 0 1,-1 0-1,0 1 0,1-1 1,-1 2-1,0-1 0,-1 1 1,7 4-1,-12-7-244,-1-11-1653,0 1 1171,-1-1 0,-1 1 0,0 0 0,0 0 0,-1-1 0,0 2 0,-8-17 0,-21-36-5841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5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1585,'0'0'12774,"282"70"-11926,-182-27-544,-1-4-272,-12 0-32,-13-8-800,-9-7-2386,-13-9-6290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5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32 5410,'0'0'7393,"-1"-5"-6568,-2-16-260,2 16 321,1 9-729,0 663 6025,0-654-6038,0 0 0,1 0 0,0-1 0,5 23 0,-6-34-135,1 0-1,-1 0 1,0 0-1,0-1 1,1 1-1,-1 0 1,0 0-1,1-1 1,-1 1-1,1 0 1,-1-1-1,1 1 1,-1 0-1,1-1 1,-1 1 0,1-1-1,0 1 1,-1-1-1,1 1 1,0-1-1,-1 1 1,2-1-1,-1 0-11,-1 0 0,1 0 0,0-1 0,-1 1 0,1 0 0,0-1 0,-1 1 0,1-1 0,-1 1 1,1-1-1,-1 1 0,1-1 0,-1 1 0,0-1 0,1 0 0,-1 1 0,0-1 0,1 1 0,-1-1 0,0 0 0,0 0 0,1 1 0,-1-1 0,0 0 0,0 1 0,0-1 0,0 0 0,0 1 0,0-1 0,0-1 0,11-108-3044,-6-7-4399,-4 58-541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5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6707,'0'0'10461,"11"-3"-9674,11-2-500,1 0 1,0 2-1,37-2 1,87 6 247,-66 0-502,71-1-748,-152 1 479,0 0 1,0 0-1,1-1 0,-1 1 0,0 0 1,0 0-1,0 0 0,0 0 0,0 0 1,0 0-1,0 0 0,0 0 0,0-1 1,-1 1-1,1 0 0,0 0 0,0 0 1,-1 0-1,1 0 0,-1-1 0,0 2 1,-18 9-1849,-10 1-1664</inkml:trace>
  <inkml:trace contextRef="#ctx0" brushRef="#br0" timeOffset="1">53 263 1505,'0'0'15399,"191"117"-14679,-118-113-224,-3-4-96,-14 0-191,-17 0-209,-9 0-144,-8 0-1441,-13-15-3410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6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48 8356,'0'0'3738,"-1"-8"-3296,1 3-347,0 4-73,1 0 0,-1-1 1,0 1-1,0 0 0,0 0 0,0 0 1,0-1-1,0 1 0,-1 0 0,1 0 1,0 0-1,0 0 0,-1-1 0,1 1 1,-1 0-1,1 0 0,-1 0 0,0 0 1,1 0-1,-1 0 0,0 0 0,0 1 1,1-1-1,-1 0 0,0 0 0,0 0 1,0 1-1,0-1 0,0 0 0,0 1 1,0-1-1,-1 1 0,1 0 0,0-1 1,0 1-1,0 0 0,0-1 0,0 1 1,-2 0-1,-12 0 189,-2 0-7,0 0 1,0 1-1,-22 4 0,32-3-151,0 0 0,0 1 1,1-1-1,-1 1 0,1 0 1,0 1-1,0 0 0,0 0 0,1 0 1,-1 0-1,-6 8 0,5-5 27,0 0-1,1 0 1,0 1-1,0 0 1,0 0 0,1 1-1,1-1 1,-1 1-1,1 0 1,1 1-1,0-1 1,0 0-1,1 1 1,0 0-1,0 9 1,1-8-12,-3 71 328,4-72-372,1 0 1,0 0-1,0 0 1,1-1-1,0 1 0,5 12 1,-3-13-15,1-1 1,0 1-1,1-1 1,0 0 0,0-1-1,0 0 1,9 8-1,58 46 56,-47-41-45,11 9 35,45 38 51,-73-58-105,0 0 0,-1 0 0,0 1 1,0 0-1,-1 0 0,6 12 0,-11-18-7,0-1 0,0 1-1,-1 0 1,0 0-1,1 0 1,-1 0-1,-1 0 1,1 0 0,0 0-1,-1 1 1,0-1-1,0 0 1,0 0 0,-1 0-1,0 5 1,0-6 6,-1 0 0,1 0 1,-1-1-1,1 1 0,-1 0 1,0-1-1,0 1 0,0-1 1,0 1-1,0-1 0,0 0 1,-1 0-1,1 0 0,-1 0 1,0 0-1,1-1 0,-1 1 1,-5 1-1,-9 4 20,-1-1 1,0-1-1,0-1 0,-30 4 1,-76-2-687,118-6 443,6 0 153,-1 0 0,0 0 0,1 1 0,-1-1 0,0 0 0,1 0 0,-1 0 0,0 0 0,1 0 0,-1 0 0,0 0 0,1 0 0,-1-1 0,0 1 0,1 0 0,-1 0 0,0 0 0,1-1 0,-1 1 0,0 0 0,1-1 0,-1 1 0,1-1 0,-1 1 0,1-1 0,-1 1 0,1-1 0,-1 1 1,1-1-1,-1 1 0,1-1 0,0 1 0,-1-1 0,1 0 0,0 1 0,0-1 0,-1 0 0,1 1 0,0-1 0,0 0 0,0 1 0,0-1 0,0-1 0,-1-29-4008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6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67 17784,'0'0'3202,"-9"0"-3603,9-8-1583,9-15-1090,8-12-4209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7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4194,'0'0'7433,"0"-7"-6147,0-22-366,0 22 691,0 8-1464,0 2-126,0 0 1,1-1-1,-1 1 0,1 0 0,-1-1 0,1 1 1,0 0-1,2 3 0,3 11 52,12 57 454,-3 2 0,7 129 0,-21-192-478,14 661 2070,-17-444-647,2-229-1360,0-5 11,0-53-152,1-126-3547,-28-213-1,19 301 3380,3-120-1,5 160 254,1 41-55,-1 0 0,2 0 0,0 0-1,1 1 1,0-1 0,1 1 0,0-1 0,10-19-1,-10 25 52,1 0 0,0 0 0,0 0-1,1 1 1,0-1 0,0 2-1,0-1 1,1 1 0,0-1-1,0 2 1,1-1 0,0 1 0,14-7-1,-6 6-14,1 0-1,0 2 0,0-1 1,0 2-1,1 0 1,-1 2-1,1 0 0,0 0 1,-1 2-1,21 2 1,-30-1-36,0-1 1,0 1 0,0 1 0,0-1 0,-1 1 0,1 1 0,-1 0 0,0 0 0,0 0 0,13 10 0,0 4 95,-1-1 0,21 26 0,-28-29 47,-1 1-1,0-1 1,-1 2 0,-1 0 0,0 0 0,-1 0 0,-1 1 0,-1 0 0,0 1 0,-1-1 0,-1 1 0,-1 0 0,0 0 0,-1 0 0,-1 1-1,-1-1 1,-1 0 0,-4 29 0,3-37-69,-1-1-1,0 0 1,0 1-1,-1-1 1,0-1-1,0 1 1,-1 0-1,-1-1 1,1 0-1,-11 11 1,-3 1 66,-1-1 0,-32 24 0,29-26-113,0-2-1,-1 0 0,0-1 0,-2-2 1,1 0-1,-2-2 0,1-1 0,-1-1 0,0-1 1,-1-2-1,0 0 0,0-2 0,0-1 0,-47-3 1,72 1-26,0 0-1,0-1 1,1 1 0,-1 0 0,0-1 0,0 0 0,1 1-1,-1-1 1,0 0 0,1-1 0,-1 1 0,1 0 0,0-1 0,-1 1-1,1-1 1,0 0 0,0 0 0,0 0 0,-3-3 0,4 3-25,-1-1-1,1 0 1,0 0 0,0 0 0,0 0 0,0 0 0,1 0-1,-1 0 1,1 0 0,0 0 0,0-1 0,0 1 0,0 0-1,1 0 1,1-6 0,-2 7-15,0 1 1,1-1-1,-1 0 0,1 1 0,0-1 1,-1 0-1,1 1 0,0-1 0,0 1 1,0 0-1,0-1 0,0 1 0,0 0 0,1-1 1,-1 1-1,0 0 0,1 0 0,-1 0 1,1 0-1,-1 0 0,1 1 0,2-2 1,2 0-42,0 0 0,1 1 0,-1 0 0,12-1 0,-13 2 43,16-2-7,1 1-1,-1 1 1,42 6-1,-52-4 45,1 1-1,-1 0 0,0 1 1,0 0-1,0 0 0,0 2 1,-1-1-1,18 14 0,1 3 88,-2 2 1,0 1-1,-2 1 0,-1 1 0,28 41 1,-21-20 138,-1 2 0,38 86 0,-66-129-151,-1-4-52,-1-1-1,1 0 1,0 0-1,0 0 1,0 0 0,0 0-1,0 0 1,0 0-1,0-1 1,0 1 0,1 0-1,-1-1 1,1 1-1,2 2 1,-2-7-315,6-17-1566,0-20-2470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19:58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6115,'0'0'7793,"0"-12"-6966,0-65 2945,0 80-3705,0 619 3278,0-619-3142,0-4-11,0-434-3975,-1 424 3671,2 0 1,0 0-1,0-1 0,1 1 0,0 0 0,1 1 0,7-20 1,-8 26 119,1-1 1,-1 1-1,1 0 0,-1 0 1,1 0-1,0 0 1,1 1-1,-1-1 0,0 1 1,1 0-1,0 0 1,0 0-1,0 0 1,0 1-1,0 0 0,1 0 1,-1 0-1,1 0 1,-1 1-1,7-2 0,1 0 53,-1 2 0,1-1-1,0 1 1,0 1 0,21 2-1,-27-1-49,0 0-1,0 0 1,0 1 0,0 0-1,0 0 1,-1 0-1,1 1 1,-1 0 0,0 0-1,0 0 1,0 1-1,9 7 1,-2 2 83,-1 1 1,1 1-1,-2 0 0,0 0 1,-1 1-1,-1 0 0,0 0 1,-2 1-1,1 0 0,-2 0 1,0 1-1,3 28 1,-1 19 830,-2 0 0,-6 78 0,0-59 275,1-129-754,-1 0-787,10-91 0,-6 120 107,0 1 0,1-1 0,0 1 0,2-1 0,0 1 0,0 0 0,2 1-1,0 0 1,16-23 0,-12 22 18,1 1 0,0 0-1,1 1 1,1 0-1,29-20 1,-33 27 186,0 0 1,0 0-1,1 1 0,0 0 0,-1 1 1,2 0-1,-1 1 0,0 0 1,25-1-1,-27 3 36,5 1 19,0 0-1,20 2 0,-30-2-7,0 1 0,0 1 0,0-1 1,0 0-1,-1 1 0,1 0 0,-1 0 0,1 1 1,-1-1-1,0 1 0,5 4 0,0 1 49,-1 2 0,1-1 0,-1 1 0,-1 0 0,0 1-1,0 0 1,-1 0 0,-1 0 0,1 1 0,-2 0 0,0 0-1,0 0 1,-1 0 0,1 14 0,2 22 379,-2 0 0,-4 67 0,-1-57-92,1-56-369,0 0 0,0-1 0,0 1 1,0-1-1,0 1 0,0 0 0,0-1 0,-1 1 0,1-1 0,-1 1 0,1-1 0,-1 1 0,-1 2 1,1-4-237,0 1 1,0 0 0,0-1-1,0 1 1,0-1 0,0 0-1,0 1 1,0-1 0,0 0-1,-1 1 1,1-1-1,0 0 1,0 0 0,0 0-1,0 0 1,-2 0 0,-7 0-4210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6275,'0'0'6320,"4"0"-5613,13 0-331,-12 0-40,12 0 1732,8 0-1295,21 0 121,75-9 0,-27 1-765,163 4 0,-142 5-168,431-1 84,-523 2-48,1 0-1,-1 1 1,32 9 0,21 4-29,34-6 57,150-4 0,-196-6-30,40 5 5,160 28 0,26 3-2,-120-29 2,115 10 0,164-1-5,-354-17 7,305-10-39,1383 11-433,-1448-22 570,-328 21-93,206-4 579,-208 5-540,30-4 1904,29 4-1622,-64 0-464,-8 28-17010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1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2 124 5346,'0'0'6403,"0"-14"-5664,0-60 159,0 39 2372,-1 278-2994,1 193 1727,24-2 93,-22-406-1966,1-1 0,2 0 0,1 0 0,1 0 0,1 0 0,1-1 0,22 42 0,-29-59-1069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1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3554,'0'0'9820,"22"-29"-9073,2-3-361,51-54-1,-70 81-320,0 1-1,1 0 1,-1 1 0,1-1-1,-1 1 1,1 0 0,0 1-1,1-1 1,-1 1 0,0 1-1,1-1 1,-1 1-1,1 0 1,-1 0 0,1 1-1,-1 0 1,1 0 0,11 2-1,7-1 210,-20-1-220,17 0 243,38 4 0,-53-3-262,0 1 0,0 0 0,-1 0 0,1 0 0,0 1 0,-1 0 0,0 0 0,0 0 0,7 6 0,6 4 111,-13-9-114,0 0 1,0 0-1,-1 1 0,1-1 1,-1 1-1,0 0 0,-1 1 1,1-1-1,-1 1 0,4 7 1,-7-12-84,-2-5-317,-1-7-346,-2 1 0,1 0-1,-1 0 1,0 0 0,-10-15 0,14 25 695,-33-60-4636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2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9156,'0'0'5347,"256"39"-4691,-191-23-352,-4-8-304,-13-1-32,-9-7-1345,0 8-2624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2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22 1361,'0'0'10279,"-10"0"-9452,-35 0-221,43 0-561,0 1 1,0-1-1,0 0 1,0 1 0,0-1-1,1 1 1,-1 0-1,0-1 1,0 1-1,0 0 1,1 0 0,-1 0-1,1 0 1,-1 1-1,1-1 1,-1 0-1,1 1 1,0-1-1,-1 1 1,1-1 0,0 1-1,0-1 1,0 1-1,-1 3 1,-2 2 223,-10 15 52,1 1-1,2 1 1,0 0-1,1 0 1,2 1-1,0 0 0,2 1 1,-4 32-1,-1 15 214,4 0-1,3 1 1,6 84 0,-1-144-436,1-1 0,0-1 0,1 1 0,0 0 0,1-1 1,1 1-1,0-1 0,0 0 0,1-1 0,1 1 0,14 19 1,-14-23-61,0-1 0,0 0 0,0 0 0,1-1 0,0 1 0,0-2 0,1 1 0,0-1 0,0-1 0,0 1 0,0-2 0,1 1 0,-1-1 0,1 0 0,0-1 0,11 1 0,-1-1 31,0-1 0,0 0-1,35-5 1,-44 3-54,0-1-1,-1-1 1,1 0-1,-1 0 1,0-1-1,0 0 1,0-1-1,14-9 1,-8 3-113,-1-1 0,0 0 1,0-1-1,-2-1 0,21-24 0,-28 29-96,1-1 0,-2 1-1,1-1 1,-1 0 0,-1 0-1,1 0 1,-2-1 0,0 1-1,0-1 1,-1 0 0,2-12-1,-3 7-101,0 0-1,-1 0 1,-1 0-1,0 0 0,-7-28 1,6 36 280,-1 0-1,0 0 1,-1 1-1,0-1 1,0 1-1,0 0 1,-1 0 0,0 0-1,-1 0 1,1 1-1,-1 0 1,-8-6-1,8 6 68,-1 1-1,0 0 1,0 1-1,0-1 0,-1 1 1,1 1-1,-1-1 1,0 1-1,0 1 0,0-1 1,-1 1-1,1 1 1,-1 0-1,1 0 1,-1 0-1,1 1 0,-1 0 1,-14 3-1,18-2 33,1 1 1,-1 0-1,1-1 0,-1 1 1,1 1-1,-1-1 0,1 1 1,0 0-1,0 0 0,0 0 0,1 0 1,-1 1-1,1-1 0,0 1 1,0 0-1,-5 7 0,4-5 50,1 1 1,-1-1-1,1 1 0,0 0 0,1-1 0,0 1 1,0 0-1,0 0 0,1 1 0,-1 9 0,2-16-127,0-1 0,0 0-1,-1 0 1,1 0 0,0 1-1,0-1 1,0 0 0,0 0-1,0 1 1,0-1 0,0 0-1,0 0 1,0 1 0,0-1-1,1 0 1,-1 0 0,0 1-1,0-1 1,0 0-1,0 0 1,0 1 0,0-1-1,0 0 1,1 0 0,-1 0-1,0 1 1,0-1 0,0 0-1,0 0 1,1 0 0,-1 0-1,0 1 1,0-1 0,1 0-1,-1 0 1,0 0 0,0 0-1,0 0 1,1 0 0,-1 0-1,0 0 1,0 0-1,1 0 1,-1 0 0,0 0-1,0 0 1,1 0 0,-1 0-1,0 0 1,0 0 0,1 0-1,-1 0 1,0 0 0,0 0-1,1 0 1,6-1 38,2 1-17,-1-1 1,1 0-1,0-1 1,-1 0 0,0 0-1,1-1 1,-1 0 0,0-1-1,0 0 1,-1 0-1,1 0 1,-1-1 0,8-7-1,3-2-147,-2-2 0,0 0 0,-1-1 0,15-21 0,-21 26-153,-1 0 1,-1 0-1,0-1 0,-1 0 1,0 0-1,-1 0 0,0-1 1,-1 0-1,-1 0 0,0 0 1,-1 0-1,0-1 0,-1-21 0,-1 28 36,0 0-1,-1 0 0,0 0 0,0 0 0,-1 0 0,1 0 0,-2 1 0,1-1 0,-6-10 0,4 12 185,0 0-1,0 1 1,0-1-1,0 1 1,-1 0 0,0 1-1,0-1 1,0 1 0,0 0-1,-1 0 1,-8-4-1,0 1 262,0 2-1,0-1 1,-1 2-1,0 0 1,1 1-1,-1 0 0,-1 1 1,1 1-1,0 0 1,0 1-1,-24 3 1,6 6 503,31-9-658,1 1 0,-1 0 1,1-1-1,-1 1 0,1 0 0,-1 0 1,1 0-1,-1 1 0,1-1 0,0 0 1,-1 0-1,1 1 0,0-1 1,0 0-1,0 1 0,-1 2 0,2-4-51,0 0-1,0 0 1,0 0-1,0 1 1,0-1-1,0 0 1,0 0-1,0 0 1,0 1-1,0-1 1,0 0-1,0 0 1,0 0-1,0 1 1,0-1-1,0 0 1,0 0-1,1 0 1,-1 0-1,0 1 1,0-1-1,0 0 1,0 0-1,0 0 1,0 0-1,1 0 1,-1 1-1,0-1 1,0 0-1,0 0 1,0 0-1,1 0 1,-1 0-1,0 0 1,0 0-1,0 0 1,0 0-1,1 0 1,-1 1-1,0-1 1,0 0-1,0 0 1,1 0-1,-1 0 1,0 0-1,0 0 1,0-1-1,1 1 1,-1 0-1,0 0 1,0 0-1,0 0 1,1 0-1,-1 0 1,0 0-1,0 0 1,0 0-1,1-1 1,3 1-51,25-1-1901,53-10 0,-6-4-4050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3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32 5635,'0'0'6395,"-8"-4"-5937,2 0-377,0 1 31,0 0-1,0 0 0,0 0 1,0 1-1,0 0 1,0 0-1,-1 0 1,1 1-1,-12-1 1,17 2-85,1 0 1,-1 1 0,0-1 0,0 0 0,1 1-1,-1-1 1,0 0 0,1 1 0,-1-1 0,1 1-1,-1-1 1,0 1 0,1-1 0,-1 1 0,1-1-1,-1 1 1,1 0 0,0-1 0,-1 1 0,1 0-1,0-1 1,-1 1 0,1 0 0,0 0 0,-1 1-1,-4 24 424,4-21-376,-4 41 768,2 1-1,4 58 0,1-28-31,-2-39-187,1 0 0,12 68 0,-10-93-536,0 0 1,1 0-1,0 0 1,1-1-1,1 0 1,0 0 0,0 0-1,1-1 1,1 0-1,0 0 1,15 15-1,-18-21-60,2 0-1,-1-1 1,0 1-1,1-1 1,0-1-1,0 1 0,0-1 1,0 0-1,1-1 1,-1 0-1,1 0 1,-1-1-1,1 0 0,14 1 1,-12-2-18,0 0 0,0-1 0,0 0 0,0-1 0,0 0 0,0 0 0,0-1 0,-1 0-1,1-1 1,-1 0 0,9-6 0,-3 0-195,-1-1 0,0 0-1,-1-1 1,0-1 0,-1 0 0,-1 0-1,0-1 1,-1-1 0,0 0 0,12-26-1,-12 19-676,0-1-1,-2 0 0,0-1 0,-2 0 1,-1 0-1,0 0 0,1-31 0,-5-107-7025,-1 106 7199,0 49 1108,0-1 0,0 1 1,-1-1-1,0 1 0,0 0 0,-4-12 1,-1 10 3165,2 13-1875,0 18-621,4 119 1682,1 182 525,-1-308-3243,0 0 1,1-1 0,1 1-1,0 0 1,1-1 0,1 0-1,0 1 1,10 21 0,-14-35-133,1 1 0,-1-1 0,1 1 0,0-1 1,-1 0-1,1 1 0,0-1 0,0 0 0,0 0 1,0 0-1,0 0 0,0 1 0,0-1 0,1-1 1,-1 1-1,0 0 0,1 0 0,-1 0 0,0-1 1,1 1-1,-1-1 0,1 1 0,-1-1 0,1 1 1,-1-1-1,1 0 0,2 0 0,-3-17-3688,3-9-413,4-5-2632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3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10229,'0'0'6755,"156"47"-6115,-78-36-48,4-11 1,-4 0-225,-4 0-176,-9-11-192,-13-9-384,-4-3-2306,-9-1-6050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4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73 3201,'0'0'5699,"-7"-11"-4509,-20-31-219,27 41-796,-1-1 0,-1 1-1,1-1 1,0 1 0,0 0-1,0-1 1,-1 1 0,1 0 0,-1 0-1,1 0 1,-1 0 0,1 0 0,-1 0-1,1 1 1,-4-2 0,5 2-117,-1 0 0,1 0 0,-1-1 0,0 1 0,1 0 1,-1 0-1,1 0 0,-1 1 0,1-1 0,-1 0 0,1 0 0,-1 0 0,0 0 1,1 0-1,-1 1 0,1-1 0,-1 0 0,1 0 0,-1 1 0,1-1 0,0 0 1,-1 1-1,1-1 0,-1 0 0,1 1 0,0-1 0,-1 1 0,1-1 0,0 1 0,-1-1 1,1 1-1,0-1 0,0 1 0,-1-1 0,1 1 0,0 0 0,-9 78 1103,0 262 1197,10-233-1755,-3 66 157,5 211 260,-3-381-1016,1 15 38,6 33 0,-7-47-34,1-1 0,1 1 0,-1-1 0,1 1 0,0-1 0,0 1 0,0-1 0,0 0 0,1 0 0,-1 0 0,1 0 0,5 4 0,3-1-105,-4-11-487,-4-19-787,-3-52-4592,0 36-439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4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 6947,'0'0'10410,"12"1"-9393,100-7-324,7 0-327,-74 5-339,-15-1-82,36 4 0,-58-1 48,0 0 0,1 1 0,-1 0 0,0 0 0,0 0-1,0 1 1,-1 0 0,15 9 0,-14-7 3,-7-3 2,1-1-1,-1 0 1,1 0 0,-1-1-1,0 1 1,1 0 0,0 0-1,-1-1 1,1 1 0,-1-1-1,1 1 1,3 0-1,-3-1-39,-2-4-921,-1-14-310,-1 1 0,0 0 0,-1 0 0,-1 0 0,-11-29 0,-10-29-5973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5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9332,'0'0'6531,"268"-4"-5954,-168 11-177,-5 17-352,-21-1-48,-9 1-545,-22 7-1664,-16-4-3697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5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7828,'0'0'4994,"0"-13"-4276,0-39-22,0 39 1814,0 18-2414,4 346 2113,-5-224-1442,3 150 723,-1-267-1418,0 1 0,1 0-1,0-1 1,0 1-1,6 15 1,-8-25-66,1-1-1,-1 1 1,0 0 0,0-1 0,1 1 0,-1-1-1,0 1 1,1 0 0,-1-1 0,1 1-1,-1-1 1,1 1 0,-1-1 0,1 1 0,-1-1-1,1 0 1,-1 1 0,1-1 0,-1 0-1,1 1 1,0-1 0,-1 0 0,1 0-1,-1 1 1,1-1 0,0 0 0,-1 0 0,1 0-1,0 0 1,-1 0 0,1 0 0,0 0-1,0 0 1,-1 0 0,1 0 0,0 0-1,-1 0 1,1-1 0,-1 1 0,1 0 0,0-1-1,-1 1 1,1 0 0,-1-1 0,1 1-1,0 0 1,-1-1 0,1 0 0,2-3-77,0-1 1,0 0 0,-1 0 0,1 0-1,-1 0 1,0-1 0,2-9 0,5-44-1374,-6 35 696,9-104-5396,-11 62-272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5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12406,'0'0'6952,"42"7"-6434,141 20-337,-134-21-180,0-3 0,60-2 0,-49-2-420,18 1-4949,-77 1 5020,-1 0 0,0 0-1,0 0 1,1 0 0,-1 0-1,0 0 1,0 0 0,0 0 0,0-1-1,0 1 1,0 0 0,-1 0-1,1 0 1,0 0 0,0 0 0,-1 0-1,1 0 1,0 0 0,-2 1-1,-16 9-4557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6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9380,'0'0'7156,"260"47"-6324,-195-47-304,-12 4-448,-19 0-80,-8-4-368,-4 4-1809,-9-4-4354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6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98 3249,'0'0'6195,"-3"-10"-5242,-11-34-190,13 42-684,0 0-1,0-1 1,0 1 0,-1 0-1,1 0 1,-1 0 0,0 0 0,1 0-1,-1 0 1,0 0 0,0 0 0,0 1-1,0-1 1,-1 1 0,1-1 0,0 1-1,-1 0 1,-2-1 0,-2 0 81,0 0 1,-1 1 0,1 0-1,-12 0 1,7 1-78,-77-1 461,84 1-509,1 1-1,0-1 0,0 1 0,0 0 0,-1 0 0,1 1 0,0-1 0,0 1 1,1 0-1,-1 0 0,0 0 0,1 1 0,-1-1 0,1 1 0,0 0 0,0 0 0,0 0 1,0 0-1,-3 4 0,-4 8 248,0 0 0,1 1 0,-9 19 0,15-29-156,-2 6 35,0 0 0,1 0-1,1 1 1,-1-1 0,-1 24 0,1 65 595,4-89-689,1 0-25,0-1 1,0 1-1,1-1 1,1 0-1,0 0 1,0 0-1,1 0 1,1-1-1,8 16 1,8 9 45,36 44 1,2 5-64,-50-71-27,-1 1 1,-1 0-1,7 17 0,-12-23-12,0 0-1,0-1 1,0 2-1,-1-1 1,0 0-1,-1 0 1,-1 15-1,1-21 13,0 0-1,-1 1 1,1-1 0,-1 0-1,0 0 1,0 0 0,0 0-1,0 0 1,0 0-1,0 0 1,0 0 0,-1 0-1,1-1 1,-1 1 0,1 0-1,-1-1 1,0 1 0,0-1-1,1 0 1,-1 1-1,0-1 1,0 0 0,-3 1-1,-5 2 28,0-1-1,0 0 1,-18 2 0,24-4-16,-38 4 68,0-1 1,-59-4-1,49 0-101,51-1-53,1 0 1,-1 0 0,0 0-1,1 0 1,-1 0-1,1 0 1,-1 0 0,1 0-1,0 0 1,-1 0-1,1 0 1,0 0 0,0 0-1,0 0 1,0 0-1,0 0 1,0 0 0,0 0-1,0 0 1,0 0-1,0 0 1,1-1 0,-1-2-459,0-27-3261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06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17432,'0'0'4162,"-43"16"-25036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0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84 219 4194,'0'0'3772,"0"-23"-2982,0-113 901,0 105 1287,0 21-695,0 18-1501,7 125-326,24 140 0,-4-56 148,-2 229 750,-23-404-1244,6 34 86,-5-54-170,-1-17-336,-1-8-41,0-17-414,1-31-619,-2 21 231,-1 0-1,-1 0 0,-2 0 1,0 1-1,-3 0 0,-10-34 1,11 47 941,-97-306 192,97 298 139,-5-20 661,1 0 1,2 0 0,-4-78-1,11 79-520,0 19 36,3-37-1,0 55-252,0 1 1,0 0-1,0 0 0,1 0 0,0 0 0,0 0 1,0 0-1,0 1 0,1-1 0,-1 1 1,1 0-1,5-4 0,-5 4-37,10-8 78,0 1 0,0 1 0,0 0-1,31-14 1,-12 6-44,-25 14-36,0 0 0,1 1-1,-1 0 1,1 0 0,-1 1 0,1 0-1,11-1 1,67 0 21,-65 3-24,-19 1 4,1-1 0,-1 1 0,0 0 0,1 0 0,-1 0 0,0 0 0,0 0 0,0 1-1,0 0 1,0-1 0,0 1 0,0 0 0,-1 0 0,5 5 0,34 40 157,-34-39-131,11 17 336,0 0 0,-2 2 0,23 47-1,-33-58-282,-1 0-1,0 0 1,-2 1-1,1-1 1,-2 1-1,1 18 1,-4 103 531,0-121-566,0-4 6,-1 0 0,-1 0 0,0-1 0,-1 1 0,-1-1 0,1 0 0,-2 0 1,0 0-1,0-1 0,-1 0 0,-1 0 0,1-1 0,-14 14 0,-4 1 56,0 0 1,-2-2-1,-50 35 1,64-49-103,1-1 1,-2 0-1,1-1 1,-1 0-1,0-1 1,0-1-1,0-1 1,-1 0 0,0 0-1,0-1 1,-30 1-1,44-4-17,-1-1 0,0 1 0,0 0 0,0-1 0,1 1 0,-1-1 0,0 0-1,1 0 1,-1 1 0,1-1 0,-1 0 0,1 0 0,-1 0 0,1-1 0,-1 1 0,1 0 0,0-1 0,0 1-1,0 0 1,0-1 0,0 1 0,0-1 0,0 0 0,0 1 0,1-1 0,-1 0 0,0 1 0,1-1-1,0 0 1,-1 0 0,1 1 0,0-1 0,0-2 0,-1-3-162,1 0-1,-1 0 1,2 0 0,-1 0-1,1 0 1,0 0 0,4-13-1,-4 17 125,0 0 0,0 1 0,1-1 0,-1 0 0,1 1 0,0-1 0,-1 1 0,1 0 0,0-1 0,1 1 0,-1 0 0,0 0 0,1 0 0,-1 1 0,1-1 0,-1 0 0,1 1 0,0 0 0,0 0 0,-1 0 0,7-2 0,3 1 23,1 0 0,-1 1 0,26 0 0,-26 2 38,-1 0 1,1 1 0,-1 1-1,1 0 1,-1 0 0,0 1-1,0 1 1,0-1 0,-1 2-1,0 0 1,0 0 0,0 1-1,-1 0 1,13 12 0,7 9 347,-1 2 1,46 63 0,-33-33 408,37 77 0,13 22 485,-84-150-1177,-1-1-1,1 1 1,0-1-1,1 0 1,0-1 0,0 0-1,14 9 1,-19-14-80,-1 0-1,0-1 1,1 0-1,-1 1 1,1-1 0,-1 0-1,1 0 1,0-1 0,-1 1-1,1 0 1,0-1 0,0 0-1,0 1 1,-1-1-1,1 0 1,0 0 0,0-1-1,0 1 1,-1-1 0,1 1-1,0-1 1,-1 0 0,1 0-1,-1 0 1,1 0-1,-1-1 1,1 1 0,-1-1-1,0 1 1,1-1 0,-1 0-1,0 0 1,0 0 0,2-3-1,3-7-521,-1 0 0,0-1-1,0 1 1,-1-1 0,-1-1 0,-1 1 0,4-19-1,7-38-4919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1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0 8308,'0'0'4090,"-37"13"-3058,-117 45-119,142-53-736,0 1 0,0 0 1,-16 11-1,24-13-46,0 0-1,0-1 0,0 1 0,1 0 1,-6 9-1,7-10-103,0 1 0,0-1 0,1 0 0,-1 0 0,1 1 1,0-1-1,0 1 0,0-1 0,1 1 0,-1-1 0,1 1 0,0 0 0,0-1 0,0 1 1,1 0-1,-1-1 0,1 1 0,0-1 0,0 1 0,0-1 0,0 1 0,0-1 0,1 0 0,3 6 1,3 0-10,0-1 1,1 0 0,0-1-1,14 10 1,51 28 11,-36-22-9,-16-10-26,-1 0 0,-1 2 0,0 0 0,-1 2 0,-1 0 0,0 1 0,29 39 0,-43-52-5,-2 1 1,1-1 0,0 1 0,-1 0-1,0-1 1,0 1 0,-1 0 0,2 7-1,-3-10 4,1 0-1,-1 0 0,0 0 0,0 0 1,0 0-1,0 0 0,-1 0 0,1 0 0,-1 0 1,0 0-1,0 0 0,0 0 0,0-1 1,0 1-1,-1 0 0,1 0 0,-1-1 0,1 1 1,-4 3-1,-3 0 16,0-1 0,0 0 0,-1 0 0,0 0 0,1-1 0,-1-1 0,-1 1 0,1-1 0,0-1 0,-19 3 0,-7 0-29,-62 0 0,28-5-1381,68 0 1301,1 0 0,-1 0 0,1 0-1,-1 0 1,0 0 0,1 0 0,-1 0 0,1 0 0,-1 0 0,1 0 0,-1 0-1,1 0 1,-1 0 0,0 0 0,1 0 0,-1-1 0,1 1 0,-1 0 0,1 0 0,-1-1-1,1 1 1,-1 0 0,1-1 0,0 1 0,-1-1 0,1 1 0,-1-1 0,1 1-1,0 0 1,-1-1 0,1 1 0,0-1 0,0 1 0,-1-1 0,1 0 0,0 1 0,0-1-1,0 1 1,0-1 0,0 1 0,0-1 0,0 1 0,0-1 0,0 0 0,0 1 0,0-1-1,0 1 1,0-1 0,0 1 0,0-1 0,1 0 0,-1-5-980,0-33-7625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1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 5731,'0'0'6232,"0"-2"-5272,0-5 1362,0 29-1464,0 950 3985,-1-931-4624,2 0 1,12 72 0,-13-107-181,2-1 0,-1 1 1,1-1-1,-1 0 1,1 0-1,1 0 0,2 5 1,-3-8-23,-1-1 0,0 1 1,1-1-1,-1 0 0,1 1 1,-1-1-1,1 0 0,-1 0 1,1 0-1,0 0 0,0 0 1,-1-1-1,1 1 0,0-1 1,0 1-1,0-1 0,0 1 1,0-1-1,0 0 0,0 0 1,2 0-1,-2 0-5,-1 0-1,1-1 1,0 1 0,0 0 0,-1-1 0,1 1-1,0-1 1,-1 0 0,1 1 0,-1-1 0,1 0-1,-1 0 1,1 0 0,-1 0 0,0 0-1,1 0 1,-1 0 0,0-1 0,0 1 0,0 0-1,0-1 1,0 1 0,0-1 0,0 1 0,1-4-1,1-3 0,0-1 1,-1 1-1,3-17 0,-4 15-53,6-43-856,-3 0 0,-4-81 0,-1 56-868,1 69 1608,0-1 1,1 1 0,0-1 0,1 1-1,0 0 1,0 0 0,1-1 0,0 1-1,1 1 1,0-1 0,0 1 0,1-1-1,0 1 1,1 1 0,0-1 0,0 1 0,0 0-1,1 0 1,0 0 0,0 1 0,1 1-1,0-1 1,0 1 0,0 0 0,0 1-1,1 0 1,0 0 0,0 1 0,0 0-1,0 0 1,0 1 0,16-1 0,-11 1 194,1 1 0,0 1 0,18 1 0,-29-1-33,0 1-1,-1-1 1,1 1-1,0 0 1,0 0-1,-1 1 1,1-1-1,-1 1 0,1 0 1,-1 0-1,0 0 1,1 0-1,-1 0 1,0 1-1,0 0 0,-1-1 1,4 5-1,2 5 87,-2-1 0,0 1 0,0 0-1,-1 1 1,0-1 0,-1 1-1,-1 0 1,0 0 0,2 22 0,-2 14 984,-3 63 1,-1-54-211,1 28 628,0-83-1404,16-38-6066,-11 21 3934,9-22-5715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2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0 784,'0'0'13641,"-6"1"-12296,-8 2-696,7-1-265,8 1 400,28 5-533,1-1 1,0-1 0,1-2-1,-1 0 1,44-3 0,-53-1-411,5 0-790,-8 0-2524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2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157 246 10533</inkml:trace>
  <inkml:trace contextRef="#ctx0" brushRef="#br0" timeOffset="1">157 246 10533,'-156'-245'1264,"199"245"17,18 15 384,8-7-321,-4-4-783,-4-4-353,-14 0-208,-8 0 0,-13 8-881,-17-8-1520,-9 8-3698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5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127 133 2865,'0'0'5830,"-5"-8"-5121,-25-42 943,28 46-1078,-18-27 1594,19 31-2158,1 0-8,0 0 1,0 0 0,0 0 0,0 0 0,-1 0-1,1 0 1,0-1 0,0 1 0,0 0 0,-1 0 0,1 0-1,0 0 1,0 0 0,0 0 0,-1 0 0,1 0 0,0 0-1,0 0 1,0 0 0,-1 0 0,1 0 0,0 0 0,0 0-1,0 0 1,-1 0 0,1 0 0,0 1 0,0-1-1,0 0 1,-1 0 0,1 0 0,0 0 0,0 0 0,0 0-1,0 1 1,-1-1 0,1 0 0,0 0 0,0 0 0,0 0-1,0 1 1,0-1 0,0 0 0,0 0 0,0 0-1,-1 1 1,1-1 0,0 0 0,0 0 0,0 0 0,0 1-1,0-1 1,0 0 0,0 0 0,0 0 0,0 1 0,0-1-1,0 0 1,1 1 0,-3 258 822,9 419 2130,-6-646-2830,2 39 440,18 109-1,-20-176-502,0 1 30,0 0 1,0 1-1,1-1 1,3 9-1,-5-13-73,1-1 0,-1 1 0,0 0 0,1 0 0,-1-1 0,1 1-1,-1 0 1,1-1 0,0 1 0,-1-1 0,1 1 0,-1 0 0,1-1-1,0 1 1,0-1 0,-1 0 0,1 1 0,0-1 0,0 0 0,0 1-1,-1-1 1,1 0 0,0 0 0,0 0 0,0 0 0,0 0 0,-1 1-1,1-2 1,0 1 0,0 0 0,0 0 0,0 0 0,0 0 0,-1 0-1,1-1 1,0 1 0,1-1 0,2-7 176,-2-25-400,-1 0 1,-6-64-1,2 78-154,-2 0 0,0 0 0,-12-28 0,-3-6-222,6 5 66,2 0-1,3-1 1,1 0-1,-1-68 1,-9-255-1905,12 288 2214,0-35 84,6 116 115,0 0 1,1 0-1,-1 0 0,1 1 1,-1-1-1,1 0 1,0 0-1,0 1 0,0-1 1,1 0-1,-1 1 0,1-1 1,-1 1-1,1 0 0,3-4 1,0 1-15,-1 1 0,1 1 0,0-1 0,0 0 0,0 1 0,1 0 1,6-2-1,1 0 48,0 1 0,-1 0 0,1 1 1,0 0-1,1 1 0,20 0 0,-14 2-32,1-1 53,-1 2 0,22 3 0,-34-3-9,0 1 0,-1 0-1,1 1 1,-1-1 0,0 1 0,1 1 0,-1-1 0,12 10 0,-7-3 102,1 1 0,-2 0 0,1 0 1,-2 2-1,1-1 0,-2 1 0,0 1 1,0-1-1,-1 2 0,-1-1 0,-1 1 1,0 0-1,0 0 0,-2 1 1,3 16-1,2 24 411,-2 0 1,-3 110-1,-4-143-473,0-6-13,-1 1-1,-1-1 1,0 0 0,-1 0 0,-1 0-1,-1 0 1,-6 16 0,0-11-12,0 1 0,-1-2 1,-2 1-1,-18 23 1,22-33-18,1-1-1,-2 0 1,0 0 0,0-1 0,-1 0-1,-24 15 1,26-20-30,1 0-1,-1 0 0,-1-1 1,1-1-1,0 1 1,-1-2-1,0 1 1,0-2-1,0 1 0,-13-1 1,22-1-11,0 0-1,0 0 1,-1 0 0,1 0-1,0 0 1,0 0 0,0-1-1,0 1 1,0-1 0,0 0 0,0 0-1,0 0 1,0 0 0,0 0-1,-3-2 1,4 2-28,0-1-1,0 1 1,0-1-1,0 0 0,0 0 1,0 1-1,1-1 1,-1 0-1,1 0 1,-1 0-1,1 0 1,0 0-1,-1 1 1,1-1-1,0 0 1,1-3-1,-1-4-106,-1 7 88,1 0 0,0 0 0,0 0 1,0 0-1,0 0 0,0 1 0,1-1 0,-1 0 0,1 0 0,-1 0 1,2-3-1,0 4 38,-1 0 1,0 0 0,0 0 0,1 1 0,-1-1-1,0 0 1,1 1 0,-1-1 0,1 1-1,-1-1 1,1 1 0,-1 0 0,1 0 0,-1 0-1,1 0 1,-1 0 0,1 0 0,1 0 0,5 1 16,-1-1 1,0 2 0,0-1 0,1 1 0,-1 0 0,0 0-1,0 1 1,-1 0 0,1 0 0,-1 0 0,1 1 0,-1 0-1,0 0 1,0 1 0,6 6 0,9 11 108,-2-1 0,27 40 0,-31-42-17,75 113 493,44 56 164,-127-179-729,-5-6-14,1 0 0,-1 0 0,1 0 1,-1 0-1,1-1 0,0 0 0,0 1 1,0-1-1,0 0 0,0 0 0,7 2 0,-8-3-231,-2-4-972,0-13-2059,0-16-2398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6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12 1313,'0'0'8934,"-5"-1"-7888,0 0-760,4 1-192,-1 0 0,0-1 1,0 1-1,1 0 0,-1-1 0,0 1 0,1-1 0,-1 0 1,0 1-1,1-1 0,-1 0 0,-2-3 1873,4 9-1866,0 583 4229,-1-569-4219,1-13-50,-1 0 0,1 0 0,0 0 0,1 0 0,-1 0 0,1 0 0,0 0 0,1-1 0,3 12 0,-3-28 129,0 0 0,-1-23 1,-1 18-254,0-10-247,0 1 0,-2-1 1,-6-27-1,-3 5-530,2 0 0,3 0 1,-2-49-1,8-10-233,1 102 1056,-1 1-1,1-1 1,0 1-1,0 0 1,0-1-1,0 1 0,1 0 1,0 0-1,0 0 1,0 0-1,0 0 0,1 0 1,-1 1-1,1-1 1,0 1-1,0-1 1,0 1-1,1 0 0,3-3 1,-1 2-2,-1 1 0,1-1 1,0 1-1,0 0 0,0 0 1,0 1-1,1 0 0,-1 0 0,1 0 1,-1 1-1,1 0 0,10 0 0,-13 1 38,1-1 0,-1 1-1,1 1 1,-1-1-1,0 1 1,1 0 0,8 2-1,-11-1 16,1 0 0,0 0 0,-1 0 0,1 0 0,-1 0 0,0 1 0,0-1-1,0 1 1,0-1 0,0 1 0,-1 0 0,3 5 0,15 32 712,-2 0 0,-1 1 0,17 77 0,15 137 1860,-44-228-2337,2 16 147,-5-28-151,1 1 0,7 25 0,-4-120 178,-6 23-820,4-98-676,-1 141 946,0 0 0,1 1 1,0-1-1,1 1 0,1 0 1,0 0-1,0 0 0,1 1 1,1 0-1,0 0 0,0 0 1,1 1-1,1 0 0,-1 1 1,1-1-1,18-12 0,-14 12-10,0 1-1,1 1 0,0 0 1,0 0-1,1 2 0,0 0 1,0 0-1,0 2 1,1 0-1,0 0 0,-1 2 1,33-2-1,-33 4 118,-5 0 0,0 0 1,-1 0 0,1 1-1,15 3 1,-21-3 3,0 1-1,-1 0 1,1-1 0,0 1 0,-1 0-1,0 0 1,1 1 0,-1-1-1,0 1 1,-1 0 0,1 0 0,0 0-1,-1 0 1,4 4 0,2 7 113,0 1 1,0-1-1,-1 1 1,-1 0-1,-1 1 0,0 0 1,-1 0-1,4 32 1,-3 7 547,-3 73 1,-3-76-472,1-51-445,0-5-904,1-60-6808,3 11-2293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20 13030,'0'0'3313,"-4"-20"-9347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5090,'0'0'6361,"0"0"-6321,0 0 0,0 1 0,0-1 1,0 0-1,0 0 0,0 0 0,0 0 1,0 0-1,0 0 0,0 0 0,0 0 1,0 0-1,0 0 0,0 0 0,0 1 1,-1-1-1,1 0 0,0 0 1,0 0-1,0 0 0,0 0 0,0 0 1,0 0-1,0 0 0,0 0 0,0 0 1,-1 0-1,1 0 0,0 0 0,0 0 1,0 0-1,0 0 0,0 0 0,0 0 1,0 0-1,0 0 0,0 0 0,-1 0 1,1 0-1,0 0 0,0 0 1,0 0-1,0 0 0,0-1 0,0 1 1,0 0-1,0 0 0,0 0 0,0 0 1,0 0-1,-1 0 0,1 0 0,0 0 1,0 0-1,0 0 0,0 0 0,0-1 1,0 1-1,0 0 0,0 0 0,0 0 1,0 0-1,0 0 0,0 0 1,0 0-1,0 49 705,4 329 2617,23-5-1725,-22-336-1547,1-1 1,17 59 0,-23-95-92,3 8 19,0 0-1,0 0 1,8 13-1,-10-19-74,0-1 0,0 1 0,0-1 1,0 1-1,0-1 0,1 0 0,-1 0 0,0 1 0,1-1 0,-1 0 1,1 0-1,0 0 0,-1-1 0,1 1 0,0 0 0,-1-1 0,1 1 0,0-1 1,0 1-1,-1-1 0,5 0 0,1 0-694,-5 1 250,-1-1 1,1 0-1,0 0 1,-1 0-1,1 0 1,0 0 0,0 0-1,-1-1 1,1 1-1,3-2 1,-3-7-6023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7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8388,'0'0'7027,"195"-23"-6499,-135 23-112,-8 0-351,-4 0-65,-13 0-32,-9 0-65,-9 0-623,-12 0-464,-1 0-513,-4-28-6291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8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12566,'0'0'1809,"230"0"-865,-109 0 353,0 0-977,-8 0-320,-26 0-32,-18 0-705,-21 16-2016,-26 3-4242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8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43 4610,'0'0'6523,"-2"-7"-5939,-4-21-31,5 20 164,1 20-498,0 651 5738,0-655-5890,3 35 221,-3-42-287,0 0-1,0 0 1,0 0 0,0 0 0,1 0-1,-1 0 1,0 0 0,1 0 0,-1 0 0,1 0-1,-1 0 1,1 0 0,0 0 0,-1 0-1,1 0 1,0-1 0,-1 1 0,1 0-1,0 0 1,0-1 0,0 1 0,0-1-1,0 1 1,0-1 0,0 1 0,0-1-1,0 0 1,0 1 0,0-1 0,0 0 0,1 1-1,-1-1-19,-1 0 0,0 0 1,0-1-1,1 1 0,-1 0 0,0 0 0,0 0 0,0 0 0,1 0 0,-1 0 0,0 0 1,0 0-1,1 0 0,-1-1 0,0 1 0,0 0 0,0 0 0,1 0 0,-1 0 0,0-1 0,0 1 1,0 0-1,0 0 0,0 0 0,1-1 0,-1 1 0,0 0 0,0 0 0,0-1 0,0 1 0,0 0 1,0 0-1,0-1 0,0 1 0,0 0 0,4-14-1107,-2-1-1,1 1 1,-2 0-1,1-16 1,-2-26-4292</inkml:trace>
  <inkml:trace contextRef="#ctx0" brushRef="#br0" timeOffset="1">0 63 7812,'0'0'6915,"273"0"-6915,-212 12 0,-9-9-384,-13 5-801,-21-4-736,-14-4-1536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9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11733,'0'0'4899,"269"-27"-4595,-199 0-304,-10 11-16,-16-3-1729,-14 7-2241,-13 8-3425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19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8 9284,'0'0'2948,"-37"-3"-2492,-120-2-74,152 5-357,1 1 1,-1-1-1,1 1 1,-1 0-1,1 0 0,-1 0 1,1 0-1,0 1 0,0 0 1,-1 0-1,1 0 1,1 0-1,-8 6 0,8-4 33,0-1-1,0 1 0,0 0 1,1 0-1,-1 0 1,1 0-1,0 0 0,-2 7 1,2-5 20,-3 10 102,1 0-1,1 0 1,1 1 0,0 0 0,1-1-1,1 1 1,2 24 0,-2-29-151,1-1-11,1 1 0,-1-1 0,2 0 0,0 0 0,0 0-1,1 0 1,10 21 0,4-1 35,26 37 0,-26-43-63,-1 2 0,18 36 0,-32-56-1,0 1 1,-1-1-1,0 1 0,0-1 1,0 1-1,0 13 1,-2-18 4,0 0 1,0 0 0,0 0 0,0 0-1,-1 0 1,1 1 0,-1-1 0,0 0 0,0 0-1,0 0 1,0-1 0,-1 1 0,1 0-1,-1 0 1,0-1 0,1 1 0,-1-1 0,0 1-1,-3 2 1,-2 0 24,-1-1 0,1 1-1,-1-1 1,1 0 0,-1-1 0,0 0-1,-1 0 1,1-1 0,0 0 0,-15 2-1,-11-1-512,-46-2 0,58-1-365,-1 0-2302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2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72 3858,'0'0'7643,"-13"-1"-5717,13 0-1765,0 1-1,1-1 0,-1 1 1,0-1-1,1 1 0,-1-1 1,1 1-1,-1 0 0,0-1 1,1 1-1,-1-1 0,1 1 1,-1 0-1,1 0 0,-1-1 1,1 1-1,-1 0 0,1 0 1,0 0-1,-1 0 0,1-1 1,-1 1-1,1 0 0,-1 0 1,1 0-1,0 0 0,-1 0 1,1 1-1,27-1-550,-17 0 789,535 0 43,-260-12-407,762 12-112,-1000-2 78,0-3 0,59-13 0,-56 8-1,81-5-1,336 13-19,-247 4 14,-203-1 7,0 1 0,1 0 0,-1 2 0,25 8 0,-20-6 2,-1 0 0,26 2-1,169-5 86,-119-4 62,-68 1 1040,-28 0-2637,-28 0-3227,-22 0-5026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2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3826,'0'0'5173,"4"11"-2276,29 239-517,-19-134-1334,-3-23-254,25 166 845,-25-204-952,2-1 0,32 86 0,-38-124-689,-6-20-1294,-7-19-1164,-2-4-593,3 0-1832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22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74 1297,'0'0'6907,"-1"1"-6723,1-1 0,-1 1 0,0-1 0,1 1 0,-1-1 0,1 1 0,-1-1 0,1 1 1,-1-1-1,1 1 0,0 0 0,-1-1 0,1 1 0,0 0 0,0-1 0,-1 1 0,1 0 0,0 1 0,-5 49 903,2 0 0,4 62 0,1-29-410,-1-72-566,0 0 0,1-1-1,0 1 1,1-1 0,1 0 0,-1 0-1,2 0 1,0 0 0,0 0 0,11 15-1,-10-17-47,0 0 0,1 0-1,0-1 1,0 0-1,1 0 1,0-1-1,0 0 1,1 0-1,0-1 1,0 0 0,16 8-1,-16-12-25,1 1-1,-1-1 1,1-1-1,0 1 1,0-2-1,-1 1 1,16-2 0,0 0 73,-19 1-183,1 0-1,-1 0 1,1-1 0,-1 1-1,0-2 1,0 1 0,1-1-1,-1 0 1,0 0 0,0-1-1,0 1 1,-1-1 0,1-1-1,-1 1 1,0-1 0,0 0-1,0 0 1,0-1 0,-1 1-1,1-1 1,-1 0 0,0 0-1,-1 0 1,1-1 0,-1 1-1,0-1 1,-1 0 0,1 0-1,-1 0 1,0 0 0,-1 0-1,1-1 1,-1 1 0,0-9-1,0-97-1790,-2 105 1878,1 0 1,-2 0-1,1 1 1,-1-1 0,0 0-1,0 1 1,-1 0 0,1-1-1,-7-8 1,1 2 148,0 1 0,0 1-1,-18-18 1,22 25-153,-1 0-1,1 0 0,-1 0 1,0 1-1,0 0 0,-1 0 1,1 0-1,0 1 0,-1 0 1,0 0-1,-11-2 0,-1 1 94,0 1 1,-29 1-1,39 1-66,5 1-4,-1-1 0,1 1 1,-1-1-1,1 1 0,-1 1 0,1-1 0,0 0 1,-1 1-1,1-1 0,0 1 0,0 0 0,0 0 0,1 0 1,-1 1-1,0-1 0,1 0 0,-5 6 0,-6 5 445,12-12-254,2-1-194,0 0 0,0 0 0,1 0-1,-1 0 1,0 0 0,0 0-1,0 0 1,0 0 0,1-1 0,-1 1-1,0-1 1,0 1 0,1-1 0,21-10-205,-1-1 0,0-1 1,-1-1-1,0-1 1,-1 0-1,32-33 1,-42 38-418,0-1 1,13-18 0,-20 25 278,-1 0 0,0 0 0,0 0 0,0 0 0,0-1-1,-1 1 1,1-1 0,-1 1 0,-1-1 0,1 1 0,0-9 0,-20 12 1404,9 2-812,-1 1 1,1 0-1,0 0 0,0 1 0,0 0 0,0 1 0,0 0 0,0 0 1,-14 10-1,14-7-189,0-2 0,0 0 1,-1 0-1,0 0 1,0-2-1,0 1 0,0-1 1,0-1-1,-23 2 0,43-19-2827,22 0-1459,11 2-2047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23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37 3185,'0'0'4480,"0"-4"-3637,0 3-845,0 0 87,1 0-1,-1 0 0,0 0 1,0 1-1,0-1 0,0 0 1,0 0-1,0 0 1,0 0-1,-1 0 0,1 0 1,0 1-1,0-1 0,-1 0 1,1 0-1,0 0 0,-1 0 1,1 1-1,-1-1 1,1 0-1,-1 0 0,1 1 1,-1-1-1,1 1 0,-1-1 1,0 0-1,1 1 0,-1-1 1,0 1-1,0-1 1,1 1-1,-1 0 0,0-1 1,0 1-1,0 0 0,0-1 1,-1 1-1,-15-2 1534,-16-2-732,32 4-875,-1 0 1,1 0-1,0 0 1,0 1-1,0-1 1,0 0-1,0 0 1,0 1-1,0-1 1,0 0-1,0 1 1,0-1-1,0 1 1,0 0-1,0-1 0,0 1 1,1 0-1,-1-1 1,0 1-1,0 0 1,1 0-1,-1 0 1,0 0-1,0 1 1,-2 7 79,0 0 0,1 0 0,0 0 0,0 0-1,1 0 1,0 10 0,1 63 625,1-39-286,-1-42-415,0 20 256,0 0 1,1 0-1,7 31 0,-6-45-199,0 0-1,0 0 0,1 0 0,0-1 0,0 1 0,1-1 1,0 0-1,0 0 0,1 0 0,-1-1 0,1 1 0,0-1 1,10 8-1,-11-10-32,0-1 0,0 1 0,0-1 0,0 0 1,1 1-1,-1-2 0,1 1 0,-1-1 0,9 2 1,42 0 304,-40-3-261,-10 0-76,0-1 1,-1 0 0,1 0-1,0 0 1,0-1 0,-1 0-1,1 0 1,-1 0 0,1 0-1,-1 0 1,0-1 0,0 0-1,0 0 1,0 0 0,-1 0-1,1-1 1,-1 0-1,5-6 1,3-5-401,-1 0 0,-1-1 0,14-29-1,-5-8-522,-12 27-1823,4-37 1,-6-18 260,-6 40 6894,20 142-2862,-2-23-523,1 43 38,22 117 237,-38-233-1285,8 23 133,-8-27-153,-1-1-1,0 1 1,0-1 0,0 1 0,1-1 0,-1 1 0,0-1 0,1 1 0,-1-1 0,0 1 0,1-1 0,-1 0 0,1 1 0,-1-1 0,0 0 0,1 1-1,-1-1 1,1 0 0,-1 0 0,1 1 0,-1-1 0,1 0 0,-1 0 0,1 0 0,0 0 0,-1 0 0,1 1 0,-1-1 0,1 0 0,-1 0 0,1-1 0,-1 1-1,1 0 1,0 0 0,-1 0 0,1 0 0,-1 0 0,1-1 0,-1 1 0,1 0 0,-1 0 0,1-1 0,0 1 0,-1-1-30,1 0 0,0 0 0,0 0 1,-1 0-1,1 0 0,0 0 0,-1 0 0,1 0 0,-1 0 1,1 0-1,-1 0 0,1 0 0,-1 0 0,0-2 1,5-20-1818,1-29 1,-3 28-312,5-34-4839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23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8612,'0'0'7892,"208"-7"-7700,-147 7-192,-5-12-32,-8 0-865,-5 0-2048,-8-7-5667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24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56 1953,'0'0'6715,"0"-9"-6061,0-37 3558,0 48-4105,-1 157 2308,2 190 554,9-212-2125,-8-123-751,0 0 1,1 0-1,1-1 0,1 1 0,0-1 0,0 1 1,11 16-1,-14-27-59,0 0 1,1 0-1,-1 0 1,1-1-1,0 1 1,6 4-1,-9-7-50,1 1 1,-1-1-1,1 0 1,-1 1-1,1-1 1,-1 0-1,1 1 1,-1-1-1,1 0 1,-1 0-1,1 1 1,-1-1-1,1 0 1,0 0-1,-1 0 0,1 0 1,-1 0-1,1 0 1,-1 0-1,1 0 1,0 0-1,-1 0 1,1 0-1,-1 0 1,1 0-1,-1-1 1,1 1-1,0 0 1,-1 0-1,1-1 0,-1 1 1,1 0-1,-1-1 1,0 1-1,1 0 1,-1-1-1,1 1 1,-1-1-1,0 1 1,1 0-1,-1-1 1,0 1-1,1-1 1,-1 1-1,0-1 0,0 0 1,1 1-1,-1-1 1,0 1-1,0-1 1,0 1-1,0-1 1,0-1-1,2-15-3032,1-31 0,-3 13-3141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24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5042,'0'0'6166,"-2"1"-4974,2-1-1156,0 0-1,0 0 1,0 0-1,-1 0 1,1 0-1,0 0 1,0 0-1,0 0 1,0 0-1,0 0 1,0 0-1,0 0 1,0 0-1,0 0 1,-1 0-1,1 0 1,0 0-1,0 0 1,0 0-1,0 1 1,0-1-1,0 0 1,0 0-1,0 0 1,0 0-1,0 0 1,0 0-1,0 0 1,0 0-1,0 0 1,0 0-1,0 1 1,0-1-1,-1 0 1,1 0-1,0 0 1,0 0-1,0 0 1,0 0-1,0 0 1,0 0 0,0 1-1,1-1 1,-1 0-1,0 0 1,0 0-1,0 0 1,0 0-1,0 0 1,0 0-1,0 0 1,0 0-1,0 0 1,0 1-1,0-1 1,0 0-1,0 0 1,0 0-1,0 0 1,0 0-1,0 0 1,1 0-1,-1 0 1,0 0-1,0 0 1,12 2 1052,31-1-823,-18-1 40,34 5-114,20 1-830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25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10149,'0'0'5554,"269"-4"-5522,-204 12-32,-13 8-320,-4-1-1713,-18 5-4402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25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2993,'0'0'6126,"1"-5"-4899,7-33 5096,-8 42-6358,-1 116 353,10 262 2811,-8-377-3081,5 29 313,-6-33-353,0-1 1,0 1-1,0 0 1,0-1-1,0 1 1,1-1-1,-1 1 1,0-1-1,0 1 1,1 0-1,-1-1 1,0 1-1,1-1 1,-1 0-1,1 1 1,-1-1-1,0 1 1,1-1-1,-1 1 1,1-1-1,-1 0 1,1 1-1,-1-1 1,1 0-1,0 0 1,-1 1-1,1-1 1,-1 0-1,1 0 1,0 0-1,-1 0 1,1 0-1,-1 0 0,1 0 1,0 0-1,-1 0 1,1 0-1,-1 0 1,1 0-1,0 0 1,-1 0-1,1-1 1,3-7-252,-2-107-5721,-3 64 859,1 7-2341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25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136 96 5170</inkml:trace>
  <inkml:trace contextRef="#ctx0" brushRef="#br0" timeOffset="1">136 96 5170,'-112'-73'3031,"89"56"-1284,23 16-1715,0 1 1,0 0-1,0 0 1,0 0-1,0 0 0,0 0 1,0 0-1,0-1 0,0 1 1,0 0-1,0 0 0,0 0 1,0 0-1,0 0 1,0 0-1,0 0 0,0-1 1,0 1-1,0 0 0,0 0 1,1 0-1,-1 0 0,0 0 1,0 0-1,0 0 1,0 0-1,0 0 0,0-1 1,0 1-1,0 0 0,0 0 1,1 0-1,-1 0 0,0 0 1,0 0-1,0 0 1,0 0-1,0 0 0,0 0 1,1 0-1,-1 0 0,0 0 1,0 0-1,0 0 0,0 0 1,0 0-1,0 0 1,1 0-1,-1 0 0,0 0 1,0 0-1,0 0 0,0 0 1,0 1-1,0-1 0,0 0 1,3 0 553,191-3 2292,-100 5-2600,118-2-1348,-211 0 542,-14 0-7918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26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2097,'0'0'13062,"269"12"-12550,-221-12 32,-9-12-111,-13 4-337,-9 8-96,-8 0-48,-1 0-321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26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539 23 3298,'0'0'7747,"0"-1"-7678,0 1 0,0-1-1,0 0 1,0 1 0,-1-1-1,1 1 1,0-1 0,0 1 0,0-1-1,0 0 1,-1 1 0,1-1-1,0 1 1,0-1 0,-1 1 0,1-1-1,0 1 1,-1 0 0,1-1 0,0 1-1,-1-1 1,1 1 0,-1 0-1,0-1 1,-13-2 64,-1 0 1,1 1-1,-1 1 0,1 0 0,-1 1 0,-15 2 0,-12-1-35,36-1-72,1 0 0,-1 1-1,1 0 1,-1-1 0,0 2 0,1-1 0,0 1-1,-1-1 1,1 2 0,0-1 0,0 0-1,0 1 1,0 0 0,0 0 0,1 1 0,0-1-1,-1 1 1,1 0 0,0 0 0,1 0 0,-1 1-1,1 0 1,0-1 0,0 1 0,0 0 0,1 0-1,0 0 1,0 1 0,0-1 0,0 0-1,1 1 1,0 0 0,0-1 0,1 1 0,-1 8-1,1 10 300,1 34 537,-1-53-804,1-1-1,0 0 0,0 0 0,0 0 0,0 0 0,1 0 0,-1 0 1,1 0-1,0 0 0,0 0 0,4 3 0,3 3 4,2 0-1,-1-1 1,1 0-1,1-1 1,13 8 0,-12-9-27,-1 1 0,0 1 0,0 0 1,12 12-1,-21-17-50,0 0-1,1 0 1,-1 1 0,-1-1 0,1 1-1,-1 0 1,0-1 0,0 1 0,0 0 0,0 0-1,-1 1 1,0-1 0,0 0 0,0 0-1,-1 10 1,0-11 10,0-1-1,-1 1 1,0 0-1,1-1 1,-1 1 0,-1-1-1,1 1 1,0-1 0,-1 1-1,0-1 1,0 0-1,0 0 1,0 0 0,0 0-1,-1 0 1,1 0-1,-1-1 1,1 1 0,-6 2-1,-5 5 25,-1-2 0,0 0 0,-20 8 0,21-10-7,-11 6-253,-1-2 0,0 0 0,-1-2 0,0-1 0,-1 0 0,1-2 0,-1-2 1,-40 2-1,23-5-5393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33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28 2609,'0'0'4314,"0"6"1182,-4-39-4114,4 32-1323,-1 2 1,1 0-1,-1 0 1,0-1 0,1 1 0,-1 0 0,0 0 0,1 0-1,-1 0 1,1 0 0,0 0 0,-1 0 0,1 0-1,0 0 1,-1 0 0,1 0 0,0 0 0,0 0 0,0 0-1,0 0 1,0 0 0,0 1 0,0 1 64,-10 381 569,12-251-414,-20 166 1,4-137-140,8 223 0,8-219-82,-2 565 36,-4-594-70,4-136 13,-1-1-31,1 0 1,0 0-1,0 0 0,0 0 0,-1 0 0,1 0 1,0 0-1,0 0 0,-1 0 0,1 0 1,0 0-1,0 0 0,0 0 0,0 0 0,-1-1 1,1 1-1,0 0 0,0 0 0,0 0 1,0 0-1,-1 0 0,1-1 0,0 1 0,0 0 1,0 0-1,0 0 0,0-1 0,0 1 1,0 0-1,-1 0 0,1 0 0,0-1 0,0 1 1,0 0-1,0 0 0,0 0 0,0-1 1,0 1-1,0 0 0,0 0 0,0-1 0,0 1 1,0 0-1,1 0 0,-1 0 0,0-1 1,0 1-1,0 0 0,0 0 0,0-1 0,0-3-27,0-47-10,1-97-4161,3 63-1867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37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5 367 592,'0'0'3826,"-1"-7"-2823,-2-21-243,3 21 4,0 5-289,3-4 4244,38 7-4460,71 12-1,-58-8-230,-36-4-16,36 7-1,71 18 48,177 16 0,-127-32-14,-161-8-45,-1 0 0,1 1 0,19 7 0,11 3-3,-36-11-1,25 6 11,0-1 0,53 4-1,402-7 30,-296-5-53,-27-11 32,-30 0-3,-45 7-26,145-27 1,-139 18 5,163-2 0,-220 15 8,435-3-449,-84 2-73,-75-27-393,-94 4 800,-76 6 150,-35 4 2,104 6-123,-29 3 71,36 3 58,-119 5-46,28-1-43,155-3-1533,-245-1 1473,61-14-1,-17 2 146,238-14 7,49-8-17,-259 19-33,189-3 0,279 33-2069,-407-11 2196,201-3-3095,-183-24 2359,-41 3 839,246-5 1060,-296 25-1209,156-25 1,-187 16 112,86-2 0,70 10 55,29-2-161,167-1-14,-340 7-156,-63 1 93,0 0-1,-1 2 0,18 4 0,29 4 23,13 0 195,103 30 1,36 5-69,-125-33 106,241 46 111,-259-41-337,-33-9-4,43 16-1,-65-20-19,33 7-1,-3-2-5,-4 0 5,-1-3 0,1-1-1,56-1 1,21 4 8,266 18 121,-255-19 168,-100-5-205,-1 1 0,36 10 0,-64-13-85,0-1-1,1 1 1,-1 0-1,0 0 1,0 0-1,-1 1 1,1-1-1,0 1 0,0 0 1,-1-1-1,1 1 1,3 3-1,15 15 182,-1 1-1,-1 1 0,-1 1 0,-1 0 1,21 39-1,-36-57-133,0-1 1,0 1-1,-1 0 0,0 0 0,0-1 1,0 1-1,0 0 0,-1 5 1,-1 46 302,0-26-241,1 930 2013,1-936-2124,1 0 0,1 0 0,1 0 0,1 0 0,2-1 0,0 0 0,11 23 0,3 9 16,-3 1 0,20 101 0,-35-131-36,-1 37 0,-1-36 0,3 33 0,0-28 7,-2-13 1,1 0 1,9 32-1,-3-27-8,-2 1 0,-1 1-1,-1-1 1,-1 1 0,-1 0 0,-1 29 0,-2-39-27,1-10 32,-1 0-1,0 1 0,-1-1 0,1 1 0,-1-1 0,0 0 0,0 0 0,-4 10 0,2-8 11,1 1-1,1 0 1,-1-1-1,2 1 0,-1 0 1,1 0-1,0 0 1,2 9-1,0 15 70,-2 118 1336,2-151-817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0:40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74 1425,'0'0'1851,"2"-6"-1163,1-3 12,0-2 0,0 1-1,-1 0 1,2-18 1797,-4 31-2350,0 185 2110,22-188-1814,-11 0-214,-9 0-221,1-1 1,0 1 0,-1 0 0,1 0 0,-1 0 0,1 1 0,0-1 0,-1 0 0,1 1-1,-1 0 1,1 0 0,2 1 0,5 3-5,0 0 0,0 0-1,1-1 1,-1-1 0,1 1-1,-1-2 1,1 0 0,0 0 0,17 0-1,49 6 11,1797-8-799,-1846-1 785,42-8 0,-42 5 0,40-1 0,67-3 0,290 8-2,-238-14-218,3 1-1390,140 5 1457,2 6 135,-175 4-36,463-2-727,-476 11 426,263-7 144,-26 8 46,399-12-524,-744-1 326,55-11-1,-9 2 78,33-4 131,100-4 91,366 18-2434,-160 0 819,-141 0 3316,-257-1-1652,6-1 4285,-37 2-6673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0:11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11589,'0'0'1377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31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79 2977,'0'0'5139,"0"-4"-4800,0-43 5015,0 20-4049,0 1000 1141,-1-962-2440,0 0 0,-1 0 0,0-1 0,-6 19 0,5-19 3,0-1 0,1 1 0,0 0 0,-1 17 0,-4 147 185,1-130-172,6-43 205,0-7-163,0-429-390,-1 417 274,-1 0 0,-1 0 0,-9-30 1,-2-20-70,-6-15-42,14 33-73,3 1 0,3-64 0,1 44 61,-1 67 168,1-1 0,0 0 0,-1 1 0,1-1 0,0 1 0,0-1 0,1 1 0,-1 0 0,0-1 0,1 1 0,3-3 0,21-25-24,-22 26 23,12-10-13,0 1-1,1 1 1,1 0-1,0 2 0,0 0 1,25-10-1,31-17-35,-27 16 42,-28 15-10,4-1 0,-1 1 0,1 2 0,0 0 0,0 1 0,0 2-1,25 1 1,-31 0 21,-11-1-1,1 1-1,0-1 0,0 2 1,-1-1-1,1 1 1,0 0-1,-1 0 0,1 1 1,-1 0-1,0 0 0,1 1 1,-1-1-1,6 5 1,-3-2 2,0 1 0,-1 0 1,0 1-1,-1 0 0,1 0 1,-1 0-1,-1 1 0,7 9 1,-3-2-43,-7-11 34,0 0 0,0 1-1,0-1 1,0 1 0,-1 0-1,0 0 1,0-1 0,0 1-1,-1 1 1,1-1 0,-1 0-1,-1 0 1,1 7 0,-1 160-104,0-168 117,0 0 1,-1-1-1,1 1 0,-1 0 0,0 0 1,0-1-1,-1 1 0,1 0 1,-1-1-1,-3 6 0,-26 32 57,9-15-58,13-14-32,-1-1-1,0 0 1,0 0-1,-1-1 1,-1-1-1,0 0 1,0 0-1,0-1 1,-1-1-1,-15 7 1,-69 36 65,-44 19 38,113-57-74,10-4-22,0-1 1,0-1-1,0-1 1,-1 0-1,-22 2 0,27-6 0,-138 7-451,151-27 19,1 8 358,0 6 29,0 0 0,0 1 0,0-1 0,1 0 1,0 0-1,1-5 0,-1 8 53,0 1 0,-1-1 1,1 0-1,0 1 0,1-1 0,-1 1 0,0 0 1,0-1-1,1 1 0,-1 0 0,0 0 0,1 0 0,-1 0 1,1 0-1,0 0 0,-1 0 0,1 1 0,0-1 1,1 0-1,6-2 56,-1 1 1,1 0-1,0 0 1,-1 1-1,17-1 1,-21 2-15,-1 0-1,1 1 1,0-1 0,0 1 0,-1-1 0,1 1 0,0 0-1,-1 0 1,1 1 0,-1-1 0,1 1 0,-1 0 0,0 0-1,0 0 1,5 4 0,14 20 356,-1 1-1,-1 1 0,29 54 1,-23-36 74,104 148 1462,-113-172-1661,1-1 1,0-1 0,2-1 0,1-1-1,0-1 1,34 22 0,-40-31-195,0-1 1,0-1-1,1 0 0,0-1 0,1 0 1,-1-2-1,34 4 0,-15-5-33,0-2-1,58-6 1,-80 5-260,0-2 0,0 0 0,0 0 0,-1-1 0,0-1 0,1 0 1,-2 0-1,1-2 0,-1 1 0,0-1 0,0-1 0,0 0 0,-1-1 0,-1 0 0,0 0 0,11-14 0,-15 18-548,-1-1-1,0 0 1,0 0-1,-1-1 1,4-6-1,-6 9-510,0 0 0,0 0 0,-1 0 0,1 0 0,-1 0 0,0-5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32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65 4514,'0'0'6286,"5"-5"-5747,42-35 1760,-30 24-969,-10 13-890,-12 13 970,-187 308-884,175-287-512,-1 0-1,-1-1 1,-1 0 0,-2-2 0,-1-1-1,-42 39 1,61-64-6,-3 3-6,-2 14-4,9-19-5,0 0 1,0 0-1,-1 1 0,1-1 1,0 0-1,0 0 0,0 1 0,0-1 1,0 0-1,0 0 0,0 1 1,-1-1-1,1 0 0,0 0 1,0 1-1,0-1 0,0 0 1,0 0-1,0 1 0,0-1 0,0 0 1,1 0-1,-1 1 0,0-1 1,0 0-1,0 0 0,0 1 1,0-1-1,0 0 0,0 0 0,0 1 1,1-1-1,-1 0 0,0 0 1,0 0-1,0 1 0,1-1 1,-1 0-1,0 0 0,0 0 1,0 0-1,1 1 0,-1-1 0,0 0 1,0 0-1,1 0 0,-1 0 1,0 0-1,0 0 0,1 0 1,-1 0-1,0 0 0,0 0 1,1 0-1,-1 0 0,16-6-696,6-9-34,-1-2 0,-1-1 0,27-29 0,106-135-10372,-132 155 9308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32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2081,'0'0'5613,"10"-15"-4818,31-46 88,-39 59-516,-1 0 1,1 0-1,-1 0 0,1 0 0,0 0 1,0 1-1,0-1 0,0 0 0,0 1 0,3-2 1,-4 3-302,0-1 0,-1 1 0,1 0 1,0 0-1,0-1 0,0 1 1,0 0-1,0 0 0,0 0 1,0 0-1,0 0 0,0 0 1,0 0-1,0 1 0,0-1 1,0 0-1,-1 0 0,2 1 0,1 1-98,-1-1 0,1 1 0,-1 0 0,0 0 0,0 0 0,0 0 0,0 1 0,0-1 0,-1 0 0,3 4 0,0 0 440,13 16-99,-5-8 57,18 30-1,6 24 507,-3 1-1,38 118 1,-63-161-665,2-1 0,0-1 0,1 0 0,16 25 0,-26-48-197,0 0 0,-1 1 1,1-1-1,0 0 0,-1 1 0,1-1 0,-1 0 1,1 1-1,-1-1 0,0 1 0,1-1 1,-1 0-1,0 1 0,0-1 0,0 1 1,0-1-1,-1 3 0,1-3-47,0 0 5,0 1 2,0-1-52,0-1-237,-1 0 246,1 1-1,0-1 1,-1 0 0,0 0 0,1 0-1,-1 1 1,1-1 0,-1 0 0,1 0-1,-1 0 1,1 0 0,-1 0-1,1 0 1,-1 0 0,0 0 0,1 0-1,-1 0 1,1 0 0,-1-1 0,1 1-1,-1 0 1,1 0 0,-1 0 0,1-1-1,-1 1 1,0-1 0,-15-11-1441,12 9 851,-47-31-6469,24 17 903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33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7043,'0'0'7380,"359"-31"-6580,-286 23-48,-7 8-223,-12 0-321,-8 0-208,-13-4 32,1 4-32,-8-8-128,-13 4-1105,-6 1-1648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34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3522,'0'0'7168,"0"-4"-6455,0-19 2339,1 21-2521,0 1-487,0 1 0,0-1 0,1 0 0,-1 0 1,0 1-1,0-1 0,1 1 0,-1-1 1,1 1-1,-1-1 0,0 1 0,1 0 0,-1 0 1,3 0-1,28 0 218,-12 0-78,256-3 400,-191 3-559,-82 0-60,-3-16-8163,0 5 287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34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2785,'0'0'6126,"-6"4"-2855,6-4-3229,-1 1 1,1-1 0,0 1 0,0-1 0,0 1 0,0-1-1,0 1 1,0-1 0,0 1 0,0-1 0,0 1 0,0-1-1,0 1 1,0-1 0,0 1 0,0-1 0,0 1 0,1-1 0,-1 1-1,0-1 1,0 1 0,0-1 0,1 1 0,-1-1 0,0 0-1,1 1 1,-1-1 0,0 1 0,1-1 0,-1 0 0,1 1-1,-1-1 1,0 0 0,1 0 0,-1 1 0,1-1 0,-1 0-1,1 0 1,-1 0 0,1 1 0,-1-1 0,1 0 0,-1 0 0,1 0-1,-1 0 1,1 0 0,-1 0 0,1 0 0,-1 0 0,1 0-1,-1-1 1,1 1 0,-1 0 0,1 0 0,0-1 0,5 1 89,84-1 171,-13-1 72,85 10 1,-155-7-406,-6-2 1,0 1 0,-1 0-1,1 0 1,0 0-1,-1 0 1,1 0-1,0 0 1,0 0-1,-1 0 1,1 0-1,0 0 1,-1 1 0,1-1-1,0 0 1,-1 0-1,1 1 1,0-1-1,-1 0 1,1 1-1,-1-1 1,1 1-1,-1-1 1,1 0 0,0 1-1,-1-1 1,0 1-1,1 0 1,-1-1-1,1 1 1,-1-1-1,0 1 1,1 0-1,-1-1 1,0 1 0,0 0-1,1-1 1,-1 1-1,0 0 1,0-1-1,0 1 1,0 0-1,0-1 1,0 1-1,0 0 1,0 0 0,0 22-6113,0-11-1587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36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41 6499,'0'0'4253,"-8"-6"-3723,-30-20 65,35 25-458,0-1-1,1 1 0,-1 0 0,0 0 1,0 0-1,0 1 0,0-1 0,0 1 1,0-1-1,0 1 0,0 0 0,0 0 1,0 1-1,-4 0 0,-4-1 51,8 0-172,1 0 1,-1 0 0,0 0-1,0 0 1,0 0 0,1 1-1,-1-1 1,0 1-1,1 0 1,-1 0 0,0 0-1,1 0 1,-1 0 0,1 0-1,-1 1 1,-3 3 0,3-2-9,1 1 1,0-1 0,0 1 0,0 0 0,1 0 0,-1 0 0,1 0-1,0 0 1,0 0 0,0 9 0,-5 34 153,3 0 1,4 60-1,0-36 67,-1 259 421,2-269-327,15 96 1,25 58 331,-30-156-545,27 91 185,-39-136-527,-2-14-507,-2-9-112,1-6-4,1 0 0,0-1 1,1 1-1,0-1 0,3-17 1,-1 0-451,-1-108-2952,0 90 2027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37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8 339 1169,'0'0'4143,"-2"-29"-3756,-2-89 18,3 48 329,1 66-691,1 1 1,-1 0 0,1-1-1,0 1 1,0 0-1,1-1 1,-1 1 0,1 0-1,-1 0 1,1 0 0,0 0-1,0 1 1,0-1-1,0 0 1,1 1 0,-1 0-1,1-1 1,3-1 0,4-4 70,1 1 0,0 0 0,16-8 1,-17 11 37,1 0 1,0 0 0,0 1 0,0 0 0,1 1-1,16-1 1,71 1 420,-52 3-516,-3-2 16,-25 0 35,1 0-1,-1 2 0,0 0 1,0 1-1,-1 0 0,23 7 1,63 33 737,-89-35-674,-2 1 0,1 0-1,-1 1 1,0 0 0,14 15 0,-22-19-138,0 1 1,-1 0-1,0 0 0,0 0 1,0 1-1,-1-1 1,0 1-1,0 0 0,-1 0 1,0 0-1,0 0 1,0 0-1,0 9 1,0 13 247,-1 59 1,-2-45 90,0-33-337,0 0 0,-1 0 0,0 0 0,-1-1-1,0 1 1,0-1 0,-1 1 0,0-1 0,-1 0 0,0 0 0,0-1 0,-1 0 0,0 1-1,-11 10 1,-11 9 37,-1 0 0,-40 28 0,23-22-65,-1-3 0,-78 39 0,108-63-14,1 0 0,-1-1-1,0 0 1,0-2-1,-31 5 1,-86-3-351,133-6 333,0 0 1,0 0 0,0 0 0,0 0 0,1 0 0,-1 0 0,0 0 0,0 0-1,0 0 1,0-1 0,0 1 0,1 0 0,-1 0 0,0-1 0,0 1 0,0-1-1,1 1 1,-1-1 0,0 1 0,1-1 0,-1 1 0,0-1 0,1 0-1,-1 0 1,0-1-36,1 0 0,-1 0 0,1 0-1,0 0 1,-1 0 0,1 0 0,0 1 0,0-1-1,1-3 1,0-10-180,-1 13 221,-1 0 1,1 1-1,1-1 1,-1 0-1,0 0 1,0 1 0,1-1-1,-1 0 1,1 0-1,-1 1 1,1-1-1,0 1 1,-1-1-1,1 0 1,0 1 0,0 0-1,0-1 1,1 1-1,-1-1 1,0 1-1,0 0 1,1 0 0,-1 0-1,1 0 1,-1 0-1,1 0 1,-1 0-1,1 0 1,-1 1 0,1-1-1,0 1 1,2-1-1,9-4 39,1 1-1,0 0 1,0 1-1,0 1 1,19-1-1,76 2-21,-55 2-19,-51 0 32,1-1 1,0 1-1,0 0 1,-1 0 0,1 0-1,-1 0 1,1 1-1,-1-1 1,1 1 0,-1 0-1,0 0 1,0 0-1,4 4 1,37 37 142,-33-30-108,2 2 30,-1 1-1,0 0 0,-1 1 0,-1 0 0,0 0 1,6 21-1,36 115 594,-2-3 280,-44-137-837,34 73 917,-35-79-923,-1 1 1,1-1-1,1 0 0,-1 0 0,1 0 1,0-1-1,1 0 0,10 7 0,-11-10-76,0 0 0,0-1 0,0 0 0,0-1 0,1 1 0,-1-1 0,1 0 0,-1-1 0,1 1 0,-1-1 0,1-1-1,0 1 1,7-2 0,-13 1-57,0 1 0,1-1 0,-1 1 0,0-1-1,0 1 1,0-1 0,0 1 0,0-1 0,0 0 0,0 0 0,-1 1-1,1-1 1,0 0 0,0 0 0,0 0 0,-1 0 0,1 0-1,-1 0 1,1 0 0,-1 0 0,1 0 0,-1-1 0,1 1 0,-1 0-1,0 0 1,0-1 0,2-36-2223,-2 30 1338,0-26-4114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37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0 328 5859,'0'0'3513,"51"-11"-3414,158-34 96,-195 42-143,-1-1 0,0 0 0,19-9 0,-30 12-33,-1 0 1,1 0 0,0-1-1,0 1 1,0-1 0,-1 1-1,1-1 1,-1 0 0,1 0-1,-1 0 1,2-3 0,2-3 43,-2 2-57,0-1 1,-1 1 0,0-1 0,0 0 0,-1 0-1,0 0 1,0 1 0,0-1 0,-1 0 0,0 0-1,-1-11 1,0-2-163,1 17 89,-1 0 0,0-1 0,1 1-1,-1 0 1,-1 0 0,1 0 0,0 0 0,-1 0 0,0 0 0,0 0 0,0 0-1,0 0 1,0 1 0,0-1 0,-1 1 0,1 0 0,-1 0 0,1 0 0,-1 0-1,0 0 1,0 0 0,0 1 0,-6-3 0,-5-2 72,1 1-1,-1 1 1,0 0 0,-19-3 0,12 3 9,-5 0 82,-51-4-1,75 8-87,1 1 0,0-1 1,0 0-1,0 0 0,0 1 0,0-1 1,0 1-1,0-1 0,0 1 0,0 0 1,0-1-1,0 1 0,0 0 0,0 0 0,1-1 1,-1 1-1,0 0 0,1 0 0,-1 0 1,0 0-1,1 0 0,-1 0 0,1 0 1,-1 2-1,-10 31 245,9-26-154,-1 12 309,0 0 0,1 1 0,2-1 0,1 22 0,0-3 102,-2-29-359,1 0 0,1 1 0,-1-1 0,2 0 0,-1 0 0,2-1 0,-1 1 0,1 0 0,1-1 1,0 1-1,0-1 0,6 9 0,-2-5 98,0 0 0,1 0 1,1-1-1,0-1 0,0 1 1,13 9-1,-17-17-170,0 1 0,1-1 0,0 0 0,0-1 0,0 0 0,0 0 0,0 0 0,1-1 0,-1 0 0,1 0 1,0-1-1,-1 0 0,16 0 0,-6-1-51,-9 1 31,0-1-1,-1 0 0,1-1 0,10-1 0,-16 2-138,0-1-1,0 1 1,-1-1-1,1 0 0,0 0 1,0 1-1,-1-1 1,1 0-1,-1-1 0,1 1 1,-1 0-1,1 0 1,-1-1-1,0 1 0,1 0 1,-1-1-1,0 1 1,0-1-1,0 0 0,0 1 1,0-1-1,0-2 1,5-17-2482,-5-1-1834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3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32 4322,'0'0'4922,"0"-4"-4362,0-20 1676,-8 21-104,3 3-2125,1 0 0,0 1 0,-1 0 0,1 0 1,0 0-1,-1 0 0,1 1 0,0-1 0,0 1 0,0 0 1,-6 5-1,-3 3 11,-23 22 0,18-15 1,7-7 6,2-1 0,-1 2-1,1-1 1,-14 23 0,19-26 32,1-1-1,-1 1 1,1 0 0,1 1-1,-1-1 1,1 0 0,1 1-1,-1-1 1,1 1 0,0 10-1,1-14-12,0 0 39,0 0 0,0 0 0,0 0 0,1 0 0,-1 0 0,3 6 0,-2-8-52,0 0 1,0 0-1,0 0 0,1-1 1,-1 1-1,1 0 1,-1-1-1,1 1 1,0-1-1,-1 1 1,1-1-1,0 0 1,0 0-1,3 2 1,34 15 401,65 21 1,-4-2-314,-94-35-117,13 5 9,-1 1 0,0 1 0,0 1 0,-1 0 0,17 14 0,-32-22-21,-1 1 1,1-1 0,-1 1 0,0-1 0,0 1 0,0 0 0,-1-1 0,1 1 0,0 0 0,-1 0-1,0 0 1,0 0 0,0-1 0,0 1 0,0 0 0,-1 0 0,1 0 0,-1-1 0,1 1-1,-1 0 1,0 0 0,0-1 0,-1 1 0,1-1 0,0 1 0,-3 2 0,-6 4 28,-1-1 0,0 0 0,-1 0 1,0-1-1,0 0 0,-17 6 0,3-1-14,14-5 1,0-1 0,0-1 1,-1 0-1,0 0 0,0-2 1,-1 0-1,-21 3 0,34-6 28,4-45-94,-4 39 36,1-1-1,0 1 1,0 0-1,1 0 1,0 0-1,0 0 1,1 0-1,-1 0 1,1 0-1,1 0 1,-1 0-1,1 1 1,0-1 0,5-6-1,133-148-1949,-79 95 584,-21 28 1121,-33 31 269,0-1-1,0 0 1,-1 0 0,0-1 0,7-9-1,-5 5 87,-8 11-49,0 0 0,0 0 0,0 0 0,0 0 0,0 0 0,0 0 0,-1 0 0,1 0 0,0 0-1,-1-1 1,1 1 0,-1 0 0,1 0 0,-1-1 0,1-2 0,0 4-18,1 0 0,-1 0 0,0 0 0,1 0 0,-1 1-1,1-1 1,-1 0 0,0 1 0,1-1 0,-1 0 0,0 1 0,3 1 0,1 5 97,-1 1-1,0-1 1,0 1 0,0 0 0,-1 0 0,0 0 0,-1 1-1,2 10 1,3 4 192,5 17 124,-2 1-1,-2 0 0,-1 0 0,2 64 0,-9-104-648,0-2-410,0-1 494,1 1 0,-1 0 0,0 0-1,0 0 1,0 0 0,-1-1-1,1 1 1,0 0 0,0 0 0,-1 0-1,0-2 1,1 2 16,-3-5-471,0-1-1,0 1 1,0 0-1,-7-8 1,-4-8-1526,-1-16-1822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3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9092,'0'0'3810,"0"-4"-4370,0 24-353,0 3-1424,0 4-688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39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57 1809,'0'0'7288,"0"-10"-6135,-1-26-91,1 36-1009,0-1 1,0 0-1,-1 1 1,1-1 0,0 1-1,0-1 1,-1 1-1,1 0 1,0-1-1,0 1 1,-1-1-1,1 1 1,-1-1-1,1 1 1,0 0 0,-1-1-1,1 1 1,-1 0-1,1 0 1,-1-1-1,1 1 1,-1 0-1,1 0 1,-1 0-1,1-1 1,-1 1 0,1 0-1,-1 0 1,0 0-1,0 0 1,-20 0 621,14 1-521,-4-1-75,-6-1-48,0 1 0,0 1 0,0 0 0,0 1 1,0 1-1,0 1 0,-21 7 0,24-5-14,0 2-1,0 0 1,1 0 0,0 1 0,1 0-1,0 2 1,-10 10 0,19-18-30,1-1 0,0 1 0,0-1 1,0 1-1,1 0 0,-1-1 1,0 1-1,1 0 0,0 0 0,0 0 1,0 0-1,0 1 0,0-1 1,1 0-1,-1 0 0,1 0 0,0 1 1,0-1-1,0 0 0,0 0 1,1 0-1,-1 1 0,1-1 0,0 0 1,0 0-1,0 0 0,0 0 1,1 0-1,-1 0 0,1 0 0,0-1 1,0 1-1,2 3 0,52 39-603,-40-33 522,0 0 0,0 2 0,-1 0 0,14 16 1,-27-26 79,0 0 0,0-1 0,0 1 0,0 0 0,-1 0 0,0 1 0,0-1 0,0 0 0,0 0 0,0 8 0,0-3 11,-1 1 0,-1 0 0,-2 19 0,2-27 11,0 0-1,-1 1 1,1-1-1,0 0 1,-1 0-1,0 0 1,1 0-1,-1 0 1,0 0-1,0 0 1,0-1-1,0 1 1,0-1-1,-1 1 1,1-1-1,0 0 1,-1 0-1,1 0 1,-1 0-1,-3 0 1,-15 10 29,10-5-160,7-3-31,1 0 0,-1-1 0,0 0 0,1 0 0,-1 0 0,0-1 0,0 1 0,-1-1 0,1 0 0,-6 1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40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3105,'0'0'5595,"-9"1"-5035,-28 5 145,36-5-652,0-1 1,-1 1 0,1 0 0,0-1 0,-1 1 0,1 0 0,0 0 0,0 0 0,0 0 0,0 0-1,0 0 1,0 0 0,0 0 0,0 1 0,0-1 0,1 0 0,-1 0 0,0 1 0,1-1-1,-1 0 1,1 1 0,-1-1 0,1 1 0,0-1 0,0 1 0,-1-1 0,1 0 0,0 1 0,0-1-1,1 1 1,-1-1 0,0 1 0,1 1 0,-2 11 341,-3 29 218,1 0 0,4 51 0,0-30-368,-3 104 85,2 127 864,22-3 289,-14-254-1043,-4-14-2149,-9-26 75,-9-12-482,-6-10-2496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40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5491,'0'0'6627,"419"-27"-6627,-340 15-48,-19 1-1681,-13-1-3842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41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581 112 3121,'0'0'2436,"-9"-11"-2142,-28-37-14,34 44-238,0 1-1,0 0 1,0 1 0,-1-1 0,1 0 0,-1 1 0,0 0-1,1 0 1,-1 0 0,0 0 0,0 1 0,0 0 0,0-1-1,0 1 1,-1 1 0,-5-2 0,-7 0 93,-15-4 202,0 1 0,-1 2 0,1 1 0,-43 4 0,11-1 219,59 0-496,-1 0 0,1 0 1,0 0-1,-1 1 0,1 0 1,0 0-1,0 0 0,0 0 1,1 1-1,-1 0 0,0 0 1,1 0-1,0 1 0,-6 5 1,-15 11 178,19-16-144,1 1 0,-1 1-1,1-1 1,0 1 0,0 0-1,1 0 1,0 0 0,0 1 0,0-1-1,1 1 1,0 0 0,0 0-1,1 0 1,-1 1 0,-1 11 0,0 9 496,1 1 0,2 48 0,1-59-372,-1 37 543,0-19 219,5 52 0,-3-82-899,0 0-1,1 0 1,-1-1-1,1 1 1,0 0 0,1 0-1,0-1 1,-1 0-1,2 1 1,-1-1-1,1 0 1,-1 0-1,1-1 1,1 1 0,-1-1-1,1 0 1,-1 0-1,1-1 1,0 1-1,1-1 1,-1 0-1,0 0 1,1-1-1,0 1 1,10 1 0,7 2 86,1-1 0,0-1 0,1-1 0,-1-1 0,26-2 1,-41 0-163,0-1 0,-1 0 0,1 0 0,-1-1 0,1 0 0,-1-1 0,1 0 0,-1 0 0,0-1 0,0 0 0,-1 0 0,13-10 0,2-3-580,-1-2-1,30-34 0,-47 48 436,1 1-76,-1-1-1,-1 0 1,1 0 0,-1-1 0,0 1 0,0 0-1,0-1 1,-1 0 0,0 0 0,3-9-1,-3 0-235,0 0 0,-1 1 0,-2-17 0,1 14 250,0-147-1768,0 163 2000,0 0 0,0-1-1,0 1 1,0 0 0,-1-1 0,1 1-1,-1 0 1,1-1 0,-1 1 0,1 0-1,-1 0 1,0 0 0,1-1-1,-1 1 1,0 0 0,0 0 0,0 0-1,0 0 1,0 1 0,0-1 0,0 0-1,0 0 1,0 0 0,-1 1-1,-1-2 1,1 1 35,-1 1 1,1-1-1,-1 0 0,1 1 0,-1-1 1,1 1-1,-1 0 0,0 0 0,1 0 1,-1 0-1,1 0 0,-1 1 0,-4 0 0,6 0-51,0-1-1,0 1 1,0 0-1,-1-1 1,1 1-1,0 0 0,0 0 1,0 0-1,0 0 1,0 0-1,1 0 1,-1 0-1,0 0 1,0 1-1,1-1 0,-1 0 1,0 0-1,0 2 1,-7 26 340,8-27-307,-8 50 744,3 0 0,2 0-1,4 65 1,1-33 203,-3-60-746,1-12-45,-1 1 0,2-1 0,0 1 1,5 24-1,-5-34-190,0 1 1,0-1 0,0 0-1,1 0 1,0 0-1,-1 0 1,1-1-1,0 1 1,0 0-1,0-1 1,1 1 0,-1-1-1,1 0 1,-1 0-1,1 0 1,0 0-1,0 0 1,0 0 0,0-1-1,0 1 1,0-1-1,0 0 1,5 1-1,24 1-86,-30-3 8,-1 0 0,1 0 1,-1 0-1,1 0 0,-1 0 0,0-1 0,1 1 1,-1-1-1,1 1 0,-1-1 0,0 1 1,0-1-1,1 0 0,-1 0 0,0 0 1,0 0-1,0 0 0,0 0 0,0 0 1,0 0-1,1-1 0,4-12-1074,0 0 0,-2-1 0,5-19 1,-1-9-2855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41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6147,'0'0'5349,"-1"18"-4122,0-2-908,-1 1 58,1 1 0,1-1 1,0 1-1,1-1 0,5 24 1,27 83 1655,5 27-451,-35-135-1465,1 1 0,0-1 1,2 0-1,-1 0 1,2-1-1,0 0 0,1 0 1,1 0-1,0-1 1,15 17-1,-23-29-69,-3-10-165,1 0 1,1 0-1,-1 0 0,2 0 0,0-10 1,1-11-539,-4-50-998,5-94-1545,-2 162 3094,1 0 0,0 0 0,1 0 0,0 1 0,1-1 0,0 1 0,11-20 0,-11 24 107,0-1 0,1 0 0,-1 1 0,2 0 0,-1 0 0,1 0 1,0 1-1,0 0 0,0 0 0,1 1 0,11-7 0,-10 7 36,0 0-1,1 1 1,-1 0-1,1 0 0,0 1 1,0 0-1,0 0 1,0 1-1,14 0 1,-15 1-29,0 0 1,0 1-1,0-1 1,-1 1-1,15 4 0,-19-3 3,0-1 0,0 1 0,0-1 0,0 1 0,0 0 0,0 0 0,0 1 0,-1-1 0,1 0 0,-1 1-1,0 0 1,0 0 0,0-1 0,0 1 0,3 6 0,7 18 452,-1 1 0,-2 1-1,9 38 1,-9-29 8,20 90 829,2 12 277,-27-118-1402,-4-19-149,0 0 1,1 0 0,-1 0 0,1 0 0,0 0-1,0 0 1,0 0 0,0 0 0,3 4-1,-4-62-7268,-6 21 2445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42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 5010,'0'0'3631,"-5"0"-3150,0 0-450,-5 0 332,1 0 1,-1 0 0,0 1 0,1 0 0,-1 1 0,1 0 0,-13 5 0,12-2-198,0 2 0,1-1-1,0 1 1,-11 12 0,-10 7 142,6-7-91,1 1 0,1 1 0,-24 30 0,39-43-73,1 0-1,0 1 0,1-1 0,0 1 0,0 0 1,1 1-1,0-1 0,1 1 0,0 0 0,0 0 0,1 0 1,1 0-1,-1 14 0,1-22-116,1-1 0,0 1 0,0 0 1,0-1-1,0 1 0,0 0 0,0 0 0,1-1 0,-1 1 0,1 0 1,-1-1-1,1 1 0,-1 0 0,1-1 0,0 1 0,0-1 1,0 1-1,0-1 0,0 1 0,2 1 0,0-2-15,0 0 1,0 0-1,1 0 1,-1 0-1,1 0 0,-1 0 1,1-1-1,-1 0 0,5 0 1,307 3 490,-169-4-374,-135 0-137,-1 2-1,0-1 1,0 1-1,0 1 1,14 3-1,-22-4 7,0 0 0,0-1 0,0 1-1,1 0 1,-1 0 0,0 1 0,0-1-1,-1 0 1,1 1 0,0-1 0,0 1 0,-1-1-1,1 1 1,-1 0 0,1 0 0,-1 0-1,0-1 1,0 1 0,0 1 0,0-1 0,0 0-1,0 0 1,-1 0 0,1 0 0,0 1-1,-1-1 1,0 0 0,0 0 0,0 3 0,1 11-22,-1-7 101,0-1 1,0 0-1,-1 1 1,-2 11-1,1-17-53,1 1 0,-1 0 0,1-1 0,-1 0 0,0 1 0,0-1 0,0 0 0,-1 0 0,1 0 0,-1 0 0,0 0 0,-4 3 0,-14 10 2,-1-1 1,-1-1 0,0-1-1,-1-1 1,0-1 0,-1-1-1,0-1 1,-28 6 0,42-13-14,1-1 0,0 0 1,-14 0-1,24-1-12,-1 0-1,0 1 1,1-1 0,-1 0-1,0 0 1,1 0 0,-1-1-1,0 1 1,1 0 0,-1 0-1,0 0 1,1 0 0,-1-1-1,1 1 1,-1 0 0,0 0-1,1-1 1,-1 1 0,0-1-1,0-2-28,0-1 1,0 1-1,1-1 0,-1 1 0,1-1 0,0 1 0,0-1 0,0 0 0,1-5 0,0-7-111,-1 9 100,0-1 1,1 0-1,0 1 1,0-1 0,1 1-1,0-1 1,0 1-1,6-13 1,-1 9 2,-1 0 0,1 1 0,1 0 0,13-15 0,30-28-502,3 1-1,1 4 1,103-70 0,-142 108 531,-12 8 7,1 0 1,-1-1 0,0 0 0,0 0 0,6-6-1,-10 9 14,0 0 0,1 0 0,-1 0 0,0-1 0,0 1 0,1 0 0,-1 0 0,0 0 0,1 0 0,-1 0 0,0-1-1,1 1 1,-1 0 0,0 0 0,1 0 0,-1 0 0,1 0 0,-1 0 0,0 0 0,1 0 0,-1 1 0,0-1 0,1 0 0,-1 0 0,0 0-1,1 0 1,-1 0 0,0 0 0,1 1 0,-1-1 0,0 0 0,0 0 0,1 1 0,-1-1 0,10 10 403,-4 3-169,0 0 0,-1-1 0,-1 2 0,0-1 0,3 17 0,8 28 518,-7-34-399,53 136 1377,-52-141-1682,1-1 1,0 0-1,1 0 1,1-1-1,1-1 0,17 19 1,-29-35-294,4 4 617,-3-9-3262,-3-29-854,-5-11-2766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43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13158,'0'0'1409,"20"-101"-13479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46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242 837 2305,'0'0'4426,"6"0"-3922,-3-1-382,1 1 243,1-1 0,-1 1 1,1-1-1,-1 0 0,0-1 1,1 1-1,3-3 0,-7 4-200,0-1-1,1 1 0,-1-1 0,0 0 0,0 1 1,0-1-1,0 0 0,0 0 0,0 0 0,0 0 1,0 0-1,0 0 0,-1 0 0,1 0 0,0 0 1,-1 0-1,1 0 0,0 0 0,-1 0 0,0-1 0,1 1 1,-1 0-1,0 0 0,1-1 0,-1 1 0,0 0 1,0 0-1,0-1 0,0 1 0,0 0 0,0-1 1,-1-1-1,1-8-174,-2-18 230,2 28-217,-1-1-1,1 1 1,-1 0 0,0-1 0,1 1-1,-1 0 1,0 0 0,0 0-1,0 0 1,0-1 0,0 1-1,0 0 1,0 1 0,-1-1 0,1 0-1,0 0 1,0 0 0,-3 0-1,3 0-4,-7-3 17,-1 1 0,1 0 0,-1 0 0,1 1 0,-12-3 0,18 5 36,-19 0-184,-4 0 431,25 0-268,0-3-9,0 3 32,-27-1 84,19-1-139,0 1 0,-1 0 0,1 1 1,-1 0-1,1 0 0,-1 0 0,-10 3 1,16-2 0,-1 1 1,1-1-1,0 1 1,0-1-1,0 1 1,0 0-1,0 0 1,0 0-1,1 1 1,-1-1-1,1 0 1,-1 1-1,1 0 1,0 0-1,0 0 1,0 0-1,0 0 1,1 0-1,-1 0 1,-1 5 0,-1 10 59,0-1 0,0 1 1,2 0-1,0 0 1,1 0-1,3 35 0,-1-9 235,-1-29-225,-1-9-30,1 0 0,0 1-1,1-1 1,1 10 0,-1-14-30,-1-1 0,1 1 1,0 0-1,0 0 0,0-1 0,0 1 0,0-1 0,0 1 0,0-1 0,0 1 1,0-1-1,1 1 0,-1-1 0,1 0 0,-1 0 0,1 0 0,-1 0 0,1 0 1,2 1-1,7 2 98,1-1 0,0 0 0,0-1 0,0-1 0,1 1 0,-1-2 0,22-1 0,-8 1-16,-24-1-114,-1 0 0,1 0 0,0 0 0,-1 0 1,1-1-1,0 1 0,-1 0 0,0-1 0,1 1 0,-1-1 1,0 1-1,0-1 0,0 1 0,0-1 0,2-3 0,7-10-214,40-27-274,-41 36 490,0 0 0,-1-1 0,0 0 0,0 0 0,-1-1 0,0 0 1,0-1-1,6-11 0,-5 4-245,-1-1 0,0-1-1,-2 1 1,0-1 0,-1 0 0,3-30 0,-3-113-1379,-4 111 1335,0-309-2264,-1 337 2448,-2 0 1,0 0 0,-1 1 0,-12-36 0,11 38 166,-4 6 913,9 13-935,0 0 0,-1 0-1,1 0 1,0-1-1,0 1 1,-1 0 0,1 0-1,0 0 1,-1 0-1,1 0 1,0 0 0,0 0-1,-1 0 1,1 0-1,0 0 1,-1 0 0,1 0-1,0 0 1,-1 0-1,1 0 1,0 0 0,0 0-1,-1 0 1,1 0-1,0 0 1,-1 0 0,1 1-1,0-1 1,0 0-1,-1 0 1,1 0-1,0 1 1,0-1 0,0 0-1,-1 0 1,1 0-1,0 1 1,0-1 0,0 0-1,0 0 1,-1 1-1,1-1 1,0 0 0,0 1-1,0-1 1,0 0-1,0 0 1,0 1 0,0-1-1,0 0 1,0 1-1,0-1 1,0 1 0,-2 9 269,1 1 0,0-1 0,1 1 0,2 18 0,-1 3 120,-2 71 222,8 216 576,7-28-589,-1 1 180,0-58-47,-10-211-699,-3-22-48,0-1-1,0 1 0,1-1 0,-1 1 1,0 0-1,0-1 0,0 1 1,1 0-1,-1-1 0,0 1 1,0-1-1,1 1 0,-1-1 1,1 1-1,-1-1 0,0 1 1,1-1-1,-1 1 0,1-1 0,-1 1 1,1-1-1,0 0 0,-1 1 1,2-1-1,-1-11-464,-1-99-6549,0 67 1804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47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248 195 5763,'0'0'4466,"0"-6"-3903,0-5-403,0-29 844,0 37-963,0 1 0,0 0 0,-1 0 0,1-1 0,-1 1 0,1 0 0,-1 0 0,0 0 0,0 0 0,0 0 0,0 0-1,0 0 1,-1 0 0,1 0 0,-3-2 0,-21-17 5,8 6 47,-38-25 0,42 31-26,11 7-37,-1 0 1,1 1 0,-1-1-1,1 0 1,-1 1-1,0 0 1,1 0 0,-1 0-1,0 0 1,0 0-1,0 0 1,-5 0-1,7 1 96,-26 0 213,-5 0 61,24 20-133,6-16-218,0 0 0,0 0 0,0 0 0,1 0 0,0 0 0,-1 0 0,1 0 0,1 0 0,-2 8 0,3 41 480,0-24-270,-1 281 2713,0-309-2966,0 2 11,0-1 1,0 1 0,0 0-1,1 0 1,-1 0 0,1 0 0,1 4-1,-2-6-16,1 0 1,0 0-1,-1 0 0,1 0 0,0 0 0,-1 0 0,1 0 0,0-1 1,0 1-1,0 0 0,0 0 0,0-1 0,0 1 0,0 0 0,0-1 1,0 1-1,0-1 0,0 0 0,1 1 0,-1-1 0,0 0 1,0 0-1,0 1 0,1-1 0,-1 0 0,2 0 0,-2 0 170,13-2-38,-11 1-149,0-1-1,-1 1 1,1-1-1,-1 0 1,1 0-1,-1 0 0,0 0 1,0 0-1,0 0 1,3-5-1,18-32-170,-9 15 106,0 2 33,-3 7-108,-1-1 0,0 0 0,-1-1 1,-1 0-1,0 0 0,-1-1 0,8-35 1,-11 9 11,0-66 0,-4 108 184,0 2 274,2 16-468,22 80 811,49 125 1,-71-218-645,4 13 88,1 0 1,0 0-1,2-1 1,13 19-1,-20-31-100,0 0 0,1 0 1,0 0-1,-1 0 0,1 0 0,0-1 0,0 0 0,0 1 0,1-1 0,-1 0 0,0-1 0,1 1 0,-1-1 0,1 1 1,0-1-1,-1 0 0,1 0 0,0-1 0,0 1 0,0-1 0,-1 0 0,1 0 0,0 0 0,0 0 0,0-1 0,4 0 0,-5-1-72,1 1-1,-1-1 1,1 1-1,-1-1 1,0 0-1,0 0 1,0-1-1,0 1 1,0-1-1,0 1 1,-1-1-1,1 0 1,-1 0-1,0 0 1,1 0-1,1-5 1,1-3-353,0 1 0,-1-1 0,0 0 0,3-12 1,-4 6-1408,0-1 1,-1 1 0,-1-32 0,-1 1-4429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47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5282,'0'0'5971,"2"10"-4098,12 19-889,20 30 0,15 32-164,-31-45-551,-3 1 1,-1 1-1,7 53 0,-17-78-138,11 72 613,3 135 0,-10-92-231,-6-116-366,1 0-1,8 34 0,-8-47-81,0 0 0,1 0 0,0 0 0,0 0 0,0-1 0,2 1-1,10 13 1,-5-12-27,-9-9 68,-1-3-664,-1 1 330,0-1 0,0 0 0,0 1 0,0-1 1,0 0-1,-1 1 0,1-1 0,0 1 0,-1-1 1,1 0-1,-1 1 0,0-1 0,1 1 0,-3-3 0,-17-23-2463,7 11-105,-7-15-3084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49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75 4674,'0'0'4594,"0"-23"-1499,0 21-3073,-1 1 1,0-1-1,0 1 0,1-1 0,-1 1 1,0-1-1,0 1 0,0-1 1,-1 1-1,1 0 0,0 0 1,0 0-1,-1 0 0,1 0 0,-1 0 1,1 0-1,-1 0 0,1 0 1,-1 1-1,0-1 0,1 0 0,-1 1 1,-2-1-1,-43-11 158,47 12-177,-44-6 61,0 2 0,-72 2 1,75 2-29,32 1-24,0-1-1,0 2 0,0-1 1,0 1-1,1 1 1,-1-1-1,1 2 1,-15 6-1,17-7 3,0 1 1,0-1-1,1 1 0,-1 0 0,1 0 1,0 1-1,0 0 0,1 0 0,-1 0 1,1 0-1,0 1 0,-3 5 0,3-2 125,0 1 0,1-1 0,1 1 0,-1 0-1,1 0 1,-1 15 0,3 63 1234,1-43-844,-2-38-460,1-1 1,0 1 0,0 0-1,1-1 1,0 1 0,0 0 0,0-1-1,1 1 1,0-1 0,0 0-1,0 0 1,1 0 0,0 0 0,7 10-1,-2-5 128,1 0-1,0 0 0,0-1 1,1 0-1,1 0 0,14 9 1,-18-14-142,1-1 0,-1 0 1,1 0-1,0-1 0,0 0 1,0 0-1,0-1 0,0 0 1,1 0-1,-1-1 0,16 0 1,-20-2-49,0 1 1,0-1-1,0 0 1,0 0-1,-1-1 0,1 1 1,-1-1-1,1 0 1,-1 0-1,1 0 1,-1 0-1,0-1 1,0 1-1,0-1 1,-1 0-1,1 1 1,3-7-1,3-2-285,-1 0 1,0-1-1,9-20 0,-8 10-336,0 1 1,-2-1-1,0 0 0,-2 0 0,4-26 1,-4-3-1206,-2-61-1,-3 62 1780,0 49 214,0 1-134,0 0 0,0-1 0,0 1-1,0 0 1,0 0 0,0 0 0,0 0 0,0-1 0,0 1 0,0 0 0,0 0 0,0 0-1,-1 0 1,1-1 0,0 1 0,0 0 0,0 0 0,0 0 0,0 0 0,0 0 0,0-1 0,-1 1-1,1 0 1,0 0 0,0 0 0,0 0 0,0 0 0,0 0 0,-1 0 0,1 0 0,0 0-1,0 0 1,0 0 0,0 0 0,-1-1 0,1 1 0,0 0 0,0 0 0,0 0 0,-1 1 0,1-1-1,0 0 1,0 0 0,0 0 0,0 0 0,-1 0 0,1 0 0,0 0 0,0 0 0,0 0-1,0 0 1,0 0 0,-1 0 0,1 1 0,0-1 0,0 0 0,0 0 0,0 0 0,0 0-1,0 0 1,-1 0 0,1 1 0,0-1 0,-2 8 66,0 1 1,0-1-1,1 1 0,0-1 1,0 1-1,1-1 0,0 1 1,2 15-1,0 8 292,-3 18 322,0 3-7,3 0 1,10 73-1,-9-107-555,-1-7-37,0 0 0,1-1 0,5 15 0,-6-22-93,0-1 1,0 1 0,0-1 0,0 1-1,1-1 1,-1 0 0,1 0-1,0 0 1,-1 0 0,2-1-1,-1 1 1,0-1 0,5 3-1,-6-3 52,18-136-9679,-14 80 1132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0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36 5539,'0'0'5234,"-2"4"-4452,0 1-582,-1-1-24,1 0 0,0 0 0,0 0 0,1 1 0,0-1 1,-1 0-1,1 0 0,0 1 0,0 4 0,-5 127 2155,6 248 1674,0-383-3872,-1-149-2256,-1 95-300,6-68 1,-2 111 2111,0 0 0,1 1 0,0-1 0,0 1 0,1-1 1,8-13-1,4-11-280,-14 31 627,-1 0 1,0 1-1,1-1 1,0 0-1,0 1 1,0-1-1,0 1 1,0-1-1,0 1 1,0 0-1,1 0 1,-1 0-1,1 0 1,0 0-1,0 1 0,-1-1 1,1 1-1,0-1 1,5 0-1,3 0 310,0 0 1,1 0-1,-1 2 0,16 0 0,-23 0-237,1 1-1,-1 0 1,0 0 0,0 1-1,0-1 1,0 1 0,0 0 0,0 0-1,-1 0 1,1 0 0,-1 1-1,1-1 1,-1 1 0,0 0 0,0 0-1,4 6 1,4 5 300,0 0 0,-1 0 0,8 16 0,6 21 779,-2 1-1,22 79 1,0-3 363,-29-95-1152,-15-32-373,1 1-1,0-1 1,-1 0-1,1 1 1,0-1-1,0 0 1,0 0-1,0 0 1,0 0 0,0 0-1,0 0 1,1 0-1,-1 0 1,0 0-1,0-1 1,1 1-1,-1 0 1,0-1 0,3 1-1,-3-1 218,-1-44-139,2-59-632,-1 91 419,1 0-1,0 0 1,1 0-1,0 0 1,1 1 0,7-16-1,2 0-192,2 1 0,0 0 0,1 2 0,2 0 0,38-41 1,-8 19-17,2 2 1,69-48-1,-112 88 310,0 0-1,1 0 1,-1 0-1,1 1 1,-1 0-1,1 1 1,0-1 0,0 2-1,0-1 1,0 1-1,16 0 1,-23 1 13,1 0 0,0 0 0,-1 1 0,1-1 0,0 1 0,-1-1 0,1 1 0,-1-1 1,1 1-1,-1 0 0,1 0 0,-1 0 0,1 0 0,-1 0 0,0 0 0,0 0 0,1 1 0,-1-1 0,0 0 1,1 3-1,17 34 195,-15-29-134,68 207 1919,-52-144-1130,46 106 0,-60-165-810,1-1 0,-1 0 0,2 0 0,0-1 0,0 0 0,13 12 0,-18-82-2873,-3-37-4210,0 46 950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0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1 5298,'0'0'7097,"-3"7"-3439,-12 29-3160,-36 56 1,11-21-66,-26 62 394,5 2 0,-52 175 0,97-259-458,-10 70 1,24-99-194,2-21-157,0-8-204,0-11-401,1-1-1,1 0 0,0 0 0,8-28 0,75-194-8388,-65 178 5197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1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1 123 864,'0'0'7580,"1"-18"-6249,1-5-872,1-53 1206,-1 76-1513,0-1 0,-1 0 0,1 0 1,0 1-1,-1-1 0,1 1 0,0-1 0,-1 1 0,1 0 1,0 0-1,0 0 0,0 0 0,-1 0 0,1 0 1,0 0-1,0 0 0,-1 1 0,1-1 0,0 1 0,-1-1 1,1 1-1,3 1 0,0 5 15,-1 0 1,1 1-1,-1-1 0,0 1 0,-1 0 1,3 9-1,-4-13-105,106 347 3597,-44-124-1957,-41-157-1167,38 77 1,-56-136-501,1-1-1,0 0 1,1 0 0,13 13 0,-19-21-33,1 3-42,-2-5-320,-3-10-2404,-8-5 845,-1 1 0,0 0 0,-1 1 0,-18-14 0,27 23 1229,-29-24-5980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1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11861,'0'0'3938,"446"-51"-3938,-353 44 0,-20-1-432,-33 8-2273,-20 0-5139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5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27 122 3602,'0'0'11007,"0"0"-11000,0 0 0,-1 0 0,1 0 0,0 0-1,0 0 1,-1 0 0,1 0 0,0 0 0,0 0-1,-1 0 1,1 0 0,0 0 0,0 1 0,-1-1 0,1 0-1,0 0 1,0 0 0,0 0 0,-1 0 0,1 1-1,0-1 1,0 0 0,0 0 0,0 0 0,-1 1-1,1-1 1,0 0 0,0 0 0,0 0 0,0 1-1,0-1 1,0 0 0,0 0 0,0 1 0,0-1 0,-1 0-1,1 1 1,0 398 1284,0-398-1155,0-11-112,1 3-3,0-18-247,-1 23 205,0 1 1,-1 0-1,1-1 0,0 1 0,-1 0 0,1 0 1,-1-1-1,1 1 0,-1 0 0,1 0 0,-1 0 0,0 0 1,0 0-1,1 0 0,-1 0 0,0 0 0,0 0 0,0 0 1,-2-1-1,2 1-19,-1-2-137,-2-6-409,4-403-3299,0 411 4243,14-11 2,-13 10-339,1 0-1,-1 0 1,1 1 0,-1-1 0,1 1-1,0-1 1,0 1 0,0-1-1,0 1 1,0 0 0,0 0 0,0 0-1,0 0 1,0 0 0,0 1 0,0-1-1,1 1 1,-1-1 0,0 1-1,0 0 1,1 0 0,-1 0 0,0 0-1,1 0 1,-1 0 0,0 1-1,0-1 1,5 2 0,3 1 120,0 1-1,1-1 1,-1 2 0,17 9 0,-25-12-100,1-1 0,-1 1 1,0 0-1,0 0 0,0 0 1,4 5-1,5 6 96,0-2-37,0 1 0,0 0 0,-1 1 0,-1 0-1,0 1 1,-1-1 0,-1 2 0,0-1 0,7 21-1,65 206 950,-75-224-997,0-1 0,-2 1 1,0 0-1,0 33 0,-2-49 132,0-9-192,0-475-4260,0 482 4265,0-1 1,1 0 0,-1 0 0,0 1-1,1-1 1,-1 0 0,1 1-1,0-1 1,-1 0 0,1 1 0,0-1-1,0 1 1,0-1 0,0 1 0,0 0-1,0-1 1,1 1 0,-1 0-1,0 0 1,1 0 0,-1 0 0,4-2-1,3-1-33,0 0 1,1 1-1,13-4 0,14-7 200,-32 12-144,0 1 0,0-1 0,-1 1 1,1 0-1,0 1 0,0-1 0,0 1 1,0-1-1,0 1 0,5 1 0,-3-1 40,-6 0-49,1 1-1,0-1 0,-1 1 0,1-1 0,0 1 0,-1-1 0,1 1 0,0-1 0,-1 1 0,1 0 0,-1-1 0,0 1 0,1 0 0,-1-1 0,1 1 0,-1 0 0,0 0 0,1-1 0,-1 2 1,8 22 166,-6-18-134,7 30 212,5 41 0,2 8 582,4 8 232,7 29 325,-19-101-1411,-4-19-1211,-3-13-961,-1-5-1890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5539,'0'0'5085,"0"7"-4157,0 0-686,0 73 1564,14 107 1,84 543 1363,-95-700-3049,9 60 148,-10-80-182,1 0 0,0 0 0,0 0 1,1 0-1,1 0 0,7 12 0,-11-20-62,-1-1-21,0-1 0,0 1-1,0-1 1,1 1 0,-1-1 0,0 1-1,0-1 1,1 1 0,-1-1-1,0 1 1,1-1 0,-1 1 0,1-1-1,-1 0 1,0 1 0,1-1 0,-1 0-1,1 1 1,-1-1 0,1 0 0,-1 0-1,1 1 1,-1-1 0,1 0-1,0 0 1,-1 0 0,1 0 0,0 1-1,0-20-387,-1-3-177,1 6 3,-1-1 0,-1 1 0,0-1 1,-1 1-1,-1 0 0,-5-18 0,-11-18-2641,-33-62 1,24 57 615,2-4-176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21 439 976,'0'0'1676,"-4"-35"-745,-9-110-99,10 112 148,2-33 0,2 36-157,-1 27-764,0-1-1,1 1 1,-1 0 0,1-1 0,0 1-1,0 0 1,0 0 0,0 0 0,1 0 0,-1 0-1,1 0 1,0 0 0,0 1 0,0-1-1,0 0 1,0 1 0,1 0 0,-1-1-1,1 1 1,-1 0 0,4-1 0,7-5-32,0 1 1,0 0 0,22-6 0,-33 12-23,20-6 86,1 0 0,0 2 0,1 1 0,-1 0 0,1 2 0,-1 1 0,41 2 0,-55 1 110,0-1-1,0 1 1,0 1 0,0-1 0,0 2-1,-1-1 1,1 1 0,-1 0-1,0 1 1,0 0 0,0 0 0,-1 1-1,0 0 1,11 11 0,-11-10-23,0 1 1,0 0-1,-1 0 1,0 0-1,-1 1 0,0-1 1,0 1-1,-1 1 1,0-1-1,-1 1 1,0-1-1,0 1 1,2 15-1,-5-21-115,1 13 320,-1 31-1,0-42-334,0-1 0,-1 0 0,0 0 0,0 0 0,-1 0 0,0 0 0,0 0 0,0 0 0,0-1-1,-5 9 1,-1-4 29,-1 1-1,0-2 0,-1 1 0,0-1 0,0-1 1,-18 12-1,-3-2 20,-39 15 0,50-24-437,1-1 0,-1-1 0,-1-1-1,1-1 1,-1-1 0,0-1 0,-28 0 0,49-2 285,0 1 0,-1-1-1,1 0 1,0 0 0,-1 0 0,1 0 0,0 0 0,0 0 0,-1 0-1,1 0 1,0 0 0,-1 0 0,1-1 0,0 1 0,0 0 0,-1 0-1,1 0 1,0 0 0,0 0 0,-1 0 0,1-1 0,0 1 0,0 0-1,-1 0 1,1 0 0,0-1 0,0 1 0,0 0 0,-1 0 0,1 0-1,0-1 1,0 1 0,0 0 0,0-1 0,0 1 0,0 0 0,-1 0-1,1-1 1,0 1 0,0 0 0,0-1 0,0 1 0,0 0 0,0-1-1,-1-35-4729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6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0 364 6307,'0'0'7179,"40"-14"-6619,132-46-170,-115 40-299,-22 8-59,-1-1 1,-1-1 0,39-24-1,-63 34-46,-1-1-1,0-1 1,-1 1-1,1-1 0,6-8 1,-11 11-44,-1 1 1,0-1-1,0 0 0,0-1 1,0 1-1,-1 0 1,1-1-1,-1 1 1,0-1-1,0 1 1,0-1-1,0 1 1,-1-1-1,1 0 0,-1-5 1,0-3-228,-2-17-1257,2 28 1481,-1 0 0,1-1 1,-1 1-1,1 0 0,-1 0 0,0 0 1,0-1-1,1 1 0,-1 0 1,0 0-1,0 0 0,0 0 0,0 1 1,0-1-1,0 0 0,-1 0 1,1 1-1,0-1 0,-2 0 1,-21-7 2,1 1 1,-1 2-1,0 1 1,-1 0 0,-39 0-1,-136 4 341,198 0-253,0 0 0,0 0 0,0 0 0,0 0 1,0 1-1,0-1 0,0 1 0,0-1 0,0 1 0,0 0 0,0 0 0,0 0 0,0 0 0,1 0 0,-1 0 0,0 0 0,1 1 0,-1-1 0,1 1 1,-1-1-1,1 1 0,0-1 0,-1 1 0,1 0 0,0 0 0,0 0 0,0-1 0,1 1 0,-1 0 0,-1 4 0,0 5 137,1 0 1,-1 0-1,2 0 0,1 21 0,-1-11 95,-1 29 368,0-16 44,4 46 0,-2-70-508,1 0 0,0 0-1,0 0 1,1 0-1,0-1 1,1 1 0,0-1-1,11 18 1,-4-11 99,2-1 1,-1 1-1,2-2 1,23 20-1,-28-26-204,1-1 0,-1 0 0,1-1 0,0 0 0,0-1 0,1 0 0,0-1 0,0 0 0,13 3 0,-13-5-99,1 0 0,-1-1 0,0 0 0,0-1 0,1-1 0,-1 0 1,0 0-1,0-1 0,0 0 0,0-1 0,0-1 0,-1 1 0,1-2 1,-1 1-1,0-1 0,0-1 0,-1 0 0,1 0 0,-1-1 0,9-9 1,-4 4-1412,-1-2 1,0 1 0,-1-1 0,15-22 0,-11-1-5745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7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5507,'0'0'5917,"0"3"-5045,0 7-465,-1 22 477,2-1-1,1 0 0,1 0 1,12 50-1,6 1 124,-13-49-558,1 0 1,1 0-1,2-1 1,19 38 0,-28-63-304,-2-7 41,-3-16-192,1-74-1220,3-117-1560,-1 198 2733,1 0-1,0-1 1,0 1-1,1 0 1,0 1 0,0-1-1,1 0 1,1 1 0,-1 0-1,1 0 1,0 0-1,10-10 1,-8 10 74,1 0 1,0 0-1,1 1 1,-1 0-1,2 0 0,-1 1 1,0 0-1,1 1 0,0 0 1,12-4-1,-16 7 66,0 0 0,0 1-1,0 0 1,0 1 0,0-1 0,0 1 0,0 0-1,0 0 1,9 2 0,-13-1-84,-1 0 0,1 0-1,0 0 1,-1 0 0,1 1 0,-1-1 0,1 0 0,-1 1 0,0-1-1,1 1 1,-1-1 0,0 1 0,0 0 0,0-1 0,0 1 0,0 0-1,-1 0 1,1 0 0,-1 0 0,1-1 0,-1 1 0,1 3 0,1 4-405,0 1 1,-1 0 0,0 13-1,-1 6-2558,0-8-2758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7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40 442 8740,'0'0'3796,"37"-36"-3724,114-114-104,-134 132-21,22-29 0,-36 43 18,0-1-1,-1 0 0,1 1 1,-1-1-1,2-9 0,-1 5-28,0-2-353,0-2-1,-2 1 1,1 0-1,-1 0 0,-2-23 1,1 14-669,0 20 1034,0 0-1,-1-1 0,1 1 1,0 0-1,-1 0 0,1 0 1,-1-1-1,1 1 0,-1 0 0,0 0 1,1 0-1,-1 0 0,0 0 1,0 0-1,0 0 0,0 0 1,0 1-1,0-1 0,0 0 1,0 0-1,0 1 0,0-1 1,0 1-1,0-1 0,0 1 1,-1-1-1,1 1 0,0 0 1,0-1-1,-1 1 0,-1 0 1,-7-1-18,0 0 0,-1 0 0,-9 2 1,8-1 8,-19-1 47,-27 2 149,53 0-93,1-1 0,-1 1-1,1 0 1,-1 1 0,1-1-1,0 1 1,0 0-1,0 0 1,0 0 0,-6 5-1,4-2 84,-1 1-1,1 0 0,1 1 1,-1-1-1,1 1 1,0 0-1,1 0 0,0 1 1,0-1-1,0 1 0,1 0 1,0 0-1,1 0 1,-3 13-1,0 9 841,2 1 0,1 53 0,3-64-513,-2-11-272,2 0 0,0 0 0,0 0 0,0 0 0,1 0-1,1 0 1,-1-1 0,1 1 0,1-1 0,0 1 0,0-1-1,0 0 1,1-1 0,0 1 0,1-1 0,0 0 0,0 0-1,0-1 1,1 0 0,0 0 0,11 7 0,-8-6-67,1 0 0,0-1 0,1-1 0,-1 0 0,1 0 1,0-1-1,0 0 0,19 2 0,3-2 97,67 0 0,-89-3-188,0-2 0,1 0 0,-1 0 0,21-6 0,-26 5-180,0-1 1,0 0 0,0-1 0,0 1 0,0-1 0,-1 0 0,0-1-1,11-9 1,20-24-2954,-8-1-2472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8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54 7091,'0'0'5285,"-2"-2"-4836,-7-6 4,7 6-71,1 2-364,1 0 0,-1 1 0,1-1 0,-1 0 0,1 0 0,0 1 0,-1-1 0,1 0 0,-1 1 0,1-1 0,0 1 0,-1-1 0,1 0 1,0 1-1,0-1 0,-1 1 0,1-1 0,0 1 0,0-1 0,0 1 0,-1-1 0,1 1 0,0-1 0,0 1 0,0-1 0,0 1 0,0-1 0,0 1 0,0-1 1,0 1-1,0-1 0,0 1 0,1-1 0,-1 2 0,-1 78 963,4 120 1565,-1-182-2375,0-1-1,2 1 1,0-1 0,0 0 0,2 0-1,0-1 1,1 1 0,0-2 0,2 1-1,-1-1 1,16 20 0,-19-29-115,-1-2 257,-7-16-287,-1 1-293,-1 0 0,-10-18 0,9 18 89,0-1 1,1 1 0,-5-15 0,2 0-75,0 0 1,3-1 0,0 0-1,-2-45 1,7-87-1905,0 158 2156,0 1 0,0-1-1,0 0 1,0 0 0,0 0-1,0 0 1,1 0 0,-1 1 0,0-1-1,1 0 1,-1 0 0,1 0-1,-1 1 1,1-1 0,-1 0-1,1 1 1,-1-1 0,1 0-1,0 1 1,-1-1 0,1 1-1,1-2 1,0 1 8,0 0-1,1 0 1,-1 1-1,0-1 0,1 0 1,-1 1-1,0-1 1,5 1-1,-2 0 37,0 0 0,-1 0 0,1 0 0,0 1 0,0 0 0,0 0 1,-1 0-1,10 4 0,-4 2 127,0 0 0,-1 0 1,0 0-1,0 1 0,14 16 1,38 54 756,-60-77-905,95 141 1532,-80-113-1169,-1 0 0,-2 0 1,13 40-1,-18-50-86,-8-38-413,-1-5-234,-12-138-2556,12 120 2070,-1 18-9,5-47 1,-2 64 718,0 0 1,1 0-1,0 1 1,0-1 0,0 1-1,1-1 1,0 1-1,0 0 1,0 0-1,1 0 1,5-7 0,6-3-85,1 1 0,0 0 0,1 1 0,1 0 0,0 2 0,25-14 0,-41 25 267,0 0 0,0 0 0,0 0 1,0 0-1,0 0 0,1 1 0,-1-1 0,0 1 0,1-1 0,-1 1 1,0 0-1,0 0 0,1 0 0,-1 0 0,0 0 0,1 1 1,-1-1-1,0 1 0,0-1 0,1 1 0,-1 0 0,0 0 0,0 0 1,0 0-1,0 0 0,0 0 0,0 1 0,0-1 0,-1 1 0,4 2 1,1 4 249,0 0 1,-1 1 0,0-1 0,-1 1 0,7 17 0,12 35 607,-3 1 0,-2 0 1,-3 2-1,9 93 0,-23-96-918,-1-58-512,-9-6-2874,-7-12-1536,1-14-4445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9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5859,'0'0'3999,"21"-24"-3735,70-74-3,-42 50-19,-43 44-210,0-1-1,0-1 1,-1 1 0,0-1-1,0 0 1,0 0 0,0 0-1,-1-1 1,0 1 0,-1-1-1,5-12 1,-6 14-14,-2 0 0,1 0 1,-1 0-1,1 0 0,-2-9 0,1 2 353,0 12-343,-1-1 0,1 0 0,0 1 0,0-1 0,-1 1 0,1-1 0,0 1 1,0-1-1,-1 0 0,1 1 0,-1 0 0,1-1 0,0 1 0,-1-1 0,1 1 0,-1-1 0,1 1 0,-1 0 0,0-1 0,1 1 0,-1 0 0,1 0 0,-1-1 0,1 1 0,-2 0 0,-18-5-38,17 5 38,-19-3 10,0 1-1,0 2 0,-31 2 1,51-2-36,-1 0-1,1 0 1,0 1 0,0 0 0,0-1 0,0 1 0,0 0-1,0 0 1,0 0 0,0 0 0,0 0 0,1 0 0,-1 0 0,0 1-1,1-1 1,-3 4 0,1-2 20,1 0 0,0 1 0,0-1-1,0 1 1,0 0 0,1 0 0,0-1 0,-2 7 0,0 8 215,1 0 0,1-1 0,1 26 0,0-26 73,-1 26 278,3 56 886,-1-86-1246,1 0 0,0 0 0,1-1 0,0 1 0,9 19 1,-5-18-59,0-1 0,1 0 1,0-1-1,1 0 1,1 0-1,-1-1 0,17 15 1,-17-19-82,0 1-1,1-1 1,0 0 0,0-1 0,0 0-1,0-1 1,1 0 0,0-1 0,0 0 0,13 3-1,-6-4 2,1 0-1,0-2 1,39 0-1,-50-2-86,0 1 0,0-1 0,0-1 0,-1 0 1,1 0-1,0 0 0,-1-1 0,1 0 0,-1-1 0,0 0 0,13-8 0,-4-2-378,-1-1 1,-1 0-1,0-1 0,-1-1 1,-1 0-1,19-36 0,-17 27-1059,-2-1 1,-2-1-1,0 1 1,8-44-1,-3-14-3510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9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5282,'0'0'4005,"-11"0"-3786,-34 1 120,45-1-316,-1 0 1,1 0 0,-1 0 0,0 0 0,1 1 0,-1-1 0,1 0 0,-1 0 0,1 0 0,-1 1 0,1-1 0,-1 0 0,1 0 0,-1 1 0,1-1 0,-1 1 0,1-1 0,0 0 0,-1 1 0,1-1 0,0 1 0,-1-1 0,1 1 0,0-1 0,-1 1 0,1-1 0,0 1 0,0-1 0,0 1 0,0-1 0,-1 1 0,1-1 0,0 1 0,0 0 0,0-1 0,0 1 0,0-1 0,0 1 0,0-1 0,1 1 0,-1 0 0,0-1 0,0 1 0,1 0 0,-1 3 148,0 4 48,0 81 2531,20 172 0,41 231 672,-59-472-3368,1 15 149,1 0 0,18 67 0,-18-93-167,-3-7-22,-1 0 0,1 0 0,0 0 1,-1 0-1,1 0 0,-1 0 0,0 0 0,0 0 0,0 0 1,0 0-1,0 3 0,0-3-50,0-6-493,1-60-2517,-3-94-6353,-4 115 4526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1:5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10405,'0'0'6867,"399"12"-6627,-326-12-176,-13 0-64,-7 0-16,-19-4-1088,-8-4-1650,-12-3-3393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2:00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115 457 6627,'0'0'7491,"-7"-2"-6688,4 1-718,1 0-1,0 0 1,-1-1-1,1 1 0,0 0 1,-1-1-1,1 1 0,0-1 1,0 0-1,-3-3 1,5 4-52,-1 0 1,0-1 0,1 1 0,-1-1 0,1 1 0,-1-1 0,1 1 0,0-1-1,0 1 1,-1-1 0,1 1 0,0-1 0,1 0 0,-1 1 0,0-1-1,0 1 1,0-1 0,1 1 0,-1-1 0,1 1 0,0-1 0,-1 1-1,1 0 1,0-1 0,0 1 0,-1 0 0,1-1 0,2 0 0,17-24 61,40-39 0,1-2-80,-60 66-17,57-77-53,-52 69 3,-1 0-1,-1 0 1,1 0-1,-1-1 0,-1 1 1,0-1-1,3-13 1,-1-33-618,-5 56 659,0-1 0,-1 1 0,1-1 0,-1 0 1,1 1-1,-1-1 0,1 1 0,-1-1 0,1 1 0,-1 0 0,1-1 0,-1 1 0,0 0 1,1-1-1,-1 1 0,0 0 0,1-1 0,-1 1 0,0 0 0,1 0 0,-1 0 1,0 0-1,0 0 0,1 0 0,-2 0 0,-28-2-15,21 1-4,-154 1-55,159 0 85,0 0 0,0 0 1,0 1-1,0 0 1,0 0-1,0 0 0,0 0 1,1 1-1,-1-1 0,0 1 1,1 0-1,-1 0 0,1 0 1,0 1-1,0-1 1,0 1-1,0 0 0,0 0 1,0 0-1,1 0 0,-1 0 1,1 0-1,0 1 1,0-1-1,-2 7 0,-1 1 33,1 0-1,1 0 1,0 1-1,1-1 1,0 1-1,1-1 1,0 19-1,0 27 428,3 73 955,0-115-1177,0 0 0,1 1 0,1-1 0,0-1 0,1 1 0,9 19-1,-5-17 0,1 0-1,0 0 0,2-1 0,0-1 1,23 24-1,-26-30-171,0-1 1,1 0-1,1 0 1,-1-1-1,1 0 0,0-1 1,0-1-1,1 1 1,0-2-1,12 4 0,-7-4-18,0-1 0,0 0 0,0-1 0,1-1 0,-1-1-1,0 0 1,0-1 0,30-6 0,-35 1-98,0 0 0,0 0 0,0-1 0,-1-1 0,-1 0 0,1 0 0,12-14 1,-13 13-127,4-4-642,-1 1 0,0-1 0,-1-1 0,-1-1 0,0 1-1,-1-2 1,0 1 0,-2-1 0,9-20 0,-2-15-4268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2:00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7251,'0'0'5827,"-12"1"-5181,2-1-439,0 1 0,0 0 1,-10 3-1,18-3-141,0 0-1,1 1 0,-1-1 0,1 0 0,-1 1 0,1-1 1,-1 0-1,1 1 0,0 0 0,0-1 0,0 1 1,0 0-1,0 0 0,0-1 0,0 1 0,1 0 1,-1 0-1,1 0 0,-1 0 0,1 0 0,0 0 0,0 0 1,-1 0-1,1 0 0,1 4 0,-1 0 132,-3 242 4125,4-137-3103,-1-72-824,-1-6 56,5 36 0,-4-66-423,0 1 0,1 0 0,0-1 0,-1 1 0,1-1 0,1 1 0,-1-1 0,0 1 0,1-1 0,0 0 0,0 0 0,0 0 0,0 0 0,0 0 0,1 0 0,-1 0 0,1-1 0,-1 1 0,1-1 0,0 0 0,5 3 0,-8-5-24,1 1 0,0-1 0,-1 0-1,1 0 1,0 1 0,-1-1 0,1 0 0,0 0 0,-1 0 0,1 0 0,0 0-1,0 0 1,-1 0 0,1 0 0,0 0 0,-1 0 0,1 0 0,0 0-1,-1 0 1,1-1 0,0 1 0,-1 0 0,1 0 0,0-1 0,-1 1 0,1-1-1,0 1 1,9-22 30,-9 21-37,96-331-4085,-96 330 4034,17-65-900,-16 62 923,0-1 0,0 1 0,1 0-1,0 0 1,0 0 0,0 0 0,1 1-1,-1-1 1,6-4 0,-5 6 60,0 1-1,0 1 1,0-1 0,0 0-1,0 1 1,1 0 0,-1 0-1,0 0 1,1 1 0,-1-1-1,0 1 1,1 0 0,-1 0 0,0 1-1,7 0 1,9 1 318,1-1 202,1 1 1,0 1-1,39 12 0,-40-9-308,0-1 0,0-1 0,41 2 0,-47-5-250,22-1 12,-36 0-39,0 0 1,1-1-1,-1 1 0,0 0 1,1-1-1,-1 1 0,0 0 1,1-1-1,-1 0 0,0 1 1,0-1-1,1 0 0,-1 0 1,0 1-1,0-1 0,0 0 1,0 0-1,0 0 0,0 0 1,1-2-1,-1-1-468,0 0-1,0 0 1,-1 0-1,1 0 1,-1 0-1,0 0 1,-1-8-1,1 1-2091,0-13-6147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09-21T07:23:51.1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29867 9831 220 0,'0'0'103'0,"0"0"-38"16,0 0-1-16,0 0-7 15,0 0-11-15,0 0-1 16,-5-3-14-16,5 3-5 16,0 0 6-16,0 0-9 0,-5 0 2 15,5 0 6 1,0 0-7-16,-5 0 6 0,5 0-4 16,0 0-9-16,-6 0 16 15,6 0-16-15,0 0-3 16,0 0-4-16,0 0 13 15,0 0-12-15,0 0-5 16,0 0-5-16,0 0 3 16,0 0 3-16,0 0-4 15,0 0-3-15,0 0 7 16,11 0 4-16,7 0-7 16,3 0 0-16,8 0 0 0,-5 0-4 15,-3 0 0 1,3 0-2-16,-9 0 6 0,4 0-4 15,-3 0 0-15,-11 0 0 16,3 0 0-16,-3 0 0 16,-5 0 0-16,0 0-1 15,0 0 5-15,0 0-3 16,0 0 3-16,0 0-3 16,0 0 6-16,5 0-7 15,-5 0 0-15,0 0 0 16,6 0 0-16,-6 0-1 15,0 0 1-15,0 0 0 16,0 0 3-16,0 0-3 0,5 0 0 16,0 0 0-1,-5 0-25-15,8 0-13 0,-3 0-15 16,-5 0-9-16,0 0-7 16,0 0-83-16,0 0-24 15,0 3-284-15</inkml:trace>
  <inkml:trace contextRef="#ctx0" brushRef="#br0" timeOffset="6991.89">29915 10211 250 0,'0'0'57'0,"0"0"-25"15,0 0-7-15,0 0 14 16,0 0-2-16,0 0-1 16,-13 0 3-16,2 0 12 15,1 0-10-15,-4 0-6 16,4 0-13-16,-1 0-6 16,1 0 12-16,2 0-12 15,3 0 10-15,0 0 7 16,5 0-10-16,0 0-3 15,0 0-2-15,0 0-3 16,0 0 4-16,0 0-11 0,0 0 8 16,0 0-2-16,0 0-5 15,0 0 2-15,0 0-10 16,0 0 8-16,0 0 3 16,0 0-11-16,0 0 3 15,5 0-1-15,8 0-2 16,-3 0 7-16,6 0 2 15,3 0-4-15,-4 0-5 16,9 0 2-16,-8 0-3 16,8 0 2-16,-14 0-2 15,8 0 0-15,-7-3 0 16,5 3 0-16,2 0 0 0,-7 0 1 16,7 0-1-16,-7 0 0 15,-1 0 0-15,3-4-3 16,3 1 3-16,-5 3 0 15,2 0-1-15,-8 0 1 16,0 0-1-16,6 0 1 16,-11 0-7-16,8 0 6 15,-3 0-4-15,-5 0 5 16,5 0-2-16,-5 0 4 16,0 0 2-16,0 0-3 15,0 0 0-15,0 0 3 16,0 0-4-16,0 0 0 15,0 0-3-15,0 0 2 0,0 0 0 16,0 0-2 0,0 0 5-16,0 0-3 0,0 0 1 15,0 0-4-15,0 0 3 16,0 0-20-16,0 0-29 16,-23-10-57-16,-6-7-179 15</inkml:trace>
  <inkml:trace contextRef="#ctx0" brushRef="#br0" timeOffset="12945.74">31211 9589 208 0,'0'0'84'0,"0"0"-29"16,0 0-10-16,0 0-17 16,0 0 0-16,0 0-6 15,0-10 8-15,0 10 6 16,0 0 9-16,0 0 16 15,0 0-21-15,0 0-16 16,0 0 0-16,0 0-10 0,0 0 3 16,0 0-5-16,0 7-4 15,0 2 8-15,0 1-4 16,0 1 7-16,0 2 6 16,0 6-12-16,0 2 3 15,0-2-1-15,0 1-9 16,0 1 6-16,0 2-10 15,6 3 2-15,2-3 0 16,-8 7-3-16,0 0 2 16,0 3 0-16,0 7-3 15,0-1 10-15,0-4-7 16,0-5-1-16,5 0 8 0,0-12-9 16,0 1 7-16,6-3-7 15,-3-7 0-15,-8-1 2 16,0-5-3-16,0 0 0 15,0 1-1-15,0-1 3 16,0 4-4-16,0-3 2 16,0 2 0-16,0-3 4 15,0 4-3-15,0-4-1 16,0-3 0-16,0 0-1 16,0 0 1-16,0 0 0 15,0 0-3-15,0 0 1 16,0 0 2-16,0 0-17 15,0 0-17-15,0-13 7 0,0-7-22 16,0-5-36-16,0-5-28 16,0-2-82-16</inkml:trace>
  <inkml:trace contextRef="#ctx0" brushRef="#br0" timeOffset="13762.14">31603 9589 238 0,'0'0'79'0,"0"0"-2"15,0 0-5-15,0 0-9 16,0 0-19-16,0 0-14 0,0 0 13 15,0 0-9 1,0 0-6-16,0 0 12 0,0 0-2 16,-5 0-3-16,0 0-5 15,-1 0-11-15,-7 0 2 16,3 10-10-16,-1 3-5 16,-2 4 11-16,3-4-12 15,-1 0 3-15,-7 1 7 16,-3 2-10-16,-3 4 11 15,-5 0-8-15,0 0-8 16,8 0 5-16,-3-1 0 16,-5 5-5-16,8-1 0 15,-8 0 0-15,1-3 0 16,-1-3-1-16,2 0 2 0,9-5-2 16,2-5 3-16,-2 0-2 15,12-7 0-15,6 0 1 16,-5 0-2-16,5 0-7 15,0 0-19-15,0 0 22 16,0-10-5-16,5 0-1 16,14 4 8-16,-3-1-2 15,7 3 5-15,-7 4-4 16,3 0-4-16,2 0 7 16,-3 17 1-16,16 23 0 15,0 9 10-15,6 4 7 16,4 6 7-16,-4-6 15 15,-1-10-7-15,1-13 6 16,-11-14-10-16,0-9-2 16,-8-7-13-16,-3 0-11 0,-7 0 0 15,-1-7-2-15,3-19-16 16,-13-1-29-16,6 4-29 16,-6 6-41-16,0 6-24 15,0 6-120-15,0 1-106 16</inkml:trace>
  <inkml:trace contextRef="#ctx0" brushRef="#br0" timeOffset="15961.98">32119 10010 139 0,'0'0'127'0,"0"0"-80"15,0 0 10-15,0 0 13 16,0 0-28-16,0 0 1 16,0 0 8-16,-40 17-9 15,24-12 12-15,-2-5-19 16,8 1-9-16,-1-1 9 0,3 0-5 16,-2 0-9-16,4 0-7 15,1 0-11-15,0 0 12 16,0 0-13-16,-3 0 1 15,-3 0 4-15,11 0-7 16,0 0 6-16,0 0-3 16,0 0 2-16,0 0 7 15,0 0-1-15,0 0 2 16,0 5 10-16,0-5-3 16,0 0 8-16,0 0-5 15,0 0-2-15,0 0 2 16,0 0-4-16,0 0-1 15,5 0-1-15,14 0-11 0,2 0 2 16,8 2 15-16,0 3-8 16,5-5 0-16,5 0-7 15,-10 0-2-15,-2 0 0 16,2 0-4-16,-1 0 2 16,-4 0 0-16,-3 2-4 15,3 3 9-15,-8-2-6 16,-11-3 3-16,8 1 1 15,-13-1-6-15,0 0 5 16,0 0-5-16,0 0-1 16,0 0 5-16,0 0-5 15,0 0 1-15,0 0 4 16,0 0 6-16,0 0 3 16,0 0-11-16,0 0-3 0,-5 0 4 15,-3 0-4-15,3-4-3 16,-6-15 0-16,6 1-9 15,-6-6 7-15,-7 6-6 16,7-11-7-16,-2 9 11 16,3 0-4-16,4 4 7 15,6-1 2-15,-5 0-8 16,5 4 6-16,-5-3-6 16,5 2 0-16,-13-2 8 15,13 3-1-15,-5-4-4 16,-1 4 5-16,6-1-6 15,0 1 4-15,-5 6-7 16,5-3 11-16,0 7 0 0,0-3 1 16,0 2-1-16,0 1 0 15,0-4 2-15,0 0-2 16,0 1 0-16,0-1 0 16,0 1 1-16,0 6 0 15,0-4-1-15,0 4 3 16,0 0-2-16,0-7 2 15,0 5-3-15,0 2 0 16,0-7 1-16,0 7 1 16,0-7 0-16,16 0 5 15,-3 4-6-15,3-3 3 16,-6 2-4-16,3 1-2 0,-2 3 2 16,7-4 0-16,-7 1 2 15,5 0-2-15,-3-3 2 16,-3 2-2-16,1-3 0 15,2 4 0-15,-3 0 0 16,6-1 0-16,-3 4-1 16,-2 0 0-16,-1 0 2 15,4 0 0-15,-4 0-1 16,6 0 1-16,2 0 1 16,-7 0-1-16,-1 0-1 15,9 0 0-15,-9 0 2 16,3 0-2-16,-2 0 0 15,-1 0 0-15,9 0 2 0,-9 0-1 16,6 0 1 0,3 0 6-16,-9 0-7 0,3 7 5 15,3 0-3-15,0 2-2 16,2 1 6-16,-2-3-6 16,2 3 4-16,-12 0 1 15,4 0-6-15,-5-4 4 16,3 1-4-16,-2 0 0 15,4 0 1-15,-10 2 0 16,11 1 2-16,-4 4 3 16,-7-1-5-16,6-3 5 15,-6 3-5-15,0-3 0 16,0 7 4-16,0-7-4 16,0 3 1-16,0 0-2 0,0-3 3 15,0 4-4-15,-6-1 1 16,-7 0 0-16,3 1 1 15,-1-5 0-15,3 1-1 16,-2-3 0-16,5 3 3 16,-6 2-6-16,-7-5 3 15,7 7-2-15,1-4 0 16,-9 0-3-16,9 0 5 16,4 0 0-16,-7-6 2 15,8 3-3-15,5-5 1 16,-5-2 0-16,5 4-2 15,0 2 2-15,0-1 0 16,0 1 0-16,0 3-3 0,0-6 3 16,0 4 0-16,0-1 0 15,0-1-1-15,0-3 2 16,0 5-1-16,0-2 0 16,0-5 2-16,0 3-3 15,0-3 1-15,0 0 0 16,0 0 3-16,0 0-3 15,0 0 0-15,0 0 0 16,0 1-1-16,0-1 0 16,0 0-4-16,0 0 3 15,5 0 0-15,13 0 2 16,-7 0 0-16,5 0 5 0,7 0 10 16,1 0-8-16,-3 0-7 15,8 0 0-15,-11 0-1 16,4 0 1-16,-4 0 0 15,-2 0 0-15,2 0 1 16,3 0 0-16,-8 0-1 16,3 0 0-16,-5 0 2 15,-6 0-1-15,-5 0-1 16,8 0 0-16,-8 0-1 16,0 0-1-16,0 0 0 15,0 0-7-15,0 0 8 16,0 0 1-16,0 5 8 15,0-5-6-15,0 0-1 0,0 0-2 16,0 0-33 0,0 9-29-16,-8 6-26 0,-32 5-69 15,1 3-259-15</inkml:trace>
  <inkml:trace contextRef="#ctx0" brushRef="#br0" timeOffset="29319.72">30493 9818 331 0,'0'0'93'0,"0"0"-35"15,0 0-4-15,0 0 9 16,0 0-30-16,0 0-10 16,0 0 19-16,0 7 3 15,0-7-7-15,0 0-7 16,0 0-5-16,6 0 7 15,-1 0-10-15,0 0-11 16,6 0-8-16,2-11-4 16,-3-5-1-16,6-4-2 15,-3 3-12-15,-2-2-1 16,-11 6 4-16,5-1 2 16,-5 7 6-16,0 4-2 0,0 3-6 15,0 0 9-15,0-3 2 16,0 3 1-16,0 0 0 15,0 0 0-15,0 0-1 16,0 0-4-16,0 0-3 16,0 0 8-16,0 0-1 15,0 0 1-15,0 0 3 16,0 0-1-16,0 0 4 16,0 0-6-16,0 0 2 15,0 0-2-15,0 0 3 16,0 0-3-16,0 0 0 15,0 0 0-15,0 0 1 16,0 0 0-16,0 3-1 0,0 4 0 16,-5-1 1-16,5-2 0 15,0 3-1-15,0-1 2 16,0 4 1-16,0-3-2 16,0 6-1-16,0 4 3 15,0-4-1-15,0 3 4 16,0-2-1-16,0 2-4 15,0-3 5-15,0 0-5 16,0 1-1-16,0 2 4 16,0 0-4-16,0-5 7 15,0 2-4-15,0 0-1 16,0-2 1-16,0 2-3 0,0 0 0 16,0 2-1-16,0 0 4 15,0 0-2-15,0-7 0 16,0 7 1-16,0-2 3 15,0-2-4-15,0 1 1 16,0-3 2-16,0 2-3 16,0 1 1-16,0 0-2 15,0-3 1-15,0 0 0 16,0 2-1-16,0-4 0 16,0 0-1-16,0 3 5 15,0 0-4-15,0 0 0 16,0 0 2-16,0-1-1 15,0-2-1-15,0 0 0 16,0 3 0-16,0-4 2 16,0 1-2-16,0 0 0 0,0-1 2 15,0 1-3-15,0-4 1 16,0 4 0-16,0-1-1 16,0-2 2-16,0-1-1 15,0 0 0-15,0 1 3 16,0-1-5-16,0 4 2 15,0-4 0-15,0-3-2 16,0 7 2-16,0-4 0 16,0 0 0-16,0 1 1 15,0-4 0-15,0 0-1 16,0 0 0-16,0 3-1 16,0-3 2-16,0 0-2 0,0 4 1 15,0-1 0-15,0 0 5 16,0 0-5-16,0 1 0 15,0-1-1-15,0-3 3 16,0 0-2-16,0 0 2 16,0 0-2-16,0 0 4 15,0 0-3-15,0 0-1 16,0 0 2-16,0 0-1 16,0 0 4-16,0 0 1 15,0 0-4-15,0 0 8 16,0 0-7-16,0 0-3 15,0 0-2-15,0 0-9 16,0 0-6-16,0 0-23 0,0-13-61 16,0-1-126-16,0 1-181 15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9:48.2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32 2513,'0'0'4469,"0"-2"-4663,-4-5 6233,1 6-6036,-1 1 0,0 0-1,1 0 1,-1 1 0,0-1 0,1 1-1,-1 0 1,1 0 0,-4 1 0,4 0 5,1-1 1,0 1-1,1 0 1,-1 0-1,0 0 1,0 0-1,1 0 1,-1 0-1,1 1 1,0-1-1,0 0 1,-1 1-1,1 2 1,-2 5 32,0 0 0,1 0 0,1 0 1,0 1-1,0-1 0,1 0 0,0 1 0,2 10 0,0 15 184,-3-30-171,1 0 0,0 1 1,1-1-1,-1 0 0,1 0 1,1 1-1,-1-1 0,1 0 0,0 0 1,0-1-1,1 1 0,0 0 1,0-1-1,0 1 0,0-1 0,1 0 1,0 0-1,0-1 0,1 1 1,-1-1-1,1 0 0,0 0 0,0 0 1,0-1-1,6 4 0,2-3 14,1 1 0,-1-2 0,1 0 0,0 0 0,0-1 0,0-1 0,0 0 0,0-1 0,22-3 1,-33 2-84,0 0 0,-1 0 0,1 0 0,-1 0 1,1-1-1,-1 1 0,1-1 0,-1 0 0,0 0 1,0 0-1,0 0 0,0 0 0,0 0 1,0 0-1,-1 0 0,1-1 0,-1 1 0,0-1 1,1 1-1,-1-1 0,1-3 0,1-3-120,1 0-1,-2 0 0,1 0 1,-1-1-1,1-12 0,-2-84-1745,-2 101 1885,0 1 0,0-1 0,0 0 0,0 0-1,-1 1 1,0-1 0,1 1 0,-2-1-1,1 1 1,0 0 0,-1 0 0,0 0-1,0 0 1,0 0 0,-1 1 0,1 0-1,-1-1 1,-5-2 0,-2-3 56,-1 1 1,-1 0-1,1 1 1,-27-11-1,18 13-150,7 4-4956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9:51.7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139 26 352,'0'0'2431,"0"-6"-1900,0-3-1446,0-1 3775,0 29 1960,-1 108-2682,8 294-992,-4-312-1156,2 31 36,0 162-28,-7-175 10,2-125-8,3 43 32,-3-42-26,1 0 1,-1-1 0,1 1-1,0 0 1,0 0 0,0-1-1,0 1 1,0-1 0,1 1-1,-1-1 1,1 1 0,-1-1 0,4 3-1,40-9 480,-21 4-413,-7-1-62,0 1-1,-1 0 1,1 1 0,-1 1 0,1 1 0,-1 0 0,30 11 0,44 31 4,-55-27-9,47 19-1,-67-31 17,-1 0-1,21 14 1,-30-15-11,-10-2 103,-6-2 30,-1 0-112,0 1-1,0 1 1,0 0 0,1 0-1,-1 1 1,1 1-1,0 0 1,-17 10 0,-18 7 22,21-11-39,1 1 0,1 2 0,-41 29 0,-54 62 50,35-35-126,56-49-66,1 1 1,-36 40 0,58-55 86,4-7 117,8 4-93,115 31 654,62 20-355,-135-36-198,-2 2 0,46 27 1,-53-25 61,-26-14-103,-13-7-35,0-1 0,1 1 0,-1 0 0,1-1 0,-1 1 0,1-1 1,0 0-1,-1 0 0,1 0 0,3 0 0,-5-1-71,-25 5-382,14-4 461,-55 16 7,-144 42 73,96-22-158,-37 14-23,91-23 130,58-27-12,0 1 1,0 0 0,0-1-1,0 1 1,0 0-1,0-1 1,0 1-1,1 0 1,-1 0 0,1 0-1,-1 0 1,1 0-1,0 0 1,0-1-1,0 1 1,0 0 0,0 0-1,0 0 1,1 0-1,-1 0 1,1 0-1,-1 0 1,1 0 0,1 2-1,3 2 5,0 0-1,0 0 1,1-1 0,0 0-1,0 0 1,8 5-1,46 25 166,-44-27-174,42 21 24,2-3 0,86 25 0,-115-41-50,95 22 13,-75-22-15,-45-7-1,-7 0-67,-11 1-88,-24 5 87,2 2 0,-1 1 1,1 1-1,-56 32 0,86-42 85,-1 0-1,1 0 1,0 1 0,0 0-1,0-1 1,1 1-1,-1 0 1,1 1 0,0-1-1,0 1 1,0-1 0,1 1-1,-1 0 1,1 0-1,0 0 1,1 0 0,-1 0-1,0 7 1,-1 11 91,0-1 0,1 46 1,2-55-122,0 30 106,-1 14 13,3 0-1,12 78 1,5-13-55,-5 1 1,-3 142-1,-7 1164-183,-5-1409 165,-1 0 0,-5 24 1,3-24-5,1 0 1,-1 26 0,1 618 724,6-645-744,-3-18-35,0-18-440,2-124-2086,0 48-2360,1 39-970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9:55.0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54 101 2689,'0'0'3802,"2"-2"-3268,1 0-307,-3 2-155,1-1-1,0 1 1,-1 0-1,1-1 1,-1 1-1,1-1 1,-1 1-1,1-1 1,-1 0-1,1 1 1,-1-1 0,1 1-1,-1-1 1,0 0-1,1 1 1,-1-1-1,0 0 1,0 0-1,1 1 1,-1-1-1,0-2 2500,0 2-2348,0 0-189,0 1 0,0 0 0,0 0-1,0-1 1,0 1 0,0 0 0,0 0-1,0-1 1,0 1 0,0 0 0,0-1-1,0 1 1,0 0 0,0 0-1,0-1 1,0 1 0,0 0 0,0 0-1,0-1 1,0 1 0,0 0 0,-1 0-1,1 0 1,0-1 0,0 1 0,0 0-1,0 0 1,-1 0 0,1-1 0,0 1-1,0 0 1,0 0 0,-1 0 0,1 0-1,0 0 1,-6 0-76,5-1 56,-1 1-1,1 0 1,0 0-1,-1 0 1,1 0-1,0 0 1,-1 0-1,1 1 1,0-1-1,-1 0 1,1 1-1,0-1 1,-1 1-1,1-1 1,0 1-1,0 0 1,0-1-1,0 1 1,-1 0-1,1 0 1,0 0-1,0 0 1,1 0-1,-1 0 1,0 0-1,0 0 1,-1 2-1,-1 2 50,0 0 0,0-1 0,1 1 0,-1 0 0,1 1 1,0-1-1,1 0 0,-1 1 0,1-1 0,0 0 0,0 1 0,1-1 0,0 1 0,0 0 0,0-1 0,1 1 0,-1-1 0,1 1 0,1-1 0,-1 0 0,1 1 0,0-1 0,0 0 0,0 0 0,1 0 0,0 0 0,0-1 0,0 1 0,0-1 0,1 1 0,4 3 0,4 4 134,1-1 0,0 0 0,27 16 1,-32-23-173,-1-1 1,1 1 0,-1-1 0,1-1-1,0 0 1,0 0 0,0 0 0,0-1-1,16 0 1,-19 0 63,-2-1-61,0 0-1,0 0 1,1 0 0,-1 0-1,0-1 1,0 1 0,0-1-1,5-1 1,-7 1-39,0 0 1,0 0-1,0 0 0,-1 0 0,1 0 1,0 0-1,0 0 0,0 0 0,-1-1 1,1 1-1,-1 0 0,1 0 0,-1 0 0,1-1 1,-1 1-1,0 0 0,1-1 0,-1 1 1,0 0-1,0-1 0,0-1 0,0-3-44,2-15-286,-1 0 1,0-1-1,-2 1 1,-3-22-1,2 38 271,0-1-1,0 1 1,0 1-1,0-1 1,-1 0 0,0 0-1,0 1 1,-7-8-1,-34-33-196,21 24 141,-50-38 35,72 58-205,1 17-9898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9:59.6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0 1761,'0'0'5141,"-4"20"-2241,3 2-1362,0 24-54,1-43-1433,0 0-1,1 0 1,-1 0-1,1 0 1,-1 0-1,1 0 1,0-1-1,0 1 1,0 0-1,1 0 1,1 3-1,69 80 526,88 81 1,-131-141-507,2-3 1,1 0 0,49 26 0,22 15-37,-49-26-30,79 57 72,-100-66-122,8 5 98,-27-24-43,14 8 11,-27-18-19,-1 1 0,1-1 0,0 1 0,0-1 1,-1 1-1,1 0 0,0-1 0,-1 1 0,1 0 0,0 0 0,-1-1 1,1 1-1,-1 0 0,0 0 0,1 0 0,-1 0 0,0-1 0,1 1 1,-1 0-1,0 0 0,0 0 0,0 0 0,0 0 0,0 0 0,0 0 1,0 0-1,0 0 0,0 0 0,0 0 0,0-1 0,-1 1 0,1 0 1,0 0-1,-1 0 0,0 1 0,0 5 9,-6 20 6,7 239 341,2-232-244,1 0 0,8 33 0,1 4-28,-5 7-238,-4 79-1,-3-97 168,0-60-28,-1 4 17,1 0 0,-1 0 0,1 0-1,0 0 1,0 0 0,0 1 0,1 5 0,0 5-2,-2-4 29,1-7 7,-1-1-1,1 1 0,0-1 1,0 1-1,0 0 0,1-1 0,0 5 1,25-5 93,29 9 29,69 5 0,-107-16-177,0 1 1,-1 1 0,29 9-1,-41-10 9,0 0 0,0 1 0,0 0 0,0 0 0,0 0 0,0 0 0,3 4 0,-5-5 3,0 0 0,0 0 0,0 0-1,-1 0 1,1 0 0,-1 1-1,1-1 1,-1 0 0,0 1 0,0 0-1,0-1 1,0 1 0,1 3-1,-2-5-38,0-1 18,-1 1 31,1-1-1,-1 0 0,0 1 1,1-1-1,-1 0 1,0 1-1,1-1 0,-1 0 1,0 0-1,1 0 0,-1 1 1,0-1-1,0 0 1,1 0-1,-1 0 0,0 0 1,-1-1-1,1 1 3,-35 6 10,-1 1 0,1 1 0,0 2 0,1 1 0,-60 29 0,10 4-93,-81 56-1,73-41 4,93-59 75,-1 0 1,1 1 0,-1-1-1,1 0 1,-1 0 0,1 1 0,-1-1-1,1 0 1,0 1 0,-1-1-1,1 0 1,0 1 0,-1-1 0,1 1-1,0-1 1,-1 1 0,1-1-1,0 1 1,0-1 0,-1 1-1,1-1 1,0 1 0,0-1 0,0 1-1,0-1 1,0 1 0,0-1-1,0 1 1,0 0 0,0-1 0,0 1-1,0-1 1,0 1 0,0-1-1,0 1 1,0-1 0,1 1-1,-1-1 1,0 1 0,0-1 0,1 1-1,-1-1 1,0 1 0,1-1-1,-1 1 1,0-1 0,1 0-1,-1 1 1,1-1 0,-1 0 0,0 1-1,1-1 1,-1 0 0,1 0-1,-1 1 1,1-1 0,0 0 0,36 15 56,-30-13-26,229 75 458,-24-9-414,-188-58-74,-1 1 1,35 21 0,16 8 71,-68-37-68,-5-3-9,0 0 0,0 0 0,0 0 1,0 1-1,0-1 0,-1 0 0,1 1 1,0-1-1,0 1 0,0-1 0,-1 1 1,1-1-1,0 1 0,-1-1 0,1 1 1,0 0-1,-1-1 0,1 1 0,-1 0 1,1 0-1,-1 0 0,1-1 0,-1 1 1,0 0-1,1 0 0,-1 0 0,0 0 1,0 0-1,0-1 0,1 2 0,-10-1-29,-4 0 45,1 1-1,-1 0 1,1 1-1,0 0 1,-23 10-1,-28 7 28,13-9-67,-1 3 1,-52 23-1,28-8 3,36-15 5,-59 31 1,91-41 22,5-4 2,1 1 0,-1-1 0,0 1 0,1 0 0,-1 0 1,1 0-1,-1-1 0,1 1 0,0 1 0,-1-1 0,1 0 0,0 0 0,0 0 1,0 1-1,0-1 0,0 1 0,0-1 0,0 1 0,0-1 0,1 1 0,-1-1 1,0 1-1,1-1 0,-1 1 0,1 0 0,0 0 0,0-1 0,0 1 0,-1 0 0,1-1 1,1 4-1,-1-3-2,1 0 1,0 0-1,-1-1 0,1 1 1,0 0-1,0 0 1,0-1-1,0 1 1,0-1-1,0 1 0,0-1 1,1 1-1,-1-1 1,0 0-1,1 1 1,0-1-1,1 1 1,34 22 76,-31-21-56,34 18 42,1-2 0,1-2 0,0-2-1,1-1 1,1-3 0,54 8-1,28 9-100,-103-21 75,-23-7-53,1 1 0,0-1 1,0 0-1,-1 1 0,1-1 0,0 1 0,-1-1 1,1 1-1,0-1 0,-1 1 0,1-1 1,-1 1-1,1 0 0,-1-1 0,1 1 0,-1 0 1,0-1-1,1 1 0,-1 0 0,0 0 0,1-1 1,-1 1-1,0 0 0,0 1 0,0-1 6,-1 0-1,1 0 0,-1 0 1,0-1-1,1 1 0,-1 0 1,0 0-1,0-1 0,0 1 1,1-1-1,-1 1 0,0-1 1,0 1-1,0-1 0,0 1 1,0-1-1,0 0 1,-2 1-1,-24 7-19,24-7 13,-99 19-238,71-15 214,1 1 1,-1 1-1,-51 21 0,77-26 44,-2 1-9,0 0 1,1 0-1,-1 1 0,-10 7 0,16-9 8,-1 0 0,0-1 0,1 1 0,-1 0 0,1 0 0,0 0 0,0 0 0,-1 0 0,1 0 0,0 0 0,1 1 0,-1-1 0,0 0 0,1 0 0,-1 1 0,1-1 0,0 0 0,0 5 0,0 21 165,-1 3-61,1 0 0,2 1 0,10 50 0,46 249 8,-26 4-193,-31-315 56,18 328-162,-6-77 48,-8-99 175,5 64-55,7-103 112,-4-47-51,1 112 0,-15-93-20,3 114 50,12-88-54,-7 76 80,4-85 75,36 161 0,-42-253-177,-2 0-1,-1 33 1,-1-13 4,4 10-16,0 52 25,-5-112-7,0-26-659,0 5-302,-2 1 0,-5-26 0,-5-11-4210,2 11-3655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05.2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 80 2209,'0'0'10391,"-31"1"-10009,30 1-335,1 0 0,0 0 0,-1 0-1,1 0 1,0 0 0,0 0 0,0 0 0,0 0 0,1 3-1,-1 4 212,0-1-170,0-3-14,0-1 0,0 1 0,0 0 0,0-1 0,1 1 0,-1 0 0,1-1 0,0 1 0,1-1 0,-1 0 0,1 1 0,0-1 0,0 0-1,4 6 1,0-2 80,1 0 0,0 0-1,0 0 1,12 8-1,-16-13-125,1 0-1,0-1 1,0 0-1,0 1 1,0-1-1,0-1 1,0 1-1,0-1 1,1 0-1,-1 0 1,0 0-1,1 0 1,4-1-1,-5 1 5,-1-1 0,1 0-1,-1 0 1,1-1 0,-1 1 0,1-1-1,-1 0 1,6-2 0,-8 2-30,1 0 0,-1 0 1,1 0-1,-1 0 0,0-1 0,0 1 0,1-1 1,-1 1-1,0-1 0,0 1 0,-1-1 0,1 1 1,0-1-1,0 0 0,-1 0 0,1 1 0,0-5 1,3-17-480,-1 0 1,-1-1 0,-1 1 0,-1-1-1,-4-30 1,4 52 463,-1-1 0,0 0 0,1 1 0,-1-1 0,0 1 0,0-1 0,-1 1 0,1-1 0,0 1 0,-1 0 0,0-1 0,1 1 0,-1 0 0,0 0 0,0 0 0,0 1 0,0-1 0,-1 0 0,1 1 0,0-1 0,-1 1 0,1 0 0,-1 0 0,1 0 0,-1 0 0,1 0 0,-5 0 0,-2-1 21,0 1 0,0-1 1,0 2-1,0-1 0,0 1 0,0 1 0,-10 1 0,16-1 0,0 0-1,0 0 0,0 0 0,1 0 0,-1 1 1,0-1-1,0 1 0,1 0 0,-1 0 0,1 0 1,-4 3-1,4-2-464,-1-1-1,0 1 1,0-1 0,0 0 0,0 0 0,0 0-1,0-1 1,-5 3 0,-2-3-2931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9:41.1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125 123 3009,'0'0'4885,"0"-6"-4413,0-15-49,0 4 4421,0 17-4772,-21-4 117,2 4-131,-23-1 227,41 1-275,-1 0 0,0 1 0,1-1-1,-1 0 1,1 1 0,-1-1 0,0 1 0,1 0-1,-1-1 1,1 1 0,0 0 0,-1 0 0,1 0-1,0 0 1,-1 0 0,1 0 0,0 0 0,0 0-1,-2 3 1,0 4 43,1-1 1,0 0-1,0 1 0,0 0 0,1 0 0,1-1 0,-1 1 0,1 0 0,0 0 0,3 15 1,-2-20-26,0 0 0,0 0 0,0-1 0,1 1 0,-1 0 0,1-1 1,0 1-1,-1-1 0,1 1 0,0-1 0,0 0 0,1 0 0,-1 0 0,0 0 1,1 0-1,-1-1 0,1 1 0,4 1 0,4 3 33,0-1 0,1 0 0,15 3 1,-17-6-16,0-1 0,0 0 0,1 0 0,16-2 1,-5 1 231,-21 0-283,0-1 0,0 1-1,0 0 1,0-1 0,0 1 0,0-1 0,0 1-1,0-1 1,0 0 0,0 1 0,0-1 0,0 0-1,0 0 1,0 0 0,-1 0 0,1 1-1,0-1 1,-1 0 0,1 0 0,0 0 0,-1 0-1,0 0 1,1-1 0,-1 1 0,1 0 0,-1 0-1,0 0 1,0-2 0,6-37-420,-5 33 364,0-82-797,-2 49 627,1 39 225,-1-1 0,1 1 0,0-1 0,-1 0-1,0 1 1,1-1 0,-1 1 0,0-1 0,0 1 0,0 0 0,0-1 0,0 1 0,0 0 0,-1-1-1,1 1 1,0 0 0,0 0 0,-1 0 0,1 0 0,-1 1 0,1-1 0,-1 0 0,-2 0-1,-46-16 172,37 14-199,-15-10-446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9:43.1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1081 1 992,'0'0'9640,"-21"0"-8792,13 2-816,0 1 0,0-1-1,-1 2 1,-7 3 0,-18 7 38,-44 8-46,2 4 0,-105 50 0,150-62-16,-1-2 0,0-2 0,-51 11 0,48-14 0,17-4-5,0 1 0,0 0 0,0 2 0,1 0 0,0 0 0,0 2 0,0 0 0,-17 13 0,21-13-1,-1 0 0,0 0-1,0-1 1,-1-1 0,-16 5 0,-77 17 16,88-23-18,-5-5 96,24 0 257,8 296 877,-7 227-1294,0-522 63,1-1 0,-1 1 0,0-1 0,0 0 0,0 1 0,1-1 0,-1 1 0,0-1 0,1 0 0,-1 1 0,0-1 0,1 0 0,-1 1 1,1-1-1,-1 0 0,0 1 0,1-1 0,-1 0 0,1 0 0,-1 0 0,1 1 0,-1-1 0,1 0 0,-1 0 0,1 0 0,-1 0 0,1 0 1,-1 0-1,1 0 0,-1 0 0,0 0 0,1 0 0,-1 0 0,2 0 0,-1 0-7,-1-1-1,1 1 1,0 0 0,0 0-1,0 0 1,-1 0 0,1 0-1,0-1 1,0 1 0,0 0-1,-1-1 1,1 1 0,0 0-1,-1-1 1,1 1 0,0-1-1,-1 0 1,1 1-1,0-1 1,-1 1 0,2-2-1,2-13-1556,-1 1 0,3-19 0,-5 12-2805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29:45.5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337 13 2593,'-6'0'8690,"39"0"-8164,59-8 1,-64 5-366,0 1 0,44 4-1,-12 0-111,-48-3-22,0 2 0,0-1-1,0 1 1,0 1 0,0 0-1,-1 1 1,14 5 0,114 36 306,-205 9 1142,-96 96-1480,143-132 2,-10 5-21,-1 0-1,-1-2 0,0-1 1,-2-2-1,-48 19 0,-178 47-328,256-82 336,-17 6 67,20-7-47,0 0 0,0 0 0,-1 1-1,1-1 1,0 0 0,-1 0 0,1 1 0,0-1-1,0 0 1,0 0 0,-1 1 0,1-1-1,0 0 1,0 1 0,0-1 0,0 0 0,-1 1-1,1-1 1,0 0 0,0 1 0,0-1-1,0 0 1,0 1 0,0-1 0,0 0 0,0 1-1,0-1 1,0 0 0,0 1 0,0-1 0,0 1-1,1-1 1,-1 0 0,0 1 0,0-1-1,0 0 1,0 0 0,1 1 0,-1-1 0,0 0-1,0 1 1,0-1 0,1 0 0,-1 0-1,0 1 1,1-1 0,-1 0 0,0 0 0,0 0-1,1 0 1,-1 1 0,0-1 0,1 0 0,-1 0-1,0 0 1,1 0 0,0 0 0,14 8 111,0-1 0,25 9 1,-7-4-26,253 96 329,-203-78-364,0-1-31,-28-11-11,60 29 1,-98-40-30,-12-5 28,0 0 1,-1 1-1,1-1 0,-1 1 0,5 3 0,-7-5-24,-1 0-1,0 1 0,0-1 1,0 0-1,0 1 1,0-1-1,0 1 1,0-1-1,0 1 0,0 0 1,-1-1-1,1 1 1,-1 0-1,1 0 0,-1-1 1,0 1-1,0 0 1,0 3-1,-1-3 33,0-1 0,0 1 0,0-1 0,0 1 0,0-1 0,-1 1 0,1-1 0,-1 0 0,1 0 0,-1 0 0,0 0 0,1 0 0,-1 0 0,0 0 0,1 0 0,-1-1 0,-3 2 0,-1 0 2,-38 18 24,-2-2-1,1-2 1,-62 12 0,-144 10-270,215-33 159,1 1-1,0 1 0,-38 14 1,50-13 60,0 1 0,1 1 0,0 1 1,1 1-1,-28 21 0,41-27 6,2 0 0,-1 0 0,0 0 0,1 1 0,-9 12 0,14-14 27,1-1 0,-1 1 0,1-1 0,0 1 0,0 0 0,0-1 0,0 1 0,1-1 0,1 7-1,0-8-16,0 1-1,0 0 1,1-1-1,-1 1 0,1-1 1,-1 0-1,1 0 0,0 0 1,1 0-1,-1 0 0,0-1 1,7 5-1,52 25 79,-54-29-76,52 22 134,80 21 0,-90-32-146,0 3 1,-1 1-1,56 31 0,-93-43-14,14 12 25,-24-17-24,-1 1 1,0-1 0,0 1 0,0-1 0,0 1 0,0-1-1,-1 1 1,1 0 0,0-1 0,-1 1 0,1 0-1,-1 0 1,0-1 0,0 1 0,1 0 0,-1 2 0,0-1 2,0-1 1,0 0-1,0 0 1,-1 1-1,1-1 1,0 0-1,-1 0 1,1 0 0,-1 1-1,0-1 1,0 0-1,0 0 1,-2 3-1,1-3-6,0 0 0,-1 0 0,1 0 0,-1 0 0,1 0 0,-1-1-1,0 1 1,0-1 0,-5 2 0,-59 20-114,33-11 109,-45 20 0,69-26 23,0-1 1,0 1-1,0 1 1,1 0 0,0 0-1,0 1 1,1 0-1,-11 13 1,16-16 8,0 0 0,0 0 0,0 0 0,1 0 0,0 1 0,0-1 0,0 1 0,1 0 0,0-1 0,-1 9 1,0 8 168,2 32 0,1-20-1,-1-2-115,1 0 0,2 1 0,1-1 1,1-1-1,11 33 0,11 24 11,-3 0 1,15 110-1,17 438 160,-51 217 19,-7-491-84,6-288-96,4 0 0,30 130-1,-8-51-11,-17-84 50,-2-14-79,-3 0 0,2 67 0,-10-120-37,0-1 1,0-1 1,0 1-1,-1 0 1,1-1-1,0 1 1,0 0-1,0-1 1,0 1-1,0 0 1,0 0-1,1-1 1,-1 1 0,0 0-1,0-1 1,0 1-1,1 0 1,-1-1-1,0 1 1,1 0-1,-1-1 1,0 1-1,1-1 1,-1 1-1,1 0 1,-1-1-1,1 1 1,-1-1-1,1 0 1,0 1 0,-1-1-1,1 1 1,-1-1-1,1 0 1,1 1-1,-2-2-28,1 0-1,0 0 1,-1 0-1,1 1 1,-1-1-1,1 0 1,-1 0-1,1 0 0,-1 0 1,0 0-1,1 0 1,-1-1-1,0 1 1,0 0-1,0 0 1,0 0-1,0 0 1,0 0-1,0-2 1,0 0-78,12-157-5880,-2 75-57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10.0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2459 0 1105,'0'0'4460,"-28"0"751,-22 29-4555,20-13-465,-46 34-1,56-36-116,0-1-1,-41 18 1,-13 8 332,43-21-320,-1-1-1,-45 15 0,25-8-39,30-14-28,-39 14 1,30-12 137,0 0 1,2 2-1,-34 21 0,18-10 116,16-12-207,-1 0 0,-42 11 1,37-14-68,-43 21 0,50-19 19,-2-1 0,0-2 0,0 0 0,-47 6 0,47-13-42,22-2 33,0 0-1,0 1 1,-13 3-1,-31 12 89,1 2 0,-82 41 1,101-46-70,0-1 0,0-1 1,-36 6-1,5-8-17,15-4-1,17 1-4,0 1 0,-32 14 1,29-9 9,18-6 4,1 0 1,-1-1-1,-25 4 1,29-7 35,0 1 1,0 1-1,-19 7 1,-23 7 285,33-10-264,17-6-68,1-1-1,-1 1 1,1-1 0,-1 0 0,0 0-1,1 0 1,-8 0 0,4 0 118,0-1 0,1 1 1,-1 0-1,1 1 0,-1 0 0,-9 4 1,16 14-219,0 352 833,16-167-669,0-39-58,-13 147 45,-4-214-24,2-84-40,1 0 0,0-1 0,1 1 0,0-1 0,10 27 0,-13-35 43,0-6-38,0 1-1,0 0 0,0-1 0,0 1 0,0-1 0,0 1 0,0 0 0,0-1 1,0 1-1,0-1 0,0 1 0,0 0 0,1-1 0,-1 1 0,0-1 0,0 1 1,1-1-1,-1 1 0,0-1 0,0 1 0,1-1 0,0 1 0,-1-1 40,28 0-496,-7 2 497,-1 1 1,0 0-1,0 1 0,34 13 0,11 1-15,270 49-20,-327-66-17,0 0 0,0 0 1,-1 1-1,1 0 0,0 0 1,-1 1-1,0 0 0,10 6 1,-18-8 77,-1 0 0,0 0 1,1-1-1,-1 1 1,0 0-1,0-1 1,1 0-1,-1 1 0,0-1 1,-3 0-1,-62 9-82,1 2 1,1 4-1,0 2 0,1 3 0,1 2 0,-84 44 0,117-50-1,-1-2 0,0-1 0,-1-2 0,-58 14 0,90-25 16,-1 0 0,1 0 0,-1 0 0,1 0 0,-1 0-1,1 0 1,-1 0 0,1 1 0,-1-1 0,0 0 0,1 0 0,0 0 0,-1 1-1,1-1 1,-1 0 0,1 1 0,-1-1 0,1 0 0,0 1 0,-1-1 0,1 1 0,-1-1-1,1 1 1,0-1 0,0 1 0,-1-1 0,1 1 0,0-1 0,0 1 0,0-1-1,-1 1 1,1-1 0,0 1 0,0-1 0,0 1 0,0-1 0,0 1 0,0 0-1,0-1 1,0 1 0,1-1 0,-1 1 0,0-1 0,0 1 0,0-1 0,0 1-1,1-1 1,-1 1 0,0-1 0,0 1 0,1 0 0,1 1 15,0 1 0,-1-1 0,1 1 1,0-1-1,0 0 0,0 0 0,1 0 1,2 3-1,42 24 89,2-2 0,54 21 0,181 55-16,-258-95-97,0 1 0,0 1 0,-1 0 0,26 17 0,-23-3-77,-28-24 54,-9 3 30,-361 39 106,352-39-116,0 0 0,0 2 0,1 0 0,-1 1 0,1 1 0,1 0 0,-31 19 0,15-7-15,20-14 5,1 1 0,1 0 1,-1 0-1,1 1 0,1 1 0,-1 0 0,1 0 0,0 1 0,-14 19 0,19-22 13,0 0-1,0 1 1,1-1 0,0 1-1,0-1 1,1 1-1,0 0 1,0 0-1,1 0 1,0 0-1,0 0 1,0 11 0,1-16 10,1 0 1,0 1 0,0-1-1,-1 0 1,1 0 0,0 0-1,0 0 1,1-1-1,-1 1 1,0 0 0,1 0-1,-1-1 1,1 1 0,-1-1-1,1 1 1,0-1 0,0 0-1,3 2 1,45 25 19,-32-19 15,116 61 191,-47-26-207,95 64-1,-172-101-23,-7-6-5,-1 0 1,0 0-1,0 0 0,0 1 1,0-1-1,0 1 1,0-1-1,0 1 0,0 0 1,-1 0-1,1-1 0,-1 1 1,1 0-1,-1 1 1,0-1-1,1 0 0,-1 0 1,0 1-1,-1-1 0,1 0 1,0 1-1,0 4 1,-1-5 5,0 1 1,0 0-1,0-1 1,-1 1-1,1-1 1,-1 1 0,1-1-1,-1 0 1,0 1-1,0-1 1,0 0-1,0 1 1,0-1-1,-2 2 1,0-1 6,0 0 1,0 0-1,0-1 0,0 1 1,-1-1-1,1 0 1,-1 0-1,-6 2 0,-7 3-106,-2-2-1,1 0 1,-1-1 0,1 0-1,-1-2 1,-35 1-1,26-2-3,0 1 0,-28 7 0,53-9 112,1 1 0,0-1 1,-1 1-1,1 0 0,0 0 0,0 0 0,0 0 0,0 0 0,0 1 1,0-1-1,0 0 0,0 1 0,0 0 0,0-1 0,1 1 0,-1 0 1,1 0-1,0 0 0,-1 0 0,1 0 0,0 0 0,0 1 0,0-1 0,0 0 1,0 3-1,-1 5 46,1-1 0,0 1 1,1-1-1,0 1 0,1 10 0,0 8 51,5 78 63,36 200 0,-2-38-135,-2 598-12,-38 505 96,10-1169-62,-3-11 35,-7 210 384,0-400-386,0-24-6,1-11-416,0 15-422,-1 0-1,-1 0 1,-5-29-1,-6 12-2672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13.1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14 139 3169,'0'0'4117,"-13"0"1720,151-10-4775,-12 1-850,3-1-213,861 14 348,195-4 445,-1058 7-507,-3 1-87,233-3-78,228-4 3,-257-25-73,-20-3 35,-215 16-73,108 5-2,-81 6-4,169-6 23,62 2-16,14 0 150,-85-19-150,-3 0-10,272 17 105,-525 6-83,240 6 101,130-6 1589,-395 1-1747,-1-1 1,0 1-1,0-1 0,1 1 0,-1-1 0,0 1 0,0-1 0,0 0 1,1 0-1,-1 0 0,0 0 0,0 0 0,-2-1 0,-2 1-330,-62 0-6607,30 0-3873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37.6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9 239 1921,'0'0'2991,"-1"4"-2802,-2 19 2304,1-6 130,1-14-1704,1-6-562,0-85 1553,0 82-1710,0 5-183,0 0-1,-1 1 0,1-1 0,0 0 1,0 0-1,0 0 0,0 0 0,0 1 1,0-1-1,0 0 0,0 0 0,0 0 1,1 0-1,-1 1 0,0-1 1,0 0-1,1 0 0,-1 0 0,1 1 1,-1-1-1,2-1 0,1 2 22,0 1 0,1 0 0,-1 0 0,0 0 1,0 0-1,1 0 0,-1 1 0,0-1 0,0 1 0,-1 0 0,1 0 0,0 0 0,4 5 0,-3-4-18,-1 0 0,1 0 0,0-1-1,0 1 1,0-1 0,0 0-1,8 3 1,16 0 67,1-1 1,-1-1-1,58-2 0,-51-1-57,182 1 65,232-3 194,-333-7-321,23 0-11,349 0 102,-453 8-59,338-24 0,-287 17-7,148 5 1,-125 5 6,861-2 13,-583 9-264,609-9-1376,-849 12 1066,-24-1-265,445-5 360,-447-6 121,169-15 738,-4 1-93,-244 14-192,28 1-2,-1-2-1,120-20 0,75-13 750,-103 17-490,67-6-157,-96 12-40,45-20-112,-116 18-27,87-7 0,100 15 4878,-247 5-4973,-1 0 0,0 0 1,0 0-1,0 0 0,1 0 1,-1 0-1,0 0 1,0 0-1,0 0 0,1 0 1,-1 1-1,0-1 0,0 0 1,0 0-1,0 0 0,0 0 1,1 0-1,-1 1 0,0-1 1,0 0-1,0 0 0,0 0 1,0 1-1,0-1 0,0 0 1,0 0-1,0 0 1,0 1-1,1-1 0,-1 0 1,0 0-1,0 1 0,0-1 1,0 0-1,-1 0 0,1 0 1,0 1-1,0-1 0,0 0 1,0 0-1,0 1 0,0 1-1135,0 7-3700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39.9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1649,'0'0'8748,"0"25"-7710,0-19-1013,0-4 56,0 0-1,-1 1 1,1-1 0,0 1 0,1-1 0,-1 1 0,0-1-1,1 1 1,-1-1 0,1 1 0,0-1 0,0 0-1,0 0 1,0 1 0,0-1 0,0 0 0,1 0-1,2 3 1,-4-5 2,8 35 851,1 4-576,3 19-377,-7 21 91,-6 85 0,0-59 154,4 978-108,7-967-103,-2-34 2,19 153 28,-20-186-42,10 170 39,-9-76-20,-2-91-2,2 57 32,-8 122 652,0-230-514,3 0 207,0-1-2203,-2-9 56,-1-6-593,0-6-1797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42.8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1605 255 7555,'0'0'5283,"-25"0"-2100,22-3-3053,-1 1 0,1-1 0,-1 1 0,1-1 0,0 0 0,0 0 0,-5-6 0,-5-5 73,-137-116 584,135 120-656,0 1 1,0 1-1,-1 0 0,0 1 1,-1 1-1,1 0 0,-1 1 0,-33-5 1,-23 2 214,-136 3 0,152 5-120,43 2-199,0 0 1,1 1 0,-1 0-1,1 1 1,0 1 0,0 0 0,0 1-1,-16 10 1,-3 0 48,-22 14 70,1 2-1,-92 74 1,118-85-68,-129 120 63,155-140-141,-25 28 123,2 2 0,0 0 0,-37 69 0,30-47-46,18-31-5,2 0 1,1 1 0,1 1-1,0 0 1,-9 47 0,-7 127 400,20 48-357,6-152-5,0-78-74,0-1 0,1 0 1,1 0-1,0 0 0,1 0 0,1-1 0,7 16 0,52 95 113,-34-71-109,26 54 52,-7-12 62,105 155 0,-143-235-130,2-1-1,-1-1 1,2 0 0,0-1-1,0-1 1,1 0-1,1 0 1,0-2-1,0 0 1,1-1 0,0-1-1,1 0 1,34 9-1,15 1-27,1-4 0,1-2-1,122 4 1,39-8 55,-2 0 24,-192-8-49,-1-2-1,0-1 1,55-12 0,-60 9-21,-1-2 0,0 0 1,-1-2-1,0-2 0,0 0 1,-1-2-1,32-22 0,-33 18-10,0-1 0,-2-1-1,-1-2 1,0 0-1,26-34 1,-43 48 6,88-126-20,-76 105 7,-2 0 0,24-59 1,-25 44 8,-2-1 1,-2-1-1,-2 0 1,-2 0-1,-3-1 1,0-66-1,-3-7-15,-3-137 7,-3 221-4,-1 0 0,-2 0 0,-16-44 0,22 72 12,-13-31 4,-1 1 0,-2 1 0,-2 1 1,-29-42-1,24 38-16,2 9 17,-1 0 0,-2 1 0,-1 2 0,-42-35 0,-36-39 19,82 80-10,0 1 0,-44-30 0,8 7-5,46 34-10,0 1-1,0 1 1,-1 0 0,0 0-1,0 1 1,-27-8-1,16 8-20,0 2 0,-1 0 0,-34-2 0,21 4 27,0-2-1,-67-17 1,93 19-35,-1 1 0,1 0 1,0 1-1,-1 0 0,-25 3 0,21-1-16,-1 0-1,-20-3 1,1-7-235,38 9 107,27 0-19967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45.6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18 349 2081,'0'0'4092,"-3"5"-3411,0-1-387,2-2-156,0-1-1,0 1 1,0-1 0,0 1 0,0-1 0,0 1-1,0 0 1,1-1 0,-1 1 0,0 0 0,0 8 8894,3-32-8712,3 15-314,0 0 0,1 0 0,-1 0 0,1 0 0,1 1 0,9-8 0,6-6 8,-6 5-11,0 1 0,2 1-1,0 1 1,0 0 0,31-14-1,123-61 30,-149 75-32,103-45 13,-106 50 1,1 1 0,0 0 0,-1 2 0,34-4 0,232-2 400,-266 12-342,0 0 0,-1 1 0,26 8 0,-28-6-14,7 2 16,34 15-1,-6-2 7,-42-16-58,0 0-1,0 0 1,-1 1-1,1 1 1,-1 0-1,0 0 1,0 0 0,-1 1-1,0 1 1,0-1-1,-1 1 1,12 16-1,-12-16 9,1 0 0,0-1 1,18 13-1,-15-12-19,0 1 1,12 12-1,40 45 565,-40-38-304,-23-28 46,-2 0-491,0-1 1,-1 0-1,1 0 1,0 0-1,-1 0 1,1 0-1,0 0 0,0-1 1,0 1-1,0-1 1,0 1-1,1-1 1,-1 0-1,0 0 1,1 0-1,-1 0 1,-1-4-1,-17-15-3279,-6-1-3498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46.9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1 847 6883,'0'0'7006,"4"0"-6528,-3 0-427,1 0 0,-1 0 0,1 0 1,-1 0-1,1-1 0,-1 1 0,1 0 1,-1-1-1,1 1 0,-1-1 0,1 0 1,-1 1-1,0-1 0,1 0 1,1-2-1,16-23 900,70-136-218,-74 133-700,56-121-259,-6 9-10,-24 53 77,-24 49 179,35-57-1,2 8-27,-40 78 1243,-13 9-1166,1-4-239,-6 4-658,-5 2 688,-37-2-1562,22 0 1428,1 0 1,-1 2-1,0 1 1,1 1-1,-25 6 1,48-9 340,-1 0 0,1 0 0,0 0 0,-1 0 0,1 0 0,0 0 0,-1 0 0,1 0 1,0 0-1,-1 0 0,1 1 0,0-1 0,-1 0 0,1 0 0,0 0 0,0 1 0,-1-1 0,1 0 1,0 0-1,0 1 0,-1-1 0,1 0 0,0 0 0,0 1 0,0-1 0,-1 0 0,1 1 0,0-1 1,0 0-1,0 1 0,0-1 0,0 0 0,0 1 0,9 8 819,18 2-585,0-6-213,0-1 1,0-2-1,46-2 1,-39 0-352,-30 0 195,-4 0 52,1 1 0,-1-1-1,1 0 1,-1 0 0,1 0 0,-1 0-1,1 0 1,-1 0 0,1 0-1,-1 0 1,1 0 0,0 0 0,-1 0-1,1 0 1,-1 0 0,1-1-1,-1 1 1,1 0 0,-1 0 0,1 0-1,-1-1 1,0 1 0,1 0-1,-1-1 1,1 1 0,-1 0 0,0-1-1,1 1 1,-1 0 0,0-1 0,1 1-1,-1-1 1,0 1 0,1-1-1,-1 1 1,0-1 0,0 1 0,0-1-1,0 1 1,1-1 0,-1 1-1,0-1 1,0 1 0,0-1 0,0 0-1,0 0 284,0 5-448,-7 311 327,6-304-1730,-2-2-1962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49.5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1 113 6419,'0'0'5498,"3"0"-5063,238 0 3098,331 0-1829,181 0-554,-616 8-868,2 0-177,-80-8-76,241 10 222,-211-4-32,105-7 0,-79-4-170,83-2 81,43-8 32,-162 9-99,105 4 0,-95 3-23,-25 2 31,0 3 1,66 16-1,-16-3-64,-42-13-1,124-4 0,-97-4-37,208-14-59,-250 10 84,164-12-42,-146 15 90,50 3 76,-7 21-8,238-18 69,-235-18-179,-41 2 0,99 7 1928,-171 6-1917,-22 1-211,-25-2-586,36 0 637,1 1-1,0-1 1,0 1-1,0-1 1,-1 0-1,1 0 1,0 0-1,0 0 1,0 0-1,0-1 1,1 1-1,-1 0 1,0-1 0,0 1-1,-1-3 1,0 0-443,1 0 0,-1 0 0,1-1 0,0 1 0,0-1 0,-1-7 0,-9-44-6184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51.4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1 560,'0'0'13305,"0"4"-12515,0 371 2428,0 505-2763,-9-655-455,0 0 0,9 730 62,7-736-60,-7 296 81,-3-408 923,3-107-606,-1-9-1726,0 4 711,0-1 0,-1 1 0,1 0 0,-1 0 0,0 0 0,-1 0 1,-3-6-1,-14-18-5898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57.5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29 784,'0'0'5203,"-7"-16"-1628,8 15-3393,-1 0 0,1 1 0,0-1 1,-1 0-1,1 0 0,0 1 0,0-1 1,-1 0-1,1 1 0,0-1 0,0 1 1,0-1-1,0 1 0,0-1 0,0 1 1,0 0-1,0-1 0,0 1 0,0 0 1,0 0-1,0 0 0,0 0 0,0 0 1,0 0-1,2 0 0,38-1-752,-33 1 897,388 0-370,-388 1 46,-1 0-1,1 1 1,-1-1-1,0 2 0,1-1 1,-1 1-1,7 4 0,16 5 19,-12-8 4,0 0-1,0-1 0,0-1 0,0-1 0,20-1 0,11 2 5,6-1-26,-34-1-3,0 0 0,0 2 0,-1 0 0,30 7 0,68 14 48,-83-16-34,1-1 0,-1-2 1,67 0-1,36 3 25,54 6 61,-18-2-56,-45-4-33,-58-4-6,261-1 7,-174-3-8,355 1 60,-418-10-32,75 7 56,-159 2-47,1 0 1,-1-1 0,1-1-1,-1 0 1,16-6-1,29-7 166,-10 11-27,0 2 0,77 4 0,-42 0 254,-76-1-524,-17 0-3891,-19 0-750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59.2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92 106 144,'0'0'5909,"-4"-13"-2344,-52 10-668,55 3-2877,1 1 0,-1-1 0,0 0 0,1 1-1,-1-1 1,1 1 0,-1-1 0,1 1 0,0-1 0,-1 1 0,1 0 0,-1-1 0,1 1-1,0-1 1,-1 1 0,1 0 0,0-1 0,0 1 0,0 0 0,0-1 0,-1 1 0,1 0-1,0 0 1,0-1 0,0 2 0,-1 20 221,0 13 438,0-15 23,3 37 0,-1-55-663,0-1 0,0 1-1,0 0 1,0 0 0,0 0-1,0-1 1,0 1 0,0 0-1,1-1 1,-1 1 0,1-1-1,-1 1 1,1-1 0,-1 0-1,1 0 1,0 0 0,0 0-1,0 0 1,0 0 0,-1 0-1,1-1 1,0 1 0,0-1-1,0 1 1,3-1-1,5 2 59,0 0-1,1-1 0,14 0 0,-19-1-38,1 1-19,-1-2 0,1 1 0,0 0 1,11-4-1,-16 3-47,1 0 1,0 0-1,0 0 0,-1-1 1,1 1-1,-1-1 0,1 0 1,-1 0-1,0 0 1,0 0-1,0 0 0,0 0 1,3-4-1,-3 2-30,0 1 0,0-1 0,0 0 0,-1 0 0,1 0 0,-1 0 0,0 0 0,0 0-1,0 0 1,0-7 0,-2-48-30,0 26-88,-1 28 109,1 0-1,-1 0 1,0 0 0,-1 1-1,1-1 1,-1 1 0,0-1-1,0 1 1,-5-6 0,-2-3-13,7 10 60,1 0 1,0 0 0,-1 0 0,0 0-1,0 1 1,0 0 0,0-1 0,0 1-1,0 0 1,-1 0 0,1 1 0,-1-1 0,1 1-1,-8-2 1,4 1 0,-1 1 1,1 0-1,-1 1 1,0 0-1,0 0 0,-11 2 1,18-2-21,-1 0 1,1 1 0,-1-1-1,1 1 1,-1 0 0,1-1-1,-1 1 1,1 0-1,0 0 1,0 0 0,-1 0-1,1 0 1,0 0 0,0 0-1,-2 3 1,-14 24-1239,4-7-2016,3-11-54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00.0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430 0 3506,'0'5'12991,"0"25"-12632,0-15-301,-1 0 1,-1-1-1,-1 0 1,0 1-1,0-1 0,-2 0 1,0 0-1,0-1 1,-1 0-1,-10 16 1,-37 63-646,-127 166 0,41-102-971,139-155 1556,-1-1 0,0 1 1,1-1-1,-1 1 0,1-1 0,-1 1 0,1 0 1,-1-1-1,1 1 0,-1 0 0,1 0 1,0-1-1,-1 1 0,1 0 0,0 0 1,-1-1-1,1 1 0,0 0 0,0 0 1,0 0-1,0 0 0,0-1 0,0 1 1,0 0-1,0 0 0,0 1 0,2 0-1,-1 0 0,0-1 0,0 1-1,1-1 1,-1 1 0,1-1 0,-1 0-1,1 1 1,2 0 0,4 5 67,6 6-41,-1 2 1,0 0-1,-1 0 1,-1 1 0,-1 1-1,0 0 1,8 20-1,4 5 117,68 109 676,-72-125-416,1-1-1,1 0 1,36 32-1,-53-54-364,-1-1-1,1 1 1,0-1-1,0 0 1,0 0-1,0 0 0,0-1 1,0 1-1,0-1 1,7 2-1,-9-3-159,-1-6-4395,0-13-495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27.6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1377,'0'0'4338,"7"6"-4338,-7-3 48,0 3-16,0-2-32,0-1-96,0 0-385,0 0-143,0 0-512,0 3-1137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30.1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115 129 4322,'-96'91'1022,"77"-72"4663,39-21-5092,1 0 0,25-6-1,28-3-393,138 9 452,-180 6-627,-1 2 0,1 1 0,-2 1 0,1 2 0,56 26 0,-70-29 26,0-1 0,0-1 0,0-1 0,1 0-1,32 2 1,92-5 839,-73-2-815,125-8-103,-44 3 42,-105 6-2,0-2-1,61-10 1,-28-3-12,103-7-1,-49 4 9,-88 10-1,51-3 0,-25 7 9,-1-3 0,123-29 0,-123 22-14,0 4 0,86-3 0,30-4-4,-91 9 3,146 5-1,-123 5 10,1392-2-129,-1254-10 27,159 1 154,361 3-250,-594 5 210,0-8 0,234-41 1,-347 41-37,0 2 1,98 4 0,-136 3 11,-25 1 2,-1-1 0,1 1 0,-1 0-1,0 1 1,0-1 0,9 4 0,14 6 9,10-5 16,1-2 0,-1-1 0,49-3 0,-46 0 22,123 9 18,-161-8-61,1-1 0,-1 1 0,1 0 0,-1 0 1,0 1-1,1-1 0,-1 0 0,0 1 0,0-1 0,2 3 1,-3-3 110,-1 2-29,1 0 0,0-1-1,0 1 1,0 0 0,1 0-1,-1-1 1,1 1 0,-1-1 0,1 1-1,0-1 1,2 3 0,3 5 40,-2-2-162,0 0 1,-1 0-1,0 0 0,-1 1 1,0-1-1,0 1 0,-1 0 1,0 0-1,-1 0 0,0 0 1,0 16-1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32.5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172 16 2017,'0'0'7937,"-22"1"-6998,19 1-860,0 0 0,-1 0 0,1 0 0,0 0-1,1 1 1,-1-1 0,0 1 0,1 0 0,-1 0 0,1 0 0,0 0 0,0 1 0,0-1 0,-1 4 0,-2 3 108,1 1 0,0-1 0,-4 18 0,5-11 29,1-1 1,1 1 0,2 27 0,0-10 500,-1-30-664,0-1 0,0 0 0,0 0 0,1 0 0,0 0 0,0 0 0,-1 0 0,2 0 0,-1 0-1,0-1 1,1 1 0,-1 0 0,1 0 0,0-1 0,0 1 0,0-1 0,0 0 0,0 0 0,0 0 0,1 0 0,2 3 0,0-3 25,0 1 0,0 0 0,1-1 0,-1 0 0,0 0 1,1-1-1,-1 1 0,1-1 0,0 0 0,-1-1 0,9 1 1,-13-1-59,0-1 0,0 1 1,0 0-1,0 0 0,0 0 1,1-1-1,-1 1 0,0 0 1,0-1-1,0 1 0,0-1 1,0 1-1,0-1 1,0 0-1,-1 1 0,1-1 1,0 0-1,0 0 0,0 1 1,1-3-1,-1 0-2,1 1 0,-1-1 0,0 0 0,0 0 0,0 1 0,0-1 0,1-6 0,0-6-187,-1 0 1,-2-25-1,1 24-201,0-2-101,1 11 178,0 0 0,-1 0 0,0 0 0,-1 0 0,0 0 0,0 0 0,0 0 0,-1 0 0,0 0 1,0 1-1,0-1 0,-1 1 0,-5-9 0,4 10-187,-4-6 372,0 0 0,0 1 1,-20-17-1,26 25 158,0 0 1,0 1-1,0-1 0,0 1 1,0 0-1,0-1 0,0 1 1,-1 0-1,1 0 0,0 0 1,-1 1-1,1-1 1,-1 0-1,1 1 0,-1 0 1,1-1-1,-1 1 0,1 0 1,-1 0-1,1 1 0,-1-1 1,1 1-1,-1-1 0,1 1 1,0 0-1,-1-1 1,1 1-1,-3 2 0,-2 3-300,1 0 0,-1 0 0,1 1-1,1 0 1,-10 15 0,10-15-231,-20 31-2742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24.2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0 272,'0'0'2713,"-28"0"-1830,27 0-941,-1 1 1,1-1-1,-1 1 0,0-1 0,1 1 0,-1 0 0,1 0 0,-1-1 0,1 1 0,0 0 0,-1 0 0,1 0 0,0 1 0,0-1 0,0 0 0,-2 2 0,-17 27-1057,17-25 545,-4 7-628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24.5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0 0 16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0:24.9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178 0 16,'-108'168'-3,"78"-127"-10,26-38 13,2 0 192,0 0 0,0 0 0,0 0 0,0 0 0,1 0 1,-1 1-1,1-1 0,0 0 0,0 1 0,0-1 0,0 0 0,1 1 0,-1-1 0,1 1 0,0 0 0,0-1 0,1 5 1,-9 13-1068,3-11-161,4 0-463</inkml:trace>
  <inkml:trace contextRef="#ctx0" brushRef="#br0" timeOffset="1">0 326 544,'0'0'0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46.8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35 146 800,'50'-83'1041,"-40"66"11735,-11 18-12768,0-1-1,0 1 1,1-1 0,-1 1-1,0 0 1,1 0-1,-1-1 1,0 1-1,1 0 1,-1 0-1,1 0 1,-1 0-1,1 0 1,0 0-1,-1 0 1,1-1-1,0 1 1,0 0 0,0 0-1,-1 2 1,-2 22 113,2-2 168,2 24 244,-1-44-515,1 0-1,0-1 1,-1 1-1,1 0 1,0 0-1,1-1 1,-1 1-1,0-1 1,1 1-1,-1-1 1,1 0 0,0 1-1,4 3 1,-2-3 22,0 1 0,1-1 0,0 0 0,0 0 0,0 0 0,0-1 0,-3-1-20</inkml:trace>
  <inkml:trace contextRef="#ctx0" brushRef="#br0" timeOffset="1">263 222 16671,'1'-1'0,"0"1"0,0-1 1,0 0-1,-1 0 1,1 0-1,0 0 1,-1 0-1,1 0 1,-1 0-1,1 0 1,-1 0-1,0-1 0,1 1 1,-1 0-1,0 0 1,0 0-1,1 0 1,-1 0-1,0-2 1,2-26 27,-1 22-31,-1 0 0,1-1 0,-1 1 0,-1-8 0,0 13-5,1 0-1,-1 0 1,1 0-1,-1 0 1,0 0 0,1 0-1,-1 1 1,0-1-1,0 0 1,0 0-1,-1 1 1,1-1-1,0 1 1,-1-1 0,1 1-1,-1 0 1,1-1-1,-4-1 1,-6-4 0,1-1 1,1 0-1,-10-9 1,14 11 9,-1 0 0,0 0-1,-1 1 1,1 0 0,-1 0 0,0 1 0,0 0 0,-12-5 0,16 8-36,1 0 1,0 1 0,-1 0 0,1-1-1,-1 1 1,1 0 0,0 0 0,-1 1 0,1-1-1,0 0 1,-1 1 0,1-1 0,0 1-1,-1 0 1,1 0 0,0 0 0,0 0-1,0 0 1,0 0 0,-3 3 0,-2 2-230,1 0-1,-1 0 1,1 1 0,-5 7 0,-2 3-223,-12 9-3185,18-22-371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01.2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245 4 4274,'0'0'4834,"4"0"-4487,19-3 167,-15 5 3702,-7 9-3860,0 0 0,-1 0 1,0-1-1,0 1 0,-4 16 0,1-14-278,-1 0 0,-1-1 1,0 1-1,0-1 0,-1 0 0,-1 0 0,0 0 0,-18 20 0,9-10-47,-59 79-26,-34 49-618,107-148 584,1-1 0,0 1 0,0-1 0,1 1 0,-1 0 0,0-1 0,0 1 0,1 0 0,-1 0 0,1-1 0,0 1 0,-1 0 0,1 0 0,0 0 0,0 0 0,0-1 0,0 1 0,0 0 0,1 0 0,-1 0 0,1-1 0,-1 1 0,1 0 0,-1 0 0,1-1 0,0 1 0,0 0 0,0-1 0,2 3 0,2 1-13,0 0 1,1 0-1,0-1 1,-1 0-1,2 0 1,6 4-1,11 6 194,5 9-58,-1 1 1,-2 1-1,0 1 1,-1 1-1,-2 2 0,-1 0 1,22 39-1,-42-65-123,0 1 0,-1-1-1,1 1 1,-1 0 0,0 0 0,1 0-1,-2 0 1,1 0 0,0 0 0,-1 4 0,1 15-3025,-1-23 3028,0 13-4875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17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7860,'0'0'336,"122"-44"-336,-115 31-961,-7 7-4753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19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15 117 4770,'0'0'10274,"0"16"-10188,-6 16 14,4-27-76,0 1-1,1-1 0,0 0 0,0 0 0,0 6 1,1 8-61,0-9 179,0-1 0,0 0-1,1 1 1,2 12 0,-2-19-79,1 1 1,-1 0-1,1-1 1,-1 1-1,1-1 1,0 0-1,1 1 1,-1-1-1,0 0 1,1 0-1,0-1 0,0 1 1,5 4-1,-2-4-10,0 1 0,1-1-1,-1-1 1,0 1-1,1-1 1,0 0 0,-1-1-1,1 1 1,0-1-1,0-1 1,0 1 0,0-1-1,12-1 1,-3 0-64,-14 1 4,-1 0 0,1 0 0,0 0 0,-1-1 1,1 1-1,-1-1 0,1 1 0,-1-1 0,1 0 0,-1 1 0,1-1 0,-1 0 0,1 0 0,-1 0 0,0 0 0,0 0 1,2-2-1,0-1-44,0 1 1,-1-1 0,0 1-1,0-1 1,0 0 0,3-7-1,-2 2-210,0-1-1,-1 0 1,0 0-1,-1 0 0,1-14 1,-2 0-353,1 5-136,-4-34 1,2 47 653,-1 0 0,1-1 0,-1 1 0,0 0 0,-1 0 0,1 0 0,-1 0-1,0 0 1,-4-5 0,5 8 87,-6-7-69,1 0 1,-16-15-1,21 23 92,0-1 0,-1 1 0,0 1-1,1-1 1,-1 0 0,0 0 0,0 1 0,0 0-1,0 0 1,0-1 0,0 2 0,0-1 0,0 0-1,0 1 1,-5-1 0,7 1 41,-1 0 1,1 1-1,-1-1 0,1 1 0,-1-1 1,1 1-1,-1 0 0,1 0 0,0-1 1,0 1-1,-1 0 0,1 0 1,0 0-1,0 0 0,0 0 0,0 1 1,0-1-1,0 0 0,0 0 0,0 1 1,1-1-1,-1 1 0,0 2 0,-14 40 59,13-35-68,-2 5-184,2-1-1,0 1 0,-1 17 1,3 0-5313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20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 4290,'0'0'4114,"-32"72"-3858,32-53 176,0-10-208,0-6-224,0-21-8804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20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4370,'0'0'4730,"0"-11"1574,1 24-6145,1 0 0,0 1-1,1-1 1,0-1-1,6 16 1,3 9 165,32 110 583,-43-146-929,-1-3-3054,-1-11-771,-2-10-2905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22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 2273,'0'0'13681,"5"17"-13342,67 194 1587,-72-209-1884,1 2 19,1-1 0,-1 1-1,0-1 1,1 0-1,0 0 1,0 1-1,0-1 1,0 0-1,0-1 1,0 1 0,1 0-1,2 2 1,-4-5-66,-1 0 1,0 0-1,0 0 1,0 0-1,0 0 0,0 0 1,0 0-1,1 0 1,-1 0-1,0 0 1,0 0-1,0 0 1,0 0-1,0 0 1,1 0-1,-1 0 1,0 0-1,0 0 0,0 0 1,0 0-1,0 0 1,0 0-1,0 0 1,1 0-1,-1-1 1,0 1-1,0 0 1,0 0-1,0 0 0,0 0 1,0 0-1,0 0 1,0 0-1,0 0 1,0-1-1,1 1 1,-1 0-1,0 0 1,0 0-1,0 0 1,0 0-1,0 0 0,0-1 1,0 1-1,0 0 1,0 0-1,0 0 1,0 0-1,0 0 1,0-1-1,0 1 1,0 0-1,0 0 1,0 0-1,-1 0 0,1 0 1,0 0-1,0 0 1,0-1-1,0 0-72,0-19-481,0 1 0,-1 0-1,-1 0 1,-1 0-1,0 0 1,-8-22 0,6 25 537,1 0 0,0 0 1,2 0-1,0-1 0,0 1 0,3-29 0,-1 32 68,0 12-44,0 0 0,1 0 1,-1 0-1,0 0 0,1 0 0,-1 0 1,1 0-1,0 0 0,-1 0 0,1 1 0,0-1 1,-1 0-1,1 0 0,0 0 0,0 1 1,0-1-1,0 0 0,0 1 0,0-1 0,0 1 1,0-1-1,0 1 0,0 0 0,0-1 0,2 1 1,27-6 141,-28 6-114,0 0-1,0 0 1,0-1-1,0 1 0,0 0 1,-1 1-1,1-1 1,0 0-1,0 0 0,0 1 1,0-1-1,0 1 0,-1 0 1,1-1-1,0 1 1,-1 0-1,1 0 0,0 0 1,-1 0-1,1 1 0,-1-1 1,0 0-1,1 0 1,-1 1-1,0-1 0,0 1 1,0-1-1,0 1 0,0 0 1,1 3-1,18 33 922,15 48 0,-19-45 309,24 45 0,-40-85-1205,0-13-365,-7-97-2236,0-5 1291,7 97 1063,-1 12 132,1 1-1,0-1 1,0 1 0,0-1-1,1 1 1,1-8 0,-2 11 64,1 0 0,0 0 1,-1 0-1,1 0 0,-1 0 1,1 0-1,0 0 0,0 0 1,0 0-1,-1 1 0,1-1 1,0 0-1,0 0 1,0 1-1,0-1 0,0 1 1,0-1-1,1 1 0,-1-1 1,0 1-1,0 0 0,0-1 1,0 1-1,1 0 0,-1 0 1,0 0-1,0 0 1,0 0-1,2 0 0,0 0 59,1 0-1,-1 0 0,1 0 1,0 0-1,-1 1 0,1-1 1,-1 1-1,1 0 0,-1 0 1,0 0-1,1 1 0,-1-1 1,0 1-1,0 0 0,0 0 1,0 0-1,0 0 0,0 0 1,-1 1-1,1-1 0,-1 1 1,4 5-1,16 23 450,-1 2-1,-2 0 1,15 35 0,-30-60-384,1 2-54,-3-7-179,0 0-1,0 0 1,-1 0 0,1 1 0,-1-1 0,0 0 0,0 1 0,0-1 0,0 6 0,-2-60-4733,-5 11-1281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23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12 4994,'0'0'6851,"0"-3"-5954,-2-5 2730,-2 21-2806,-4 28-827,-16 401 3407,24-441-3577,0-44-4483,-5-56 472,-1-7-1085,6 28 1804,0-19 3037,0 31 12398,4 66-11846,-1 0 0,0 0 1,1 1-1,-1-1 0,1 1 1,-1 0-1,0 0 0,0 0 1,1 0-1,-1 1 0,0 0 1,0-1-1,0 1 0,-1 0 1,1 0-1,0 0 0,-1 1 1,1-1-1,-1 1 0,0-1 1,0 1-1,3 4 0,25 35 1039,44 79 0,13 52 788,-69-135-1595,34 82-537,-57-124-2543,-49-70-5026,33 48 2650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23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11941,'0'0'5171,"199"-25"-5171,-143 3-240,-11 0-1665,-17 9-3890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30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44 2913,'3'0'13337,"-2"5"-13758,-2 4 452,0 0 1,-1 1 0,0-1 0,0 0-1,-1 0 1,-4 9 0,4-9-11,-1 0 0,2 0 0,-1 1 1,1-1-1,1 0 0,-1 11 0,1 26 253,0-19 136,3 41 0,-1-65-393,-1-1 1,1 0-1,0 0 0,0 0 0,0 0 0,0 0 0,0 0 1,1 0-1,-1-1 0,0 1 0,1 0 0,-1-1 0,1 1 0,0-1 1,-1 1-1,1-1 0,0 0 0,0 0 0,0 1 0,0-2 1,0 1-1,0 0 0,4 1 0,-1-1 47,1 1 0,-1-1 0,0 0 0,1 0 0,-1-1 0,1 1 0,-1-1-1,11-2 1,-15 2-61,1-1 0,-1 0-1,1 1 1,-1-1-1,0 0 1,1 0 0,-1 0-1,0 0 1,0 0-1,0-1 1,0 1 0,0 0-1,0 0 1,0-1-1,0 1 1,0 0 0,-1-1-1,1 1 1,-1-1-1,2-2 1,8-38-474,-8 35 335,4-34-303,-2 0-1,-1-67 1,-5 99 427,0 1 0,0-1 0,-1 1 0,0 0 0,0 0-1,-1 0 1,0 1 0,-1-1 0,0 1 0,-8-10 0,11 15 17,-1 0-1,1 0 1,-1 0 0,0 1 0,1-1 0,-1 1-1,0 0 1,0-1 0,0 1 0,-4 0 0,6 0-7,-1 1-1,1-1 1,0 1 0,-1 0 0,1-1 0,0 1 0,-1 0-1,1 0 1,0 0 0,-1 0 0,1 0 0,0 1 0,-1-1-1,1 0 1,0 0 0,-1 1 0,1-1 0,0 1 0,0-1 0,0 1-1,-1 0 1,1-1 0,0 1 0,0 0 0,0 0 0,-2 2-1,1 2-259,1 0 0,-1 0 0,1 0 0,-1 0 0,1 1 0,1-1-1,-1 0 1,1 1 0,1 8 0,-1-7-449,0 18-3568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31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5795,'0'0'5837,"3"2"-4805,-1 2-900,-1 0-1,0 0 1,0 0-1,-1 0 1,1 0-1,-1 0 1,0 1-1,0-1 1,-1 5-1,0 12 265,2 13 185,-1-22-446,0 0 0,0 0 0,2 0 0,2 12 0,-1-15 349,0-8-1435,-2-10-4635,-1-23-470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32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48 3874,'0'0'5888,"-2"-3"-4885,-3-18 1633,5 21-2602,0-1 0,0 0 0,0 0 0,0 1 0,0-1 0,0 0 0,1 1 0,-1-1 0,0 0 0,0 0 1,1 1-1,-1-1 0,0 0 0,1 1 0,-1-1 0,0 1 0,1-1 0,-1 0 0,1 1 0,-1-1 0,1 1 0,0-1 1,-1 1-1,1-1 0,-1 1 0,1 0 0,0-1 0,-1 1 0,1 0 0,1-1 0,10-1 18,1 0 0,-1 1 0,1 0 0,-1 1-1,1 1 1,17 2 0,-29-2-51,1-1 1,-1 1-1,1 0 0,-1 0 0,1-1 1,-1 1-1,1 0 0,-1 0 0,0 0 1,1 1-1,-1-1 0,0 0 0,0 0 1,0 1-1,0-1 0,0 1 1,0-1-1,0 1 0,-1-1 0,1 1 1,0 0-1,-1-1 0,1 1 0,-1 0 1,1 2-1,0 5 121,0 1-1,0-1 1,-1 11 0,0-18-79,1 14 53,-1-12-97,1-1 0,-1 0 0,0 1 0,0-1 0,0 1-1,0-1 1,-1 1 0,1-1 0,-1 0 0,0 1 0,0-1-1,0 0 1,0 1 0,-1-1 0,1 0 0,-1 0 0,0 0 0,0 0-1,0-1 1,-4 5 0,-8 7-98,10-9 9,-1-1 0,1 1 0,-1-1-1,0 0 1,-10 6 0,15-10 77,0 0 0,-1 0 1,1 0-1,0 0 0,0 0 1,-1 0-1,1 0 0,0 0 0,-1 0 1,1 0-1,0 0 0,-1 0 1,1-1-1,0 1 0,0 0 1,-1 0-1,1 0 0,0 0 0,0 0 1,-1-1-1,1 1 0,0 0 1,0 0-1,0 0 0,-1-1 1,1 1-1,0 0 0,0 0 0,0-1 1,0 1-1,0 0 0,-1 0 1,1-1-1,0 1 0,0 0 0,0-1 1,0 1-1,0 0 0,0 0 1,0-1-1,0 1 0,0 0 1,0-1-1,0 1 0,0 0 0,0-1 1,0 1-1,0 0 0,0 0 1,1-1-1,-1 1 0,0 0 1,0 0-1,0-1 0,1 1 0,-1-2 0,0 0-1,0 1 0,1-1 1,-1 1-1,1-1 0,-1 0 1,1 1-1,0-1 0,0 1 1,1-3-1,3 0 34,0 1-1,0-1 1,1 1 0,-1 0-1,1 1 1,-1-1 0,1 1-1,0 0 1,0 0 0,0 1-1,0 0 1,0 0 0,0 1 0,0-1-1,9 2 1,-14-1-6,0 0 1,0 0 0,-1 1-1,1-1 1,0 1-1,-1-1 1,1 0-1,0 1 1,-1-1-1,1 1 1,-1 0 0,1-1-1,0 1 1,-1-1-1,0 1 1,1 0-1,-1-1 1,1 1 0,-1 0-1,0 0 1,1-1-1,-1 1 1,0 0-1,0 0 1,0 0-1,0-1 1,0 3 0,4 28 496,-4-24-366,2 26 466,-4 53 0,2-82-582,0 0 0,-1 1 0,0-1 1,0 0-1,0 0 0,0-1 0,-1 1 0,0 0 0,1 0 0,-1-1 0,-1 1 0,1-1 0,0 1 0,-1-1 0,0 0 0,0 0 0,1 0 0,-2-1 0,1 1 1,0-1-1,-6 4 0,2-3-67,0 1 0,-1-1 0,0-1 0,0 1 1,0-1-1,0 0 0,0-1 0,0 0 0,-16 0 1,19-1-257,-1 0 0,0-1 0,1 1 1,-10-3-1,14 3 25,-1-1 1,0 0-1,0 1 1,1-1-1,-1 0 1,1 0-1,-1 0 1,1 0-1,-1 0 0,1-1 1,0 1-1,-1 0 1,1-1-1,0 1 1,0 0-1,0-1 1,0 0-1,-1-2 1,1-3-3766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33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2801,'0'0'6051,"0"7"-551,0 33-4781,0-10-77,1-1 0,1 1 1,13 55-1,-10-63-404,-4-14-152,1 0 0,0 0-1,1-1 1,5 14 0,-23-60-1169,12 33 985,-1-2 1,1 1-1,0 0 0,0-1 1,1 1-1,0-1 0,1 0 1,-2-9-1,2-8-548,1-31 0,1 17 48,-1 38 597,0-1 0,1 1 0,-1 0 0,0 0 0,1 0 0,-1 0 0,1 0 0,-1 0 0,1 0 0,-1 0 0,1 0 0,0 0 0,0 0 0,-1 0 0,1 0 0,0 0 0,0 1 0,0-1 0,0 0 0,0 0 0,0 1 0,0-1 0,0 1 0,0-1 0,0 1 0,0 0 0,0-1 0,1 1 0,-1 0 0,0 0 0,0-1 0,2 1 0,6-1 78,1 1 1,-1-1 0,11 2-1,-8-1-72,-11 1 14,1 0-1,-1-1 1,1 1-1,-1 0 1,1 0-1,-1 0 1,0 0 0,1 1-1,-1-1 1,0 0-1,0 0 1,0 1-1,0-1 1,0 1-1,0-1 1,-1 1-1,1-1 1,0 1-1,0 1 1,15 39 499,-14-37-409,23 84 1030,-12-35-338,-12-49-598,0 1 0,0 0 1,0 0-1,-1 8 0,0-13 75,-1-8-721,-1-19-126,1-47 1,1 38 165,1 29 340,-1-1 0,1 1 0,0 0-1,1-1 1,0 1 0,0 0-1,0 0 1,0 0 0,1 0 0,0 0-1,0 1 1,1-1 0,0 1-1,0 0 1,0 0 0,0 0 0,7-5-1,-11 10 66,0 0 0,1-1 0,-1 1 0,1 0 1,-1 0-1,0 0 0,1-1 0,-1 1 0,1 0 0,-1 0 0,0 0 0,1 0 0,-1 0 0,1-1 0,-1 1 0,1 0 0,-1 0 0,1 0 0,-1 0 0,1 1 0,-1-1 1,0 0-1,1 0 0,-1 0 0,1 0 0,-1 0 0,1 0 0,-1 1 0,0-1 0,1 0 0,-1 0 0,0 1 0,1-1 0,-1 0 0,0 1 0,1-1 0,0 1 0,7 11 228,-8-11-228,8 17 337,-1 2 1,-1-1-1,-1 1 0,-1 0 1,-1 0-1,2 38 1,-2-22 368,8 35 1,-11-71-976,1 7 1162,-1-6-2052,-2-6-5074,-7-16 1045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34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79 4482,'0'0'8953,"0"8"-8491,-2 29 200,-2 0 0,-1 0 0,-11 36 0,-2 17 124,16-72-468,0 35 0,2-52-317,-1-26-2246,0 7 1618,0-1-1,1 0 1,1 1 0,7-36 0,41-109 411,-41 129 357,-6 22 271,1-1 0,9-22 0,-9 28-227,-3 6-122,0 1 1,0-1 0,0 0 0,0 1 0,0-1-1,0 0 1,1 1 0,-1-1 0,0 0 0,1 1-1,-1-1 1,0 0 0,1 1 0,-1-1-1,1 1 1,-1-1 0,1 1 0,-1-1 0,1 1-1,-1-1 1,1 1 0,-1-1 0,1 1 0,0 0-1,0-1 1,0 1 440,11 0 187,-10 0-664,0 1 0,0 0-1,0 0 1,-1-1 0,1 1-1,0 0 1,0 1 0,0-1-1,-1 0 1,1 0 0,-1 1-1,1-1 1,-1 1 0,1-1-1,-1 1 1,0 0 0,0-1-1,0 1 1,2 3 0,18 41 426,23 73 874,27 62 473,-60-163-1611,-9-17-300,-1 1 0,0 0 0,1 0 0,-1 0 0,0 0 0,0 0 0,0 0 0,0 0 0,0 0 0,-1 0 0,1 0 0,0 3 0,-19-6-3344,13-1 2741,1 1-1,0-1 0,0 0 1,0 0-1,0 0 0,0-1 1,-5-4-1,-8-8-3564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34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76 2385,'0'0'13734,"115"-34"-13445,-73 24-225,-4-2-64,1 2-177,-15 4-1215,-6 3-1650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36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0 229 6131,'0'0'7422,"3"0"-6819,-2 0-565,1 0 1,-1-1 0,0 1-1,0 0 1,1-1-1,-1 1 1,0-1 0,0 1-1,0-1 1,0 0-1,0 1 1,0-1 0,0 0-1,0 0 1,0 0-1,0 0 1,1-1 0,16-26 51,8-37-1396,-25 60 1098,2-7-1000,0-1 0,-1 0 0,-1 0 0,0-24 0,-1 19 2583,1 6 3696,-6 57-4554,1 0 1,5 79-1,1-45 79,-2-31 152,10 70 0,-10-117-732,0 1 7,1 1 0,-1-1 0,0 1 0,1-1 0,-1 0 0,1 0 0,0 1 0,0-1 0,0 0 0,0 0 0,0 0 0,2 2 0,-1-3-60,-1-10-1356,-2-33-4650,-2 17-578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37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1473,'0'0'5277,"2"7"-1464,3 31-2443,17 136 2008,-12-74-2015,-6-85-1274,-2-24-473,-1-24-254,-2-6 442,0 23-73,0 0 0,1 0 1,1 0-1,1 0 0,0 0 1,1 0-1,9-27 0,-9 34 171,1 0-1,1 1 0,0-1 0,0 1 1,7-9-1,-9 14 119,-1 1 0,0 0-1,1-1 1,-1 1 0,1 0 0,0 0 0,0 1-1,0-1 1,0 0 0,0 1 0,0 0 0,0 0-1,0 0 1,1 0 0,-1 0 0,0 1 0,1-1 0,3 1-1,-6 0 5,0 0-1,0 0 1,0 1-1,0-1 0,-1 0 1,1 1-1,0-1 0,0 1 1,-1-1-1,1 0 1,0 1-1,-1 0 0,1-1 1,0 1-1,-1-1 1,1 1-1,-1 0 0,1 0 1,-1-1-1,1 1 1,-1 0-1,1 0 0,-1-1 1,0 1-1,1 1 1,6 27 464,-6-21-293,53 268 3935,-51-256-3719,-3-17-338,0 0 1,0 0-1,0 1 1,1-1-1,0 0 0,-1 0 1,1 0-1,0 0 1,0 0-1,1 0 1,-1 0-1,3 4 0,-3-7-14,-1-7-448,-4-353-5478,4 358 5842,0-1 0,0 1 0,0 0 0,1-1 0,-1 1 0,1-1 0,-1 1 0,1-1 0,0 1 0,0 0 0,0 0 1,0-1-1,3-2 0,-4 4 37,1 1 0,0-1 0,0 0 0,0 1 0,0-1 1,0 0-1,0 1 0,0-1 0,0 1 0,0 0 0,0-1 1,0 1-1,0 0 0,0-1 0,0 1 0,0 0 0,0 0 1,1 0-1,-1 0 0,0 0 0,0 0 0,0 1 0,0-1 1,0 0-1,0 0 0,0 1 0,0-1 0,0 1 0,0-1 1,0 1-1,2 0 0,1 2 77,-1 0 0,1 1 0,-1-1 0,0 1 0,0 0 0,0 0 0,0 0 0,-1 0 0,1 0 0,-1 0 0,3 9 0,0-1 150,13 27 843,22 71 0,-33-86-678,-1 1-1,-2-1 0,0 1 1,0 36-1,-4-60-547,-2-8-3986,-10-16-758,-2-7-4687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38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2625,'0'0'10824,"0"8"-9752,-3 33-436,-1-1 0,-12 54 0,7-50 256,-4 69 1,12 27 1092,1-140-2025,0 0 0,0 0 1,-1 0-1,1 0 0,0 0 1,0 0-1,0 0 0,-1 0 0,1 0 1,0 0-1,0 0 0,-1 0 1,1 0-1,0 0 0,0 0 1,0 0-1,-1 0 0,1 0 1,0 0-1,0 0 0,-1 0 1,1 0-1,0-1 0,0 1 1,0 0-1,0 0 0,-1 0 1,1 0-1,0 0 0,0-1 1,0 1-1,0 0 0,-1 0 1,1 0-1,0-1 0,0 1 1,0 0-1,0-1 0,-4-11-1014,1 0 0,0-1 0,1 0 1,1 0-1,0 0 0,1-25 0,0 26-58,0-31-3239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38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24 50 3602</inkml:trace>
  <inkml:trace contextRef="#ctx0" brushRef="#br0" timeOffset="1">24 50 3602,'-16'6'865,"10"-9"530,5 1-1053,1 0 1,0 0-1,0 0 1,0 0 0,0 0-1,0 0 1,1 0 0,-1 0-1,2-4 1,1-8 912,-3 14-1184,0-1-1,0 1 0,0-1 1,0 0-1,0 1 0,0-1 0,0 1 1,1-1-1,-1 0 0,0 1 0,0-1 1,1 1-1,-1-1 0,0 1 1,1-1-1,-1 1 0,0-1 0,1 1 1,-1-1-1,1 1 0,-1 0 0,1-1 1,-1 1-1,1 0 0,-1-1 1,1 1-1,-1 0 0,1 0 0,0-1 1,-1 1-1,1 0 0,0 0 0,0 0 31,0 0 0,0 1-1,0-1 1,0 1-1,0-1 1,-1 1 0,1-1-1,0 1 1,0 0-1,-1-1 1,1 1-1,0 0 1,-1 0 0,1-1-1,-1 1 1,1 0-1,-1 0 1,1 0-1,-1 0 1,1 0 0,-1 0-1,0 0 1,1 1-1,79 282 4893,-40-131-2982,-34-120-1787,-5-27-208,-1 0 0,1-1 0,1 1 0,-1-1 0,1 1 0,3 6 0,-4-11-99,-10-3-4242,-39-46-3982,28 29 3736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39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2961,'0'0'15944,"126"12"-15496,-99-12-272,-2 0-176,-1-12-688,-13-7-1057,-4-3-2097,-7 0-7203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39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44 5346,'0'0'12670,"11"-13"-12496,-9 11-214,0-1 0,0 1 0,0 0 0,1-1 0,-1 1 0,1 0 0,-1 0 0,1 1-1,0-1 1,0 0 0,0 1 0,0 0 0,0 0 0,0 0 0,0 0 0,0 0 0,0 0 0,1 1 0,-1 0 0,0-1 0,5 2 0,-5-2 22,0 1 0,0 0-1,0 0 1,0 1 0,0-1-1,0 1 1,0-1 0,0 1-1,0 0 1,0 0 0,0 1-1,-1-1 1,1 0 0,3 3-1,-4-1 16,0-1-1,1 1 0,-1 0 0,0 0 0,-1 0 0,1 0 0,0 0 0,-1 0 0,0 0 0,0 1 1,0-1-1,1 6 0,2 12 102,-2 0 1,-1 0 0,0 0 0,-2 0-1,-3 28 1,2-40-72,0 1 0,-1-1 0,0 1 0,-1-1 0,0 0 0,0 0 0,-1 0 0,-7 10 0,2-4-15,-2-1 0,1 0 0,-23 19 0,34-32-43,-2 1-62,0-1 0,1 1 1,-1 0-1,0-1 0,0 0 0,0 1 0,0-1 0,0 0 0,0 0 1,0 0-1,0-1 0,-4 2 0,8-13-1500,0 9 1485,-1-1-1,1 1 0,0-1 1,-1 1-1,1 0 0,0 0 1,1-1-1,-1 2 0,0-1 1,1 0-1,-1 0 0,1 1 1,-1-1-1,1 1 0,0 0 1,-1 0-1,1 0 0,0 0 1,0 0-1,0 1 0,4-1 1,6-1 44,0 1 1,0 0 0,23 2-1,-33 0 146,1 0-1,0 0 0,-1 0 0,1 0 0,-1 1 0,0-1 1,0 1-1,1 0 0,-1 0 0,0 0 0,-1 0 1,1 1-1,0-1 0,0 1 0,-1 0 0,0-1 1,0 1-1,4 6 0,-3-4 138,0 1 1,0-1-1,0 1 1,-1 0-1,0-1 1,0 1-1,0 0 0,-1 0 1,0 1-1,1 7 1,-2-8-161,0-1 1,0 0-1,0 0 1,-1 0-1,1 0 1,-1 0-1,0 0 1,-1 0-1,1-1 1,-1 1-1,0 0 0,0 0 1,0-1-1,-1 0 1,0 1-1,0-1 1,0 0-1,0 0 1,0-1-1,-1 1 1,0-1-1,0 1 1,-6 3-1,0 1-224,0-1-1,-1 0 1,0 0 0,-1-1-1,1-1 1,-1 0-1,0 0 1,0-2-1,-1 1 1,1-1 0,-1-1-1,0 0 1,-25 0-1,37-2 3,1 0 0,-1 0-1,0 0 1,0 0 0,1 0 0,-1 0-1,0 0 1,0 0 0,1 0-1,-1 0 1,0 0 0,1-1-1,-1 1 1,0 0 0,0-1-1,1 1 1,-1 0 0,1-1-1,-1 1 1,0-1 0,1 1-1,-1-1 1,1 1 0,-1-1-1,1 1 1,-1-1 0,1 1 0,-1-1-1,1 0 1,0 1 0,-1-1-1,1 0 1,0 1 0,0-1-1,0 0 1,-1-1 0,-3-21-5829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41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3666,'0'0'13286,"0"2"-13222,1 26 471,7 35 1,0 4 34,-2-2 43,2 86 449,-8-151-1198,0-11-755,-7-150-630,6 135 1324,1 18 48,-1-1 0,1 0 0,0 0 0,1 0 0,0 0 0,3-11 0,-3 18 152,0 1 0,0 0 1,0 0-1,0-1 0,0 1 1,0 0-1,0 0 0,0 0 1,0 0-1,0 0 0,1 0 1,-1 0-1,0 1 1,1-1-1,-1 0 0,0 1 1,1-1-1,-1 1 0,1-1 1,-1 1-1,1 0 0,-1-1 1,1 1-1,0 0 0,-1 0 1,1 0-1,-1 1 1,4-1-1,-2 1 54,0-1 1,0 1-1,0-1 1,0 1-1,0 0 1,0 0-1,-1 0 1,1 1-1,0-1 0,0 1 1,-1-1-1,1 1 1,2 3-1,9 14 289,-1 0-1,0 2 0,-2-1 0,-1 1 0,0 1 1,-2 0-1,-1 0 0,0 1 0,5 36 1,-9-41-30,-2-15-363,-1-4-112,-3-32-629,3-138-3310,1 163 3926,0 0 0,0 0 0,1 0 0,0 0 1,1 0-1,0 1 0,0-1 0,1 1 0,-1-1 0,2 1 0,-1 1 0,1-1 0,9-9 1,-13 14 252,1 1 0,0-1 0,-1 1 0,1-1 1,0 1-1,0 0 0,0 0 0,-1 0 1,1 0-1,0 1 0,1-1 0,-1 0 0,0 1 1,0-1-1,0 1 0,0 0 0,0 0 0,0 0 1,1 0-1,-1 0 0,3 0 0,-2 1 68,0 0-1,-1-1 1,1 1-1,0 0 1,0 0-1,0 0 1,0 1-1,-1-1 1,1 1-1,-1-1 1,1 1-1,-1 0 1,4 3-1,5 10 108,-1-1 0,0 1 0,-1 1 0,-1 0 0,0 0 0,-1 1 0,-1-1 0,0 1 0,-2 1 0,0-1 0,-1 1 0,0 0 0,-2 0 0,0 19-1,-1-36-473,-3-13-6113,-1-14 1977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41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13 6419,'0'0'6264,"0"-1"-6064,0 1 1,0-1-1,0 0 0,0 0 0,-1 0 1,1 1-1,0-1 0,0 0 0,-1 0 1,1 1-1,0-1 0,-1 0 1,1 1-1,0-1 0,-1 0 0,-1 1-168,1 0-1,0 0 1,-1 1-1,1-1 0,0 1 1,-1-1-1,1 1 1,0 0-1,0-1 1,0 1-1,-1 0 1,1 0-1,0 0 0,0 0 1,0 0-1,0 0 1,1 0-1,-1 0 1,0 0-1,0 0 1,1 1-1,-2 1 0,-13 35 66,11-25-4,-71 244 1859,60-201-1324,9-31-243,0-5-104,1 0 0,0 0 0,-2 40 1,7-59-367,0-1 0,-1 0 1,1 0-1,-1 0 0,1 0 1,0 0-1,-1 0 0,1 0 1,-1 0-1,1 0 0,-1 0 1,1 0-1,0 0 0,-1 0 1,1 0-1,-1 0 0,1 0 1,0 0-1,-1 0 1,1-1-1,-1 1 0,1 0 1,0 0-1,-1-1 0,1 1 1,0 0-1,-1 0 0,1-1 1,0 1-1,0 0 0,-1-1 1,1 1-1,0 0 0,0-1 1,-1 1-1,1-1 0,-2-30-2281,3-55 0,0 61 1229,1 2-963,0 1 1,11-39-1,1 4-1776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41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47 33 3810</inkml:trace>
  <inkml:trace contextRef="#ctx0" brushRef="#br0" timeOffset="1">47 33 3810,'-46'-14'1873,"46"14"-1820,0 0 1,1 0-1,-1 0 0,0 0 1,0 0-1,1 0 1,-1 0-1,0 0 1,0 0-1,0 0 1,1-1-1,-1 1 1,0 0-1,0 0 1,1 0-1,-1 0 1,0 0-1,0-1 1,0 1-1,0 0 1,1 0-1,-1 0 0,0-1 1,0 1-1,0 0 1,0 0-1,0 0 1,1-1-1,-1 1 1,0 0-1,0 0 1,0-1-1,0 1 1,0 0-1,0 0 1,0-1-1,0 1 1,0 0-1,0 0 1,0-1-1,0 1 0,0 0 1,0 0-1,0-1 1,-1 1-1,1 0 1,0 0-1,0 0 1,0-1-1,0 1 1,0 0-1,0 0 1,-1-1-1,1 1 1,0 0-1,0 0 1,0 0-1,0 0 1,-1-1-1,1 1 0,0 0 1,0 0-1,-1 0 1,1 0-1,0 0 1,0 0-1,-1 0 1,1 0-1,0 0 1,17-6 2568,-14 5-2515,-1 1 0,0 0 1,1 0-1,-1 0 0,0 0 0,1 0 0,-1 0 0,1 1 0,-1-1 0,0 1 0,0-1 1,1 1-1,-1 0 0,0 0 0,0 0 0,0 0 0,0 1 0,0-1 0,0 0 1,0 1-1,0-1 0,-1 1 0,1 0 0,-1 0 0,1-1 0,-1 1 0,0 0 1,1 0-1,-1 0 0,0 1 0,0-1 0,1 4 0,25 55 1974,30 100 0,5 71 1165,-43-156-2738,-18-69-498,6 10-765,-13-20-1451,-54-53-5552,35 36 2748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42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10629,'0'0'9156,"178"-19"-9012,-144 10-144,-6 0-1072,-7-1-1345,-10 1-4579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14.9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1 907 3009,'3'9'10465,"-3"-9"-10295,25-21 52,-8 5-178,28-27-44,-21 22 14,8-6-1,49-17-26,-22 26-57,-55 16 69,0 0-1,0 0 0,0 1 0,0-1 0,1 1 1,-1 0-1,0 0 0,1 1 0,-1-1 1,0 1-1,6 0 0,-8 0 12,0-1-1,1 1 1,-1-1 0,0 0-1,0 0 1,0 0 0,1 0-1,-1 0 1,0 0 0,0 0 0,0-1-1,-1 1 1,4-4 0,11-6 25,-13 11-49,-1-1 18,0 0-1,-1 1 0,1-1 0,-1 0 0,1 0 0,-1 0 1,1 0-1,-1 0 0,1 0 0,-1-1 0,0 1 0,0 0 1,0-1-1,2-1 0,-3 2 0,1-1 1,0 1-1,0 0 0,0 0 1,0 0-1,0 0 0,0 0 1,1 0-1,-1 0 0,0 1 0,0-1 1,3-1-1,-1 0-6,1 0 0,0 0 0,-1 0 0,1-1 0,-1 0 0,0 1 0,5-7 0,-2 3 0,-4 5-3,1-1 0,-1 0 0,1 1 0,-1-1-1,1 1 1,0 0 0,-1 0 0,6-1 0,17-10 0,-21 9 1,1 0 1,-1 1-1,0-1 1,1 1-1,-1 0 0,1 1 1,-1-1-1,1 1 0,0 0 1,0 0-1,0 0 1,-1 1-1,1-1 0,8 2 1,-8-2 0,0 0 1,1 0 0,-1-1 0,0 1 0,0-1-1,8-4 1,6-2-204,-1 0 104,-1 0 0,22-14-1,4-2-402,-14 4-948,-8 3 1138,1-1-241,-5 11 331,-1 1 0,31-8-1,-22 7-230,-21 5 358,0 0 1,0 1-1,0-2 0,0 1 1,0 0-1,-1-1 0,5-3 0,-6 4 122,1 0 0,0 0 0,0 0 0,0 0 0,0 0 0,6-2-1,44-8-60,-40 9-191,0 0 1,0 0 0,0-1-1,-1-1 1,13-6 0,-16 7 243,0 1 0,0 0 0,0 0 0,16-2 0,-15 4-256,-1-2-1,1 1 1,-1-1 0,11-5 0,-17 7 40,2-2 115,1 0 0,-1 0 1,0 0-1,0-1 0,6-4 1,-9 6 82,0 0 0,1 0 0,-1 1 0,1-1-1,0 1 1,-1 0 0,1 0 0,0 0 0,0 0 0,0 1 0,0-1 0,0 1 0,4-1 0,23-6 22,-7-8-354,-21 13 304,0 0 0,0 1 0,0-1-1,0 0 1,1 1 0,-1 0 0,1-1-1,-1 1 1,1 0 0,-1 0 0,1 1-1,-1-1 1,1 0 0,5 1-1,1-2 177,0 1 0,1-1 0,-1-1 0,0 0 0,0 0-1,-1-1 1,1 0 0,-1 0 0,1-1 0,9-7 0,-4 3-90,0 1 1,17-7 0,15 0 160,-32 10-170,0 1-1,1-2 0,22-12 1,-29 13-76,0 1 0,0 0 0,0 0 0,1 0 1,-1 1-1,1 1 0,0-1 0,0 1 0,0 1 0,10-1 1,-15 1 34,-1 1 1,1-1 0,0 0 0,-1 0 0,1 0-1,4-3 1,14-2 60,5 3 25,-18 3-26,-1-1 0,1 0 0,-1-1 1,0 0-1,0 0 0,10-4 0,37-9 2254,-52 15-2295,5-4 2419,-36 4-1816,-13 0-154,22 0-2728,6 0-1888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30.8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0 258 2081,'0'0'4221,"9"-5"-3474,27-15-16,-33 18-607,0 0 0,0 0 0,0-1 1,0 1-1,-1-1 0,1 1 0,-1-1 1,1 0-1,-1 0 0,2-3 0,8-10 172,71-80 26,-77 89-632,0-1 0,-1 1 0,6-11-1,-1-5-2543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46.8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168 286 8780,'29'-68'-488</inkml:trace>
  <inkml:trace contextRef="#ctx0" brushRef="#br0" timeOffset="1">215 176 7996,'39'-93'-662,"-31"69"945,5-10 783,-13 33-1002,1-1-1,0 1 0,0 0 1,0 0-1,0-1 0,0 1 1,0 0-1,0 0 0,1 0 1,-1 0-1,0 0 1,0 0-1,1 0 0,-1 1 1,1-1-1,-1 0 0,1 1 1,2-1-1,25-5-175,-29 15-7710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59.6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 2 4674,'0'0'5523,"3"0"-5169,-3 0-266,1-1 0,-1 1-1,0 0 1,1 0-1,-1 0 1,1 0-1,-1 0 1,1 0-1,-1 0 1,1 0-1,-1 0 1,0 0-1,1 0 1,-1 0-1,1 0 1,-1 0-1,1 0 1,-1 1-1,0-1 1,1 0-1,-1 0 1,1 0-1,-1 1 1,0-1-1,1 0 1,-1 1-1,0-1 1,1 0 0,-1 1-1,0-1 1,1 1-1,0 17 2558,-1-11-3342,1 29 895,-2 0-1,-2 0 1,-11 57-1,-41 106-152,54-191-151,0 0 0,0 1-1,1-1 1,1 16 0,0-4-54,0-19 159,-1-1-1,0 1 1,1-1-1,-1 1 1,1 0-1,0-1 0,-1 0 1,1 1-1,-1-1 1,1 1-1,0-1 1,-1 0-1,1 1 0,0-1 1,-1 0-1,1 0 1,0 1-1,0-1 1,-1 0-1,2 0 1,19 4 97,-20-4-88,214 19 494,-214-19-516,0 1 1,1-1-1,-1 0 0,1 0 1,-1 0-1,0 1 0,1-1 1,-1 1-1,0-1 0,0 1 0,1-1 1,-1 1-1,0 0 0,0 0 1,0-1-1,0 1 0,0 0 1,0 0-1,0 0 0,0 0 1,0 0-1,0 1 0,0-1 1,0 1-1,2 14-3582,-3-9-1489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46.8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7 146 6491,'0'5'-952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46.8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75 6195,'0'0'9335,"4"2"-8986,2 4-194,-3-2-62</inkml:trace>
  <inkml:trace contextRef="#ctx0" brushRef="#br0" timeOffset="1">23 102 16453,'2'2'45,"2"6"110,0-1 0,5 14-1,6 8 167,112 206 1663,-121-225-1916,-4-6-55,0 1 0,0-1 0,1 0 0,-1 0 0,1 0 0,0-1 0,0 1 0,1-1 0,-1 1 0,6 3 0,-8-6-23,-1-1-1,1 0 1,-1 0-1,1 1 1,-1-1-1,1 0 0,-1 0 1,1 0-1,-1 0 1,1 0-1,0 0 1,-1 0-1,1 0 1,-1 0-1,1 0 1,-1 0-1,1 0 0,-1 0 1,1 0-1,-1 0 1,1 0-1,0-1 1,-1 1-1,1 0 1,-1 0-1,0-1 0,1 1 1,-1 0-1,1-1 1,-1 1-1,1-1 1,-1 1-1,0 0 1,1-1-1,-1 1 1,0-1-1,1 0 0,7-19-257,-7 18 233,43-113-2985,58-101 706</inkml:trace>
  <inkml:trace contextRef="#ctx0" brushRef="#br0" timeOffset="-1">426 46 12847,'5'-10'-113,"9"-17"-4775,-12 18 67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55.4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96 84 11818,'6'5'43,"15"7"726,-7-2-193,3-4-384,-10-3-64,-3-3-96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55.4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0 354 4194,'0'0'7750,"2"-1"-7070,1-1-502,-1 0 0,1 1 0,0 0-1,0-1 1,0 1 0,0 0 0,0 0 0,0 1-1,0-1 1,0 1 0,0-1 0,3 1-1,49 1 1382,-29 0-1197,-15 0-202,0 1 0,0 0 0,0 1 1,0 0-1,0 1 0,0 0 0,-1 1 1,10 5-1,14 6 199,-8-6-49,0-1 0,1-1 0,0-1 0,49 6 0,-76-24-284,2-42-493,0 34 191,-1 0 1,-1 0 0,-3-23 0,1 33 217,-1 0 0,-1 0 0,1 0 0,-1 1 0,-1-1 0,-8-12 0,-11-21-129,19 30 180,1 1 0,0-2 0,1 1 0,0 0 0,1-1-1,-1-24 1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46.1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2609,'0'0'0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46.5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175 22 912,'-77'-22'0,"49"22"-64,-3 0-240,-8 0 80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1:46.8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271 1 704,'0'0'1652,"-10"1"-577,-39 16 16645,48-4-17695,0 0 1,-1 0-1,0 0 1,-1-1-1,0 1 1,-1-1-1,-1 1 1,0-1-1,-1-1 1,-13 22-1,0 0-139,-2 0 1,-2-2-1,-1 0 1,-49 48-1,128-76-628,-49-3 742,1 1 0,-1 0 1,0 0-1,0 1 0,0 0 0,0 0 0,0 0 0,-1 1 0,1 0 0,-1 0 1,9 6-1,8 8 8,27 26-1,-20-17 11,82 63 153,-103-79-590,-7 9-5223,-1-10 2936,0 9-5637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21.2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7 911 2801,'-7'-6'13081,"8"5"-13051,-1 0 1,1 0-1,-1 0 0,1 0 0,0 0 1,-1 0-1,1 1 0,0-1 1,0 0-1,0 0 0,0 1 0,-1-1 1,1 0-1,0 1 0,0-1 1,0 1-1,0-1 0,0 1 0,1 0 1,1-1-1,23-6 121,-16 3-105,0 1 0,1-1 0,-2-1 0,17-8 0,23-12 25,-43 22-66,0 0 0,0-1-1,-1 1 1,1-1-1,-1-1 1,0 1 0,6-8-1,15-12 15,7-6-58,-28 24 45,1 0 0,-1 1 0,1-1 0,0 2 0,1-1 0,9-5 0,-1 4-34,8-4 75,-14 4-50,0 2 0,1-1 0,-1 1 0,1 1 0,0-1 0,0 2 0,18-3 0,20-6 37,-30 6-28,-4 1 0,0-1 0,0 0 0,0 0-1,14-9 1,-25 12-3,1 1-1,-1-1 1,1 1-1,0 0 1,0 0-1,4 0 1,10-3 0,140-31 214,-151 32-208,0 0 1,0 0 0,0-1 0,6-5-1,7-3 12,34-15-2,-30 16-10,0-1 1,24-17 0,-45 27-9,4-3 17,0 0 1,0 1-1,0-1 1,16-5-1,50-24 35,-49 21-64,0 2-1,29-9 1,-19 12 6,-22 5 7,0 0-1,20-7 1,-18 4-10,0 1-1,0 1 1,0 0-1,0 1 1,23-2-1,73 2-61,-75 4 63,-24-3 8,0 1 1,0-2-1,0 0 0,0 0 0,-1 0 1,1-2-1,-1 1 0,0-1 0,0-1 1,12-8-1,13-7 1,-30 18-10,0-1 1,-1 1-1,1-1 1,-1-1-1,5-5 1,8-7-15,87-68-68,-95 79 97,0-1 1,0 1-1,1 1 1,0-1 0,19-6-1,22-12-4,-44 21-114,-2 1 994,-15 1-353,6 2-523,0 1 0,0-1 0,1 1 0,-1 0 1,0 0-1,1 1 0,-1-1 0,1 1 1,-6 5-1,-5 3-7,-12 6 7,-46 22 1,14-9 9,52-27-12,-9 6-3,0-1 0,0-1 0,-1 0 0,-22 6 1,-45 18 29,-39-1 93,111-27-119,0-1 1,0 1-1,0 1 0,0 0 1,1 0-1,0 1 0,-13 8 1,-4 3 0,20-12 11,0 0-1,0 0 1,-11 9-1,-30 15 63,42-24-68,1 0-1,0-1 1,-1 1-1,0-1 1,1 0-1,-1-1 1,0 0-1,-12 4 1,11-4 20,-36 18 56,43-19-88,-17 3 33,0-1 0,0 0-1,-18 0 1,29-3-31,-1 1 0,1 0 1,0 0-1,0 1 0,1 0 1,-8 3-1,7-3 0,0 1 0,0-1 1,0-1-1,0 1 0,0-1 1,-8 1-1,12-2-4,1 0 1,-1 1-1,1-1 1,-1 1-1,0-1 1,1 1-1,-1 0 1,1-1-1,0 1 1,-1 0-1,1 0 1,-2 2-1,1-2 0,1 0 0,-1 0 0,0 1 0,1-1 0,-1 0 0,0-1 0,0 1 0,0 0 0,1 0 0,-1-1 1,0 1-1,-4 0 0,3-1 5,0 0 0,-1 1 0,1 0 0,0 0 0,0 0 0,0 0 0,1 0 0,-1 0 0,-3 3 0,-20 6-15,24-10 14,-1 1 0,1-1-1,0 1 1,0-1-1,0 1 1,-1 0 0,1 0-1,0 0 1,0 0 0,0 0-1,0 0 1,0 1-1,1-1 1,-1 1 0,0-1-1,0 1 1,-1 3 0,-19-1 11,-16 15-26,-56 34 45,20-16-22,49-23-8,18-9 1,0 0 1,0-1-1,0 0 0,-1 0 0,0-1 1,0 0-1,0 0 0,0-1 1,-10 2-1,13-3-6,0 1 1,0 0-1,0 0 1,0 1-1,0-1 1,0 1-1,1 0 1,0 0-1,-1 1 1,-6 7-1,-7 3-14,-10 8-25,-49 48 1,66-58 23,4-3 19,-1-1 0,0 0 0,-10 7 1,12-10-4,0 1 0,0-1-1,1 1 1,-7 10 0,8-10-2,-1 0 0,0 0 0,-1 0 0,1-1 0,-8 6 0,-7-1 52,17-10-41,0 1-1,1 0 1,-1 0-1,1 1 1,-1-1-1,1 0 1,0 1-1,-3 2 1,-3 2-17,-1 1 1,1-1-1,-11 5 0,6-4 6,-3 5-22,14-10 20,0 0 1,-1 0 0,1 0-1,0 0 1,-1-1 0,1 1-1,-1-1 1,1 0-1,-1 0 1,0 0 0,1 0-1,-1 0 1,-3 0 0,-3 1 28,-17 2-102,25-4 129,6-9-706,49-113-6777,-40 87 2215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23.1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232 39 3201,'0'0'3770,"3"-4"-3167,11-12 104,-14 15-632,1 1 1,-1 0-1,0-1 0,1 1 1,-1 0-1,0-1 0,1 1 1,-1 0-1,0-1 0,0 1 1,0 0-1,1-1 0,-1 1 1,0-1-1,0 1 0,0 0 1,0-1-1,0 1 0,0-1 1,1 1-1,-1-1 0,0 1 1,0 0-1,0-1 0,-1 1 1,1-1-1,-1-6 3627,0 18-3486,-1 0 1,0 0-1,-1 0 0,0-1 0,-5 12 1,-4 16 313,0-4-351,-1 0 1,-25 44 0,10-19-31,-62 105-37,80-141-99,9-20-5,2 15 25,-1-13-16,1 0 1,-1-1-1,0 1 0,0 0 0,-1 0 0,1 0 0,-1-1 0,0 1 0,-1 0 1,-1 5-1,2-10-5,1 1 1,-1 0 0,1 0 0,0 0 0,-1 0-1,1 0 1,0 0 0,0 0 0,-1 0-1,1 0 1,0 0 0,0 0 0,0 0-1,0 0 1,0 0 0,0 0 0,1 0 0,-1 0-1,0 0 1,0 0 0,1 0 0,-1 0-1,1-1 1,-1 1 0,1 0 0,-1 0-1,1 0 1,-1 0 0,2 1 0,2 1 92,0 0 0,0 0 0,0 0 0,0 0 1,4 1-1,6 5 63,64 37 254,-53-33-277,-1 1 1,26 21 0,20 19 80,-60-48-167,0 0 0,0 0 0,13 5 0,14 7 295,-30-11-118,-12-4 496,-14-5-334,14-1-398,0 0-1,0 0 1,0-1 0,0 0-1,1 0 1,-1 0 0,1 0-1,0-1 1,-4-5 0,-22-23-10,16 23-16,0 0 0,0 1 0,-1 0 1,0 2-1,0-1 0,-1 2 0,0 0 0,-19-4 1,30 8-3,-1 0 0,1 0 0,-1-1 0,1 1 0,0-1 1,0 0-1,0-1 0,1 1 0,-1-1 0,1 0 1,-1 0-1,-6-9 0,3 1-39,-1 0 0,2-1 0,-12-26 0,14 31 73,0 0 1,-1-1-1,1 2 1,-12-12-1,16 16 28,1 0 1,-1 0-1,1 1 0,0-1 0,0 0 1,0 0-1,1-4 0,-1-1-4,1-7-8,0 1 0,1 0 0,1 0-1,0 0 1,8-22 0,33-69 1,-27 69-62,16-51-1,-23 43-56,-9 34 67,1 0 0,0 0-1,1 1 1,0-1-1,1 1 1,0-1-1,9-16 1,-8 25-374,-3 8 436,-2 9 70,0-16-178,0 1 48,1 15-1480,-2-1 0,0 0-1,-5 27 1,-4-3-4423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39.62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1 160 2081,'0'0'14001,"15"-15"-13001,32-20-763,-38 27-202,1 1-1,0 0 1,0 0-1,1 1 0,0 0 1,15-6-1,-25 12-164,0-1 0,0 1 1,0-1-1,-1 1 0,1-1 0,0 1 0,0-1 0,-1 0 1,1 0-1,0 1 0,-1-1 0,1 0 0,-1 0 0,1 0 1,-1 1-1,0-1 0,1 0 0,-1 0 0,0 0 0,1-1 1,3-22-5237,-3 20 4481,-1-9-5441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40.26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1 180 2657,'0'0'4768,"1"-20"-532,78-80-2464,-76 97-1742,0-1 0,0 1 1,1 0-1,-1 0 1,6-4-1,-6 5 23,0 0 0,0-1 1,0 1-1,0-1 0,-1 0 0,5-5 1,-7 7-35,1 1 0,-1-1-1,1 0 1,0 0 0,-1 0 0,1 0 0,0 1 0,0-1 0,-1 0 0,1 1-1,0-1 1,0 0 0,0 1 0,0-1 0,0 1 0,0 0 0,2-1 0,5 0-4596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40.88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1 217 5122,'0'0'5656,"3"-2"-4858,9-8-360,0-1-1,11-12 1,-14 12-354,1 1-1,1 0 1,0 1 0,13-9-1,-19 15-60,0-1-1,-1 0 0,1 0 0,-1 0 0,0-1 0,4-4 1,13-14 184,-20 21-279,1 0-1,0 0 1,-1 0-1,1 0 1,-1 0 0,0 0-1,0 0 1,0 0-1,1-4 1,1-12-3456,-3 3 177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49.54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70 0 1809,'0'0'3177,"-5"2"3731,2 2-6730,-13 72-29,-8 49-10,23-74-58,1-4-2177,0-42 1363,-1-1-1,0 0 1,0 0-1,0 0 0,0 0 1,-1 0-1,1 0 1,-5 6-1,-1 0-1392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50.08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29 0 1217,'0'0'7790,"0"13"-7459,1 77 1022,-3 99-863,-6-136-1530,7-49 378,-1 1-1,1-1 0,-1 1 1,0-1-1,-3 5 0,-1-2-1676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2:50.71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1297,'0'0'1646,"3"25"-566,-3 227 3834,0-84-5521,0-48-3646,0-101 960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01.99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8 0 2625,'0'0'3412,"-6"12"-2979,5-8 2395,1 40 1496,1-31-4200,0 0 1,1-1-1,1 1 1,-1-1 0,10 23-1,6 21 317,9 20 154,-23-68-552,-1-1 1,1 0 0,1 1-1,-1-2 1,1 1 0,1 0-1,8 8 1,-2-1 61,-4-2-2712,0-6-4229,-4-4 1829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02.65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3426,'0'0'5952,"3"0"-5075,-1 0-696,1 1-1,-1-1 0,0 1 1,0 0-1,0-1 0,0 1 0,1 0 1,-1 0-1,0 0 0,-1 1 1,1-1-1,0 0 0,0 1 1,0-1-1,-1 1 0,1 0 0,-1-1 1,2 3-1,2 1-244,53 62 1159,-32-38-920,31 31 1,-25-31-736,-29-28-1954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03.277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4818,'0'0'6243,"11"16"-5605,35 51-158,-37-55-209,1 1 0,1-2 0,16 16 0,6 6 64,-33-33-596,5 5 790,0-4-4342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04.15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18 0 1745,'0'0'4394,"-9"1"-2803,0 2 4499,10 2-5901,-1 0-1,1 0 1,0-1 0,1 1 0,-1 0 0,1 0 0,0-1 0,0 1 0,0-1-1,5 7 1,34 44 245,-19-28-149,-13-16-244,0 0 0,1-1 1,0 0-1,1-1 0,0 0 1,0-1-1,1 0 0,0 0 1,1-2-1,-1 1 0,1-2 1,0 0-1,15 4 1,-22-7-517,20 7 1031,-16 0-2606,-6 2-4417,-4-7 285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10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6147,'0'0'8052,"0"-5"-7396,7-41 500,-3 27-419,-2 33-104,2 512 1824,-4-516-2398,6 136 675,-4-131-647,0-1 1,1 1-1,1-1 0,0 0 1,1 1-1,1-2 0,11 22 1,-1-19-315,-16-15 118,0-1 0,1 0-1,-1 0 1,0 1 0,1-1 0,-1 0 0,0 0 0,1 0 0,-1 1-1,0-1 1,1 0 0,-1 0 0,0 0 0,1 0 0,-1 0 0,1 0-1,-1 0 1,0 0 0,1 0 0,-1 0 0,0 0 0,1 0-1,-1 0 1,0 0 0,1 0 0,-1 0 0,1-1 0,-1 1 0,0 0-1,1 0 1,-1 0 0,0 0 0,0-1 0,1 1 0,-1 0 0,0 0-1,1-1 1,-1 1 0,0 0 0,0-1 0,0 1 0,1 0 0,-1-1-1,0 1 1,0 0 0,0-1 0,0 1 0,0 0 0,1-1 0,-1 1-1,0 0 1,0-1 0,0 1 0,0-1 0,0 1 0,0-1-1,0-16-4030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11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0 117 1761,'0'0'6171,"18"-17"-5355,59-52-210,-75 67-566,0 0 1,0 0 0,0 1 0,0-1 0,1 1 0,-1-1 0,0 1-1,1 0 1,-1 0 0,1 0 0,0 0 0,-1 0 0,1 1-1,0-1 1,-1 1 0,1 0 0,0 0 0,-1 0 0,1 0-1,3 0 1,6 1 262,-3-1-149,-5 0 16,0 0 1,0-1-1,0 2 1,0-1-1,0 0 1,0 1-1,0 0 1,0-1-1,0 2 1,0-1-1,0 0 1,-1 1-1,1 0 1,0 0-1,3 3 0,15 18 985,-19-19-963,1 0-1,-1 0 1,1 0 0,0 0-1,-1-1 1,2 1-1,-1-1 1,0 0 0,6 2-1,-6-4-135,-4-22-1579,0-10-1487,0-8-2624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11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9316,'0'0'6787,"209"-3"-6547,-178 3-159,-3 0-81,-10 0-32,-8 3-1441,-6 3-2529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11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4946,'0'0'7796,"-1"0"-7556,0 0 0,0 0 1,0 0-1,0 0 0,0 0 1,0 1-1,0-1 0,0 0 1,0 1-1,0-1 0,0 0 1,-1 2-1,5 45 953,12 75 0,-1-25-92,-13-88-1010,1 26 299,2 0 1,2-1-1,1 1 1,21 60-1,-27-92-384,0-1 0,0 1-1,1-1 1,-1 1-1,1-1 1,-1 0 0,1 1-1,0-1 1,2 2-1,-3-3-327,-1-70-7527,0 34 2236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12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6163,'0'0'8300,"1"-2"-7500,0 1-719,1-1-1,-1 1 1,0 0-1,1 0 1,-1 0-1,1 0 1,-1 0-1,1 0 1,0 0 0,-1 0-1,1 0 1,0 1-1,0-1 1,-1 1-1,1 0 1,0-1-1,0 1 1,3 0 0,47 0 594,-23 1-240,110-4 433,-87 3-4546,-37 0 187,-34 0-218,-5 0-903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12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20 0 3298</inkml:trace>
  <inkml:trace contextRef="#ctx0" brushRef="#br0" timeOffset="1">20 0 3298,'-18'144'3593,"17"-115"-1459,21-29-447,77 0 3096,47 9-2144,-103-6-2282,-24-3-7237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13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196 73 5987,'0'0'6216,"2"-7"-5787,2-2-146,-3 7-25,0-1 1,0 0-1,0 0 0,0-1 0,0 1 0,0 0 0,-1 0 0,0 0 0,1 0 0,-1-4 0,-21-6 209,16 12-496,1 0 1,-1 0-1,1 0 0,-1 0 1,1 0-1,-1 1 0,1 0 1,-1 0-1,0 0 1,-5 2-1,-8-1-43,15-1 74,0 1 0,0 0 1,-1-1-1,1 1 0,0 1 1,0-1-1,0 0 0,0 1 0,0-1 1,0 1-1,1 0 0,-1 0 1,1 0-1,-1 1 0,1-1 0,0 0 1,-1 1-1,1 0 0,1-1 1,-1 1-1,0 0 0,1 0 0,-1 0 1,-1 6-1,-1 1 79,0 0-1,1 0 1,1 0 0,0 1-1,0-1 1,0 20 0,1 6 285,0-16-94,1 0 0,4 39 0,-3-54-244,0 0 1,0 0 0,1 0 0,-1 0-1,1 0 1,0 0 0,1 0-1,-1-1 1,1 1 0,0-1-1,0 0 1,0 0 0,1 0 0,-1 0-1,1 0 1,5 3 0,-6-5-34,0-1 0,0 1 0,1-1 0,-1 1 0,1-1 0,0 0 0,-1 0 1,1-1-1,0 1 0,5 0 0,43-3-588,-23 1 213,72 1 94,-99 0 292,0 0 0,-1 0-1,1 0 1,0 1 0,-1-1 0,1 0 0,0 1-1,-1 0 1,1-1 0,0 1 0,-1 0 0,1-1-1,-1 1 1,1 0 0,-1 0 0,0 0 0,1 1 0,0 1-1,0-1 36,0 1-1,0 0 1,0 0 0,-1-1-1,0 1 1,1 0-1,-1 1 1,0-1-1,0 4 1,2 9 194,-2-1 0,0 1 1,-2 22-1,0-17-89,1-12-91,0-1-1,0 0 0,-1 0 0,0 1 0,-1-1 0,-2 8 0,2-12-35,0 0-1,0 0 1,0 0-1,0 0 1,-1-1-1,0 1 1,0-1-1,0 1 0,0-1 1,0 0-1,-1 0 1,-5 3-1,1-1-25,0 0 0,0-1 0,-1 0 0,1-1 0,-1 1 0,0-2 0,0 1 0,-18 1-1,-2-1-707,-43-3-1,36 0-448,31 0 785,1 0 0,0 0 1,-1-1-1,1 1 0,0-1 1,-1 0-1,1 0 1,0 0-1,0-1 0,0 0 1,-5-2-1,-10-9-5594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15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33 848,'0'0'9362,"-7"-1"-5982,-21-1-2579,26 2-762,0 1 0,1-1 0,-1 1 0,0 0 0,1 0 0,-1 0 0,0 0 0,1 0 0,0 0 0,-1 0 0,1 0 0,-1 1 0,1-1 0,0 1 0,0-1 0,0 1 0,0-1 0,0 1 0,0-1 0,0 1 0,1 0 0,-1 0 1,0-1-1,1 1 0,0 0 0,-1 2 0,-2 7 25,1 0 1,0 0 0,0 14-1,1 138 987,1-87-498,1-23-84,3-1 0,2 1 0,2-1 0,2 0 0,23 68 0,-31-115-443,0 3 23,1 0 1,0 0-1,1-1 1,-1 1-1,1-1 1,1 1-1,5 6 1,-4-10-26,-5-3-176,-11-14-2343,-3-5 1320,1-1 1,0 0-1,2-1 0,0 0 1,2-1-1,0 1 0,-8-33 0,9 20-1357,-6-61-1,10 7 2800,3-145 4050,0 226-4090,1-1 0,0 0 0,1 1 0,0 0 0,0-1 0,0 1 0,1 0 0,-1 0 0,1 0 0,1 0 0,-1 1 0,1-1 0,0 1 0,1 0 0,-1 0 0,7-5 0,-2 2-201,0 0 1,0 1-1,1 1 1,0-1 0,0 1-1,0 1 1,1 0-1,14-5 1,-14 8 46,0 0 1,0 0-1,1 1 0,-1 1 1,15 0-1,-6 0 261,-17 1-277,-1-1 0,1 1 1,0-1-1,-1 1 1,0 0-1,1 0 1,-1 0-1,1 0 1,-1 0-1,0 0 0,0 1 1,0-1-1,0 1 1,0 0-1,0-1 1,0 1-1,0 0 1,2 4-1,4 5 135,-1 0 0,8 18 0,-11-21-91,1 1 46,-1 1 0,-1 0 0,0 0 0,0 0 0,-1 0 0,2 19 0,-2 66 679,-3-59-589,1-27-190,-1 0 0,0-1 0,-1 1 0,0-1 0,0 0 0,-1 0 0,0 1 0,0-2 0,-1 1 0,0 0-1,-1-1 1,1 0 0,-2 0 0,1 0 0,-1 0 0,1-1 0,-2 0 0,1 0 0,-1-1 0,-9 7 0,4-5-111,0 1-1,-1-1 1,0-1-1,0 0 1,0-1 0,-1 0-1,0-1 1,1-1 0,-2 0-1,1-1 1,-22 1-1,31-3-142,0 0-1,-1 0 0,1-1 0,0 1 0,0-1 1,0 0-1,-1 0 0,-5-3 0,9 3 130,1 0 1,-1 0-1,1-1 0,-1 1 0,1 0 0,-1-1 1,1 1-1,0-1 0,0 1 0,0-1 0,0 0 1,0 0-1,0 1 0,0-1 0,1 0 0,-1 0 1,0 0-1,1 0 0,0 0 0,-1 0 1,1 1-1,0-1 0,0 0 0,1-4 0,-1 5 75,0 1 0,0 0 0,0-1 0,0 1 0,0-1-1,0 1 1,0-1 0,0 1 0,0 0 0,0-1 0,1 1-1,-1 0 1,0-1 0,0 1 0,0 0 0,1-1 0,-1 1-1,0 0 1,0-1 0,1 1 0,-1 0 0,0-1 0,1 1 0,-1 0-1,0 0 1,1 0 0,-1-1 0,0 1 0,1 0 0,-1 0-1,1 0 1,0 0 0,15-1 86,-8 2-30,-3-1 15,0 0 0,0 1-1,0 0 1,0 0 0,0 0-1,0 0 1,0 1 0,-1 0-1,1 0 1,-1 0 0,1 0-1,-1 1 1,1 0-1,3 3 1,3 5 161,1 0 0,-1 0 1,10 16-1,-10-13-96,44 62 896,-41-54-567,1 0-1,1-2 0,1 1 0,30 26 0,-45-45-433,-1-1 1,1 1-1,0-1 0,0 1 1,0-1-1,1 0 0,-1 1 0,0-1 1,0 0-1,1-1 0,-1 1 1,0 0-1,1-1 0,2 1 0,-4-1-62,-1-34-5457,0 18 1145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16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2385,'0'0'8409,"0"-3"-7502,3-15 363,0 17-450,1 1 2391,-4 0-2653,2 7-505,-1 0 0,-1 0-1,1 0 1,-2 10 0,2 15 81,8 160 1003,-4-55 284,-5-134-1379,0 0-1,0 0 0,1-1 1,-1 1-1,1 0 1,-1 0-1,1 0 1,0-1-1,0 1 1,0 0-1,0-1 1,3 4-1,-2-5-70,-1-5-409,-8-202-4756,6 36 4364,2 92 2001,-1 77-1008,2 2-96,-1-1 1,1 1-1,0-1 0,0 1 1,0-1-1,-1 1 0,1 0 1,0 0-1,0 0 0,-1 0 1,1 0-1,-1 0 0,1 0 0,-1 1 1,0-1-1,1 0 0,-1 1 1,0-1-1,0 1 0,2 3 1,19 41 642,-15-30-284,34 89 1031,5 9-195,-27-80-887,-18-32-362,0-1 0,0 1 0,0-1-1,0 0 1,0 0 0,1 0 0,-1 0 0,0 0 0,1 0 0,-1 0 0,0 0-1,1 0 1,-1-1 0,1 1 0,0 0 0,-1-1 0,1 0 0,-1 1-1,3-1 1,-3 0-19,0 0-1,-1 0 1,1-1-1,0 1 0,0 0 1,0-1-1,-1 1 1,1 0-1,0-1 0,0 1 1,-1-1-1,1 1 1,0-1-1,-1 0 0,1 1 1,-1-1-1,1 0 1,-1 1-1,1-1 0,-1 0 1,1 0-1,0-1 1,7-18-268,-8 18 235,13-40-693,-6 14 294,2 0 0,1 1 0,1 0 1,20-36-1,-29 59 457,1 0 1,-1 1-1,1 0 1,0 0 0,0-1-1,0 2 1,1-1-1,-1 0 1,1 1-1,-1-1 1,1 1 0,0 0-1,0 0 1,0 1-1,0-1 1,0 1-1,0 0 1,0 0-1,1 0 1,5 0 0,-9 1 2,0 0 1,0 0-1,1 0 0,-1 1 1,0-1-1,0 0 1,0 1-1,1-1 1,-1 1-1,0-1 1,0 1-1,0-1 1,0 1-1,0 0 1,0-1-1,0 1 1,0 0-1,0 0 1,0 0-1,-1 0 0,1 0 1,0 0-1,-1 0 1,1 0-1,0 0 1,0 2-1,1 3 25,0 0 0,0 0-1,-1 0 1,1 8 0,1 0 65,6 53 573,-3 0 0,-4 93 0,-2-122-366,0-36-312,0-2-8,0 1 0,0-1 0,-1 1 0,1-1 0,0 1 0,0-1 0,0 1 0,0 0 0,0-1 0,0 1 0,1-1 0,-1 1 1,0-1-1,0 1 0,0-1 0,0 1 0,1-1 0,-1 1 0,0-1 0,0 1 0,1-1 0,-1 1 0,1-1 0,-1 0-444,0-2-1924,0-27-2804,0 13-75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16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44 19337,'0'0'3137,"-35"-22"-7763,42 7 752,-7 9-2961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32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0 288,'0'0'1377,"-6"0"-1052,5 0-223,-16 0 965,9 13-947,7-11-107,1-1 0,-1 1 1,0 0-1,0-1 0,0 1 1,0-1-1,0 1 0,0-1 1,0 0-1,-3 3 1,4-4-9,-1 0 0,1 0 1,0 1-1,-1-1 1,1 0-1,0 0 1,0 0-1,-1 1 1,1-1-1,0 0 1,0 1-1,-1-1 1,1 0-1,0 0 0,0 1 1,0-1-1,0 0 1,0 1-1,-1-1 1,1 0-1,0 1 1,0-1-1,0 0 1,0 1-1,0-1 1,0 1-1,0-1 0,0 1 1,0-1-2,0 0 0,0 0 0,0 1 0,0-1 0,0 0-1,0 0 1,0 0 0,0 1 0,0-1 0,0 0 0,0 0 0,0 1 0,0-1 0,0 0 0,0 0 0,0 0 0,0 1 0,0-1-1,-1 0 1,1 0 0,0 0 0,0 1 0,0-1 0,0 0 0,0 0 0,-1 0 0,1 0 0,0 0 0,0 1 0,0-1 0,-1 0-1,1 0 1,0 0 0,0 0 0,0 0 0,-1 0 0,1 0 0,0 0 0,0 0 0,-1 0 0,1 0 0,0 0 0,0 0 0,0 0-1,-1 0 1,0 0-3,1 1-1,-1-1 0,1 0 0,-1 1 1,1-1-1,-1 1 0,1-1 0,-1 1 0,1-1 1,0 1-1,-1-1 0,1 1 0,0-1 1,-1 1-1,1-1 0,0 1 0,0-1 0,-1 1 1,1 0-1,0-1 0,0 1 0,0-1 1,0 1-1,0 1 0,-2 12-158,2 68 164,0-12-1746,0-62 646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47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0 349 2273,'2'1'17683,"-2"-1"-17665,1 1-1,-1-1 1,1 0 0,-1 0 0,1 0 0,0 1 0,-1-1 0,1 0 0,-1 0 0,1 0 0,0 0 0,-1 0 0,1 0 0,-1 0-1,1 0 1,-1-1 0,1 1 0,0 0 0,-1 0 0,2-1 0,2-2 21,0-1 1,0 1-1,0-1 1,-1 0-1,1 0 1,-1 0-1,0-1 1,0 1-1,-1-1 1,4-8-1,6-8-38,105-181-2288,-115 195 2234,0 1 0,0 0 0,0 0 0,-1-1-1,0 1 1,0-1 0,0 1 0,-1-1 0,-1-7-1,1 13 74,0 1 871,0 10-805,0 461 1410,0-268-4225,-4-203-2897,-2 0-569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50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47 4162,'0'0'3455,"-1"-3"-2799,-2-18 1644,2 20-2046,-1 0 0,0 0 1,1 1-1,-1-1 0,0 1 0,1 0 1,-1-1-1,0 1 0,1 0 0,-1 0 1,0 0-1,0 0 0,1 0 1,-4 1-1,1-1 272,2 0-470,0 1 0,0-1 0,0 1-1,0-1 1,-1 1 0,1 0 0,1 0-1,-1 0 1,0 0 0,0 0 0,0 0-1,0 0 1,1 1 0,-1-1 0,1 1-1,-1-1 1,1 1 0,-1-1 0,1 1-1,0 0 1,0 0 0,0 0 0,0 0-1,-1 2 1,-3 8 96,1 0 0,-7 24 1,11-34-123,-9 47 274,3 0-1,1 0 1,4 82-1,1-87 28,0-34-204,1 1 0,0-1 1,0 0-1,1 0 0,0 0 0,1 0 0,0 0 1,1 0-1,0-1 0,1 0 0,6 11 0,-8-15-69,1 0 0,-1-1 1,1 1-1,0-1 0,0 0 0,0 0 0,1 0 0,0-1 0,-1 0 0,1 0 0,0 0 0,1 0 0,-1-1 0,0 0 0,1 0 1,-1 0-1,1-1 0,0 1 0,-1-1 0,1-1 0,7 1 0,-9-1-38,0-1 0,-1 1 0,1-1 0,-1 0 0,0 0 0,1 0 0,-1-1-1,0 1 1,0-1 0,1 1 0,-1-1 0,0 0 0,-1 0 0,1-1 0,0 1 0,-1-1 0,1 1 0,-1-1 0,0 0 0,4-5 0,2-7-14,1 1 0,-2-2 1,7-17-1,-12 28-15,7-20-203,-2 0 0,0 0 0,-1-1 0,3-42 0,-4-105-1801,-5 148 1730,0 17 253,0 0 0,-1 1 1,0-1-1,0 1 1,-1-1-1,1 1 1,-2-1-1,1 1 0,-1 0 1,-7-12-1,8 15 30,0 1 0,-1 0 0,1 0 0,-1 0 0,0 1 0,0-1-1,0 0 1,0 1 0,0 0 0,-1 0 0,1 0 0,0 0 0,-1 0 0,0 1-1,1 0 1,-1-1 0,0 1 0,0 1 0,0-1 0,0 1 0,0-1 0,-4 1 0,3 0-6,0 0 1,1 0 0,-1 1 0,0-1 0,0 1 0,1 0 0,-1 1-1,1-1 1,-1 1 0,1 0 0,-6 2 0,8-2 0,-1 1-1,0-1 1,0 1 0,1-1-1,0 1 1,-1 0 0,1 0-1,0 0 1,0 0 0,1 0-1,-1 0 1,0 0 0,1 1-1,0-1 1,-1 7 0,0 2-498,0 0-1,1 0 1,1 0 0,0 14 0,1-4-2192,-1 7-2318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51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 7395,'0'0'6451,"0"150"-5554,-3-109-177,-4-9-256,3-7-176,1-13-256,3-6-32,0-21-4786,0-23-3954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51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12 3362,'0'0'4922,"-3"3"-4213,2-3-432,-11 10 3763,10-7-1944,11-7-1191,-2 0-880,1 1 0,0-1 0,-1 1-1,1 1 1,1 0 0,-1 0 0,0 0-1,0 1 1,1 1 0,-1-1-1,1 1 1,-1 1 0,0-1 0,9 3-1,-15-2-7,-1 0-1,1 0 0,-1-1 0,1 2 0,-1-1 1,0 0-1,0 0 0,1 0 0,-1 0 0,0 1 1,0-1-1,0 0 0,-1 1 0,1-1 0,0 1 1,0-1-1,-1 1 0,1 0 0,-1-1 0,1 1 1,-1-1-1,0 1 0,0 2 0,3 41 215,-3-43-218,1 6 25,-1 0 0,0 1 1,0-1-1,-1 0 1,0 0-1,-1 0 1,0 0-1,0-1 0,-1 1 1,0 0-1,0-1 1,-1 0-1,1 1 0,-9 9 1,0-1-1,0 0 1,-2-2-1,0 1 1,-22 17-1,34-31-146,1 0 1,0-1-1,-1 1 1,1 0-1,-1-1 1,1 1-1,-1-1 1,1 1-1,-1-1 1,-2 1-1,0-4-897,8-5 144,-2 6 741,1 0 0,-1 0 1,0 0-1,1 0 1,0 1-1,-1-1 0,1 1 1,0 0-1,0 0 0,0 0 1,0 0-1,0 0 1,0 1-1,3-1 0,49-1-68,-40 2 298,-10 0-52,-1 1 1,1-1 0,0 1-1,-1 0 1,1 0 0,-1 1-1,1-1 1,-1 1 0,0 0 0,0 0-1,0 0 1,0 1 0,0 0-1,0-1 1,0 1 0,-1 1-1,0-1 1,1 0 0,-1 1-1,-1 0 1,1-1 0,0 1-1,-1 0 1,4 9 0,-3-5 113,1 1 0,-1-1 0,-1 1 0,0 0 0,0 0 0,-1 0 0,0 0 0,0 1 0,-1-1 0,0 0 0,-1 0 0,-2 11 0,1-14-91,0 0 0,0 0 0,-1 0 0,0 0 0,0-1 0,-1 1 0,0-1 0,0 0 0,0 0 0,0 0 0,-1-1 0,0 1 0,0-1 0,0 0 0,-11 6 0,-2 1 119,-1-1 0,0-1 1,-32 10-1,38-14-183,-1-1 1,1-1 0,-1 0 0,0-1 0,-26 1-1,40-3-73,-1 0 0,0-1 0,1 1 0,-1 0 0,0 0 0,1 0 0,-1-1-1,0 1 1,1 0 0,-1-1 0,1 1 0,-1 0 0,0-1 0,1 1 0,-1-1-1,1 1 1,-1-1 0,1 1 0,0-1 0,-1 0 0,1 1 0,0-1 0,-1 1-1,1-1 1,0 0 0,-1 1 0,1-1 0,0 0 0,0 1 0,0-1 0,0 0 0,0 0-1,-1-29-2464,1 22 1383,0-29-4430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52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89 3089,'0'0'6764,"0"-4"-5689,0-3-790,0 3 246,0 0-1,0 0 1,0 0-1,1 0 1,-1 0-1,2-4 1,-1 6-480,-1 1 0,1-1 0,0 0 1,0 1-1,0 0 0,0-1 0,0 1 1,0-1-1,0 1 0,0 0 0,1 0 0,-1 0 1,0 0-1,1 0 0,-1 0 0,1 0 1,-1 0-1,1 1 0,2-2 0,13-3 67,-1 0 0,1 2 0,0 0 1,0 1-1,1 0 0,-1 1 0,26 3 0,-41-2-91,1 0-1,-1 1 1,0 0 0,0-1 0,0 1-1,0 0 1,0 0 0,-1 0 0,1 0 0,0 0-1,0 0 1,0 0 0,-1 1 0,1-1-1,-1 1 1,1-1 0,-1 1 0,0 0 0,1 0-1,-1-1 1,0 1 0,0 0 0,0 0-1,-1 0 1,1 0 0,0 0 0,-1 0 0,1 0-1,-1 0 1,0 3 0,2 8 159,0 0-1,-2 1 1,-1 21 0,1-24-97,-1-4-39,0 1-1,-1 0 1,0-1 0,0 1-1,0-1 1,-1 1 0,0-1 0,0 0-1,-1 0 1,-8 11 0,1-3-66,-1 0 0,-1-1 0,-19 17 0,31-29-619,10-1-212,1 1 689,0 1 0,0 0 0,-1 0 0,0 1 0,1 0 0,-2 1 0,14 8 0,-18-11 184,-1-1 0,1 2 0,0-1-1,-1 0 1,1 1 0,-1 0-1,0-1 1,0 2 0,0-1 0,0 0-1,0 0 1,-1 1 0,1-1 0,-1 1-1,0 0 1,0 0 0,-1 0-1,1 0 1,-1 0 0,0 0 0,0 0-1,0 1 1,0-1 0,0 5-1,-1-3-19,0 0-1,-1 0 1,1 0-1,-1 0 1,-2 9-1,1-12 3,1 0-1,-1 0 0,1 0 0,-1 0 1,0 0-1,0-1 0,0 1 0,0-1 1,-1 1-1,1-1 0,-4 3 0,-8 5-108,0-1-1,0-1 0,0 0 0,-1-1 0,0 0 0,-1-1 0,1-1 0,-1-1 0,0 0 0,0-1 0,-1-1 0,1 0 0,-25-1 0,29-2-2579,2-4-1817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53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0 451 4466,'0'0'15634,"4"1"-15239,51 15 303,-36-9-570,1-1-1,-1-1 1,2 0 0,39 2-1,-31-6-62,-19 0-61,0 0-1,0-1 1,0-1-1,16-2 1,-25 2-11,0 1 1,1-1-1,-1 0 0,0 0 0,0 0 1,0 0-1,1 0 0,-1 0 0,0-1 1,0 1-1,-1 0 0,1 0 0,0-1 1,0 1-1,-1-1 0,1 1 0,-1 0 1,1-1-1,-1 1 0,1-1 0,-1 1 1,0-1-1,0-2 0,2-43-391,-2 39 286,1-35-318,1 29 386,-1-1 0,-1 0 1,-1 1-1,0-1 1,-1 1-1,0 0 0,-6-17 1,3 13 62,0 0 1,1-1-1,1 1 1,0-1-1,2 1 1,1-37-1,0 54-19,0-1-6,0 0 0,1-1 0,0 1 1,-1 0-1,1 0 0,0 0 0,0 0 0,0 1 1,0-1-1,0 0 0,0 0 0,0 0 0,1 1 1,-1-1-1,1 1 0,-1-1 0,1 1 0,0 0 0,0-1 1,-1 1-1,1 0 0,0 0 0,0 0 0,0 1 1,3-2-1,8-2-53,-1 0 1,26-5-1,-29 8 52,19-3 0,0 1 1,1 2-1,28 2 0,-12-1 10,-41 1 7,0-1 1,0 1-1,0 0 0,0 0 0,0 0 0,0 0 1,-1 1-1,1-1 0,0 1 0,-1 0 0,1 0 0,-1 0 1,0 1-1,0-1 0,0 1 0,0 0 0,0 0 1,4 5-1,-3-2 12,-1-1 0,1 0 1,-1 1-1,0-1 0,-1 1 1,1 0-1,-1 0 0,0 0 1,-1 0-1,1 0 0,0 9 1,0 252 923,-4-141 218,2-118-1078,0 0 1,0 0-1,1-1 0,0 1 1,1 0-1,2 10 0,-3-16-81,0 1-1,0-1 1,1 0 0,-1 0-1,0 0 1,1 0 0,0 0-1,-1 0 1,1-1-1,0 1 1,0 0 0,0-1-1,0 1 1,0-1-1,0 0 1,0 0 0,1 0-1,-1 0 1,0 0 0,1 0-1,-1-1 1,0 1-1,5 0 1,1 0-248,0 0-1,0 0 0,1-1 1,-1 1-1,0-2 1,0 1-1,0-1 1,0-1-1,0 0 0,0 0 1,0 0-1,-1-1 1,1 0-1,-1 0 1,0-1-1,11-7 1,10-13-5456,-6 7-5269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55.4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1 496 5923,'0'0'6669,"18"3"-1053,239 4-4298,-257-7-1326,1 0-1,-1-1 1,1 1 0,0 0-1,-1 0 1,1 0-1,-1 0 1,1-1-1,-1 1 1,1 0-1,-1 0 1,1-1 0,-1 1-1,1 0 1,-1-1-1,1 1 1,-1-1-1,1 1 1,-1-1-1,0 1 1,1-1 0,-1 1-1,0-1 1,0 1-1,1-2 1,3-20-505,-4 16 387,0-1 0,0 0 0,-1 0-1,-2-9 1,-2 4 14,0 1 0,0 0-1,-1 0 1,-11-15 0,-8-17-39,16 24-39,1-2 1,1 1-1,1-1 1,1 0 0,1 0-1,1 0 1,0-1-1,2-34 1,1 53 147,1 1-1,-1-1 1,1 1 0,0 0 0,0-1 0,0 1-1,0 0 1,0 0 0,1 0 0,-1 0 0,1 0-1,-1 0 1,1 0 0,0 0 0,0 1-1,-1-1 1,1 1 0,0-1 0,1 1 0,-1 0-1,3-2 1,10-5 91,0 1 1,17-5-1,-14 5-74,-4 3 63,0 0-1,-1 1 0,1 1 1,1 0-1,-1 1 0,0 1 1,0 0-1,19 3 0,-29-2 4,-1 0 0,0 0-1,0 0 1,0 1-1,0-1 1,0 1-1,-1-1 1,1 1 0,0 0-1,-1 0 1,1 1-1,-1-1 1,0 0 0,3 4-1,26 37 584,-26-34-509,-1-1 1,0 1 0,-1 0-1,1 0 1,-2 0-1,1 1 1,1 14-1,-2 4 119,-1 35 0,-1-37-191,-2-6 10,0-1 1,-1 0-1,-1 0 0,-1 0 1,-11 29-1,10-30 16,0 1 1,0 0-1,2 0 1,0 0-1,-1 31 1,5-43 10,-1 19 184,1-26-245,0 1 1,0 0-1,0 0 0,0-1 0,0 1 0,1 0 0,-1-1 0,0 1 0,0 0 0,1 0 1,-1-1-1,0 1 0,1-1 0,-1 1 0,0 0 0,1-1 0,-1 1 0,1-1 0,-1 1 1,1-1-1,0 1 0,-1-1 0,1 1 0,-1-1 0,1 0 0,0 1 0,-1-1 0,2 1 1,12 0-39,1 0 1,-1 0 0,1-1 0,-1-1-1,0-1 1,1 0 0,-1 0 0,0-2-1,0 0 1,-1 0 0,1-1-1,13-8 1,67-39-5902,-65 35-1195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36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11 123 1825,'0'0'7494,"-10"-1"-352,9-15-6797,2-20 264,0 35-610,-1-1 1,0 0-1,1 0 1,-1 1-1,1-1 0,0 0 1,0 1-1,-1-1 1,1 1-1,0-1 1,0 1-1,1-1 1,-1 1-1,0-1 1,0 1-1,1 0 1,0-1-1,7-4-37,-1 1 0,1 0 1,-1 1-1,1 0 0,0 0 0,1 1 0,-1 0 0,1 1 0,-1 0 0,1 1 0,0 0 0,0 0 0,13 1 0,-21 1 35,0-1-1,0 1 0,0 0 1,-1-1-1,1 1 0,0 0 1,-1 0-1,1 0 0,-1 1 1,1-1-1,-1 0 0,0 1 1,1-1-1,-1 0 0,0 1 1,0 0-1,0-1 0,0 1 1,0 0-1,0-1 0,-1 1 1,2 2-1,14 43 32,-16-47-25,4 17 38,-2-1-1,0 1 0,-1-1 1,0 1-1,-3 30 1,1-43-32,0-1 0,-1 1 0,1 0 0,-1 0 0,0-1 0,0 1 0,0-1 0,0 1 0,0-1 0,-1 0 0,0 0 0,1 0 0,-1 0 0,-7 4 0,-4 4-61,-31 19 1,35-24-58,6-3 14,-1 0 0,0-1-1,0 1 1,0-1 0,0 0-1,0 0 1,0 0 0,0-1-1,-7 2 1,11-3-65,1-3-408,0 0 487,0 0 0,0 1 1,1-1-1,-1 0 0,1 0 1,-1 0-1,1 1 0,0-1 1,0 0-1,0 1 1,0-1-1,0 1 0,3-5 1,-1 4 19,0 0 1,0 0 0,1 1 0,-1-1-1,0 1 1,1 0 0,-1 0 0,1 0-1,7-3 1,-2 2 27,1 1 0,-1 0 0,0 0 0,1 1-1,-1 0 1,1 1 0,11 1 0,-3-1 77,-17 0-43,1 0 0,-1 0 1,1 1-1,-1-1 0,1 0 1,-1 1-1,0-1 0,1 1 1,-1-1-1,0 1 0,1-1 1,-1 1-1,0 0 0,0 0 1,1 0-1,-1 0 0,0 0 1,0 0-1,1 1 0,0 1 41,0 0-1,0 0 0,0 1 0,-1-1 1,1 0-1,-1 1 0,1 5 1,1 5 266,-1-1 0,-1 0 1,0 19-1,-1-25-209,0 9 277,-3 31 0,2-41-328,0-1 1,-1 0-1,0 0 1,1 0 0,-1 0-1,-1 0 1,1 0-1,-1 0 1,-5 6-1,1-2 19,-1 1 0,0-2 0,-1 1 0,0-1 0,-15 11 0,18-16-159,0 1 0,1-1 0,-1-1 0,0 1 0,-1-1 0,1 0 0,0 0 0,-1 0 1,1-1-1,-1 0 0,-9 0 0,15-1-1482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36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4274,'0'0'9540,"0"163"-8355,0-119-401,0-6-352,0-10-320,0-16-96,0-8-16,0-8-4065,0-27-3491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41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18 197 2785,'0'0'7887,"-1"-4"-6844,-2-13 227,1-1 0,1 1 1,1-35-1,0 22-1352,1 28 71,-1 0 0,1 0 0,0 0 0,0 0 1,-1 0-1,1 0 0,1 0 0,-1 0 0,0 0 0,0 0 0,1 0 0,-1 1 0,1-1 0,0 1 0,-1-1 0,1 1 0,0-1 0,0 1 0,0 0 0,3-2 0,2 0-17,0 0-1,-1 0 1,1 0 0,0 1-1,8-2 1,-8 3 31,0 0 0,1 1 0,-1 0 1,0 0-1,13 2 0,-19-2-3,0 1-1,0 0 1,0-1 0,0 1 0,0 0-1,-1 0 1,1 0 0,0-1 0,-1 1-1,1 0 1,0 0 0,-1 0 0,1 0-1,-1 0 1,1 0 0,-1 0 0,0 0-1,0 1 1,1-1 0,-1 2-1,4 25 16,-4-27-14,1 77-3,-2-74 13,0 0 1,0-1-1,0 1 1,0 0-1,0-1 0,-1 1 1,0-1-1,0 1 1,0-1-1,0 0 1,0 0-1,-1 0 0,-2 3 1,-40 38 53,40-39-61,-15 13 20,13-11-53,0 0 1,0 0 0,-1-1-1,0 0 1,-15 8 0,23-13 12,0-1 1,-1 0 0,1 0-1,0 0 1,0 0 0,0 0-1,-1 0 1,1 0-1,0 1 1,0-1 0,0 0-1,-1 0 1,1 0 0,0 0-1,0 0 1,-1 0 0,1 0-1,0 0 1,0 0 0,0 0-1,-1 0 1,1 0 0,0 0-1,0 0 1,-1 0 0,1-1-1,0 1 1,0 0 0,0 0-1,-1 0 1,1 0 0,0 0-1,0 0 1,0-1 0,0 1-1,-1 0 1,1 0 0,0 0-1,0 0 1,0-1 0,0 1-1,0 0 1,0 0 0,-1 0-1,1-1 1,0 1 0,0 0-1,0 0 1,0 0 0,0-1-1,0 1 1,0 0 0,0 0-1,0-1 1,0 1 0,0 0-1,0-1 1,3-11-344,-1 10 303,-1 0 1,1-1-1,0 1 0,0 0 0,0 1 1,0-1-1,0 0 0,1 0 1,-1 1-1,0-1 0,1 1 1,-1 0-1,1 0 0,0 0 1,-1 0-1,1 0 0,0 1 0,-1-1 1,4 1-1,10-2-45,-1 0 1,19 2-1,-25 0 212,-4 0-101,0 1 0,0-1 0,0 1 0,0 0 0,0 0 0,0 0 0,0 1 0,0-1 0,-1 1 0,1 1 0,-1-1 0,1 1 0,-1-1 0,0 1 0,0 0 0,0 1 0,-1-1 0,1 1 0,3 4 0,-3-3 92,0 1 0,-1 0 0,1 0-1,-1 1 1,0-1 0,-1 1 0,0-1-1,0 1 1,0 0 0,-1 0 0,0 0 0,0 0-1,0 9 1,-1-6-19,0-1 26,0-1-1,0 1 1,-1 0 0,-3 15-1,3-21-82,-1 1-1,1-1 0,-1 0 1,0 0-1,0 1 0,0-1 0,0 0 1,0-1-1,-1 1 0,1 0 1,-1-1-1,0 1 0,0-1 1,-5 3-1,0 0 22,0 0 1,-1 0-1,0-1 0,0 0 1,0-1-1,0 0 0,-1-1 1,-10 2-1,-23-1-2973,42-9-7793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42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5843,'0'0'6926,"2"-3"-6145,5-3-170,-3 7 617,-1 20 374,-3-14-1796,1 59 1134,-2-39-425,3 35 1,-1-54-414,0 0 0,1 0 0,0 0 0,0 0 0,1 0 0,0 0 0,0-1 0,7 11 0,4 14 6,-12-27-153,0 1-1,1-1 1,0 0-1,4 8 0,-4-12-210,-1 0 1,1 0-1,0 0 0,-1 0 0,1-1 0,0 1 1,0-1-1,-1 0 0,1 0 0,0 0 0,0 0 0,4-1 1,2 0 77,102 1-249,-110 0-237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42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4914,'0'0'5288,"1"-1"-4634,1 1 0,0-1 1,0 0-1,0 1 0,0-1 0,0 1 1,-1 0-1,5 0 0,-3 11-599,-1 0 0,-1 0 0,0 1 0,0-1 0,-1 0 0,-2 15 0,1 22 16,8 77 545,3 86 1156,-7-88-958,-3-122-924,-11-1-8950,-2 0 259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57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3 412 8404,'0'0'5650,"-3"0"-5153,201 0 5762,-197-1-6262,0 1 1,-1 0-1,1 0 1,0 0-1,-1-1 1,1 1-1,-1 0 1,1-1-1,0 1 1,-1 0-1,1-1 1,-1 1-1,1-1 1,-1 1-1,1-1 1,-1 1-1,0-1 1,1 1-1,-1-1 1,0 1-1,1-1 1,-1 0-1,0 1 1,0-1 0,1 1-1,-1-1 1,0 0-1,0 1 1,0-1-1,0 0 1,0 0-1,1-27-101,-1 23 98,-3-322-546,3 325 543,0 1 0,0-1 0,0 1 0,1-1 0,-1 1 0,0-1 0,1 1 0,-1-1-1,1 1 1,0 0 0,-1-1 0,1 1 0,0 0 0,0-1 0,0 1 0,0 0 0,0 0 0,0 0 0,0 0 0,0 0 0,1 0 0,-1 0 0,0 0 0,1 0 0,-1 1 0,0-1 0,1 1 0,-1-1 0,1 1 0,-1-1 0,1 1 0,-1 0 0,1-1-1,-1 1 1,4 0 0,-5 0 41,15 0-45,-12 0 16,7 0 26,1 0 1,-1 1-1,18 3 1,-23-3-22,0 1 0,0 0 0,0 1-1,0-1 1,0 1 0,-1 0 0,1 0 0,-1 0 0,6 6 0,5 4 31,-1 1 0,-1 0-1,-1 1 1,12 17 0,-19-24-23,-1 0 1,1 0 0,-1 0 0,-1 0-1,0 0 1,0 1 0,0 0 0,-1 0 0,0 0-1,-1 0 1,0 10 0,-1-13-11,0 0 1,0 0-1,-1 0 1,0 0-1,-1 0 1,1 0-1,-1-1 1,-4 10-1,0-4 13,-1 0 1,0 0 0,-9 10-1,-8 9 67,-27 34-12,45-55-65,1-1 0,0 1 0,0 0 0,1 1 0,-5 17-1,8-24-3,0 1-1,0-1 0,1 1 0,-1 0 1,1-1-1,0 1 0,0 0 0,1-1 0,0 6 1,-1-8 2,1 1 1,-1-1-1,1 0 1,-1 1-1,1-1 0,0 0 1,0 1-1,-1-1 1,1 0-1,0 0 1,0 0-1,0 0 1,0 0-1,0 0 1,1 0-1,-1 0 1,0 0-1,0 0 1,1-1-1,-1 1 0,0 0 1,1-1-1,1 1 1,10 2 23,0-1 1,0-1 0,0 0-1,1 0 1,19-3-1,-31 2-100,0 0-1,0-1 0,-1 1 0,1 0 0,0-1 1,0 1-1,-1-1 0,1 0 0,0 1 0,-1-1 1,1 0-1,-1 0 0,1 0 0,-1 0 0,0 0 1,3-3-1,-3 3-439,-1 0 0,1 0 0,0 0 0,-1 0 1,1 0-1,-1 0 0,1-1 0,-1 1 0,0 0 0,1 0 0,-1-1 1,0 1-1,0-3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28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31 233 7507,'0'0'5219,"-1"-14"-5179,-1-5-36,1 0 0,1 1 1,0-1-1,4-21 0,-3-6 247,-1 38-131,-1-1-1,1 1 1,1 0-1,2-16 1,-13 65 415,1 1 0,-4 45 1,11 249 2897,10-294-2840,-4-24-327,-1-30-4659,-2-12 1711,-1-4-2366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29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72 118 2721,'0'0'7286,"1"-2"-6216,5-3-1204,0-2 4305,-6 7-4131,0 0 0,0 0 0,0 0 0,0 0 0,0-1 0,0 1 0,0 0 0,0 0 0,0 0 0,0 0 0,-1 0 0,1 0 0,0-1 0,0 1 0,0 0 0,0 0 0,0 0 0,0 0 0,-1 0 0,1 0 0,0 0 0,0 0 0,0 0 0,0 0 0,0 0 0,-1 0 0,1-1 0,0 1 0,0 0 0,0 0 0,0 0 0,0 0 0,-1 0 0,1 0 0,0 1 0,0-1 0,0 0 0,0 0 0,-1 0 0,1 0 0,0 0 0,0 0 0,0 0 0,0 0 0,0 0 0,0 0 1,-1 0-1,1 0 0,0 1 0,0-1 0,0 0 0,0 0 0,0 0 0,-2 2-23,0-1-1,0 0 1,0 1 0,1 0 0,-1-1 0,1 1 0,-1 0 0,1 0 0,0-1 0,0 1 0,-1 0 0,1 0 0,1 1 0,-1-1-1,0 0 1,0 3 0,-5 8 66,-3 7 36,1 1-1,1 0 0,1 0 0,0 0 0,2 1 1,0-1-1,2 1 0,0 0 0,2 29 0,0-47-92,-1 3 15,1-1-1,0 1 1,0-1-1,1 1 0,0-1 1,0 0-1,0 1 1,1-1-1,-1 0 1,2 0-1,-1 0 1,1 0-1,4 8 1,1-3 95,1 0 0,0-1 0,0 1 0,0-2 0,22 17 1,-25-22-104,1 0 0,0 0 0,0-1 0,0 0 1,0 0-1,0 0 0,1-1 0,-1 0 0,1-1 1,-1 0-1,1 0 0,9 0 0,-5-1-27,-10 0-1,0 1 0,0-1 0,0 0 0,0 0 1,0 0-1,1 0 0,-1 0 0,0 0 0,0-1 0,0 1 0,0-1 0,0 1 0,0-1 0,0 0 1,0 0-1,0 0 0,0 0 0,0 0 0,0 0 0,-1-1 0,1 1 0,-1-1 0,1 1 0,2-4 1,7-15-168,-1-1 1,-2 0 0,0 0-1,-1-1 1,0 0 0,-2-1 0,-1 1-1,1-25 1,-3-95 815,-3 77-606,0 59-33,1 0 1,-1 0 0,0 0-1,-1 0 1,1 1 0,-1-1-1,0 0 1,-1 1-1,1 0 1,-1-1 0,0 1-1,-1 0 1,1 1-1,-1-1 1,-5-5 0,1 2-9,-1 0 1,0 0 0,0 1 0,-1 0-1,0 1 1,-20-10 0,23 15-18,0-1 0,0 1 0,-1 1 0,1-1 0,0 1 0,-1 0-1,1 1 1,-8 1 0,12-1 8,1 0 0,0 0-1,-1 0 1,1 0-1,0 1 1,-1-1 0,1 1-1,0 0 1,0-1 0,0 1-1,0 0 1,1 0-1,-1 0 1,1 1 0,-1-1-1,1 0 1,-2 4 0,0-1-8,0 1 1,0 0 0,1 1 0,0-1 0,0 0 0,-1 9 0,2 41-767,1-31-3624,0-13-867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3:58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0 281 720,'0'0'10984,"12"15"-6318,2-8-4410,0 0 1,1-1-1,-1-1 0,2-1 0,-1 0 1,0-1-1,26 3 0,-29-5-206,3 1-31,1-1 0,18-2 0,-6 1 204,-27 0 567,-1-20-470,-1 11-299,0 0 1,0 1 0,-1-1-1,0 1 1,0-1 0,-1 1-1,0 0 1,0 0-1,-7-10 1,0-3-25,4 6-24,2 1 0,-1-1 0,2 0-1,0 0 1,1-1 0,0 1 0,1 0-1,2-26 1,-1 32-48,0 8 51,0-1-1,0 1 1,1-1 0,-1 1-1,0 0 1,1-1 0,-1 1-1,1-1 1,0 1-1,-1 0 1,1 0 0,0-1-1,0 1 1,0 0 0,0 0-1,0 0 1,0 0 0,0 0-1,0 0 1,0 0 0,0 0-1,1 1 1,-1-1-1,0 0 1,1 1 0,-1-1-1,0 1 1,1-1 0,-1 1-1,1 0 1,1-1 0,8 0-30,-1 0 1,0 0-1,16 1 1,-12 1 86,-10-1-7,1 0 1,0 1-1,0 0 1,-1 0-1,1 0 1,0 1-1,-1-1 1,0 1-1,1 0 1,-1 1-1,0-1 1,0 1-1,0-1 1,0 1 0,0 0-1,-1 1 1,0-1-1,5 6 1,-4-4 3,-1 0 1,1 1 0,-1-1-1,0 1 1,0 0 0,0 0-1,-1 0 1,0 0 0,0 0 0,-1 1-1,1-1 1,-1 1 0,0 9-1,-1 26 40,0 11 123,-7 67 1,5-94-124,0 29 1,2-54-70,0 0 0,1-1 0,-1 1 0,0 0 0,0 0 0,1 0 0,-1 0 0,0 0 0,1 0 0,-1-1 0,1 1 0,-1 0 0,1 0 0,0 0 0,-1-1 0,1 1 0,0 0 0,-1-1 0,1 1 0,0-1 0,0 1 0,0-1 0,-1 1 0,1-1 0,0 0 0,0 1 0,0-1 0,0 0 0,0 0 0,0 1 0,0-1 0,0 0 0,0 0 0,39 0-1614,-27 0-626,-4 0-2838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08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0 165 5555,'0'0'9743,"0"-14"-9034,7-98 1394,-7 74 370,0 71-2480,8 260 99,13 17 461,6 74 209,-9-250-273,-14-119-593,-3-26-512,-3-27-212,-3-35-652,6-75 0,-1 0 396,-3-274 910,3 266 1391,1 152-1178,-1 1 0,1-1 0,0 0 1,0 0-1,1 1 0,-1-1 0,1 0 0,0 1 1,-1 0-1,2-1 0,-1 1 0,0 0 0,1 0 1,-1 0-1,6-4 0,4-4-40,1 0 0,17-11 0,-22 18-3,-1 0 0,1 0 0,0 1-1,0-1 1,0 2 0,0-1 0,0 1 0,16-2-1,5 2-32,37 2-1,-31 0 28,-28 1 13,0 0 0,1 0-1,-1 1 1,0 0 0,0 0-1,0 0 1,0 1 0,0 0-1,-1 1 1,1-1 0,-1 1-1,0 1 1,0-1 0,8 9-1,-3-3 4,-1 1 0,0 0 0,-1 0-1,0 1 1,-1 0 0,9 18-1,-14-23 54,-1-1 0,0 1 0,0-1-1,0 1 1,-1 0 0,0 0-1,0 8 1,-3 50 595,1-49-593,0-6-35,0 0 0,-1 0 0,-1-1 1,0 1-1,0-1 0,-1 0 0,0 0 0,-8 15 0,-2-3 14,0-1 0,-24 26 0,28-34-22,-2-1 1,0-1-1,0 0 1,-1 0-1,0-1 1,-1-1-1,0 0 1,0-1-1,-18 6 1,11-6 3,0-1 0,0 0 0,-1-2 0,0 0 0,1-2 0,-26 0 0,44-2-32,1 0 0,-1 0 0,1 0 0,-1 0 0,1 0 0,-1-1 0,1 1 0,-1-1 0,1 0 0,-1 0 0,1 0 0,-1 0 1,1 0-1,0 0 0,0-1 0,-3-1 0,4 1-11,-1 0 0,1 0 0,-1-1 1,1 1-1,0 0 0,0-1 0,0 1 0,0 0 0,1-1 1,-1 1-1,1-1 0,-1 1 0,1-1 0,0 0 0,0 1 1,0-3-1,0-7-72,-1 9 66,1 0 0,0 1-1,0-1 1,0 0-1,1 0 1,-1 1 0,1-1-1,0-2 1,0 4 23,-1 0-1,1 0 1,-1 0 0,1 1 0,0-1-1,0 0 1,-1 1 0,1-1 0,0 0-1,0 1 1,0-1 0,-1 1 0,1-1-1,0 1 1,0-1 0,0 1 0,0 0-1,0 0 1,0-1 0,0 1 0,0 0-1,0 0 1,0 0 0,0 0 0,0 0-1,1 0 1,5 0 6,-1-1 0,1 1 0,-1 1 0,1-1 0,-1 1-1,1 0 1,-1 1 0,0-1 0,1 1 0,-1 0 0,0 1 0,0 0-1,0 0 1,-1 0 0,1 0 0,-1 1 0,0 0 0,0 0 0,5 5 0,16 18 277,-1 1 1,36 53-1,33 70 859,-30-44-294,-53-90-741,0-1 1,0-1 0,2 0-1,26 25 1,-35-36-106,0-1 0,0 1 0,1-1 0,-1 0-1,1-1 1,-1 1 0,1-1 0,0 0 0,0 0 0,0 0 0,0-1 0,1 0-1,-1 0 1,0 0 0,0 0 0,1-1 0,-1 0 0,0 0 0,1-1-1,-1 1 1,0-1 0,8-2 0,-11 1-66,1 1 0,-1 0 0,1-1 0,-1 1 0,0-1 0,0 0 0,0 0 0,0 0-1,0 0 1,0 0 0,0 0 0,0 0 0,-1-1 0,1 1 0,-1-1 0,0 1 0,0-1 0,0 1 0,0-1 0,0 0 0,0-3 0,2-6-641,-1-1 1,-1 0 0,0-15 0,0 25 465,-1-49-4639,0 9-3914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09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384 0 4594,'0'0'11822,"-2"0"-11590,0 1-201,1-1 0,-1 1 0,1 0 1,-1-1-1,1 1 0,-1 0 1,1 0-1,-1 0 0,1 0 1,0 0-1,0 0 0,-1 0 0,1 1 1,0-1-1,-1 3 0,-20 28 221,16-23-164,-80 132 1024,5 5-1,-67 170 1,142-300-1064,-1 3 88,5-16-255,1-10-253,3-22-1164,0-1 0,13-52 0,10-12-6955,-10 54 2787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09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76 1649,'0'0'11968,"5"-9"-11093,2-3-599,-2 4 13,0 0 0,0 0 1,9-10-1,-12 17-164,-1-1 1,1 1-1,0 0 0,0 0 1,-1 0-1,1 0 1,0 0-1,0 0 1,0 1-1,0-1 1,1 1-1,-1-1 1,0 1-1,0 0 0,0-1 1,0 1-1,0 0 1,0 1-1,1-1 1,2 1-1,-2-1-36,0 1-1,-1-1 1,1 1 0,0 0-1,0 0 1,-1 0 0,1 0-1,-1 0 1,1 1-1,-1-1 1,1 1 0,-1 0-1,0-1 1,0 1 0,3 3-1,7 17 114,-1 0 1,0 1-1,-2 1 1,-1-1-1,6 27 0,-7-24-21,42 160 825,-22-79-312,44 115 0,-59-198-585,-10-20-230,0 0 0,0 0 1,0 0-1,0 0 0,-1 0 0,1 0 0,-1 0 0,0 1 0,0 6 0,-1-12-36,-1-1 1,1 1-1,-1 0 0,0 0 0,1 0 0,-1-1 0,0 1 0,0 0 0,0 0 1,0 0-1,0 0 0,-1 0 0,-2-3-330,-13-15-4073,-31-28 1,20 25-1148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10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8468,'0'0'10469,"202"0"-9349,-129 0-367,-7 0-225,-6 0-272,-15 0-224,-17 0-32,-4 0-112,-10 0-1025,0-6-1776,-7-16-2946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10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0 9668,'0'0'7561,"-3"1"-6595,2 1 389,5-1-446,18 1-85,36-1-752,-48-1 116,76 0 264,-6 0-1676,-24 0-9692,-68 0 3910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11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7235,'-1'0'15194,"85"-4"-14886,-52 1-346,1 2 0,48 4 1,-55 4 11,1 0-364,-26-7 8,-1-15-13200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39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3402 9845,'0'0'5322,"1"-28"-4807,2-94-3,4 4 263,0-29 179,-7 54-551,1-43-254,-20-172 1,-18 34-649,-104-636-883,123 815 1121,4-2 1,-2-164-1,30-75-83,-10 109 522,-5 138 1090,1 88-1172,9 1-59,269 19 333,0 21-268,-89-23-91,-123-13 44,93 16-1,-140-16 235,0-1-1,24 0 0,-43-3 115,-21-1-857,18 0 396,-1 0 0,2 0 0,-1-1 0,0 0 0,0 1 0,0-1 0,1 0 0,-1 0 0,1-1 0,-1 1 0,1 0 0,0-1 0,0 1 0,-2-5 0,-8-7-270,-41-49-385,-32-33-196,22 34 1307,63 61 586,4 2-965,1 0 0,0 0 0,-1 0 0,1 1-1,-1 0 1,1 0 0,-1 0 0,0 0 0,0 1 0,0 0-1,0-1 1,0 1 0,-1 1 0,1-1 0,4 6 0,8 6 127,3 2-110,1-2-1,1 0 0,1-1 1,0-1-1,0 0 0,1-2 1,32 10-1,-54-20-42,1 0-1,-1 0 1,0 0-1,0 0 1,0 0-1,1 0 1,-1 0 0,0 1-1,0-1 1,-1 0-1,1 1 1,0-1-1,0 0 1,-1 1-1,1-1 1,0 1-1,-1-1 1,0 1 0,1-1-1,-1 1 1,0 0-1,0-1 1,0 1-1,0-1 1,0 4-1,-5 47-125,5-51 145,-7 31 26,-1 0 0,-15 38 0,4-17-13,11-27-88,1-1-993,-1-1 1,-1 0-1,-1 0 0,-1-1 0,-21 33 1,26-49-1591,0-1 0,0 1 0,-13 8 0,19-15 2627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40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35 260 7027,'0'0'7292,"-2"-10"-6831,-2-2-321,3 7-37,-1 0 1,1 0-1,0 0 0,0 0 0,0 0 0,1 0 1,-1-7 1333,1 16-1408,-1 0 1,1 0-1,0 0 0,0 0 1,0 8-1,1 7-24,2 62 87,14 89 0,24 81 299,-8-61-152,-31-172-213,-2-14-14,0 0 0,1 1-1,-1-1 1,1 1 0,0-1 0,0 0 0,0 0 0,1 0-1,-1 0 1,1 0 0,4 7 0,-6-11-7,0 0-1,0 1 1,1-1-1,-1 0 1,0 0 0,0 0-1,0 0 1,0 1-1,1-1 1,-1 0 0,0 0-1,0 0 1,0 0-1,0 0 1,1 0 0,-1 0-1,0 0 1,0 0-1,0 0 1,1 0 0,-1 0-1,0 0 1,0 0-1,1 0 1,-1 0 0,0 0-1,0 0 1,0 0-1,1 0 1,-1 0 0,0 0-1,0 0 1,0 0-1,1 0 1,-1 0 0,0 0-1,3-9-12,-2-15-244,-1 21 193,-2-20-145,-1 0 0,-1 1 0,-1 0 0,0 0 0,-2 0-1,-10-22 1,-17-63-691,-28-221 255,57 176 470,6 106 139,-1 40 32,1 0-1,0 0 0,0 0 1,1 0-1,0 0 0,0 1 1,0-1-1,1 1 0,-1-1 0,1 1 1,1 0-1,-1 0 0,1 0 1,0 1-1,0-1 0,0 1 1,0 0-1,1 0 0,0 0 0,0 1 1,6-4-1,2 0 83,-1 0 0,1 1 1,0 0-1,0 1 0,1 1 0,-1 0 0,1 1 0,14-2 1,-7 3 111,0 1 0,0 0 1,34 5-1,-49-2-163,0-1 1,-1 1-1,1 1 0,-1-1 1,0 1-1,1 0 0,-1 0 0,0 0 1,-1 0-1,1 1 0,-1 0 1,8 8-1,-5-3 80,0-1 0,0 2 0,0-1 0,-1 1-1,8 18 1,-10-18-10,-1 1 0,0 0-1,-1 1 1,0-1 0,0 0 0,-1 15-1,-1 5 297,-4 35 0,1-48-327,-1-1 1,0 0 0,-1 0-1,-1-1 1,-1 0 0,0 0-1,-1 0 1,-16 23-1,1-6-5,-2-1-1,-45 47 0,51-60-88,-1-2 1,-1 0-1,-29 19 0,42-30-357,-2-1 0,1 0 1,-1 0-1,1-1 0,-1 0 0,-1-1 1,1 0-1,0-1 0,-1 0 0,-15 1 0,46-2 360,1 2 0,-1 0-1,0 0 1,0 2-1,32 12 1,98 49 1588,-69-19 336,143 107 0,-223-153-1900,5 4 1,-1 0 1,1-1-1,0 0 1,0 0-1,1 0 0,-1-1 1,1 0-1,0 0 1,0-1-1,0 1 0,0-2 1,0 1-1,10 0 1,-16-2-94,-1 0 1,1 0 0,-1 0-1,1 0 1,0 0 0,-1 0-1,1 0 1,-1 0 0,1 0 0,0 0-1,-1 0 1,1-1 0,-1 1-1,1 0 1,-1-1 0,1 1-1,-1 0 1,1-1 0,-1 1 0,0 0-1,1-1 1,-1 1 0,1-1-1,-1 1 1,0-1 0,1 1-1,-1-1 1,0 1 0,1-2 0,0-17-4209,-2 10 2767,1-23-7988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41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0 2017,'0'0'13996,"-15"4"-11419,-11 35-1710,-17 45-778,3 2 0,-34 104 0,15-32 151,56-153-619,1-6 21,-1-14-341,2-31-928,2 36 1048,-2-8-1091,2-1 0,1 1 0,0 0 0,1 0 0,8-24 0,5-5-4632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41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85 66 3073</inkml:trace>
  <inkml:trace contextRef="#ctx0" brushRef="#br0" timeOffset="1">85 66 3073,'-77'21'1953,"77"-21"-1933,-1 0-1,1 0 0,0 0 0,0 0 1,0 0-1,-1 0 0,1 0 1,0 0-1,0 0 0,-1 0 1,1 0-1,0 0 0,0 0 0,0 0 1,-1 0-1,1 0 0,0 0 1,0 0-1,-1 0 0,1 0 1,0 0-1,0 0 0,0 0 0,-1-1 1,1 1-1,0 0 0,0 0 1,0 0-1,0 0 0,-1-1 0,1 1 1,0 0-1,0 0 0,0 0 1,0 0-1,0-1 0,0 1 1,0 0-1,-1 0 0,1-1 0,0 1 1,0 0-1,0 0 0,0 0 1,0-1-1,0 1 0,0 0 0,0 0 1,0-1-1,8-15 1192,16-14 1381,-20 26-2082,-1 1-169,-1 0 0,0 0 0,1 1 1,0-1-1,0 1 0,0-1 0,0 1 1,0 0-1,0 0 0,1 0 0,6-2 1046,-10 4-1304,1 0-1,0 0 1,0 1 0,0-1-1,0 0 1,0 0-1,-1 0 1,1 0-1,0 1 1,0-1-1,0 0 1,-1 1-1,1-1 1,0 1-1,1 0 1,6 10 83,-1 1-1,0 0 1,0 0 0,-1 1-1,7 22 1,-1-6 99,47 113 846,71 165 1559,-127-301-2611,4 9 141,0 0 0,1 0 0,17 23 0,-25-37-228,0-1 0,0 0-1,0 0 1,0 1 0,0-1 0,0 0 0,0 0 0,1 1 0,-1-1 0,0 0 0,0 0 0,0 1-1,0-1 1,1 0 0,-1 0 0,0 0 0,0 1 0,0-1 0,1 0 0,-1 0 0,0 0 0,0 0-1,1 1 1,-1-1 0,0 0 0,0 0 0,1 0 0,-1 0 0,0 0 0,0 0 0,1 0 0,-1 0-1,0 0 1,1 0 0,-1 0 0,0 0 0,0 0 0,1 0 0,-1 0 0,0 0 0,0 0 0,1 0-1,-1 0 1,0-1 0,1 1 0,-3-15-1734,-1 10 1140,1 0 0,-1 1 0,-1-1-1,1 0 1,-1 1 0,0 0 0,0 0 0,0 0 0,-6-4-1,-23-17-5513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41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12422,'0'0'3441,"181"0"-1904,-101 0-657,4 0-880,-4 0-384,-10 0-1825,-21 0-3746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45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113 149 6947,'0'0'6721,"1"-8"-6129,2-62 3199,-3 69-3639,-1 1-148,1 0 1,0 0-1,-1 0 1,1 0-1,0 0 1,-1 0-1,1-1 0,0 1 1,-1 0-1,1 0 1,0 0-1,-1 0 0,1 0 1,0 1-1,-1-1 1,1 0-1,0 0 1,-1 0-1,1 0 0,0 0 1,-1 0-1,1 0 1,0 1-1,-1-1 1,1 0-1,0 0 0,0 0 1,-1 1-1,1-1 1,0 0-1,0 1 0,-1-1 1,1 0-1,0 1 1,-4 8-7,0 1 0,1 0 0,1 0 1,0 0-1,-2 15 0,0 59 17,3-51 2,-2 541 1501,4-537-1066,10 68 0,-9-93-390,0 0 0,1-1 0,1 1 0,0-1 0,0 0 0,1 0 0,1 0 0,0-1 0,10 15-1,-15-24-68,-1-1-1,0 1 1,1-1-1,-1 1 1,0-1-1,1 1 1,-1-1-1,0 1 0,1-1 1,-1 0-1,1 1 1,-1-1-1,1 0 1,-1 1-1,1-1 1,-1 0-1,1 1 1,-1-1-1,1 0 0,-1 0 1,1 0-1,0 1 1,-1-1-1,1 0 1,-1 0-1,1 0 1,0 0-1,0 0 0,-1-1-21,1 0-1,-1 1 1,1-1-1,-1 0 0,1 0 1,-1 1-1,0-1 0,0 0 1,1 0-1,-1 0 0,0 1 1,0-1-1,0 0 0,0 0 1,0 0-1,0-1 0,-6-38-548,-40-73-975,27 46-97,-21-138-1,16-74 392,22 261 1284,0-55 429,2 66-387,1-1 0,0 1 0,0-1-1,0 1 1,1 0 0,0 0 0,4-8 0,2-3 48,0 1-1,2 1 1,0 0-1,1 0 1,0 1-1,2 0 1,0 1-1,0 0 1,1 1-1,1 1 1,20-14-1,-27 20-81,0 1 0,0 0 0,1 0 0,0 1 0,0 0 0,0 0 0,1 1 1,-1 0-1,1 1 0,0 0 0,0 0 0,17 0 0,-16 2 45,-5 0-5,1 0 0,0 0 0,0 1 0,11 2 0,-15-2-58,0 0 0,-1 0 0,1 0 1,0 1-1,-1-1 0,1 1 0,-1 0 1,1 0-1,-1 0 0,0 0 0,0 0 1,0 0-1,3 5 0,9 13 155,-1 0 1,-1 1-1,0 1 0,-2 0 1,-1 1-1,0 0 1,-2 0-1,0 1 0,-2 0 1,-1 0-1,-1 0 0,-1 0 1,-1 34-1,-1-41-84,0 0-1,-5 22 1,4-32-80,-1 0 1,0 0-1,-1 0 1,1 0 0,-1 0-1,-1 0 1,-7 11 0,-7 6 36,0-2 1,-2 0-1,0-1 1,-2-1-1,0-1 0,-1-2 1,-1 0-1,-1-1 1,-36 18-1,43-27-45,-1-1-1,1-1 0,-1-1 0,-1 0 0,1-1 0,0-1 0,-1-1 0,0-1 0,-22-2 0,41 2-10,0-1 1,-1 1-1,1 0 0,0 0 1,-1 0-1,1-1 0,0 1 0,-1 0 1,1-1-1,0 1 0,0-1 1,-1 0-1,1 1 0,0-1 1,0 0-1,0 0 0,0 0 0,0 0 1,0 0-1,0 0 0,0 0 1,1 0-1,-1 0 0,0 0 1,0 0-1,1-1 0,-1-1 0,0-1-62,0-1-1,0 0 1,0 0-1,1 0 1,0 1-1,0-7 1,1 0-68,-1 9 130,0 0 0,0 0 0,0 0 0,1 0 0,-1 0 0,0 0 0,1 1-1,0-1 1,0 0 0,-1 0 0,1 0 0,0 0 0,0 1 0,1-1 0,-1 1 0,0-1 0,0 1 0,4-3 0,-2 1 7,1 0 0,0 1 0,0 0 0,0 0 0,0 0 0,0 1 0,0-1 0,6 0 1,9-1 13,-1 0 0,0 2 0,24 0 0,-36 1-19,5 1 20,-1 0 0,1 0 0,-1 1 0,1 0 0,-1 1 0,0 0 0,0 1 0,0 0 0,0 0 0,-1 1 0,0 1 0,0-1 0,0 1 0,-1 1 0,0 0 0,0 0 1,8 9-1,5 7 132,-1 2 0,-1-1 0,-1 2 0,-2 1 0,18 35 0,54 150 1457,-55-126-758,-30-77-777,-1-4-36,-1 0-1,1-1 1,0 1 0,0 0 0,1-1-1,-1 1 1,1-1 0,0 0 0,0 1-1,1-2 1,-1 1 0,5 4 0,-8-8-35,1 0 1,-1 0-1,0 0 1,0 0-1,0 0 1,0 0-1,0 0 1,1 0-1,-1 0 1,0 0-1,0 0 1,0 0-1,0 0 1,0 0-1,1 0 1,-1 0-1,0 0 1,0 0-1,0 0 1,0 0-1,0 0 1,1 0-1,-1 0 1,0-1-1,0 1 1,0 0-1,0 0 1,0 0-1,0 0 1,1 0-1,-1 0 1,0 0-1,0-1 1,0 1-1,0 0 1,0 0-1,0 0 1,0 0-1,0 0 1,0-1-1,0 1 1,0 0-1,3-12-394,-3-18-577,0 25 655,0-56-3453,0 21-2461,0 20-2481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46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401 36 3362,'0'0'9671,"-7"-1"-8959,6 1-652,-5-1 193,1 0 1,0 0-1,0 0 0,0-1 1,0 0-1,0 0 0,0 0 0,-8-5 1,10 5-144,-1 0 0,0 0 1,1 0-1,-1 1 0,0-1 1,0 1-1,0 0 0,0 0 1,-9 0-1,-40 1 29,28 0-119,17 1-13,1 0 0,0 0 0,0 1 1,-1-1-1,1 2 0,0-1 1,1 1-1,-1 0 0,0 0 0,1 1 1,0 0-1,0 0 0,-10 8 1,-2 5 181,1 0 0,-27 33 0,41-46-167,0-1 0,0 1 0,0 0 0,1 0 0,-1 1 0,1-1 0,0 0 0,0 1 0,1-1 0,-1 1 0,1 0 0,0-1 0,0 1 0,1 0 0,-1 0 0,1 5 0,1-9-26,-1 1 1,0-1 0,0 0-1,1 0 1,-1 1 0,1-1-1,-1 0 1,1 0 0,-1 0-1,1 1 1,0-1-1,-1 0 1,1 0 0,0 0-1,0 0 1,0 0 0,0-1-1,0 1 1,0 0 0,0 0-1,0-1 1,2 2 0,31 12-5,-21-9 26,62 22 157,-43-16-126,0 1 0,-1 1-1,0 1 1,43 28 0,-68-37-36,0 0 0,0 1 0,0-1 0,-1 1 1,0 0-1,0 0 0,0 1 0,-1 0 0,0 0 0,0 0 0,-1 0 1,0 0-1,0 1 0,0-1 0,-1 1 0,-1 0 0,1 0 0,-1 0 0,0-1 1,-1 1-1,0 0 0,0 0 0,-1 0 0,0 0 0,-4 14 0,3-16 8,0 0 0,-1-1 0,0 1 0,-1-1 0,1 0 0,-1 0-1,0 0 1,0 0 0,0-1 0,-1 1 0,0-1 0,0 0 0,0 0-1,-10 5 1,-2 0 32,0 0 1,0-1-1,-29 9 0,32-14-86,-1 0 1,1 0 0,0-2-1,-1 0 1,-19-1-1,25 0-17,8 0 11,-1 0 1,1 0 0,0 0-1,0 0 1,0 0 0,0 0 0,0-1-1,0 1 1,0 0 0,-1-1 0,1 1-1,0-1 1,0 1 0,0-1-1,0 1 1,1-1 0,-1 0 0,0 0-1,0 1 1,0-1 0,0 0-1,1 0 1,-1 0 0,0 0 0,1 0-1,-1 0 1,1 0 0,-1 0 0,1 0-1,-1-2 1,0-2-205,0-1 0,1 0 0,-1 1-1,1-1 1,1-6 0,-1-2-348,1-42-2965,2-8-1972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47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12 4818,'0'0'7441,"-2"-2"-6230,-6-8 958,4 18-690,3 28-341,2-24-1260,-1 17 256,8 218 1162,22 235 811,-20-279-1208,-9-180-759,-1-17-93,0 0 1,0 0 0,0 0-1,1 0 1,0 0 0,0 0-1,1-1 1,3 11 0,-3-24-34,-1-11-130,-1-18-420,-10-71 0,6 82 316,0 0 1,2 0 0,1-1 0,1 1-1,4-30 1,-2 44 148,0 0 1,1 0 0,0 1-1,1-1 1,1 1-1,-1 0 1,2 0-1,0 0 1,0 1-1,1 0 1,0 0-1,0 0 1,12-10-1,-10 12 14,0 1-1,1-1 1,0 2-1,0-1 1,0 1-1,1 1 1,0 0-1,0 0 1,1 1-1,-1 1 1,1 0-1,0 0 1,-1 1-1,1 1 1,0 0-1,1 1 1,18 1-1,-27-1 53,-1 1-1,0 0 1,1-1 0,-1 1-1,0 0 1,1 1-1,-1-1 1,0 1-1,0-1 1,0 1 0,0 0-1,0 0 1,-1 0-1,1 1 1,0-1 0,-1 1-1,0-1 1,1 1-1,-1 0 1,0 0-1,-1 0 1,1 0 0,0 0-1,-1 0 1,2 4-1,2 8 109,0 0-1,-1 0 0,-1 1 1,2 19-1,6 267 2580,-11-251-3187,0-145-4892,0 25-729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47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1 6963,'0'0'7086,"2"0"-6216,-2 0-774,1 0 0,-1-1-1,0 1 1,1 0 0,-1 1 0,1-1 0,-1 0 0,1 0 0,-1 0-1,0 0 1,1 0 0,-1 0 0,1 0 0,-1 1 0,0-1-1,1 0 1,-1 0 0,0 0 0,1 1 0,-1-1 0,0 0 0,1 1-1,-1-1 1,0 0 0,0 1 0,1-1 0,-1 0 0,0 1 0,0-1-1,0 0 1,1 1 0,-1-1 0,0 1 0,0-1 0,0 0 0,0 1-1,0-1 1,0 1 0,0-1 0,0 0 0,0 1 0,0-1-1,0 1 1,0-1 0,0 0 0,0 1 0,0-1 0,-1 1 0,1-1-1,0 0 1,0 1 0,-10 33-670,7-23 977,-34 113-143,-145 508 405,170-574-159,-8 87 1,9-50-455,8-83-712,1-12-1114,1-10-231,1-77-4988,0 29 2466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48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220 59 576,'0'0'7358,"8"-9"-5914,1-1-965,23-25 1424,-32 35-1818,0 0 0,1-1 0,-1 1-1,0 0 1,0 0 0,0-1 0,1 1 0,-1 0 0,0-1-1,0 1 1,1 0 0,-1 0 0,0 0 0,1-1 0,-1 1-1,0 0 1,1 0 0,-1 0 0,0 0 0,1-1 0,-1 1 0,0 0-1,1 0 1,-1 0 0,0 0 0,1 0 0,-1 0 0,0 0-1,1 0 1,-1 0 0,1 0 0,-1 0 0,0 0 0,1 1-1,-1-1 1,0 0 0,1 0 0,-1 0 0,0 0 0,1 1-1,-1-1 1,0 0 0,0 0 0,1 0 0,-1 1 0,0-1-1,0 0 1,1 0 0,-1 1 0,0-1 0,0 0 0,0 1 0,1-1-1,-1 0 1,0 1 0,0-1 0,0 0 0,0 1 0,0-1-1,0 1 1,2 26 1546,-2-21-1925,0 29 444,-1 1 0,-2 0 0,-1 0 0,-10 37 0,-98 297 92,-37 153 543,149-522-711,-4 13-1913,4-19-2879,1-10 2715,-1-10-4230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51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1 126 4370,'0'0'7459,"0"-8"-6720,0-41 4514,0 59-5095,11 722 1919,-9-641-1820,-1-59-111,-2-14 95,2 1 0,0-1 0,5 20 0,-2-26-91,-1-12-319,0-20-260,-3 15 336,0-69-1400,-10-82 0,-2 20 552,6-160-1,6 212 317,1 72 635,0 0-1,0 1 0,1-1 1,0 0-1,1 1 0,1-1 1,-1 1-1,2 0 0,0 0 1,0 1-1,1-1 0,0 1 1,1 0-1,0 1 0,0 0 1,1 0-1,14-12 0,-14 14 39,-1 1 0,2 0 0,-1 1 0,0-1 0,1 2 0,0-1 0,0 1 0,0 1 0,1 0 0,15-3 0,3 2 292,-1 1 0,44 1 0,-66 3-321,-1-1 1,0 1-1,0 0 1,0 0-1,0 0 1,1 1-1,-2 0 1,1-1-1,0 1 1,0 1-1,-1-1 1,1 0-1,-1 1 1,1 0-1,-1 0 1,0 0-1,0 0 1,3 6-1,5 5 108,-1 2-1,16 30 1,-17-27 66,-1-1 0,0 1 0,-2 0 0,0 0 0,-1 1 0,-1-1 1,-1 1-1,-1 0 0,0 25 0,-2-41-174,-1 0 0,1 0 0,-1 0 0,0 0 0,-1 0 0,1 0 0,0 0 0,-1 0 0,0 0 0,0-1 0,0 1 0,-1-1 0,1 1 0,-1-1-1,0 0 1,0 0 0,-6 5 0,-6 4 30,0-1 0,-30 15 0,16-9-27,-11 8-4,-205 115-18,202-125-243,27-10-191,14-5-124,5-1-592,5-1 1147,-1 0-1,0 1 1,1 0-1,-1 0 1,0 0-1,1 1 1,-1 0-1,1 1 1,-1-1-1,1 2 0,-1-1 1,0 1-1,1 0 1,-1 0-1,0 1 1,0 0-1,-1 0 1,1 1-1,-1 0 1,1 0-1,-1 0 1,-1 1-1,1 0 1,8 8-1,15 21 280,-2 0 1,-1 1-1,24 45 0,-26-40 286,2-1 0,49 56 0,-72-92-563,0 1 1,0-1 0,1 0 0,-1 0-1,1 0 1,0 0 0,0-1-1,0 1 1,0-1 0,0 0 0,1 0-1,-1-1 1,1 1 0,-1-1-1,1 0 1,-1 0 0,9 0-1,-12-2-123,0 1-1,0 0 0,-1-1 0,1 1 0,0-1 1,-1 0-1,1 1 0,-1-1 0,1 0 1,-1 1-1,1-1 0,-1 0 0,1 1 0,-1-1 1,0 0-1,1 0 0,-1 0 0,0 0 0,1 1 1,-1-1-1,0 0 0,0 0 0,0-1 0,3-20-3662,-3 22 3721,1-17-6588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52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16 117 3362,'0'0'5719,"0"-14"-5201,0-72 1005,0 86-1478,0-1-1,0 1 0,0 0 1,0-1-1,0 1 0,-1 0 1,1-1-1,0 1 1,0 0-1,0-1 0,0 1 1,0 0-1,0 0 0,-1-1 1,1 1-1,0 0 0,0 0 1,0-1-1,-1 1 0,1 0 1,0 0-1,0 0 0,-1-1 1,1 1-1,0 0 0,0 0 1,-1 0-1,1 0 0,0 0 1,-1-1-1,1 1 0,0 0 1,-1 0-1,0 0 16,1 0 0,0 0 0,-1 0 1,1 0-1,0 0 0,0 0 0,-1 0 0,1-1 0,0 1 0,-1 0 0,1 0 0,0 0 0,0 0 0,-1-1 1,1 1-1,0 0 0,0 0 0,-1-1 0,1 1 0,0 0 0,0 0 0,0-1 0,-1 1 0,1 0 1,0-1-1,0 1 0,0 0 0,0-1 0,0 1 0,0 0 0,0-2 3293,0 7-3193,-1 106 364,6 188 2190,-4-287-2608,0 6 152,0 0 0,2 0 0,0-1 0,12 35 0,-12-104-928,-4 26 125,-2 0 0,-8-38 0,5 38 56,2 0 1,-2-41 0,6-61-526,0 125 958,0-1 1,0 1-1,1 0 0,0-1 0,-1 1 1,1 0-1,0-1 0,1 1 1,-1 0-1,0 0 0,1 0 0,0 0 1,0 0-1,0 0 0,4-4 0,-2 3 38,1-1-1,1 1 0,-1 0 0,0 1 1,1-1-1,0 1 0,10-5 0,0 3 42,1-1 0,0 2 0,0 0 0,0 1 0,27-1 0,-38 4-22,37-3 101,70 7 0,-106-3-53,-1 1 0,1 0 0,-1 0 0,0 0 0,0 1 0,0 0 0,0 1-1,0-1 1,-1 1 0,1 0 0,-1 0 0,0 1 0,-1 0 0,1 0 0,-1 0 0,0 0 0,0 0 0,0 1-1,-1 0 1,0 0 0,0 0 0,0 0 0,2 9 0,3 33 635,-3 1 1,-1-1-1,-5 88 0,-1-48 85,1-75-3514,-9-24-582,-3-10-969,-1-3-3299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4:52.3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11781,'0'0'4018,"18"214"-1697,-8-145-768,4-10-1249,-4-12-304,1-9-256,-8-16-2129,-3-16-3746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00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43 698 5507,'0'0'6418,"0"-6"-5615,0-66 3525,0 75-4272,2 19 68,0-1-1,2 0 1,0 1 0,9 21-1,7 37 131,11 131 443,7 373-1,-24-51-427,1 223-255,-15 427-201,0-1182 173,0 0 0,0 0-1,0 0 1,0 0 0,0 1 0,0-1 0,1 0-1,-1 0 1,0 0 0,1 0 0,-1 0 0,1 0 0,-1 0-1,1 0 1,-1 0 0,1 0 0,0 0 0,0 0 0,-1 0-1,1 0 1,0-1 0,0 1 0,0 0 0,0 0-1,0-1 1,0 1 0,0-1 0,0 1 0,0-1 0,0 1-1,1-1 1,4 1-50,-1 0 0,1 0-1,0-1 1,-1 0 0,9-1-1,2 1 286,14-2-201,0-1 0,-1-1-1,37-11 1,1 1-48,195-19-109,-71 12 159,-96 7-18,266-25-8,399 33 212,-97 2 192,-287-19-307,-120 3-55,655-2 405,-543 14-391,2 0-21,-94 20-61,2 0 39,-37-2-2,250-2-207,-308-9 149,-9 12 66,-1 0 13,129 10-14,-223-13-28,38 3 24,203 18-548,-196-14 386,23 2 189,415-13-331,-329-6 652,-118-1-339,-112 4-19,11-4-3,-14 0 23,1 0 1,-1 1-1,1-1 0,-1 0 0,0 1 1,0-1-1,0 0 0,-1-3 1,1 1-1,0-29 190,1 18-171,0 0 1,-2 0-1,0-1 0,-1 1 0,-7-28 0,-70-247 256,47 162-288,-31-50 271,3 11 370,58 161-636,-24-86 75,-16-111 0,40 183-71,-9-55 305,1-87 1,3-5-243,0 0 50,7-1300 867,1 1438-1038,3 0 0,13-57 0,-1 5-8,2-2 27,-11 57 9,7-50 0,-8 25-4,-2 22 28,-1-31 1,-3-38-164,0 98 71,-60-8 156,-24 9-60,-145-19-1,5 2-452,77 9 158,-423-6-23,391 16 106,15 6 14,66-1 136,-158 15-211,3 0 118,-401-14-825,402-10 1102,209 2-130,-177 7 20,10 1-13,14-1 6,-125 28-51,-195-21 59,345-15-24,146 1-10,-55-1 12,-101 14-1,-13 1 5,25-2-2,83-2-4,-591 55 74,609-59-74,-102 25 0,-5 0 7,97-21 3,-281 46 9,302-44 1,0-2 1,0-3-1,-86-1 0,-287-3 41,421-4-61,0 0-1,0 0 0,0-1 0,-11-4 1,-28-4 1,-288 0-66,313 10 42,-312-3-20,335 3-27,-1-1-1,0 1 68,1 0-1,-1 0 0,0 0 0,1 0 0,-1 0 0,0 0 0,1 0 1,-1 0-1,0 0 0,1 0 0,-1 0 0,0 1 0,1-1 0,-1 0 1,1 0-1,-1 1 0,0-1 0,1 0 0,-1 1 0,1-1 0,-1 0 1,1 1-1,-1-1 0,1 1 0,-1-1 0,0 2 0,1 8-105,0 7 86,0-1 0,1 1 0,0-1 0,2 1 0,4 16 0,1-7-23,38 137 243,-38-128-883,-1 1 0,2 61 0,-8-35-2276,-1-5-2905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16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14871,'0'0'192,"81"0"-752,-29 0-49,18-35-2416,10-9-4995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18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1 242 6403,'0'0'7478,"8"2"-6848,13 2-372,0 0-1,0-2 1,1 0 0,24-2 0,97-10 476,-24 1-474,311 6 160,-231 5-18,-191-2-342,30-2 81,-36 2-89,-1 0-1,1 0 1,0-1 0,-1 1 0,1 0 0,-1-1-1,1 1 1,-1-1 0,1 0 0,-1 1-1,1-1 1,-1 0 0,0 0 0,1 0 0,-1 0-1,0 0 1,0 0 0,2-2 0,-3 2-40,1 0 0,-1-1 0,1 1 0,-1 0 0,0 0 0,1-1 0,-1 1 1,0 0-1,0 0 0,0-1 0,0 1 0,0 0 0,0 0 0,0-1 0,0 1 1,0 0-1,-1-1 0,1 1 0,-1 0 0,1 0 0,-1 0 0,1-1 0,-1 1 1,1 0-1,-3-2 0,-1-1-247,0-1 0,0 1 0,-1 0 0,-6-5 1,0 0-23,-20-16-415,-37-24 0,35 27 732,-31-29 0,64 51-42,0 0 0,0 1 0,0-1 0,0 0 0,0 0 0,0 0 0,1 0-1,-1 0 1,0 0 0,0 0 0,0 0 0,0 0 0,0-1 0,0 1 0,0 0 0,1 0 0,-1 0 0,0 0 0,0 0 0,0 0 0,0 0 0,0 0 0,0 0 0,0 0 0,0 0 0,1 0 0,-1 0 0,0 0-1,0-1 1,0 1 0,0 0 0,0 0 0,0 0 0,0 0 0,0 0 0,0 0 0,0 0 0,0-1 0,0 1 0,0 0 0,0 0 0,0 0 0,0 0 0,0 0 0,0 0 0,0 0 0,0-1 0,0 1 0,0 0-1,0 0 1,0 0 0,0 0 0,0 0 0,0 0 0,0 0 0,0 0 0,0-1 0,0 1 0,17 1 54,0 1 0,0 0 1,0 1-1,0 1 0,-1 0 0,26 11 1,95 52-177,-126-62 100,-3 0-34,1-1 1,-1 2 0,0-1 0,8 7 0,-14-9 22,1-1 0,-1 0 0,0 1 1,0-1-1,0 1 0,-1 0 0,1 0 0,-1-1 1,1 1-1,-1 0 0,0 0 0,0 1 0,0-1 0,-1 0 1,1 0-1,0 4 0,0 15-29,0 0-1,-1 0 1,-1 0 0,-1 0-1,-1 0 1,-1 0 0,-7 23-1,-12 20-84,-50 94-1,72-157-113,1-1 75,-1 0 0,1-1 1,0 1-1,-1 0 0,1 0 0,-1-1 0,1 1 1,-1 0-1,1-1 0,-1 1 0,1 0 1,-1-1-1,0 1 0,1-1 0,-1 1 0,0-1 1,0 1-1,1-1 0,-2 1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1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63 7091,'0'0'6707,"0"-8"-6245,0-47 1667,0 66-2105,-14 725 1427,14-651-949,-1-85-617,1 1 0,0-1 1,-1 0-1,1 1 0,0-1 1,-1 0-1,1 0 1,0 1-1,-1-1 0,1 0 1,-1 0-1,1 0 0,-1 1 1,1-1-1,0 0 0,-1 0 1,1 0-1,-1 0 0,1 0 1,-1 0-1,1 0 0,-1 0 1,1 0-1,0 0 0,-1 0 1,1 0-1,-1-1 0,1 1 1,-1 0-1,1 0 0,0 0 1,-1-1-1,1 1 0,-1 0 1,1 0-1,0-1 0,-1 1 1,1 0-1,0-1 1,-1 1-1,1-1 0,-1-22-3865,1-13-2004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2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42 108 6787,'0'0'7185,"-1"0"-7024,1-1 0,0 1 0,-1-1 0,1 1 0,0 0 0,-1-1 0,1 1 0,0 0 0,-1 0 0,1-1 1,-1 1-1,1 0 0,-1 0 0,1-1 0,-1 1 0,1 0 0,-1 0 0,1 0 0,-1 0 0,1 0 0,-1 0 0,1 0 0,-1 0 0,-1 1-133,1 0 0,0-1 0,0 1-1,0 1 1,-1-1 0,1 0-1,0 0 1,1 0 0,-1 0-1,0 1 1,0-1 0,0 0-1,1 1 1,-1-1 0,1 1-1,-1-1 1,1 1 0,-1 2-1,-5 34 168,5-29-131,-5 75 627,5 101 0,1-167-558,1 4 31,1 0-1,0-1 0,2 1 1,0-1-1,9 25 0,-10-36-108,1-1 0,0 1 0,0-1 0,1 1 0,1-1 0,-1-1 0,2 1 0,-1-1 0,1 0 0,0-1 0,1 1 0,-1-2 0,10 7 0,-11-9-23,0-1 0,1 0 0,0 0 0,-1 0 0,1-1 0,0 0 0,0-1-1,0 1 1,0-1 0,0-1 0,0 1 0,0-1 0,0-1 0,0 1 0,1-1-1,-1 0 1,0-1 0,-1 0 0,12-4 0,-10 1-22,0-1 0,0 0 0,-1-1 0,1 1 0,-2-1 0,1-1 1,-1 1-1,0-1 0,0 0 0,4-10 0,4-7-198,-1-1 0,11-34-1,-13 23-469,-1-1-1,-2 0 1,-1 0-1,-3-1 1,-1 0-1,-2-47 0,-1 78 547,0 0 0,-1 0-1,0 0 1,-1 0-1,0 0 1,0 0-1,-1 1 1,1-1 0,-2 1-1,1-1 1,-1 1-1,0 0 1,-5-6 0,-1 1 133,0 1-1,0 1 1,-1 0 0,0 0 0,-1 1 0,-15-10 0,15 12 32,0 1 1,0 0-1,-1 1 0,0 0 1,1 1-1,-2 0 1,1 1-1,0 1 0,-1 0 1,1 1-1,-1 0 0,-17 1 1,27 1-55,1-1 0,-1 1 0,0-1-1,0 1 1,0 0 0,1 1 0,-1-1 0,1 1 0,-1-1 0,1 1 0,-1 0 0,1 0 0,0 1 0,0-1 0,0 0 0,0 1 0,1 0 0,-1 0 0,1 0 0,-1 0 0,1 0 0,0 1-1,-2 4 1,2-5-351,1 1-1,-1 0 1,1 0-1,0 0 0,0 0 1,0 0-1,1 0 0,-1 7 1,1 7-5141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2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4130,'0'0'9511,"0"4"-9023,0-3-450,1 15 316,-1-1-1,-1 1 0,-1-1 0,0 0 0,0 0 0,-10 29 1,-161 471 1473,122-367-1723,49-138-109,4-33-1431,0 0 0,1 1 0,2-1 0,11-37 0,-7 29-1263,3-17-3875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3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5 8964,'0'0'6230,"4"-5"-5501,-4 5-715,0 0-1,0 1 1,0-1-1,0 0 1,0 0-1,0 0 1,0 0-1,0 0 1,0 0-1,0 0 1,0 0-1,0 0 1,0 1-1,0-1 1,0 0-1,0 0 1,0 0-1,0 0 1,0 0-1,0 0 1,0 0-1,0 0 0,0 0 1,0 0-1,0 1 1,0-1-1,1 0 1,-1 0-1,0 0 1,0 0-1,0 0 1,0 0-1,0 0 1,0 0-1,0 0 1,0 0-1,0 0 1,0 0-1,1 0 1,-1 0-1,0 0 1,0 0-1,0 0 1,0 0-1,0 0 1,0 0-1,0 0 1,0 0-1,0 0 1,1 0-1,-1 0 1,0 0-1,0 0 1,0 0-1,0 0 1,0 0-1,0 0 1,0 0-1,0 0 1,0 0-1,-1 14 49,-2 0 0,0 0 0,0 0 0,-1 0 0,-1-1 0,-10 21 0,-4 14-29,-138 483 564,119-385-465,25-91-116,13-52-67,0-9-309,0-77-4408,0 27-1640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3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0 398 8852,'0'0'9162,"11"-9"-8535,-4 3-552,-1 2-45,0-1-1,0 1 1,-1-1-1,0-1 1,0 1-1,0-1 1,-1 0-1,1 0 1,-2 0-1,1 0 1,4-11-1,16-56-1503,16-89 0,-13 90 786,7 704 4751,-31-603-3825,-3-17-99,1 0-1,0-1 1,1 1 0,0-1-1,1 0 1,1 0 0,8 21-1,-11-31-116,-1-6-367,0-109-7005,0 70 1014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4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2209,'0'0'12054,"0"-4"-11177,0 2-673,0 4 1153,0 7-1286,7 298 1099,3-122-58,4 61 350,-13-236-1400,1 16 70,-2-25-122,0 0 0,0 0 0,0 0 1,1 0-1,-1 0 0,0 0 1,0 0-1,1 0 0,-1 0 1,1 0-1,-1-1 0,1 1 0,-1 0 1,1 0-1,-1 0 0,1-1 1,1 2-1,-1-1-6,1-2-66,-1-7-307,2-125-6677,-3 80 875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4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1 2689,'0'0'7486,"0"3"-6555,-1 142 4581,0-135-5327,-1 0-1,0-1 1,0 1-1,-1-1 1,-1 1-1,1-1 0,-1 0 1,-1 0-1,0-1 1,-10 14-1,-5 5 408,-44 43-1,45-51-392,-1 0 0,0-2-1,-29 18 1,40-29-177,0-1 1,-1 0 0,0 0-1,0-1 1,0 0-1,-1-1 1,1 0 0,-1 0-1,0-1 1,-20 1 0,30-4-66,0 1 1,0 0 0,0-1 0,0 1 0,0-1 0,0 1-1,0-1 1,0 0 0,0 1 0,0-1 0,1 0-1,-1 0 1,0 0 0,0 1 0,1-1 0,-1 0 0,1 0-1,-1 0 1,1 0 0,-1 0 0,1 0 0,-1 0 0,1 0-1,0 0 1,0-1 0,-1 1 0,1 0 0,0 0 0,0 0-1,0 0 1,1-2 0,-2 1-43,1 0 0,0 1 0,0-1-1,0 0 1,0 0 0,1 1 0,-1-1 0,0 0 0,1 1-1,-1-1 1,1 1 0,0-1 0,0 0 0,-1 1 0,1-1-1,0 1 1,0 0 0,0-1 0,0 1 0,1 0 0,-1 0 0,2-2-1,5 1 43,1 0-1,-1 0 0,1 1 0,-1 1 1,1 0-1,-1 0 0,1 0 0,-1 1 1,16 3-1,-12 0 80,0 0 1,-1 0-1,0 1 0,0 1 1,0 0-1,0 0 0,-1 1 1,0 1-1,0-1 0,-1 2 1,16 17-1,5 10 757,45 70 0,-65-92-566,13 24 240,-11-19-253,0-1 0,20 24 1,-30-39-216,1-1 1,0 1-1,-1-1 1,1 0-1,0 1 1,1-1-1,-1-1 1,0 1-1,1 0 1,-1-1-1,1 1 1,-1-1-1,8 1 1,-9-2-76,0 0 0,1 0 1,-1 0-1,0 0 1,1 0-1,-1-1 0,0 1 1,0-1-1,1 1 1,-1-1-1,0 0 1,0 0-1,0 0 0,0 0 1,0-1-1,0 1 1,0 0-1,-1-1 0,1 1 1,0-1-1,-1 0 1,1 1-1,-1-1 0,2-4 1,2-2-760,-1-2 1,0 1-1,0 0 1,4-20-1,8-51-8908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19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69 12166,'0'0'2908,"1"-9"-2567,2-36 545,-3 47-718,5 124 730,28 152 0,-13-126-42,-7-39-282,34 212 549,-45-351-1475,-7-28-393,-2 28 176,-22-49 1,2 9-232,12 22 379,2 0-1,1-1 1,3-1-1,2 0 1,-3-85-1,9 89 409,2-50 23,0 82-19,0 0 0,1 0 1,0 0-1,1 0 0,0 0 1,7-15-1,-2 10-17,0 0 1,2 0-1,0 0 1,0 1-1,1 1 1,1 0-1,16-15 1,-20 22 19,1-1 0,-1 1 0,1 1 0,0 0 0,0 0 0,0 1 0,1 0 0,-1 0 0,1 1 0,0 1 0,0-1 0,1 2 0,14-2 0,-6 2 5,3 0 152,-1 1-1,1 0 1,-1 1-1,26 6 0,-42-6-97,0 0 0,0 1-1,0-1 1,0 1 0,0 0 0,0 1-1,-1-1 1,1 1 0,-1 0-1,0 0 1,1 0 0,-1 1-1,-1 0 1,1-1 0,0 1 0,-1 0-1,0 1 1,0-1 0,0 1-1,-1-1 1,1 1 0,1 6-1,-1-2 26,-1 0-1,1 0 1,-2 0-1,0 0 1,0 1-1,0-1 1,-1 0-1,0 1 1,-1-1-1,0 0 1,-1 0-1,0 0 1,0 0-1,-1 0 1,0 0-1,0 0 1,-1-1-1,-1 1 1,1-1-1,-1 0 1,0-1-1,-13 14 1,-6 5 131,-1-2 0,-50 36 0,-63 32-196,129-87-55,4-2-44,0 0 0,0 1-1,0-1 1,0 1 0,0 0 0,-6 8-1,10-11 57,0-1-1,1 1 1,-1 0-1,1 1 1,-1-1 0,1 0-1,-1 0 1,1 0-1,0 0 1,-1 0-1,1 0 1,0 0-1,0 1 1,0-1 0,0 0-1,0 2 1,1-1-16,-1 0 1,1 0 0,0 0-1,0-1 1,0 1 0,0 0-1,0-1 1,0 1-1,0-1 1,1 1 0,-1-1-1,0 0 1,3 3 0,106 76-118,-48-37 368,190 143 542,-237-175-1190,24 16 963,-36-25-1230,-1-1 0,1 0 0,-1 0 0,1 0 0,-1-1 1,1 1-1,0-1 0,4 1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19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76 8084,'0'0'6728,"4"-13"-5807,-1-1-659,-1 6 145,0 1 1,0 0-1,0 0 1,7-12-1,-12 42-321,-33 72-10,8-24 2,21-50-64,-86 266 154,93-303-966,-1-3-300,2 0 0,0 0 1,1 0-1,1 1 0,9-34 0,9-4-2055,2-1-169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19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41 272,'1'-7'613,"10"-23"8527,-11 30-8997,0 0 0,0-1 0,0 1-1,0 0 1,0 0 0,0-1 0,1 1-1,-1 0 1,0 0 0,0 0 0,0 0-1,1-1 1,-1 1 0,0 0 0,0 0 0,0 0-1,1 0 1,-1 0 0,0-1 0,0 1-1,1 0 1,-1 0 0,0 0 0,0 0 0,0 0-1,1 0 1,-1 0 0,0 0 0,0 0-1,1 0 1,-1 0 0,0 0 0,0 0-1,1 0 1,8 15 1090,4 25-643,9 59-1,-4-19-87,12 41 330,57 216 1159,-80-324-2251,-12-23-2615,-23-23-516,-12-4-1734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12438,'0'0'7779,"202"-10"-7779,-164 4-256,-6 0-1024,-11 6-929,-11 0-1729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0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1 732 7059,'0'0'8212,"0"182"-6771,0-132-289,0 0-207,7-9-385,-7-16-304,7-9-240,-4-10-16,1-6-512,-1 0-1281,1-41-1425,-4-9-2512</inkml:trace>
  <inkml:trace contextRef="#ctx0" brushRef="#br0" timeOffset="1">663 10 10421,'0'0'5322,"9"0"-4746,257 3 75,-265-16-10322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1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9380,'0'0'4979,"196"0"-3571,-137 0-751,-7 7-433,-10-1-224,-10-6 0,-11 0-609,-11 0-1135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6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17 2097,'0'0'3740,"-5"-2"-3609,-13-7 165,3 4 7633,6 8-5710,8-1-2291,-1 0 0,1 0-1,0 0 1,-1 1 0,1-1 0,0 1-1,1-1 1,-2 4 0,1-2 379,-63 235-183,54-186-220,2 0 0,-1 86 1,9-138 33,0-1 0,0 0 0,0 0 0,0 1 0,-1-1 0,1 0 1,0 0-1,0 1 0,0-1 0,0 0 0,0 0 0,0 1 0,0-1 0,0 0 0,0 0 0,0 1 0,0-1 0,0 0 1,0 0-1,0 1 0,1-1 0,-1 0 0,0 0 0,0 1 0,0-1 0,0 0 0,0 0 0,0 0 0,1 1 0,-1-1 1,0 0-1,0 0 0,0 0 0,1 0 0,-1 1 0,0-1 0,0 0 0,0 0 0,1 0 0,-1 0 0,0 0 0,0 0 1,1 0-1,-1 0 0,0 1 0,0-1 0,1 0 0,-1 0 0,0 0 0,0 0 0,1 0 0,-1 0 0,0-1 0,2 1-417,8 0-5281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7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37 4514,'0'-1'9871,"0"6"-9441,-3 979 4972,3-983-5220,0-5-81,-11-350-4306,7 37 2187,5 192 2652,-1 110-610,1 0-1,1-1 1,0 1 0,1 0-1,6-18 1,-6 25-26,0-1 1,0 1-1,1-1 0,1 1 1,0 0-1,0 0 0,0 1 1,1 0-1,12-13 0,-15 18 38,0-1 1,1 1-1,-1 0 0,1 0 1,0 0-1,0 0 0,0 0 0,-1 1 1,1 0-1,1 0 0,7-1 0,2 1 108,1 0 0,16 2-1,-2 0 93,-13-1-72,-1 0 0,0 1 0,0 1 0,1 0 0,-1 1 0,16 6 0,-26-7-114,-1-1 0,0 1 0,1 0-1,-1 1 1,0-1 0,0 1 0,-1 0 0,1 0 0,0 0 0,-1 0 0,0 0 0,0 1 0,0 0 0,0-1 0,0 1 0,-1 0-1,0 0 1,0 1 0,0-1 0,0 0 0,-1 1 0,1-1 0,-1 1 0,1 7 0,0 29 451,-3 55 1,0-82-385,0 0-48,-1-1-1,-1 1 0,0-1 0,-1 0 0,0 0 1,-1 0-1,-1 0 0,0-1 0,-1 0 0,0 0 0,-13 15 1,2-3-29,-2-2 0,0 0 0,-2-1 0,-27 21 0,34-31-182,1-1-1,-1 0 1,-1-2-1,0 1 1,0-2-1,-30 10 1,46-17 125,0 0 1,-1 0 0,1 0 0,0 0 0,0 0-1,0 0 1,-1 0 0,1 0 0,0 0-1,0 0 1,0 0 0,0 0 0,-1 0-1,1 1 1,0-1 0,0 0 0,0 0-1,0 0 1,-1 0 0,1 0 0,0 0 0,0 1-1,0-1 1,0 0 0,0 0 0,0 0-1,0 0 1,0 1 0,-1-1 0,1 0-1,0 0 1,0 0 0,0 1 0,0-1 0,0 0-1,0 0 1,0 0 0,0 1 0,0-1-1,0 0 1,0 0 0,0 0 0,0 1-1,0-1 1,1 0 0,-1 0 0,0 0 0,0 1-1,11 10-300,44 29 259,51 42 527,-37-14 273,-41-39-294,59 48 0,-85-75-460,1 0 0,-1-1 0,1 1 0,0 0 1,-1-1-1,1 0 0,0 1 0,0-1 0,0 0 0,0-1 0,0 1 0,6 0 0,-8-5-1322,-1-17-2177,0-4-3057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190 101 4610,'0'0'8084,"0"-17"-6982,0-66 658,-21 84-282,17 2-1470,0 0-1,1 1 0,-1-1 0,1 1 0,0 0 0,0 0 0,0 0 1,1 0-1,-1 1 0,1-1 0,0 1 0,-2 6 0,-2 4 7,-15 36 340,3 0-1,-13 59 1,-10 28 495,33-112-745,6-25-98,1-1-161,1-4-472,0 4 623,0-16-1421,0-1-1,1 1 1,0 0-1,1 0 1,1-1-1,1 1 1,7-20-1,6-4-2776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8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29 126 2481,'-25'-84'2788,"24"82"-2607,0 0 1,1 0-1,-1 0 0,1 0 0,0-1 0,0 1 1,0 0-1,0 0 0,0 0 0,0-1 1,0 1-1,1 0 0,-1 0 0,2-3 0,-2 4 116,1 1-1,0-1 1,-1 1-1,1-1 1,-1 1 0,1-1-1,0 1 1,-1-1-1,1 1 1,0 0-1,0-1 1,-1 1-1,1 0 1,0 0-1,0 0 1,0-1-1,-1 1 1,1 0-1,0 0 1,0 0-1,1 0 1,-1 1-220,0 0 0,0-1 1,0 1-1,0 0 0,0-1 1,0 1-1,-1 0 0,1 0 1,0 0-1,0 0 0,-1 0 1,1 0-1,-1 0 0,1 0 1,0 2-1,2 1 124,10 18 114,-2 1 1,0 0 0,-1 1 0,7 27 0,3 8 292,108 285 2562,-126-335-3109,-1-7-55,-1-1 1,0 1 0,1 0 0,0 0 0,-1 0-1,1-1 1,0 1 0,0-1 0,0 1 0,0 0 0,0-1-1,2 2 1,-2-1-399,-11-15-3276,-12-12 157,-5-3-1745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8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10405,'0'0'7091,"198"-62"-7091,-159 59-416,-8 3-1393,-6 0-2321,-8 0-7011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9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9092,'0'0'6104,"6"0"-5559,13-1-353,-10 0-16,0 1 0,-1 0 0,1 1 0,-1 0 0,1 0 0,10 3 0,-16-3-110,-1 0 0,1 0-1,-1 1 1,1-1 0,-1 1 0,0-1-1,0 1 1,0 0 0,0-1 0,0 1 0,0 0-1,0 1 1,0-1 0,-1 0 0,1 0 0,-1 1-1,0-1 1,0 1 0,0-1 0,0 1-1,0-1 1,0 1 0,-1 0 0,1-1 0,-1 6-1,2 6 47,-1 0 0,0 0-1,-1 0 1,-1-1-1,0 1 1,-1 0 0,-1-1-1,0 1 1,-1-1-1,0 0 1,-9 19 0,-36 55 99,-12 26-84,61-113-126,0 1-1,0-1 0,0 0 1,0 1-1,0-1 1,0 1-1,0-1 0,0 0 1,1 1-1,-1-1 0,0 1 1,0-1-1,0 0 0,0 1 1,1-1-1,-1 0 1,0 1-1,0-1 0,1 0 1,-1 1-1,0-1 0,1 0 1,-1 1-1,0-1 0,1 0 1,-1 0-1,0 0 1,1 1-1,-1-1 0,1 0 1,-1 0-1,0 0 0,1 0 1,-1 0-1,1 0 0,-1 0 1,0 1-1,1-1 1,-1-1-1,1 1 0,-1 0 1,1 0-1,-1 0 0,0 0 1,1 0-1,28 0 53,-23 0-24,42 0-20,54 0 226,-90-1-455,1-1 0,-1 0 0,1-1 1,-1 0-1,22-9 0,-31 11-187,0 0-1,-1-1 1,1 1-1,-1-1 1,1 0 0,-1 0-1,0 1 1,0-1 0,0-1-1,0 1 1,0 0 0,2-4-1,4-7-6013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9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7139,'0'0'9108,"84"0"-8515,-57 0-177,1 0-208,0 0-96,0 0-112,-7 0-32,0 0-320,-7 0-705,-7 0-719,-4 0-1106,-3-10-1392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29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1793,'0'0'16727,"178"-19"-16727,-143 16-576,-11-6-1249,1 6-2337,-11-4-4369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0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96 3105,'0'0'8161,"-1"-8"-3167,-1-13-4516,2 19-511,1-1-1,0 0 0,-1 1 0,1-1 0,0 1 0,1 0 1,-1-1-1,0 1 0,1 0 0,-1-1 0,1 1 0,-1 0 1,1 0-1,0 1 0,0-1 0,0 0 0,0 0 1,0 1-1,1-1 0,-1 1 0,0 0 0,5-2 0,-1 0-19,0 0-1,1 1 0,-1 0 0,1 0 0,0 0 0,0 1 1,12-1-1,-2 1 32,-8 1 6,-1 0-1,0 0 1,1 1 0,11 2-1,-18-2 15,0-1 0,1 1-1,-1 0 1,1 0 0,-1 0 0,0 1-1,0-1 1,0 0 0,0 1 0,0 0-1,0-1 1,0 1 0,0 0-1,-1 0 1,1 0 0,-1 0 0,1 0-1,1 4 1,0 2 46,-1 1 1,1-1-1,-1 1 1,-1-1-1,0 1 0,0-1 1,-1 1-1,-1 16 0,1-3 96,-1-12-86,0 1 0,-1-1 0,0 1 0,0-1 1,-1 0-1,0 0 0,-1 0 0,0-1 0,-1 1 0,0-1 0,-8 11 0,-2 1 10,-1 0-1,-1-1 0,-23 21 0,35-37-199,1 0 1,-1 0 0,0-1 0,0 0-1,0 1 1,-11 3 0,31-11 19,0 0 1,1 0-1,-1 1 1,1 1-1,0 1 0,0 0 1,28 3-1,-9-2 166,-28 0-33,1 1 0,-1-1 0,0 1 1,0 1-1,0-1 0,0 1 1,0 1-1,0-1 0,8 5 1,-11-5 19,0 1 1,-1-1 0,1 1 0,-1-1 0,1 1-1,-1 0 1,0 0 0,0 1 0,-1-1 0,1 1 0,-1-1-1,0 1 1,1 0 0,-1 0 0,-1 0 0,1 0-1,1 5 1,-2-2 8,1 0 0,-1 0-1,0 0 1,-1 0 0,0 0 0,0 0-1,0 0 1,-1 0 0,0 0 0,-1 0-1,1 0 1,-1 0 0,0 0 0,-1-1-1,0 1 1,0-1 0,0 0-1,-1 0 1,0 0 0,-9 11 0,-2-3-57,-2 0 1,-27 19-1,34-27-5,0 0 1,-1 0-1,1-1 0,-1-1 1,0 0-1,-14 4 0,24-8-229,-12 1 100,12-1-20,1 0 0,0 0-1,0 0 1,0 0-1,-1 0 1,1 0 0,0 0-1,0 0 1,0 0-1,-1 0 1,1 0 0,0 0-1,-3-25-10270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7571,'0'0'4979,"0"157"-3763,0-139-848,0-5-271,0-32-6548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1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32 1505,'0'0'7078,"-1"0"-6836,1 0 0,-1 0 1,1 0-1,-1 0 1,1 0-1,-1 0 0,1 0 1,-1 0-1,1 0 1,-1 0-1,1-1 1,-1 1-1,1 0 0,-1 0 1,1 0-1,0-1 1,-1 1-1,1 0 0,-1-1 1,1 1-1,-1-1 1,2 0-234,-1 0 1,1-1-1,-1 1 1,1 0-1,0 0 1,-1 0-1,1 0 1,0 0-1,0 0 1,0 0-1,0 0 1,0 0 0,0 1-1,0-1 1,0 0-1,0 0 1,0 1-1,0-1 1,1 1-1,-1-1 1,0 1-1,0 0 1,1-1-1,-1 1 1,2 0-1,38-7 131,-30 6-59,-1 1 0,1 0 1,0 1-1,0 0 1,0 0-1,12 4 1,-18-4 8,-1 1 0,0 0 0,1 0 1,-1 0-1,0 1 0,0 0 1,0-1-1,0 1 0,-1 0 0,1 1 1,-1-1-1,0 1 0,0 0 1,0-1-1,0 1 0,3 8 1,-2-3 53,-1 0 0,-1 0 1,1 0-1,-2 0 0,1 0 1,-1 0-1,-1 1 1,1-1-1,-2 14 0,0-3-5,1-11-128,-1 0 1,-1-1 0,1 1-1,-2 0 1,1 0 0,-1-1-1,0 1 1,-1-1 0,0 0-1,0 0 1,-1-1 0,0 1-1,0-1 1,-1 0 0,0 0-1,0-1 1,0 0 0,-1 0-1,0 0 1,-1-1 0,1 0-1,-1 0 1,-10 4 0,-3-6-757,15-3-87,6-1-464,1 0 1221,-1 0 1,1 0-1,0 1 1,0-1-1,0 0 1,0 1-1,0-1 1,0 1-1,0-1 1,0 1-1,1-1 1,9-1-38,-1 0-1,1 0 1,0 1 0,-1 1 0,16 0 0,-11 0 139,-12 1 9,0-1-1,1 0 1,-1 1-1,0-1 1,0 1 0,0 0-1,0 0 1,0 0 0,0 0-1,0 1 1,0-1-1,-1 1 1,1 0 0,0 0-1,-1 0 1,1 0 0,-1 0-1,0 0 1,0 1-1,0-1 1,0 1 0,0-1-1,0 1 1,-1 0-1,1 0 1,-1 0 0,0 0-1,0 0 1,0 0 0,1 5-1,1 8 363,-1-1 0,0 1 1,-1 0-1,-2 31 0,1-43-345,-1 0 1,0 1-1,0-1 1,0 0 0,-1 1-1,1-1 1,-1 0-1,0 0 1,0 0-1,-1 0 1,1-1 0,-1 1-1,0-1 1,1 1-1,-2-1 1,1 0-1,0 0 1,-1 0-1,1-1 1,-5 3 0,3-2-37,0 0-1,1-1 1,-1 0 0,0 0 0,0 0 0,0 0 0,0-1 0,-1 0 0,1 0 0,0-1 0,-1 1 0,1-1 0,0 0 0,0-1 0,-1 1 0,1-1 0,-6-1 0,9 1-86,0 0 0,0 0 0,0 0 0,0-1 0,0 1 0,0 0 0,0-1 0,0 0 0,0 1 1,1-1-1,-1 0 0,1 0 0,-1 0 0,1 0 0,0 0 0,0 0 0,-1 0 0,2 0 0,-1 0 0,0-1 0,0 1 1,0-3-1,-1-6-879,0-1 0,1 0 0,0-13 1,0 18 171,1-44-6844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2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4562,'0'0'4074,"1"-7"-3298,0 4-667,-1 1-23,1 0 1,-1 0 0,1-1-1,-1 1 1,1 0 0,0 0 0,0 1-1,0-1 1,0 0 0,0 0-1,0 0 1,0 0 0,1 1-1,-1-1 1,1 1 0,-1-1-1,1 1 1,0 0 0,-1-1 0,1 1-1,0 0 1,0 0 0,0 0-1,0 0 1,0 1 0,3-2-1,7 0 556,-1 1 0,1 0 0,19 1-1,-12 1-25,-16-1-501,1 0 0,-1 0-1,1 0 1,-1 1 0,1 0-1,-1 0 1,0 0 0,1 0 0,-1 0-1,0 1 1,0-1 0,1 1-1,-1 0 1,-1 0 0,1 0-1,0 1 1,0-1 0,-1 0 0,0 1-1,1 0 1,-1 0 0,0 0-1,0 0 1,0 0 0,-1 0 0,1 0-1,-1 0 1,0 1 0,0-1-1,2 6 1,0 10 274,0 0 0,-1 0 0,0 0 0,-3 29 0,1-24-199,0-17-181,0 0 0,-1 1 0,1-1 0,-1 0 0,-1 0 0,0 1 0,0-1-1,0 0 1,-1-1 0,1 1 0,-2 0 0,1-1 0,-8 11 0,10-16-144,1-1 0,0 0 0,-1 1 0,1-1-1,0 0 1,-1 1 0,1-1 0,0 1 0,0-1 0,0 0 0,-1 1-1,1-1 1,0 1 0,0-1 0,0 1 0,0-1 0,0 1-1,0-1 1,0 1 0,0-1 0,0 1 0,0-1 0,0 0 0,0 1-1,0-1 1,0 1 0,0-1 0,0 1 0,1-1 0,-1 1 0,0-1-1,0 0 1,1 1 0,-1-1 0,0 1 0,0-1 0,1 0-1,-1 1 1,0-1 0,1 0 0,-1 1 0,1-1 0,23 7-782,-9-3 479,-8-1 511,-1-1 0,1 2-1,-1-1 1,0 1-1,0 0 1,0 0 0,0 0-1,0 1 1,-1 0 0,0 0-1,0 1 1,-1-1-1,1 1 1,-1 0 0,0 0-1,-1 0 1,0 1 0,0-1-1,0 1 1,0 0-1,-1 0 1,-1 0 0,1 0-1,-1 0 1,0 0 0,0 9-1,-1-6 153,1 4 120,-1 1 1,-2 16 0,2-26-268,-1-1 0,0 1 0,-1 0-1,1 0 1,-1-1 0,0 1 0,0-1 0,0 0 0,-1 1 0,-3 4-1,1-3 15,-1 1-1,0-2 1,0 1-1,0-1 0,-1 1 1,0-2-1,0 1 1,0-1-1,0 0 1,-15 5-1,9-5-80,1 0-1,-1-1 1,-1 0 0,1-1 0,0-1-1,-15 0 1,26-1-56,1 0 1,-1 0-1,0 0 1,1 0-1,-1 0 1,1 0-1,-1-1 1,1 1-1,-1-1 1,1 1-1,-1-1 1,1 1-1,-1-1 1,1 0-1,-1 0 1,1 0-1,0 0 1,0 0-1,-1 0 1,1 0-1,0 0 1,0 0-1,0-1 1,0 1-1,0 0 0,1-1 1,-1 1-1,0 0 1,1-1-1,-1-1 1,-1-4-591,1-1 0,0 1 0,0 0 0,1-1 0,1-11 0,-1-1-1576,0-26-5048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2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5 7235,'0'0'7865,"0"0"-7834,1 0 0,-1 0 0,0 0-1,0 0 1,0 0 0,0 0 0,0 0 0,0-1-1,0 1 1,0 0 0,0 0 0,0 0-1,0 0 1,0 0 0,0-1 0,0 1 0,0 0-1,0 0 1,0 0 0,0 0 0,0 0-1,0 0 1,0-1 0,0 1 0,0 0 0,0 0-1,0 0 1,0 0 0,0 0 0,0 0 0,0-1-1,-1 1 1,1 0 0,0 0 0,0 0-1,0 0 1,0 0 0,0 0 0,0 0 0,0 0-1,0 0 1,-1 0 0,1-1 0,0 1-1,0 0 1,0 0 0,0 0 0,0 0 0,0 0-1,-1 0 1,1 0 0,-4 3-8,0 0-1,0 1 1,0-1 0,0 1 0,1 0-1,-1 0 1,1 0 0,0 0 0,0 1-1,1-1 1,-3 6 0,-7 10 64,-116 178 856,-104 215 0,173-292 365,95-169-2226,-1-22-5480,-20 36 6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3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0 9220,'0'0'6422,"0"12"-4627,-2 11-1628,0 1-1,-1-1 1,-2 0-1,0 0 0,-1 0 1,-2-1-1,-15 36 1,-105 186 168,-18-11-278,134-215-47,5-4-203,5-22-6393,2-15 1349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4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7 372 8004,'0'0'8486,"-2"-14"-7904,1 1-503,-1 1-49,1-1 0,0 1 0,1-1 0,1 1 0,3-21 0,45-131-1299,-31 112 342,-14 33 909,-1 4 121,-2 23 775,-1 729 1384,-1-713-2085,1-14-24,0 1-1,0-1 1,1 0-1,3 17 1,-1-63-1818,-3-58-5819,0 54 711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 5426,'0'0'5160,"0"0"-5084,0 0 1,0-1-1,0 1 0,0 0 1,-1 0-1,1 0 0,0 0 0,0 0 1,0 0-1,0 0 0,0 0 0,-1 0 1,1-1-1,0 1 0,0 0 1,0 0-1,0 0 0,-1 0 0,1 0 1,0 0-1,0 0 0,0 0 0,0 0 1,-1 0-1,1 0 0,0 0 1,0 1-1,0-1 0,0 0 0,-1 0 1,1 0-1,0 0 0,0 0 0,0 0 1,0 0-1,0 0 0,-1 0 1,1 1-1,0-1 0,0 0 0,0 0 1,0 0-1,0 0 0,0 0 0,0 1 1,0-1-1,-1 0 0,1 0 1,0 0-1,0 0 0,0 0 0,0 1 1,0-1-1,0 0 0,0 0 0,-6 28 186,1-1-1,2 1 0,1 0 0,1 39 0,0-22-118,-5 447 2971,6-491-3064,-1-1-89,0 0-1,1 0 1,-1-1-1,1 1 1,-1-1-1,1 1 1,-1-1-1,0 1 1,1-1-1,-1 1 1,1-1-1,0 1 1,-1-1-1,1 1 1,-1-1-1,1 0 1,0 1-1,0-1 1,-1 0 0,1 1-1,0-1 1,0 0-1,0 1 1,0-1-1,0 0 1,0 1-1,0-1 1,0-1-1,-1-28-809,1 23 482,0-111-9002,0 80 2717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5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0 1969,'0'0'10495,"0"2"-9825,-1 3-518,-1 0 0,1-1 0,-1 0-1,0 1 1,0-1 0,0 0 0,-1 0 0,1 0 0,-1 0 0,0 0-1,-4 4 1,3-4-66,-27 33 204,-1-2 1,-3-1 0,0-2 0,-2-1 0,-1-2-1,-43 25 1,80-53-531,10-1-819,4 1 1050,-1 1 0,0 0 0,0 0 0,0 2-1,0-1 1,-1 1 0,1 1 0,-1 0 0,0 1 0,-1 0 0,1 0 0,11 11 0,1 1 315,-1 1 0,-1 0-1,-1 2 1,21 26 0,16 39 819,-5-7-217,-50-77-897,0 0 0,-1 0 0,1 0 0,0 0 0,0 0 0,1 0 0,-1-1 0,0 1 0,0 0 0,1-1 0,4 2 0,-5-3-33,-1 1 0,0-1 1,0 0-1,0 0 0,0 0 0,0-1 0,0 1 0,1 0 1,-1 0-1,0-1 0,0 1 0,0 0 0,0-1 0,0 1 1,0-1-1,0 0 0,0 1 0,0-1 0,0 0 0,-1 1 1,1-1-1,0 0 0,0 0 0,-1 0 0,1 0 0,0 0 1,-1 0-1,1 0 0,-1 0 0,1 0 0,-1 0 0,0 0 1,1 0-1,-1-1 0,4-9-670,-1 0 0,4-22 0,1-37-4073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7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41 4914,'0'0'7030,"0"-7"-6189,0-20-215,0 20 548,0 9-1032,10 1068 4006,-10-1123-5364,-10-72-1,-1 21-2652,6-193 1,7 167 4714,-2 123-836,1 0-1,1-1 1,-1 1 0,1 0-1,0 0 1,1 0 0,0 0-1,0 1 1,0-1 0,1 1-1,7-11 1,-2 5 263,1 0 0,0 1 0,0 0 0,24-17 0,-31 26-166,1 0 0,-1 0 1,1 0-1,-1 1 0,1 0 1,0 0-1,5-1 0,16-5 275,-10 0-325,0 1 0,1 0-1,-1 1 1,1 1-1,0 1 1,0 0 0,1 1-1,24 0 1,-38 3 17,0-1 0,0 0 0,1 0 0,-1 1 0,0 0 0,0 0 0,0 0 0,0 0 0,0 0 0,0 0 0,-1 1-1,1-1 1,0 1 0,-1 0 0,1 0 0,3 3 0,-2 0 40,0-1-1,-1 1 1,1 0-1,-1 0 1,0 0-1,-1 1 1,1-1-1,2 8 1,-1 4 149,1 0 1,-2 0-1,-1 0 1,0 0 0,0 22-1,-2-35-222,-4 113 1061,2-100-998,-1-1 0,0 0 1,-1 1-1,-1-2 1,-7 18-1,-3 0 37,-37 61 0,41-78-154,0-1 1,-1 0-1,-1 0 0,0-1 0,-22 17 1,32-28 5,-1 0 0,1-1 0,-1 1 0,0-1 0,1 0 0,-1 0 0,0 0 0,0 0 0,-1-1 0,1 1 0,0-1 0,0 0 0,-1-1 0,1 1 0,-1-1 1,1 0-1,0 0 0,-1 0 0,-4-1 0,8 1-23,0-1 0,0 0 1,0 1-1,0-1 0,1 0 0,-1 1 1,0-1-1,0 0 0,1 0 0,-1 1 1,0-1-1,1 0 0,-1 0 0,1 0 1,-1 0-1,1 0 0,-1 0 0,1 0 1,0 0-1,-1 0 0,1 0 0,0 0 1,0 0-1,0-1 0,0 1 1,0 0-1,0-2 0,3-31-1047,-2 32 1051,0 0 0,-1 0 0,1 1 0,0-1 0,0 0 0,0 1 0,0-1 0,0 0 0,0 1 0,0 0 0,0-1 0,1 1 0,-1 0 0,1-1 0,-1 1 0,1 0 0,-1 0 0,1 0 0,0 0 0,-1 0 0,1 1 0,0-1 0,0 1 0,0-1 0,-1 1 1,5-1-1,5 0 57,0 0 1,0 0 0,17 3 0,-24-2-35,6 1 97,1 1 0,-1 1 0,1 0 0,-1 0 0,0 1 0,0 0 0,0 0 0,-1 1 0,0 1 0,0 0 0,0 0 0,0 1 0,12 13 0,3 3 497,-2 2 0,-1 1 0,23 35-1,-41-55-617,3 4 381,0-7-3439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8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17 6883,'0'0'7793,"0"-2"-6955,1 1-814,-1 1 1,0-1-1,0 1 1,0-1-1,0 1 1,0-1-1,0 1 1,0-1 0,0 1-1,0-1 1,-1 1-1,1-1 1,0 1-1,0-1 1,0 1-1,0 0 1,-1-1-1,1 1 1,0-1-1,0 1 1,-1 0-1,1-1 1,0 1-1,-1 0 1,1-1 0,-1 1-1,1 0 1,0-1-1,-1 1 1,1 0-1,-1 0 1,1-1-1,-1 1 1,1 0-1,0 0 1,-1 0-1,1 0 1,-1 0-1,1 0 1,-1 0-1,1 0 1,-1 0-1,1 0 1,-1 0 0,1 0-1,-1 0 1,1 0-1,-1 0 1,1 0-1,-1 0 1,1 1-1,0-1 1,-1 0-1,1 0 1,-1 1-1,1-1 1,0 0-1,-1 1 1,1-1-1,0 0 1,-1 1 0,1-1-1,0 0 1,-1 1-1,1-1 1,0 1-1,-9 9 70,2 1-1,-12 20 1,8-14-71,-35 63 481,3 1-1,-58 152 0,96-210-684,6-29-137,0 0 0,0 0 0,1 0 0,0 1 0,0-1 0,0 0 0,0 1 0,1-1 0,0 1 0,5-6 0,11-22-2854,-2-3-1184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8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4882,'0'0'5019,"0"-1"-4959,1 1 0,-1 0 1,0 0-1,1 0 1,-1-1-1,0 1 1,1 0-1,-1 0 0,0 0 1,1 0-1,-1 0 1,1 0-1,-1 0 1,0 0-1,1 0 1,-1 0-1,0 0 0,1 0 1,-1 0-1,1 0 1,-1 0-1,0 0 1,1 0-1,-1 1 0,1-1 1,0 2 45,1-1-1,-1 1 1,0 0 0,0 0-1,0 0 1,0 0 0,0 0-1,0 0 1,0 0 0,-1 0-1,1 0 1,-1 0 0,1 0-1,-1 3 1,1 2 163,96 407 6371,-89-390-6425,-7-21-207,1 0 0,-1 0 0,0 1-1,-1-1 1,1 0 0,0 6 0,-1-8-224,-6-1-3288,-1 0 2311,1-1-1,-1 1 1,1-2-1,-1 1 1,1 0-1,0-1 1,-7-3 0,-17-5-5264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8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12486,'0'0'6179,"209"0"-6179,-167-6-177,-10 2-1743,-8-2-2610,-10 6-6724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9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 3858,'0'0'6224,"-12"0"-195,34-1-5823,-13 0-154,0 1 0,0 0 0,1 1 0,13 2 0,-20-2-22,0 0 0,0 0 0,0 0 0,0 0 0,-1 1 1,1-1-1,0 1 0,-1-1 0,1 1 0,-1 0 0,0 0 0,0 0 0,1 1 1,-1-1-1,-1 0 0,1 1 0,0-1 0,2 5 0,0 5 122,0-1 1,-1 1-1,-1 1 0,1-1 1,-2 0-1,0 0 0,0 1 1,-2 21-1,1-11 62,-1-11-130,-1 0 0,0 0 0,0 0 0,-1 0 0,-1 0-1,0-1 1,0 0 0,-1 1 0,-12 17 0,7-9-61,10-20-35,-1 0 1,1 1 0,-1-1 0,1 1 0,0-1-1,-1 1 1,1-1 0,0 1 0,0-1 0,-1 1 0,1-1-1,0 1 1,0-1 0,0 1 0,0-1 0,0 1-1,0 0 1,0-1 0,0 1 0,0-1 0,0 1-1,0-1 1,0 1 0,0 0 0,0-1 0,0 1-1,1-1 1,-1 1 0,0-1 0,0 1 0,1-1 0,-1 1-1,0-1 1,1 1 0,-1-1 0,0 1 0,1-1-1,-1 0 1,1 1 0,23 1-909,-12-2 935,9 1-45,0 2-1,-1 0 1,0 1-1,33 11 1,-48-13 24,0-1 1,0 1 0,-1 1 0,1-1 0,-1 1 0,1-1 0,-1 1 0,0 1 0,0-1 0,-1 0-1,1 1 1,-1 0 0,1 0 0,-1 0 0,-1 0 0,1 1 0,0-1 0,-1 1 0,0-1-1,0 1 1,0 0 0,-1 0 0,0 0 0,2 7 0,-2-6 12,-1 0-1,1 0 1,-1 0 0,0 0 0,0 0 0,-1 0-1,0 0 1,0-1 0,0 1 0,-1 0-1,0 0 1,0-1 0,0 1 0,-1-1 0,1 0-1,-1 0 1,-1 0 0,1 0 0,-1 0 0,0-1-1,0 0 1,0 1 0,-8 5 0,1-2-9,0-1 1,0 0-1,0-1 1,-1 0-1,0 0 0,-1-1 1,1-1-1,-1 0 1,1-1-1,-1-1 1,0 0-1,0 0 1,-21-1-1,32-1-50,1 0 1,0 0-1,0 0 0,-1-1 0,1 1 0,0-1 0,0 1 0,0-1 1,0 1-1,0-1 0,-1 1 0,1-1 0,0 0 0,0 0 1,1 1-1,-1-1 0,0 0 0,0 0 0,0 0 0,0 0 0,1 0 1,-1 0-1,1 0 0,-1-1 0,1 1 0,-1 0 0,1 0 0,-1 0 1,1 0-1,0-1 0,0 1 0,0-3 0,-2-6-699,2 0-1,0 0 0,1-13 1,0 5-935,-1-23-3612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9652,'0'0'7780,"87"0"-7508,-48 0 96,3 0-80,0 0-208,-8 0-80,-6 0-16,-7 0-336,-10 0-256,-11-7-2545,0-11 207,0 2-1712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39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0 255 11941,'4'-207'2594,"38"194"-1490,6 7 369,8-4-769,-3 4-496,-5-3-208,-9 6-176,-11 3-1425,-18 0-2048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0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1 333 11029,'0'0'5160,"33"-16"-4781,108-57-451,-134 68-35,0 1 0,0-1 1,0 0-1,-1 0 1,0-1-1,0 0 1,0 0-1,-1 0 1,1-1-1,-2 0 1,1 0-1,5-11 1,1-2-473,25-46-2084,-33 60 2253,0-2-1,0 1 1,-1 0-1,0 0 1,0-1-1,-1 1 1,1-14 1768,-2 31-112,0-7-1222,4 390 3231,26-3-835,-27-367-2313,-2-13-44,0-1 0,0 1 0,1-1 0,0 1 0,1-1 0,0 0 0,0 0 0,5 9 1,-1-11-45,-3-11-597,-3-16-927,-1 17 1333,0-21-2918,0 7-2003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9 5314,'0'0'6577,"0"-1"-6560,0 1-1,0 0 1,0-1 0,-1 1 0,1 0 0,0-1-1,0 1 1,0 0 0,0 0 0,0-1 0,0 1-1,0 0 1,0-1 0,-1 1 0,1 0 0,0 0 0,0-1-1,0 1 1,-1 0 0,1 0 0,0 0 0,0-1-1,0 1 1,-1 0 0,1 0 0,0 0 0,-1-1-1,1 1 1,0 0 0,0 0 0,-1 0 0,1 0-1,0 0 1,-1 0 0,1 0 0,0 0 0,-1 0-1,1 0 1,-1 0 0,-4 3 33,1 0 0,-1 0 0,1 0 0,-1 1 0,1 0 0,0 0 0,0 0 0,1 1 0,-5 5 0,-29 50-11,31-49-4,-39 79 164,4 1 0,-29 99 1,32-84 304,23-64-244,6-16 88,0-1 0,-15 26 0,24-50-287,-42-1-6119,31 0 2259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2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1 3810,'0'0'5047,"-5"17"-1730,-36 28-1891,28-33-1312,1 1 0,-11 15 0,-26 46 54,-47 94-1,-26 87 635,93-191-445,15-32-228,4-9-13,-18 30 0,27-52-113,0 0 1,0 1 0,0-1 0,1 0 0,-1 0 0,0 1 0,1-1 0,-1 0 0,1 1-1,0-1 1,-1 0 0,1 2 0,0-2 12,0-10-1616,0 5 1116,1 0 0,-1 0 1,1-1-1,0 1 1,1 0-1,-1 0 1,1 0-1,-1 0 1,1 0-1,0 0 0,4-4 1,20-27-5112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1 360 5539,'0'0'11664,"0"-5"-10971,0-3-616,1 0 0,0 0 0,1 0 0,0 0 0,0 0 1,4-8-1,24-52-408,-6 16-582,-16 34 545,62-135-4080,-66 200 6961,6 601 862,-10-607-3185,0-40-249,0-10-7310,0-11 2170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3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16 4674,'0'0'8407,"0"-4"-7562,0-8-50,0 23-17,0 31-419,0 5-199,-13 466 1990,10-494-2148,2-27-932,1-29-1933,0 8-346,0-4-1428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3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1 4322,'0'0'7259,"1"2"-6074,0 2-1031,-1-1 0,1 1-1,-1 0 1,1 0 0,-1 0 0,0 0 0,-1-1 0,1 1 0,0 0 0,-1 0 0,0-1-1,0 1 1,0 0 0,-1-1 0,1 1 0,-1-1 0,0 1 0,-2 3 0,-5 5 46,-1-1 1,1 0-1,-18 15 1,12-12 27,-166 155 478,-13-16-591,183-146-187,3-2-194,1 0 0,0 1 0,-8 7 0,20-13-417,86-3 28,-44 0 687,69 6-1,-101-2 47,0 1 0,-1 1-1,1 0 1,-1 1-1,0 1 1,0 0-1,0 1 1,24 14 0,-8 1 312,-1 2 1,-1 1 0,43 47 0,-70-69-496,0-1-1,0 0 1,0 0 0,0 0 0,0-1-1,0 1 1,0 0 0,1 0 0,-1-1-1,0 1 1,0 0 0,1-1 0,-1 1-1,0-1 1,1 0 0,-1 1 0,0-1-1,1 0 1,-1 0 0,1 0-1,1 0 1,-3-22-10585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49 224 64,'0'0'6598,"0"-11"-5635,-3-187 6782,3 196-7038,0 12-910,0 176 212,-10 519 1804,9-669-1450,1-34-83,0-19-261,-10-267-5059,9 198 2954,-15-117 0,11 156 2143,2-71 1,3 88 67,1 27-108,-1-1 1,1 0-1,-1 0 1,1 1-1,0-1 1,0 1-1,1-1 1,-1 1-1,1-1 1,-1 1-1,1 0 1,0 0-1,1 0 1,2-4-1,5-3 46,0 0 1,17-13-1,-13 12-32,-5 4-11,-1 1 1,2 0-1,-1 1 1,0 0 0,1 0-1,0 1 1,0 1-1,0-1 1,13-1 0,-6 2 282,1 0 1,0 2-1,0 0 1,30 3-1,-41-1-146,0 0 0,-1 0 0,1 1 1,0 0-1,0 0 0,-1 0 0,0 1 0,1 0 0,-1 1 0,0-1 1,0 1-1,-1 0 0,1 1 0,-1-1 0,0 1 0,0 0 0,-1 0 0,1 1 1,-1-1-1,0 1 0,-1 0 0,1 0 0,-1 0 0,0 1 0,-1-1 1,1 1-1,-2-1 0,1 1 0,1 11 0,-1-6-78,-1-1 0,0 1 0,-1 0 0,-1 0 0,0 0 0,0 0 0,-1-1 0,0 1 0,-1 0 0,-1-1 0,0 0 0,0 0 0,-1 0 0,-8 13 0,-2-4-27,0 0 1,-2-2-1,0 1 1,-1-2-1,-27 21 1,35-30-296,-1-1 0,0 0 0,0-1 0,0 0 1,-1-1-1,0 0 0,0-1 0,0 0 0,-1-1 1,1 0-1,-1-1 0,-17 1 0,29-3-34,8 0-43,3 1 363,0-1 0,0 2 1,-1 0-1,1 0 1,-1 0-1,0 1 0,1 1 1,-1 0-1,-1 0 0,1 0 1,-1 1-1,1 1 0,-1-1 1,-1 1-1,8 8 0,35 33 1005,-2 2 0,76 102-1,-122-149-1023,0 1-1,0-1 0,1 0 1,-1 1-1,1-1 1,0 0-1,-1-1 0,1 1 1,0 0-1,5 1 1,-7-2-103,0-1 1,0 0-1,0 0 1,-1 1 0,1-1-1,0 0 1,0 0 0,0 0-1,-1 0 1,1 0-1,0 0 1,0 0 0,0 0-1,-1 0 1,1-1-1,0 1 1,0 0 0,-1 0-1,1-1 1,0 1 0,0-1-1,-1 1 1,1 0-1,0-1 1,-1 1 0,1-1-1,-1 0 1,1 1-1,0-1 1,-1 1 0,0-1-1,1 0 1,-1 1 0,1-1-1,-1 0 1,0 0-1,1 1 1,-1-1 0,0 0-1,0 0 1,0 1 0,1-1-1,-1 0 1,0 0-1,0-1 1,1-29-5402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6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13 2321,'0'0'2254,"-7"-12"7850,4 12-10095,1 1 1,-1-1 0,1 1-1,-1 0 1,1 0 0,0 0-1,-1 0 1,1 0 0,0 0-1,0 1 1,-1-1 0,1 1-1,0-1 1,1 1 0,-1 0-1,0 0 1,0 0 0,1 0-1,-3 5 1,-5 6 17,1 2-1,-6 16 1,6-15 47,-49 111 749,-41 82 1139,84-185-1650,13-23-264,1-5-1297,0-13-236,-1 3-1029,1 0-1,3-21 1,5 6-2691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6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5811,'0'0'6704,"15"10"-5952,-5-3-613,-3-2-58,1-1 0,-2 1 0,1 0 1,-1 1-1,0 0 0,0 0 0,0 0 0,-1 1 1,0 0-1,0 0 0,-1 0 0,0 0 0,4 9 1,23 84 2342,36 205 0,-57-251-2209,-10-54-305,0 0 0,0 1 0,0-1 0,1 0 0,-1 1 0,0-1 0,0 0 0,0 0 0,0 1 0,0-1 0,0 0 0,0 1 0,0-1 0,0 0 0,0 1 0,0-1 0,-1 0 0,1 1 0,0-1 0,0 0 0,0 1 0,0-1 0,0 0 0,-1 0 0,1 1 0,0-1 0,0 0 0,0 0 0,-1 1 0,1-1 0,0 0 0,-1 1 0,-12-3-3239,-16-12-1622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6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12678,'0'0'2401,"188"-19"-2145,-132 19-256,-4 0-1441,-6-6-4017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7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4290,'0'0'6414,"-5"1"-5497,0 0-805,1 0 0,0 1 1,-1 0-1,1 0 0,0 0 0,0 0 0,0 1 0,0 0 0,1 0 0,-4 3 0,-37 40 575,18-17-275,4-6-45,1 1-1,1 0 1,1 1-1,-22 41 1,40-65-348,1 0 0,-1 0 0,0 0-1,1 0 1,-1 0 0,1 0 0,-1 0 0,1 0 0,0 0 0,-1 0 0,1 0-1,0 0 1,0 1 0,0-1 0,0 0 0,0 0 0,0 0 0,0 0 0,0 1-1,0-1 1,1 0 0,-1 0 0,0 0 0,1 0 0,-1 0 0,1 0 0,-1 0-1,1 0 1,-1 0 0,1 0 0,0 0 0,0 0 0,-1 0 0,1 0 0,0-1-1,0 1 1,0 0 0,0 0 0,0-1 0,0 1 0,0-1 0,0 1 0,0-1-1,0 1 1,0-1 0,2 1 0,6 0 52,1 1 0,-1-1 0,0 0 0,18-1 0,-17-1-89,139 1 223,-84 0-9174,-71 0 6005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7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7203,'0'0'6731,"0"-6"-6322,0-16-160,0 42 3,1 53 399,0-15-170,14 272 1762,-14-322-2297,-1 0-38,1 0-1,0 1 0,0-1 1,1 0-1,0 0 0,1 0 1,3 9-1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8148,'0'0'10439,"-9"0"-8240,143 10-1287,0-1-5234,-139-22-5867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48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67 189 8628,'-67'-176'5635,"102"176"-4899,7 0 512,3 0 145,8 0-497,-8 0-703,-3 0-193,-14 0-481,-7 0-1504,-14 0-2433,-7-12-3969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56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91 134 6371,'0'0'7430,"5"-6"-6742,1-3-451,-3 5-62,-1 0-1,1 0 0,0 0 1,1 1-1,5-6 1164,-9 15-1169,-1 1 0,0 0 1,0-1-1,0 1 1,-1-1-1,0 1 0,0-1 1,-3 7-1,-5 16-66,-5 29-88,2 0 0,3 1 0,-3 66 0,5 179 458,8-291-416,0-6-1,0 0 0,0-1 0,1 1 0,0 0 0,0-1 0,0 1 0,1-1 0,3 8 0,-4-11-31,1-1 0,-1 0 0,1 0-1,-1 0 1,1 0 0,0 0 0,0 0 0,0 0-1,0 0 1,0-1 0,1 1 0,-1-1 0,0 0 0,1 1-1,-1-1 1,1 0 0,-1 0 0,1-1 0,-1 1-1,1-1 1,0 1 0,3-1 0,0 1 57,1 0 1,0-1-1,0 0 1,0 0-1,0-1 0,0 1 1,10-4-1,-12 2-66,-1 1-1,0-1 0,0 0 1,0 0-1,-1 0 0,1-1 1,-1 1-1,1-1 1,-1 0-1,0 0 0,0 0 1,4-6-1,4-7-78,0 0 0,-2-1 0,0 0 0,-1-1 0,-1 0-1,0 0 1,-1-1 0,-1 1 0,-1-1 0,1-21 0,1-28-724,-4-103 0,-3 94 531,1 51 132,-1 0 0,0 1 1,-2-1-1,-1 1 0,-10-33 0,11 49 93,0 1 0,-1-1-1,0 1 1,0 0 0,-1 0 0,0 0-1,0 1 1,0 0 0,-1 0 0,-1 0-1,1 1 1,-1 0 0,0 0 0,0 0-1,-1 1 1,1 0 0,-1 1 0,-11-5 0,13 7 43,-1-1 1,0 2 0,0-1 0,0 1-1,-1 0 1,-13 0 0,17 1-10,0 0 1,0 0-1,0 1 1,0-1-1,0 1 1,0 0 0,0 0-1,1 1 1,-1-1-1,0 1 1,1-1-1,-1 1 1,-5 4-1,5-2-19,0 0 0,1 0-1,-1 0 1,1 1 0,0 0 0,0 0-1,0 0 1,0 0 0,1 0-1,0 0 1,0 0 0,-2 11-1,2 1-2138,0 1 0,0 31 0,2-19-3907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56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7379,'0'0'6515,"-3"129"-5746,3-70-129,0-2-176,0-7-128,0-15-192,0-20-96,0-8-48,0-36-2641,7-27-2465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5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4 188 6051,'0'0'5231,"-1"-5"-4291,-1-92 3510,2 93-4430,1 1 0,-1 0 0,1-1 1,0 1-1,0 0 0,1 0 0,-1 0 1,1 0-1,0 0 0,-1 0 0,1 0 1,0 0-1,1 1 0,-1-1 0,0 1 1,1 0-1,0-1 0,-1 1 0,1 0 1,0 1-1,4-3 0,0 0-14,-1 1 1,1 0-1,-1 0 1,1 0-1,0 1 1,0 0-1,0 1 0,0 0 1,10-1-1,-14 2 4,-1 0 0,1 1-1,-1-1 1,1 1 0,-1-1 0,0 1-1,1 0 1,-1 0 0,0 0 0,1 0-1,-1 1 1,0-1 0,0 1 0,0-1-1,0 1 1,0-1 0,-1 1 0,1 0-1,0 0 1,-1 0 0,1 0-1,-1 0 1,0 0 0,0 1 0,0-1-1,0 0 1,0 1 0,0-1 0,-1 1-1,2 4 1,0 9 74,1 0 0,-2 0 1,-1 28-1,0-29 67,1 5-57,-2 0 0,0 1 0,-1-1 1,-1 0-1,-1 0 0,-1 0 0,0 0 0,-2-1 0,-14 31 1,4-19-72,-1-1 0,-36 46 0,54-76-66,0 0 0,-1 0 1,1 1-1,0-1 0,0 0 0,-1 0 0,1 1 0,0-1 0,0 0 1,0 1-1,-1-1 0,1 0 0,0 1 0,0-1 0,0 0 1,0 1-1,0-1 0,0 1 0,0-1 0,0 0 0,0 1 1,0-1-1,0 0 0,0 1 0,0-1 0,0 0 0,0 1 1,0-1-1,0 1 0,0-1 0,1 0 0,-1 1 0,0-1 1,0 0-1,0 0 0,0 1 0,1-1 0,-1 0 0,0 1 1,0-1-1,1 0 0,-1 0 0,0 1 0,1-1 0,-1 0 1,0 0-1,1 0 0,-1 0 0,0 1 0,1-1 0,-1 0 1,0 0-1,1 0 0,-1 0 0,0 0 0,1 0 0,-1 0 1,1 0-1,-1 0 0,0 0 0,1 0 0,0 0 0,34-1-1142,-24 1 792,19-1 271,-15 0 153,1 1-1,-1 1 0,0 0 1,28 6-1,-39-6 16,0 0-1,0 1 1,0-1 0,-1 1-1,1 0 1,0 0-1,-1 0 1,1 1-1,-1-1 1,0 1-1,0 0 1,0 0 0,0 0-1,0 0 1,-1 0-1,0 1 1,1-1-1,-1 1 1,0 0 0,-1-1-1,1 1 1,1 6-1,-1-3 42,0 0 1,0 0-1,-1 0 0,0 0 0,0 1 0,-1-1 1,0 0-1,0 0 0,0 1 0,-1-1 0,0 0 1,-1 0-1,0 0 0,0 0 0,0 0 0,-1 0 0,0-1 1,0 1-1,-1-1 0,0 0 0,-5 8 0,0-5-100,-1 1 0,0-2-1,0 1 1,0-1 0,-1-1-1,-1 0 1,1 0 0,-1-1-1,0-1 1,0 0 0,-1 0-1,0-2 1,1 1 0,-1-1-1,0-1 1,-22 1 0,21-3-116,11 0-50,0 1-1,-1-1 0,1 0 1,0-1-1,0 1 1,0-1-1,-6-1 1,8 2 45,0-1 1,0 0-1,0 1 1,0-1-1,0 0 1,0 0-1,0 0 0,1 0 1,-1 0-1,0 0 1,1 0-1,-1 0 1,1 0-1,-1 0 1,1 0-1,-1 0 0,1 0 1,0-1-1,-1 1 1,1 0-1,0 0 1,0 0-1,0 0 1,0-3-1,0-29-4721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58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83 4178,'0'0'5000,"-5"-4"-4091,3 3-674,0-1 1,0 1-1,0-1 0,0 0 0,0 0 0,0 0 1,1 0-1,-1 0 0,1 0 0,-1 0 0,1 0 1,0-1-1,0 1 0,0-1 0,0 1 0,0-1 1,1 1-1,-1-1 0,1 1 0,0-1 1,0 0-1,-1 1 0,2-1 0,-1-3 0,1 5-212,0 0-1,1 0 0,-1 0 1,0 0-1,0 0 0,1 0 1,-1 1-1,0-1 0,1 0 0,-1 1 1,1-1-1,-1 1 0,0 0 1,1-1-1,-1 1 0,1 0 1,2 0-1,5-2 54,5 0-1,0 0 0,-1 0-1,1 1 1,17 2 0,-10-1 26,-17 0-76,0 0 1,0 0-1,1 1 1,-1-1-1,0 1 0,0 0 1,0 0-1,0 0 1,0 1-1,0 0 1,0 0-1,-1 0 1,1 0-1,0 0 0,-1 1 1,0-1-1,1 1 1,2 3-1,-2-1 35,-1 0 0,0 0 0,0 0 0,0 1 0,0-1 0,-1 1-1,0 0 1,0 0 0,0 0 0,-1 0 0,0 0 0,1 8 0,0 3 18,-1 0 1,-1 0 0,0-1-1,-1 1 1,0 0 0,-2 0 0,0-1-1,-1 0 1,0 1 0,-1-2-1,-1 1 1,-1 0 0,-9 15-1,-18 20-953,35-52 275,0 0 0,0 0-1,1 0 1,-1 0 0,0 0-1,0 0 1,1 0 0,-1 1-1,1-1 1,-1 1-1,4-2 1,25-3-1491,35 2 2169,-58 3 203,1 0 0,-1 1 0,1-1 0,-1 1 0,15 5 0,-19-5-162,1 0-1,-1 1 1,0 0 0,0 0-1,0 0 1,0 0-1,0 0 1,-1 1 0,1-1-1,-1 1 1,1-1 0,-1 1-1,0 0 1,3 4-1,-2 0 155,1 1-1,-1 0 0,0 0 0,0-1 1,-1 1-1,0 1 0,-1-1 0,1 14 1,-1 3 660,-4 39 0,2-57-912,0-1 0,-1 0 0,0 0 1,0 0-1,0 0 0,-1 0 0,1 0 0,-1-1 0,-1 1 0,1-1 0,-1 0 1,0 0-1,0 0 0,-1 0 0,1-1 0,-1 0 0,0 0 0,0 0 0,-1 0 0,1-1 1,-9 4-1,4-2-365,0 0 0,-1-1 0,0 0 1,0-1-1,0 0 0,-1-1 0,1 0 1,0-1-1,-1 0 0,1-1 1,-13-1-1,22 1-57,0 0 0,0-1 0,0 1 0,0-1 0,0 1 0,0-1 0,0 0 0,0 0 1,0 0-1,-3-2 0,-17-21-6997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5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 5442,'0'0'7321,"5"0"-5879,-5 0-1425,1 0 1,-1-1 0,0 1 0,0 0 0,0 0 0,0 0 0,0 0 0,0 0 0,0 0-1,0 0 1,0 0 0,0 0 0,1 0 0,-1 0 0,0 0 0,0 0 0,0 0-1,0 0 1,0 0 0,0 0 0,0 0 0,0 0 0,0 0 0,0 0 0,1 0 0,-1 0-1,0 0 1,0 0 0,0 0 0,0 0 0,0 1 0,0-1 0,0 0 0,0 0 0,0 0-1,0 0 1,0 0 0,0 0 0,1 0 0,-1 0 0,0 0 0,0 0 0,0 0-1,0 0 1,0 1 0,0-1 0,0 0 0,0 0 0,0 0 0,0 0 0,0 0 0,0 0-1,0 0 1,0 0 0,0 0 0,0 0 0,0 1 0,0-1 0,0 0 0,0 0-1,0 0 1,0 0 0,0 0 0,-1 0 0,-15 23 50,1 1-1,-22 45 1,26-47-50,-52 102 57,-137 260 637,194-373-653,-11 19 194,-23 55 1,39-78-238,1-6-120,4-20-13339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59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31 3185,'0'0'7113,"3"-5"-5838,13-20 3244,-18 31-4185,-4 13-411,-75 122 502,25-47-394,-45 82-4,-29 53-3,119-209-17,5-10-8,0 1 0,1 0 0,0 0 0,-6 23 0,11-32-239,0-7-1565,0-1 697,1 1-1,-1 0 0,1-1 0,0 1 1,3-6-1,3-9-3370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5:59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0 427 9700,'0'0'8244,"16"-13"-7750,-5 4-442,1-1-25,0 1 0,-2-1 0,1-1 0,-1 0 1,-1 0-1,0-1 0,10-17 0,2-13-356,-1 0 0,19-64 0,2-6-607,-41 112 943,0 0 1,0 0 0,0 1-1,0-1 1,0 0-1,0 0 1,1 0 0,-1 0-1,0 0 1,0 0 0,0 0-1,0 0 1,0 0 0,0 0-1,0 0 1,0 0-1,0 0 1,0 0 0,0 0-1,0 0 1,0 0 0,1 0-1,-1 0 1,0 0 0,0 0-1,0 0 1,0 0-1,0 0 1,0 0 0,0 0-1,0 0 1,0 0 0,0 0-1,1 0 1,-1 0-1,0 0 1,0 0 0,0 0-1,0 0 1,0 0 0,0 0-1,0 0 1,0 0 0,0 0-1,0 0 1,0 0-1,0-1 1,0 1 0,0 0-1,0 0 1,2 17 137,-2 38-165,-1-28 82,1 543 1691,0-567-1671,0-20-7210,0-4 3358,0-4-2014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00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3650,'0'-3'11629,"0"11"-10986,7 586 1366,-7-504-1556,3-207-8824,-3 82 2312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00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7 2945,'0'0'6473,"4"-2"-5374,2 1-689,3-1 14,0 0 3963,-10 7-3568,0-1-726,0 0-1,0 0 1,0 0 0,0-1 0,-1 1-1,0 0 1,0-1 0,0 1-1,0-1 1,-4 4 0,-32 34 128,19-22-104,-40 40 57,-3-3 0,-115 81 1,106-94-1090,69-40-470,8 0 1146,-5-3 190,48 19 229,0 2 1,-1 3-1,-1 2 0,58 42 1,48 47 851,-152-114-1048,6 4 53,0 0 1,0 0-1,13 6 0,-19-11-45,1 1 1,-1-1-1,0 1 1,1-1-1,-1 0 0,0 1 1,1-1-1,-1 0 1,0 0-1,1 0 0,-1 0 1,1 0-1,1-1 0,-2 1-17,0-1 0,-1 1 0,1 0 0,0-1 0,-1 1 0,1-1 0,0 1 0,-1-1 0,1 0 0,-1 1 0,1-1 0,-1 0 0,1 1 0,-1-1 0,0 0 0,1 1 0,-1-1 0,0 0 0,1 0 0,-1 0 0,0 1 0,0-1 0,0 0 0,0 0 0,0-1 0,1-39-3625,-1-9-4578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01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5442,'0'0'8765,"0"-1"-8584,0 1 1,0-1-1,0 0 1,0 1-1,0-1 1,0 1-1,0-1 1,0 1 0,0-1-1,0 1 1,0-1-1,0 1 1,0-1-1,0 1 1,1-1-1,-1 1 1,0-1 0,1 0-1,4-1-23,1 1 0,-1 0 1,1 0-1,0 0 0,-1 0 0,1 1 0,0 0 1,-1 0-1,8 1 0,6 0 120,-1-1-208,-1 0 1,0 1 0,0 1-1,0 1 1,23 6 0,81 16-85,-101-22-52,-1-2-1424,-19-1 1337,0 0 1,0 0 0,1 0 0,-1 0 0,0 0 0,0 0 0,1 0-1,-1 0 1,0 0 0,0 0 0,1 0 0,-1 0 0,0 0 0,0 0-1,1 0 1,-1-1 0,0 1 0,0 0 0,0 0 0,1 0 0,-1 0-1,0-1 1,0 1 0,0 0 0,0 0 0,1 0 0,-1-1 0,0 1-1,0 0 1,0 0 0,0-1 0,0 1 0,0 0 0,0 0 0,0-1-1,1 1 1,-1 0 0,0 0 0,0-1 0,0 1 0,0 0 0,0 0-1,-1-1 1,1 1 0,0 0 0,0 0 0,0-1 0,0 1 0,0 0-1,0 0 1,0-1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02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2289,'0'0'13878,"164"-35"-13077,-116 35-417,-6 0-320,-10 0-64,-8 0-16,-7 0-672,-10-12-1986,-7-10-4913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02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 6723,'0'0'9620,"-7"0"-8883,21 0-225,10 0-96,4 0-304,3 4-64,1-1-48,-4-3-16,-4 0-64,-7 0-736,-3 0-1361,-7 0-832,-7-16-2082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02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12806,'0'0'3281,"223"7"-3281,-181-7-128,-7 0-1536,-11 0-4179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03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13 6275,'0'0'10677,"-18"-13"-9957,42 13-96,8 0-95,3 19-289,-7-6-160,3-4-80,-10-3 0,-4-2-176,-3-4-1105,-7 0-1584,-7-26-10037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03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10277,'0'0'3489,"178"-3"-2656,-122 3-609,-4 0-224,-3 0-512,-14 0-2402,-11-22-6034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04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8020,'0'0'9060,"28"-15"-8564,10 18-144,11 19-256,-4-3-80,-3-7-16,-4-6 0,-3-2-32,-10-4-800,-8 0-1329,-10 0-1105,-7-16-3537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04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1249,'0'0'13926,"181"31"-13222,-136-12-528,1-4-176,-11 1-80,-11-10-1713,-10 1-4786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38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97 9620,'0'0'6579,"-3"1"-4104,2-1-2478,0 0-1,0 0 1,0 0 0,0 0-1,0 0 1,0 0 0,0-1-1,0 1 1,0 0 0,0-1-1,0 1 1,0 0 0,0-1-1,0 1 1,0-1 0,1 1-1,-3-2 1,-17-20-86,12 12 68,-1 0 0,0 0-1,-1 1 1,-13-10 0,18 17 3,1 0 0,-1 1-1,1-1 1,-1 1 0,1 0-1,-1 0 1,0 0 0,0 1 0,0-1-1,1 1 1,-1 0 0,0 1-1,0-1 1,0 1 0,1 0 0,-1 0-1,0 1 1,1-1 0,-1 1-1,1 0 1,-1 0 0,1 0 0,0 1-1,0 0 1,0 0 0,-6 5 0,1 5 26,-1-1 0,2 1 0,0 1 0,0-1 0,1 2 1,1-1-1,1 1 0,0-1 0,0 1 0,-3 27 0,4-8 346,1-1 0,2 1 0,5 62-1,-3-93-322,-1 0-1,1 0 0,0 0 1,0 0-1,0 0 0,0 0 1,1 0-1,-1 0 0,1 0 1,-1-1-1,1 1 1,0-1-1,0 1 0,1-1 1,-1 0-1,0 0 0,1 0 1,-1 0-1,1 0 0,0 0 1,-1-1-1,1 1 0,0-1 1,0 0-1,0 0 0,6 1 1,-2 0-8,-1-1 0,1 0-1,0 0 1,0 0 0,0-1 0,0 0 0,0-1 0,-1 1 0,1-1-1,0-1 1,11-3 0,-10 1-33,-1 0-1,1 0 1,-1 0-1,-1-1 0,1 0 1,-1-1-1,0 0 1,9-9-1,4-8-459,17-28 0,-26 35-100,0-1 1,-1 0-1,-1-1 0,0 0 0,-2 0 1,0 0-1,-1-1 0,5-33 1,-7 23 1193,0-34 467,2 64-530,-5-2-553,0 1 1,0 0-1,1 0 1,-1 0-1,0 0 1,0 0-1,1 0 1,-1 0 0,0 0-1,0 0 1,1 0-1,-1 0 1,0 0-1,1 0 1,-1 0-1,0 0 1,0 0-1,1 0 1,-1 0-1,0 0 1,0 0-1,1 0 1,-1 0-1,0 1 1,0-1-1,0 0 1,1 0-1,-1 0 1,0 0-1,0 1 1,0-1-1,1 0 1,-1 0-1,0 0 1,0 1-1,0-1 1,0 0-1,0 0 1,1 1-1,11 47 536,10 81-1,-18-103-426,6 68 434,-4-1 0,-9 128 1,2-212-544,1 0 1,-2 0-1,1-1 1,-1 1-1,0-1 1,-1 0 0,0 1-1,0-1 1,-1-1-1,0 1 1,-1 0-1,1-1 1,-1 0-1,-1 0 1,1 0-1,-1-1 1,0 0-1,-1 0 1,0 0-1,0-1 1,0 0 0,0 0-1,-1-1 1,1 0-1,-1 0 1,0-1-1,-1 0 1,1-1-1,0 1 1,-1-1-1,1-1 1,-1 0-1,0 0 1,-10-1 0,10 0-344,-16-2-1772,24 2 1925,0-1 0,0 1 0,0-1 0,1 1-1,-1-1 1,0 0 0,0 1 0,0-1 0,0 0 0,1 0-1,-1 0 1,0 1 0,1-1 0,-1 0 0,1 0 0,-1 0-1,1 0 1,-1 0 0,1 0 0,-1-2 0,-4-21-5506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39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8884,'0'0'5509,"7"5"-5221,-4-2-243,0 0 0,0 0-1,0 0 1,0 0 0,0 0-1,-1 1 1,1-1 0,-1 1-1,0 0 1,0 0 0,-1 0-1,1 0 1,-1 0 0,0 0-1,0 0 1,0 1-1,0-1 1,-1 5 0,2 150 1569,-2-75-1355,0-161-6150,0 10-3876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40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84 6707,'0'0'6099,"3"-5"-5315,-2 3-784,13-31 1127,-14 32-1091,0 0 0,1 0 0,-1 0 0,0 0 0,1 0 0,-1 0 0,0 0 0,0 0 0,0 0 0,0 0 0,0 0 0,0 0 0,0 0 0,-1 0 0,1 0 0,0 0 0,0 0 0,-1 0 0,1 0 0,-1 0 0,1 0 0,-1 0 0,1 1 0,-1-1 0,0 0 0,1 0 0,-1 0 0,0 1 0,0-1 0,1 0 0,-1 1 0,0-1 0,-1 0 0,-8-2-31,1 0 0,0 1-1,-1 0 1,0 1 0,1 0 0,-1 0 0,0 1 0,0 1 0,1-1 0,-1 1 0,0 1 0,1 0 0,-1 1 0,1-1 0,0 2 0,0-1 0,0 1-1,0 1 1,-9 6 0,1 0-6,2 0 0,-1 1 0,2 1-1,0 0 1,0 1 0,1 1 0,-11 17-1,15-19 14,2 0-1,-1 0 1,2 1-1,0-1 0,1 2 1,0-1-1,1 0 1,0 1-1,-2 26 0,3 5 920,6 94 1,-2-134-790,-1 0 0,1 1 0,1-1 0,-1 0 0,1 0 0,1 0 0,-1 0 0,7 11 1,-7-14-89,0 0 1,0 0 0,1 0 0,-1 0 0,1 0 0,0-1 0,0 1 0,0-1-1,0 0 1,0 0 0,1 0 0,-1-1 0,0 1 0,1-1 0,-1 1-1,6 0 1,1-1-37,-1 1 0,1-2 0,0 1 0,-1-2 0,1 1 0,0-1-1,-1 0 1,1-1 0,-1 0 0,1-1 0,-1 0 0,0 0 0,0-1 0,0 0 0,-1-1-1,1 0 1,-1 0 0,0-1 0,-1 0 0,13-12 0,-8 6-429,-1 0 0,0-1 0,-1 0 1,0-1-1,-1 0 0,-1 0 0,0-1 0,-1 0 1,-1 0-1,0-1 0,5-23 0,-6 9-2029,-2 1 0,0-1 0,-2 0 0,-5-50 0,-5 50 1734,4 15 2111,2-2 9725,5 19-11079,7 17 42,-1 1 0,0 0 1,-2 0-1,0 0 0,-1 1 0,-1 0 1,1 21-1,2 152 686,-7-162-591,0-23-134,0 43 267,-2-1-1,-9 56 0,9-92-175,-2 0-1,1 0 0,-2 0 0,0-1 0,-1 0 0,0 0 0,-1 0 1,0-1-1,-1 0 0,-1-1 0,-17 21 0,22-29-160,0-1-1,0 0 1,0 1-1,0-1 1,0-1-1,-1 1 1,1-1 0,-1 1-1,1-1 1,-1-1-1,0 1 1,0-1-1,0 0 1,0 0 0,0 0-1,0 0 1,0-1-1,-6 0 1,9 0-97,0-1 0,1 1 0,-1 0-1,1-1 1,-1 1 0,1 0 0,-1-1 0,1 0 0,-1 1 0,1-1-1,0 0 1,-1 0 0,1 0 0,0 0 0,-1 0 0,1 0 0,0 0-1,0 0 1,0 0 0,0 0 0,0-1 0,0 1 0,1-1 0,-2-2-1,-1-1-652,1-1 0,0 0 0,1 0 0,-3-11 0,2-26-5997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6:41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0 656 5523,'3'0'11771,"13"4"-9859,16 9-799,-23-8-1012,1-1 0,0 0 1,0-1-1,0 0 1,0 0-1,20 1 0,-14-3-83,0 1 0,0-2 0,17-1 0,-29 1-45,-1-1 0,1 1-1,-1-1 1,1 0 0,-1 0 0,0 0 0,1 0-1,-1-1 1,0 1 0,0-1 0,0 0 0,0 0 0,0 0-1,5-5 1,-3 1-130,0-1 0,-1 1 0,0-1 0,0 0 1,-1 0-1,0 0 0,0 0 0,0 0 0,-1-1 0,0 0 0,1-10 0,-1-8-342,-1 0 0,-2-28 1,0 9 396,0 31 82,-1 0 1,0 0-1,-1 0 1,-1 0-1,0 1 1,-12-26-1,9 25 48,2 0-1,-1 0 1,2-1 0,0 0-1,-3-27 1,6 27-1,0 1 184,0-1 0,1 1 0,1-1 0,0 1 0,4-20 0,-4 30-181,0 1-1,1-1 1,-1 0-1,1 1 1,0-1-1,0 1 0,0 0 1,0-1-1,0 1 1,1 0-1,0 0 1,-1 1-1,1-1 1,0 0-1,0 1 1,1 0-1,-1 0 1,0 0-1,1 0 1,-1 0-1,1 1 1,0-1-1,0 1 1,6-1-1,11-1-40,1 1 0,-1 1 0,36 2 0,-12 0 39,-34 0-18,-1 0 1,0 0-1,0 1 0,0 0 0,0 1 0,0 0 1,0 1-1,-1 0 0,0 1 0,18 10 0,-7-1 94,0 1-1,-1 1 0,25 27 1,-37-35-56,-1 0 0,0 0 0,0 1 1,-1 0-1,-1 0 0,1 0 0,-1 0 1,-1 1-1,0-1 0,0 1 0,-1 0 1,0 0-1,0 0 0,-1 0 0,-1 0 1,0 0-1,-1 15 0,-4 14 78,-2 0 0,-1 0 1,-15 42-1,7-25 21,11-34 54,1 1 0,1 0-1,1-1 1,1 33 0,1-53-190,0 0 1,1 1 0,-1-1 0,1 0 0,-1 0 0,1 0 0,0 1 0,0-1 0,0 0 0,0 0 0,0 0 0,0-1 0,0 1 0,1 0 0,-1 0 0,1-1 0,-1 1 0,1 0-1,0-1 1,0 0 0,-1 1 0,1-1 0,0 0 0,0 0 0,0 0 0,1 0 0,-1-1 0,0 1 0,0 0 0,0-1 0,4 1 0,10 1-14,0 0 1,0-1-1,25-1 0,-21 0 3,3-1-125,0-1-1,0 0 1,0-2 0,25-7 0,85-34-2748,-68 21-729,-9 6-4654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04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31 233 4194,'0'0'6328,"-4"-9"-5888,-15-30-106,18 35-253,-1 0-1,1 0 1,0 0 0,0-1 0,0 1-1,1 0 1,0 0 0,0 0 0,0-1-1,0 1 1,1-5 0,0-8 100,-1 14-165,0 0-1,1 0 1,-1 0 0,0 0 0,1 0 0,0 0-1,0-1 1,0 1 0,0 1 0,0-1 0,0 0-1,1 0 1,0 0 0,-1 1 0,1-1 0,0 1 0,0-1-1,1 1 1,-1 0 0,0 0 0,1 0 0,-1 0-1,1 0 1,0 0 0,-1 1 0,1 0 0,5-3 0,6-2 6,-1-1 1,1 2-1,1 0 1,-1 0-1,0 2 1,1 0-1,0 0 1,23 0-1,-35 3-21,0 0 0,0 0-1,0 1 1,0-1-1,-1 1 1,1-1 0,0 1-1,0 0 1,-1 0 0,1 0-1,0 1 1,-1-1 0,1 1-1,-1-1 1,0 1-1,4 3 1,-3-2 1,0 1 1,-1-1-1,1 1 0,-1 0 0,1 0 1,-1 0-1,0 0 0,-1 0 0,3 8 1,0 6 47,-1 0 1,-1 0-1,-1 0 0,-1 21 1,0-36-35,-1 6-12,0-1 0,0 0 1,-1 0-1,-1 0 0,1-1 1,-1 1-1,0-1 0,-1 1 1,0-1-1,0 0 0,-1 0 0,1-1 1,-2 1-1,1-1 0,-8 7 1,-11 9 26,0-1 0,-40 27 1,55-42-29,7-3 0,-1-1 0,1 0 0,-1 0 0,0-1 0,0 1 0,0-1 0,0 1 0,0-1 0,0 0 0,0 0 0,0 0 0,-7 1 0,10-7 93,-1 1-109,1 1-1,0-1 1,0 0-1,0 0 1,1 0-1,-1 0 0,1 0 1,0 1-1,0-1 1,0 0-1,1 1 1,-1-1-1,1 1 1,0-1-1,0 1 1,0 0-1,0 0 0,1 0 1,-1 0-1,1 0 1,0 0-1,0 1 1,0-1-1,0 1 1,5-3-1,1 1-76,-1 0-1,1 1 1,0 0-1,1 1 1,-1 0-1,0 0 1,1 1-1,-1 0 1,0 1-1,1 0 1,13 2-1,6-1-87,-26-1 178,-1 0 1,1 1 0,0 0 0,-1-1-1,1 1 1,0 0 0,-1 1 0,1-1 0,-1 0-1,0 1 1,1-1 0,-1 1 0,0 0 0,0 0-1,0 0 1,0 0 0,0 0 0,-1 0 0,1 0-1,0 1 1,-1-1 0,0 0 0,0 1 0,1-1-1,-2 1 1,2 3 0,3 8 78,-1 1-1,0-1 1,2 24 0,-3 0 566,-3 74 1,-2-104-620,1-1 0,-1 1 0,0-1-1,0 1 1,-1-1 0,0 0 0,0 0 0,-1-1 0,0 1 0,0-1 0,-1 0-1,1 0 1,-1 0 0,-1 0 0,1-1 0,-1 0 0,0 0 0,0 0 0,0-1 0,-1 0-1,1 0 1,-1-1 0,0 0 0,0 0 0,-1 0 0,1-1 0,0 0 0,-1-1-1,-12 2 1,5-3-431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05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4514,'0'0'5138,"-24"204"-3985,13-167-449,4 1-208,0-16-319,7-9-161,0-26-3826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06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98 4258,'0'0'4183,"1"-35"3,5 30-4089,0 0-1,0 1 1,1 0-1,0 1 1,-1-1-1,1 1 1,12-3-1,55-12-164,-42 11 148,-20 5-45,-1 1 0,1 0-1,15 1 1,-13 1 45,-13-1-64,0 0-1,0 0 0,0 0 1,0 0-1,0 0 1,0 0-1,0 1 0,0-1 1,0 0-1,0 1 1,-1-1-1,1 1 0,0-1 1,0 1-1,0-1 1,0 1-1,-1 0 1,1-1-1,0 1 0,-1 0 1,1 0-1,0-1 1,-1 1-1,1 0 0,-1 0 1,1 0-1,-1 0 1,0 0-1,1 0 0,-1 0 1,1 1-1,0 4 73,-1-1-1,1 1 1,-1-1 0,0 10-1,-1-5 57,1-7-104,1 7 72,0 0-1,-2 0 1,1 0 0,-1 0-1,0 0 1,-1-1-1,0 1 1,-1 0 0,0-1-1,-1 0 1,-7 15 0,-7 7 8,-2-2 1,-2 0 0,-44 46 0,61-70-111,4-3-9,0-1 0,-1 0 0,1 0 0,-1 1 0,1-1 0,-1 0 0,1 0 0,-1-1 0,0 1 0,-2 1 0,19-19-1458,-6 10 1294,0 1-1,0 0 0,1 0 1,0 1-1,0 0 0,0 1 1,0 0-1,1 1 1,0 0-1,-1 0 0,1 1 1,0 1-1,0 0 0,0 0 1,0 1-1,1 0 1,18 4-1,-28-4 199,1 1 1,-1-1-1,1 1 1,-1 0-1,0 0 0,1 0 1,-1 0-1,0 0 1,1 0-1,-1 1 0,0-1 1,0 1-1,0 0 1,0-1-1,0 1 0,-1 0 1,1 0-1,-1 0 1,1 0-1,-1 1 0,1-1 1,-1 0-1,0 1 1,0-1-1,0 0 0,0 4 1,1 5 304,0 0 0,0 1 0,-1-1 0,-1 20 0,-1-19-85,1-6-177,-1 1 1,0-1 0,0 0 0,-1 1 0,0-1 0,0 0-1,-1 0 1,1 0 0,-1-1 0,-1 1 0,1-1-1,-1 1 1,0-1 0,0 0 0,0 0 0,-1-1 0,-5 6-1,-8 4 37,0-1-1,0 0 0,-33 17 0,34-22-205,0 1 1,0-2-1,-1-1 0,0 0 1,0-1-1,0 0 0,-1-2 0,1 0 1,-32-1-1,49-1 8,1-1 1,-1 0-1,1 0 0,-1 0 0,1 0 0,0 0 1,-1 0-1,1 0 0,-1 0 0,1 0 1,-1 0-1,1 0 0,-1 0 0,1-1 1,0 1-1,-1 0 0,1 0 0,-1 0 1,1-1-1,0 1 0,-1 0 0,1 0 1,-1-1-1,1 1 0,0 0 0,-1-1 1,1 1-1,0 0 0,0-1 0,-1 1 1,1 0-1,0-1 0,0 1 0,0-1 1,-1 1-1,1-1 0,0 1 0,0 0 0,0-1 1,0 1-1,0-1 0,0 1 0,0-1 1,0 1-1,0-1 0,0 1 0,0-1 1,0 1-1,0 0 0,0-1 0,1 0 1,-1-3-655,0-25-4911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06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1 393 8980,'0'0'1569,"10"-26"-1332,33-88-218,-9 31-618,-23 60-366,-1-1 0,-2-1 0,0 0 0,9-47 3089,-17 77-159,1 22-386,-4 37-664,-28 574 4631,31-638-5410,0-19-3647,0 2 342,0 3-2407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07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1 628 6147,'0'0'7443,"5"1"-6605,76 19 1402,-53-11-1861,0-2 0,0-1 0,42 3 0,-44-7-301,-13-1-46,0 0-1,0-1 1,1 0-1,-1-1 1,16-3-1,-26 3-35,-1 0-1,0 0 0,1 0 1,-1-1-1,0 1 1,0-1-1,0 1 1,0-1-1,0 1 1,0-1-1,-1 0 0,1 0 1,-1 0-1,1 0 1,-1 0-1,1-1 1,-1 1-1,0 0 0,0-1 1,0 1-1,-1 0 1,1-1-1,0-2 1,1-7-143,-1 0 1,0 0 0,-1-19-1,0 18-41,-6-215-1175,6 108 1520,1 115-152,0 0-1,0-1 1,1 1 0,0 0-1,0 0 1,0-1 0,0 2-1,1-1 1,0 0 0,3-4-1,4-4-23,0 1-1,14-13 0,-11 14 7,1 1 0,0 0 0,1 1 0,0 1 0,0 0 0,1 1 0,0 0 0,0 2-1,31-7 1,-35 9 26,1 1-1,-1 1 0,1 0 0,-1 1 0,1 1 1,20 2-1,-29-2 4,-1 0 0,1 1 0,-1-1 1,1 1-1,-1-1 0,0 1 0,1 0 0,-1 1 0,0-1 1,0 0-1,-1 1 0,1 0 0,0 0 0,-1-1 0,0 1 1,0 1-1,0-1 0,0 0 0,0 1 0,2 4 1,-1 1 32,0 0 0,0 0 0,-1 0 1,0 0-1,-1 0 0,0 0 0,0 11 0,0 30 126,0-18 23,-1 0-1,-1 0 1,-11 60 0,3-59-83,1-4 19,1-1 1,2 1 0,-4 58 0,9-86-126,1 0 1,-1 1 0,0-1-1,0 0 1,0 0 0,1 1-1,-1-1 1,1 0-1,-1 0 1,1 0 0,-1 1-1,1-1 1,0 0-1,-1 0 1,1 0 0,0 0-1,0 0 1,0 0-1,0 0 1,2 1 0,0-1 8,0 1 0,0 0 1,0-1-1,0 1 1,1-1-1,-1 0 0,6 1 1,8 0 44,-1 0 0,27-1 1,-33-1-38,61 0 146,-22 2-148,1-3-1,80-11 1,-101 6-153,-11 2-964,1 1-1,33-2 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13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30 166 5491,'0'0'5735,"0"-16"-2325,0 16-3409,0 15 19,0 0 1,-1-1 0,-1 1-1,-5 24 1,0-6 31,1 0 0,2 0 0,2 1 0,2 65 1,1-39 137,0-42-95,1-1-1,0 0 1,1 0 0,1-1-1,1 1 1,7 18 0,-3-13 153,1 0-1,1-1 1,25 37 0,-33-53-202,1 0 0,0 0 1,0 0-1,0 0 0,1-1 0,0 1 0,0-1 1,0 0-1,0-1 0,1 1 0,-1-1 0,1 0 1,0-1-1,0 1 0,0-1 0,0 0 1,0-1-1,0 0 0,0 0 0,1 0 0,8 0 1,-8-1-1,3 0 48,-1 0-1,1-1 1,13-2 0,-20 2-78,1 0 0,0 0 0,-1 0 0,0-1 0,1 0 0,-1 0 0,0 0 0,0 0 0,0 0 0,0 0 0,5-6 0,2-3-46,-1-1 0,0 0 0,-1 0 0,0-1 0,-1 0 0,-1-1 0,0 1 0,-1-1 0,0 0 0,-1-1 0,-1 1 0,3-18 0,-1-19-466,-2 0 0,-5-60 0,1 78 368,-2-4 67,-2 0 0,-2 0 0,-1 1 0,-2-1 0,-26-62 0,33 89 53,-1 0-1,-1 0 1,1 1 0,-1 0-1,-1 0 1,0 0-1,0 0 1,-1 1-1,0 0 1,-1 0-1,-7-6 1,13 13 8,1 0 0,0 0 0,0 1-1,0-1 1,0 0 0,0 1 0,-1-1 0,1 1 0,0-1-1,-1 1 1,1 0 0,0 0 0,-1-1 0,1 1 0,0 0-1,-1 0 1,1 0 0,0 0 0,-1 1 0,1-1 0,0 0-1,-1 0 1,1 1 0,0-1 0,-1 1 0,1-1 0,0 1 0,0 0-1,0-1 1,-1 1 0,1 0 0,0 0 0,0 0 0,0 0-1,0 0 1,1 0 0,-1 0 0,0 0 0,-1 2 0,-1 3-30,-1 0 1,1 1 0,1-1 0,-1 1 0,1 0-1,-2 8 1,-4 28-1060,2 0-1,-1 63 1,7-40-3142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13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6915,'0'0'5779,"-4"169"-5091,4-134-304,0-13-208,0-7-112,0-9-32,4-37-2993,10-22-1665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14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48 4034,'0'0'6368,"0"-4"-6000,0 1-479,1-21 1037,-1 24-877,0-1-1,0 0 0,0 1 0,0-1 0,0 1 0,0-1 0,0 0 0,0 1 0,0-1 0,-1 1 0,1-1 0,0 0 0,0 1 0,-1-1 0,1 1 0,0-1 0,0 1 1,-1-1-1,1 1 0,-1-1 0,1 1 0,0-1 0,-1 1 0,1 0 0,-1-1 0,1 1 0,-1 0 0,1-1 0,-1 1 0,0-1 0,-14 1 86,-16 1 28,30 0-158,-1-1-1,1 1 1,-1-1 0,1 1 0,-1 0 0,1 0 0,-1 0 0,1 0 0,0 0 0,0 0 0,-1 0-1,1 0 1,0 0 0,0 0 0,0 1 0,0-1 0,0 2 0,-12 20 30,1 0 0,1 2 0,1-1 0,2 1 0,0 1 0,2-1 1,-4 32-1,2 15 1083,3 96 1,5-164-1057,0-1 1,0 0-1,0 1 0,1-1 1,-1 0-1,1 1 1,-1-1-1,1 0 1,0 0-1,1 0 1,-1 0-1,0 0 1,1 0-1,0 0 0,-1 0 1,4 2-1,-3-2-18,1-1 0,0-1 0,0 1-1,0 0 1,0-1 0,0 1 0,0-1-1,0 0 1,0 0 0,0 0 0,1-1-1,-1 1 1,0-1 0,1 0 0,-1 0-1,5 0 1,-5 0-14,1 0 0,0-1 0,-1 0 1,1 1-1,-1-1 0,1 0 0,-1-1 0,0 1 0,1-1 0,-1 1 0,0-1 0,0 0 1,3-3-1,1 0-13,-1-1 0,0 0 0,0 0-1,-1-1 1,6-8 0,3-7-333,-1 0 0,16-43 0,-17 35-830,-2-2 0,0 1 0,6-47 0,-11 45-1959,-1-54 0,-4 61 1277,0-4 548,0 7 9508,0 56-6282,3 26-887,17 93 1,2 31 268,-23 81-163,0-249-1118,-1 0 0,-1-1 0,0 1 0,-1 0 1,-1-1-1,0 0 0,-12 23 0,14-31-54,0 1-1,-1-1 0,0 0 1,0-1-1,-1 1 1,0-1-1,0 0 1,0 0-1,0 0 1,-1-1-1,0 0 1,0 0-1,0 0 1,0-1-1,-1 0 1,1 0-1,-13 4 1,6-5-363,0 0 0,0-1 0,-16 0 0,22-1-148,1 0 1,0-1-1,0 0 0,0 0 0,0 0 0,0-1 0,1 0 0,-1 0 0,-6-3 0,6 0-898,0 1-1,0-1 0,1 0 1,-8-9-1,12 14 1303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1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58 3986,'0'0'3476,"0"-22"-653,0 0-2394,0 21-430,0 1 0,-1-1 1,1 0-1,0 1 0,0-1 0,-1 0 0,1 1 0,0-1 0,-1 1 0,1-1 1,0 0-1,-1 1 0,1-1 0,-1 1 0,1 0 0,-1-1 0,1 1 0,-1-1 1,1 1-1,-1 0 0,1-1 0,-1 1 0,0 0 0,1-1 0,-1 1 0,0 0 1,1 0-1,-1 0 0,0 0 0,1 0 0,-1 0 0,0-1 0,0 2 1,-1-2-11,0 1 0,0 0 1,1 0-1,-1 0 0,0 1 1,0-1-1,1 0 0,-1 1 1,0-1-1,-2 2 1,1 1 4,0-1 0,1 1 0,-1 0 0,1 0 0,0 0 0,0 0 0,0 1 0,-1 3 0,-10 14-23,-4 1-6,12-16 27,0 0-1,0 1 1,0-1-1,1 1 1,0 0-1,0 0 1,1 0 0,0 1-1,0-1 1,1 1-1,-3 13 1,5 70 330,2-61-1446,-5 52 0,-1-70-1937,-6-5-2301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1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7 801 5603,'0'0'3799,"-7"-6"1104,8 6-4845,0-1-1,-1 1 0,1-1 1,0 1-1,-1-1 0,1 1 1,0 0-1,-1-1 0,1 1 1,0 0-1,0 0 0,-1 0 1,1-1-1,0 1 1,0 0-1,0 0 0,-1 0 1,1 0-1,0 0 0,0 0 1,-1 1-1,1-1 0,1 0 1,1 0 105,306 0 549,-307 0-730,0 0-1,1 0 1,-1 0 0,0 0 0,0-1-1,0 1 1,0-1 0,0 0 0,0 1-1,0-1 1,0 0 0,-1 0-1,1 0 1,0-1 0,0 1 0,-1 0-1,1-1 1,-1 1 0,1-1 0,-1 1-1,1-1 1,-1 0 0,0 1 0,0-1-1,0 0 1,0 0 0,0 0-1,-1 0 1,1 0 0,0 0 0,-1 0-1,1 0 1,-1 0 0,0 0 0,0 0-1,0-1 1,0 1 0,0-3 0,0-38-260,1 19 196,-1 0-1,-1 0 0,-6-39 0,-1 14 13,2-1 0,3 1-1,2-52 1,1 79 4,1 16 59,-1 1-1,1-1 1,0 1-1,0-1 1,1 1 0,0 0-1,0-1 1,0 1-1,5-8 1,33-44-40,-19 28-50,-8 12-88,1 1 1,0 1-1,1 0 1,0 1-1,26-17 1,-36 27 123,1 1 0,-1 0 0,1 0 0,0 0 0,0 1 0,0-1 1,0 2-1,1-1 0,10-1 0,4 1-54,34 1 1,-30 2 311,-19-1-164,0 1 0,-1 0 0,1 1 0,0-1 0,-1 1-1,1 0 1,-1 1 0,0-1 0,0 1 0,0 0 0,0 1 0,0-1-1,0 1 1,-1 0 0,0 0 0,0 0 0,0 1 0,0-1 0,5 9 0,-1-1 103,-1 1 1,0-1 0,-1 1 0,0 0 0,-1 0 0,0 1 0,3 15 0,-6-10-18,0 0 0,-1 1 1,-1 21-1,-1-11-62,1-24-47,-1 1 1,1-1 0,-2 0 0,1 0 0,-1 0-1,1-1 1,-2 1 0,1 0 0,-5 8-1,-4 4 31,-19 24 0,7-11 42,0 0 25,10-14-76,-16 28 0,26-40 6,1 1 0,-1 0 1,1 0-1,0 0 0,0 0 0,0 0 1,1 0-1,0 1 0,0 8 1,1-14-21,0 1 1,0-1 0,0 0-1,1 0 1,-1 1 0,1-1 0,-1 0-1,0 0 1,1 0 0,0 0-1,-1 1 1,1-1 0,0 0-1,0 0 1,-1 0 0,1 0-1,0 0 1,0-1 0,0 1 0,0 0-1,0 0 1,0-1 0,0 1-1,2 0 1,33 11 270,-23-9-194,24 4 84,0-1 0,1-2-1,-1-1 1,56-4 0,-38 0-292,-49 1-45,42-2-500,-45 1 242,0 1 1,0-1-1,0 0 1,-1 0 0,1 0-1,0 0 1,-1 0-1,1 0 1,-1-1 0,1 1-1,-1-1 1,1 0-1,1-2 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23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51 3201,'0'0'4477,"7"3"963,-8 11-5401,-1-1 0,0 1 1,-1-1-1,-1 0 0,0 0 0,-11 22 0,-9 31 109,15-27 150,2 1 0,2-1 0,2 1 1,2 58-1,1-84-119,1 0 0,0-1 0,1 1 0,1 0 0,0-1-1,0 1 1,1-1 0,1 0 0,1 0 0,0-1 0,0 0 0,1 0 0,0 0 0,12 13 0,-15-21-134,0-1-1,-1 1 1,1-1 0,1 0 0,-1 0-1,0 0 1,1-1 0,-1 0 0,1 0-1,0 0 1,-1 0 0,1-1 0,0 1-1,0-1 1,0-1 0,1 1 0,-1-1-1,0 1 1,0-2 0,6 0 0,-5 1-37,0-1 1,0-1-1,0 1 1,0-1 0,0 0-1,0-1 1,-1 1-1,1-1 1,-1 0-1,0 0 1,0-1 0,0 0-1,0 0 1,0 0-1,-1 0 1,5-6 0,4-7-116,-1-1 0,0 0 0,-2 0 0,0-1 0,0-1 0,-2 0 0,-1 0 0,0 0 0,-2-1 0,0 0 0,-1 0 1,1-40-1,-4 16-42,0 14-18,-4-44 0,2 68 142,-1 0 0,0-1 0,-1 1 1,1 0-1,-1 0 0,-1 0 0,1 0 0,-10-12 1,-43-49-117,29 38 41,22 24 103,1 1 0,-1 0 1,0 0-1,-1 0 1,1 1-1,-1 0 1,0 0-1,0 0 0,0 0 1,-9-3-1,4 4 10,1 1 0,-1 0 0,1 0 0,-1 1 0,0 0 0,-12 1 0,21 0-43,-1 0 1,1 1 0,0-1-1,0 0 1,-1 1-1,1 0 1,0 0 0,0-1-1,0 1 1,0 1 0,0-1-1,0 0 1,0 0 0,0 1-1,0-1 1,0 1 0,1-1-1,-1 1 1,1 0 0,-1 0-1,1 0 1,0 0 0,-1 0-1,1 0 1,0 0 0,0 0-1,0 3 1,-2 3-503,1 0 0,0 1 0,0-1 0,1 1 0,0 0 0,1 10 0,0 13-3478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2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4482,'0'0'7299,"0"0"-7260,0 0 0,0 1-1,0-1 1,0 0 0,0 0-1,0 0 1,0 0-1,0 0 1,0 1 0,0-1-1,0 0 1,1 0 0,-1 0-1,0 0 1,0 1-1,0-1 1,0 0 0,0 0-1,0 0 1,0 0 0,0 0-1,0 0 1,1 1-1,-1-1 1,0 0 0,0 0-1,0 0 1,0 0 0,0 0-1,0 0 1,1 0-1,-1 0 1,0 0 0,0 0-1,0 0 1,0 0 0,0 0-1,1 0 1,-1 0-1,0 0 1,0 0 0,0 0-1,0 0 1,1 0 0,-1 0-1,0 0 1,0 0-1,0 0 1,0 0 0,1 0-1,-1 0 1,0 0 0,0 0-1,0 0 1,0 0-1,0 0 1,0-1 0,1 1-1,-1 0 1,0 0 0,0 0-1,0 0 1,0 0-1,0 0 1,0-1 0,0 1-1,0 31 397,1 24 94,-2 0 0,-3 0 0,-13 66 0,10-78-227,2-15-2529,2-33-304,2-19-1188,0-11-4818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25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1489,'0'0'13150,"11"-7"-12862,-9 5-284,0 0-1,0 0 1,1 0 0,-1 0 0,0 0 0,1 1 0,-1-1-1,6-1 1,3-3-49,-6 4 29,0 1 0,-1 0 1,1 0-1,0 1 0,0-1 0,0 1 0,0 0 0,0 0 0,7 2 1,7-1 26,9-2 48,-19 0-47,0 0 1,0 1 0,0 0 0,0 1-1,1 0 1,-2 0 0,18 5-1,-23-5-15,-1 0 0,0 0-1,1 1 1,-1-1 0,0 0-1,0 1 1,0 0 0,0-1-1,0 1 1,-1 0-1,1 0 1,0 0 0,-1 0-1,0 0 1,1 1 0,-1-1-1,0 0 1,0 1-1,1 2 1,-1 2 19,0 1-1,0 0 1,0 0-1,-2 15 1,1-3 152,0-14-150,-1 1-1,0-1 1,0 1-1,0-1 1,-1 0-1,0 0 1,0 0-1,-1 0 1,1 0-1,-1 0 1,-6 8-1,-5 4-8,0-1-1,-17 17 1,8-9-15,22-25 6,-119 124 64,144-138-139,-17 9-97,0 0-1,0 0 1,0 1-1,1 0 1,0 0-1,0 1 0,0 0 1,9-3-1,-2 3-17,0 1 0,0 0 0,27 1 0,-41 1 196,1 1-1,-1-1 1,1 1 0,-1-1-1,0 1 1,1 0 0,-1 0-1,0 0 1,0 0 0,0 0-1,0 0 1,0 0 0,0 0-1,0 0 1,0 1 0,0-1 0,0 0-1,-1 0 1,1 1 0,-1-1-1,1 1 1,0 2 0,12 39 297,-12-37-235,4 20 398,-1 0 1,-1 0 0,-1 43 0,-2-63-439,-1-1 1,0 0-1,0 0 1,-1 0-1,0 0 1,0 0-1,0 0 1,0 0-1,-1 0 0,1-1 1,-1 1-1,-1-1 1,1 0-1,0 0 1,-1 0-1,-8 6 1,1-1-34,0 0 1,0-1 0,-1-1 0,0 0 0,-19 8 0,-1-7-791,31-8 605,0 1 0,0-1 0,0 0 0,0 0 0,1 0 0,-1 0 0,0 0 0,0 0 0,0 0 0,0 0 0,0 0 1,0 0-1,0 0 0,0-1 0,0 1 0,0 0 0,0-1 0,0 1 0,0-1 0,1 1 0,-1-1 0,0 1 0,0-1 0,1 1 0,-1-1 1,0 0-1,1 0 0,-1 1 0,0-1 0,0-1 0,0-17-4167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26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1553,'0'0'8155,"0"-35"-3614,0 34-4529,1-1 0,-1 1 0,0-1 0,1 0-1,0 1 1,-1-1 0,1 1 0,0 0 0,0-1 0,0 1 0,0-1 0,0 1-1,0 0 1,0 0 0,0 0 0,0 0 0,0 0 0,1 0 0,-1 0-1,2-1 1,35-17-55,-30 16 0,14-11 61,-18 12-39,-1-1 0,1 1 0,0 0 0,0-1 0,0 2 0,0-1 0,0 0 0,0 1 0,6-1 0,0-3-78,-9 4 91,0 0 1,0 0-1,0 1 0,0-1 1,0 0-1,0 1 0,0-1 1,0 1-1,0-1 1,1 1-1,-1 0 0,0-1 1,0 1-1,2 0 0,-2 0 2,0 0 0,0 0 0,-1 0-1,1 0 1,0 0 0,0 0 0,0-1-1,-1 1 1,1 0 0,0-1 0,0 1-1,0 0 1,-1-1 0,1 1-1,0-1 1,-1 1 0,2-2 0,17-25-103,-19 25 747,0 601 1501,7-563-3601,-7-21-4879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28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0 598 2273,'0'0'8831,"25"-4"-4653,-24 4-4163,12 0 188,1 0 0,0 0 0,0 2-1,-1-1 1,1 2 0,20 6 0,-18-5-156,1 0 0,-1 0 1,0-2-1,1 0 0,0-1 0,24-1 0,-37 0-30,-1-1-24,0 0-1,0 0 1,0 0 0,-1 0 0,1 0 0,0-1 0,-1 1-1,1-1 1,-1 0 0,1 1 0,-1-1 0,0 0-1,0-1 1,0 1 0,0 0 0,0-1 0,0 1-1,-1-1 1,1 1 0,2-6 0,1-2-213,-1 0 1,0 0-1,0 0 1,4-19-1,-7 21 258,0 0 1,-1 1-1,0-1 0,-1 0 0,1 0 0,-1 0 0,-1 1 1,0-1-1,-4-12 0,-4-19 2,4-3-42,2 1 1,2-1 0,4-63-1,-2 99-16,1 1-1,0-1 1,0 1 0,0-1-1,1 1 1,-1 0-1,1-1 1,1 1-1,-1 0 1,1 0-1,0 0 1,0 1-1,0-1 1,5-4-1,-2 3-15,0 1 0,0 0 0,1 0-1,-1 0 1,1 1 0,0 0 0,1 0 0,13-5 0,2 3 36,1 0 1,-1 1 0,1 2 0,0 0-1,39 1 1,-60 2 9,7 0 31,0-1 0,0 1 1,0 1-1,0 0 0,0 0 1,0 1-1,0 1 0,0-1 1,-1 2-1,13 5 0,-17-7 0,0 0 0,-1 1-1,1 0 1,-1 0 0,1 0 0,-1 1-1,0 0 1,0-1 0,-1 1-1,1 0 1,-1 1 0,0-1-1,0 1 1,0-1 0,-1 1-1,0 0 1,1 0 0,-2 0-1,1 0 1,-1 0 0,1 1-1,-1-1 1,0 11 0,1 20 82,-1 1 1,-2 0-1,-2-1 0,-9 49 1,8-62-18,1 1 0,0-1 0,2 33 0,1-53-62,0-1 0,0 1 0,1 0 0,-1-1-1,1 1 1,-1 0 0,1-1 0,0 1 0,0 0 0,0-1 0,0 1-1,1-1 1,-1 0 0,1 1 0,-1-1 0,1 0 0,2 2 0,0-1 12,0 0-1,-1 0 1,1-1 0,0 1 0,0-1 0,1 0 0,-1 0 0,0-1-1,8 2 1,8 1 72,0-1-1,1-2 0,36 0 1,-36-2-115,5 2 28,-1-2 1,39-7-1,-57 7-361,0 0 0,0-1 0,0 0-1,0-1 1,-1 0 0,1 0 0,-1 0 0,0-1 0,0 1 0,0-1-1,0-1 1,-1 1 0,1-1 0,4-6 0,-1-5-4807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28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21770,'0'0'0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0T07:37:33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7203,'0'0'5400,"7"-7"-5114,21-23 95,-21 23 1945,-5 0 489,4 4-2773,-1 0 0,1 0 0,0 1 0,0 0 0,1 0-1,-1 1 1,0-1 0,0 1 0,11 0 0,65 1-71,-41 2 63,-25-2-53,0 1 1,0 1-1,0 1 0,-1 0 0,24 8 0,-7 1-76,47 25-1,3 3 61,59 32-31,-137-68 53,1-1 0,-1 1 1,0-1-1,0 1 0,0 1 0,0-1 0,-1 0 1,1 1-1,-1 0 0,-1 0 0,1 0 1,-1 0-1,1 0 0,-2 0 0,1 1 1,0-1-1,0 9 0,1 9 19,-1 0 1,-1-1-1,-2 25 0,0-7 145,-1 81 286,5 147 44,21-123-393,-5-30-26,-1 297 442,-7-65-59,0-230-269,5-1-1,5-1 1,37 117-1,-53-217-139,0-1-1,1 0 1,1 0 0,0 0-1,1 0 1,0-1 0,19 21-1,-22-28-22,1 0 0,0-1 0,1 1 0,-1-1 0,1-1 1,0 1-1,0-1 0,1 0 0,-1-1 0,1 0 0,0 0 0,-1-1 0,1 0 0,1 0 0,-1 0 0,10-1 0,163 0-395,-181 31 81,-1-27 305,1 1 0,-1-1 1,0 1-1,-1-1 0,1 0 1,-1 1-1,0-1 0,0 0 0,-5 8 1,-32 44 125,17-28-98,7-5-11,0 1 0,2 0-1,1 1 1,1 0 0,1 1-1,1 0 1,-7 42-1,6-10 53,4 2 0,0 88 1,6-83-45,21 584 112,-20-648-138,10 114 108,33 145-1,-26-177-95,11 120 0,-11 86-5,-10-121 4,-5-136-8,2 1 0,17 63 0,31 60 55,-28-86-26,-9-20 12,-2 1-1,-3 1 1,9 102-1,-14 163 149,-6-214-189,-1-76-9,0 0-1,-2-1 0,-1 0 0,-12 45 1,15-71-3,1 0 0,0-1 0,-1 1 0,1 0 0,0 0 0,-1 0 0,1-1 0,-1 1 0,0 0 0,1-1 0,-1 1 1,1 0-1,-1-1 0,0 1 0,0-1 0,1 1 0,-1-1 0,0 1 0,0-1 0,0 0 0,1 1 0,-1-1 0,0 0 0,-1 0 1,-25 1-204,14-2 179,-3 0-30,1-1 0,-1-1 0,1 0 0,-1-1 0,-20-8 1,20 6 1,0 1 1,0 1 0,-1 0-1,-25-2 1,-21 5-596,23 0-1598,0-1-3323,11 0-2409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8:36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19 5987,'0'0'4965,"0"0"-4914,0 0 0,0 0 0,0 0 0,0 0 0,0 0 0,0 0 0,1 0 0,-1 0 0,0 0-1,0 0 1,0 0 0,0 0 0,0 0 0,0 0 0,1 0 0,-1 0 0,0 0 0,0 0 0,0 0 0,0 0 0,0 0 0,0 0 0,0-1 0,1 1 0,-1 0 0,0 0 0,0 0 0,0 0 0,0 0 0,0 0 0,0 0 0,0 0 0,0 0 0,0-1 0,0 1 0,0 0 0,0 0 0,0 0 0,0 0 0,1 0 0,-1 0 0,0 0 0,0-1 0,0 1 0,0 0 0,0 0 0,0 0 0,0 0 0,0 0 0,-1 0 0,1-1 0,0 1 0,0 0 0,0 0 0,-7-3-53,-1 0 0,0 1 0,0 0 0,0 0 0,0 1 0,0 0 0,0 1 0,0 0 0,0 0 0,-11 1 0,-7 0-30,24 0 31,0-1-1,0 1 0,0-1 0,0 1 1,0 0-1,0 0 0,1 0 1,-1 0-1,0 0 0,0 0 0,1 1 1,-1-1-1,1 0 0,-1 1 1,1-1-1,-3 4 0,-20 32 13,19-29 10,0 0-8,1 0-1,0 0 1,0 1-1,1 0 1,0 0 0,1-1-1,0 2 1,-1 13 0,1 7 266,2 38 0,1-23 175,-1-36-307,0 0 0,1 0 1,0 0-1,1 0 0,0 0 1,0-1-1,1 1 0,6 14 1,-7-19-123,0-1 0,0 1 0,0-1 0,1 0 0,-1 1 0,1-1 0,0-1-1,0 1 1,0 0 0,0-1 0,1 1 0,-1-1 0,1 0 0,-1 0 0,1 0 0,0-1 0,-1 1 0,1-1 0,0 0 0,0 0 0,7 1 0,2-1-17,-1 0-1,1-1 0,-1 0 0,1-1 1,12-2-1,-19 1-20,-1 1 0,0 0 0,0-1 0,1 0 1,-1-1-1,0 1 0,-1-1 0,1 1 0,0-2 1,-1 1-1,0 0 0,0-1 0,7-7 0,-1-2-341,-1-1 0,0 1 0,-1-1 0,-1-1 0,0 1 0,-1-1 0,0-1-1,-1 1 1,3-25 0,-1-1-523,-3-1-1,-1-61 1,-3 102 903,0 1 0,0-1 0,0 0-1,0 0 1,0 0 0,0 1 0,0-1 0,0 0 0,-1 0 0,1 0 0,0 1 0,0-1 0,-1 0 0,1 0 0,-1 1 0,1-1 0,-1 0 0,1 1-1,-1-1 1,1 0 0,-1 1 0,1-1 0,-1 1 0,0-1 0,1 1 0,-1-1 0,0 1 0,1-1 0,-1 1 0,-1-1 0,-27 1 683,15 1-352,13-2-315,0 1 0,0 0 1,0 0-1,-1 0 0,1 1 0,0-1 0,0 0 0,0 0 1,0 0-1,0 1 0,0-1 0,0 1 0,1-1 1,-1 1-1,0-1 0,0 1 0,0-1 0,0 1 0,0 0 1,0 0-1,-8 23 359,8-23-397,-2 17 120,1-1-1,1 1 0,0 0 1,3 24-1,-1 0-19,-1-8 12,2 0 0,1-1 0,9 43 0,-4-27 120,-2 1 0,-3-1 0,-2 53 0,-1-71-124,0-13-75,-1-1 0,0 0 0,-2 0 0,0 1 0,0-1 0,-12 32-1,9-37-33,0-1-1,0 1 1,-1-1-1,0 0 1,-1 0-1,0-1 1,-1 0-1,0-1 1,-18 15-1,15-15-249,0 0 0,0-1 0,-1-1 0,0 0 0,-1-1 0,1 0 0,-1-1 0,0 0 0,-1-2 0,1 1 0,-1-2 0,1 0 0,-29 0 0,-11-2-4149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8:38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2177,'0'0'6080,"-1"-10"-229,3 5-6283,3-1 402,-1 0 0,1 0 1,1 1-1,-1-1 1,1 1-1,0 1 0,0-1 1,1 1-1,11-6 0,-8 4-4,-4 4 38,0 0 0,1 0 0,-1 0 1,0 1-1,1 0 0,-1 0 0,1 1 0,-1 0 0,1 0 1,-1 0-1,8 2 0,26-1-46,-39 1 44,1-1 1,0 0-1,-1 1 1,1-1-1,-1 0 1,0 1-1,0 0 1,1-1 0,-1 1-1,0 0 1,1 2-1,8 10 141,-8-12-139,-1 0 0,1 0 0,-1 0 0,0 0 0,0 0 0,0 1 0,0-1 0,0 0 0,0 1 0,0-1 1,-1 1-1,1-1 0,-1 0 0,0 5 0,-1 44 15,0-26 24,1-19-35,-3 50 59,2-51-63,0 0 0,0-1 0,-1 1 0,0 0 0,1-1 0,-2 0 0,1 1 0,0-1 0,-6 6 0,-7 10 12,-1-1 0,-1 0 0,-1-1 0,0-1 0,-28 19 0,0-3-34,27-18-173,16-10-27,4-4-113,11-1 363,-1-1 0,0 0 0,1-1 0,-1 0 0,0-1 0,19-7 0,-18 7-42,0 0 0,1 1 0,-1 1 0,1 0 0,0 1 0,17 1 0,2 0 61,-31 0-31,-1-1-1,1 1 0,-1-1 0,1 1 1,-1 0-1,1 0 0,-1-1 0,0 1 1,1 0-1,-1 0 0,0 0 0,1-1 1,-1 1-1,0 0 0,0 0 0,0 0 1,0 0-1,0-1 0,0 1 0,0 0 1,0 0-1,0 0 0,0 1 0,0-1 24,1 57 274,1-25 44,-2 0 0,-5 36 0,4-64-337,0 1 0,0-1 0,0 0 0,-1 0 0,0 0 0,0 0 0,0 0 0,-1 0 0,0 0 0,1-1 0,-2 0 0,1 1 0,0-1 0,-1 0 0,0 0 0,0-1 0,-5 4 0,-5 2-20,1-2 0,-1 0 0,-1 0 0,-20 6 0,15-6-64,-33 17-1,36-17-201,16-7 158,1 1 1,-1-1-1,1 0 1,-1 1-1,1-1 1,-1 0-1,1 0 1,-1 0-1,1 0 1,-1 0-1,0 1 1,1-1-1,-1 0 1,1 0-1,-1 0 1,1 0-1,-1-1 1,1 1-1,-1 0 1,1 0-1,-1 0 1,0 0-1,1-1 1,-1 1-1,1 0 1,-1 0-1,1-1 1,0 1-1,-1 0 1,0-1-1,0-12-3676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8:3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9 112 3217,'0'0'5502,"3"-5"-4555,6-7-509,0 0-1,0 1 1,1 0 0,1 0 0,0 1 0,0 1 0,20-13 0,-25 20-431,0 0-1,-1 1 1,1-1 0,0 2 0,0-1 0,0 0 0,0 1 0,0 0-1,11 2 1,4-1 82,-19-1-56,0 1 1,0-1-1,0 1 1,0-1-1,0 1 0,-1 0 1,1 0-1,0 0 0,0 0 1,0 0-1,-1 0 1,1 1-1,-1-1 0,1 1 1,-1-1-1,3 3 0,23 34 463,-16-22-350,-6-9-123,0 0 1,-1 0 0,1 0 0,-1 0-1,-1 1 1,0-1 0,0 1-1,4 14 1,-3-1 52,-1-12-69,-1 1 0,0 0 0,0 18 0,-2 2-36,1-21 33,0 1 0,-1 0 1,0-1-1,-1 1 0,0-1 0,0 1 1,-1-1-1,-1 1 0,-5 14 0,-20 24 79,-61 78-1,-4 7 50,79-106 56,1-1 0,2 2 0,1 0 0,-10 45 0,0-3 61,12-55-104,3-1 127,5-13-38,1-14-260,3-2-103,1-1-1,1 0 1,0 1 0,1 0 0,0 1 0,19-27-1,-3 10-366,51-55 0,-72 84 517,0 1-1,-1-1 1,1 0 0,0 1 0,0-1-1,0 1 1,0 0 0,1-1 0,-1 1-1,0 0 1,0 0 0,1 1-1,-1-1 1,1 0 0,-1 1 0,0 0-1,1-1 1,-1 1 0,1 0 0,-1 0-1,5 1 1,-7-1-7,1 0-1,-1 0 1,1 0 0,-1 0-1,0 0 1,1 0-1,-1 0 1,1 0 0,-1 0-1,0 1 1,1-1 0,-1 0-1,0 0 1,1 0-1,-1 1 1,0-1 0,1 0-1,-1 0 1,0 1 0,1-1-1,-1 0 1,0 0 0,0 1-1,1-1 1,-1 1-1,0-1 1,0 1 0,19 41 918,-14-28-564,0-1 0,10 16-1,-10-20-193,1 0-1,0-1 1,0 0 0,1 0-1,10 9 1,-14-14-139,1 0-1,0-1 1,0 0 0,0 1 0,0-1-1,0-1 1,0 1 0,0-1 0,1 1 0,-1-1-1,0 0 1,1-1 0,-1 1 0,8-1 0,-10 0-71,0 1 1,0-1-1,0 0 1,0 0-1,0 0 1,-1-1 0,1 1-1,0 0 1,0-1-1,0 1 1,0-1 0,-1 1-1,1-1 1,0 0-1,0 0 1,-1 0-1,1 0 1,-1 0 0,1 0-1,-1-1 1,1 1-1,-1 0 1,0-1-1,0 1 1,1-1 0,-1 1-1,0-1 1,0 0-1,-1 1 1,1-1-1,0 0 1,0 0 0,-1 0-1,1 1 1,-1-5-1,3-6-1117,0-1 0,-1 0 0,-1 0 0,0 1-1,-1-16 1,0 25 736,0-24-5669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28:41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67 4098,'0'0'6024,"13"-2"-4992,-13-4-833,0 5-151,1 0 0,-1-1 0,0 1 0,0 0 0,0 0 0,0 0-1,0-1 1,0 1 0,0 0 0,-1 0 0,1 0 0,0-1 0,-1 1-1,1 0 1,-1 0 0,1 0 0,-1 0 0,1 0 0,-1 0-1,0 0 1,0 0 0,1 0 0,-1 0 0,-1-1 0,-12-12-26,13 13-18,1 0-1,-1 0 1,0 0-1,0 0 0,0 0 1,1 0-1,-1 0 1,0 0-1,0 0 1,0 1-1,-1-1 1,1 0-1,0 1 0,0-1 1,0 0-1,0 1 1,-1 0-1,1-1 1,0 1-1,0 0 1,-1-1-1,1 1 0,0 0 1,-1 0-1,-1 0 1,-73 0 372,75 0-197,-5 12 205,2 0-163,-3-2-81,0 1 0,0 0 0,1 0 0,1 1-1,-1-1 1,2 1 0,0 0 0,0 1 0,1-1-1,-2 22 1,1 15 948,2 71 0,2-76-408,0-40-608,0 0-1,0 0 1,0-1-1,0 1 1,1 0-1,-1 0 1,1 0-1,0-1 1,1 1-1,-1 0 1,0-1-1,4 5 1,-4-6-51,1 0 0,0 0 0,0-1 0,0 1-1,0-1 1,1 0 0,-1 0 0,0 0 0,0 0 0,1 0 0,-1 0 0,1 0-1,-1-1 1,1 1 0,-1-1 0,1 0 0,-1 0 0,1 0 0,4 0 0,7 0-9,-9 1-28,0-1 1,0 0-1,0 0 1,0 0-1,0 0 1,0-1-1,0 0 1,0 0-1,0 0 1,-1-1-1,1 1 1,0-1-1,-1 0 1,1-1-1,-1 1 1,0-1-1,8-6 1,-2-1-371,-1 0 0,0-1 0,-1 0 0,0 0 0,-1-1-1,0 0 1,-1 0 0,0-1 0,-1 0 0,0 0 0,-1 0 0,-1 0 0,0-1 0,-1 1 0,0-1 0,0-20 0,-2-135 3497,0 178-2610,1 172 405,-4 221 581,2-357-1450,-3-1-1,-1 1 0,-2-1 0,-18 61 1,24-102-47,0 1 1,0-1-1,-1 0 1,1 1-1,-1-1 0,1 0 1,-1 0-1,0 0 1,0 0-1,-1 0 1,1-1-1,0 1 1,-1-1-1,0 1 1,1-1-1,-1 0 1,0 0-1,0 0 1,0 0-1,-1-1 1,1 1-1,0-1 0,-1 0 1,1 0-1,0 0 1,-1 0-1,-5 0 1,-9 0-659,0 0 1,0-1-1,-23-4 0,-19-9-2749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1:55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63 140 4034,'0'0'10976,"-3"0"-10632,0 0-328,2 0 49,-1 1-1,1-1 1,-1 0-1,1 0 1,0 0-1,-1 0 1,1 0-1,-1 0 1,1-1-1,0 1 1,-1 0-1,1-1 1,-1 1-1,1-1 1,0 0-1,0 1 1,-1-1-1,1 0 1,0 0-1,0 1 1,0-1-1,0 0 1,0 0-1,0 0 1,0-1-1,0 1 1,0 0-1,0 0 1,1 0-1,-1-1 1,0 1-1,0-2 1,-2-7-30,0-1 1,0 0-1,1 0 1,0 0-1,1 0 1,0 0-1,2-18 1,-1 24 8,-2-3 564,0 22-2916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1:59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145 203 5955,'0'0'5218,"0"-11"-4690,0-88 3098,0 39-2658,-47 930 1100,35-692-1041,12-177-872,-3-21-622,-15-211-2991,18-376 777,1 603 2678,-1-1-1,1 1 1,0 0-1,0-1 1,1 1-1,-1 0 1,1 0-1,0 0 1,0 0-1,0 0 1,1 0-1,-1 0 1,5-4-1,7-8 82,27-23 0,-15 15-25,-16 15 4,1-3 35,0 2 0,24-18 0,-30 25-69,0 0-1,0 0 0,0 1 1,0 0-1,0 0 0,1 0 0,-1 1 1,1 0-1,-1 0 0,1 0 0,9 0 1,-2 1 196,-9-1-180,0 1 0,0 0 0,0 0 0,0 0 0,1 0 0,-1 1 1,0 0-1,0-1 0,0 1 0,0 1 0,-1-1 0,1 1 0,0-1 0,0 1 0,-1 0 0,1 0 1,3 4-1,11 11 139,-2 0 1,0 1-1,0 1 1,-2 0-1,-1 2 0,18 34 1,-22-37 7,-1 0 1,-1 1-1,-1 0 0,0 1 1,-1-1-1,-2 1 1,0 0-1,0 28 0,-2-28 16,-2 0 0,-4 25 0,4-36-156,-2 0 0,0-1-1,0 1 1,0 0 0,-1-1-1,0 0 1,-8 11-1,-14 20 107,-2-2 0,-2-1-1,-39 37 1,46-52-158,0-1 0,-1-1 0,-1-1 0,0-1 0,-52 25 0,65-37-54,1-1-1,0 0 0,-1 0 1,0-1-1,0 0 0,0-1 1,0 0-1,0-1 0,-1-1 0,1 0 1,-13-2-1,23 2-3,1-1 0,-1 1 0,0-1 0,1 0 0,-1 0 0,1 1 0,0-1 0,-1 0 0,1 0 0,0 0 0,-1-1 0,1 1 0,0 0 0,0 0 0,0-1 1,0 1-1,0 0 0,0-1 0,0 1 0,1-1 0,-1 0 0,0 1 0,1-1 0,0 1 0,-1-1 0,1 0 0,0 1 0,0-1 0,0 0 0,0 1 0,0-4 0,0 3 6,0-1 0,0 1 1,0 0-1,1-1 0,-1 1 0,1 0 0,-1 0 1,1 0-1,0-1 0,0 1 0,0 0 0,0 0 0,0 0 1,1 0-1,-1 0 0,0 1 0,1-1 0,0 0 1,-1 1-1,1-1 0,0 1 0,0-1 0,0 1 1,2-1-1,9-2 120,1 2-1,0 0 1,0 0 0,0 1-1,0 1 1,0 1 0,21 2-1,-12 1 224,0 1 1,-1 1-1,0 1 0,0 0 0,0 2 0,-1 1 0,-1 0 0,25 17 0,150 120 1627,-155-114-1638,-19-17-143,70 55 237,-85-68-351,-1 1 1,1-1 0,0 0-1,1-1 1,-1 1 0,13 2-1,-18-5-113,1 1 0,0-1 0,-1 0 0,1 1 0,-1-1 0,1 0-1,-1 0 1,1 0 0,0 0 0,-1-1 0,1 1 0,-1 0 0,1-1-1,-1 1 1,1-1 0,-1 1 0,1-1 0,-1 0 0,1 1-1,-1-1 1,0 0 0,1 0 0,-1 0 0,0 0 0,0 0 0,0 0-1,0-1 1,0 1 0,0 0 0,0-1 0,0 1 0,0 0-1,0-3 1,5-38-4007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1:59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76 4418,'0'0'7121,"1"-13"-6129,1-37-146,-1 38 2072,-6 21-2621,-188 369 287,112-180-376,81-197-227,0-17-760,0-1-263,0 1-1,1 0 0,1 0 0,1 0 1,8-30-1,6-3-2887,-2 0-1526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00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59 52 6307</inkml:trace>
  <inkml:trace contextRef="#ctx0" brushRef="#br0" timeOffset="1">59 52 6307,'-49'-42'1801,"39"34"939,12 7-2485,0 1 0,-1 0 0,1 0 1,0 0-1,0 0 0,0 0 0,0 0 0,-1 1 1,1-1-1,0 0 0,2 2 0,-1 2-91,-1 0 0,0 1 0,0-1 0,0 1 0,2 7 0,2 6 264,16 43 798,19 87 0,-21-69-514,9 37 225,16 56 284,-35-145-1066,-9-25-171,-11-11-2553,-41-48-5216,46 51 6534,-16-20-3813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00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10949,'0'0'4082,"195"-7"-3922,-160-2 192,-7 0-352,-7-4-816,-10 0-2178,-8-2-5089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00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 5923,'0'0'5392,"-4"4"-4683,-20 17 2381,41-21-2013,158-9 47,-117 4-1085,-40 4-20,1 0 1,-1-1-1,29-8 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01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5731,'0'0'7827,"94"-19"-7154,-56 19-49,1 0-48,-1 0-112,-3 0-208,-7 0-192,0 0-32,-4 0-32,-6 0-1120,-4 0-1265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02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2 176 5250,'0'0'6387,"0"-32"-2796,0 19-3148,-1 9-414,1 0 0,0 0 1,0 0-1,0 0 1,0 0-1,1 0 0,0 0 1,0 0-1,0 1 0,0-1 1,0 0-1,1 1 1,2-6-1,-2 6-46,1-1 0,0 1 0,0 0-1,1 0 1,-1 0 0,0 0 0,1 1 0,0-1-1,0 1 1,-1 0 0,1 0 0,1 0 0,-1 0 0,0 1-1,6-1 1,13-6 43,1 1-1,0 2 0,0 0 1,0 2-1,34-1 0,-56 4-27,0 1 0,0-1 0,0 1 0,0 0 0,-1-1-1,1 1 1,0 0 0,-1 0 0,1 0 0,0 0 0,-1 0 0,1 1 0,-1-1-1,0 0 1,1 1 0,-1-1 0,0 1 0,0-1 0,1 3 0,18 33-25,-13-20 89,-2 1 1,1-1-1,-2 1 0,-1 0 1,0 0-1,-1 1 0,-1-1 1,-1 0-1,0 1 0,-4 18 1,3-32-48,0 0 1,-1 0 0,1-1-1,-1 1 1,0 0 0,-1-1 0,1 1-1,-1-1 1,0 0 0,0 0-1,0 0 1,-1 0 0,1 0-1,-1-1 1,0 0 0,0 0 0,0 0-1,-1 0 1,1 0 0,-9 3-1,2-1-63,0-1 1,0 0-1,0-1 0,0 0 0,-1 0 0,0-1 0,-22 0 0,33-2 19,0 0 0,1-1 0,-1 1 0,0 0 0,1-1 0,-1 1 0,1 0 0,-1-1 0,1 1 0,-1-1 0,1 1 0,-1-1 0,1 0 0,-1 1 0,1-1 0,0 1 0,-1-1 0,1 0-1,0 1 1,0-1 0,-1 0 0,1 1 0,0-1 0,0 0 0,0 1 0,0-1 0,0 0 0,0 1 0,0-1 0,0 0 0,0 0 0,0 1 0,0-1 0,0 0 0,1-1 0,-1-1-118,0-5-58,3-31-870,-2 37 1044,-1 0 0,1-1 0,0 1 0,0 0 0,0 0 0,0 0 0,0 0 0,1 0 0,-1 1 0,1-1 0,-1 0 0,1 0 0,-1 1 0,4-3 0,1 0 28,0 1 0,0 0 0,0 0 0,0 0 0,0 1 0,1-1 1,0 2-1,-1-1 0,1 1 0,11-1 0,3 1-31,1 1 0,21 3 0,-40-2 49,0 0 0,0 0-1,0 0 1,0 0 0,0 1-1,0-1 1,0 1 0,0 0-1,-1 0 1,1 0 0,-1 0-1,1 0 1,-1 0 0,0 1-1,0-1 1,3 4 0,2 5 168,0-1 1,9 21 0,-16-30-171,8 14 192,-1 0 1,0 0-1,-1 1 1,-1 0-1,0 0 1,-2 0-1,0 0 1,2 20-1,-5-15 9,0-10-62,0 0-1,0 0 1,-3 12-1,2-19-119,0 0-1,0 0 1,0 0 0,-1-1 0,0 1-1,1 0 1,-1-1 0,-1 1-1,1-1 1,0 0 0,-6 6 0,-5 3-4,0 0 1,-1-1-1,0-1 1,-1-1-1,0 1 1,0-2 0,-1 0-1,0-1 1,-1-1-1,1-1 1,-1 0-1,0-1 1,-1 0-1,1-2 1,0 0 0,-24-1-1,37-1-58,0 0 0,0 0 0,0 0 0,0-1 0,0 1 1,0-1-1,0 0 0,0-1 0,-4-1 0,6 2-24,0 0 1,0-1-1,0 1 1,1-1-1,-1 1 1,0-1-1,1 0 1,-1 0-1,1 0 1,-1 0-1,1 0 1,0 0 0,0 0-1,0 0 1,0 0-1,-1-4 1,-1-7-859,1-1 1,0 1 0,1-1-1,0 1 1,2-16 0,-1 8-1828,0-18-3357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03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0 632 5603,'4'0'10526,"21"0"-9965,200 10 640,-211-10-1197,-6 0 12,0 0 0,0 0 0,1-1 0,-1 0 0,8-2 0,-13 2-14,-1 0 0,1 0 0,-1 0 0,0 0-1,1 0 1,-1-1 0,0 1 0,0-1 0,0 1 0,0-1-1,0 0 1,-1 0 0,1 0 0,0 0 0,-1 0-1,1 0 1,-1-1 0,0 1 0,0 0 0,1-4 0,2-7-114,-1 0 0,-1 0 0,-1 0 1,0 0-1,0 0 0,-1-1 0,-1 1 1,-3-18-1,2 22 52,-1-1 1,-1 1 0,0 0-1,0 0 1,-1 0 0,0 1-1,-1 0 1,1 0 0,-13-13-1,-18-28-75,29 37 93,1 0-1,1 0 1,0 0-1,0-1 1,1 1-1,-2-17 1,2 3-215,1 1 1,2-33-1,1 55 251,0 0-1,0 0 0,1 0 1,-1 0-1,1 0 0,-1 0 1,1 0-1,0 0 0,0 0 1,1 1-1,-1-1 0,0 0 1,1 1-1,0-1 0,0 1 1,-1-1-1,1 1 0,1 0 1,-1 0-1,0 0 0,0 0 1,1 0-1,-1 1 0,1-1 1,4-1-1,2-3 4,0 2-1,1-1 1,0 1 0,0 0-1,0 1 1,0 1 0,1-1 0,-1 2-1,0-1 1,1 1 0,0 1-1,11 1 1,11-2 62,-4 1-34,36 3 0,-56-2-8,1 1 0,-1 0 0,1 0 0,-1 1 0,0 1 0,0-1 1,14 9-1,-13-6 79,-1 0 0,0 0 1,17 15-1,-23-18-52,-1 0-1,1 0 0,-1 1 0,0-1 1,0 0-1,0 1 0,0 0 1,0-1-1,-1 1 0,1 0 1,-1 0-1,0 0 0,0 0 0,0 5 1,-1 110 772,-1-102-735,-1 0 0,-1 0 0,0 0 0,-2-1 0,-12 32 0,10-30 65,1 1 0,1-1 0,0 1 1,-3 31-1,7-44-9,1 1 0,0-1 1,0 0-1,0 0 0,1 0 1,3 12-1,-3-16-114,0 0-1,0 0 1,0 0 0,0 0-1,1 0 1,-1 0 0,1 0 0,-1 0-1,1-1 1,0 1 0,0-1-1,0 1 1,0-1 0,0 0-1,0 1 1,0-1 0,0 0 0,0 0-1,1-1 1,2 2 0,9 1 17,1 0 1,0 0 0,1-2-1,-1 0 1,28-1 0,-12-1-24,-16 1-79,-1-1 1,0-1-1,1 0 0,-1-1 0,0 0 1,21-9-1,0-3-346,40-24 0,-56 28-108,26-15-1564,-19 6-3112,-16 10-2580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04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18713,'0'0'3889,"-3"12"-6562,6-12-304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0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49 691 6339,'0'0'4140,"-6"0"-3385,-36 0 2845,42-1-3541,0 1-1,0-1 0,-1 1 1,1-1-1,0 1 0,0-1 1,0 1-1,0-1 1,0 1-1,0-1 0,0 1 1,0-1-1,0 1 0,1-1 1,-1 1-1,0-1 0,0 1 1,0-1-1,0 1 1,1-1-1,-1 1 0,0 0 1,1-1-1,-1 1 0,0-1 1,1 1-1,16-8 22,1 1 0,0 1 0,0 1 0,0 1 0,27-4 0,-13 3-58,414-53 237,-205 31-217,175-3-15,-131 13-11,-260 15-12,1 1 14,1-1 1,-1-2-1,0-1 0,50-16 1,-74 21-15,-1-1 8,1 1 1,-1 0-1,0-1 0,0 1 1,0-1-1,0 1 1,0-1-1,0 1 1,0-1-1,0 0 1,0 0-1,0 1 0,0-1 1,0 0-1,0 0 1,0 0-1,-1 0 1,2-2 1685,4-12-1647,3-80-1152,-6-141-1,-4 130 872,1 106 256,2 1-58,0 1 18,-1 0 0,1 0 0,-1 0 0,0 0 0,0 0 0,0 0 0,0 1 0,0-1 0,0 0 0,-1 0 0,1 1 0,0-1 0,-1 5 0,2 1 8,21 82 102,33 162 283,-31-67-73,-11-62 178,52 209 1,-65-327-429,6 16 115,-6-20-160,-1 0 0,0-1-1,1 1 1,-1-1 0,0 1 0,1 0-1,-1-1 1,1 1 0,-1-1 0,0 1-1,1-1 1,0 1 0,-1-1 0,1 1-1,-1-1 1,1 1 0,-1-1 0,1 0-1,0 0 1,-1 1 0,1-1 0,0 0 0,1 1-1,-2-2-5,1 1-1,-1 0 0,1 0 0,0-1 0,-1 1 1,1 0-1,-1-1 0,1 1 0,-1 0 1,1-1-1,-1 1 0,1-1 0,-1 1 1,1-1-1,-1 1 0,0-1 0,1 0 1,-1 1-1,0-1 0,1 1 0,-1-1 0,0 0 1,0 1-1,0-1 0,0 1 0,1-1 1,-1 0-1,0 0 0,14-53-567,-3 0-1,9-102 1,-18 139 396,10-414-3236,-13 310 2983,1 118 427,1 0 0,-1 1 0,0-1 1,1 0-1,-1 1 0,1-1 0,0 0 0,0 1 0,0-1 0,0 1 0,1 0 0,-1-1 1,1 1-1,-1 0 0,1 0 0,0 0 0,2-2 0,-4 3 73,22 3 622,-21-2-684,0 0-1,0 0 1,1 0 0,-1 0 0,0 0 0,0 0 0,0 0 0,1 1-1,-1-1 1,0 0 0,0 1 0,0-1 0,0 1 0,0-1-1,0 1 1,0 0 0,0-1 0,0 1 0,0 0 0,0 0 0,0-1-1,0 1 1,-1 0 0,1 0 0,0 0 0,-1 0 0,1 0-1,0 0 1,-1 0 0,1 0 0,0 3 0,8 17 367,12 42 1,-9-23-186,12 47 649,25 170 0,-35-165-378,41 147 1,-53-231-377,1 0 0,0 0 0,0 0 0,6 8-1,-8-14-79,0-1 0,0 1-1,1-1 1,-1 1 0,0-1-1,1 0 1,-1 1 0,1-1-1,-1 0 1,1 0-1,0 0 1,-1 0 0,1 0-1,0-1 1,0 1 0,0 0-1,-1-1 1,1 1 0,0-1-1,0 0 1,0 0 0,2 0-1,-3 0-10,0-1-1,1 1 1,-1-1 0,0 1-1,0-1 1,0 0 0,0 0-1,0 1 1,0-1 0,0 0-1,0 0 1,-1 0 0,1 0-1,0 0 1,0 0 0,-1 0-1,1-1 1,-1 1-1,1 0 1,-1 0 0,1-3-1,10-31-3,-10 30 3,9-37-411,-2-1 0,4-83-1,-11-90-1079,-3 98 607,2 92 778,11-255-1210,-7 265 1363,-4 16-47,0 0 0,1 0 0,-1 0-1,0 0 1,0 0 0,0 0 0,0 0-1,0 0 1,1 0 0,-1 0 0,0 0 0,0 0-1,0 0 1,0 0 0,0 0 0,1 0-1,-1 0 1,0 0 0,0 0 0,0 0 0,0 0-1,0 0 1,1 0 0,-1 0 0,0 0-1,0 1 1,0-1 0,0 0 0,0 0 0,0 0-1,0 0 1,1 0 0,-1 0 0,0 0 0,0 1-1,0-1 1,0 0 0,0 0 0,0 0-1,0 0 1,0 0 0,0 1 0,0-1 0,0 0-1,10 28 313,-8-22-248,48 204 1333,-11-39-530,-29-133-654,3-1-1,23 51 0,-35-85-186,0-2-26,-1-1 0,0 1-1,0-1 1,0 1 0,0-1-1,0 1 1,0-1 0,1 0-1,-1 1 1,0-1 0,0 1-1,1-1 1,-1 1 0,0-1 0,1 0-1,-1 1 1,0-1 0,1 0-1,-1 1 1,0-1 0,1 0-1,-1 0 1,1 1 0,-1-1-1,1 0 1,-1 0 0,1 0-1,-1 0 1,1 1 0,0-1-51,-1-4-115,0-5-11,1 0-1,0 0 1,1 1 0,0-1 0,0 0 0,1 1 0,0-1-1,0 1 1,9-15 0,-9 18 173,0 0 0,1-1 0,0 1 0,0 1 0,0-1 0,1 1 0,-1-1 0,1 1 0,0 0 0,0 1 0,1-1 0,-1 1 0,1 0 0,-1 1 0,10-4 0,47-8 139,121-12 1,110 17 5,-23 2 99,271-59-184,-402 47-27,202-3 0,-285 22-3,37 1 111,0-4-1,105-17 1,-178 14-247,-2 1 615,-7 3 2863,-6-2-3841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0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11 96,'0'0'7051,"0"-10"-1357,2 48-5033,13 72 1,-4-34-293</inkml:trace>
  <inkml:trace contextRef="#ctx0" brushRef="#br0" timeOffset="1">109 1191 17231,'4'43'72,"17"185"49,-18-193-113,-3-26-7,1 1-1,0-1 1,1 1-1,4 16 1,-5-23 23,-1-3 165,15 0-698,2 1 549,1 0 1,-1 1 0,0 1 0,25 8 0,65 27-53,-30-9 44,-72-27-35,2 0 4,1 1-1,-1 0 1,0 0-1,10 6 0,-15-8-13,-1 0 0,1 0 0,0 1 0,-1-1-1,1 1 1,-1-1 0,0 1 0,1 0 0,-1-1-1,0 1 1,0 0 0,0 0 0,0 0-1,-1 0 1,1 0 0,0 0 0,-1 0 0,1 0-1,-1 0 1,0 0 0,0 3 0,0-1 24,0-1 1,-1 0-1,1 0 1,-1 0-1,0 0 1,0 0-1,0 0 1,-1 0-1,1 0 1,-1 0-1,0-1 1,1 1-1,-1 0 1,0-1-1,-1 1 1,1-1-1,0 0 0,-1 0 1,-4 3-1,-7 4 3,0 0-1,-27 11 1,18-9 33,-74 32-48,-29 15-227,105-46 150,0 1 1,0 0 0,-29 26-1,4 11-18,45-49 62,21 2-270,27 7 355,272 62 154,-298-67-188,-1 1 0,0 0 1,-1 2-1,0 0 0,19 12 1,-37-19-12,0-1-1,0 1 1,0-1 0,-1 1 0,1 0 0,0-1 0,-1 1 0,1 0 0,0 0 0,-1-1-1,1 1 1,-1 0 0,1 0 0,-1 0 0,1 0 0,-1 0 0,0-1 0,0 1 0,1 0-1,-1 0 1,0 0 0,0 0 0,0 0 0,0 0 0,0 0 0,0 0 0,0 0 0,-1 2-1,1-2 9,-1 1 0,0-1 0,1 1 0,-1-1-1,0 0 1,0 1 0,0-1 0,0 0 0,0 0 0,0 1-1,0-1 1,-1 0 0,1 0 0,0 0 0,-1 0-1,-1 0 1,-34 16-22,-1-3 0,0-1-1,-78 16 1,5-2-196,90-21 111,-9 3-161,-30 12-1,51-18 225,1 1 0,0 1 0,0-1 0,0 1 0,1 1 0,-1-1 0,1 1-1,-6 8 1,12-14 25,0 1 0,0-1 0,1 1 1,-1 0-1,0-1 0,1 1 0,-1 0 0,1 0 0,-1 0 0,1-1 0,-1 1 0,1 0 0,-1 0 0,1 0 0,0 0 0,0 0 0,-1 0 0,1 0 0,0 0 0,0 0 0,0 0 0,0 0 0,0 0 0,0 0 1,0 0-1,1-1 0,-1 1 0,0 0 0,0 0 0,1 0 0,-1 0 0,1 0 0,-1 0 0,0 0 0,1-1 0,0 1 0,-1 0 0,1 0 0,-1-1 0,1 1 0,1 0 0,3 3-13,-1-1-1,1-1 1,0 1-1,1-1 0,9 3 1,-9-2 71,277 90 248,-242-80-304,-35-12-13,0 1-1,0 0 0,0 1 1,-1-1-1,1 1 0,-1 0 1,8 6-1,-12-8 20,-1 0-1,1 1 1,-1-1-1,0 0 1,0 1-1,1-1 1,-1 0-1,0 1 1,0-1-1,0 0 1,0 1-1,0-1 1,-1 0 0,1 1-1,0-1 1,-1 0-1,1 0 1,-1 1-1,1-1 1,-2 2-1,-30 13 126,-19 12-8,30-13-96,-3 0-13,2 1 1,0 2 0,1 0 0,-25 28 0,42-41-8,1 0-1,0 0 1,0 1-1,0-1 1,1 0-1,0 1 1,0 0-1,0 0 1,1-1-1,-2 9 1,2 6-2,0 36 0,2-26 51,1 3-16,1 0 0,2 0 1,14 46-1,6 49-4,-13 69-16,-10-120 9,14 92 0,3-63-33,-3-24 32,-3 1 1,1 104-1,-14 648 77,-7-645-65,4-148-168,-4-44-1485,5-2 1258,-1 1 0,1 0 0,1-1 1,-1 1-1,0-1 0,1 0 1,0 1-1,-2-9 0,-2-5-1465,-11-37-5991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0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3714,'0'0'5066,"11"-6"-85,245 6-3582,514-7-856,-361 1-521,-299 15 62,-16 0 58,298-12 45,-115-3-126,202-6 43,-345 7-77,117-12 67,-157 3-110,145-4 0,-83 10 80,-125 6 7,36 2 0,-23 1 11,-43-1 104,10 41 44,-3 45-82,-6 72-51</inkml:trace>
  <inkml:trace contextRef="#ctx0" brushRef="#br0" timeOffset="1">3836 1114 17525,'0'61'14,"-7"60"0,0 60-23,7-109-84,0-72 79,9 6-207,7 3 144,60 14-7,93 40 0,-154-57 91,8 4 22,0 1-1,26 17 1,-49-28-26,1 1 1,-1-1-1,1 0 1,-1 1-1,0-1 1,1 1-1,-1-1 1,0 0-1,1 1 1,-1-1-1,0 1 1,1-1-1,-1 1 1,0-1-1,0 1 1,0-1-1,1 1 1,-1-1-1,0 1 1,0-1-1,0 1 1,0 0-1,0-1 1,0 1-1,0-1 1,0 1-1,0-1 1,0 1-1,0-1 1,-1 1-1,1-1 1,0 1-1,0-1 1,-1 1-1,1 0 1,-13 14 150,-8-4-139,-1-1 1,0 0 0,-44 10-1,21-6-61,-157 45-1128,-20 7 342,209-62 810,10-3 12,0-1-1,0 1 1,0-1 0,1 1 0,-1 0-1,0 0 1,0 1 0,1-1 0,-1 1-1,1-1 1,0 1 0,-1 0 0,-2 2-1,5-4 4,0 0-1,0 1 1,0-1 0,0 0-1,0 0 1,0 1-1,0-1 1,0 0 0,0 0-1,0 0 1,0 1-1,0-1 1,0 0 0,0 0-1,0 1 1,1-1-1,-1 0 1,0 0-1,0 0 1,0 1 0,0-1-1,0 0 1,0 0-1,1 0 1,-1 0 0,0 1-1,0-1 1,0 0-1,1 0 1,-1 0 0,0 0-1,0 0 1,0 0-1,1 0 1,-1 1-1,0-1 1,0 0 0,0 0-1,1 0 1,-1 0-1,0 0 1,0 0 0,1 0-1,-1 0 1,13 4 19,1-1 1,20 4 0,18 3 117,169 65-15,23 7 103,-219-79-207,-22-3-15,0 0 0,0 0 0,0 0 0,0 1 0,0-1 0,-1 1 0,1 0 1,0 0-1,0 0 0,0 0 0,-1 0 0,1 0 0,0 1 0,2 1 0,-4-1 27,-1-1 0,1 0-1,-1 0 1,1 0 0,-1 0-1,0 1 1,0-1-1,1 0 1,-1 0 0,0 1-1,0-1 1,0 0 0,0 0-1,-1 1 1,1-1 0,0 0-1,0 0 1,-1 0 0,1 1-1,-1-1 1,1 0-1,-1 0 1,1 0 0,-1 0-1,0 0 1,0 0 0,1 0-1,-1 0 1,0 0 0,0 0-1,0-1 1,0 1-1,0 0 1,0 0 0,0-1-1,-2 2 1,-272 71 33,213-58-219,37-8 65,1 2 1,0 0-1,0 1 0,-40 25 0,-81 67 46,144-101 37,0 0 1,0 0-1,-1 0 1,1 0-1,0 1 1,0-1-1,0 0 1,0 1-1,0-1 1,0 1-1,1-1 1,-1 1-1,0-1 1,1 1-1,0 0 1,-1-1-1,1 1 1,0 0-1,-1-1 1,1 1-1,0 0 1,0-1-1,0 1 1,1 0-1,-1-1 1,0 1 0,1 0-1,-1-1 1,1 1-1,-1-1 1,1 1-1,0-1 1,0 1-1,0-1 1,0 1-1,0-1 1,0 0-1,0 1 1,0-1-1,0 0 1,0 0-1,1 0 1,-1 0-1,1 0 1,-1 0-1,0 0 1,1-1-1,0 1 1,-1 0-1,3 0 1,120 32 170,-53-16-69,17 6-13,154 48 113,-196-53-48,-46-18-133,0 1 0,1-1 0,-1 0 1,0 0-1,1 0 0,-1 0 0,0 0 1,1 0-1,-1 0 0,0 1 0,0-1 1,1 0-1,-1 0 0,0 0 0,1 1 0,-1-1 1,0 0-1,0 1 0,0-1 0,1 0 1,-1 0-1,0 1 0,0-1 0,0 0 1,0 1-1,0-1 0,1 0 0,-1 1 0,0-1 1,0 0-1,0 1 0,0-1 0,0 0 1,0 1-1,0-1 0,0 0 0,0 1 1,0-1-1,0 0 0,-1 1 0,1-1 0,0 0 1,0 1-1,0-1 0,0 0 0,0 1 1,-1-1-1,1 0 0,0 1 0,0-1 1,-1 0-1,1 0 0,0 0 0,0 1 0,-1-1 1,1 0-1,0 0 0,0 0 0,-1 1 1,1-1-1,0 0 0,-1 0 0,1 0 1,0 0-1,-1 0 0,0 0 0,-23 7 390,24-7-396,-98 11-455,18-3 70,50-3 269,-40 10 0,61-12 95,1-1-1,-1 2 0,1-1 1,0 1-1,0 0 0,1 1 1,-1 0-1,1 0 0,-10 9 1,16-12 19,-1 0 0,0 0 0,1 0 0,-1 0 0,1 1 0,0-1 0,0 1 0,0-1 0,0 1 0,0-1 0,0 1 0,1-1 0,-1 1 0,1 0 0,0-1 0,0 1 0,0 0 0,0-1 0,0 1 0,1 0 0,-1-1 0,2 6 0,2 2 48,0 1-1,0-1 1,11 19-1,-11-22-37,2 5 6,-1-1 0,0 1-1,-1 0 1,-1 1 0,0-1 0,2 20 0,2 81 13,-6-82-2,1 496 323,-4-272-338,3-221-14,0-18-3,-1-1 1,0 1-1,-1-1 0,-1 0 1,0 1-1,-5 16 0,2-14 22,2 1 0,0 0-1,1 0 1,1 0 0,0 0-1,4 26 1,-2 8 96,-1 143 993,0-195-448,0-9-1792,0-29-3047,0 13-1900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17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5 264 5683,'0'0'4503,"-4"1"-2422,45 5-1883,1-1-1,1-3 1,57-3 0,-35 1-119,491-13 1223,-326 14-1105,388-5 379,60 2 70,9 0-361,-350-27-126,1 0-21,-193 27-119,234-15 82,240-5-18,-220 18-46,23-5 29,97-1-52,663 10 98,-865-15-106,-4-1 12,-244 17-8,-28 1 2,0-3 1,0 0 0,60-12 0,-64 7 159,-1 2 1,0 1-1,57 3 0,44-3 812,-80 3-344,-70-14-1243,-40-21-4175,24 8-323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18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0 400,'0'0'7254,"-7"26"-4818,4 1-822,-1 43 1,0 6-853,-15 571 1050,21-452-1612,-9-178-681,7-59-1709,0-1-3293,0 41 5107,0-18-5266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30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17 547 2193,'0'0'7566,"-3"1"-6189,2-1-1234,0 0 1,1 1-1,-1-1 1,0 1-1,0-1 0,1 1 1,-1-1-1,0 1 1,1-1-1,-1 1 1,0-1-1,1 1 1,-1 0-1,1-1 1,-1 1-1,1 0 0,-1 0 1,1-1-1,0 1 1,-1 0-1,1 1 1,0-1-80,0 0 0,0 0 0,0 0-1,0-1 1,0 1 0,0 0 0,1 0 0,-1 0 0,0-1 0,1 1 0,-1 0 0,1 0 0,-1-1 0,0 1 0,1 0 0,0-1 0,-1 1 0,1 0 0,-1-1 0,1 1 0,0-1-1,-1 1 1,1-1 0,0 1 0,0-1 0,-1 0 0,1 1 0,1-1 0,9 4 42,1-1 1,-1 0-1,1-1 1,-1 0-1,1-1 0,-1 0 1,1-1-1,19-2 0,5 1-49,-27 1-24,0 0-1,0 0 1,0-1 0,0-1 0,0 1-1,10-4 1,-17 4-28,1 0-1,-1-1 1,1 1 0,-1 0-1,0-1 1,0 1-1,1-1 1,-1 0 0,0 0-1,-1 0 1,1 0 0,0 0-1,0 0 1,-1 0-1,1 0 1,-1-1 0,0 1-1,0-1 1,0 1 0,0-1-1,0 1 1,0-1-1,-1 1 1,1-1 0,-1-4-1,2-6-52,-1 1 0,-1 0 0,0 0 0,-1 0 0,0 0 0,-1 0 0,0 0 0,-1 0 0,-1 0 0,-7-18 0,-5-2-53,-19-59 0,29 73-35,2 0 1,0 0-1,1-1 0,1 0 0,0-19 1,2-44-596,0 81 704,0-1 1,1 1 0,-1-1-1,1 1 1,0-1-1,-1 1 1,1-1 0,0 1-1,0 0 1,0-1 0,0 1-1,0 0 1,0 0 0,0 0-1,0 0 1,0 0-1,1 0 1,-1 0 0,0 0-1,1 0 1,-1 1 0,1-1-1,-1 0 1,1 1 0,-1-1-1,1 1 1,2-1-1,6-1 34,0 0-1,1 0 1,10 0-1,-20 2-5,34-2 75,-1 1-1,56 6 0,-84-4-24,0 1 0,0-1 0,0 2-1,-1-1 1,1 1 0,0 0 0,-1 0 0,0 0-1,0 1 1,0-1 0,0 1 0,-1 1 0,1-1 0,-1 1-1,0-1 1,0 1 0,-1 0 0,0 1 0,1-1 0,2 9-1,1 1 132,-1 0 0,-1 0 0,0 0-1,-1 1 1,-1 0 0,2 28 0,-3 98 679,-2-25-65,0-113-766,0 0 1,1 0 0,-1 0 0,1 0 0,0 0-1,0 0 1,0 0 0,1 0 0,-1 0 0,1-1-1,0 1 1,0-1 0,0 1 0,1-1-1,-1 0 1,4 4 0,-2-4-22,0 0-1,0 0 1,0-1-1,0 1 1,1-1 0,-1 0-1,1 0 1,-1-1-1,1 1 1,0-1-1,0 0 1,9 1 0,-5-1-105,1-1 1,-1 1 0,1-2 0,-1 1 0,0-1 0,1-1 0,-1 0 0,0 0 0,0 0 0,0-1-1,0-1 1,-1 0 0,1 0 0,-1 0 0,0-1 0,11-9 0,-17 12 20,90-60-3346,-29 28-3435,-35 22-555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31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0 309 6435,'0'0'7366,"8"4"-6856,26 15 44,-34-18-535,1 0 0,0-1 1,0 1-1,-1-1 0,1 1 0,0-1 0,0 0 0,0 1 0,0-1 0,0 0 0,0 1 0,0-1 0,0 0 0,0 0 0,0 0 0,0 0 0,0 0 0,-1 0 0,1 0 0,0 0 0,0 0 0,0-1 0,0 1 0,0 0 0,0 0 0,0-1 0,0 1 0,0-1 0,0 1 0,-1-1 0,1 1 0,0-1 0,0 0 0,-1 1 0,1-1 0,0 0 0,-1 1 0,1-1 0,-1 0 0,1 0 0,-1 0 0,1 0 0,-1 1 0,1-1 0,-1 0 0,0 0 0,0 0 0,1 0 0,-1 0 0,0 0 0,0-1 0,1-3 70,12-31-234,-3-1 0,-1 0 0,-1-1-1,-2 0 1,-2 0 0,-1-47 0,-3 84 166,1 0-304,1 6 241,2 11 72,-1 0 0,-1 0 0,1 24 0,-1-11 98,3 344 2078,-6-220-1019,1-148-1113,0 36 381,0-37-639,0-24-502,0-146-7569,0 120 4478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3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7027,'0'0'5584,"0"3"-5104,1 62 1829,13 96 0,-9-129-2034,2 0 0,0-1 0,3 0 0,0-1-1,16 32 1,-22-54-209,0 0 0,1-1 0,0 1-1,0-1 1,0 0 0,1 0 0,0-1 0,13 11-1,-15-14-51,0-1-1,1 1 1,-1-1-1,1 0 1,0 0-1,-1 0 1,1-1-1,0 1 1,0-1-1,0-1 1,0 1-1,0-1 1,1 1-1,-1-2 1,0 1-1,8-2 1,-9 2-9,-1-1-1,0 0 1,1-1 0,-1 1-1,0-1 1,0 1 0,0-1-1,0 0 1,0 0 0,-1 0-1,1 0 1,0-1 0,-1 1-1,0-1 1,1 1 0,-1-1-1,2-4 1,3-4-36,-1-1 0,10-25 0,-15 33 19,5-11-230,-1-1 0,-1 0 0,-1 0 0,3-29 0,-5-66-1350,-1 104 1579,-1 1-1,0 0 0,0 0 0,0 0 1,-1 0-1,0 0 0,0 0 0,0 0 1,-1 1-1,0-1 0,0 1 1,-1-1-1,1 1 0,-1 0 0,0 1 1,-1-1-1,1 1 0,-1 0 0,0 0 1,0 0-1,-5-3 0,0 1 155,-1 1 0,1 0-1,-1 1 1,0 0 0,0 0 0,0 1-1,-1 1 1,1 0 0,-1 0-1,-19 1 1,13 0-79,13 1-56,-1-1 0,1 1 0,-1 0-1,1 1 1,-1-1 0,1 1 0,-1 0-1,1 0 1,-1 1 0,-5 2 0,8-3 47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32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1 508 2625,'0'0'9826,"2"1"-8986,21 5-270,0-1 0,0-2 0,0 0 0,0-1 0,44-3 0,-32 1-343,-31 0-206,0-1 0,0 1 0,0-1-1,0 0 1,-1 0 0,1 0 0,0 0-1,0-1 1,-1 0 0,1 0-1,-1 0 1,1 0 0,-1 0 0,0 0-1,0-1 1,0 0 0,0 0 0,3-3-1,-3 2-6,0 0 0,0 0 0,0-1-1,-1 1 1,1-1 0,-1 0 0,0 1 0,-1-1-1,1 0 1,-1 0 0,0 0 0,0 0 0,0-10-1,-1 3-5,1 4-2,-1 0-1,0 0 0,0 0 1,-1 1-1,0-1 0,0 0 1,-1 0-1,0 0 0,0 1 1,-1-1-1,0 1 0,-7-14 1,-6-3 113,-19-39 1,31 54-77,0-1 0,1 1 0,0-1 0,0 0 0,1 0 1,0 1-1,0-21 0,2 19-26,0 4-17,0 1 0,0-1 0,1 0 0,2-11 0,-3 16-3,1 0 0,0 0-1,0 0 1,0 0 0,0 0 0,0 0 0,0 1 0,1-1 0,-1 0-1,1 1 1,-1-1 0,1 1 0,0-1 0,-1 1 0,1 0 0,0 0 0,0 0-1,2-2 1,9-1-5,0 0-1,0 1 0,1 0 0,-1 1 0,1 0 0,-1 1 1,1 1-1,0 0 0,21 4 0,-31-4 11,0 1 0,0 0 0,0 1-1,0-1 1,0 1 0,0-1 0,0 1-1,0 0 1,-1 1 0,1-1 0,-1 1-1,0-1 1,0 1 0,0 0 0,0 0-1,0 0 1,0 1 0,-1-1 0,0 1-1,1-1 1,-1 1 0,-1 0 0,1 0-1,1 4 1,2 7 42,-1 0-1,0 0 0,-1 0 1,0 0-1,-1 21 0,-2 53 676,-2-64-433,2 1-1,1-1 1,0 0 0,9 42 0,-8-60-212,0-1 0,0 0 0,1 1 0,0-1 0,0 0 0,5 6 0,-6-9-59,0-1 1,0 1-1,0-1 1,1 1-1,-1-1 1,1 0-1,-1 0 1,1 0-1,0 0 0,0-1 1,-1 1-1,1-1 1,1 0-1,4 2 1,2-1-21,1-1 1,-1 0 0,20-2-1,-9 1-12,-13-1-15,1 0 1,-1 0-1,0-1 0,0 0 1,0 0-1,0-1 0,0 0 0,0 0 1,-1-1-1,1 0 0,-1 0 1,7-6-1,5-5-1859,0-1 0,31-34 0,-38 36-2250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34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5987,'0'0'5640,"0"-11"-5302,0-206-327,0 218-10,0 35 318,1-1 0,10 61 0,9 24 1187,4 131 0,-17-187-1036,0 31 373,-7-94-929,-2-5-210,-4-13-959,0-1 0,2 0 0,0 0 0,0-1 0,2 1 0,-1-31 0,3 3-3379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36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45 1697,'0'0'6968,"0"5"-5973,-1 60 973,-1-21-1012,7 66 0,-1-90-645,0 0 0,1-1 0,1 0 0,15 34 0,0-12 495,25 39-1,-38-67-637,1 0-1,1-1 1,0 0-1,0 0 1,24 18-1,-31-27-132,2 1 0,-1-1 1,0 0-1,1-1 0,-1 1 0,1-1 0,0 0 0,0 0 0,-1-1 0,1 1 0,1-1 0,-1 0 0,0 0 0,0-1 1,0 0-1,0 0 0,1 0 0,-1 0 0,0-1 0,0 0 0,8-2 0,-8 0-10,0 0 1,0 0-1,-1 0 1,1-1-1,-1 0 0,0 0 1,0 0-1,-1 0 0,1-1 1,-1 1-1,0-1 0,0 0 1,3-9-1,8-11-92,-2 0-1,-1-2 1,-2 1 0,0-1 0,-2-1 0,-1 1-1,-1-1 1,-1 0 0,0-53 0,-3 50-190,-1 12 47,0 0 0,-5-37 0,4 50 197,-1 0-1,0 0 0,0 1 1,0-1-1,0 0 0,-1 1 1,0-1-1,0 1 0,0 0 1,-1 0-1,0 0 0,0 1 1,-6-6-1,5 5 10,-1 1 0,0-1 0,0 1 1,0 1-1,-1-1 0,1 1 0,-1 0 1,0 0-1,0 1 0,0 0 0,-7-1 0,-7 1 42,1 0-1,-33 2 0,22 0-4,25 0-51,1 1 1,-1-1 0,0 1 0,1 0 0,-1 1 0,1-1 0,-1 1 0,1 0 0,-1 0 0,1 1 0,0 0 0,0 0 0,1 0 0,-1 0 0,0 1 0,1 0 0,-5 5 0,4-3-1290,0 0-1,1 0 1,0 0 0,-5 10-1,2-3-3128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37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42 723 6227,'0'0'7539,"-7"-4"-6640,-20-13-146,20 13-340,23 3-47,-9 2-313,251-1 1092,-253 0-1130,-1-1 0,0 1 0,0-1 0,1 0 0,-1 0 0,0 0 0,0-1 1,0 1-1,0-1 0,0 0 0,-1 0 0,1 0 0,0-1 0,-1 1 0,0-1 1,0 0-1,1 0 0,-2 0 0,1 0 0,0 0 0,-1-1 0,1 0 0,-1 1 0,0-1 1,0 0-1,-1 0 0,1 0 0,-1 0 0,0 0 0,0 0 0,0 0 0,1-9 1,-1 0-21,1 0 1,-1-1 0,-1 1 0,-1 0 0,1 0 0,-2 0 0,0 0 0,-1 0-1,0 0 1,-6-14 0,-29-49 6,-18-41 59,51 102-59,0 0 0,1 0-1,0 0 1,1 0 0,1-1-1,0-21 1,2 28-8,-1 4 1,1-1 1,1 1-1,-1-1 1,1 1-1,1-7 1,-1 9 0,0 1 1,0 0-1,1-1 1,-1 1-1,0 0 1,1 0-1,-1 0 1,1 0-1,0 0 1,0 0-1,0 1 1,0-1-1,0 1 1,2-2-1,6-3 2,1 0-1,-1 1 0,1 0 0,0 1 0,0 1 0,1-1 0,-1 2 0,19-3 0,9 2 0,48 2 1,-50 1 1,-28 0 8,0 0-1,-1 1 0,1 0 0,-1 0 0,1 1 0,-1 0 1,0 1-1,0 0 0,0 0 0,0 1 0,10 6 1,-13-6 2,1 0 1,-1 0 0,-1 0 0,1 1 0,0 0 0,-1 0 0,0 0 0,0 1-1,-1-1 1,0 1 0,0 0 0,0 0 0,0 0 0,-1 0 0,3 12 0,0 18 223,-2-1 0,0 0 0,-3 1 0,-4 43 0,0-42 50,-13 52 0,-2 16 184,17-90-339,1 1 1,1-1 0,0 0-1,5 29 1,-5-42-119,1 1 0,0-1 0,-1 0 0,1 0 0,0 0 1,0 0-1,0 0 0,0 0 0,1 0 0,-1 0 0,1 0 0,-1 0 0,1-1 0,-1 1 0,1-1 1,2 2-1,0 0-1,1-1 0,-1 1 0,0-1 0,1-1 0,-1 1 0,1-1 0,7 2 0,7 0 4,0-2 1,0 0-1,21-2 1,-26 1 8,1-1-18,-1-1-1,0 0 1,1-1-1,-1 0 1,0-1 0,0-1-1,18-8 1,89-56-661,-32 16-3040,-74 46-107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48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13 1121,'0'0'4455,"-1"-13"4813,-1 13-9242,1 0 1,-1 0-1,0 1 0,0-1 0,1 0 0,-1 1 1,0-1-1,1 1 0,-1-1 0,0 1 1,1 0-1,-1 0 0,1 0 0,-1 0 1,1 0-1,-2 1 0,-18 27 66,20-27-83,-14 25 107,2 0 1,1 2-1,1-1 1,1 2-1,1-1 1,2 1-1,-5 50 1,0 219 557,12-255-540,0-29-53,1-1 1,1 0-1,0 1 1,1-1-1,0 0 1,1 0-1,1 0 1,0-1-1,1 1 1,0-1 0,9 12-1,-11-18-52,2 1-1,-1-1 0,1 0 1,0-1-1,0 0 1,1 0-1,0 0 1,0 0-1,0-1 0,1-1 1,-1 1-1,1-1 1,1 0-1,-1-1 1,0 0-1,1 0 1,-1-1-1,1 0 0,9 1 1,-10-2 7,0-1 1,0 1-1,1-1 0,-1-1 1,11-1-1,-17 1-34,1 0 1,0 0-1,0 0 1,-1 0-1,1 0 1,0-1-1,-1 1 0,0-1 1,1 1-1,-1-1 1,0 0-1,0 0 0,0 0 1,0 0-1,0-1 1,0 1-1,0 0 1,1-4-1,1-2-113,-1 0-1,0 0 1,0 0-1,0-1 1,-1 1-1,0-1 1,0-9 0,1-63-1247,-3 59 928,0 16 378,-1 0-1,1 0 1,-1 0-1,0 0 1,0 0-1,-1 0 1,0 1-1,0-1 0,0 0 1,0 1-1,-1 0 1,0-1-1,0 1 1,-1 0-1,1 1 1,-1-1-1,0 1 0,-1-1 1,1 1-1,-1 1 1,1-1-1,-1 0 1,0 1-1,0 0 1,-1 0-1,1 1 0,-1 0 1,1 0-1,-11-3 1,4 3 149,0 0 1,-1 1-1,-22 0 1,29 1-93,1 1 1,0-1-1,0 1 1,0 0-1,-1 0 1,1 1-1,1 0 1,-1 0-1,0 0 1,0 0-1,-6 5 1,3-1-98,-18 15 270,24-20-258,1 0 1,0 1-1,0-1 1,0 0-1,-1 0 0,1 1 1,1-1-1,-1 1 1,0-1-1,0 1 1,1-1-1,-1 1 0,0 0 1,1-1-1,-1 3 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48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234 461 3025,'2'1'10361,"-1"3"-10509,-10 144 2468,1-3-1236,7-113-800,-1-18-147,2 0 0,0 0-1,1-1 1,4 24-1,-5-34-121,1 0 0,0 0 0,0 0 0,0-1-1,0 1 1,1 0 0,-1-1 0,1 1 0,-1-1 0,1 0-1,0 0 1,0 1 0,0-1 0,0 0 0,0 0-1,0-1 1,1 1 0,-1 0 0,1-1 0,-1 1 0,1-1-1,0 0 1,-1 0 0,1 0 0,0 0 0,0-1-1,4 1 1,-2 0 5,0 0 0,0-1-1,0 1 1,0-2 0,0 1-1,1 0 1,4-2 0,-8 2-10,0-1 1,-1 0-1,1 0 0,0 1 1,0-1-1,-1 0 1,1 0-1,-1-1 0,1 1 1,-1 0-1,1 0 1,-1-1-1,1 1 1,-1-1-1,0 1 0,0-1 1,0 0-1,0 1 1,0-1-1,1-2 0,2-9-62,-1-1 0,0 1 1,-1-1-1,0 1 0,-1-1 0,-1 0 0,-1-16 0,1 5-55,0 16 72,-1 0 1,-1 1 0,1-1-1,-1 1 1,0 0 0,-1 0-1,0 0 1,-1 0 0,1 0-1,-1 0 1,-9-10 0,-6-8 66,-41-42 0,30 35 43,-13-14 58,-56-66 72,87 98-185,2 0 0,-1-1 1,2-1-1,0 0 0,-11-30 0,17 37-11,0 0 0,1 0-1,0 0 1,1-1 0,0 1 0,0 0-1,1-1 1,1 1 0,0-1 0,3-17-1,-2 23-12,-1 0 0,1-1 0,0 1 0,0 0 0,1 0 0,0 0 0,0 1 0,0-1 0,0 1 0,0-1 0,1 1 0,0 0-1,0 0 1,0 1 0,1-1 0,-1 1 0,1 0 0,-1 0 0,1 1 0,10-5 0,-6 4-14,0 0 1,1 1 0,-1 0-1,1 1 1,-1 0-1,15 0 1,-20 1 1,0 0 1,1 0 0,-1 1 0,0 0-1,0-1 1,0 2 0,0-1 0,0 0-1,0 1 1,0 0 0,0 0 0,0 0-1,-1 0 1,1 0 0,-1 1 0,6 5-1,-4-1 8,0 0-1,0 1 0,-1-1 1,0 1-1,-1 0 0,0 0 1,0 0-1,-1 1 0,0-1 0,0 1 1,0 16-1,0 13 3,-4 53 1,1-64 11,-2 0 3,-1 1 0,-2-1-1,0 0 1,-15 37 0,0 6-3604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5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2 174 4914,'0'0'5136,"0"-5"-4728,0-7-331,-1 5-31,1 0 1,0 0-1,0 0 0,0 0 0,1 0 0,0 0 0,1 0 0,0 0 0,0 0 0,4-10 0,-4 14-1,2-1 105,0-1-1,-1 0 0,0-1 1,0 1-1,0 0 1,-1-1-1,0 0 1,0 1-1,0-1 1,0-7-1,9 125 1046,-5-19-784,5 198 755,-11 788 1318,0-1076-2459,0-2-20,0-1-1,0 1 1,-1-1 0,1 1-1,0 0 1,1-1-1,-1 1 1,0-1 0,0 1-1,0 0 1,0-1-1,0 1 1,1-1 0,-1 1-1,0 0 1,0-1-1,1 1 1,-1-1 0,1 2-1,0-1 44,-1-23-1168,-1-57-4016,-2 32-229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5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1713 312 8356,'0'0'6144,"-9"-9"-5560,-28-22 88,-1 1-1,-60-35 0,42 37-413,-2 2-1,0 3 1,-66-16-1,73 24-194,0 2 0,-1 2 0,0 2 0,-97-3 0,131 11-41,-1 1 1,1 1-1,0 1 0,0 0 0,0 1 1,0 1-1,1 1 0,-27 10 0,5 5-7,1 1 1,1 2-1,1 2 0,1 1 0,1 2 0,-49 52 0,42-35 23,3 3 0,1 1 0,3 1 0,-34 67 0,42-64 66,3 1 0,-24 83-1,-13 120 216,52-188-169,2 1-1,5 80 1,1-94-81,1-36-37,1 0 1,1-1 0,1 1 0,1 0-1,0-1 1,2 0 0,0 0 0,1-1-1,1 0 1,21 32 0,-3-10 130,2-1-1,2-2 1,50 47 0,-31-39-115,1-3 1,3-2 0,1-2 0,1-2 0,3-4 0,0-1-1,2-4 1,1-2 0,99 26 0,-93-33 50,2-3-1,0-4 1,0-2 0,90-2-1,-119-6-96,-17 0 82,35-3 0,-51 2-68,-1-2 1,0 1-1,1-1 1,-1 0-1,0 0 1,0-1-1,0 0 0,12-8 1,9-9 34,0-2 0,-2-1 0,0-1 1,28-35-1,80-119 106,-113 145-156,-1-1-1,-2-1 0,-1-1 0,14-45 1,32-158 24,-58 203-10,-2 0 0,-1 0 0,-3-41-1,0 13-36,1 37 9,1 1-1,-2 0 1,0-1 0,-2 1 0,-9-41-1,-49-118-20,51 161 28,-2 1 0,0 0 0,-1 1 1,-2 0-1,-25-31 0,-92-108-50,73 85-5,-94-93-1,144 161 45,0-1 0,-1 2 0,0-1 0,0 2 0,0-1 0,-1 1 0,1 1-1,-2 0 1,1 0 0,0 1 0,-1 1 0,0 0 0,0 0 0,0 1 0,0 1 0,-24 0 0,36 1-26,0 0 0,-1 0 0,1 0 0,-1 0 1,1 0-1,0 0 0,-1 0 0,1 0 0,-1 0 1,1 0-1,-1 0 0,1 0 0,0 0 0,-1 0 1,1 0-1,-1 0 0,1-1 0,0 1 0,-1 0 1,1 0-1,0-1 0,-1 1 0,1 0 0,0 0 1,-1-1-1,1 1 0,0 0 0,0-1 1,-1 1-1,1 0 0,0-1 0,0 1 0,0 0 1,-1-1-1,1 1 0,0-1 0,0 1 0,0 0 1,0-1-1,0 1 0,0-1 0,0 1 0,0-1 1,0 1-1,0 0 0,0-1 0,0 1 0,0-1 1,1-1-586,0 0 1,0 0 0,-1 0 0,1 0-1,1 0 1,-1 1 0,0-1 0,0 0 0,2-1-1,14-12-6743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53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7732,'0'0'4967,"32"3"-4345,104 9 29,11 7 531,24 1-603,-162-20-1203,14 2 1965,-21-2-3362,-12 1-4482,-15-1 2611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54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6067,'0'0'3473,"14"131"-2112,-11-62-32,1 10-289,-1-1-240,-3 1-431,4-13-273,3-10-32,0-15-64,3-19-288,1-16-1441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2:54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4226,'0'0'8868,"202"32"-8452,-118-32 112,-1 0-191,-13-7-289,-14 1-48,-18 3-721,-17 0-2176,-10 0-2882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2449,'0'0'1155,"3"-10"-813,8-37 1046,-7 5 5243,-2 91-6317,12 68 0,2 17 54,-6 182 232,-4-64-459,-3-197-38,11 67-1,-14-117-101,21 99 27,-14-72-22,-5-22-22,-2 1-1,1-1 1,-2 21-1,0-3 27,0-23-6,1 0 0,-1 0 0,0 0-1,-3 10 1,-4 18 1,7-17-6,-4 30-78,1 82-1,25-128 128,-19 0-47,61 0 71,75-10-1,-116 8-87,34 2-1,-36 0 33,0 0 1,29-4-1,-22 0-27,1 2 0,38 2 0,33-3 58,-65 1-22,-21 1-16,-1 0 0,1-1 0,12-2 0,7-6-3,26-6 9,-11 12 6,90 2 0,-73 3 68,-5 5 255,-58-6-504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14.71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564 193 4802,'0'0'6035,"0"-8"-5363,1-1-399,0 2 206,-1 0 1,1-1-1,-1 1 0,-1 0 0,-1-13 0,0 17-430,1 0 0,-1 1 0,0-1-1,0 0 1,0 1 0,0-1 0,-1 1-1,1 0 1,-1-1 0,1 1 0,-5-2-1,-31-20 141,25 18-50,0 0 0,0 0 0,0 2 0,-1-1 0,1 2 0,-16-3 0,-2 2 247,-52 1 0,78 3-378,0 1 0,0 0 1,0 0-1,0 1 0,0-1 0,0 1 1,0 0-1,0 1 0,1-1 0,-1 1 1,1 0-1,-5 4 0,-10 9-27,-22 23 0,26-25 46,1-1 5,0 1 1,1 0-1,0 1 0,1 0 0,1 1 1,0 1-1,1 0 0,-13 31 1,20-35 2,0 1-1,1 0 1,1 0 0,0-1 0,2 29 0,0-10 127,-2-6-94,0-17-37,1-1 0,0 0 1,0 1-1,0-1 0,1 1 0,0-1 0,1 0 1,0 0-1,0 0 0,1 0 0,6 14 0,7 3 102,1-1 0,29 33 0,-37-47-79,0-1 0,0-1 1,1 0-1,0 0 0,1-1 0,-1 0 0,1-1 0,19 8 0,-4-4 51,0-1 1,1-2-1,0-1 0,0-1 0,1-1 0,44 0 0,-19-3-29,-18 1-26,38-4 1,-64 1-51,0 0 1,0 0-1,-1-1 1,1 0-1,0-1 1,-1 0-1,0 0 1,0-1-1,11-6 1,-10 3-19,-1 0 0,0 0 0,0-1 1,-1 0-1,0 0 0,0-1 0,-1 0 0,0 0 0,-1-1 1,0 0-1,0 0 0,-1 0 0,0 0 0,-1 0 0,4-21 1,-1-10-72,-1 0 0,-2-73 1,-3 113 92,-1-18-12,0 0 0,-2 1 0,0-1 0,-1 1 0,0-1 0,-2 1 0,0 1 0,-1-1 0,-1 1 0,0 0 0,-2 1 0,0 0 0,0 1 0,-2 0 0,0 0 0,0 1 0,-1 1 0,-1 0 0,0 1 0,-1 0 0,0 1 0,-1 1 0,-24-12 0,30 18-7,0 0 0,-1 1 1,1-1-1,-1 2 0,0 0 0,-16-1 1,-67 2-173,48 2 55,45-1 109,0 0 0,0 0-1,0 1 1,0-1-1,0 0 1,0 0-1,0 1 1,0-1-1,1 1 1,-1-1 0,0 1-1,0-1 1,0 1-1,0 0 1,1-1-1,-1 1 1,0 0 0,1 0-1,-1-1 1,1 1-1,-1 0 1,0 0-1,1 0 1,0 0-1,-1 0 1,1 0 0,0 0-1,-1 0 1,1 0-1,0-1 1,0 1-1,0 2 1,-1 39-1737,2-30 668,-1 10-2617,0-5-3142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15.22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150 1 5298,'0'0'8358,"-5"8"-8170,-32 72 104,-40 101 782,46-99-872,34-99-2155,-2 9 1288,0 0 0,0 0 1,4-11-1,12-18-2105,4-4-474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15.56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1 29 4290</inkml:trace>
  <inkml:trace contextRef="#ctx0" brushRef="#br0" timeOffset="1">1 29 4290,'29'-23'1785,"-23"18"144,-6 7-1513,41 109 3906,60 180-771,-101-290-3639,1-1 0,-1 1 0,1 0 0,-1 0 0,0-1 0,1 1 0,-1 0 1,0 0-1,0-1 0,0 1 0,0 0 0,0 0 0,0 0 0,0-1 0,0 1 0,0 0 0,0 0 1,0 0-1,0-1 0,0 1 0,0 0 0,-1 0 0,1-1 0,-1 2 0,-1-2-286,1 0 0,-1-1 0,0 1 0,1-1-1,-1 0 1,1 1 0,-1-1 0,1 0 0,-1 0-1,1 0 1,0 0 0,-3-2 0,-20-18-4791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15.943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60 7716,'0'0'4594,"143"-35"-4626,-129 26-1841,-7 3-1553,-4-4-2384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16.28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26 1 4802,'0'0'4992,"0"0"-4909,0 0 1,-1 1-1,1-1 0,0 1 1,0-1-1,0 1 1,0-1-1,0 1 0,0-1 1,0 1-1,0-1 1,0 1-1,0-1 0,0 1 1,0-1-1,0 1 1,0-1-1,0 1 0,1-1 1,-1 1-1,0-1 1,0 0-1,0 1 0,1-1 1,-1 1-1,1 0 1,29 21 1745,-24-19-1567,0 1-1,-1 0 1,0 0-1,9 9 1,-12-11-191,0 1 0,-1-1 0,1 1 0,-1 0 1,1-1-1,-1 1 0,0 0 0,0 0 0,0 0 0,-1 0 0,1 0 1,-1 0-1,1 0 0,-1 5 0,0-6-35,0 1 0,0-1 0,0 1 0,0-1 0,0 1 0,0-1 0,-1 1 0,1-1 0,-1 1 0,0-1 0,1 1 0,-1-1 0,0 0 0,-1 0 0,1 1 0,0-1 0,-1 0 0,1 0 0,-1 0 0,0 0 0,1-1 0,-1 1 0,0 0 0,0-1 1,-3 2-1,-63 51 241,67-53-273,0-1 0,0 1-1,0-1 1,1 1 0,-1 0 0,0-1 0,0 1-1,1 0 1,-1-1 0,1 1 0,-1 0 0,0 0 0,1 0-1,-1-1 1,1 1 0,0 0 0,-1 0 0,1 0-1,0 0 1,-1 0 0,1 0 0,0 0 0,0 0-1,0 0 1,0 0 0,0 0 0,0 0 0,0 0-1,0 0 1,0 0 0,1 0 0,-1 0 0,0 0 0,1-1-1,-1 1 1,0 0 0,1 0 0,-1 0 0,1 0-1,0 0 1,-1-1 0,1 1 0,0 0 0,-1-1-1,1 1 1,0 0 0,0-1 0,-1 1 0,1-1 0,0 1-1,0-1 1,0 1 0,0-1 0,0 0 0,0 1-1,0-1 1,0 0 0,0 0 0,0 0 0,0 0-1,0 0 1,1 0 0,156 3 119,-88-5-7396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09.50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1 688,'0'0'1665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11.19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409 213 768,'134'-119'120,"-104"92"347,-30 27-429,0 0 0,0-1-1,1 1 1,-1 0 0,0 0 0,0 0 0,0 0 0,0 0 0,1 0-1,-1 0 1,0 0 0,0 0 0,0-1 0,0 1 0,0 0 0,0 0-1,0 0 1,0 0 0,1 0 0,-1 0 0,0-1 0,0 1 0,0 0-1,0 0 1,0 0 0,0 0 0,0-1 0,0 1 0,0 0-1,0 0 1,0 0 0,0 0 0,0-1 0,0 1 0,0 0 0,0 0-1,0 0 1,0 0 0,0-1 0,0 1 0,0 0 0,-1 0 0,1 0-1,0 0 1,0-1 0,-2-4 2685,2-3-27,0 8-2278,1-1-1,-1 0 0,0 0 1,0 1-1,0-1 0,0 0 1,0 0-1,0 1 0,0-1 1,-1 0-1,1 0 0,0 1 1,0-1-1,0 0 1,-1 0-1,1 1 0,0-1 1,-1 0-1,1 1 0,-1-2 1,-14-2 1612,-81-15-1747,65 15-231,0 2 0,0 1 0,-38 3 0,63-1-48,1 0 0,-1 1 0,1 0-1,0 0 1,0 0 0,0 1 0,0-1 0,-6 5 0,-39 30-14,43-31 6,-60 55 29,25-21-52,35-31 32,-1 1 1,1 0 0,0 0 0,1 0-1,0 0 1,-5 16 0,5-11-12,2 0 0,0 0 1,0 1-1,-2 31 0,5 64 50,1-64-97,1-36 68,1 0 0,0 0 0,1 0 0,0 0 0,1 0 0,0-1 0,6 12 0,2 6 57,-5-12-57,-1 0-1,2 0 0,0-1 0,1 0 0,0 0 0,1-1 0,1 0 0,0-1 0,1 0 0,1-1 0,0 0 0,0-1 0,1 0 0,24 13 0,-6-8 38,1-1-1,67 19 1,-84-31-43,1 0 1,0-1-1,30 0 0,-2 0 82,39-1-64,-82-1-24,1-1 0,-1 1 0,1 0 0,-1-1 1,0 0-1,1 1 0,-1-1 0,0 0 0,0 0 1,1-1-1,-1 1 0,0 0 0,3-3 0,25-27 16,-4 4-13,-15 19 0,0-1 0,0-1 0,-1 0 0,0 0 0,-1-1 0,0-1 0,-1 1 0,0-1 0,-1 0 0,0-1 0,-1 0 0,-1 0 0,0 0 0,0-1 0,-1 0 0,-1 0 0,-1 0 0,0 0 0,1-17 0,-3-147 106,-2 165-106,0 2 1,-1-1-1,0 0 0,-1 0 0,0 1 0,-1 0 0,-11-20 0,-1-4 63,7 18-92,0 0 0,-1 0 1,-23-27-1,5 8 79,19 22-34,5 6-27,0 1 1,-1-1-1,0 1 0,0 0 0,-1 0 0,0 1 0,0-1 0,-1 2 0,-9-7 0,-23-9-69,33 17 71,-1-1 0,0 1 0,0 1 0,0-1 0,0 1 0,0 1 0,-1-1 0,0 2 0,1-1 0,-14 0 1,-32 2-491,31 0-5601,16 0-133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12.26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104 57 896,'0'0'6667,"4"-8"-6053,13-24-43,-9 23 5065,-5 16-4629,-5 13-1370,-5 5 437,-20 47-1,10-27-38,7-20 19,-8 25 307,-37 72 0,57-155-793,5 8-343,2 1 0,0 0 1,18-32-1,5-11-1614,-22 43 1004,-1 0 0,6-28 0,-10 7 7186,-3 46-5727,0 0-1,0-1 0,0 1 1,0 0-1,-1 0 1,1 1-1,0-1 1,-1 0-1,1 0 1,-1 1-1,1-1 1,-1 1-1,0-1 1,0 1-1,1 0 1,-1-1-1,0 1 1,1 3-1,19 40 156,-20-41-123,15 38 891,11 55-1,-10-34-185,48 131 790,-64-188-1630,-1-5-89,-3-3-1242,-14-12-952,2-1 0,0-1 1,-15-19-1,23 26 1357,-14-16-2175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12.64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53 5987,'0'0'4770,"174"-34"-6051,-146 15-3297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12.98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11 4 3201,'0'0'6323,"-10"-3"-5682,10 28 415,0 9 145,0 4-241,0 3-160,0-4-287,0-2-497,7-4-32,-4-12-849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28.72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143 1 3089,'0'0'4915,"-111"28"-4611,111-22-256,0 0 160,0 4 128,0-1-144,0 10-192,-4 0-592,-10 6-1361,0-3-2849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29.51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13 61 5330,'0'0'5736,"-1"-10"-5034,-6-29 13,4 28 1219,2 14-1499,1 11-422,11 15 280,-7-20-222,-1 0 0,1 1 0,-2-1 1,3 10-1,1 53 339,-4 102-1,-2-98-188,0 498 924,0-573-1071,-1-2-1416,0 1 1181,0 0-1,1 0 0,-1 0 1,1-1-1,-1 1 1,1 0-1,-1 0 1,1-1-1,-1 1 0,1-1 1,-1 1-1,1 0 1,-1-1-1,1 1 0,0-1 1,-1 1-1,1-1 1,0 1-1,-1-1 1,1 1-1,0-1 0,0 1 1,-1-2-1,-4-18-3179,4 16 2397,-2-15-2490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30.00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5555,'0'0'4788,"10"38"-1093,29 93-990,23 59-781,-60-185-1894,0 0 1,1-1-1,-1 1 0,1-1 1,0 0-1,0 0 0,4 4 0,-6-6-26,1-1 0,-1 0 0,0 0 0,1 0 0,0 0-1,-1 0 1,1 0 0,-1 0 0,1 0 0,0-1 0,0 1 0,-1-1-1,1 1 1,0-1 0,0 0 0,0 0 0,0 0 0,0 0 0,-1 0-1,1 0 1,0 0 0,3-1 0,-3 0-1,-1 0 0,1 0 0,-1 0 0,1 0 0,-1 0 0,1 0 0,-1 0 0,0-1 0,1 1-1,-1 0 1,0-1 0,0 1 0,0-1 0,0 0 0,0 1 0,0-1 0,-1 0 0,1 1 0,-1-1 0,2-3 0,1-4-6,15-44-1679,20-89 0,-36 135 1016,0 0 0,0 0 0,1 0 0,1 0 0,-1 0 1,8-10-1,3-7-3595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30.69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4 0 3089,'0'0'6868,"0"0"-6758,0 0 1,0 0 0,0 0-1,0 1 1,0-1 0,0 0 0,0 0-1,0 0 1,0 0 0,0 0-1,0 0 1,0 0 0,0 0 0,0 1-1,0-1 1,0 0 0,-1 0-1,1 0 1,0 0 0,0 0 0,0 0-1,0 0 1,0 0 0,0 0-1,0 0 1,0 0 0,0 0 0,0 0-1,-1 0 1,1 0 0,0 0 0,0 0-1,0 0 1,0 0 0,0 1-1,0-1 1,0 0 0,0 0 0,0-1-1,-1 1 1,1 0 0,0 0-1,0 0 1,0 0 0,0 0 0,0 0-1,0 0 1,2 38 707,10 57 1,1 16-2,-1 162 803,-7-237-955,-3-23-2020,0 3-3742,-1-19 837,2-10-2317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31.07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28 5426,'0'0'6035,"0"-7"-5298,0-14 1754,0 38-1864,-1 60 608,2 95-125,4-131-998,-5-38-117,1 0-1,0 0 0,0 0 0,0-1 1,0 1-1,0 0 0,0-1 0,1 1 1,-1-1-1,1 1 0,0-1 1,2 3-1,0-4-2005,-3-9-890,-1-16-1658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32.18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4 9 3506,'0'0'5685,"-2"-6"-5410,1 4 41,0 4 1662,3 22-1167,7 45 0,1 3-189,-4 302 2186,-4-59-1577,4-257-1143,-6-57-416,-1-21-6064,-12-48-1876,10 46 5125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32.55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4 4 5539,'0'0'6899,"0"0"-6870,0 0 1,0 0 0,0 0 0,0 0-1,0 0 1,0 0 0,0 0 0,0 0-1,0 0 1,0 0 0,-1 0 0,1 1-1,0-1 1,0 0 0,0 0-1,0 0 1,0 0 0,0 0 0,0 0-1,0 0 1,0 0 0,-1 0 0,1 0-1,0 0 1,0 0 0,0 0 0,0 0-1,0 0 1,0 0 0,0 0 0,0 0-1,0 0 1,-1 0 0,1 0 0,0 0-1,0-1 1,0 1 0,0 0-1,0 0 1,0 0 0,0 10 261,2 0 0,-1 0-1,1-1 1,1 1 0,-1-1 0,2 1 0,6 13-1,39 67 1037,-32-62-954,9 21 168,-16-29-287,1 0 1,0-1 0,1-1-1,26 31 1,-36-48-234,0 1 0,-1 0 0,1-1 1,0 1-1,0-1 0,1 0 0,-1 1 0,3 0 0,-4-2-14,0 1-1,-1-1 1,1 0-1,-1 0 0,1 0 1,0 0-1,-1 0 1,1 0-1,-1 0 0,1 0 1,0 0-1,-1-1 0,1 1 1,-1 0-1,1 0 1,-1 0-1,1-1 0,0 1 1,-1 0-1,1-1 1,-1 1-1,0 0 0,1-1 1,-1 1-1,1 0 1,-1-1-1,1 1 0,-1-1 1,0 1-1,1-1 0,-1 1 1,0-1-1,0 1 1,1-1-1,-1 0 0,0 1 1,0-1-1,0 1 1,0-1-1,0 0 0,0 0 1,17-82-170,-14 61-247,1 0-1,1 0 1,1 0-1,1 1 1,0-1-1,21-36 1,27-30-6698,-37 60 1554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33.19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0 5218,'0'0'3277,"4"3"-1490,1 5-1339,-1 0-1,0 0 1,-1 0 0,0 1-1,0-1 1,2 14 0,6 57 647,-2 196 1633,-7-121-1887,7-89-754,-6-49-90,-1 1 0,1 18 0,-3-34-163,0-4-3782,0-11 914,0-7-1461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33.69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1 6403,'0'0'5568,"13"0"-5157,44 0 176,-50-1-432,-1 2-1,0-1 1,0 1 0,0-1 0,0 2 0,-1-1 0,1 1 0,0 0 0,0 0 0,-1 0 0,1 1 0,-1 0-1,8 5 1,-11-6-62,1 1 1,0 0-1,0-1 0,-1 1 0,0 1 0,1-1 0,-1 0 0,0 0 0,-1 1 1,1-1-1,0 1 0,-1 0 0,0-1 0,0 1 0,0 0 0,-1 0 0,1 0 1,-1-1-1,0 6 0,0-2-18,0 0 0,0 1 0,-1-1 0,0 0 0,-1 0 0,1 0 0,-1 0 0,-1 0 0,1-1 0,-1 1 0,-1-1 0,1 1 0,-1-1 0,0 0 0,0 0 0,-1-1 0,-5 6 0,-23 24 246,16-18-145,-26 33 1,40-46-156,-1 1-1,1 0 1,0 0 0,1 0 0,-1 1 0,1-1-1,0 0 1,0 1 0,1 0 0,0-1 0,0 1-1,-1 7 1,2-12-20,0 0 1,1 0-1,-1 0 0,0 0 0,0 0 1,0 0-1,1 0 0,-1 0 1,0 0-1,1-1 0,-1 1 0,1 0 1,-1 0-1,1 0 0,-1-1 0,1 1 1,-1 0-1,1 0 0,0-1 0,0 1 1,-1-1-1,1 1 0,0-1 1,0 1-1,0-1 0,-1 1 0,1-1 1,0 0-1,0 1 0,1-1 0,33 4 6,-26-4-2,17 1-9,15 1 102,1-1 0,-1-2 0,0-2 0,46-9-1,-54 1-935,-32 11 615,0-1 0,0 0 0,0 0 0,0 1 0,0-1 0,0 0 0,0 0-1,0 0 1,0 0 0,0 0 0,0 0 0,0 0 0,-1-1 0,1 1 0,0 0 0,-1 0-1,1-1 1,-1 1 0,1 0 0,-1 0 0,0-2 0,1-12-3872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34.04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77 1 16488,'0'0'5618,"-10"0"-6946,10 13-2194,-18 2 384,-2-2-1376,-8-1-1424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44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8788,'0'0'4533,"10"-10"-4306,34-30-6,-43 39-179,0 0-1,0-1 1,1 1 0,-1 0 0,1 0-1,-1 1 1,1-1 0,-1 0 0,1 0-1,-1 1 1,1-1 0,0 1-1,-1-1 1,1 1 0,0 0 0,0 0-1,-1 0 1,1-1 0,0 2 0,0-1-1,-1 0 1,1 0 0,0 1-1,-1-1 1,1 1 0,0-1 0,-1 1-1,1-1 1,-1 1 0,1 0 0,-1 0-1,1 0 1,-1 0 0,0 0-1,1 0 1,-1 1 0,0-1 0,2 3-1,7 9 196,0 2-1,-1-1 0,-1 1 1,0 1-1,-1 0 1,7 23-1,24 107 557,-34-130-714,50 313 1159,17 71-43,-68-387-1126,1 0 0,0 0 0,1-1 0,0 1 0,1-1 0,8 14 0,-13-25-59,0 1 0,0-1 0,0 0 0,1 1 0,-1-1 0,0 0 0,0 0 0,1 0 0,-1 0 0,0 0 0,1 0 0,-1 0 0,1 0 0,0 0 0,-1-1 0,1 1 0,-1-1 0,1 1 0,0-1 0,0 0 0,-1 1 0,1-1 0,0 0 0,-1 0 0,1 0 0,0 0 0,0-1 0,-1 1 0,1 0 0,0-1 0,-1 1 0,1-1 1,0 0-1,-1 1 0,1-1 0,-1 0 0,1 0 0,-1 0 0,0 0 0,1 0 0,-1 0 0,0-1 0,0 1 0,2-2 0,11-24 20,-2 1 0,-1-2 0,-1 1 1,12-54-1,-18 68-45,132-612-1533,-99 409 1615,-40 250-5512,-14 12 1523,-4 4-3166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4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0 7732,'0'0'7035,"-17"31"-6579,-53 97-37,67-123-394,1 0 0,-1 0 1,1 0-1,0 1 0,0-1 0,1 1 1,-1-1-1,1 1 0,1-1 1,-1 1-1,1 0 0,0 0 0,1 7 1,0 5 7,-1-10-30,0 0 0,1 0 0,0-1 0,1 1-1,-1-1 1,2 1 0,-1-1 0,1 1 0,3 6 0,2-1-27,-1-1 0,2 0 0,18 21 0,-26-32 22,7 8-22,-1-1 0,0 1 0,0 1 0,10 19 0,-16-27 21,0 0 0,0 1 0,0-1 0,0 1 0,0-1 0,-1 1 0,1 0 0,-1-1 0,0 1-1,0 0 1,0-1 0,0 1 0,0-1 0,0 1 0,-1 0 0,1-1 0,-1 1 0,0-1 0,0 1 0,0-1 0,0 1 0,0-1 0,-1 0 0,1 0-1,-1 1 1,1-1 0,-1 0 0,-3 2 0,-8 7 24,-2-2-1,1 1 1,-2-2 0,1 0-1,-1-1 1,-22 7-1,36-13-27,-17 4-1171,18-5 1102,1 0 0,0 0 0,-1 0 0,1 0 0,-1 0 0,1 0 0,-1 0 0,1 0 0,0 0 0,-1 0 0,1-1 0,-1 1 0,1 0 0,-1 0 1,1 0-1,0-1 0,-1 1 0,1 0 0,0 0 0,-1-1 0,1 1 0,0 0 0,-1-1 0,1 1 0,0 0 0,0-1 0,-1 1 0,1 0 0,0-1 0,0 1 0,0 0 0,-1-1 0,1 1 1,0-1-1,0 1 0,0-1 0,0 1 0,0 0 0,0-1 0,0 1 0,0-2 0,0-25-5681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45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6643,'0'0'7163,"0"0"-7130,0 0 0,0 0 0,0 0 0,1-1 0,-1 1 0,0 0 0,0 0 0,0 0 0,0 1 0,0-1 0,1 0 0,-1 0 0,0 0 0,0 0 0,0 0 0,0 0 0,0 0 0,1 0 0,-1 0 0,0 0 0,0 0 0,0 0 0,0 0 0,0 1 0,0-1 0,1 0 0,-1 0 0,0 0 0,0 0 0,0 0 0,0 0-1,0 1 1,0-1 0,0 0 0,0 0 0,0 0 0,0 0 0,0 0 0,0 1 0,0-1 0,0 0 0,0 0 0,0 0 0,0 0 0,0 0 0,0 1 0,0-1 0,0 0 0,0 0 0,0 0 0,0 0 0,0 0 0,0 1 0,0-1 0,0 0 0,0 0 0,0 0 0,-1 0 0,1 0 0,0 0 0,0 1 0,0-1 0,0 0 0,92-1 672,24 1-408,-38 1-6088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45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1 221 7828</inkml:trace>
  <inkml:trace contextRef="#ctx0" brushRef="#br0" timeOffset="1">1 221 7828,'63'-220'1920,"-60"220"-623,28 6 512,8 10-849,10-4-271,3-2-129,0-7-352,-3 0-144,-7-3-64,-7 0-176,-11 0-2401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42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0 393 4738,'0'0'-1030,"24"-9"97,70-29 735,-92 37 158,0 0 0,1 0 0,-1 0 1,0 0-1,0 1 0,0-1 0,16 9 13800,-11-48-13295,14-40 0,-12 51-695,-2 0 1,0-1-1,-2 0 0,1-37 0,-6 26-690,0 40 856,0 3-283,26 420 1970,-18-332-1272,45 239 770,-49-266-1599,-4-63 355,0 0 0,0 0 0,1 0-1,-1 1 1,0-1 0,0 0 0,0 0 0,0 0-1,0 0 1,0 1 0,0-1 0,0 0 0,0 0-1,1 0 1,-1 1-246,0-1 245,0 0 1,0 0 0,1 0 0,-1 0 0,0 0-1,0 0 1,0 0 0,1 0 0,-1 0 0,0 0-1,0 1 1,0-1 0,0 0 0,1 0 0,-1 0-1,0 0 1,0 0 0,0-1 0,1 1 0,-1 0-1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42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5923,'0'0'4351,"-1"27"-2945,-2 175 1339,4-144-1221,13 98-1,-14-156-1522,5 24 90,-5-24-90,1 1 1,-1 0 0,0-1-1,0 1 1,1 0-1,-1-1 1,0 1 0,1 0-1,-1-1 1,1 1-1,-1-1 1,1 1 0,-1-1-1,1 1 1,-1-1-1,1 1 1,-1-1 0,1 1-1,0-1 1,-1 0-1,1 1 1,-1-1 0,1 0-1,0 0 1,1 1-1,-1-3-46,-1 0 0,1 1 0,0-1 0,-1 0 0,0 0 0,1 0 0,-1 0 0,0 1 0,0-1 0,0-2 0,0 2-41,1-107-4746,-1 41-701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43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2545,'0'0'5635,"0"-7"-5118,0-18 124,0 19 3123,2 11-3407,17 56 1384,20 114-1,1 8-445,-39-180-1281,2 7 62,1 0 0,-1 0-1,8 14 1,-10-22-70,0 0 0,0-1-1,0 1 1,0 0 0,1-1-1,-1 1 1,0-1 0,1 1-1,0-1 1,-1 1 0,1-1-1,0 0 1,-1 0 0,1 0-1,0 0 1,0 0 0,0 0 0,0-1-1,0 1 1,0-1 0,0 1-1,0-1 1,2 0 0,-1 0-12,-1 0-1,1 0 1,0 0 0,-1-1 0,1 1 0,-1-1 0,1 0 0,-1 0 0,1 0 0,-1 0 0,0 0 0,1 0 0,-1-1 0,0 1 0,0-1 0,0 0 0,3-3 0,1-2-99,-1 0 0,0-1 0,8-15 0,-9 14-26,1 1-1,0-1 1,7-8 0,-10 15 114,0 1 1,0-1-1,1 0 1,-1 1-1,0 0 0,1-1 1,-1 1-1,0 0 1,1 0-1,-1 0 1,1 1-1,0-1 1,-1 1-1,1-1 0,0 1 1,-1 0-1,1 0 1,0 0-1,-1 0 1,1 1-1,3 0 0,1 0 6,0 1-1,-1 0 0,1 0 0,-1 0 0,0 1 1,1 0-1,6 4 0,2 4 67,-1 0 0,0 0 0,0 1 0,-1 1 0,-1 1 0,0-1-1,14 23 1,-20-27-3,-1 0 0,-1 0-1,1 0 1,-1 0-1,-1 1 1,0-1-1,0 1 1,-1 0 0,0 0-1,0 0 1,-1 0-1,-1 0 1,0 0-1,0 0 1,-2 11-1,1-18-44,0 1-1,0-1 0,-1 0 0,1 1 0,-1-1 0,1 0 0,-1 0 0,0 0 0,0 0 0,0 0 0,-1-1 0,1 1 0,-1-1 1,1 0-1,-1 1 0,-4 2 0,-5 2 8,-1 0-1,-23 9 1,30-13-17,-19 6-168,1-1 0,-1-1 0,0-1-1,-50 5 1,-104-5-6014,179-5 6008,-1-1-1,0 0 1,0 0-1,0 0 1,0 0-1,0-1 1,0 1-1,0 0 1,0 0-1,0 0 1,0-1-1,1 1 1,-1 0-1,-2-2 1,-5-13-2971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43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10725,'0'0'3570,"251"-22"-2514,-177 9-880,-8 1-128,-14-1-96,-17 4-560,-28 6-3090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47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0 227 5827,'0'0'7099,"0"-19"-6363,0-101 4475,0 123-5163,2 16 55,0-1 0,1 0 0,1 0 1,12 35-1,-4-13 240,19 81 438,-14-50-106,43 114 0,-56-176-623,0-1 0,0 1 0,1-1-1,0 0 1,1-1 0,9 12 0,-13-17-45,0-1 0,-1 1 0,1 0 0,0-1 0,0 1-1,1-1 1,-1 1 0,0-1 0,0 0 0,0 0 0,1 0 0,-1 0 0,1-1 0,-1 1 0,1 0 0,-1-1 0,1 0 0,-1 0 0,1 0 0,-1 0 0,1 0 0,-1 0 0,1 0 0,-1-1 0,1 0-1,-1 1 1,1-1 0,-1 0 0,3-1 0,0-2 12,-1 0 0,0 0 0,0 0 0,0 0 0,0-1 0,0 1 0,-1-1 0,0 0 0,4-7 0,-4 6-3,11-19-198,-2 1-1,-1-2 1,-1 1 0,-1-2 0,-1 1 0,7-50 0,-9 30-182,-3 0 1,-1-1-1,-6-59 0,3 94 267,-1 0-1,-1 0 0,0 1 0,0-1 0,-2 0 0,-7-15 0,9 20-5,-1-1 0,-1 0 0,0 1 0,0 0 0,0 0 0,-1 0 0,0 1 0,0 0 0,-12-9 0,16 14 92,0 0 0,-1-1 0,1 2 0,0-1 0,-1 0 0,1 0-1,0 1 1,-1-1 0,1 1 0,-1 0 0,1-1 0,-4 2 0,5 5 70,0 10 14,2 0 0,0 0 1,5 26-1,-4-36-27,-1 0 1,1 0-1,1 0 0,-1-1 1,1 1-1,0-1 0,0 1 1,1-1-1,0 0 0,0-1 1,0 1-1,0-1 0,9 7 0,-1-2 18,0-1-1,1 0 0,1-1 1,-1-1-1,1 0 0,0-1 1,0-1-1,0 0 0,1 0 1,15 0-1,19 1-1249,84-3 1,-77-2-1703,-2 0-3645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48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 7619,'0'0'5552,"-3"-2"-5186,0 0-319,-3 0 441,4 20-188,3 10 50,2 1 1,2-1 0,7 31-1,4 18 340,29 350 1568,-6-37-1664,-29-340-779,2 13 118,-11-42-3635,-2 0-3320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49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0 230 5010,'0'0'8348,"6"-2"-7958,90-19 1202,-58 11-1097,0 2 1,1 1 0,57-2 0,-40 9-256,-55 0-334,-1-3-1352,-1-7 787,-1 0 0,1 0 0,-2 1-1,1-1 1,-1 1 0,-9-18 0,4 6-644,-16-43-2160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49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11573,'0'0'3634,"237"35"-3506,-164-35 64,-7 0-192,-10-19-32,-7-3 32,-14 6-2641,-14 13-2882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49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1 394 11941,'0'0'1452,"2"-30"-1361,12-101-889,-5 71-799,0-89 0,-9 134 1823,1 6 1680,0 16-282,2 9-2141,15 99 2512,4 219 0,-14-146-1380,-1-99-490,-7-89-173,0-10-1654,0-55-5525,0 27 456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50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9332,'0'0'5379,"15"-2"-4726,-4-1-474,13-1 267,0 1-1,34-1 1,-9 3 158,-22 0-291,1 1-1,45 6 1,-70-5-271,5 1-2371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50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7668,'0'0'6312,"6"-2"-5835,9-1-55,-1 0 0,1 1-1,0 0 1,0 1-1,27 2 1,24-2-190,-60 1-285,0-1 0,0 0 1,0-1-1,0 1 0,0-1 1,6-3-1,-10 4-548,1-1-1,-1 1 1,1 0 0,-1-1 0,0 0-1,0 1 1,0-1 0,0 0-1,3-4 1,3-8-6586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51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46 296 9268,'0'0'7364,"-10"-27"-7068,-1-2-254,-12-53 1,22 79-32,1 0 0,0 1 0,0-1-1,0 0 1,0 0 0,0 0 0,1 1 0,0-1-1,-1 0 1,1 0 0,0 1 0,0-1 0,0 0-1,1 1 1,-1-1 0,0 1 0,1 0 0,0 0-1,0-1 1,-1 1 0,1 0 0,1 0 0,-1 0-1,0 1 1,0-1 0,1 1 0,-1-1 0,5-1-1,5-5 59,1-2-44,0 2 1,0 0 0,1 0-1,0 2 1,0-1 0,0 2-1,1 0 1,0 1 0,21-4-1,9 3-40,86 0 0,-120 5 28,0 0-1,0 1 1,0 0-1,0 1 0,-1 0 1,1 1-1,-1 0 1,21 9-1,-27-10 8,1 1 0,-1 0 0,1 0 0,-1 1 0,0-1 1,0 1-1,0 0 0,0 0 0,-1 0 0,0 1 0,0-1 0,0 1 0,0 0 0,-1 0 0,0 0 1,0 0-1,0 0 0,0 0 0,-1 0 0,1 7 0,0 13 117,0 0 0,-3 27 0,1-13 74,-1-7-90,-2-1 1,-1 1 0,-1-1 0,-2 0-1,-21 59 1,-77 144-26,91-205-61,-4 7-401,-18 41 1062,32-68-1487,1 1 1,0 0-1,1 0 0,0 0 1,1 1-1,0 12 0,1-9-3037,0 1-2599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51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35 9508,'0'0'6651,"1"16"-5981,6 48-14,-8-63-637,1 0-1,0 0 0,1 0 1,-1 1-1,0-1 0,0 0 1,0 0-1,1 0 0,-1 0 1,0 0-1,1 0 0,-1 0 1,1 0-1,0 0 0,-1 0 1,1 0-1,0 0 0,-1 0 1,1 0-1,0-1 0,0 1 1,0 0-1,0 0 0,0-1 1,0 1-1,0-1 0,0 1 1,0-1-1,0 1 0,0-1 1,0 0-1,0 1 0,0-1 1,0 0-1,0 0 0,0 0 1,1 0-1,-1 0 0,0 0 1,0 0-1,0 0 0,0 0 1,2-1-1,3 1-11,-5-1-5,0 0 0,0 0 1,0 0-1,-1 0 0,1 0 0,0 0 1,-1 0-1,1 0 0,-1 0 0,1-1 0,-1 1 1,0 0-1,1 0 0,-1 0 0,0-1 0,0 1 1,0 0-1,0 0 0,0 0 0,0-3 0,0 0-24,1 0-1,-1 0 1,-1 0-1,1 0 0,0 0 1,-2-6-1,1 10 39,0-1 0,0 0 1,0 0-1,0 0 0,0 0 0,0 1 0,0-1 1,0 0-1,0 1 0,0-1 0,0 1 1,0-1-1,-1 1 0,1 0 0,0-1 0,0 1 1,-1 0-1,1 0 0,0 0 0,-2 0 0,-30 0 763,23 1-471,8-1-239,0 0-1,0 0 0,0 1 1,0 0-1,1-1 1,-1 1-1,0 0 0,0 0 1,-2 1-1,-4 2-37,8-4-65,0 0 0,-1 0 0,1 0 0,0 0 0,0 0 1,0 0-1,0 0 0,0 0 0,-1 0 0,1 0 0,0 0 0,0 0 0,0 0 1,0 0-1,0-1 0,0 1 0,0 0 0,-1 0 0,1 0 0,0 0 0,0 0 0,0 0 1,0 0-1,0 0 0,0 0 0,0-1 0,0 1 0,0 0 0,0 0 0,0 0 1,0 0-1,0 0 0,0 0 0,-1-1 0,1 1 0,0 0 0,0 0 0,0 0 1,0 0-1,0 0 0,0 0 0,0-1 0,1 1 0,-1 0 0,0 0 0,0 0 1,3-34-3190,11-12-3087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3:58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51 6371,'0'0'5763,"-4"-10"-5235,-13-30-115,16 52 71,0 1-1,0-1 1,2 18 0,5 5-263,2-1 0,21 59 1,-4-13-38,53 272 384,-26 2-321,24 131 77,-5 123 255,-24-134-582,-42-424 0,-3 0 0,-3 54 0,-1-22-1,2-78-8,0-3-18,0-2 24,0 0-1,0 0 1,1 0-1,-1-1 1,0 1-1,1 0 1,-1 1-1,1-1 1,-1 0 0,1 0-1,-1 0 1,1 0-1,0 0 1,-1 0-1,1 1 1,0-1-1,0 0 1,-1 0-1,1 1 1,0-1-1,2 0 1,223-63 274,-162 49-287,103-9-1,56-5 66,-62 7-49,-10 0 6,25-3 7,226-33-32,-83 9 31,3 27 2,-221 21 6,189-27 0,-278 26-13,75-13-19,112-4 0,555 17-166,-391 3 127,-189-14 62,-51 1-11,-12 4 2,171-34 0,-83 7 62,-89 27-42,-78 7-11,-1-1 0,61-12 0,72-18 61,-105 12-16,-54 18-45,0-1 0,-1 1 0,1-1-1,0 0 1,-1-1 0,1 1-1,-1-1 1,7-8 0,-9 8 4,0 0 1,-1 0 0,1-1-1,-1 1 1,0-1 0,0 0-1,-1 1 1,1-1 0,-1 1-1,0-1 1,0 0 0,-2-7-1,1-7 45,2 10-10,-1-1-1,-1 1 0,0-1 1,0 1-1,-1-1 0,0 1 1,-6-16-1,-8-19-3,2 0-1,-13-75 1,-3-97 81,12 78-93,-16-69-50,-21-188-34,49 275 33,4 55-31,-12-71-1,-5 9-61,-4-247-1,23 333 248,0 40-4,-21 1-4,-37 1 2,1 1 0,-76 14 0,74-8-133,-120 2 0,96-8 58,51 0-63,1 2 0,-32 9-1,-33 4 4,-94 6 28,-356 26-108,323-47 45,-168 6-76,269-1 115,-339 24-2,346-17-3,-51 3 40,-196-10-1,99-4-49,37 11 16,54-3-1,-288 33-4,217-17-53,-34-21 7,163-8-73,54 1 113,29-1 1,0 2 1,0 1 0,-57 10-1,-96 33-30,151-36 261,-1-1 1,1-2-1,-49 1 0,83-6-273,0 0 0,-1 1 0,1-1-1,0 0 1,0 1 0,-1-1-1,1 1 1,0-1 0,0 1 0,-1 0-1,1-1 1,-1 1 0,1 0-1,-1-1 1,1 1 0,-1 0-1,1 0 1,-1 0 0,1-1 0,-1 1-1,0 0 1,1 1 0,7 28-2211,-6-24 1513,5 30-4894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06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25 155 9861,'0'0'5962,"-4"-6"-5460,-13-17-86,13 18 2484,6 4-2893,-1 1 0,1 0-1,-1-1 1,1 1 0,-1 0 0,1 0 0,0 0-1,-1 0 1,1 0 0,2 1 0,1 0 3,301 11 118,-96-5-110,-156-8-25,52 14-22,5-10 47,-111-3-16,1 0 0,-1 0-1,0 0 1,0 0-1,0 0 1,1 1-1,-1-1 1,0 0 0,0 0-1,0 0 1,0 0-1,1 0 1,-1 0-1,0 0 1,0 1 0,0-1-1,0 0 1,0 0-1,1 0 1,-1 0-1,0 0 1,0 1-1,0-1 1,0 0 0,0 0-1,0 0 1,0 1-1,0-1 1,0 0-1,0 0 1,0 0 0,0 1-1,0-1 1,0 0-1,0 0 1,0 1 8,0-1 0,0 0 1,0 1-1,0-1 0,0 0 0,1 1 1,-1-1-1,0 0 0,0 0 0,0 1 1,0-1-1,0 0 0,0 0 0,1 1 0,-1-1 1,0 0-1,0 0 0,0 1 0,0-1 1,1 0-1,-1 0 0,0 0 0,0 1 1,1-1-1,-1 0 0,0 0 0,0 0 1,1 0-1,-1 0 0,0 0 0,1 1 1,-1-1-1,0 0 0,0 0 0,1 0 1,-1 0-1,1 0 0,12 0 57,-13 0-9,-12-9-1183,-1-6 623,-20-29 1,26 32 413,-2 0-1,1 0 0,-2 1 1,1 1-1,-2-1 1,-13-10-1,4 16 218,9 4 1178,11 0-1062,0 1-241,1-1-1,0 1 0,-1-1 1,1 1-1,-1 0 1,1 0-1,0-1 1,-1 1-1,1 0 0,0 0 1,0 0-1,-1 0 1,1 0-1,0 0 1,-1 0-1,1 0 1,0 0-1,0 0 0,0 0 1,1 0 2,3 1 8,0-1 0,0 1 0,0 0 0,0 0 1,-1 1-1,1-1 0,0 1 0,7 4 0,38 26 144,-21-13-144,141 66-46,-170-84 10,1-1-1,-1 1 1,1 0 0,-1-1 0,1 1 0,-1 0 0,0-1 0,1 1-1,-1 0 1,0 0 0,0-1 0,0 1 0,1 0 0,-1 0 0,0-1 0,0 1-1,0 0 1,0 0 0,0 0 0,-1-1 0,1 1 0,0 0 0,0 0-1,0-1 1,-1 1 0,1 0 0,0 0 0,-1-1 0,1 1 0,-1 0-1,1-1 1,0 1 0,-1-1 0,0 1 0,1 0 0,-1 0 0,-57 58 20,39-41 23,-28 34 0,36-38-15,-6 10-161,-23 22 0,40-46-66,-1 1 0,0 0 0,1-1 1,-1 1-1,0 0 0,0-1 0,1 1 1,-1-1-1,0 1 0,0-1 0,0 0 1,0 1-1,0-1 0,0 0 0,0 0 1,0 1-1,1-1 0,-1 0 0,0 0 1,0 0-1,0 0 0,-2-1 1,-4-1-6261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07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4178,'0'0'7787,"0"-11"-5191,0 768 1150,0-757-3741,0 1-1,0 0 0,0-1 1,0 1-1,0 0 1,0-1-1,0 1 1,0 0-1,0-1 1,0 1-1,1 0 1,-1-1-1,0 1 1,0-1-1,1 1 1,-1 0-1,0-1 1,1 1-1,-1-1 1,0 1-1,1-1 1,-1 1-1,1-1 1,0 1-1,7 1-3942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07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88 5507,'0'0'6507,"5"-1"-5918,50-23 706,-44 18-1211,1 0 1,0 1-1,1 1 0,-1-1 0,1 2 1,0 0-1,25-3 0,-14 5 7,19 2 498,-41-1-520,1 0 1,-1 0-1,0 1 0,0 0 0,0-1 0,0 1 1,1 0-1,-1 0 0,0 0 0,0 0 0,-1 0 1,1 0-1,0 1 0,0-1 0,2 3 0,2 4-484,-22-29-7515,2-7 2861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08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5827,'0'0'7667,"115"-6"-7043,-69 6-239,-1 0-81,-7 0-48,-6-3-256,-4-6-32,-15-4-1089,-2 0-1776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11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11 2257,'0'0'6171,"-4"-10"-4405,2 10-1620,0 0-1,0 0 1,0 0-1,-1 0 1,1 1-1,0-1 1,0 1-1,0-1 1,0 1-1,0 0 1,0-1-1,0 1 1,-3 2-1,2 0-117,1-1 0,0 1-1,0-1 1,0 1 0,0 0-1,0 0 1,1 0 0,-3 6-1,-2 6 59,1 1-1,0 0 0,1 0 1,1 0-1,-2 30 0,4 87 415,2-69-236,-1 38 129,-14 591 2076,7-466-1460,7-226-1039,-4-6-1472,-6-21 620,1-1-1,1-1 0,-7-49 1,9 42 186,-49-466-5710,51 435 6604,-1-267 1760,6 198-1133,-1 130-738,0-1 1,1 1-1,0-1 1,0 1-1,0 0 1,0-1 0,1 1-1,0 0 1,0 0-1,0 0 1,1 0-1,0 0 1,-1 1-1,2-1 1,-1 1-1,1 0 1,-1 0-1,1 0 1,0 0-1,0 1 1,1-1-1,-1 1 1,1 0-1,0 0 1,0 1-1,0 0 1,0 0 0,0 0-1,0 0 1,10-1-1,-9 1-44,12-3 92,0 1 0,0 1-1,28-2 1,-12 5-41,-14-1 17,1 1 0,36 6 0,-50-5-51,0 1-1,0 0 1,0 0-1,0 1 1,0 0-1,0 0 1,-1 1-1,1 0 1,-1 0-1,0 0 1,8 9 0,-2-1 231,1 1 1,-2 1 0,0 0-1,-1 1 1,9 16-1,-14-21-99,1 1-1,-1 0 0,-1 1 0,0-1 1,-1 1-1,0 0 0,-1 0 0,2 15 0,-3-4 65,0-11-131,0 0 0,-1 0 0,0 0-1,-1 0 1,0 0 0,-1 0 0,-3 14-1,-3-11-23,-1 0-1,0 0 0,-1-1 0,0 0 0,-17 17 0,18-20-58,-14 15 14,-1 0 0,-1-1 0,-43 32 0,57-49-103,0 0 0,-1-1 0,1-1-1,-1 0 1,-1 0 0,1-2 0,-1 1 0,0-2 0,0 1-1,0-2 1,0 0 0,-19 1 0,29-3-38,0 0-1,1 0 1,-1 0 0,0 0 0,0-1-1,0 1 1,0-1 0,1 0-1,-1 0 1,0 0 0,0 0 0,1 0-1,-3-2 1,3 1-7,1 1 0,0-1 0,-1 1 0,1-1 0,0 0 0,0 1 0,0-1 0,0 0 0,0 0 0,1 0 0,-1 0 0,0 0-1,1 0 1,-1 0 0,1 0 0,0 0 0,0 0 0,0-2 0,-1-1-222,0-23-375,1 28 683,0-1 1,0 0-1,0 1 1,0-1-1,0 0 1,0 1-1,1-1 0,-1 0 1,0 1-1,0-1 1,1 0-1,-1 1 0,0-1 1,1 0-1,-1 1 1,0-1-1,1 1 1,-1-1-1,1 1 0,-1-1 1,1 1-1,-1-1 1,1 1-1,-1-1 0,1 1 1,0 0-1,-1-1 1,1 1-1,-1 0 0,1 0 1,1-1-1,4 1 76,0 0 0,0 1 0,0 0 0,0 0 0,0 0 0,0 1-1,0 0 1,-1 0 0,1 0 0,0 1 0,-1 0 0,0 0 0,0 0 0,0 0-1,0 1 1,8 8 0,6 7 440,-1 1-1,24 35 0,-33-44-341,63 100 1143,-46-69-701,60 74 1,-83-112-612,0 0-1,0-1 0,1 1 1,0-1-1,-1 1 0,1-1 1,0 0-1,1-1 1,-1 1-1,0-1 0,1 0 1,0 0-1,-1 0 1,1-1-1,0 1 0,0-1 1,0 0-1,0-1 1,5 1-1,-9-1-56,0 0-1,0 0 1,0 0 0,0 0 0,1-1-1,-1 1 1,0 0 0,0-1-1,0 1 1,0 0 0,0-1-1,0 0 1,0 1 0,0-1-1,0 1 1,-1-1 0,1 0 0,0 0-1,0 1 1,0-1 0,-1 0-1,1 0 1,-1 0 0,1 0-1,0 0 1,-1 0 0,1 0-1,-1 0 1,0 0 0,1-2 0,0-3-534,0 0 0,0 0 0,-1-1 0,0-8 0,0 6-353,0-34-5402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11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 4114,'0'0'4557,"1"-13"-4005,2-42 267,-2 74 4478,1 15-3669,5 68-1649,-13 530 2585,5-490-2054,1-140-553,0-16-2361,0-103-7467,0 88 4938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12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8260,'0'0'870,"34"-10"-732,105-29-122,-88 27-29,-49 12 14,-1 0 0,1 0 0,-1 0-1,1 0 1,0 0 0,-1 0-1,1 0 1,-1 1 0,1-1 0,2 2-1,-1-1 5,-1 0 67,0 1 1,0-1-1,0 1 0,0 0 0,-1 0 1,1 0-1,0 0 0,-1 0 0,1 0 0,-1 0 1,0 0-1,1 1 0,-1-1 0,0 1 1,-1-1-1,1 1 0,0-1 0,-1 1 0,1 2 1,-1-3 6,9 39 2035,3 49 1,3 18-88,-13-99-1883,4 18 451,12 39 0,-15-59-536,0 1 1,0-1-1,1 0 1,0 0-1,0 0 0,0-1 1,1 0-1,0 0 1,0 0-1,7 5 0,-9-8-47,1-1 0,-1 0 0,1-1 0,0 1 0,-1 0 0,1-1 0,0 0 0,0 0 0,0 0 0,8 0 0,-9-1-18,0 1 0,0-1 0,-1 0 0,1 0 1,0-1-1,0 1 0,0-1 0,0 1 0,0-1 0,-1 0 0,1 0 1,0 0-1,-1 0 0,1-1 0,-1 1 0,4-3 0,-2-1-68,1 0 1,-2-1-1,1 1 0,-1-1 0,0 0 0,0 0 0,3-11 0,0 1-487,5-33 1,-7 19-370,-2 0 0,-2-34 0,0 30-15,0 30 874,0 0 0,0 0 0,0 0 0,-1 0 0,0 1 0,1-1 1,-1 0-1,0 0 0,-1 1 0,1-1 0,-1 1 0,1-1 0,-1 1 1,0 0-1,-1-1 0,1 1 0,0 0 0,-1 0 0,0 1 0,1-1 1,-1 0-1,0 1 0,-1 0 0,1 0 0,0 0 0,0 0 0,-1 0 1,0 1-1,1-1 0,-1 1 0,0 0 0,1 0 0,-8 0 0,-7-2 695,-1 2 0,-25 1 0,-20-1-2712,49-1-1783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12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 4402,'0'0'7686,"-1"-3"-5119,0 11-1325,0 27-249,1 50-539,17 363 1828,-13-372-2019,-2-32-165,1 37 89,4 0 0,20 90 0,-25-163-180,0 0 0,0 0 0,1 0 0,0 0 0,1 0 0,0 0 0,5 7 0,-8-13-130,-2-24-4599,1-39 650,1 21-462,-1-7-2555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13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0 110 9332,'0'0'3554,"189"-9"-2914,-126-4-624,-8-6-16,-2-3-480,-11 0-1777,-11-3-2833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13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8292,'0'0'6461,"8"7"-5642,3 1-582,1 0-1,1 0 0,-1-2 0,1 1 1,0-1-1,0-1 0,1-1 1,20 5-1,-2-5-372,0-1-1,33-2 1,-55-1-317,-9-13-4523,-1 1 702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13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4882,'0'0'8340,"126"22"-7908,-88-16 0,-3 1-271,-4-7-161,-6 0 0,-8 0-1169,-6 0-3857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49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79 5587,'0'0'4711,"7"-13"-3545,21-39-112,-21 38 5114,-7 26-5701,-18 529 1416,10-456-1490,-25 432 1637,32-527-2969,0-1 0,-1 0 0,0 1 0,0-1 0,-5-10 0,-3-12-2327,0-10-2441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5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136 455 8020,'0'0'7166,"6"0"-6574,16 0 1,-4 0 2466,-18 19-1789,0 34-599,-10 81 0,3-62-7,3 104-1,4-132-400,-1-28-209,1 0 0,1 1 0,1-1 0,1 0-1,7 29 1,-9-41-49,1 0 1,0 1-1,0-1 0,0 0 0,1 0 0,-1 0 0,1 0 0,0-1 0,0 1 0,0-1 1,1 0-1,-1 0 0,1 0 0,0 0 0,0 0 0,0-1 0,0 0 0,0 0 1,0 0-1,1 0 0,-1 0 0,1-1 0,-1 0 0,1 0 0,4 0 0,-1 0-4,0 0-1,1-1 0,-1 0 1,0 0-1,0-1 0,0 0 1,0 0-1,0-1 0,-1 0 1,1-1-1,0 0 1,-1 0-1,1 0 0,7-5 1,-10 4-28,0 0 1,0 0-1,-1 0 1,1 0 0,-1-1-1,0 0 1,0 0-1,-1 0 1,1 0 0,-1 0-1,0-1 1,0 0-1,-1 1 1,0-1 0,0 0-1,0 0 1,-1 0 0,2-11-1,-1-5-77,0-1-1,-2 1 0,-4-40 1,3 52 82,-1 0 1,0 0 0,-1 1-1,0 0 1,0-1-1,-1 1 1,0 0 0,-1 1-1,0-1 1,-11-13-1,-6-1 49,-2 1 0,0 0 0,-1 2 0,-1 2 0,-37-22 0,31 21 63,1-1 1,1-2-1,-40-37 0,64 52-64,0 0-1,0 0 0,1-1 0,0 0 1,0 0-1,1 0 0,0 0 0,0-1 0,1 1 1,-4-17-1,4 7-43,0 0 1,1 0-1,1-1 0,2-25 1,1 32-72,0 0 0,0-1 0,1 1 0,1 0 0,0 1-1,0-1 1,1 1 0,1 0 0,-1 0 0,2 0 0,0 1 0,13-15 0,-9 12-136,1 0 1,1 1-1,0 0 0,0 1 1,2 1-1,-1 0 0,1 1 0,23-11 1,-30 17 87,-1 0 0,1 0 0,0 1 0,0 0 0,0 0 1,1 1-1,-1 0 0,0 1 0,12 0 0,-18 0 111,-1 0 1,1 0-1,0 0 0,-1 1 0,1-1 0,-1 1 1,1-1-1,-1 1 0,1-1 0,-1 1 1,1 0-1,-1 0 0,0 0 0,1 0 0,-1 0 1,0 0-1,0 0 0,0 0 0,0 0 1,0 1-1,0-1 0,0 0 0,1 3 0,0 1 13,0 0-1,-1 0 0,0 1 0,0-1 0,1 9 0,-2-10 6,3 116 486,-4-76-27,-2 15 400,-2 0 0,-23 100 0,21-128-740,2 1 0,-2 61 1,22-111-5915,5-18-1590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50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1505,'0'0'11645,"13"-8"-10695,39-20 317,-38 25-634,-9 9-41,-1 13-19,-1 1 0,0-1 0,-1 1 0,-2 0 0,-1 29 0,0-5-82,1 0-6,-6 143-108,5-181-739,1-44-15873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53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9620,'0'0'7420,"-4"-1"-6948,-6 2-174,28 5-110,7 2-60,-10-4-95,-1-1 1,1-1-1,0 0 1,0-1 0,0-1-1,27-2 1,4 0-493,20-1-742,-65 3 1200,-1 0-1,1 0 1,-1 0 0,0 0-1,1 0 1,-1 1-1,0-1 1,1 0 0,-1 0-1,0 0 1,1 1 0,-1-1-1,0 0 1,1 0 0,-1 1-1,0-1 1,0 0-1,0 1 1,1-1 0,-1 0-1,0 1 1,0-1 0,0 0-1,1 1 1,-1-1-1,0 0 1,0 1 0,0-1-1,0 0 1,0 1 0,0-1-1,0 1 1,0-1 0,0 16 119,-1-12-59,1 24 57,-18 585 2409,5-296-858,13-316-1699,-31-108-9500,24 64 5079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5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9941,'0'0'6178,"184"25"-6130,-142-25-48,-7 0-1232,-7-6-1794,-14-19-3408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53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58 112 2321,'0'0'6246,"4"-14"-6153,12-45 190,-15 57-209,-1 0 0,1 0 1,0 0-1,0 0 0,1 0 1,-1 0-1,0 0 0,1 0 0,-1 0 1,1 1-1,-1-1 0,1 1 1,0-1-1,0 1 0,-1 0 1,1 0-1,0-1 0,0 1 1,0 0-1,1 1 0,1-2 0,2 1 93,0 0 0,0 0-1,1 1 1,-1 0-1,9 0 1,-1 1 43,2-2-24,-11 1 15,0 0 0,0 0-1,0 0 1,-1 0 0,8 2 0,-10-1-133,0 0 1,-1-1-1,1 1 1,-1 0 0,1 0-1,0 0 1,-1 0-1,0 0 1,1 0 0,-1 0-1,0 1 1,1-1 0,-1 0-1,0 1 1,0-1-1,0 1 1,0-1 0,1 4-1,2 7 208,1-1 1,-2 1-1,0 0 0,0 1 0,-1-1 0,0 17 0,-2 79 989,-1-75-861,-1-13-178,-1 0 0,0-1 1,-1 1-1,-1-1 0,-1 1 0,-1-1 0,-15 29 1,3-13 101,-1 0 1,-44 56 0,57-82-290,0 0 0,-1-1 0,-9 8 0,14-14-36,1 0-1,-1 0 1,0 0 0,0 0 0,0-1-1,0 0 1,0 1 0,0-1 0,0 0-1,0 0 1,0-1 0,-1 1 0,1-1 0,-4 1-1,6-1-16,0 0 0,1 0 0,-1 0 1,0-1-1,0 1 0,0 0 0,0 0 0,0 0 0,0-1 0,0 1 0,0-1 0,1 1 0,-1 0 0,0-1 0,0 1 0,0-1 0,1 0 0,-1 1 0,0-1 0,1 0 0,-1 1 0,1-1 0,-1 0 0,1 0 1,-1 1-1,1-1 0,-1-1 0,-4-27-624,4 21 410,-2-19-1284,2-1 1,3-35-1,-2 55 1278,1 1 0,0 0 0,0 0-1,1 0 1,0-1 0,0 1-1,0 1 1,1-1 0,0 0 0,1 1-1,-1 0 1,1-1 0,10-10-1,-13 16 292,0 0-1,0-1 0,0 1 0,1 0 0,-1 0 0,1 0 0,-1-1 0,1 1 0,-1 1 0,1-1 0,-1 0 1,1 0-1,0 1 0,0-1 0,-1 1 0,1-1 0,0 1 0,0 0 0,-1 0 0,1 0 0,0 0 0,0 0 1,0 0-1,0 0 0,-1 0 0,1 1 0,0-1 0,0 1 0,-1-1 0,1 1 0,0 0 0,-1 0 0,1 0 0,-1 0 1,1 0-1,-1 0 0,2 2 0,3 3 324,-1 0 1,0 0-1,0 1 0,-1 0 1,1 0-1,4 13 1,27 63 1805,-21-44-1216,3 0 1,24 40 0,-38-73-912,-1 0 0,1-1 0,1 0 0,-1 0 0,1 0 0,-1-1 0,11 8 0,-12-10-90,0-1 1,0 1-1,-1-1 1,1 0 0,0 0-1,1 0 1,-1 0 0,0 0-1,0-1 1,0 1 0,0-1-1,1 0 1,-1 0 0,0 0-1,0-1 1,0 1 0,5-2-1,-6 1-51,0 1 0,-1-1 1,1 0-1,0 1 0,-1-1 0,1 0 0,-1 0 0,1 0 0,-1 0 0,0-1 0,1 1 0,-1 0 0,0-1 0,0 1 0,0-1 1,0 1-1,2-3 0,8-30-1298,-11 34 1356,8-51-3271,-7 0-2206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54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1 613 11301,'0'0'6585,"25"7"-5940,83 26-37,-66-23-382,1-2 0,-1-1 0,1-3-1,78-1 1,-58-3-87,-62-1-140,0 0 1,-1 1-1,1-1 0,-1 0 1,0 0-1,1 1 1,-1-1-1,0 0 1,1 0-1,-1 0 1,0 1-1,0-1 1,0 0-1,1 0 1,-1 0-1,0 0 0,0 0 1,0 0-1,-1 1 1,1-1-1,0 0 1,0-1-1,-1-2 0,1-3-6,1-28-150,-2-1 0,-1 1 0,-14-67 0,10 76 128,-6-13-41,3-1-1,1 0 1,2-1-1,-1-42 1,7 72 35,0-1-28,0 1-1,3-21 1,-2 28 58,0 1 0,0-1 0,0 1 0,1 0-1,-1-1 1,1 1 0,-1 0 0,1 0 0,0 0 0,0 0 0,1 0 0,-1 1 0,3-4 0,3 0-18,0 0 0,0 0 0,0 0 0,0 1 0,1 0 0,0 1 0,0 0 0,0 0 0,18-3 0,-6 3 55,1 1 0,-1 1 0,31 1 0,-44 0 16,0 2 0,0-1 0,-1 1-1,1 0 1,0 1 0,0 0 0,-1 0 0,1 0-1,-1 1 1,0 0 0,1 1 0,-1 0-1,-1 0 1,1 0 0,-1 1 0,0 0-1,0 0 1,0 1 0,0-1 0,-1 1 0,0 1-1,0-1 1,-1 1 0,0-1 0,0 1-1,-1 0 1,1 1 0,-2-1 0,1 0 0,-1 1-1,2 9 1,0 24 330,-2-1 0,-2 1 0,-1-1 0,-3 1 0,-1-1 1,-14 57-1,13-68-195,1 0 0,1 0 1,1 46-1,3-73-182,0-1-1,0 1 1,0-1-1,0 1 1,0-1-1,0 1 1,0-1-1,1 1 1,-1-1-1,0 0 1,1 1-1,-1-1 1,1 1-1,0-1 1,-1 0-1,1 0 1,0 1-1,0-1 1,0 0-1,0 0 1,0 0-1,0 0 1,0 0-1,0 0 1,2 1-1,1 0-14,0-1 0,0 0 0,1-1 0,-1 1 0,0-1 0,0 1 0,8-2 0,-11 1 9,14 0-135,0-1 0,-1-1-1,1 0 1,-1-1 0,1-1-1,-1 0 1,0-1 0,0 0-1,20-12 1,-19 9-266,53-26-570,-61 31 128,1 0 0,0 1 0,0 0 0,0 0 0,0 1 0,15-1 0,-11 2-5491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4:5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19737,'0'0'4306,"-3"16"-6499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05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 8852,'0'0'7347,"0"-7"-6696,3-25-37,-1 23 238,1 18 1385,41 500 484,-8-64-2152,-32-408-772,2 0 0,2-1 1,2 0-1,26 66 0,-32-90-869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06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1 205 10853,'0'0'2935,"14"-28"-2869,50-88 14,-61 112-53,-1 0-1,1 1 1,0-1-1,0 1 1,0-1-1,0 1 1,0 0-1,1 0 1,-1 0-1,1 1 0,0-1 1,6-2-1,-5 4 61,-1 0-1,0 0 0,1 0 0,-1 1 0,1-1 1,-1 1-1,0 0 0,6 1 0,4-1 211,-7 0-188,1 1 1,-1-1-1,0 1 1,0 1-1,0-1 0,0 1 1,0 0-1,0 1 0,-1 0 1,1 0-1,-1 0 1,0 1-1,0-1 0,0 2 1,0-1-1,0 1 1,5 6-1,-4-5-11,-5-4-104,0 1 1,0-1 0,1 0 0,0 1-1,-1-1 1,1-1 0,0 1 0,0 0-1,0-1 1,0 1 0,0-1-1,0 0 1,4 1 0,-6-10-1797,-1 1 831,0-1 1,-1 1 0,0 0-1,-3-13 1,-14-20-3621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06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10101,'0'0'6899,"216"34"-6755,-153-18-144,-7-7 0,-4-6-608,-10-3-1617,-7 0-2322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11621,'0'0'5811,"213"6"-5587,-165-6-224,-6 0 0,-7 0-48,-11 0-48,-6 0-96,-8-9-560,-10 3-721,0-1-144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07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11781,'0'0'4258,"178"22"-2913,-119-15-1105,-3-4-160,-7 0 32,-7 3-112,-14-3-240,-14-3-912,-7 4-1410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27.74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291 399 5282,'0'0'10800,"0"-3"-6265,-1 10-4470,0 1 0,0 0 0,-1 0 1,-1 0-1,1-1 0,-6 13 0,-6 15 109,3 5-17,2 0 1,-8 76-1,9 85 417,8-168-500,1 0 0,1 0 0,2-1 1,13 52-1,-14-74-58,0 0 1,1 0 0,0-1-1,1 0 1,0 0 0,0 0-1,1-1 1,9 11 0,-10-14-13,0 0 0,1 0 1,-1-1-1,1 0 0,0 0 1,0 0-1,1-1 0,-1 0 1,1 0-1,-1 0 0,1-1 1,0 0-1,8 1 0,-2 0-17,0-2 0,0 0-1,0 0 1,0-1 0,17-3-1,-23 2-12,0 0-1,-1 0 0,1-1 1,0-1-1,-1 1 0,0-1 1,1 0-1,-1 0 0,0-1 1,-1 1-1,9-8 0,-6 3-71,0 1 0,-1-1-1,-1-1 1,1 1 0,-1-1-1,-1 0 1,0-1 0,0 1-1,0-1 1,2-12 0,-2 6-44,-1 1 0,-1-1 1,-1 0-1,-1 0 1,0 0-1,-1-22 0,-2 28 143,1 0 0,-1 0 0,-1 0 0,0 1 0,0 0 0,-1-1 0,-1 1 0,1 0 0,-1 1 0,-1-1 0,1 1 0,-1 0 0,-15-14 0,-7-5 69,-2 1 1,-37-27 0,64 51-67,-53-35 156,-61-32 1,-12-6 171,116 66-283,0 0-1,0-1 1,1 0-1,1-1 1,0-1-1,-11-13 1,16 17-40,1-1 0,-1 0 0,1 0 0,1-1 1,-1 1-1,2-1 0,-1 0 0,2 0 0,-1 0 0,-1-15 1,2 6-95,1 0 1,0 0-1,2-1 1,0 1 0,5-22-1,-4 31 10,1-1 0,0 1-1,0 0 1,2 0 0,-1 1 0,1-1 0,0 1-1,1 0 1,0 0 0,13-14 0,-12 15-16,0 1 0,1 0 0,0 0 0,1 0 0,0 1 0,0 0 0,0 1 0,0 0 0,1 1 0,0-1 0,0 2 0,0 0 0,0 0 0,1 0 0,-1 2 0,1-1 0,14 1 0,-23 1 61,1 0 1,-1 0-1,0 0 1,1 0-1,-1 1 1,0-1 0,0 1-1,1-1 1,-1 1-1,0 0 1,0 0-1,0 0 1,0 0-1,0 1 1,0-1 0,0 0-1,0 1 1,-1-1-1,1 1 1,-1 0-1,1 0 1,-1-1 0,1 1-1,-1 0 1,0 0-1,0 0 1,0 0-1,1 5 1,1 3-36,-1 1 0,0 0 1,0-1-1,-2 1 0,1 11 0,-1-15 96,1 262 1228,-1-149-4639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28.36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144 53 3554,'0'0'11039,"0"-1"-10839,0 1 0,0 0 0,0-1 0,0 1 0,0-1 0,0 1 0,0-1 0,-1 1 0,1-1 0,0 1 0,0-1 0,0 1 0,-1 0 0,1-1 0,0 1 0,0-1 0,-1 1 0,1 0 0,0-1 0,-1 1 0,1 0 0,0-1 0,-1 1 0,1 0 0,0 0 0,-1-1 1,1 1-1,-1 0 0,1 0 0,-1-1 0,-4 4-185,-1-1 0,2 1 1,-1 0-1,0 0 0,1 1 1,-1-1-1,1 1 1,0 0-1,0 0 0,0 0 1,1 1-1,0-1 1,-6 11-1,0 2 148,0 0 0,-11 32 0,12-23 41,1 1 0,1 0-1,-3 54 1,6 82 502,4-102-362,-1-41-256,1-1 1,0 1 0,2-1-1,0 0 1,1 0 0,8 23-1,-8-33-72,-1 0 0,1-1-1,1 0 1,0 1 0,0-2 0,0 1-1,1 0 1,0-1 0,1 0 0,0-1-1,0 0 1,0 0 0,1 0-1,16 9 1,-14-10-19,1-1 0,0 0-1,0 0 1,0-1 0,0 0 0,1-1-1,-1-1 1,1 1 0,-1-2 0,15 0-1,-17-1-14,0 0 0,1 0 0,-1-1 0,0 0-1,0 0 1,0-1 0,0 0 0,-1-1 0,1 0 0,-1 0-1,0-1 1,14-10 0,-12 5-80,0 0 1,0-1-1,-1 0 0,-1 0 1,0-1-1,0 0 0,-1-1 0,0 1 1,-1-1-1,-1-1 0,0 1 1,2-15-1,1-6-291,-3 0 0,-1-1 0,-1-63 1,-2 86 348,-2-1 1,0 1-1,0-1 1,-2 1-1,1 0 0,-1-1 1,-1 1-1,0 1 1,-1-1-1,-10-19 1,-74-111 61,75 123 60,-1 1 0,-1 0 0,0 1 0,-1 1 1,-22-16-1,31 27-15,-1 0 0,1 0 0,-2 0 0,1 1 0,0 0 0,-1 1 0,1 0 0,-1 1 0,0 0 0,-10-1 0,11 3-749,1-1 0,-1 2 0,1-1 0,-9 2-1,10 3-3553,3 9-2693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29.5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 1 4690,'0'0'9156,"-1"0"-9072,1 0 0,0 0 0,0 0-1,0 0 1,-1-1 0,1 1 0,0 0 0,0 0-1,0 0 1,0 0 0,-1 0 0,1 0 0,0 0-1,0 0 1,0 0 0,-1 0 0,1 0-1,0 0 1,0 0 0,0 0 0,-1 1 0,1-1-1,0 0 1,0 0 0,0 0 0,-1 0 0,1 0-1,0 0 1,0 0 0,0 1 0,0-1-1,0 0 1,-1 0 0,1 0 0,0 0 0,0 0-1,0 1 1,0-1 0,0 0 0,0 0 0,0 1-1,-4 615 5539,4-986-9574,0 351 3819,1 0-1,1 0 0,0 0 0,8-28 0,-8 39 114,1 1 1,-1 0-1,1 0 0,0 0 0,1 1 0,0-1 1,0 1-1,0 0 0,1 0 0,0 0 1,0 0-1,0 1 0,1 0 0,8-6 1,-9 8 38,1 1 1,-1 0 0,0 0 0,1 1 0,-1-1-1,1 1 1,-1 1 0,1-1 0,0 1 0,-1 0-1,8 0 1,-2 1-25,-10-1 18,1 0 1,-1 0-1,1 0 0,-1 1 1,1-1-1,-1 1 0,0 0 1,1-1-1,-1 1 1,0 0-1,1 0 0,-1-1 1,0 1-1,0 0 1,1 0-1,-1 0 0,0 1 1,0-1-1,0 0 1,-1 0-1,1 1 0,1 1 1,15 38 321,-11-22-215,4 9 135,-1 0 1,-1 1-1,-2 0 1,4 51 0,-4 122 1429,-6-158-1201,0-304-3470,0 251 2901,1 0-1,1 0 0,0 0 1,0 0-1,0 0 1,1 0-1,1 1 0,-1 0 1,1-1-1,6-8 1,9-11-299,30-36 0,-39 52 244,-4 3 39,2 1-1,-1 0 1,14-12-1,-18 18 97,0 0-1,1 0 0,-1 0 0,0 0 0,1 0 0,0 1 0,-1 0 0,1-1 1,0 1-1,0 1 0,-1-1 0,1 0 0,5 1 0,-8 0 24,0 0 0,0 0 0,0 1 0,0-1 0,0 0 0,0 0 0,-1 1 0,1-1 0,0 1 0,0-1 0,0 1 0,-1-1 0,1 1 0,0-1 0,-1 1 0,1 0 0,0-1 0,-1 1 0,1 0 0,-1 0 0,2 1 0,7 20 228,-7-17-170,4 14 249,-1 1 1,0 0-1,-1 0 0,1 34 1,-4 86 1077,-3-67-893,2 116 635,0-189-1265,0-19-3541,0-13 649,0-8-3039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30.02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552 0 7267,'0'0'8113,"-8"2"-6648,4 3-1252,0-1 1,0 1-1,0-1 1,0 1-1,1 0 1,-1 1-1,-1 5 0,-8 10 188,-106 189 763,62-105-802,21-39-123,-109 201 822,20 7-67,122-266-973,0 0-1,0 1 1,1-1 0,0 0-1,1 1 1,0-1 0,0 13 0,1-20-158,1-1 81,1 0 0,-1-1 1,1 1-1,-1-1 0,1 0 0,-1 0 0,0 1 0,1-1 0,-1 0 0,0 0 0,0 0 0,0 0 0,1 0 0,-1-1 0,0 1 0,-1 0 0,1 0 0,0-1 0,1-1 0,17-36-361,-14 27 217,133-315-11835,-112 255 7694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30.41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26 5699,'0'0'5165,"6"-4"-4760,18-13 289,-24 16-613,1 1 1,-1-1-1,1 1 0,-1 0 1,1-1-1,-1 1 1,1 0-1,0-1 1,-1 1-1,1 0 0,0 0 1,-1 0-1,1-1 1,-1 1-1,1 0 0,0 0 1,-1 0-1,1 0 1,0 0-1,-1 0 0,1 0 1,0 0-1,-1 0 1,1 1-1,0-1 1,-1 0-1,1 0 0,-1 1 1,1-1-1,0 0 1,-1 1-1,1-1 0,-1 0 1,1 1-1,-1-1 1,1 1-1,-1-1 1,1 1-1,-1-1 0,0 1 1,1 0-1,7 25 520,-7-21-273,58 298 3979,-49-244-3809,71 596 2632,-80-646-3112,1 12 100,9 40-1,-8-54-194,-3-33-1380,0 14 910,-1 0 0,-1 0 1,0 0-1,-1 0 0,-5-14 0,-26-59-4342,28 71 3804,-18-37-4221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30.77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16 1601,'0'0'15943,"241"7"-15511,-158-7-432,-6 0 80,-14 0-176,-14 0 32,-18-7-1232,-20-2-1458,-11 3-4961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31.14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 1 19417,'0'0'5923,"0"3"-7268,0 0-48,0 0-1072,0 0-1521,-11 0-2016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36.42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2 1 9300,'0'0'8103,"1"0"-6950,1 8-89,-5 1385 2612,3-1386-3695,-1-3 5,1-1-1,0 1 1,-1-1 0,1 1-1,1 0 1,-1-1 0,1 1-1,-1-1 1,1 0-1,0 1 1,0-1 0,1 0-1,-1 1 1,1-1 0,-1 0-1,1 0 1,4 5 0,-6-8-61,0-1 1,0 1-1,0 0 1,1 0-1,-1 0 1,0 0-1,0 0 1,0 0-1,1-1 1,-1 1-1,0 0 1,0 0-1,0 0 1,1 0-1,-1-1 1,0 1-1,0 0 1,0 0-1,0 0 1,0-1-1,0 1 1,0 0-1,0 0 1,1-1-1,-1 1 1,0 0-1,0 0 1,0-1-1,0 1 1,0 0-1,0 0 1,0-1-1,0 1 1,0 0-1,-1 0 1,1 0-1,0-1 1,0 1-1,1-14-730,-1-39-6543,0 26 830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36.79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89 7700,'0'0'6429,"14"-5"-5690,48-15 80,-52 17-634,1 1-1,-1-1 0,0 2 0,1 0 1,-1 0-1,1 0 0,13 2 1,5 0 37,-18 0-135,-1 0 1,1 0-1,-1 1 0,0 1 1,0 0-1,0 0 0,0 1 1,-1 0-1,1 0 0,-1 1 1,0 0-1,-1 1 0,1 0 1,8 8-1,-17-14-141,0 1-1,1-1 1,-1 0 0,0 0-1,0 1 1,1-1 0,-1 0 0,0 0-1,1 0 1,-1 1 0,0-1-1,1 0 1,-1 0 0,1 0 0,-1 0-1,0 0 1,1 0 0,-1 0-1,0 0 1,1 0 0,-1 0 0,1 0-1,-1 0 1,0 0 0,1 0-1,-1 0 1,0 0 0,1 0 0,0-1-1,3-10-1312,-4-30-1661,-1 27 1328,-2-37-5204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37.14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13238,'0'0'2977,"216"38"-2288,-142-23-689,-12-5 16,-6-1-16,-24-3-144,-12 1-753,-16 2-1632,-4-3-2817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37.50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1 254 12998,'0'0'3959,"16"-32"-4516,48-103 87,-32 61 409,-31 69 79,3-3 3337,-4 8-3228,2 12-389,6 49 711,-2-1 0,-3 1 0,-5 61 0,0-28-126,3-30-170,-7 159 361,2-199-970,4-43-1212,0-12 502,-1-50-4274,1 37-264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37.979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54 0 8196,'0'0'9476,"-9"3"-8606,-26 5 40,35-8-879,-1 0 1,1 0 0,0 0-1,-1 0 1,1 0-1,0 0 1,-1 0 0,1 0-1,0 1 1,-1-1 0,1 0-1,0 0 1,-1 0 0,1 0-1,0 0 1,-1 1 0,1-1-1,0 0 1,-1 0 0,1 0-1,0 1 1,0-1 0,-1 0-1,1 1 1,0-1 0,0 0-1,-1 0 1,1 1 0,0-1-1,0 0 1,0 1-1,6 1 664,33 1-520,0 1 0,55 13-1,-25-3-106,-39-8-101,-15-3-522,0 0-1,27 1 1,-42-24-3642,0 3 809,0 0-2004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5:38.35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9524,'0'0'7876,"122"29"-7380,-77-20-32,-3-3-448,0-6 48,-4 0-64,-10 0-608,-4 0-1073,-13 0-2865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05.0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409 5 8132,'0'0'5712,"-3"-1"-5462,0 0-122,0 1 0,0-1 0,0 0 0,0 1 0,0 0 0,0 0 0,-1 0 0,1 0-1,0 0 1,0 0 0,0 1 0,0 0 0,0 0 0,0-1 0,0 2 0,0-1-1,0 0 1,1 1 0,-1-1 0,0 1 0,1 0 0,-1 0 0,1 0 0,0 0-1,-1 0 1,1 0 0,0 1 0,0-1 0,-2 5 0,-34 45 374,16-24-340,1 1-1,-26 51 1,30-41-40,2 1-1,1 0 1,3 1 0,1 1 0,2 0-1,-3 44 1,3 256 1360,9-323-1379,0 0 0,1 1-1,1-2 1,1 1-1,0 0 1,1-1-1,9 20 1,-8-26-49,0 0 1,0-1-1,1 1 0,1-1 1,0-1-1,1 1 0,0-1 1,0-1-1,1 0 0,0 0 1,13 8-1,-10-9-33,0-1 1,0 0-1,1-1 0,0 0 1,0-1-1,1 0 1,18 2-1,-2-2 54,0-2-1,45 0 1,-71-2-82,0-1 0,0-1 0,0 1 0,-1 0 0,1-1 0,0 0 0,0 0 0,-1-1-1,1 1 1,0-1 0,-1 0 0,0 0 0,1-1 0,-1 1 0,0-1 0,0 0 0,-1 0 0,1 0 0,0-1 0,-1 1 0,0-1 0,0 0 0,0 0 0,0 0 0,-1 0 0,1 0 0,1-6-1,0 0-88,0 1-1,0-2 1,-1 1-1,0 0 1,-1 0-1,2-18 0,-2-65-614,-2 59 559,-1 22 118,0 0 0,-1 0 0,0 0 0,0 1 0,-1-1 0,-1 1 0,0 0 0,-1 0 0,0 0 0,0 1 0,-1-1 0,-1 1 0,1 0 0,-2 1 0,1 0 0,-15-13 0,11 12 41,-1 0 0,0 1 0,0 0 0,-1 1 0,0 0-1,-1 1 1,0 1 0,0 0 0,0 1 0,0 0 0,-1 1 0,-27-3 0,24 5 34,0 0-1,-1 1 1,1 1 0,0 1-1,0 1 1,0 0 0,0 1-1,0 1 1,0 1 0,1 1-1,-28 12 1,36-13-36,-3 1-16,-1 0 0,1 1 0,0 1 0,1 0 0,0 1 0,-19 18 0,23-13-1133,7-14 1023,0 1-1,0-1 0,0 0 0,0 1 0,1-1 0,-1 0 1,0 0-1,0 1 0,0-1 0,0 0 0,1 0 0,-1 1 1,0-1-1,0 0 0,0 0 0,1 0 0,-1 1 0,0-1 1,0 0-1,1 0 0,-1 0 0,0 0 0,0 0 0,1 1 1,-1-1-1,0 0 0,1 0 0,-1 0 0,29-1-5350,17-10-2296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05.8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513 63 5843,'0'0'7777,"-2"-8"-7417,-9-26 224,11 33-516,-1-1 0,0 1 0,1 0 1,-1 0-1,0 0 0,0 0 0,1 0 0,-1 1 0,0-1 1,0 0-1,0 0 0,0 0 0,0 1 0,0-1 0,-1 1 1,1-1-1,0 1 0,0-1 0,-2 0 0,-22-2 659,20 3-595,-103-1 1293,103 2-1394,0-1 1,-1 1-1,2 0 1,-1 1-1,0-1 1,0 1-1,0 0 0,1 0 1,-1 0-1,1 1 1,-1-1-1,1 1 1,0 0-1,0 1 1,1-1-1,-1 1 0,0-1 1,1 1-1,0 0 1,0 0-1,-3 6 1,-6 11 134,1 1 0,0 0 1,-8 27-1,15-37-90,-7 17 115,2 1 1,1 0 0,1 1-1,1 0 1,2 0 0,0 40 0,4-70-187,0 0 0,0 1 0,0-1 0,0 0 0,0 1 0,0-1 0,1 0 0,-1 0 0,0 1 0,1-1 0,-1 0 0,1 0 0,-1 1 0,1-1 1,0 0-1,-1 0 0,1 0 0,0 0 0,0 0 0,0 0 0,0 0 0,0 0 0,0 0 0,0-1 0,0 1 0,0 0 0,0-1 0,0 1 0,1-1 0,-1 1 0,2 0 1,3 0 13,0 0 0,1-1 0,-1 0 0,0 0 0,10-1 0,-4 0-13,1 0-224,-1-1-1,1-1 0,-1 0 0,0-1 1,0 0-1,-1-1 0,1 0 0,-1-1 1,0 0-1,-1-1 0,1 0 0,-1-1 0,0 0 1,-1 0-1,0-1 0,9-12 0,-9 10-62,0 0-1,0-1 0,-1 0 1,-1-1-1,0 0 0,-1 0 1,0 0-1,-1-1 0,0 0 1,-1 0-1,-1 0 1,-1-1-1,3-26 0,-5-15 200,0 56 122,0 0 1,0-1 0,0 1 0,0-1 0,0 1 0,0 0 0,0-1-1,0 1 1,-1 0 0,1-1 0,0 1 0,0 0 0,0-1-1,0 1 1,0 0 0,-1-1 0,1 1 0,0 0 0,0-1 0,0 1-1,-1 0 1,1 0 0,0-1 0,-1 1 0,1 0 0,0 0 0,-1 0-1,1-1 1,0 1 0,0 0 0,-1 0 0,1 0 0,-1 0 0,1 0-1,0 0 1,-1-1 0,1 1 0,0 0 0,-1 0 0,1 0 0,0 0-1,-1 0 1,1 1 0,-1-1 0,1 0 0,0 0 0,-1 0 0,1 0-1,0 0 1,-1 0 0,1 1 0,0-1 0,-1 0 0,1 0 0,0 0-1,0 1 1,-1-1 0,1 0 0,0 0 0,0 1 0,-1-1-1,1 0 1,0 1 0,0-1 0,0 0 0,-1 1 0,-1 7 230,0 0 0,0 0 0,1 0 0,0 0 0,0 1 0,1 8 1,-1-3 47,-1 275 2738,2-57-2603,-1-221-447,-1 1 0,0 0 1,0 0-1,-1-1 1,-1 1-1,0-1 0,-1 0 1,0 0-1,0-1 0,-1 1 1,-1-1-1,0-1 1,0 1-1,-1-1 0,0 0 1,0-1-1,-15 11 0,0-1-239,0-1 0,-2-1 0,0-2 0,0 0 0,-1-2 0,-33 11 0,37-15-1042,-36 7 0,4-8-3450,27-7-1154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06.16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43 1 12038,'0'0'4994,"-18"216"-4002,4-147-480,7-9-223,4-16-257,3-13-32,0-12-256,10-54-12134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06.52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 14519,'0'0'592,"36"-1"-283,117-2-583,22 0-1709,-174 3 1999,0 0 1,0 1-1,-1-1 0,1 0 0,0 0 0,-1 0 0,1 1 0,0-1 0,0 0 0,-1 1 0,1-1 1,0 0-1,-1 1 0,1-1 0,-1 1 0,1-1 0,-1 1 0,1-1 0,-1 1 0,1 0 0,-1-1 0,1 1 1,-1 0-1,0-1 0,1 1 0,-1 0 0,0-1 0,0 1 0,1 0 0,-1-1 0,0 1 0,0 0 1,0 1-1,0 33 1026,-1-20-679,1 107 1125,-25 201-1,-19-104-48,-11 81 129,50-202-2750,5-166-5178,0 4 327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06.90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69 13446,'0'0'4530,"226"3"-4530,-177-15-1472,-10-16-2674,-11-4-3842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07.24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 0 9845,'0'0'6779,"7"13"-5702,-4-6-920,2 1 21,-1 0 0,0 0 0,0 1-1,-1-1 1,0 1 0,-1 0 0,0 0 0,0 0 0,-1 0 0,1 13-1,-5 26 901,-15 86 0,9-81-499,-3 63 0,12-99-508,-1-6-42,0 1-1,2-1 1,-1 0-1,1 1 0,3 11 1,-3-20-39,0 0 1,0 0-1,1 0 1,-1 0-1,1 0 0,-1 0 1,1-1-1,0 1 1,0-1-1,0 1 0,0-1 1,1 1-1,-1-1 1,1 0-1,-1 0 0,1-1 1,0 1-1,-1 0 1,1-1-1,0 1 0,0-1 1,4 1-1,6 1-354,1 0-1,-1-1 1,1 0-1,0-1 1,0-1-1,0 0 0,0-1 1,0 0-1,-1-1 1,1-1-1,-1 0 1,1-1-1,17-7 1,-26 8-195,-1 1 0,1-1 0,0 1 0,0 0 1,1 1-1,-1-1 0,0 1 0,0 0 0,1 0 1,7 0-1,-12-4-9315,-4-113 8788,3 91 451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07.6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42 72 3522,'0'0'10695,"1"-12"-9422,1-36-281,-2 36 505,0 14-1092,-22 344 3053,-1-4-2247,23-265-926,0-10-3206,0-151-7131,0 56 3145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08.42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 67 1169,'0'0'7005,"0"-7"-5721,-1-1-718,-1-21 4809,2 29-5335,0 0 0,1-1 0,-1 1-1,0 0 1,1 0 0,-1 0 0,1 0 0,-1 0 0,0 0-1,1 0 1,-1 0 0,0 0 0,1 0 0,-1 0 0,0 1-1,1-1 1,-1 0 0,0 0 0,1 0 0,-1 0 0,0 0-1,1 1 1,-1-1 0,0 0 0,1 0 0,-1 1 0,0-1-1,1 0 1,2 8 108,0 0-1,0 0 0,0 0 1,-1 0-1,0 0 0,0 10 1,1-5-17,6 61 813,-3 1-1,-6 113 1,-1-88-149,1-51-147,1-162-2657,27-189 1,-26 287 2005,1 0 1,1 1-1,0-1 1,1 1 0,0 0-1,9-14 1,-12 24 18,0 0 1,1 0 0,0 0 0,0 0-1,0 1 1,0-1 0,0 1-1,0 0 1,1 0 0,0 0 0,0 0-1,0 1 1,0 0 0,0 0-1,0 0 1,0 0 0,1 0-1,-1 1 1,1 0 0,-1 0 0,1 0-1,-1 0 1,6 1 0,-7 0 21,-1 0 1,0 1 0,0-1 0,0 1-1,0-1 1,0 1 0,0 0 0,0 0-1,0 0 1,0 0 0,-1 0 0,1 0-1,0 1 1,0-1 0,-1 0 0,1 1-1,-1-1 1,0 1 0,1 0 0,-1 0-1,0-1 1,1 3 0,3 6 169,0 0 0,-1 0 0,4 11-1,-5-12-91,10 32 462,-2 1-1,-2-1 1,6 64 0,-4 128 1264,-9-183-1452,-2-31-243,1 0 0,1 1 0,8 33-1,-2-138-663,37-235-3258,-45 320 3764,8-39-966,20-62-1,-24 91 933,-1 0-1,2 1 0,-1 0 0,1 0 0,0 0 0,1 1 1,0-1-1,1 1 0,-1 1 0,2-1 0,-1 1 0,9-6 0,-11 10 107,0 1-1,0-1 0,1 1 1,-1 0-1,1 0 0,-1 1 1,1 0-1,0 0 0,-1 0 1,1 1-1,0 0 0,7 0 1,-10 0-7,-1 1 1,0-1-1,0 0 1,1 1-1,-1 0 1,0-1 0,0 1-1,0 0 1,0 0-1,0 0 1,0 0-1,0 1 1,0-1-1,-1 0 1,1 1-1,0 0 1,-1-1-1,1 1 1,-1 0-1,0-1 1,1 1-1,-1 0 1,0 0 0,0 0-1,1 3 1,2 7 161,0-1 0,0 1 0,2 18 1,-4-19-70,5 36 306,-3-1-1,-1 1 0,-5 55 1,1-23-195,1-71-399,-1 0 0,1 0 0,-1 0 1,-1 0-1,-2 8 0,4-14 77,-1 0 0,1 0 0,-1 0 0,0 0 0,0 0-1,0-1 1,0 1 0,0 0 0,0-1 0,0 1 0,-1-1 0,1 1 0,0-1 0,-1 1 0,1-1 0,-1 0 0,0 0 0,1 0 0,-1 0 0,0 0 0,0 0 0,0-1 0,0 1 0,1 0-1,-5 0 1,5-1-143,-1 0-1,1 1 1,0-1-1,0 0 0,-1 0 1,1 0-1,0 0 1,-1 0-1,1-1 0,0 1 1,0 0-1,-1 0 1,1-1-1,0 1 0,0-1 1,0 1-1,0-1 1,-1 0-1,1 1 0,0-1 1,0 0-1,-1-1 1,1 0-221,0-1-1,0 1 1,0-1 0,0 0 0,0 1 0,0-1 0,1 0 0,0 1-1,-1-1 1,1-3 0,-1-48-7634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08.81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280 38 5410,'0'0'8887,"14"-6"-8129,44-19 104,-43 19 696,-15 25-283,-1-9-1091,-1 1 0,0-1 0,-1 1 1,0-1-1,0 0 0,-1 0 0,0 0 0,-11 16 0,-2 10 136,-78 163 790,-99 234 512,189-420-1598,1 0 0,0 0 0,1 0 0,0 0 0,1 1 0,1-1 0,0 25 0,5-40-331,0 0 123,0-2 0,1 1 1,-1 0-1,0-1 0,-1 0 0,1 0 0,0 0 1,-1 0-1,5-9 0,24-49-1851,-25 48 1397,9-22-4003,20-69 0,-18 31-4814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09.15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27 8660,'0'0'9079,"9"-5"-8695,28-14 37,-37 19-390,1 0-1,0-1 0,0 1 0,0-1 1,0 1-1,-1 0 0,1 0 0,0 0 1,0-1-1,0 1 0,0 0 0,0 0 1,-1 0-1,1 0 0,0 1 0,0-1 0,0 0 1,0 0-1,0 0 0,-1 1 0,1-1 1,0 0-1,0 1 0,0-1 0,-1 1 1,1-1-1,0 1 0,0 0 0,10 20 414,-8-14-265,14 41 613,-2 1 1,11 64 0,7 105 462,-16-97-750,-5-42-366,3-2 1,30 94 0,-37-142-570,-8-28-384,-1-7-3718,-8-24 717,-13-12-2455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09.53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48 12838,'0'0'6707,"185"-28"-6163,-98 18-496,-7 4-48,-14 3-576,-10 3-1137,-11 0-1824,-24 0-3331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13.76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43 8132,'0'0'5514,"0"-7"-5202,0-19 58,0 17 3943,19 405-1992,-7-203-1518,-9-129-615,9 113 82,-7-142-257,0-1 0,3 0 0,11 36-1,-16-64 1009,5 14-4544,-6-19-285,-1-11 100,-1-11-1921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14.092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0 114 8580,'0'0'4527,"16"-7"-3838,3 0-466,-3 2 0,0-2 1,0 0 0,24-16 0,-33 19-120,1 0 0,0 0 0,0 1 0,0 0 0,0 1 0,1 0 1,-1 0-1,0 1 0,1 0 0,0 0 0,8 1 0,-10 0-15,0 1 0,0 0 0,0 0 0,0 0 0,-1 1 0,1 0 0,-1 0 0,1 1-1,-1 0 1,0 0 0,0 0 0,0 1 0,10 8 0,51 53 661,-67-65-774,0 1 9,0-1 1,0 0 0,0 0 0,0 1-1,0-1 1,0 0 0,1 0 0,-1 0 0,0 0-1,0 1 1,0-1 0,0 0 0,1 0-1,-1 0 1,0 0 0,0 0 0,0 1-1,1-1 1,-1 0 0,0 0 0,0 0 0,0 0-1,1 0 1,-1 0 0,0 0 0,0 0-1,1 0 1,-1 0 0,0 0 0,0 0 0,1 0-1,-1 0 1,0 0 0,0 0 0,0 0-1,1 0 1,-1 0 0,0 0 0,0 0-1,1-1 1,-1 1 0,0 0 0,0 0 0,0 0-1,0 0 1,1 0 0,-1-1 0,0 1-1,0 0 1,0 0 0,0 0 0,0-1 0,1 1-1,-1 0 1,0 0 0,0 0 0,0-1-1,0 1 1,0 0 0,0 0 0,0-1-1,0 1 1,-1-78-6533,-5 24 1892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14.44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0 10517,'0'0'5650,"198"10"-5105,-142 2-289,0 1-128,-14-7-128,-7-3-128,-7 0-1041,-7-3-1376,-11 3-4066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15.010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0 114 5090,'0'0'9207,"4"-12"-9039,13-38-80,-16 47-74,1 0 0,0 0 0,-1 0-1,1 0 1,1 0 0,-1 1 0,0-1-1,0 1 1,1 0 0,0 0 0,-1 0 0,1 0-1,0 0 1,0 0 0,0 1 0,0-1-1,0 1 1,5-1 0,1-1 0,0 2 0,0-1-1,0 1 1,16 0 0,-18 1-25,0 0 70,1 0 0,-1 0 1,1 1-1,-1 0 0,13 3 1,-17-3-31,0 0 0,-1 1 0,1-1 1,-1 1-1,0-1 0,0 1 0,1 0 0,-1-1 0,0 1 1,0 0-1,-1 1 0,1-1 0,0 0 0,-1 0 1,1 1-1,-1-1 0,0 1 0,0-1 0,1 4 1,2 10 199,0 0 0,-2 0 0,0 0 0,0 0 1,-2 0-1,-1 23 0,0-3 109,0-18-118,0-1 0,-2 1 0,0-1 0,-1 0-1,0 0 1,-10 21 0,-4 5 465,-28 47-1,40-78-566,-1 0 0,0 0 1,0-1-1,-1 1 0,-1-2 0,1 1 1,-2-2-1,-15 14 0,24-22-115,0 0 1,0-1-1,0 1 0,0-1 0,0 1 0,0-1 0,0 1 0,0-1 1,0 1-1,0-1 0,0 0 0,0 0 0,-1 1 0,1-1 0,0 0 0,0 0 1,0 0-1,0 0 0,-1-1 0,0 1 0,1-1-18,0 1 0,1-1 0,-1 0 0,0 0 0,0 1 0,1-1 0,-1 0 0,0 0 0,1 0 0,-1 0 0,1 0 1,-1 0-1,1 0 0,-1 0 0,1 0 0,0 0 0,0 0 0,-1 0 0,1 0 0,0 0 0,0 0 0,0 0 0,0-2 0,-1-15-437,0 0-340,0 1 0,1-1 0,0 1-1,6-34 1,-5 49 778,0 0-1,0 0 1,-1 0-1,1 1 1,0-1-1,1 0 1,-1 0-1,0 1 1,0-1-1,1 1 1,-1-1-1,1 1 1,-1 0-1,1-1 1,0 1-1,0 0 1,-1 0-1,1 0 1,0 0-1,0 1 1,0-1-1,0 0 1,0 1-1,0-1 1,2 1-1,-1 0 63,0-1-1,-1 1 1,1 0 0,0 1-1,0-1 1,-1 0 0,1 1-1,0 0 1,-1-1 0,1 1-1,-1 0 1,1 0 0,-1 1-1,1-1 1,-1 0 0,0 1-1,0 0 1,1-1 0,1 4-1,5 6 211,0 1 1,-1 0-1,-1 1 0,0 0 0,6 17 0,20 37 606,-29-61-789,0-1 0,0 1-1,0 0 1,1-1-1,0 0 1,0 0-1,0 0 1,7 3-1,-10-6-69,0-1-1,0 1 1,1-1-1,-1 0 1,1 0-1,-1 0 0,1 0 1,-1 0-1,1 0 1,0-1-1,-1 1 0,1-1 1,0 0-1,0 0 1,-1 0-1,1 0 0,0 0 1,4-1-1,-4-1-44,0 1-1,0-1 1,1 1 0,-1-1-1,-1 0 1,1 0-1,0 0 1,0 0-1,-1-1 1,1 1-1,-1-1 1,4-4 0,1-5-468,0-1 0,0 1 0,-2-1 0,1 0 0,6-26 0,3-35-3270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15.49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22 10549,'0'0'7787,"28"4"-6901,89 14 0,-100-15-725,43 6 220,115 4 0,-175-13-534,1-1 0,-1 0 1,1 1-1,-1-1 0,1 0 0,-1 0 1,1 1-1,-1-1 0,0 0 0,1 0 0,-1 0 1,0 0-1,0 1 0,0-1 0,1 0 1,-1 0-1,0 0 0,0 0 0,0 0 0,0 0 1,-1 1-1,1-1 0,0 0 0,-1-1 1,1-2-471,0-18-2893,0 0-2194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15.855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 13286,'0'0'6355,"210"44"-6307,-162-38-48,-6-6-32,-14 0-1537,-7 0-720,-7-6-1953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39.526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72 158 10837,'0'0'3524,"1"-20"-2590,7-62-713,-8 80-200,1-1-1,-1 1 0,1 0 0,0-1 0,-1 1 0,1 0 0,0-1 0,1 1 0,-1 0 1,0 0-1,1 0 0,-1 0 0,1 0 0,-1 0 0,1 1 0,0-1 0,0 0 1,0 1-1,0-1 0,0 1 0,0 0 0,1 0 0,-1 0 0,0 0 0,0 0 0,1 0 1,-1 1-1,1-1 0,2 0 0,1 0 129,-3 0-86,1 0-1,0 0 1,0 0 0,-1 1-1,1-1 1,0 1 0,0 0 0,0 0-1,-3 0-47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41.9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29 167 7091,'0'0'7545,"-4"1"-6419,3 0-1068,0-1 1,0 0 0,0 1-1,1-1 1,-1 0-1,0 1 1,0-1-1,0 0 1,0 0-1,0 0 1,0 0 0,0 0-1,0 0 1,0 0-1,0 0 1,1-1-1,-1 1 1,0 0 0,0 0-1,-1-1 1,1 0-24,1-1 0,-1 1 0,1 0 1,-1 0-1,1-1 0,-1 1 0,1 0 0,0-1 1,0 1-1,0 0 0,0-1 0,0 1 1,0 0-1,0-1 0,0 1 0,0 0 0,1-1 1,-1 1-1,1-3 0,14-46 79,-10 35-139,0-1-1,3-23 0,-8 36 9,0 2 9,0 1 0,0-1 0,0 0 1,0 1-1,0-1 0,0 1 0,0-1 1,0 1-1,0-1 0,0 0 0,0 1 0,1-1 1,-1 1-1,0-1 0,0 1 0,1-1 1,-1 1-1,0-1 0,0 1 0,1-1 0,-1 1 1,1-1-1,-1 1 0,0 0 0,1-1 1,-1 1-1,1-1 0,-1 1 0,1 0 1,-1 0-1,1-1 0,-1 1 0,1 0 0,0 0 1,-1 0-1,1-1 0,-1 1 0,1 0 1,-1 0-1,1 0 0,0 0 0,0 1-9,-1-1 1,1 0-1,-1 1 0,0-1 0,1 0 0,-1 1 0,0-1 0,0 1 1,1-1-1,-1 0 0,0 1 0,0-1 0,0 1 0,1-1 0,-1 1 0,0-1 1,0 1-1,0-1 0,0 1 0,0-1 0,0 1 0,0-1 0,0 1 1,0-1-1,0 1 0,0 0 0,0 6-59,11 145 620,-8 155 0,-4-170 257,-6 276 1576,7-412-2313,0-15-29,0-116-3805,0 40-2526,0 72 4394,0-41-5928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42.5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73 1 6739,'0'0'5408,"4"9"-4680,2 12 40,-2 1-1,0-1 0,-1 1 0,1 43 1,-4 481 2703,-1-520-3304,2 0-1,1 0 1,1 0 0,1 0 0,9 30 0,-10-48-123,-1-1-1,1 1 0,1 0 1,-1-1-1,1 0 1,1 0-1,-1 0 0,1 0 1,0-1-1,1 0 1,0 0-1,-1 0 0,2-1 1,-1 1-1,1-2 0,0 1 1,0-1-1,0 0 1,0 0-1,15 4 0,-7-4 10,1-1-1,-1-1 0,1-1 0,28-1 0,-32 0-30,-4 0-4,-1 0-1,1-1 1,0 0-1,0 0 1,0-1-1,-1 0 1,1-1-1,-1 1 1,0-1-1,10-6 1,-7 3 4,-1-1 0,0 0 0,0-1 0,0 1 0,-1-2 0,10-12 0,-5 5-124,-2 0-1,0-1 0,-1 0 1,-1-1-1,0 0 1,-2 0-1,0-1 0,6-27 1,-5 8-464,-3 0-1,-1-1 1,-1-53 0,-3 63 380,-2 1 0,0 1 0,-2-1 0,-2 0 1,0 1-1,-2 0 0,0 0 0,-2 1 0,-1 0 0,-1 1 0,-30-46 1,29 52 200,-1 0 1,-1 1 0,-25-25 0,33 37 32,0 0-1,-1 0 1,0 1 0,0 0-1,0 0 1,0 1-1,-1 0 1,1 0 0,-1 1-1,0 0 1,-12-2 0,2 3 57,0 0 1,0 1 0,-35 2-1,44 0-102,0 1-1,0-1 1,0 2-1,0-1 1,1 2 0,-1-1-1,1 1 1,-14 8-1,9-4 42,1 2 0,0 0 0,1 0 0,-18 20 0,24-24-218,1 0 1,1 1 0,-1-1 0,-5 13 0,8-14-348,0 0 1,1 0 0,-1 0 0,1 0 0,0 1 0,0-1 0,0 10 0,1 5-6081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42.9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99 1 9444,'0'0'5971,"-11"169"-5267,-17-106-223,4-10-321,6-9-112,4-16 0,11-12-48,3-13-208,0-12-7588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43.6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8 171 4226,'0'0'8713,"-2"-17"-8579,-1-2-105,0-33 0,3 50-28,0-1 0,1 1-1,-1 0 1,1-1 0,0 1-1,-1-1 1,1 1 0,0 0-1,1 0 1,-1-1 0,0 1-1,0 0 1,1 0 0,-1 0-1,1 0 1,0 1 0,0-1-1,2-1 1,1-1 10,1 0 0,0 1 0,0 0 0,10-4 0,-10 4 15,6-1 46,1 1 0,0 0 0,-1 0 0,1 2 0,0-1 1,0 2-1,20 0 0,-19 0 66,-11 0-95,0 1 0,-1-1 1,1 0-1,0 1 0,0 0 1,-1 0-1,1 0 0,-1 0 1,1 0-1,-1 0 0,1 0 1,-1 1-1,1 0 0,-1-1 1,0 1-1,0 0 0,0 0 1,0 0-1,0 0 0,-1 0 0,1 1 1,-1-1-1,1 0 0,-1 1 1,2 4-1,1 3 131,0 1 0,-1 1-1,0-1 1,-1 0 0,1 13 0,2 12 225,-3 0 0,-1 1 0,-1-1 0,-3 1 0,0-1 0,-3 0 0,-1 0-1,-1 0 1,-2-1 0,-20 45 0,14-44-172,-2 0 0,-2-2 0,-1 0-1,-36 44 1,26-47-41,29-29-179,0-1 0,0 1 0,-1-1 0,1 0 0,0 0 0,0 0 0,-1 0-1,1 0 1,-1 0 0,1-1 0,-1 1 0,1-1 0,-4 1 0,6-1-9,-1 0 0,1 0 0,0 0 0,0 0 0,0 0 0,-1 0 0,1-1 0,0 1 1,0 0-1,0 0 0,-1 0 0,1 0 0,0 0 0,0 0 0,0 0 0,0 0 0,-1 0 0,1-1 0,0 1 0,0 0 0,0 0 0,0 0 0,0 0 0,-1 0 0,1-1 0,0 1 1,0 0-1,0 0 0,0 0 0,0-1 0,0 1 0,0 0 0,0 0 0,0 0 0,0-1 0,0 1 0,0 0 0,0 0 0,0 0 0,0-1 0,0 1 0,0 0 0,0 0 0,0 0 0,0-1 1,0 1-1,0 0 0,0-4-9,-2-9-466,1 0 1,1-1-1,0 1 1,1 0-1,3-14 1,-4 25 422,1-1 1,-1 0-1,1 1 0,0-1 0,0 1 1,0-1-1,0 1 0,1-1 1,-1 1-1,1 0 0,-1 0 0,1-1 1,0 1-1,0 0 0,0 1 1,0-1-1,0 0 0,0 1 0,0-1 1,1 1-1,-1-1 0,1 1 1,-1 0-1,1 0 0,-1 0 0,1 1 1,-1-1-1,1 0 0,0 1 1,0 0-1,-1 0 0,4 0 1,-2 0 95,0 0 0,0 1 0,-1-1 0,1 1 0,0 0 0,0 0 0,-1 0 0,1 1 0,-1-1 0,1 1 0,-1 0 0,0 0 0,0 0 0,1 0 0,-2 1 0,1-1 0,3 4 0,3 5 168,0 0 0,-1 1 1,10 17-1,-5-7 151,15 23 345,-7-8-221,2-2 0,40 47 0,-59-77-455,1-1-1,0 1 1,0-1 0,0 0 0,0 0-1,1-1 1,-1 0 0,1 0 0,0 0 0,0 0-1,0-1 1,12 3 0,-14-5-57,0 1 0,-1-1 0,1 0 0,0 0 0,0 0 1,-1-1-1,1 1 0,0-1 0,-1 0 0,1 0 0,-1 0 0,1-1 0,-1 1 0,1-1 0,-1 0 0,0 0 0,0 0 0,0 0 1,0 0-1,0-1 0,-1 1 0,1-1 0,4-5 0,-1-2-468,1 0 0,-1 0-1,-1-1 1,7-16 0,12-56-5166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44.58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 47 2625,'0'0'5259,"0"-6"-4352,0-2-1304,1-15 4236,1 14-32,-2 26-2794,0 56 323,-6 215 1666,5-227-2778,1-61-225,0 1-1,0 0 0,1-1 1,-1 1-1,0-1 0,0 1 1,0-1-1,0 1 0,1 0 1,-1-1-1,0 1 0,1-1 0,-1 1 1,0-1-1,1 0 0,-1 1 1,1-1-1,-1 1 0,1-1 1,-1 0-1,1 1 0,-1-1 1,1 0-1,-1 1 0,1-1 1,-1 0-1,1 0 0,-1 0 1,1 1-1,-1-1 0,1 0 1,0 0-1,-1 0 0,1 0 1,-1 0-1,1 0 0,0 0 1,0-1-1,2 1-36,0 0 0,-1 0-1,1-1 1,0 1 0,0-1 0,-1 0 0,5-2-1,1-2-221,-1 0 0,0 0 0,0-1 0,0 0 0,10-13 0,-12 13-26,1-1-1,0 1 1,1 0-1,0 0 1,0 1-1,0 0 0,12-7 1,-17 12 269,-1-1 0,1 0-1,0 1 1,-1-1 0,1 1 0,0 0-1,0 0 1,-1 0 0,1 0 0,0 0-1,0 0 1,-1 0 0,1 0 0,0 0 0,-1 1-1,1-1 1,0 1 0,-1 0 0,1-1-1,0 1 1,-1 0 0,1 0 0,-1 0 0,1 0-1,-1 0 1,0 0 0,0 0 0,1 1-1,-1-1 1,2 3 0,2 3 36,-1 1-1,0-1 1,0 1 0,4 15-1,-7-22-17,7 26 415,0 0 0,-2 0 1,5 49-1,-5 86 1248,-6-157-1632,0 0 0,-1 0 0,1 0 0,-1-1 0,0 1 0,0 0 0,-1-1-1,1 1 1,-1-1 0,0 1 0,0-1 0,-1 0 0,1 0 0,-1 0 0,-4 5 0,2-4 8,0-1 0,0 1 1,-1-1-1,0 0 1,0 0-1,0-1 1,0 1-1,0-1 1,-11 3-1,-5 0-259,0-1 0,-1-1 0,1-1-1,-1-1 1,-30-1 0,52-1 149,-1 0-1,1 0 1,0 0 0,0 0-1,0 0 1,0 0-1,0-1 1,0 1 0,0 0-1,-1-1 1,1 1-1,0-1 1,0 1 0,0-1-1,1 0 1,-1 1-1,0-1 1,0 0 0,0 0-1,0 1 1,1-1 0,-1 0-1,0 0 1,1 0-1,-1 0 1,0 0 0,1 0-1,-1 0 1,1 0-1,0 0 1,-1-2 0,0-4-600,0 0 0,1 1 1,-1-1-1,2-11 0,0-2-1503,-1-26-4716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44.98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11637,'0'0'4450,"202"57"-4081,-142-57-369,-4 0 0,-15 0-1585,-16 0-3890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45.67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97 2081,'0'0'6891,"6"-15"-5589,26-66 976,-32 81-2200,0 0 0,0 0 0,0-1 0,0 1 0,1 0 0,-1 0 0,0 0 0,0 0 0,0 0 0,0 0 0,0 0 0,0 0 0,0 0 0,1 0 0,-1 0 0,0 0 0,0 0 0,0 0 0,0 0 0,0 0 0,0 1 0,1-1 0,-1 0 0,0 0 0,0 0 0,0 0 0,0 0 0,0 0 0,0 0 0,0 0 0,0 0 0,0 0 0,1 0 0,-1 1 0,0-1 0,0 0 0,0 0 0,0 0 0,0 0 0,0 0 0,0 0 0,0 0 0,0 1 0,0-1 0,0 0 0,0 0 0,0 0 0,0 0 0,0 0 0,0 0 0,0 0 0,0 1 0,0-1 0,0 0 0,0 0 0,0 0 0,0 0 0,0 0 0,0 0 0,0 1 0,5 17 776,4 25-924,2 76 2059,-7 193 1,-5-173-980,1-138-949,-2-20-144,3-40 0,0 20-285,-1-297-3641,0 325 3909,0 0 1,0 0-1,1 1 1,1-1-1,3-11 1,-4 20 102,-1-1 0,1 1 0,0 0 1,0 0-1,0-1 0,0 1 0,1 0 0,-1 0 0,0 1 1,1-1-1,0 0 0,-1 0 0,1 1 0,0-1 0,0 1 1,0-1-1,0 1 0,0 0 0,0 0 0,0 0 0,0 0 1,1 0-1,-1 0 0,0 1 0,0-1 0,1 1 0,-1-1 1,1 1-1,3 0 0,-3 0 43,0 0 0,0 0 0,1 0 0,-1 0 1,0 0-1,0 1 0,0 0 0,0-1 0,0 1 0,0 1 0,0-1 0,0 0 0,0 1 1,0-1-1,0 1 0,-1 0 0,1 0 0,-1 0 0,1 0 0,-1 0 0,0 0 1,0 1-1,0-1 0,0 1 0,0 0 0,-1-1 0,2 5 0,9 13 329,-1 1 0,-2 1 1,0 0-1,-1 1 0,9 41 0,8 122 1381,-11-70-651,-13-105-1018,4 20 59,-5-29-137,1-1-1,-1 1 1,0-1-1,1 1 1,-1-1-1,1 1 1,0-1-1,0 1 0,-1-1 1,1 0-1,0 1 1,0-1-1,0 0 1,2 2-1,-3-3-8,0 0-1,1 0 1,-1 0-1,0 0 1,1 0-1,-1 0 1,0 1 0,1-1-1,-1 0 1,0 0-1,1 0 1,-1 0-1,0 0 1,0-1 0,1 1-1,-1 0 1,0 0-1,1 0 1,-1 0-1,0 0 1,0 0 0,1 0-1,-1-1 1,0 1-1,1 0 1,-1 0-1,0 0 1,0 0-1,0-1 1,1 1 0,-1 0-1,0 0 1,0-1-1,8-15-56,50-180-1450,-5 9-1521,-47 171 2717,4-14-159,21-42 0,-28 66 482,0-1 1,1 1-1,0 0 1,0 0-1,0 0 1,1 1-1,0 0 1,0 0-1,0 0 1,1 0-1,0 1 1,8-5-1,-12 7 40,1 1-1,-1 0 1,1 0-1,0 0 1,-1 0 0,1 0-1,0 1 1,0-1-1,-1 1 1,1 0 0,0 0-1,0 0 1,-1 0-1,1 0 1,0 1-1,0-1 1,0 1 0,-1 0-1,1-1 1,0 1-1,-1 1 1,1-1 0,-1 0-1,0 0 1,1 1-1,-1 0 1,0-1-1,0 1 1,0 0 0,0 0-1,2 3 1,2 3 71,0 0 0,-1 1 0,0 0 0,0 0 1,-1 0-1,-1 1 0,4 10 0,0 10 60,-2 0 0,-1 1 0,-1-1 1,-1 1-1,-3 34 0,0-24-95,1-19-58,-2 0 0,0-1 1,-2 1-1,0-1 0,-1 0 0,-9 22 0,13-42-189,1 1 0,-1-1 0,0 0 0,1 0 0,-1 1 0,0-1 0,0 0 0,0 0 1,0 0-1,0 0 0,0 0 0,-1 0 0,-1 1 0,3-2 7,-1 1 1,1-1 0,-1 0-1,1 0 1,-1 0-1,1 1 1,-1-1 0,0 0-1,1 0 1,-1 0-1,1 0 1,-1 0-1,0 0 1,1 0 0,-1 0-1,1 0 1,-1 0-1,0 0 1,1-1 0,-1 1-1,1 0 1,-1 0-1,1-1 1,-1 1-1,1 0 1,-1-1 0,1 1-1,-1 0 1,1-1-1,-1 1 1,1-1-1,-1 1 1,1 0 0,0-1-1,-1 1 1,1-2-1,-11-29-4335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46.1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203 39 5651,'0'0'7750,"18"-7"-6531,54-18-189,-54 19 819,-18 15-1481,-2 11-159,0-1 1,-1 1-1,-1-1 1,-1 0-1,-1-1 1,-12 29 0,2-3 78,-20 56 213,-145 418 1752,173-493-2213,0 1 1,2 0 0,0 0 0,2 0 0,-1 50 0,5-75-180,1-6-333,9-35-611,41-189-6083,-17 63-403,-19 78 3266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46.46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73 4098,'0'0'10351,"7"-12"-9209,21-39-475,-20 41-446,-5 14-7,4 30 627,-1 0 0,1 46 0,-4-41-299,13 285 2003,10 96-1211,-22-389-1320,2 0-1,1-1 1,18 53-1,-25-83-103,0 0 1,0 0-1,0 0 1,1 0-1,-1 0 0,0-1 1,0 1-1,0 0 1,0 0-1,0 0 1,0 0-1,0 0 1,0 0-1,0 0 0,0 0 1,0 0-1,0 0 1,0 0-1,1 0 1,-1 0-1,0 0 1,0 0-1,0 0 0,0 0 1,0 0-1,0 0 1,0 0-1,0 0 1,0 0-1,0 0 0,1 0 1,-1 0-1,0 0 1,0 0-1,0 0 1,0 0-1,0 0 1,-1-14-1705,-11-24-2195,-13-14-2080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6:46.8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10 13286,'0'0'4162,"233"0"-4162,-187 0-1121,-12-10-3361</inkml:trace>
  <inkml:trace contextRef="#ctx0" brushRef="#br0" timeOffset="1">440 1466 15431,'0'0'4162,"-7"-19"-10101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17.08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25 4 8148,'0'0'4522,"-4"-1"-4231,-17-1 960,21 10-440,1 74-140,13 101 0,62 526 2032,-65-591-2453,-2-28-128,20 90-1,-28-173-121,7 25-10,-7-31 6,-1 1 1,1-1-1,-1 1 0,1-1 0,0 0 1,-1 1-1,1-1 0,0 1 1,0-1-1,0 0 0,0 0 0,0 0 1,0 0-1,1 0 0,0 1 1,-2-1 413,3-1-2333,-5-7-2356,-9-20 1008,-3-11-1539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17.47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0 138 6643,'0'0'9226,"41"-12"-8818,-10 2-310,18-5 145,0 2 0,1 2 0,85-7 0,-42 11 280,17 1-3,177-34 0,-278 38-185,-7 1-755,0 1 1,0-1-1,-1 1 1,1 0-1,0-1 1,0 1-1,0 0 1,0 0-1,0 0 1,-1 0-1,4 1 1,-4 0 108,0 0 1,-1-1-1,1 1 1,0 0 0,-1 0-1,1 0 1,-1 0-1,1 0 1,-1 0 0,1 0-1,-1 0 1,0 0 0,0 0-1,1 1 1,-1-1-1,0 0 1,0 0 0,0 0-1,0 0 1,0 0-1,-1 2 1,1 30-7072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18.0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 28 7940,'0'0'5834,"-1"-3"-5375,0 20 2917,-1 103-2441,8 50 50,-3-134-593,3 1 0,15 57 0,-19-88-351,3 16 99,2-1 0,1-1-1,0 0 1,18 32-1,-23-48-117,0 1 0,1-1-1,-1 1 1,1-1-1,0 0 1,0 0 0,1-1-1,-1 1 1,1-1 0,6 3-1,-7-4-17,0-1-1,-1 1 1,1-1 0,0 0-1,0 0 1,0-1 0,0 1-1,1-1 1,-1 0 0,0 0-1,0 0 1,0-1 0,0 0-1,0 1 1,8-4 0,-8 2-3,0 0 0,1 0 0,-1 0 0,0 0 0,0-1-1,0 0 1,-1 0 0,1 0 0,-1 0 0,1 0 0,4-7 0,-1 0-6,0 0 0,-1-1 1,7-16-1,-1-2-143,-1 0 0,-2 0 0,-1-1 0,-2 0 1,5-44-1,-3-155-1108,-8 224 1240,0-8-8,0-4-147,-3-33 1,2 45 235,0 1 0,0 0 0,0 0 0,0 0 1,0 0-1,-1 1 0,0-1 0,0 0 0,0 0 0,0 1 1,-1 0-1,1-1 0,-5-3 0,7 6 389,-1 1-1037,1 0 352,-1 0 0,1 0 0,0 1 0,-1-1 0,1 0 0,0 0 0,-1 0 0,1 0 0,0 1 0,0-1 0,-1 0 0,1 0 0,0 0 0,-1 1 0,1-1 0,0 0 0,0 1 0,0-1 0,-1 0 0,1 1 0,0-1 0,0 0 0,0 1 0,0-1 0,-1 0 0,1 1 0,0-1 1,0 0-1,0 1 0,0-1 0,0 0 0,0 1 0,0-1 0,0 0 0,0 1 0,0-1 0,0 1 0,1-1 0,-1 1-407,0 6-6218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18.98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227 187 8084,'0'0'7790,"4"-11"-7657,12-38-23,-15 46-27,0-1-1,0 0 1,0 1 0,-1-1 0,0 0 0,1 1-1,-2-1 1,1 0 0,0 0 0,-1 1 0,1-1-1,-1 1 1,0-1 0,0 0 0,-1 1 0,1 0-1,-3-5 1,1 3 24,-1 0 0,1 1 1,-1-1-1,0 1 0,-1 0 0,1 0 0,-1 0 0,-8-5 0,8 7-42,-1-1-1,0 1 0,0 1 1,0-1-1,0 1 0,0 0 1,0 0-1,0 1 0,0-1 1,0 1-1,-9 2 1,-5-2 213,17 1-246,0-1 0,0 1-1,0 0 1,0 0-1,0 0 1,1 0 0,-1 1-1,0-1 1,1 1 0,-1-1-1,1 1 1,0 0-1,-1 0 1,1 0 0,0 0-1,0 0 1,0 1 0,1-1-1,-1 1 1,1-1-1,-1 1 1,1 0 0,-2 4-1,-3 7 36,1 0-1,0 1 0,-4 19 1,3 11 198,1 0-1,2 91 1,3-91-80,0-21-4,1 1 0,1-1 0,8 37 0,-8-53-154,0 1 0,1-1 0,0-1 0,0 1-1,1 0 1,0-1 0,0 1 0,1-1-1,0-1 1,0 1 0,0 0 0,1-1-1,10 8 1,-11-10-25,0-1 0,0-1 0,0 1 0,0-1 0,0 0 0,1 0-1,-1 0 1,1-1 0,-1 0 0,1 0 0,0 0 0,0 0 0,-1-1 0,1 0 0,0-1 0,-1 1-1,1-1 1,0 0 0,-1-1 0,1 1 0,-1-1 0,1 0 0,-1 0 0,0-1 0,0 1 0,0-1 0,7-5-1,-1-4-117,0 0-1,0 0 0,-1-1 0,0 0 0,-1-1 1,-1 0-1,0 0 0,-1-1 0,0 0 0,-2 0 1,1-1-1,-2 0 0,4-21 0,-1-9-720,-2-1 0,-3 1 0,-3-68 0,0 105 868,0-1 1,0 0-1,-1 0 0,-1 1 1,0-1-1,0 1 1,0 0-1,-10-17 1,13 26 2,0 0 0,0 0 0,0 1 0,0-1 0,-1 0 0,1 0 0,0 0 0,0 0 0,0 1 0,0-1 0,0 0 0,0 0 1,0 0-1,0 0 0,-1 0 0,1 0 0,0 1 0,0-1 0,0 0 0,0 0 0,-1 0 0,1 0 0,0 0 0,0 0 0,0 0 0,0 0 1,-1 0-1,1 0 0,0 0 0,0 0 0,0 0 0,0 0 0,-1 0 0,1 0 0,0 0 0,0 0 0,0 0 0,-1 0 0,1 0 0,0 0 1,0 0-1,0 0 0,0 0 0,-1 0 0,1 0 0,0-1 0,0 1 0,0 0 0,0 0 0,0 0 0,0 0 0,-1 0 0,1 0 0,0-1 1,0 1-1,0 0 0,0 0 0,0 0 0,0-1 0,-3 23-192,3-15 299,-6 74 365,7 83 1,0-62-250,2-8 78,15 93 0,27 92 155,-17-113-351,66 455 326,-90-589-299,0 42 1,-5-73-169,1 0 0,-1-1 0,1 1-1,-1 0 1,0 0 0,1-1 0,-1 1 0,1-1 0,-1 1-1,0 0 1,0-1 0,1 1 0,-1-1 0,0 1 0,0-1-1,0 0 1,0 1 0,1-1 0,-1 0 0,0 0 0,0 0-1,0 1 1,0-1 0,0 0 0,0 0 0,0 0 0,1 0-1,-1-1 1,-2 1 0,-36-2-88,34 1 82,-8-1-49,-1-1 0,1 0 0,0-1 0,0 0 0,0-1 0,1-1 0,0 0-1,0-1 1,0 0 0,1 0 0,0-1 0,-11-12 0,2 2-186,1-1 0,1-1 0,1-1-1,1 0 1,-19-32 0,27 38 164,1 0 0,0-1 0,1 1-1,1-1 1,0 0 0,-3-27 0,4 7-18,1 1 0,3-41 0,1 62 69,1 0 1,0 0-1,1 0 1,1 0 0,0 0-1,1 1 1,0 0 0,1 0-1,1 0 1,0 0 0,1 1-1,0 1 1,0-1-1,15-14 1,-13 16 30,-1 1 1,1 0-1,1 0 0,0 1 1,0 0-1,0 1 0,1 1 1,0 0-1,0 0 0,1 1 1,0 0-1,0 1 0,0 1 0,0 0 1,21-1-1,53 3 80,-85 1-209,-2-4-868,-1 0 402,1 0 0,-1 1 1,0-1-1,0 0 0,0 0 1,0 0-1,0 1 0,-4-7 1,1 1-688,-19-38-6695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19.83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204 223 4786,'0'0'5672,"2"-6"-4703,-2 5-935,2-7 731,0-1-1,0 0 1,-1 1 0,0-11-1,-34-5 954,29 21-1649,-1 1 0,1 0-1,0 1 1,-1-1 0,1 1 0,-1 0-1,0 0 1,1 0 0,-1 1-1,0-1 1,0 1 0,1 0-1,-8 1 1,-5 0 77,15-1-124,-1 1-1,1 0 1,0 0 0,0 0 0,0 0 0,-1 1 0,1-1 0,1 0 0,-1 1 0,0 0 0,0-1-1,0 1 1,1 0 0,-3 4 0,-20 29 437,15-17-299,5-11-133,0 0 1,1 0-1,0 1 0,0-1 0,1 1 0,0-1 0,0 1 1,1 0-1,-1 12 0,2 20 241,-1 8 426,10 83 1,-7-117-557,0-1 1,2 1-1,0 0 0,0-1 0,1 0 0,1 0 1,0 0-1,1-1 0,0 1 0,12 14 0,-14-21-99,0-1-1,1 0 0,-1-1 0,1 1 1,0-1-1,0 0 0,0 0 0,1-1 0,0 0 1,-1 0-1,1 0 0,10 2 0,-13-4-34,0 0 0,0-1 0,0 1 0,0-1 0,1 0 0,-1 0 0,0 0 0,0 0 0,0-1 0,0 1-1,0-1 1,0 0 0,0 0 0,-1-1 0,1 1 0,0-1 0,-1 0 0,1 0 0,-1 0 0,1-1 0,-1 1-1,0-1 1,0 1 0,3-5 0,2-3-74,-1-1-1,-1 0 1,0 0 0,0-1-1,-1 0 1,5-20-1,-1-2-527,7-46 0,-10 11-872,-3-116-1,-3 106 787,0 67 604,0-3-40,0-1 0,0 1 0,-2-1 0,0 1 0,-1 0-1,-7-26 1,9 39 243,1 8 309,4 231 2598,1-157-2431,15 79 1,-17-139-525,28 131 613,-23-120-773,1-1-1,26 56 1,-35-87-13,-1 0 0,1-1 0,0 1 0,0 0 0,-1-1 0,1 1 0,0 0 0,0-1 0,1 1 0,-1-1 0,0-1 0,1-6-250,-1-171-9496,0 127 3361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20.29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252 19 3009,'0'0'10795,"-6"-3"-10088,2 0-476,-1 1 1,1 0 0,-1 0-1,0 1 1,0-1 0,0 1 0,0 0-1,0 1 1,0-1 0,0 1-1,0 0 1,0 0 0,0 0 0,0 1-1,0 0 1,0 0 0,0 0-1,0 1 1,-8 3 0,5 1-67,-1 1 1,1 0 0,0 0-1,0 1 1,1 0 0,0 0-1,-6 9 1,4-2-1,-1 1 0,2-1 0,-10 26 0,11-21-111,2 0 1,0 0-1,1 1 1,2 0-1,0-1 1,1 28-1,1-43-76,-1 1-1,1 0 1,1 0-1,-1 0 1,1-1-1,0 1 1,1 0 0,-1-1-1,1 1 1,0-1-1,1 0 1,-1 1-1,1-1 1,0 0-1,0 0 1,0-1-1,1 1 1,0-1 0,0 0-1,0 0 1,0 0-1,1 0 1,8 5-1,17 9-246,43 19 0,-49-27 252,-1 2 1,0 1-1,-1 0 0,21 17 1,-40-27 23,1 0 0,-1 1 0,1-1 0,-1 1-1,0 0 1,-1 0 0,1 0 0,0 0 0,-1 0 0,0 1 0,0-1 0,2 8 0,-2 0 17,0 0-1,-1 0 0,-1 22 1,0-33-24,0 4 10,-1 0 1,0-1 0,-1 1 0,1 0-1,-1 0 1,1-1 0,-2 1-1,1-1 1,0 0 0,-1 1 0,0-1-1,0 0 1,0-1 0,0 1-1,-1 0 1,1-1 0,-1 0 0,0 0-1,0 0 1,-8 4 0,5-3-129,0 0 0,0 0 1,0-1-1,0 0 0,-1 0 1,0-1-1,1 0 0,-1 0 1,0-1-1,0 0 0,0 0 1,-15-1-1,23-1 59,-1 1 0,1 0-1,-1 0 1,1 0 0,-1 0 0,1-1 0,-1 1-1,1 0 1,-1 0 0,1-1 0,-1 1-1,1 0 1,-1-1 0,1 1 0,0 0-1,-1-1 1,1 1 0,0-1 0,-1 1 0,1-1-1,0 1 1,0-1 0,-1 1 0,1-1-1,0 1 1,0-1 0,0 1 0,-1-2 0,1-17-943,0 11 280,0-32-4089,0-3-4422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20.65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1 177 10597,'0'0'12069,"0"-41"-12069,0 22-112,0 3-112,0 1-432,0 2-48,0-3-481,0-2-800,0-1-1168,0 0-3634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21.01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86 18168,'0'0'5123,"11"-73"-6036,-1 70 129,-3-3-545,4 3-928,-4 3-784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24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6 198 8868,'0'0'5533,"-2"-3"-5082,2 3-436,-1-1 0,1 1 0,0-1 0,-1 1 0,1-1 0,0 1 0,0-1 0,-1 1 0,1-1 0,0 1 0,0-1 0,0 1 0,0-1 0,0 1 0,-1-1 0,1 1 0,0-1 0,0 0 0,1 1 0,-1-1 0,0 1 0,0-1 0,0 1 0,0-1-1,0 1 1,0-1 0,1 1 0,-1-1 0,0 1 0,1-1 0,-1 1 0,1-2 0,19-5 419,-3 2-220,-1 2-49,0 0 1,1 1-1,0 0 1,-1 2-1,27 2 0,-3-2-87,544 0 109,-553-2-178,-2-1 0,1-2 0,0-1-1,52-18 1,-51 14-24,0 1-1,0 1 0,1 2 0,33-2 0,378 6 39,-228 4-17,-183-4-9,-1-2-1,1-1 0,-1-1 1,49-17-1,-32 10-79,-13 5 100,1 3 0,-1 0 0,67 2-1,-44 2 2,171 1 57,-219 0-69,1 1 0,0 1 0,15 4 1,9 1 168,-20-4 544,7 0-694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27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505 535 480,'0'0'8815,"-5"-2"-7406,0 1-1027,3 1-220,0 0-1,0-1 1,1 1 0,-1-1 0,0 1 0,1-1-1,-1 0 1,1 0 0,-1 0 0,1 0 0,-3-2-1,2 2 120,1-1-1,0 0 1,0 1-1,0-1 1,0 0-1,0 0 0,0 0 1,1 1-1,-1-1 1,1 0-1,-1 0 1,1 0-1,0 0 1,-1-4-1,2-35-112,0 21 41,-1-5-186,0-1 0,2 0 0,1 1 0,9-38-1,64-194-494,-75 257 469,-1-1-1,0 1 0,0-1 1,1 1-1,-1-1 1,0 1-1,1 0 0,-1-1 1,0 1-1,1-1 0,-1 1 1,1 0-1,-1 0 1,1-1-1,-1 1 0,1 0 1,-1 0-1,1-1 1,-1 1-1,1 0 0,-1 0 1,1 0-1,-1 0 1,1 0-1,-1 0 0,1 0 1,-1 0-1,1 0 0,-1 0 1,1 0-1,-1 0 1,1 0-1,-1 0 0,1 0 1,-1 1-1,1-1 1,-1 0-1,1 0 0,-1 1 1,1-1-1,-1 0 0,1 0 1,-1 1-1,0-1 1,1 1-1,-1-1 0,1 1 1,2 4 12,-1 0 1,1 0-1,-1 0 1,0 0-1,-1 1 1,1-1-1,-1 0 1,1 10-1,1 3 15,28 154 959,14 293-1,-38 169 471,-16-444-1324,6-163-80,-2-1 0,-1 1 0,0-1-1,-21 47 1,24-66-34,0 0 0,-1 0 0,0 0 0,0 0 0,-1-1 0,0 0 0,0 0-1,0 0 1,-6 5 0,6-7-1,-1-1 0,1 1 0,0-1 0,-1-1-1,0 1 1,1-1 0,-1 0 0,0 0 0,0 0-1,0-1 1,-10 1 0,-3 0-100,0 0 0,0-2 0,0 0 0,0-1 1,0-1-1,0-1 0,0-1 0,0 0 0,-34-14 0,21 4-430,2-2 0,0 0 1,0-2-1,2-1 0,-32-28 0,54 41 351,0 0 0,0 0 0,1 0 0,0-1 0,0 0 0,1 0-1,-1-1 1,1 1 0,1-1 0,0 0 0,0 0 0,0 0 0,-2-16-1,4 17-338,1 0-1,-1 0 1,1-1-1,1 1 1,0 0-1,0 0 0,0 0 1,1 0-1,-1 0 1,6-12-1,1 5-1228,0 1-1,0-1 1,12-12-1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27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7619,'0'0'5443,"35"170"-3634,-25-92-32,-6-6-705,-1-12-63,0-16-353,1-16-480,3-12 16,-4-10-192,1-6-112,-4-9-1233,0-32-1232,0-6-784,-4-3-2498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27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91 173 15463,'0'0'2881,"-11"-103"-4049,-3 77-689,-10 4-1232,-18 0-3538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28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13718,'0'0'4802,"24"-3"-5906,25 3-513,10 0-1088,4 12-2561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28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6099,'0'0'6272,"3"-2"-5840,-3 2-453,15-7 1003,-14 7-949,-1 0-1,1 0 1,0 0-1,-1 0 1,1 0-1,-1 0 1,1 0 0,-1 0-1,1 0 1,-1 1-1,1-1 1,-1 0-1,1 0 1,-1 1-1,1-1 1,-1 0-1,1 1 1,-1-1-1,0 0 1,1 1-1,-1-1 1,1 1-1,-1-1 1,0 1 0,1-1-1,-1 1 1,0-1-1,0 1 1,0-1-1,1 1 1,-1-1-1,0 1 1,0-1-1,0 2 1,8 31 469,-3 0 1,0 1 0,-1 60-1,-3-81-426,2 587 2897,-5-314-2136,2-286-838,0 1 0,0-1 0,1 0 0,-1 0 0,0 0 0,0 1 1,0-1-1,0 0 0,1 0 0,-1 0 0,0 0 0,0 0 0,0 0 0,1 1 0,-1-1 0,0 0 0,0 0 1,1 0-1,-1 0 0,0 0 0,0 0 0,0 0 0,1 0 0,-1 0 0,0 0 0,0 0 0,1 0 0,-1 0 1,0 0-1,0 0 0,1 0 0,-1 0 0,0 0 0,0-1 0,0 1 0,1 0 0,-1 0 0,0 0 1,9-4-80,-4 0 1,-1-1-1,-1 1 1,1-1-1,-1 0 1,1 0-1,-2-1 1,1 1-1,0 0 1,2-11-1,1 1-245,129-301-5024,-126 296 5242,0-2 0,-1 1 0,5-27 1,-13 48 125,0-1 1,1 1 0,-1 0-1,0-1 1,0 1 0,0 0-1,0-1 1,0 1-1,0 0 1,0-1 0,0 1-1,0 0 1,0-1 0,0 1-1,0 0 1,0-1 0,0 1-1,0 0 1,0-1 0,0 1-1,0 0 1,-1-1 0,1 1-1,0 0 1,0-1 0,0 1-1,-1 0 1,1 0-1,0-1 1,0 1 0,-1 0-1,1 0 1,0-1 0,0 1-1,-1 0 1,1 0 0,0 0-1,-1 0 1,1-1 0,0 1-1,-1 0 1,1 0 0,-1 0-1,-14 4 146,11-1-118,0 0 0,-1 0 0,2 0 0,-1 0 0,0 1 0,1-1 0,-1 1 0,1 0 0,0 0 0,0 1 0,1-1 0,-3 5 0,-4 8 330,-10 34-1,11-24 79,1 1 0,1 1 0,2-1 0,0 1 0,2-1 0,2 1 0,0 0 0,5 30 0,-4-53-399,0 0 0,0 1 0,1-1 0,0 1-1,0-1 1,1 0 0,0 0 0,0 0 0,0-1 0,1 1 0,-1-1 0,1 0 0,8 8 0,-5-7-29,0 0 0,0-1 0,1 1 1,0-1-1,0-1 0,0 0 0,1 0 1,14 4-1,5-1-41,1-1 0,0-1 0,1-2 0,56 0 0,-76-3-191,0-1-1,0 0 1,0-1 0,0 1 0,0-2-1,0 0 1,0 0 0,-1 0 0,0-1 0,1-1-1,12-8 1,-14 8-496,-1-1 0,1-1 0,-1 1 0,0-1 0,0 0 0,-1-1 0,8-11 0,6-19-4378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29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259 173 7940,'0'0'5143,"8"-11"-4332,27-35 192,-33 44-880,-1 0-1,0 0 0,1 0 0,-1-1 0,0 1 0,0 0 1,-1-1-1,1 1 0,0 0 0,-1-1 0,0 1 0,1-1 0,-1 1 1,0-1-1,0 1 0,0-1 0,-1 1 0,0-4 0,0-5 36,1 10-151,-1-1 1,1 1-1,-1 0 0,1 0 0,-1 0 1,1 0-1,-1 0 0,0-1 1,1 1-1,-1 0 0,0 1 0,0-1 1,0 0-1,0 0 0,0 0 1,0 0-1,0 1 0,-2-2 1,-24-13 93,21 12-58,-5-1 15,0 0-1,0 1 1,0 1 0,0 0 0,0 0 0,0 1-1,0 1 1,0 0 0,-15 1 0,-6 0-17,30-1-30,-1 1 1,1 0-1,-1-1 1,1 1-1,-1 0 1,1 0-1,-1 1 1,1-1-1,0 0 1,0 1-1,0-1 1,0 1-1,0 0 1,0-1-1,0 1 1,0 0-1,1 0 1,-1 1-1,1-1 1,-1 0 0,1 0-1,0 1 1,-2 4-1,-2 5 81,1 0-1,0 0 1,-4 20 0,-7 69 1177,4 1 0,3 140 0,7-228-1191,1-1 0,1 1 1,1-1-1,5 24 0,-6-33-72,0-1 0,0 1 0,1-1 0,-1 0 1,1 1-1,0-1 0,0 0 0,0 0 0,0-1 0,1 1 0,-1 0 0,1-1 0,0 1 0,0-1 0,-1 0 0,2 0 0,-1 0 0,0 0 0,0 0 0,0-1 1,1 0-1,3 2 0,2-1-51,0 0-1,0-1 1,0 0 0,0 0 0,1-1 0,-1 0 0,0 0-1,0-1 1,0 0 0,0-1 0,0 0 0,0-1 0,0 1-1,-1-2 1,1 1 0,-1-1 0,0 0 0,0-1 0,0 0-1,-1 0 1,0-1 0,0 0 0,8-9 0,-5 4-47,0 0-1,-1 0 1,-1-1 0,0-1 0,0 1-1,-1-1 1,-1 0 0,0-1-1,-1 0 1,0 1 0,-2-2 0,1 1-1,-2 0 1,2-17 0,-2 8-173,-1 7 46,0 1-1,-1-1 0,0 1 0,-5-27 1,5 41 226,0 0 0,0 0 0,0 1 1,0-1-1,0 0 0,0 1 1,0-1-1,-1 0 0,1 1 1,0-1-1,0 0 0,-1 1 1,1-1-1,-1 1 0,1-1 1,0 0-1,-1 1 0,1-1 0,-1 1 1,1 0-1,-1-1 0,0 1 1,1-1-1,-1 1 0,1 0 1,-2-1-1,1 2 13,0-1 1,1 1 0,-1 0-1,0 0 1,1 0-1,-1 0 1,0 0-1,1 0 1,-1 0-1,1 0 1,0 0-1,-1 0 1,1 0-1,0 0 1,0 0-1,-1 0 1,1 0 0,0 0-1,0 0 1,0 0-1,0 0 1,1 2-1,-2 159 1312,1-87-946,0-48-265,2 1 0,0-1 0,2 0-1,10 36 1,-12-54-129,0-1-1,1 1 1,0-1-1,1 0 1,-1 0-1,2 0 1,-1-1-1,1 1 1,0-1-1,1 0 1,0-1-1,0 1 1,0-1-1,1 0 1,-1-1-1,2 0 1,10 7-1,-14-10-277,1 0 1,0 0-1,-1-1 0,1 0 0,0 0 1,0 0-1,0 0 0,9-1 0,-1-2-3166,-10-8-1761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31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22 123 5090,'0'0'4088,"0"-11"-3408,0 3-556,0-4 569,0 0 0,0 1 0,-1-1-1,-5-22 1,0 25-128,5 8-523,0 1 0,0-1 1,1 0-1,-1 0 1,1 1-1,-1-1 0,1 0 1,-1 0-1,1 0 0,-1 0 1,1 0-1,0 1 1,-1-3-1,1 2-47,0 6-17,10 298 799,0-75 759,-5 503 1232,-6-490-2604,1-232-177,1 11 24,-1-20-17,0 1 0,0-1 0,0 1 1,0-1-1,0 1 0,1-1 0,-1 1 0,0-1 0,0 1 0,1-1 0,-1 0 0,0 1 0,1-1 1,-1 1-1,0-1 0,1 0 0,-1 1 0,1-1 0,-1 0 0,1 0 0,-1 1 0,1-1 0,-1 0 0,0 0 1,1 0-1,-1 1 0,1-1 0,0 0 0,0 0-21,-1 0-1,1 0 1,0 0-1,-1 0 1,1 0 0,-1 0-1,1 0 1,-1 0-1,1 0 1,-1-1-1,1 1 1,-1 0 0,1 0-1,-1 0 1,1-1-1,-1 1 1,1 0 0,-1-1-1,1 1 1,-1 0-1,1-1 1,-1 1-1,0-1 1,1 1 0,-1 0-1,0-1 1,1 1-1,-1-2 1,4-4-346,-1 0 1,0-1-1,0 0 1,-1 0-1,0 0 1,0 0-1,-1 0 1,1-13-1,0-67-4319,-2 60 2746,0-50-4148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32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1 299 4162,'0'0'3852,"14"-33"-3003,50-103-142,-61 130-645,1-1 1,0 1 0,0 0-1,0 0 1,1 0-1,0 1 1,0-1 0,1 1-1,-1 0 1,1 1-1,0-1 1,1 1 0,-1 0-1,1 1 1,9-4-1,-5 2 73,5-2 207,1 1-1,0 0 1,0 1 0,1 1-1,27-2 1,90 1 1429,-129 5-1702,4 0 122,1 0 0,-1 1 0,0 0 0,0 1 1,0 0-1,0 0 0,0 1 0,18 8 0,-21-7-85,0 1 0,0-1 0,-1 1 1,0 0-1,0 0 0,0 1 0,-1 0 0,0 0 0,0 0 1,0 0-1,-1 1 0,5 8 0,-3-3 75,-1 1 0,0 0 0,-1 1 0,0-1 0,-1 1 0,-1 0 0,0-1 0,-1 1 0,0 0 0,-2 15 0,0-9 22,-2 1-1,0 0 1,-1-1 0,-1 0-1,0 0 1,-12 25 0,-1-6-11,-3 0 0,-46 64 1,-65 61 43,97-126-301,-1-1 1,-49 38-1,80-70-27,0-1 1,-1 0 0,1 0-1,-1 0 1,0-1 0,-1 1-1,1-1 1,0-1 0,-1 0-1,0 1 1,1-2 0,-8 2-1,13-3 54,1 0 0,0 0 0,-1 1-1,1-1 1,0 0 0,-1 0-1,1 0 1,-1 0 0,1 0 0,-1 0-1,1 0 1,0 0 0,-1 0 0,1 0-1,-1 0 1,1 0 0,0 0 0,-1 0-1,1-1 1,-1 1 0,1 0-1,0 0 1,-1 0 0,1 0 0,0-1-1,-1 1 1,1 0 0,0 0 0,-1-1-1,1 1 1,0 0 0,0-1-1,-1 1 1,1 0 0,0-1 0,0 1-1,0 0 1,-1-1 0,1 1 0,0-1-1,0 1 1,0 0 0,0-1-1,0 1 1,0-1 0,0 1 0,0-1-1,0 1 1,0 0 0,0-1 0,0 1-1,0-1 1,1 0-23,-1-1 0,1 1 1,0 0-1,-1 0 0,1 0 0,0-1 0,0 1 0,0 0 1,0 0-1,0 0 0,0 0 0,0 1 0,0-1 1,0 0-1,2 0 0,5-2 36,0 0 0,0 1 0,0 1 0,0-1 0,0 1 0,15 0 0,60 4 240,-56 1-8,0 0 1,0 2-1,-1 1 0,0 1 0,0 1 0,0 1 1,-1 1-1,-1 2 0,31 20 0,-7 1 62,-1 2 0,-2 1 0,53 57 0,-32-14-197,-51-60-342,1 0 0,1-1 0,23 21 0,-37-38-305,5 3-273,-3-4-3551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32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300 163 7652,'0'0'7800,"14"-27"-6911,42-82-49,-42 82-66,-16 27-104,0 0-612,0 0 1,-1 1 0,1-1 0,0 0 0,0 1-1,0 0 1,0-1 0,0 1 0,0 0-1,0 0 1,0 0 0,0 0 0,0 1 0,1-1-1,-1 0 1,-2 3 0,-21 31 91,21-29-78,-121 219 1114,20 10-194,93-209-923,1 0-6,-2 1-34,1 1 0,2-1 0,1 2 0,-10 49 0,18-67-865,4-27 320,4-18-272,59-181-5026,-20 72-1495,-29 86 1488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33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41 6787,'-61'-26'2369,"52"18"2648,14 4-3597,12 1-293,-15 4-1062,0-1 0,-1 0 1,1 1-1,-1 0 0,1-1 1,0 1-1,-1 0 0,1-1 0,-1 1 1,0 0-1,1 0 0,-1 0 1,0 0-1,1 1 0,-1-1 1,0 0-1,0 1 0,0-1 1,0 0-1,1 4 0,18 37 356,-15-29-220,41 106 1061,41 171 1,-5-12-478,-76-262-787,-3-6 19,0 1-1,1 0 0,0-1 0,1 0 0,0 0 1,1 0-1,0 0 0,0-1 0,12 12 0,-17-28-758,-1 4 567,1-8-534,-1-1 0,-1 1 0,0 0 0,-1 0 0,0 0 0,0 0 0,-1 0 0,0 1 0,-1-1 0,-1 1 0,-10-19 0,-28-33-5550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33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0 509 12406,'0'0'5490,"199"0"-4657,-108 0-785,-8-19-48,-9 1-192,-19-4-1537,-9-4-2465,-8 1-5170</inkml:trace>
  <inkml:trace contextRef="#ctx0" brushRef="#br0" timeOffset="1">1113 1 11365,'0'0'5043,"66"25"-4675,-28-22-112,4-3-256,-4 0 176,-6 0-176,-11 0-1153,-11 0-1008,-10-6-1424,0-7-1746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33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95 5891,'0'0'10052,"206"-69"-10052,-157 66-64,-11-4-48,-6 1-1569,-8-3-3121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35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0 339 1857,'0'0'13734,"1"-13"-12053,8-25-1415,-6 28-300,0 0 0,-1 0 0,1-13 1,-1-21-245,4-53-222,-4 85 480,1 1 0,-1-1-1,2 1 1,-1 0-1,2 0 1,6-13-1,-10 23 560,6 23-339,6 27 653,10 87 1,-6 57 599,-14-156-1243,6 118 583,1 13-104,33 180 0,-15-244-531,-32-106-383,1 0-1,0 0 1,1 0 0,-1 0 0,0 0-1,-4-5 1,-1-3-307,0-1 0,0 0 0,1 0 0,1 0-1,0-1 1,0 0 0,1 0 0,-5-17 0,7 14-1100,0 0 0,0 1-1,2-1 1,-1-19 0,2-15-5897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36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17 2881,'-2'-7'15124,"-5"24"-13858,-5 30-1371,5-1 529,2 0 0,2 0 0,4 63 0,0-39-26,-2-34-217,1 28 257,2 1 0,12 75 0,-11-122-385,1 1 0,1-1 0,0 1 1,1-1-1,1-1 0,1 1 0,1-1 0,0-1 0,1 0 0,1 0 0,0-1 0,16 16 0,-20-24-49,1 0-1,0-1 1,0 1-1,1-2 1,-1 1-1,1-1 1,1-1-1,-1 0 1,1 0-1,13 3 0,-2-2 25,1-2 0,-1 0 0,41-1 0,-57-2-22,1 0 0,0-1 1,0 1-1,0-1 0,0 0 0,-1-1 1,1 1-1,0-1 0,-1 0 0,0-1 1,1 1-1,6-6 0,-5 3-37,-1-1 0,0 0-1,0 0 1,0 0 0,-1-1-1,0 0 1,0 0 0,5-10 0,-2 1-105,-1-1 1,-1 1-1,0-1 1,-1-1-1,0 1 1,-2-1-1,2-20 1,0-129-927,-5 117 807,0 29 222,-1 1 0,-1-1 0,0 1 0,-1-1 0,-2 1 0,0 0 0,-1 1 0,-16-36 0,6 22-37,-1 0 0,-2 1 0,-1 1-1,-37-43 1,47 63 40,0 0 0,-1 0 0,0 1 0,-1 1 0,0 0 0,-1 0 0,0 1 0,0 1 0,-1 0 0,1 1 0,-1 1 0,-1 0 0,-27-6 0,4 7-108,-1 2-1,-59 4 0,97-2 63,-1 0-1,1 0 1,-1 0-1,0 0 0,1 0 1,-1 1-1,0-1 1,1 1-1,-1-1 1,1 1-1,-1 0 1,1-1-1,-1 1 1,1 0-1,0 0 0,-1 0 1,1 0-1,0 0 1,0 0-1,0 0 1,-1 1-1,1-1 1,1 0-1,-1 0 0,0 1 1,-1 2-1,1 1-461,0 0 0,0-1 0,0 1 0,1 0 0,0 0 0,0 1 0,0 4 0,1 6-1849,-1 6-3435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37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24 842 8212,'0'0'7262,"-5"4"-6475,1-2-636,-9 10 371,12-12-500,1 1 0,0 0 0,0-1-1,0 1 1,0-1 0,-1 1 0,1-1-1,0 1 1,0 0 0,0-1 0,0 1-1,0-1 1,1 1 0,-1-1 0,0 1-1,0 0 1,0-1 0,0 1 0,1-1-1,-1 1 1,0-1 0,0 1 0,1-1-1,-1 1 1,1-1 0,-1 1 0,0-1-1,1 0 1,-1 1 0,1-1 0,-1 1-1,1-1 1,-1 0 0,1 0 0,0 1-1,8 5 152,0 0 1,1-1-1,0 0 0,0-1 0,0 0 0,0 0 0,1-1 0,0 0 0,17 1 0,11 0 114,54-3-1,-60-1-202,-23 0-80,0 0 0,0-1-1,0 0 1,0-1-1,0 0 1,-1 0 0,1-1-1,-1 0 1,1-1 0,-1 0-1,0 0 1,-1-1 0,1-1-1,-1 1 1,0-1 0,0 0-1,-1-1 1,13-13 0,-14 12-18,-1 0 0,1-1 0,-1 1 0,-1-1 0,0 0 0,0 0 0,-1 0 0,0 0 0,0-1 1,-1 1-1,0-1 0,-1 0 0,0 0 0,0-10 0,-2 6 10,1 1-1,-2-1 1,0 1-1,0 0 1,-1 0-1,-1 0 1,0 0-1,-1 1 1,-11-22-1,-26-34 59,18 31 120,-19-41-1,37 65-148,1 0 1,0 0-1,1-1 0,0 0 0,1 0 1,1 0-1,-2-18 0,3 11-12,0 2-21,1 1 1,3-29 0,-2 42 0,-1 0 0,1 1 1,1-1-1,-1 0 0,1 0 1,0 1-1,0-1 0,0 1 1,1 0-1,-1-1 0,1 1 1,0 0-1,1 1 0,3-5 1,0 1 2,1 1 1,0 0 0,1 1 0,0 0-1,-1 0 1,1 1 0,1 0-1,-1 0 1,1 1 0,12-2 0,-4 2 19,0 0 0,1 2 0,-1 0 1,33 4-1,-44-2-12,0 0-1,1 0 1,-1 1 0,0 0 0,0 1-1,-1-1 1,1 1 0,0 1-1,-1-1 1,9 7 0,-5-2 23,-1 0 0,-1 0 0,1 0 0,-1 1 0,-1 0 0,7 11 0,-3-2 87,0 0 1,-2 1-1,0 1 0,-1 0 1,-1 0-1,-1 0 0,4 23 1,-2 22 647,0 120 0,-7-129-475,-1-38-200,1 1-1,0 0 1,2-1-1,7 32 1,-9-46-83,1 0 1,-1 0-1,1 0 0,0 1 0,0-2 1,0 1-1,1 0 0,-1 0 1,1-1-1,0 1 0,0-1 0,0 0 1,0 0-1,1 0 0,-1 0 0,1-1 1,0 1-1,-1-1 0,1 0 1,1 0-1,-1 0 0,0-1 0,0 1 1,0-1-1,6 1 0,10 0 5,0-1 0,0-1-1,0 0 1,0-1 0,0-2-1,0 0 1,35-10 0,3-6-145,67-33 1,-14 5-848,-86 37 229,33-10-1674,-18 15-4128,-27 5-1968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37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 19609,'0'0'5186,"3"15"-5298,-3-12-128,0 4-144,0-4-48,-14 0-5491,-3 3 3586,-4 7-1345,0 2-1792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1.3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0 113 8020,'0'0'4901,"5"-12"-4346,16-40 197,-20 50-545,0-1 0,0 0 0,0 1 0,0-1 0,0 0 0,-1 1 0,1-1 0,-1 0 1,0 0-1,0 1 0,0-1 0,-1-3 0,0-4 1292,1 14-1523,0 1162 3970,0-1166-3946,0 5-15,0 0 1,0 1 0,0-1 0,0 0 0,1 0-1,0 0 1,0 0 0,0 0 0,1 0 0,0 0-1,4 8 1,-6-11-1038,-28-7-18369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1.7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1 148 7411,'0'0'6027,"25"-15"-5064,-25 15-963,110-61 1177,-104 58-1068,0 0 0,1 1 0,-1-1-1,0 2 1,1-1 0,-1 1 0,1-1 0,0 2 0,-1-1 0,1 1 0,0 0 0,8 1 0,6 1 209,-9-2-145,0 0 1,0 1-1,0 1 1,0 0-1,0 0 0,0 1 1,-1 1-1,1 0 1,-1 0-1,0 1 0,-1 1 1,13 7-1,-19-10-267,1 0-1,0 0 1,0-1-1,0 1 0,1-1 1,-1-1-1,0 1 1,1-1-1,-1 0 0,11 1 1,-16-7-1648,-2-62-6294,-7 13 1513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2.0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13302,'0'0'3170,"125"166"-1922,-20-122 97,13-28-945,8-13-256,-4-3-144,-24 0-832,-18-25-2050,-38 3-4785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2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0 9508,'0'0'7812,"94"163"-6916,-87-115 33,-7 8-529,0-6-304,-17-3-32,-21-6-48,-8-13-32,8-18-400,3-10-1521,14-22-960,11-35-3442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2.7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 1905,'0'0'9255,"0"-3"-8196,1-4 3850,4 23-3659,5 40-1627,-9-48 872,15 121 924,-2 201 0,-12-191-1113,22 150 0,-22-277-412,10 50 325,-10-58-378,-1 1 1,1 0-1,0-1 0,0 0 1,1 1-1,-1-1 0,1 0 0,0 0 1,0 0-1,5 4 0,-1-4-1197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3.1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0 113 6339,'0'0'8985,"13"-6"-8542,-5 2-346,3-2 69,1 1 1,0 0-1,0 1 1,0 0-1,0 1 1,16-2-1,58 0 760,89 9 0,-172-4-929,1-1-2,-1 1-1,1 1 1,-1-1-1,1 0 0,-1 1 1,0-1-1,1 1 1,-1 0-1,0 0 1,1 1-1,-1-1 1,4 3-1,-6-3-306,-4-3-2180,-7-7 786,0 1 1,-14-16-1,-9-15-1848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3.5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13894,'0'0'2161,"209"0"-1072,-115 0-609,0 0-480,-13 0-112,-19 0-1601,-23 0-1968,-25 0-4227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3.9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4 220 10213,'0'0'3033,"4"-28"-2988,12-88 1,-14 103 274,0-1 1,-1-21-1,-2 23 1523,1 10-613,4 16 29,2 44-553,-2 0 1,-6 71-1,1-36-328,0 31-83,-19 140 0,16-243-370,3-18-232,0 1 0,0-1-1,0 1 1,1 0 0,0-1 0,-1 1 0,2 0 0,-1 4 0,-3-24-3444,-4-25-3228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4.2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0 7091,'0'0'7156,"77"198"-6580,-70-151-352,-7-12-224,0-7-32,0-6 16,-24-10-144,-4-12-448,0 0-1201,10-22-3442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4.7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7491,'0'0'3853,"13"2"-3119,-8-1-638,-2-2-36,0 1 1,0 1-1,-1-1 0,1 0 1,0 1-1,0 0 0,0-1 1,0 1-1,-1 0 0,1 0 0,0 1 1,-1-1-1,1 1 0,-1-1 1,1 1-1,-1 0 0,0 0 1,0 0-1,0 0 0,0 0 1,0 0-1,0 0 0,-1 1 1,1-1-1,-1 1 0,1-1 1,-1 1-1,0 0 0,0 0 0,1 4 1,10 52 1079,-3 0 1,2 78-1,-10 123 986,-2-128-1460,0-29-396,4 138-177,-2-223-146,2-1 0,0 1 0,1-1 0,1 0 0,6 17 0,8 13-2452,-16-42 970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5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0 120 2657,'0'0'14775,"203"-35"-14263,-144 20-304,0 8-112,-7 4-96,-13 0-176,-8-3-176,-10 6-672,-10-7-625,-8-2-320,-3-3-1264,0-10-1282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5.4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66 13286,'0'0'2273,"188"0"-1408,-107-9-785,-1-4-80,-3-6-1793,-18 4-1649,-24 5-5202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5.8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136 129 2177,'0'0'10541,"2"-21"-9674,0-5-336,7-32 0,-9 57-494,0 0 0,0 0 0,0 0 0,1 0 0,-1 0 0,0 0 0,1 0-1,-1 0 1,1 0 0,-1 0 0,1 0 0,0 0 0,-1 0 0,1 0 0,0 0 0,0 1 0,0-1 0,-1 0 0,1 1 0,0-1 0,0 0 0,0 1 0,0-1 0,0 1 0,0-1 0,0 1 0,0 0 0,0 0 0,0-1 0,0 1 0,1 0 0,-1 0 0,0 0 0,0 0 0,0 0 0,0 0 0,0 0 0,2 1 0,-1 0 49,1 0 0,-1 0 0,1 0 1,-1 0-1,0 0 0,0 1 0,0-1 0,1 1 1,-1-1-1,0 1 0,-1 0 0,1 0 1,2 2-1,-1 2 56,1 1 1,-1-1-1,-1 1 0,1-1 1,-1 1-1,0 0 0,0 0 0,-1 0 1,0 8-1,1 13 505,-2 29 0,-1-19-128,1-21-395,-1-1 0,0 1-1,-1 0 1,-1 0 0,-1-1 0,0 0 0,-1 0-1,-1 0 1,-12 25 0,-63 100 190,63-114-317,0-1-1,-44 45 1,50-61-365,10-11-350,6-8-191,0 3 759,1 0 1,-1 0 0,1 1 0,1-1 0,-1 1-1,1 0 1,-1 0 0,2 1 0,-1 0 0,0 0 0,1 0-1,0 1 1,-1 0 0,1 0 0,1 1 0,-1 0-1,8-2 1,11 0 305,0 1 0,-1 1 0,51 3-1,-59 0 70,0 1 0,-1 1 0,1 0 0,-1 2 0,27 9-1,72 41 904,-94-44-1012,-16-8-121,0 0 1,0 0-1,0 0 0,1-1 0,-1 0 0,1 0 0,0 0 0,0-1 0,0 0 0,-1 0 0,1-1 0,0 1 0,7-2 0,-11 1-196,-1-1 0,1 0 0,-1 1 1,1-1-1,-1 0 0,1 0 0,-1 0 0,0 0 0,1 0 0,-1 0 0,0-1 0,0 1 0,0 0 1,0-1-1,0 1 0,0 0 0,0-1 0,-1 1 0,1-1 0,0 1 0,-1-1 0,1 0 1,-1 1-1,0-1 0,1 0 0,-1 1 0,0-1 0,0 0 0,0-2 0,2-35-9014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6.2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70 5010,'0'0'12043,"16"-4"-11629,25-4 122,49-4 0,74-15-95,-72 10-919,-89 16-64,10 0 672,-10 27-10200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6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72 8228,'0'0'6147,"223"0"-4563,-153 0-911,-7-12-385,-7 9-112,-15-4-128,-13 1-48,-3 0-480,-11-7-1121,-4 4-2033,-3-7-5410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7.0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1 308 9268,'0'0'2871,"2"-29"-1580,1-4-868,11-56 0,-13 85-377,0 0 0,0 1 0,0-1 0,1 1 0,0-1 0,-1 1 1,1 0-1,0 0 0,1 0 0,-1 0 0,0 0 0,1 0 0,0 1 0,0-1 0,-1 1 0,1 0 0,4-2 1,13-9 270,1 1 0,0 1 0,1 1 0,0 1 0,1 1 0,0 1 0,30-6 0,-3 5-127,0 3 1,73 1 0,-101 4-87,0 1 0,0 1 1,0 2-1,0 0 0,-1 1 1,1 1-1,-1 1 1,37 17-1,-48-18 3,0-1-1,0 2 1,0-1 0,0 2-1,-1-1 1,0 1 0,-1 0 0,0 1-1,0 0 1,-1 0 0,0 1-1,0 0 1,-1 0 0,-1 0 0,0 1-1,0 0 1,-1 0 0,4 14-1,-4 0 101,-1 0-1,-1 0 0,-2 30 0,0-42-150,-1 6-18,-1 0 0,0 0-1,-2-1 1,0 1 0,-1-1 0,-1 0 0,-1 0 0,0 0 0,-15 24 0,-14 16 49,-56 71 1,70-99-74,-96 122 80,-126 181-28,238-325-154,1 0-1,1 0 1,0 0-1,0 1 1,-4 14-1,4 7-8024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7.3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42 131 9989,'0'0'8257,"-3"-2"-7094,3 1-1079,-1 0 0,1 0 0,-1 0 0,0 1-1,0-1 1,0 0 0,1 1 0,-1-1 0,0 1 0,0-1 0,0 0 0,0 1 0,0 0 0,0-1 0,0 1 0,-1-1-1,1 2-43,0-1 0,1 0-1,-1 1 1,0-1 0,0 0-1,1 1 1,-1-1 0,0 1-1,1-1 1,-1 1-1,0 0 1,1-1 0,-1 1-1,1 0 1,-1-1 0,1 1-1,0 0 1,-1-1 0,1 1-1,0 0 1,-1 0-1,1 0 1,0-1 0,0 1-1,-1 2 1,-7 34 951,8-34-930,-1 0 0,1 0 0,0 1 0,0-1 0,0 0 0,0 0 0,0 0 0,1 0 0,0 0 0,1 5 0,-1-7-59,0 0 0,1 0 0,-1-1 0,0 1 0,0 0 0,1 0 0,-1-1 0,0 1 0,1-1 0,-1 1 0,1-1 0,-1 0 0,0 0 0,1 1 0,-1-1 0,1 0 0,-1 0 0,1 0 0,-1-1 0,3 1 0,4-1-4,-3 1-25,1-1 0,0 0-1,0 0 1,0-1 0,-1 0 0,1 0 0,-1 0-1,1-1 1,-1 1 0,0-1 0,0-1 0,0 1-1,-1-1 1,1 1 0,-1-1 0,1-1 0,-1 1-1,-1-1 1,6-7 0,-3 4-116,-1 0 0,0 0 1,-1-1-1,0 1 0,0-1 1,-1 0-1,0 0 0,-1-1 0,1 1 1,-2-1-1,2-16 0,-3 25 128,0-1 0,0 1 0,-1 0 0,1 0 0,0-1 0,-1 1 0,1 0 0,0 0 0,-1 0 0,1-1 0,-1 1 0,0 0 0,1 0 0,-1 0 0,0 0 0,0 0 0,0 0 0,0 0 0,1 0 0,-1 0 0,-1 1 0,1-1 1,0 0-1,0 1 0,0-1 0,0 0 0,0 1 0,-1 0 0,1-1 0,0 1 0,0 0 0,-3-1 0,-5 0 28,1 0-1,-1 1 1,-18 1 0,7 0 6,19-1-63,-36 3 503,36-3-564,0 0 0,0 1 1,0-1-1,0 0 0,0 1 0,0-1 0,0 1 0,0-1 0,0 1 0,0-1 0,0 1 0,0 0 0,1-1 0,-1 1 0,0 0 0,0 0 0,1-1 0,-1 1 0,0 0 0,1 0 0,-1 0 0,1 0 0,-1 0 0,1 0 0,0 0 0,-1 0 0,1 0 0,0 0 0,0 0 0,-1 2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7:47.7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13 21258,'0'0'4178,"-91"-13"-6611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1T07:38:12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74 227 6499,'0'0'3564,"-4"-5"-3134,-12-14-1,12 14 1551,3 6-1963,1 0 1,-1-1 0,0 1-1,1-1 1,-1 1-1,1 0 1,0-1-1,-1 1 1,1 0-1,-1 0 1,1-1-1,0 1 1,0 0-1,-1 0 1,1 0-1,0-1 1,0 1-1,0 0 1,0 0 0,0 0-1,0-1 1,0 2-1,0 2 49,-9 113 401,7 122-1,2-132-179,6 124-67,10 0 1,88 441-1,-16-224 57,-37 3-223,-40 117-26,-11-544-37,0-24-149,5 0-326,0-1 466,-1 0 0,1 0-1,0-1 1,0 1 0,-1-1 0,1 0 0,-1-1 0,0 1 0,1-1 0,-1 1 0,5-6 0,18-10 7,-1 5-37,0 2-1,0 1 1,1 1 0,0 1-1,1 1 1,0 1 0,0 2 0,49-1-1,134-11 50,-35 2-12,132 12-131,-68 2 123,-165-5 28,78-17-1,11 0-1,-4 7 4,211-46 0,-156 11-47,362-37 0,-331 64 37,260-11 40,-297 32-61,282 7-130,59 0 255,-314-7-80,-100 0 47,160-23 1,214-18-89,-486 42 46,1-1 1,-1-1 0,32-9-1,-35 4 135,-17 6-111,0 1-1,1-1 0,-1 1 1,1-1-1,0 1 1,0 0-1,4 0 1,-8 1-44,1 0 1,-1 0 0,0-1 0,0 1 0,0-1 0,1 1 0,-1-1 0,0 1-1,0-1 1,0 0 0,0 0 0,0 1 0,0-1 0,0 0 0,-1 0 0,1 0 0,0 0-1,0 0 1,-1 0 0,1 0 0,0 0 0,-1 0 0,1 0 0,-1 0 0,0-1-1,1 1 1,-1 0 0,0-2 0,5-34 244,-5-11-41,1 6-55,-2 1 0,-7-52 0,1 55-108,-45-280-290,25-4-280,26 227 519,-20-351 38,1 84-112,23-1-363,1 87-61,-4 46 637,-26 230-200,20 1 73,1 0 0,-1 0 0,0 1 0,1 0 1,-1 0-1,-6 5 0,-17 5-36,-4-4 33,0 0 0,0-3 0,-39 2 0,-103-3-23,126-5 32,-592 14 41,303 22-99,229-19 40,-176 21-11,38-12 0,-222 16 3,-123 6 40,123-23-8,83-8-133,25-8-44,92-6 69,-116 0 76,249-18 26,87 8 17,-72-1 0,67 8-36,-40 1 9,-145 16 1,154-2-12,-146 16 70,189-30 0,0-2 1,-53-8-1,91 10-72,-59-5 30,-96 5-1,69 1-52,77 0-47,10-1 108,-1 0-1,1 0 0,0 0 0,0 0 0,0 0 1,0-1-1,0 1 0,-1-1 0,-3-1 1,6 1-61,0 0 0,0-1 0,0 1 0,0 0 0,0 0 0,0 0 0,0-1 0,1 1 0,-1 0 0,0-1 1,1 1-1,-1 0 0,1-1 0,-1 1 0,1-1 0,0 1 0,0-1 0,-1 1 0,1-1 0,0 1 0,0-1 1,1-2-1,9 4-4919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E397-B15A-55E1-323A-8BF16F732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FFCCE-E8CF-110C-9386-7C39923CD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3B047-FFC0-A973-EF77-0E09C652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8BC4-BC38-439F-B9BE-2849AB2109E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B03D4-69FB-ABC3-D45C-B884FADA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F471D-FD0A-8F84-D078-D779F538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7B70-E118-4B97-B512-F1283950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55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D25E-8765-9A2D-399F-54FA4D0C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04AE7-B787-1CD4-047D-DBE00BC53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57E46-924D-A35B-9DDD-62858854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8BC4-BC38-439F-B9BE-2849AB2109E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6F671-4891-C653-462D-5DF552BFE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9DC32-EBB9-4E89-AAD8-E5438B83E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7B70-E118-4B97-B512-F1283950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7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E8AB-8F18-92B8-C2FD-D2265766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CB29B-3555-7453-B4DA-3AB5FD0C9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C6CA4-0446-0BF5-5A21-E9989D861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8BC4-BC38-439F-B9BE-2849AB2109E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1A7E7-54C8-B33C-3AB4-C5E9A29E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0C2D-2A4A-E505-D8E9-D0132121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7B70-E118-4B97-B512-F1283950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3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1D20F-01E9-5E3F-BEC2-9C2F3DBE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C8DF6-61C0-285A-A796-81CC9B223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B8387-F54F-9BC9-FC5B-288DDDEB4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48B87-B3D7-5FE9-2AA0-D12CBF2F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8BC4-BC38-439F-B9BE-2849AB2109E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50E99-60D1-3FF2-753B-F543B9F3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861DC-4BE1-B444-70BE-EA93BA145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7B70-E118-4B97-B512-F1283950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35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46B6-CF82-1B90-A5AC-DAAC1FAD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4531F-9924-4C30-2C96-A249F0B6C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FF585-1AC4-A08E-B18C-FAC1010FB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170F7-4E74-6121-772B-D4B459A46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1D010-FE25-6840-01D6-0FFBD8D4A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6FE61-1FA5-1C7D-1880-30D393BD2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8BC4-BC38-439F-B9BE-2849AB2109E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8A46AA-1FD4-9846-87D5-C3FA1B4FE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5E1B4-0752-0C1B-7D67-7E1A8A50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7B70-E118-4B97-B512-F1283950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99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283A4-2151-CE33-29D0-50945EF2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7132B8-D7A4-5C01-4F35-ABCD26F2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8BC4-BC38-439F-B9BE-2849AB2109E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98CC3-0287-FF71-5516-A5368AAB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C25BF-7CBC-CE82-B874-A9D3D5A94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7B70-E118-4B97-B512-F1283950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7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19AC2F-9514-4959-0AAF-93CE0ECE7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8BC4-BC38-439F-B9BE-2849AB2109E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AA35D-E962-A2A5-45D8-388AB2CF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8D7C2-F973-94F1-05EC-9B7A9497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7B70-E118-4B97-B512-F1283950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49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EE5A-57DF-8DC1-612F-8422F9C4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0F359-64C8-A06D-E3EC-C1F98682E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B938E-ACF3-6185-9C77-36E817F60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0AA99-7733-6FDA-BEE2-1C67C6A22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8BC4-BC38-439F-B9BE-2849AB2109E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04561-2BF2-90F8-0167-95F03E64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1B53B-0FF9-1C55-ACAB-2B8E78AD4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7B70-E118-4B97-B512-F1283950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4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84993-6A9B-B617-1697-A028B845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75A1F-7D54-19F6-3AEA-794FC7FB55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D34D1-4BF1-394E-6160-3583E8E22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EEB81-2338-F7F5-0C6E-B11F2AB5B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8BC4-BC38-439F-B9BE-2849AB2109E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B5F62-9C49-03C4-BE5D-A8F0AC233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9B981-F4E4-0E65-839A-91E44AA0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7B70-E118-4B97-B512-F1283950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31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BE385-DD34-448C-246B-1EA34E38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3EE6D-FBB6-A0F7-4C89-8F4FFBDBF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E81F9-5796-5C13-4FA9-8EF8FB72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8BC4-BC38-439F-B9BE-2849AB2109E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5F6FE-DC77-261A-C669-AC677DAF9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534E5-16A4-911E-E439-DE6D35409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7B70-E118-4B97-B512-F1283950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64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8D7174-0BBB-FCFE-3C58-768D41CB7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1E57D-9E61-A49E-6EEC-214CF6E07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19AA4-846D-D826-1686-BC858743D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78BC4-BC38-439F-B9BE-2849AB2109E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CC7D2-10B1-EF3F-2CB2-F87879910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502CC-BF54-0575-6463-C893283C5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7B70-E118-4B97-B512-F1283950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B876D-A491-53F8-26CB-9F59975A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70813-D1EB-A14A-9656-24EB1050F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72ED0-FAB2-4918-59BA-45ADEB565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78BC4-BC38-439F-B9BE-2849AB2109EC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A8A8C-EFC7-E30F-5273-4FC165F8B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03504-D023-5427-028B-AAB8C5D3C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B7B70-E118-4B97-B512-F1283950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0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customXml" Target="../ink/ink150.xml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image" Target="../media/image161.png"/><Relationship Id="rId366" Type="http://schemas.openxmlformats.org/officeDocument/2006/relationships/image" Target="../media/image182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433" Type="http://schemas.openxmlformats.org/officeDocument/2006/relationships/customXml" Target="../ink/ink217.xml"/><Relationship Id="rId268" Type="http://schemas.openxmlformats.org/officeDocument/2006/relationships/image" Target="../media/image133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customXml" Target="../ink/ink168.xml"/><Relationship Id="rId377" Type="http://schemas.openxmlformats.org/officeDocument/2006/relationships/customXml" Target="../ink/ink189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402" Type="http://schemas.openxmlformats.org/officeDocument/2006/relationships/image" Target="../media/image200.png"/><Relationship Id="rId279" Type="http://schemas.openxmlformats.org/officeDocument/2006/relationships/customXml" Target="../ink/ink140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image" Target="../media/image144.png"/><Relationship Id="rId304" Type="http://schemas.openxmlformats.org/officeDocument/2006/relationships/image" Target="../media/image151.png"/><Relationship Id="rId346" Type="http://schemas.openxmlformats.org/officeDocument/2006/relationships/image" Target="../media/image172.png"/><Relationship Id="rId388" Type="http://schemas.openxmlformats.org/officeDocument/2006/relationships/image" Target="../media/image193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customXml" Target="../ink/ink207.xml"/><Relationship Id="rId248" Type="http://schemas.openxmlformats.org/officeDocument/2006/relationships/image" Target="../media/image123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58.xml"/><Relationship Id="rId357" Type="http://schemas.openxmlformats.org/officeDocument/2006/relationships/customXml" Target="../ink/ink179.xml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399" Type="http://schemas.openxmlformats.org/officeDocument/2006/relationships/customXml" Target="../ink/ink200.xml"/><Relationship Id="rId259" Type="http://schemas.openxmlformats.org/officeDocument/2006/relationships/customXml" Target="../ink/ink130.xml"/><Relationship Id="rId424" Type="http://schemas.openxmlformats.org/officeDocument/2006/relationships/image" Target="../media/image211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image" Target="../media/image134.png"/><Relationship Id="rId326" Type="http://schemas.openxmlformats.org/officeDocument/2006/relationships/image" Target="../media/image162.png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image" Target="../media/image183.png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281" Type="http://schemas.openxmlformats.org/officeDocument/2006/relationships/customXml" Target="../ink/ink141.xml"/><Relationship Id="rId337" Type="http://schemas.openxmlformats.org/officeDocument/2006/relationships/customXml" Target="../ink/ink169.xml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customXml" Target="../ink/ink190.xml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390" Type="http://schemas.openxmlformats.org/officeDocument/2006/relationships/image" Target="../media/image194.png"/><Relationship Id="rId404" Type="http://schemas.openxmlformats.org/officeDocument/2006/relationships/image" Target="../media/image201.png"/><Relationship Id="rId250" Type="http://schemas.openxmlformats.org/officeDocument/2006/relationships/image" Target="../media/image124.png"/><Relationship Id="rId292" Type="http://schemas.openxmlformats.org/officeDocument/2006/relationships/image" Target="../media/image145.png"/><Relationship Id="rId306" Type="http://schemas.openxmlformats.org/officeDocument/2006/relationships/image" Target="../media/image152.png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image" Target="../media/image173.png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customXml" Target="../ink/ink208.xml"/><Relationship Id="rId261" Type="http://schemas.openxmlformats.org/officeDocument/2006/relationships/customXml" Target="../ink/ink131.xml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59.xml"/><Relationship Id="rId359" Type="http://schemas.openxmlformats.org/officeDocument/2006/relationships/customXml" Target="../ink/ink180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image" Target="../media/image184.png"/><Relationship Id="rId426" Type="http://schemas.openxmlformats.org/officeDocument/2006/relationships/image" Target="../media/image212.png"/><Relationship Id="rId230" Type="http://schemas.openxmlformats.org/officeDocument/2006/relationships/customXml" Target="../ink/ink115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image" Target="../media/image135.png"/><Relationship Id="rId328" Type="http://schemas.openxmlformats.org/officeDocument/2006/relationships/image" Target="../media/image163.png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customXml" Target="../ink/ink191.xml"/><Relationship Id="rId241" Type="http://schemas.openxmlformats.org/officeDocument/2006/relationships/image" Target="../media/image120.png"/><Relationship Id="rId36" Type="http://schemas.openxmlformats.org/officeDocument/2006/relationships/customXml" Target="../ink/ink18.xml"/><Relationship Id="rId283" Type="http://schemas.openxmlformats.org/officeDocument/2006/relationships/customXml" Target="../ink/ink142.xml"/><Relationship Id="rId339" Type="http://schemas.openxmlformats.org/officeDocument/2006/relationships/customXml" Target="../ink/ink170.xml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image" Target="../media/image174.png"/><Relationship Id="rId406" Type="http://schemas.openxmlformats.org/officeDocument/2006/relationships/image" Target="../media/image20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392" Type="http://schemas.openxmlformats.org/officeDocument/2006/relationships/image" Target="../media/image195.png"/><Relationship Id="rId252" Type="http://schemas.openxmlformats.org/officeDocument/2006/relationships/image" Target="../media/image125.png"/><Relationship Id="rId294" Type="http://schemas.openxmlformats.org/officeDocument/2006/relationships/image" Target="../media/image146.png"/><Relationship Id="rId308" Type="http://schemas.openxmlformats.org/officeDocument/2006/relationships/image" Target="../media/image153.png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customXml" Target="../ink/ink181.xml"/><Relationship Id="rId196" Type="http://schemas.openxmlformats.org/officeDocument/2006/relationships/customXml" Target="../ink/ink98.xml"/><Relationship Id="rId417" Type="http://schemas.openxmlformats.org/officeDocument/2006/relationships/customXml" Target="../ink/ink209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63" Type="http://schemas.openxmlformats.org/officeDocument/2006/relationships/customXml" Target="../ink/ink132.xml"/><Relationship Id="rId319" Type="http://schemas.openxmlformats.org/officeDocument/2006/relationships/customXml" Target="../ink/ink160.xml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image" Target="../media/image164.png"/><Relationship Id="rId165" Type="http://schemas.openxmlformats.org/officeDocument/2006/relationships/image" Target="../media/image82.png"/><Relationship Id="rId372" Type="http://schemas.openxmlformats.org/officeDocument/2006/relationships/image" Target="../media/image185.png"/><Relationship Id="rId428" Type="http://schemas.openxmlformats.org/officeDocument/2006/relationships/image" Target="../media/image213.png"/><Relationship Id="rId232" Type="http://schemas.openxmlformats.org/officeDocument/2006/relationships/customXml" Target="../ink/ink116.xml"/><Relationship Id="rId274" Type="http://schemas.openxmlformats.org/officeDocument/2006/relationships/image" Target="../media/image136.png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customXml" Target="../ink/ink171.xml"/><Relationship Id="rId383" Type="http://schemas.openxmlformats.org/officeDocument/2006/relationships/customXml" Target="../ink/ink192.xml"/><Relationship Id="rId201" Type="http://schemas.openxmlformats.org/officeDocument/2006/relationships/image" Target="../media/image100.png"/><Relationship Id="rId243" Type="http://schemas.openxmlformats.org/officeDocument/2006/relationships/image" Target="../media/image121.png"/><Relationship Id="rId285" Type="http://schemas.openxmlformats.org/officeDocument/2006/relationships/customXml" Target="../ink/ink143.xml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image" Target="../media/image154.png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87" Type="http://schemas.openxmlformats.org/officeDocument/2006/relationships/image" Target="../media/image93.png"/><Relationship Id="rId352" Type="http://schemas.openxmlformats.org/officeDocument/2006/relationships/image" Target="../media/image175.png"/><Relationship Id="rId394" Type="http://schemas.openxmlformats.org/officeDocument/2006/relationships/image" Target="../media/image196.png"/><Relationship Id="rId408" Type="http://schemas.openxmlformats.org/officeDocument/2006/relationships/image" Target="../media/image203.png"/><Relationship Id="rId212" Type="http://schemas.openxmlformats.org/officeDocument/2006/relationships/customXml" Target="../ink/ink106.xml"/><Relationship Id="rId254" Type="http://schemas.openxmlformats.org/officeDocument/2006/relationships/image" Target="../media/image126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customXml" Target="../ink/ink138.xml"/><Relationship Id="rId296" Type="http://schemas.openxmlformats.org/officeDocument/2006/relationships/image" Target="../media/image147.png"/><Relationship Id="rId300" Type="http://schemas.openxmlformats.org/officeDocument/2006/relationships/image" Target="../media/image149.png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321" Type="http://schemas.openxmlformats.org/officeDocument/2006/relationships/customXml" Target="../ink/ink161.xml"/><Relationship Id="rId342" Type="http://schemas.openxmlformats.org/officeDocument/2006/relationships/image" Target="../media/image170.png"/><Relationship Id="rId363" Type="http://schemas.openxmlformats.org/officeDocument/2006/relationships/customXml" Target="../ink/ink182.xml"/><Relationship Id="rId384" Type="http://schemas.openxmlformats.org/officeDocument/2006/relationships/image" Target="../media/image191.png"/><Relationship Id="rId419" Type="http://schemas.openxmlformats.org/officeDocument/2006/relationships/customXml" Target="../ink/ink210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430" Type="http://schemas.openxmlformats.org/officeDocument/2006/relationships/image" Target="../media/image214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customXml" Target="../ink/ink133.xml"/><Relationship Id="rId286" Type="http://schemas.openxmlformats.org/officeDocument/2006/relationships/image" Target="../media/image142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311" Type="http://schemas.openxmlformats.org/officeDocument/2006/relationships/customXml" Target="../ink/ink156.xml"/><Relationship Id="rId332" Type="http://schemas.openxmlformats.org/officeDocument/2006/relationships/image" Target="../media/image165.png"/><Relationship Id="rId353" Type="http://schemas.openxmlformats.org/officeDocument/2006/relationships/customXml" Target="../ink/ink177.xml"/><Relationship Id="rId374" Type="http://schemas.openxmlformats.org/officeDocument/2006/relationships/image" Target="../media/image186.png"/><Relationship Id="rId395" Type="http://schemas.openxmlformats.org/officeDocument/2006/relationships/customXml" Target="../ink/ink198.xml"/><Relationship Id="rId409" Type="http://schemas.openxmlformats.org/officeDocument/2006/relationships/customXml" Target="../ink/ink205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420" Type="http://schemas.openxmlformats.org/officeDocument/2006/relationships/image" Target="../media/image209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customXml" Target="../ink/ink128.xml"/><Relationship Id="rId276" Type="http://schemas.openxmlformats.org/officeDocument/2006/relationships/image" Target="../media/image137.png"/><Relationship Id="rId297" Type="http://schemas.openxmlformats.org/officeDocument/2006/relationships/customXml" Target="../ink/ink149.xml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301" Type="http://schemas.openxmlformats.org/officeDocument/2006/relationships/customXml" Target="../ink/ink151.xml"/><Relationship Id="rId322" Type="http://schemas.openxmlformats.org/officeDocument/2006/relationships/image" Target="../media/image160.png"/><Relationship Id="rId343" Type="http://schemas.openxmlformats.org/officeDocument/2006/relationships/customXml" Target="../ink/ink172.xml"/><Relationship Id="rId364" Type="http://schemas.openxmlformats.org/officeDocument/2006/relationships/image" Target="../media/image181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385" Type="http://schemas.openxmlformats.org/officeDocument/2006/relationships/customXml" Target="../ink/ink193.xml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customXml" Target="../ink/ink123.xml"/><Relationship Id="rId266" Type="http://schemas.openxmlformats.org/officeDocument/2006/relationships/image" Target="../media/image132.png"/><Relationship Id="rId287" Type="http://schemas.openxmlformats.org/officeDocument/2006/relationships/customXml" Target="../ink/ink144.xml"/><Relationship Id="rId410" Type="http://schemas.openxmlformats.org/officeDocument/2006/relationships/image" Target="../media/image204.png"/><Relationship Id="rId431" Type="http://schemas.openxmlformats.org/officeDocument/2006/relationships/customXml" Target="../ink/ink216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312" Type="http://schemas.openxmlformats.org/officeDocument/2006/relationships/image" Target="../media/image155.png"/><Relationship Id="rId333" Type="http://schemas.openxmlformats.org/officeDocument/2006/relationships/customXml" Target="../ink/ink167.xml"/><Relationship Id="rId354" Type="http://schemas.openxmlformats.org/officeDocument/2006/relationships/image" Target="../media/image176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75" Type="http://schemas.openxmlformats.org/officeDocument/2006/relationships/customXml" Target="../ink/ink188.xml"/><Relationship Id="rId396" Type="http://schemas.openxmlformats.org/officeDocument/2006/relationships/image" Target="../media/image197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image" Target="../media/image127.png"/><Relationship Id="rId277" Type="http://schemas.openxmlformats.org/officeDocument/2006/relationships/customXml" Target="../ink/ink139.xml"/><Relationship Id="rId298" Type="http://schemas.openxmlformats.org/officeDocument/2006/relationships/image" Target="../media/image148.png"/><Relationship Id="rId400" Type="http://schemas.openxmlformats.org/officeDocument/2006/relationships/image" Target="../media/image199.png"/><Relationship Id="rId421" Type="http://schemas.openxmlformats.org/officeDocument/2006/relationships/customXml" Target="../ink/ink211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302" Type="http://schemas.openxmlformats.org/officeDocument/2006/relationships/image" Target="../media/image150.png"/><Relationship Id="rId323" Type="http://schemas.openxmlformats.org/officeDocument/2006/relationships/customXml" Target="../ink/ink162.xml"/><Relationship Id="rId344" Type="http://schemas.openxmlformats.org/officeDocument/2006/relationships/image" Target="../media/image171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65" Type="http://schemas.openxmlformats.org/officeDocument/2006/relationships/customXml" Target="../ink/ink183.xml"/><Relationship Id="rId386" Type="http://schemas.openxmlformats.org/officeDocument/2006/relationships/image" Target="../media/image192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image" Target="../media/image122.png"/><Relationship Id="rId267" Type="http://schemas.openxmlformats.org/officeDocument/2006/relationships/customXml" Target="../ink/ink134.xml"/><Relationship Id="rId288" Type="http://schemas.openxmlformats.org/officeDocument/2006/relationships/image" Target="../media/image143.png"/><Relationship Id="rId411" Type="http://schemas.openxmlformats.org/officeDocument/2006/relationships/customXml" Target="../ink/ink206.xml"/><Relationship Id="rId432" Type="http://schemas.openxmlformats.org/officeDocument/2006/relationships/image" Target="../media/image215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313" Type="http://schemas.openxmlformats.org/officeDocument/2006/relationships/customXml" Target="../ink/ink157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334" Type="http://schemas.openxmlformats.org/officeDocument/2006/relationships/image" Target="../media/image166.png"/><Relationship Id="rId355" Type="http://schemas.openxmlformats.org/officeDocument/2006/relationships/customXml" Target="../ink/ink178.xml"/><Relationship Id="rId376" Type="http://schemas.openxmlformats.org/officeDocument/2006/relationships/image" Target="../media/image187.png"/><Relationship Id="rId397" Type="http://schemas.openxmlformats.org/officeDocument/2006/relationships/customXml" Target="../ink/ink199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customXml" Target="../ink/ink129.xml"/><Relationship Id="rId278" Type="http://schemas.openxmlformats.org/officeDocument/2006/relationships/image" Target="../media/image138.png"/><Relationship Id="rId401" Type="http://schemas.openxmlformats.org/officeDocument/2006/relationships/customXml" Target="../ink/ink201.xml"/><Relationship Id="rId422" Type="http://schemas.openxmlformats.org/officeDocument/2006/relationships/image" Target="../media/image210.png"/><Relationship Id="rId303" Type="http://schemas.openxmlformats.org/officeDocument/2006/relationships/customXml" Target="../ink/ink152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customXml" Target="../ink/ink173.xml"/><Relationship Id="rId387" Type="http://schemas.openxmlformats.org/officeDocument/2006/relationships/customXml" Target="../ink/ink194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customXml" Target="../ink/ink124.xml"/><Relationship Id="rId412" Type="http://schemas.openxmlformats.org/officeDocument/2006/relationships/image" Target="../media/image205.png"/><Relationship Id="rId107" Type="http://schemas.openxmlformats.org/officeDocument/2006/relationships/image" Target="../media/image53.png"/><Relationship Id="rId289" Type="http://schemas.openxmlformats.org/officeDocument/2006/relationships/customXml" Target="../ink/ink145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image" Target="../media/image156.png"/><Relationship Id="rId356" Type="http://schemas.openxmlformats.org/officeDocument/2006/relationships/image" Target="../media/image177.png"/><Relationship Id="rId398" Type="http://schemas.openxmlformats.org/officeDocument/2006/relationships/image" Target="../media/image198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customXml" Target="../ink/ink212.xml"/><Relationship Id="rId258" Type="http://schemas.openxmlformats.org/officeDocument/2006/relationships/image" Target="../media/image128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customXml" Target="../ink/ink163.xml"/><Relationship Id="rId367" Type="http://schemas.openxmlformats.org/officeDocument/2006/relationships/customXml" Target="../ink/ink184.xml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customXml" Target="../ink/ink135.xml"/><Relationship Id="rId434" Type="http://schemas.openxmlformats.org/officeDocument/2006/relationships/image" Target="../media/image216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image" Target="../media/image139.png"/><Relationship Id="rId336" Type="http://schemas.openxmlformats.org/officeDocument/2006/relationships/image" Target="../media/image167.png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image" Target="../media/image188.png"/><Relationship Id="rId403" Type="http://schemas.openxmlformats.org/officeDocument/2006/relationships/customXml" Target="../ink/ink202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91" Type="http://schemas.openxmlformats.org/officeDocument/2006/relationships/customXml" Target="../ink/ink146.xml"/><Relationship Id="rId305" Type="http://schemas.openxmlformats.org/officeDocument/2006/relationships/customXml" Target="../ink/ink153.xml"/><Relationship Id="rId347" Type="http://schemas.openxmlformats.org/officeDocument/2006/relationships/customXml" Target="../ink/ink174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customXml" Target="../ink/ink195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customXml" Target="../ink/ink125.xml"/><Relationship Id="rId414" Type="http://schemas.openxmlformats.org/officeDocument/2006/relationships/image" Target="../media/image206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image" Target="../media/image129.png"/><Relationship Id="rId316" Type="http://schemas.openxmlformats.org/officeDocument/2006/relationships/image" Target="../media/image157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image" Target="../media/image178.png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customXml" Target="../ink/ink213.xml"/><Relationship Id="rId271" Type="http://schemas.openxmlformats.org/officeDocument/2006/relationships/customXml" Target="../ink/ink136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customXml" Target="../ink/ink164.xml"/><Relationship Id="rId369" Type="http://schemas.openxmlformats.org/officeDocument/2006/relationships/customXml" Target="../ink/ink185.xml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image" Target="../media/image189.png"/><Relationship Id="rId240" Type="http://schemas.openxmlformats.org/officeDocument/2006/relationships/customXml" Target="../ink/ink120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image" Target="../media/image140.png"/><Relationship Id="rId338" Type="http://schemas.openxmlformats.org/officeDocument/2006/relationships/image" Target="../media/image168.png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customXml" Target="../ink/ink196.xml"/><Relationship Id="rId405" Type="http://schemas.openxmlformats.org/officeDocument/2006/relationships/customXml" Target="../ink/ink203.xml"/><Relationship Id="rId251" Type="http://schemas.openxmlformats.org/officeDocument/2006/relationships/customXml" Target="../ink/ink126.xml"/><Relationship Id="rId46" Type="http://schemas.openxmlformats.org/officeDocument/2006/relationships/customXml" Target="../ink/ink23.xml"/><Relationship Id="rId293" Type="http://schemas.openxmlformats.org/officeDocument/2006/relationships/customXml" Target="../ink/ink147.xml"/><Relationship Id="rId307" Type="http://schemas.openxmlformats.org/officeDocument/2006/relationships/customXml" Target="../ink/ink154.xml"/><Relationship Id="rId349" Type="http://schemas.openxmlformats.org/officeDocument/2006/relationships/customXml" Target="../ink/ink175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image" Target="../media/image179.png"/><Relationship Id="rId416" Type="http://schemas.openxmlformats.org/officeDocument/2006/relationships/image" Target="../media/image207.png"/><Relationship Id="rId220" Type="http://schemas.openxmlformats.org/officeDocument/2006/relationships/customXml" Target="../ink/ink110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image" Target="../media/image130.png"/><Relationship Id="rId318" Type="http://schemas.openxmlformats.org/officeDocument/2006/relationships/image" Target="../media/image158.png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customXml" Target="../ink/ink186.xml"/><Relationship Id="rId427" Type="http://schemas.openxmlformats.org/officeDocument/2006/relationships/customXml" Target="../ink/ink214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73" Type="http://schemas.openxmlformats.org/officeDocument/2006/relationships/customXml" Target="../ink/ink137.xml"/><Relationship Id="rId329" Type="http://schemas.openxmlformats.org/officeDocument/2006/relationships/customXml" Target="../ink/ink165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image" Target="../media/image169.png"/><Relationship Id="rId200" Type="http://schemas.openxmlformats.org/officeDocument/2006/relationships/customXml" Target="../ink/ink100.xml"/><Relationship Id="rId382" Type="http://schemas.openxmlformats.org/officeDocument/2006/relationships/image" Target="../media/image190.png"/><Relationship Id="rId242" Type="http://schemas.openxmlformats.org/officeDocument/2006/relationships/customXml" Target="../ink/ink121.xml"/><Relationship Id="rId284" Type="http://schemas.openxmlformats.org/officeDocument/2006/relationships/image" Target="../media/image141.png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customXml" Target="../ink/ink176.xml"/><Relationship Id="rId393" Type="http://schemas.openxmlformats.org/officeDocument/2006/relationships/customXml" Target="../ink/ink197.xml"/><Relationship Id="rId407" Type="http://schemas.openxmlformats.org/officeDocument/2006/relationships/customXml" Target="../ink/ink204.xml"/><Relationship Id="rId211" Type="http://schemas.openxmlformats.org/officeDocument/2006/relationships/image" Target="../media/image105.png"/><Relationship Id="rId253" Type="http://schemas.openxmlformats.org/officeDocument/2006/relationships/customXml" Target="../ink/ink127.xml"/><Relationship Id="rId295" Type="http://schemas.openxmlformats.org/officeDocument/2006/relationships/customXml" Target="../ink/ink148.xml"/><Relationship Id="rId309" Type="http://schemas.openxmlformats.org/officeDocument/2006/relationships/customXml" Target="../ink/ink155.xml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image" Target="../media/image159.png"/><Relationship Id="rId155" Type="http://schemas.openxmlformats.org/officeDocument/2006/relationships/image" Target="../media/image77.png"/><Relationship Id="rId197" Type="http://schemas.openxmlformats.org/officeDocument/2006/relationships/image" Target="../media/image98.png"/><Relationship Id="rId362" Type="http://schemas.openxmlformats.org/officeDocument/2006/relationships/image" Target="../media/image180.png"/><Relationship Id="rId418" Type="http://schemas.openxmlformats.org/officeDocument/2006/relationships/image" Target="../media/image208.png"/><Relationship Id="rId222" Type="http://schemas.openxmlformats.org/officeDocument/2006/relationships/customXml" Target="../ink/ink111.xml"/><Relationship Id="rId264" Type="http://schemas.openxmlformats.org/officeDocument/2006/relationships/image" Target="../media/image131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customXml" Target="../ink/ink166.xml"/><Relationship Id="rId373" Type="http://schemas.openxmlformats.org/officeDocument/2006/relationships/customXml" Target="../ink/ink187.xml"/><Relationship Id="rId429" Type="http://schemas.openxmlformats.org/officeDocument/2006/relationships/customXml" Target="../ink/ink215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6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30.xml"/><Relationship Id="rId21" Type="http://schemas.openxmlformats.org/officeDocument/2006/relationships/image" Target="../media/image226.png"/><Relationship Id="rId42" Type="http://schemas.openxmlformats.org/officeDocument/2006/relationships/customXml" Target="../ink/ink238.xml"/><Relationship Id="rId47" Type="http://schemas.openxmlformats.org/officeDocument/2006/relationships/image" Target="../media/image239.png"/><Relationship Id="rId63" Type="http://schemas.openxmlformats.org/officeDocument/2006/relationships/image" Target="../media/image247.png"/><Relationship Id="rId68" Type="http://schemas.openxmlformats.org/officeDocument/2006/relationships/customXml" Target="../ink/ink251.xml"/><Relationship Id="rId84" Type="http://schemas.openxmlformats.org/officeDocument/2006/relationships/customXml" Target="../ink/ink259.xml"/><Relationship Id="rId16" Type="http://schemas.openxmlformats.org/officeDocument/2006/relationships/customXml" Target="../ink/ink225.xml"/><Relationship Id="rId11" Type="http://schemas.openxmlformats.org/officeDocument/2006/relationships/image" Target="../media/image221.png"/><Relationship Id="rId32" Type="http://schemas.openxmlformats.org/officeDocument/2006/relationships/customXml" Target="../ink/ink233.xml"/><Relationship Id="rId37" Type="http://schemas.openxmlformats.org/officeDocument/2006/relationships/image" Target="../media/image234.png"/><Relationship Id="rId53" Type="http://schemas.openxmlformats.org/officeDocument/2006/relationships/image" Target="../media/image242.png"/><Relationship Id="rId58" Type="http://schemas.openxmlformats.org/officeDocument/2006/relationships/customXml" Target="../ink/ink246.xml"/><Relationship Id="rId74" Type="http://schemas.openxmlformats.org/officeDocument/2006/relationships/customXml" Target="../ink/ink254.xml"/><Relationship Id="rId79" Type="http://schemas.openxmlformats.org/officeDocument/2006/relationships/image" Target="../media/image255.png"/><Relationship Id="rId5" Type="http://schemas.openxmlformats.org/officeDocument/2006/relationships/image" Target="../media/image218.png"/><Relationship Id="rId19" Type="http://schemas.openxmlformats.org/officeDocument/2006/relationships/image" Target="../media/image225.png"/><Relationship Id="rId14" Type="http://schemas.openxmlformats.org/officeDocument/2006/relationships/customXml" Target="../ink/ink224.xml"/><Relationship Id="rId22" Type="http://schemas.openxmlformats.org/officeDocument/2006/relationships/customXml" Target="../ink/ink228.xml"/><Relationship Id="rId27" Type="http://schemas.openxmlformats.org/officeDocument/2006/relationships/image" Target="../media/image229.png"/><Relationship Id="rId30" Type="http://schemas.openxmlformats.org/officeDocument/2006/relationships/customXml" Target="../ink/ink232.xml"/><Relationship Id="rId35" Type="http://schemas.openxmlformats.org/officeDocument/2006/relationships/image" Target="../media/image233.png"/><Relationship Id="rId43" Type="http://schemas.openxmlformats.org/officeDocument/2006/relationships/image" Target="../media/image237.png"/><Relationship Id="rId48" Type="http://schemas.openxmlformats.org/officeDocument/2006/relationships/customXml" Target="../ink/ink241.xml"/><Relationship Id="rId56" Type="http://schemas.openxmlformats.org/officeDocument/2006/relationships/customXml" Target="../ink/ink245.xml"/><Relationship Id="rId64" Type="http://schemas.openxmlformats.org/officeDocument/2006/relationships/customXml" Target="../ink/ink249.xml"/><Relationship Id="rId69" Type="http://schemas.openxmlformats.org/officeDocument/2006/relationships/image" Target="../media/image250.png"/><Relationship Id="rId77" Type="http://schemas.openxmlformats.org/officeDocument/2006/relationships/image" Target="../media/image254.png"/><Relationship Id="rId8" Type="http://schemas.openxmlformats.org/officeDocument/2006/relationships/customXml" Target="../ink/ink221.xml"/><Relationship Id="rId51" Type="http://schemas.openxmlformats.org/officeDocument/2006/relationships/image" Target="../media/image241.png"/><Relationship Id="rId72" Type="http://schemas.openxmlformats.org/officeDocument/2006/relationships/customXml" Target="../ink/ink253.xml"/><Relationship Id="rId80" Type="http://schemas.openxmlformats.org/officeDocument/2006/relationships/customXml" Target="../ink/ink257.xml"/><Relationship Id="rId85" Type="http://schemas.openxmlformats.org/officeDocument/2006/relationships/image" Target="../media/image258.png"/><Relationship Id="rId3" Type="http://schemas.openxmlformats.org/officeDocument/2006/relationships/image" Target="../media/image217.png"/><Relationship Id="rId12" Type="http://schemas.openxmlformats.org/officeDocument/2006/relationships/customXml" Target="../ink/ink223.xml"/><Relationship Id="rId17" Type="http://schemas.openxmlformats.org/officeDocument/2006/relationships/image" Target="../media/image224.png"/><Relationship Id="rId25" Type="http://schemas.openxmlformats.org/officeDocument/2006/relationships/image" Target="../media/image228.png"/><Relationship Id="rId33" Type="http://schemas.openxmlformats.org/officeDocument/2006/relationships/image" Target="../media/image232.png"/><Relationship Id="rId38" Type="http://schemas.openxmlformats.org/officeDocument/2006/relationships/customXml" Target="../ink/ink236.xml"/><Relationship Id="rId46" Type="http://schemas.openxmlformats.org/officeDocument/2006/relationships/customXml" Target="../ink/ink240.xml"/><Relationship Id="rId59" Type="http://schemas.openxmlformats.org/officeDocument/2006/relationships/image" Target="../media/image245.png"/><Relationship Id="rId67" Type="http://schemas.openxmlformats.org/officeDocument/2006/relationships/image" Target="../media/image249.png"/><Relationship Id="rId20" Type="http://schemas.openxmlformats.org/officeDocument/2006/relationships/customXml" Target="../ink/ink227.xml"/><Relationship Id="rId41" Type="http://schemas.openxmlformats.org/officeDocument/2006/relationships/image" Target="../media/image236.png"/><Relationship Id="rId54" Type="http://schemas.openxmlformats.org/officeDocument/2006/relationships/customXml" Target="../ink/ink244.xml"/><Relationship Id="rId62" Type="http://schemas.openxmlformats.org/officeDocument/2006/relationships/customXml" Target="../ink/ink248.xml"/><Relationship Id="rId70" Type="http://schemas.openxmlformats.org/officeDocument/2006/relationships/customXml" Target="../ink/ink252.xml"/><Relationship Id="rId75" Type="http://schemas.openxmlformats.org/officeDocument/2006/relationships/image" Target="../media/image253.png"/><Relationship Id="rId83" Type="http://schemas.openxmlformats.org/officeDocument/2006/relationships/image" Target="../media/image25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0.xml"/><Relationship Id="rId15" Type="http://schemas.openxmlformats.org/officeDocument/2006/relationships/image" Target="../media/image223.png"/><Relationship Id="rId23" Type="http://schemas.openxmlformats.org/officeDocument/2006/relationships/image" Target="../media/image227.png"/><Relationship Id="rId28" Type="http://schemas.openxmlformats.org/officeDocument/2006/relationships/customXml" Target="../ink/ink231.xml"/><Relationship Id="rId36" Type="http://schemas.openxmlformats.org/officeDocument/2006/relationships/customXml" Target="../ink/ink235.xml"/><Relationship Id="rId49" Type="http://schemas.openxmlformats.org/officeDocument/2006/relationships/image" Target="../media/image240.png"/><Relationship Id="rId57" Type="http://schemas.openxmlformats.org/officeDocument/2006/relationships/image" Target="../media/image244.png"/><Relationship Id="rId10" Type="http://schemas.openxmlformats.org/officeDocument/2006/relationships/customXml" Target="../ink/ink222.xml"/><Relationship Id="rId31" Type="http://schemas.openxmlformats.org/officeDocument/2006/relationships/image" Target="../media/image231.png"/><Relationship Id="rId44" Type="http://schemas.openxmlformats.org/officeDocument/2006/relationships/customXml" Target="../ink/ink239.xml"/><Relationship Id="rId52" Type="http://schemas.openxmlformats.org/officeDocument/2006/relationships/customXml" Target="../ink/ink243.xml"/><Relationship Id="rId60" Type="http://schemas.openxmlformats.org/officeDocument/2006/relationships/customXml" Target="../ink/ink247.xml"/><Relationship Id="rId65" Type="http://schemas.openxmlformats.org/officeDocument/2006/relationships/image" Target="../media/image248.png"/><Relationship Id="rId73" Type="http://schemas.openxmlformats.org/officeDocument/2006/relationships/image" Target="../media/image252.png"/><Relationship Id="rId78" Type="http://schemas.openxmlformats.org/officeDocument/2006/relationships/customXml" Target="../ink/ink256.xml"/><Relationship Id="rId81" Type="http://schemas.openxmlformats.org/officeDocument/2006/relationships/image" Target="../media/image256.png"/><Relationship Id="rId86" Type="http://schemas.openxmlformats.org/officeDocument/2006/relationships/customXml" Target="../ink/ink260.xml"/><Relationship Id="rId4" Type="http://schemas.openxmlformats.org/officeDocument/2006/relationships/customXml" Target="../ink/ink219.xml"/><Relationship Id="rId9" Type="http://schemas.openxmlformats.org/officeDocument/2006/relationships/image" Target="../media/image220.png"/><Relationship Id="rId13" Type="http://schemas.openxmlformats.org/officeDocument/2006/relationships/image" Target="../media/image222.png"/><Relationship Id="rId18" Type="http://schemas.openxmlformats.org/officeDocument/2006/relationships/customXml" Target="../ink/ink226.xml"/><Relationship Id="rId39" Type="http://schemas.openxmlformats.org/officeDocument/2006/relationships/image" Target="../media/image235.png"/><Relationship Id="rId34" Type="http://schemas.openxmlformats.org/officeDocument/2006/relationships/customXml" Target="../ink/ink234.xml"/><Relationship Id="rId50" Type="http://schemas.openxmlformats.org/officeDocument/2006/relationships/customXml" Target="../ink/ink242.xml"/><Relationship Id="rId55" Type="http://schemas.openxmlformats.org/officeDocument/2006/relationships/image" Target="../media/image243.png"/><Relationship Id="rId76" Type="http://schemas.openxmlformats.org/officeDocument/2006/relationships/customXml" Target="../ink/ink255.xml"/><Relationship Id="rId7" Type="http://schemas.openxmlformats.org/officeDocument/2006/relationships/image" Target="../media/image219.png"/><Relationship Id="rId71" Type="http://schemas.openxmlformats.org/officeDocument/2006/relationships/image" Target="../media/image251.png"/><Relationship Id="rId2" Type="http://schemas.openxmlformats.org/officeDocument/2006/relationships/customXml" Target="../ink/ink218.xml"/><Relationship Id="rId29" Type="http://schemas.openxmlformats.org/officeDocument/2006/relationships/image" Target="../media/image230.png"/><Relationship Id="rId24" Type="http://schemas.openxmlformats.org/officeDocument/2006/relationships/customXml" Target="../ink/ink229.xml"/><Relationship Id="rId40" Type="http://schemas.openxmlformats.org/officeDocument/2006/relationships/customXml" Target="../ink/ink237.xml"/><Relationship Id="rId45" Type="http://schemas.openxmlformats.org/officeDocument/2006/relationships/image" Target="../media/image238.png"/><Relationship Id="rId66" Type="http://schemas.openxmlformats.org/officeDocument/2006/relationships/customXml" Target="../ink/ink250.xml"/><Relationship Id="rId87" Type="http://schemas.openxmlformats.org/officeDocument/2006/relationships/image" Target="../media/image259.png"/><Relationship Id="rId61" Type="http://schemas.openxmlformats.org/officeDocument/2006/relationships/image" Target="../media/image246.png"/><Relationship Id="rId82" Type="http://schemas.openxmlformats.org/officeDocument/2006/relationships/customXml" Target="../ink/ink258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7.png"/><Relationship Id="rId21" Type="http://schemas.openxmlformats.org/officeDocument/2006/relationships/image" Target="../media/image269.png"/><Relationship Id="rId42" Type="http://schemas.openxmlformats.org/officeDocument/2006/relationships/customXml" Target="../ink/ink280.xml"/><Relationship Id="rId63" Type="http://schemas.openxmlformats.org/officeDocument/2006/relationships/image" Target="../media/image290.png"/><Relationship Id="rId84" Type="http://schemas.openxmlformats.org/officeDocument/2006/relationships/customXml" Target="../ink/ink301.xml"/><Relationship Id="rId138" Type="http://schemas.openxmlformats.org/officeDocument/2006/relationships/customXml" Target="../ink/ink324.xml"/><Relationship Id="rId159" Type="http://schemas.openxmlformats.org/officeDocument/2006/relationships/image" Target="../media/image333.png"/><Relationship Id="rId170" Type="http://schemas.openxmlformats.org/officeDocument/2006/relationships/customXml" Target="../ink/ink340.xml"/><Relationship Id="rId191" Type="http://schemas.openxmlformats.org/officeDocument/2006/relationships/image" Target="../media/image349.png"/><Relationship Id="rId205" Type="http://schemas.openxmlformats.org/officeDocument/2006/relationships/image" Target="../media/image356.png"/><Relationship Id="rId107" Type="http://schemas.openxmlformats.org/officeDocument/2006/relationships/image" Target="../media/image312.png"/><Relationship Id="rId11" Type="http://schemas.openxmlformats.org/officeDocument/2006/relationships/image" Target="../media/image264.png"/><Relationship Id="rId32" Type="http://schemas.openxmlformats.org/officeDocument/2006/relationships/customXml" Target="../ink/ink275.xml"/><Relationship Id="rId53" Type="http://schemas.openxmlformats.org/officeDocument/2006/relationships/image" Target="../media/image285.png"/><Relationship Id="rId74" Type="http://schemas.openxmlformats.org/officeDocument/2006/relationships/customXml" Target="../ink/ink296.xml"/><Relationship Id="rId128" Type="http://schemas.openxmlformats.org/officeDocument/2006/relationships/customXml" Target="../ink/ink319.xml"/><Relationship Id="rId149" Type="http://schemas.openxmlformats.org/officeDocument/2006/relationships/image" Target="../media/image328.png"/><Relationship Id="rId5" Type="http://schemas.openxmlformats.org/officeDocument/2006/relationships/image" Target="../media/image261.png"/><Relationship Id="rId160" Type="http://schemas.openxmlformats.org/officeDocument/2006/relationships/customXml" Target="../ink/ink335.xml"/><Relationship Id="rId181" Type="http://schemas.openxmlformats.org/officeDocument/2006/relationships/image" Target="../media/image344.png"/><Relationship Id="rId216" Type="http://schemas.openxmlformats.org/officeDocument/2006/relationships/customXml" Target="../ink/ink363.xml"/><Relationship Id="rId22" Type="http://schemas.openxmlformats.org/officeDocument/2006/relationships/customXml" Target="../ink/ink270.xml"/><Relationship Id="rId43" Type="http://schemas.openxmlformats.org/officeDocument/2006/relationships/image" Target="../media/image280.png"/><Relationship Id="rId64" Type="http://schemas.openxmlformats.org/officeDocument/2006/relationships/customXml" Target="../ink/ink291.xml"/><Relationship Id="rId118" Type="http://schemas.openxmlformats.org/officeDocument/2006/relationships/customXml" Target="../ink/ink314.xml"/><Relationship Id="rId139" Type="http://schemas.openxmlformats.org/officeDocument/2006/relationships/image" Target="../media/image268.png"/><Relationship Id="rId85" Type="http://schemas.openxmlformats.org/officeDocument/2006/relationships/image" Target="../media/image301.png"/><Relationship Id="rId150" Type="http://schemas.openxmlformats.org/officeDocument/2006/relationships/customXml" Target="../ink/ink330.xml"/><Relationship Id="rId171" Type="http://schemas.openxmlformats.org/officeDocument/2006/relationships/image" Target="../media/image339.png"/><Relationship Id="rId192" Type="http://schemas.openxmlformats.org/officeDocument/2006/relationships/customXml" Target="../ink/ink351.xml"/><Relationship Id="rId206" Type="http://schemas.openxmlformats.org/officeDocument/2006/relationships/customXml" Target="../ink/ink358.xml"/><Relationship Id="rId12" Type="http://schemas.openxmlformats.org/officeDocument/2006/relationships/customXml" Target="../ink/ink266.xml"/><Relationship Id="rId33" Type="http://schemas.openxmlformats.org/officeDocument/2006/relationships/image" Target="../media/image275.png"/><Relationship Id="rId108" Type="http://schemas.openxmlformats.org/officeDocument/2006/relationships/customXml" Target="../ink/ink309.xml"/><Relationship Id="rId129" Type="http://schemas.openxmlformats.org/officeDocument/2006/relationships/image" Target="../media/image323.png"/><Relationship Id="rId54" Type="http://schemas.openxmlformats.org/officeDocument/2006/relationships/customXml" Target="../ink/ink286.xml"/><Relationship Id="rId75" Type="http://schemas.openxmlformats.org/officeDocument/2006/relationships/image" Target="../media/image296.png"/><Relationship Id="rId140" Type="http://schemas.openxmlformats.org/officeDocument/2006/relationships/customXml" Target="../ink/ink325.xml"/><Relationship Id="rId161" Type="http://schemas.openxmlformats.org/officeDocument/2006/relationships/image" Target="../media/image334.png"/><Relationship Id="rId182" Type="http://schemas.openxmlformats.org/officeDocument/2006/relationships/customXml" Target="../ink/ink346.xml"/><Relationship Id="rId217" Type="http://schemas.openxmlformats.org/officeDocument/2006/relationships/image" Target="../media/image362.png"/><Relationship Id="rId6" Type="http://schemas.openxmlformats.org/officeDocument/2006/relationships/customXml" Target="../ink/ink263.xml"/><Relationship Id="rId23" Type="http://schemas.openxmlformats.org/officeDocument/2006/relationships/image" Target="../media/image270.png"/><Relationship Id="rId119" Type="http://schemas.openxmlformats.org/officeDocument/2006/relationships/image" Target="../media/image318.png"/><Relationship Id="rId44" Type="http://schemas.openxmlformats.org/officeDocument/2006/relationships/customXml" Target="../ink/ink281.xml"/><Relationship Id="rId65" Type="http://schemas.openxmlformats.org/officeDocument/2006/relationships/image" Target="../media/image291.png"/><Relationship Id="rId86" Type="http://schemas.openxmlformats.org/officeDocument/2006/relationships/customXml" Target="../ink/ink302.xml"/><Relationship Id="rId130" Type="http://schemas.openxmlformats.org/officeDocument/2006/relationships/customXml" Target="../ink/ink320.xml"/><Relationship Id="rId151" Type="http://schemas.openxmlformats.org/officeDocument/2006/relationships/image" Target="../media/image329.png"/><Relationship Id="rId172" Type="http://schemas.openxmlformats.org/officeDocument/2006/relationships/customXml" Target="../ink/ink341.xml"/><Relationship Id="rId193" Type="http://schemas.openxmlformats.org/officeDocument/2006/relationships/image" Target="../media/image350.png"/><Relationship Id="rId207" Type="http://schemas.openxmlformats.org/officeDocument/2006/relationships/image" Target="../media/image357.png"/><Relationship Id="rId13" Type="http://schemas.openxmlformats.org/officeDocument/2006/relationships/image" Target="../media/image265.png"/><Relationship Id="rId109" Type="http://schemas.openxmlformats.org/officeDocument/2006/relationships/image" Target="../media/image313.png"/><Relationship Id="rId34" Type="http://schemas.openxmlformats.org/officeDocument/2006/relationships/customXml" Target="../ink/ink276.xml"/><Relationship Id="rId55" Type="http://schemas.openxmlformats.org/officeDocument/2006/relationships/image" Target="../media/image286.png"/><Relationship Id="rId76" Type="http://schemas.openxmlformats.org/officeDocument/2006/relationships/customXml" Target="../ink/ink297.xml"/><Relationship Id="rId120" Type="http://schemas.openxmlformats.org/officeDocument/2006/relationships/customXml" Target="../ink/ink315.xml"/><Relationship Id="rId141" Type="http://schemas.openxmlformats.org/officeDocument/2006/relationships/image" Target="../media/image306.png"/><Relationship Id="rId7" Type="http://schemas.openxmlformats.org/officeDocument/2006/relationships/image" Target="../media/image262.png"/><Relationship Id="rId162" Type="http://schemas.openxmlformats.org/officeDocument/2006/relationships/customXml" Target="../ink/ink336.xml"/><Relationship Id="rId183" Type="http://schemas.openxmlformats.org/officeDocument/2006/relationships/image" Target="../media/image345.png"/><Relationship Id="rId218" Type="http://schemas.openxmlformats.org/officeDocument/2006/relationships/customXml" Target="../ink/ink364.xml"/><Relationship Id="rId24" Type="http://schemas.openxmlformats.org/officeDocument/2006/relationships/customXml" Target="../ink/ink271.xml"/><Relationship Id="rId45" Type="http://schemas.openxmlformats.org/officeDocument/2006/relationships/image" Target="../media/image281.png"/><Relationship Id="rId66" Type="http://schemas.openxmlformats.org/officeDocument/2006/relationships/customXml" Target="../ink/ink292.xml"/><Relationship Id="rId87" Type="http://schemas.openxmlformats.org/officeDocument/2006/relationships/image" Target="../media/image302.png"/><Relationship Id="rId110" Type="http://schemas.openxmlformats.org/officeDocument/2006/relationships/customXml" Target="../ink/ink310.xml"/><Relationship Id="rId131" Type="http://schemas.openxmlformats.org/officeDocument/2006/relationships/image" Target="../media/image324.png"/><Relationship Id="rId61" Type="http://schemas.openxmlformats.org/officeDocument/2006/relationships/image" Target="../media/image289.png"/><Relationship Id="rId82" Type="http://schemas.openxmlformats.org/officeDocument/2006/relationships/customXml" Target="../ink/ink300.xml"/><Relationship Id="rId152" Type="http://schemas.openxmlformats.org/officeDocument/2006/relationships/customXml" Target="../ink/ink331.xml"/><Relationship Id="rId173" Type="http://schemas.openxmlformats.org/officeDocument/2006/relationships/image" Target="../media/image340.png"/><Relationship Id="rId194" Type="http://schemas.openxmlformats.org/officeDocument/2006/relationships/customXml" Target="../ink/ink352.xml"/><Relationship Id="rId199" Type="http://schemas.openxmlformats.org/officeDocument/2006/relationships/image" Target="../media/image353.png"/><Relationship Id="rId203" Type="http://schemas.openxmlformats.org/officeDocument/2006/relationships/image" Target="../media/image355.png"/><Relationship Id="rId208" Type="http://schemas.openxmlformats.org/officeDocument/2006/relationships/customXml" Target="../ink/ink359.xml"/><Relationship Id="rId14" Type="http://schemas.openxmlformats.org/officeDocument/2006/relationships/customXml" Target="../ink/ink267.xml"/><Relationship Id="rId30" Type="http://schemas.openxmlformats.org/officeDocument/2006/relationships/customXml" Target="../ink/ink274.xml"/><Relationship Id="rId35" Type="http://schemas.openxmlformats.org/officeDocument/2006/relationships/image" Target="../media/image276.png"/><Relationship Id="rId56" Type="http://schemas.openxmlformats.org/officeDocument/2006/relationships/customXml" Target="../ink/ink287.xml"/><Relationship Id="rId77" Type="http://schemas.openxmlformats.org/officeDocument/2006/relationships/image" Target="../media/image297.png"/><Relationship Id="rId105" Type="http://schemas.openxmlformats.org/officeDocument/2006/relationships/image" Target="../media/image311.png"/><Relationship Id="rId126" Type="http://schemas.openxmlformats.org/officeDocument/2006/relationships/customXml" Target="../ink/ink318.xml"/><Relationship Id="rId147" Type="http://schemas.openxmlformats.org/officeDocument/2006/relationships/image" Target="../media/image309.png"/><Relationship Id="rId168" Type="http://schemas.openxmlformats.org/officeDocument/2006/relationships/customXml" Target="../ink/ink339.xml"/><Relationship Id="rId8" Type="http://schemas.openxmlformats.org/officeDocument/2006/relationships/customXml" Target="../ink/ink264.xml"/><Relationship Id="rId51" Type="http://schemas.openxmlformats.org/officeDocument/2006/relationships/image" Target="../media/image284.png"/><Relationship Id="rId72" Type="http://schemas.openxmlformats.org/officeDocument/2006/relationships/customXml" Target="../ink/ink295.xml"/><Relationship Id="rId93" Type="http://schemas.openxmlformats.org/officeDocument/2006/relationships/image" Target="../media/image305.png"/><Relationship Id="rId121" Type="http://schemas.openxmlformats.org/officeDocument/2006/relationships/image" Target="../media/image319.png"/><Relationship Id="rId142" Type="http://schemas.openxmlformats.org/officeDocument/2006/relationships/customXml" Target="../ink/ink326.xml"/><Relationship Id="rId163" Type="http://schemas.openxmlformats.org/officeDocument/2006/relationships/image" Target="../media/image335.png"/><Relationship Id="rId184" Type="http://schemas.openxmlformats.org/officeDocument/2006/relationships/customXml" Target="../ink/ink347.xml"/><Relationship Id="rId189" Type="http://schemas.openxmlformats.org/officeDocument/2006/relationships/image" Target="../media/image348.png"/><Relationship Id="rId219" Type="http://schemas.openxmlformats.org/officeDocument/2006/relationships/image" Target="../media/image363.png"/><Relationship Id="rId3" Type="http://schemas.openxmlformats.org/officeDocument/2006/relationships/image" Target="../media/image260.png"/><Relationship Id="rId214" Type="http://schemas.openxmlformats.org/officeDocument/2006/relationships/customXml" Target="../ink/ink362.xml"/><Relationship Id="rId25" Type="http://schemas.openxmlformats.org/officeDocument/2006/relationships/image" Target="../media/image271.png"/><Relationship Id="rId46" Type="http://schemas.openxmlformats.org/officeDocument/2006/relationships/customXml" Target="../ink/ink282.xml"/><Relationship Id="rId67" Type="http://schemas.openxmlformats.org/officeDocument/2006/relationships/image" Target="../media/image292.png"/><Relationship Id="rId116" Type="http://schemas.openxmlformats.org/officeDocument/2006/relationships/customXml" Target="../ink/ink313.xml"/><Relationship Id="rId137" Type="http://schemas.openxmlformats.org/officeDocument/2006/relationships/image" Target="../media/image327.png"/><Relationship Id="rId158" Type="http://schemas.openxmlformats.org/officeDocument/2006/relationships/customXml" Target="../ink/ink334.xml"/><Relationship Id="rId41" Type="http://schemas.openxmlformats.org/officeDocument/2006/relationships/image" Target="../media/image279.png"/><Relationship Id="rId62" Type="http://schemas.openxmlformats.org/officeDocument/2006/relationships/customXml" Target="../ink/ink290.xml"/><Relationship Id="rId83" Type="http://schemas.openxmlformats.org/officeDocument/2006/relationships/image" Target="../media/image300.png"/><Relationship Id="rId88" Type="http://schemas.openxmlformats.org/officeDocument/2006/relationships/customXml" Target="../ink/ink303.xml"/><Relationship Id="rId111" Type="http://schemas.openxmlformats.org/officeDocument/2006/relationships/image" Target="../media/image314.png"/><Relationship Id="rId132" Type="http://schemas.openxmlformats.org/officeDocument/2006/relationships/customXml" Target="../ink/ink321.xml"/><Relationship Id="rId153" Type="http://schemas.openxmlformats.org/officeDocument/2006/relationships/image" Target="../media/image330.png"/><Relationship Id="rId174" Type="http://schemas.openxmlformats.org/officeDocument/2006/relationships/customXml" Target="../ink/ink342.xml"/><Relationship Id="rId179" Type="http://schemas.openxmlformats.org/officeDocument/2006/relationships/image" Target="../media/image343.png"/><Relationship Id="rId195" Type="http://schemas.openxmlformats.org/officeDocument/2006/relationships/image" Target="../media/image351.png"/><Relationship Id="rId209" Type="http://schemas.openxmlformats.org/officeDocument/2006/relationships/image" Target="../media/image358.png"/><Relationship Id="rId190" Type="http://schemas.openxmlformats.org/officeDocument/2006/relationships/customXml" Target="../ink/ink350.xml"/><Relationship Id="rId204" Type="http://schemas.openxmlformats.org/officeDocument/2006/relationships/customXml" Target="../ink/ink357.xml"/><Relationship Id="rId15" Type="http://schemas.openxmlformats.org/officeDocument/2006/relationships/image" Target="../media/image266.png"/><Relationship Id="rId36" Type="http://schemas.openxmlformats.org/officeDocument/2006/relationships/customXml" Target="../ink/ink277.xml"/><Relationship Id="rId57" Type="http://schemas.openxmlformats.org/officeDocument/2006/relationships/image" Target="../media/image287.png"/><Relationship Id="rId106" Type="http://schemas.openxmlformats.org/officeDocument/2006/relationships/customXml" Target="../ink/ink308.xml"/><Relationship Id="rId127" Type="http://schemas.openxmlformats.org/officeDocument/2006/relationships/image" Target="../media/image322.png"/><Relationship Id="rId10" Type="http://schemas.openxmlformats.org/officeDocument/2006/relationships/customXml" Target="../ink/ink265.xml"/><Relationship Id="rId31" Type="http://schemas.openxmlformats.org/officeDocument/2006/relationships/image" Target="../media/image274.png"/><Relationship Id="rId52" Type="http://schemas.openxmlformats.org/officeDocument/2006/relationships/customXml" Target="../ink/ink285.xml"/><Relationship Id="rId73" Type="http://schemas.openxmlformats.org/officeDocument/2006/relationships/image" Target="../media/image295.png"/><Relationship Id="rId78" Type="http://schemas.openxmlformats.org/officeDocument/2006/relationships/customXml" Target="../ink/ink298.xml"/><Relationship Id="rId94" Type="http://schemas.openxmlformats.org/officeDocument/2006/relationships/customXml" Target="../ink/ink306.xml"/><Relationship Id="rId122" Type="http://schemas.openxmlformats.org/officeDocument/2006/relationships/customXml" Target="../ink/ink316.xml"/><Relationship Id="rId143" Type="http://schemas.openxmlformats.org/officeDocument/2006/relationships/image" Target="../media/image307.png"/><Relationship Id="rId148" Type="http://schemas.openxmlformats.org/officeDocument/2006/relationships/customXml" Target="../ink/ink329.xml"/><Relationship Id="rId164" Type="http://schemas.openxmlformats.org/officeDocument/2006/relationships/customXml" Target="../ink/ink337.xml"/><Relationship Id="rId169" Type="http://schemas.openxmlformats.org/officeDocument/2006/relationships/image" Target="../media/image338.png"/><Relationship Id="rId185" Type="http://schemas.openxmlformats.org/officeDocument/2006/relationships/image" Target="../media/image346.png"/><Relationship Id="rId4" Type="http://schemas.openxmlformats.org/officeDocument/2006/relationships/customXml" Target="../ink/ink262.xml"/><Relationship Id="rId9" Type="http://schemas.openxmlformats.org/officeDocument/2006/relationships/image" Target="../media/image263.png"/><Relationship Id="rId180" Type="http://schemas.openxmlformats.org/officeDocument/2006/relationships/customXml" Target="../ink/ink345.xml"/><Relationship Id="rId210" Type="http://schemas.openxmlformats.org/officeDocument/2006/relationships/customXml" Target="../ink/ink360.xml"/><Relationship Id="rId215" Type="http://schemas.openxmlformats.org/officeDocument/2006/relationships/image" Target="../media/image361.png"/><Relationship Id="rId26" Type="http://schemas.openxmlformats.org/officeDocument/2006/relationships/customXml" Target="../ink/ink272.xml"/><Relationship Id="rId47" Type="http://schemas.openxmlformats.org/officeDocument/2006/relationships/image" Target="../media/image282.png"/><Relationship Id="rId68" Type="http://schemas.openxmlformats.org/officeDocument/2006/relationships/customXml" Target="../ink/ink293.xml"/><Relationship Id="rId89" Type="http://schemas.openxmlformats.org/officeDocument/2006/relationships/image" Target="../media/image303.png"/><Relationship Id="rId112" Type="http://schemas.openxmlformats.org/officeDocument/2006/relationships/customXml" Target="../ink/ink311.xml"/><Relationship Id="rId133" Type="http://schemas.openxmlformats.org/officeDocument/2006/relationships/image" Target="../media/image325.png"/><Relationship Id="rId154" Type="http://schemas.openxmlformats.org/officeDocument/2006/relationships/customXml" Target="../ink/ink332.xml"/><Relationship Id="rId175" Type="http://schemas.openxmlformats.org/officeDocument/2006/relationships/image" Target="../media/image341.png"/><Relationship Id="rId196" Type="http://schemas.openxmlformats.org/officeDocument/2006/relationships/customXml" Target="../ink/ink353.xml"/><Relationship Id="rId200" Type="http://schemas.openxmlformats.org/officeDocument/2006/relationships/customXml" Target="../ink/ink355.xml"/><Relationship Id="rId16" Type="http://schemas.openxmlformats.org/officeDocument/2006/relationships/customXml" Target="../ink/ink268.xml"/><Relationship Id="rId37" Type="http://schemas.openxmlformats.org/officeDocument/2006/relationships/image" Target="../media/image277.png"/><Relationship Id="rId58" Type="http://schemas.openxmlformats.org/officeDocument/2006/relationships/customXml" Target="../ink/ink288.xml"/><Relationship Id="rId79" Type="http://schemas.openxmlformats.org/officeDocument/2006/relationships/image" Target="../media/image298.png"/><Relationship Id="rId123" Type="http://schemas.openxmlformats.org/officeDocument/2006/relationships/image" Target="../media/image320.png"/><Relationship Id="rId144" Type="http://schemas.openxmlformats.org/officeDocument/2006/relationships/customXml" Target="../ink/ink327.xml"/><Relationship Id="rId90" Type="http://schemas.openxmlformats.org/officeDocument/2006/relationships/customXml" Target="../ink/ink304.xml"/><Relationship Id="rId165" Type="http://schemas.openxmlformats.org/officeDocument/2006/relationships/image" Target="../media/image336.png"/><Relationship Id="rId186" Type="http://schemas.openxmlformats.org/officeDocument/2006/relationships/customXml" Target="../ink/ink348.xml"/><Relationship Id="rId211" Type="http://schemas.openxmlformats.org/officeDocument/2006/relationships/image" Target="../media/image359.png"/><Relationship Id="rId27" Type="http://schemas.openxmlformats.org/officeDocument/2006/relationships/image" Target="../media/image272.png"/><Relationship Id="rId48" Type="http://schemas.openxmlformats.org/officeDocument/2006/relationships/customXml" Target="../ink/ink283.xml"/><Relationship Id="rId69" Type="http://schemas.openxmlformats.org/officeDocument/2006/relationships/image" Target="../media/image293.png"/><Relationship Id="rId113" Type="http://schemas.openxmlformats.org/officeDocument/2006/relationships/image" Target="../media/image315.png"/><Relationship Id="rId134" Type="http://schemas.openxmlformats.org/officeDocument/2006/relationships/customXml" Target="../ink/ink322.xml"/><Relationship Id="rId80" Type="http://schemas.openxmlformats.org/officeDocument/2006/relationships/customXml" Target="../ink/ink299.xml"/><Relationship Id="rId155" Type="http://schemas.openxmlformats.org/officeDocument/2006/relationships/image" Target="../media/image331.png"/><Relationship Id="rId176" Type="http://schemas.openxmlformats.org/officeDocument/2006/relationships/customXml" Target="../ink/ink343.xml"/><Relationship Id="rId197" Type="http://schemas.openxmlformats.org/officeDocument/2006/relationships/image" Target="../media/image352.png"/><Relationship Id="rId201" Type="http://schemas.openxmlformats.org/officeDocument/2006/relationships/image" Target="../media/image354.png"/><Relationship Id="rId17" Type="http://schemas.openxmlformats.org/officeDocument/2006/relationships/image" Target="../media/image267.png"/><Relationship Id="rId38" Type="http://schemas.openxmlformats.org/officeDocument/2006/relationships/customXml" Target="../ink/ink278.xml"/><Relationship Id="rId59" Type="http://schemas.openxmlformats.org/officeDocument/2006/relationships/image" Target="../media/image288.png"/><Relationship Id="rId103" Type="http://schemas.openxmlformats.org/officeDocument/2006/relationships/image" Target="../media/image310.png"/><Relationship Id="rId124" Type="http://schemas.openxmlformats.org/officeDocument/2006/relationships/customXml" Target="../ink/ink317.xml"/><Relationship Id="rId70" Type="http://schemas.openxmlformats.org/officeDocument/2006/relationships/customXml" Target="../ink/ink294.xml"/><Relationship Id="rId91" Type="http://schemas.openxmlformats.org/officeDocument/2006/relationships/image" Target="../media/image304.png"/><Relationship Id="rId145" Type="http://schemas.openxmlformats.org/officeDocument/2006/relationships/image" Target="../media/image308.png"/><Relationship Id="rId166" Type="http://schemas.openxmlformats.org/officeDocument/2006/relationships/customXml" Target="../ink/ink338.xml"/><Relationship Id="rId187" Type="http://schemas.openxmlformats.org/officeDocument/2006/relationships/image" Target="../media/image34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61.xml"/><Relationship Id="rId28" Type="http://schemas.openxmlformats.org/officeDocument/2006/relationships/customXml" Target="../ink/ink273.xml"/><Relationship Id="rId49" Type="http://schemas.openxmlformats.org/officeDocument/2006/relationships/image" Target="../media/image283.png"/><Relationship Id="rId114" Type="http://schemas.openxmlformats.org/officeDocument/2006/relationships/customXml" Target="../ink/ink312.xml"/><Relationship Id="rId60" Type="http://schemas.openxmlformats.org/officeDocument/2006/relationships/customXml" Target="../ink/ink289.xml"/><Relationship Id="rId81" Type="http://schemas.openxmlformats.org/officeDocument/2006/relationships/image" Target="../media/image299.png"/><Relationship Id="rId135" Type="http://schemas.openxmlformats.org/officeDocument/2006/relationships/image" Target="../media/image326.png"/><Relationship Id="rId156" Type="http://schemas.openxmlformats.org/officeDocument/2006/relationships/customXml" Target="../ink/ink333.xml"/><Relationship Id="rId177" Type="http://schemas.openxmlformats.org/officeDocument/2006/relationships/image" Target="../media/image342.png"/><Relationship Id="rId198" Type="http://schemas.openxmlformats.org/officeDocument/2006/relationships/customXml" Target="../ink/ink354.xml"/><Relationship Id="rId202" Type="http://schemas.openxmlformats.org/officeDocument/2006/relationships/customXml" Target="../ink/ink356.xml"/><Relationship Id="rId18" Type="http://schemas.openxmlformats.org/officeDocument/2006/relationships/customXml" Target="../ink/ink269.xml"/><Relationship Id="rId39" Type="http://schemas.openxmlformats.org/officeDocument/2006/relationships/image" Target="../media/image278.png"/><Relationship Id="rId50" Type="http://schemas.openxmlformats.org/officeDocument/2006/relationships/customXml" Target="../ink/ink284.xml"/><Relationship Id="rId104" Type="http://schemas.openxmlformats.org/officeDocument/2006/relationships/customXml" Target="../ink/ink307.xml"/><Relationship Id="rId125" Type="http://schemas.openxmlformats.org/officeDocument/2006/relationships/image" Target="../media/image321.png"/><Relationship Id="rId146" Type="http://schemas.openxmlformats.org/officeDocument/2006/relationships/customXml" Target="../ink/ink328.xml"/><Relationship Id="rId167" Type="http://schemas.openxmlformats.org/officeDocument/2006/relationships/image" Target="../media/image337.png"/><Relationship Id="rId188" Type="http://schemas.openxmlformats.org/officeDocument/2006/relationships/customXml" Target="../ink/ink349.xml"/><Relationship Id="rId71" Type="http://schemas.openxmlformats.org/officeDocument/2006/relationships/image" Target="../media/image294.png"/><Relationship Id="rId92" Type="http://schemas.openxmlformats.org/officeDocument/2006/relationships/customXml" Target="../ink/ink305.xml"/><Relationship Id="rId213" Type="http://schemas.openxmlformats.org/officeDocument/2006/relationships/image" Target="../media/image360.png"/><Relationship Id="rId2" Type="http://schemas.openxmlformats.org/officeDocument/2006/relationships/customXml" Target="../ink/ink261.xml"/><Relationship Id="rId29" Type="http://schemas.openxmlformats.org/officeDocument/2006/relationships/image" Target="../media/image273.png"/><Relationship Id="rId40" Type="http://schemas.openxmlformats.org/officeDocument/2006/relationships/customXml" Target="../ink/ink279.xml"/><Relationship Id="rId115" Type="http://schemas.openxmlformats.org/officeDocument/2006/relationships/image" Target="../media/image316.png"/><Relationship Id="rId136" Type="http://schemas.openxmlformats.org/officeDocument/2006/relationships/customXml" Target="../ink/ink323.xml"/><Relationship Id="rId157" Type="http://schemas.openxmlformats.org/officeDocument/2006/relationships/image" Target="../media/image332.png"/><Relationship Id="rId178" Type="http://schemas.openxmlformats.org/officeDocument/2006/relationships/customXml" Target="../ink/ink34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7.xml"/><Relationship Id="rId13" Type="http://schemas.openxmlformats.org/officeDocument/2006/relationships/image" Target="../media/image369.png"/><Relationship Id="rId3" Type="http://schemas.openxmlformats.org/officeDocument/2006/relationships/image" Target="../media/image365.png"/><Relationship Id="rId7" Type="http://schemas.openxmlformats.org/officeDocument/2006/relationships/image" Target="../media/image366.png"/><Relationship Id="rId12" Type="http://schemas.openxmlformats.org/officeDocument/2006/relationships/customXml" Target="../ink/ink369.xml"/><Relationship Id="rId17" Type="http://schemas.openxmlformats.org/officeDocument/2006/relationships/image" Target="../media/image371.png"/><Relationship Id="rId2" Type="http://schemas.openxmlformats.org/officeDocument/2006/relationships/image" Target="../media/image364.png"/><Relationship Id="rId16" Type="http://schemas.openxmlformats.org/officeDocument/2006/relationships/customXml" Target="../ink/ink37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66.xml"/><Relationship Id="rId11" Type="http://schemas.openxmlformats.org/officeDocument/2006/relationships/image" Target="../media/image368.png"/><Relationship Id="rId5" Type="http://schemas.openxmlformats.org/officeDocument/2006/relationships/image" Target="../media/image3500.png"/><Relationship Id="rId15" Type="http://schemas.openxmlformats.org/officeDocument/2006/relationships/image" Target="../media/image370.png"/><Relationship Id="rId10" Type="http://schemas.openxmlformats.org/officeDocument/2006/relationships/customXml" Target="../ink/ink368.xml"/><Relationship Id="rId4" Type="http://schemas.openxmlformats.org/officeDocument/2006/relationships/customXml" Target="../ink/ink365.xml"/><Relationship Id="rId9" Type="http://schemas.openxmlformats.org/officeDocument/2006/relationships/image" Target="../media/image367.png"/><Relationship Id="rId14" Type="http://schemas.openxmlformats.org/officeDocument/2006/relationships/customXml" Target="../ink/ink37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2.xml"/><Relationship Id="rId2" Type="http://schemas.openxmlformats.org/officeDocument/2006/relationships/image" Target="../media/image3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20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30.xml"/><Relationship Id="rId299" Type="http://schemas.openxmlformats.org/officeDocument/2006/relationships/customXml" Target="../ink/ink521.xml"/><Relationship Id="rId21" Type="http://schemas.openxmlformats.org/officeDocument/2006/relationships/customXml" Target="../ink/ink382.xml"/><Relationship Id="rId63" Type="http://schemas.openxmlformats.org/officeDocument/2006/relationships/customXml" Target="../ink/ink403.xml"/><Relationship Id="rId159" Type="http://schemas.openxmlformats.org/officeDocument/2006/relationships/customXml" Target="../ink/ink451.xml"/><Relationship Id="rId324" Type="http://schemas.openxmlformats.org/officeDocument/2006/relationships/image" Target="../media/image512.png"/><Relationship Id="rId170" Type="http://schemas.openxmlformats.org/officeDocument/2006/relationships/image" Target="../media/image436.png"/><Relationship Id="rId226" Type="http://schemas.openxmlformats.org/officeDocument/2006/relationships/image" Target="../media/image463.png"/><Relationship Id="rId268" Type="http://schemas.openxmlformats.org/officeDocument/2006/relationships/image" Target="../media/image484.png"/><Relationship Id="rId32" Type="http://schemas.openxmlformats.org/officeDocument/2006/relationships/image" Target="../media/image3680.png"/><Relationship Id="rId74" Type="http://schemas.openxmlformats.org/officeDocument/2006/relationships/image" Target="../media/image388.png"/><Relationship Id="rId128" Type="http://schemas.openxmlformats.org/officeDocument/2006/relationships/image" Target="../media/image415.png"/><Relationship Id="rId5" Type="http://schemas.openxmlformats.org/officeDocument/2006/relationships/customXml" Target="../ink/ink374.xml"/><Relationship Id="rId181" Type="http://schemas.openxmlformats.org/officeDocument/2006/relationships/customXml" Target="../ink/ink462.xml"/><Relationship Id="rId237" Type="http://schemas.openxmlformats.org/officeDocument/2006/relationships/customXml" Target="../ink/ink490.xml"/><Relationship Id="rId279" Type="http://schemas.openxmlformats.org/officeDocument/2006/relationships/customXml" Target="../ink/ink511.xml"/><Relationship Id="rId43" Type="http://schemas.openxmlformats.org/officeDocument/2006/relationships/customXml" Target="../ink/ink393.xml"/><Relationship Id="rId139" Type="http://schemas.openxmlformats.org/officeDocument/2006/relationships/customXml" Target="../ink/ink441.xml"/><Relationship Id="rId290" Type="http://schemas.openxmlformats.org/officeDocument/2006/relationships/image" Target="../media/image495.png"/><Relationship Id="rId304" Type="http://schemas.openxmlformats.org/officeDocument/2006/relationships/image" Target="../media/image502.png"/><Relationship Id="rId85" Type="http://schemas.openxmlformats.org/officeDocument/2006/relationships/customXml" Target="../ink/ink414.xml"/><Relationship Id="rId150" Type="http://schemas.openxmlformats.org/officeDocument/2006/relationships/image" Target="../media/image426.png"/><Relationship Id="rId192" Type="http://schemas.openxmlformats.org/officeDocument/2006/relationships/image" Target="../media/image446.png"/><Relationship Id="rId206" Type="http://schemas.openxmlformats.org/officeDocument/2006/relationships/image" Target="../media/image453.png"/><Relationship Id="rId248" Type="http://schemas.openxmlformats.org/officeDocument/2006/relationships/image" Target="../media/image474.png"/><Relationship Id="rId12" Type="http://schemas.openxmlformats.org/officeDocument/2006/relationships/image" Target="../media/image3580.png"/><Relationship Id="rId108" Type="http://schemas.openxmlformats.org/officeDocument/2006/relationships/image" Target="../media/image405.png"/><Relationship Id="rId315" Type="http://schemas.openxmlformats.org/officeDocument/2006/relationships/customXml" Target="../ink/ink529.xml"/><Relationship Id="rId54" Type="http://schemas.openxmlformats.org/officeDocument/2006/relationships/image" Target="../media/image379.png"/><Relationship Id="rId96" Type="http://schemas.openxmlformats.org/officeDocument/2006/relationships/image" Target="../media/image399.png"/><Relationship Id="rId161" Type="http://schemas.openxmlformats.org/officeDocument/2006/relationships/customXml" Target="../ink/ink452.xml"/><Relationship Id="rId217" Type="http://schemas.openxmlformats.org/officeDocument/2006/relationships/customXml" Target="../ink/ink480.xml"/><Relationship Id="rId259" Type="http://schemas.openxmlformats.org/officeDocument/2006/relationships/customXml" Target="../ink/ink501.xml"/><Relationship Id="rId23" Type="http://schemas.openxmlformats.org/officeDocument/2006/relationships/customXml" Target="../ink/ink383.xml"/><Relationship Id="rId119" Type="http://schemas.openxmlformats.org/officeDocument/2006/relationships/customXml" Target="../ink/ink431.xml"/><Relationship Id="rId270" Type="http://schemas.openxmlformats.org/officeDocument/2006/relationships/image" Target="../media/image485.png"/><Relationship Id="rId65" Type="http://schemas.openxmlformats.org/officeDocument/2006/relationships/customXml" Target="../ink/ink404.xml"/><Relationship Id="rId130" Type="http://schemas.openxmlformats.org/officeDocument/2006/relationships/image" Target="../media/image416.png"/><Relationship Id="rId172" Type="http://schemas.openxmlformats.org/officeDocument/2006/relationships/image" Target="../media/image437.png"/><Relationship Id="rId228" Type="http://schemas.openxmlformats.org/officeDocument/2006/relationships/image" Target="../media/image464.png"/><Relationship Id="rId281" Type="http://schemas.openxmlformats.org/officeDocument/2006/relationships/customXml" Target="../ink/ink512.xml"/><Relationship Id="rId34" Type="http://schemas.openxmlformats.org/officeDocument/2006/relationships/image" Target="../media/image3690.png"/><Relationship Id="rId55" Type="http://schemas.openxmlformats.org/officeDocument/2006/relationships/customXml" Target="../ink/ink399.xml"/><Relationship Id="rId76" Type="http://schemas.openxmlformats.org/officeDocument/2006/relationships/image" Target="../media/image389.png"/><Relationship Id="rId97" Type="http://schemas.openxmlformats.org/officeDocument/2006/relationships/customXml" Target="../ink/ink420.xml"/><Relationship Id="rId120" Type="http://schemas.openxmlformats.org/officeDocument/2006/relationships/image" Target="../media/image411.png"/><Relationship Id="rId141" Type="http://schemas.openxmlformats.org/officeDocument/2006/relationships/customXml" Target="../ink/ink442.xml"/><Relationship Id="rId7" Type="http://schemas.openxmlformats.org/officeDocument/2006/relationships/customXml" Target="../ink/ink375.xml"/><Relationship Id="rId162" Type="http://schemas.openxmlformats.org/officeDocument/2006/relationships/image" Target="../media/image432.png"/><Relationship Id="rId183" Type="http://schemas.openxmlformats.org/officeDocument/2006/relationships/customXml" Target="../ink/ink463.xml"/><Relationship Id="rId218" Type="http://schemas.openxmlformats.org/officeDocument/2006/relationships/image" Target="../media/image459.png"/><Relationship Id="rId239" Type="http://schemas.openxmlformats.org/officeDocument/2006/relationships/customXml" Target="../ink/ink491.xml"/><Relationship Id="rId250" Type="http://schemas.openxmlformats.org/officeDocument/2006/relationships/image" Target="../media/image475.png"/><Relationship Id="rId271" Type="http://schemas.openxmlformats.org/officeDocument/2006/relationships/customXml" Target="../ink/ink507.xml"/><Relationship Id="rId292" Type="http://schemas.openxmlformats.org/officeDocument/2006/relationships/image" Target="../media/image496.png"/><Relationship Id="rId306" Type="http://schemas.openxmlformats.org/officeDocument/2006/relationships/image" Target="../media/image503.png"/><Relationship Id="rId24" Type="http://schemas.openxmlformats.org/officeDocument/2006/relationships/image" Target="../media/image3640.png"/><Relationship Id="rId45" Type="http://schemas.openxmlformats.org/officeDocument/2006/relationships/customXml" Target="../ink/ink394.xml"/><Relationship Id="rId66" Type="http://schemas.openxmlformats.org/officeDocument/2006/relationships/image" Target="../media/image385.png"/><Relationship Id="rId87" Type="http://schemas.openxmlformats.org/officeDocument/2006/relationships/customXml" Target="../ink/ink415.xml"/><Relationship Id="rId110" Type="http://schemas.openxmlformats.org/officeDocument/2006/relationships/image" Target="../media/image406.png"/><Relationship Id="rId131" Type="http://schemas.openxmlformats.org/officeDocument/2006/relationships/customXml" Target="../ink/ink437.xml"/><Relationship Id="rId152" Type="http://schemas.openxmlformats.org/officeDocument/2006/relationships/image" Target="../media/image427.png"/><Relationship Id="rId173" Type="http://schemas.openxmlformats.org/officeDocument/2006/relationships/customXml" Target="../ink/ink458.xml"/><Relationship Id="rId194" Type="http://schemas.openxmlformats.org/officeDocument/2006/relationships/image" Target="../media/image447.png"/><Relationship Id="rId208" Type="http://schemas.openxmlformats.org/officeDocument/2006/relationships/image" Target="../media/image454.png"/><Relationship Id="rId229" Type="http://schemas.openxmlformats.org/officeDocument/2006/relationships/customXml" Target="../ink/ink486.xml"/><Relationship Id="rId240" Type="http://schemas.openxmlformats.org/officeDocument/2006/relationships/image" Target="../media/image470.png"/><Relationship Id="rId261" Type="http://schemas.openxmlformats.org/officeDocument/2006/relationships/customXml" Target="../ink/ink502.xml"/><Relationship Id="rId14" Type="http://schemas.openxmlformats.org/officeDocument/2006/relationships/image" Target="../media/image3590.png"/><Relationship Id="rId35" Type="http://schemas.openxmlformats.org/officeDocument/2006/relationships/customXml" Target="../ink/ink389.xml"/><Relationship Id="rId56" Type="http://schemas.openxmlformats.org/officeDocument/2006/relationships/image" Target="../media/image380.png"/><Relationship Id="rId77" Type="http://schemas.openxmlformats.org/officeDocument/2006/relationships/customXml" Target="../ink/ink410.xml"/><Relationship Id="rId100" Type="http://schemas.openxmlformats.org/officeDocument/2006/relationships/image" Target="../media/image401.png"/><Relationship Id="rId282" Type="http://schemas.openxmlformats.org/officeDocument/2006/relationships/image" Target="../media/image491.png"/><Relationship Id="rId317" Type="http://schemas.openxmlformats.org/officeDocument/2006/relationships/customXml" Target="../ink/ink530.xml"/><Relationship Id="rId8" Type="http://schemas.openxmlformats.org/officeDocument/2006/relationships/image" Target="../media/image3560.png"/><Relationship Id="rId98" Type="http://schemas.openxmlformats.org/officeDocument/2006/relationships/image" Target="../media/image400.png"/><Relationship Id="rId121" Type="http://schemas.openxmlformats.org/officeDocument/2006/relationships/customXml" Target="../ink/ink432.xml"/><Relationship Id="rId142" Type="http://schemas.openxmlformats.org/officeDocument/2006/relationships/image" Target="../media/image422.png"/><Relationship Id="rId163" Type="http://schemas.openxmlformats.org/officeDocument/2006/relationships/customXml" Target="../ink/ink453.xml"/><Relationship Id="rId184" Type="http://schemas.openxmlformats.org/officeDocument/2006/relationships/image" Target="../media/image443.png"/><Relationship Id="rId219" Type="http://schemas.openxmlformats.org/officeDocument/2006/relationships/customXml" Target="../ink/ink481.xml"/><Relationship Id="rId230" Type="http://schemas.openxmlformats.org/officeDocument/2006/relationships/image" Target="../media/image465.png"/><Relationship Id="rId251" Type="http://schemas.openxmlformats.org/officeDocument/2006/relationships/customXml" Target="../ink/ink497.xml"/><Relationship Id="rId25" Type="http://schemas.openxmlformats.org/officeDocument/2006/relationships/customXml" Target="../ink/ink384.xml"/><Relationship Id="rId46" Type="http://schemas.openxmlformats.org/officeDocument/2006/relationships/image" Target="../media/image375.png"/><Relationship Id="rId67" Type="http://schemas.openxmlformats.org/officeDocument/2006/relationships/customXml" Target="../ink/ink405.xml"/><Relationship Id="rId272" Type="http://schemas.openxmlformats.org/officeDocument/2006/relationships/image" Target="../media/image486.png"/><Relationship Id="rId293" Type="http://schemas.openxmlformats.org/officeDocument/2006/relationships/customXml" Target="../ink/ink518.xml"/><Relationship Id="rId307" Type="http://schemas.openxmlformats.org/officeDocument/2006/relationships/customXml" Target="../ink/ink525.xml"/><Relationship Id="rId88" Type="http://schemas.openxmlformats.org/officeDocument/2006/relationships/image" Target="../media/image395.png"/><Relationship Id="rId111" Type="http://schemas.openxmlformats.org/officeDocument/2006/relationships/customXml" Target="../ink/ink427.xml"/><Relationship Id="rId132" Type="http://schemas.openxmlformats.org/officeDocument/2006/relationships/image" Target="../media/image417.png"/><Relationship Id="rId153" Type="http://schemas.openxmlformats.org/officeDocument/2006/relationships/customXml" Target="../ink/ink448.xml"/><Relationship Id="rId174" Type="http://schemas.openxmlformats.org/officeDocument/2006/relationships/image" Target="../media/image438.png"/><Relationship Id="rId195" Type="http://schemas.openxmlformats.org/officeDocument/2006/relationships/customXml" Target="../ink/ink469.xml"/><Relationship Id="rId209" Type="http://schemas.openxmlformats.org/officeDocument/2006/relationships/customXml" Target="../ink/ink476.xml"/><Relationship Id="rId220" Type="http://schemas.openxmlformats.org/officeDocument/2006/relationships/image" Target="../media/image460.png"/><Relationship Id="rId241" Type="http://schemas.openxmlformats.org/officeDocument/2006/relationships/customXml" Target="../ink/ink492.xml"/><Relationship Id="rId15" Type="http://schemas.openxmlformats.org/officeDocument/2006/relationships/customXml" Target="../ink/ink379.xml"/><Relationship Id="rId36" Type="http://schemas.openxmlformats.org/officeDocument/2006/relationships/image" Target="../media/image3700.png"/><Relationship Id="rId57" Type="http://schemas.openxmlformats.org/officeDocument/2006/relationships/customXml" Target="../ink/ink400.xml"/><Relationship Id="rId262" Type="http://schemas.openxmlformats.org/officeDocument/2006/relationships/image" Target="../media/image481.png"/><Relationship Id="rId283" Type="http://schemas.openxmlformats.org/officeDocument/2006/relationships/customXml" Target="../ink/ink513.xml"/><Relationship Id="rId318" Type="http://schemas.openxmlformats.org/officeDocument/2006/relationships/image" Target="../media/image509.png"/><Relationship Id="rId78" Type="http://schemas.openxmlformats.org/officeDocument/2006/relationships/image" Target="../media/image390.png"/><Relationship Id="rId99" Type="http://schemas.openxmlformats.org/officeDocument/2006/relationships/customXml" Target="../ink/ink421.xml"/><Relationship Id="rId101" Type="http://schemas.openxmlformats.org/officeDocument/2006/relationships/customXml" Target="../ink/ink422.xml"/><Relationship Id="rId122" Type="http://schemas.openxmlformats.org/officeDocument/2006/relationships/image" Target="../media/image412.png"/><Relationship Id="rId143" Type="http://schemas.openxmlformats.org/officeDocument/2006/relationships/customXml" Target="../ink/ink443.xml"/><Relationship Id="rId164" Type="http://schemas.openxmlformats.org/officeDocument/2006/relationships/image" Target="../media/image433.png"/><Relationship Id="rId185" Type="http://schemas.openxmlformats.org/officeDocument/2006/relationships/customXml" Target="../ink/ink464.xml"/><Relationship Id="rId9" Type="http://schemas.openxmlformats.org/officeDocument/2006/relationships/customXml" Target="../ink/ink376.xml"/><Relationship Id="rId210" Type="http://schemas.openxmlformats.org/officeDocument/2006/relationships/image" Target="../media/image455.png"/><Relationship Id="rId26" Type="http://schemas.openxmlformats.org/officeDocument/2006/relationships/image" Target="../media/image3650.png"/><Relationship Id="rId231" Type="http://schemas.openxmlformats.org/officeDocument/2006/relationships/customXml" Target="../ink/ink487.xml"/><Relationship Id="rId252" Type="http://schemas.openxmlformats.org/officeDocument/2006/relationships/image" Target="../media/image476.png"/><Relationship Id="rId273" Type="http://schemas.openxmlformats.org/officeDocument/2006/relationships/customXml" Target="../ink/ink508.xml"/><Relationship Id="rId294" Type="http://schemas.openxmlformats.org/officeDocument/2006/relationships/image" Target="../media/image497.png"/><Relationship Id="rId308" Type="http://schemas.openxmlformats.org/officeDocument/2006/relationships/image" Target="../media/image504.png"/><Relationship Id="rId47" Type="http://schemas.openxmlformats.org/officeDocument/2006/relationships/customXml" Target="../ink/ink395.xml"/><Relationship Id="rId68" Type="http://schemas.openxmlformats.org/officeDocument/2006/relationships/image" Target="../media/image386.png"/><Relationship Id="rId89" Type="http://schemas.openxmlformats.org/officeDocument/2006/relationships/customXml" Target="../ink/ink416.xml"/><Relationship Id="rId112" Type="http://schemas.openxmlformats.org/officeDocument/2006/relationships/image" Target="../media/image407.png"/><Relationship Id="rId133" Type="http://schemas.openxmlformats.org/officeDocument/2006/relationships/customXml" Target="../ink/ink438.xml"/><Relationship Id="rId154" Type="http://schemas.openxmlformats.org/officeDocument/2006/relationships/image" Target="../media/image428.png"/><Relationship Id="rId175" Type="http://schemas.openxmlformats.org/officeDocument/2006/relationships/customXml" Target="../ink/ink459.xml"/><Relationship Id="rId196" Type="http://schemas.openxmlformats.org/officeDocument/2006/relationships/image" Target="../media/image448.png"/><Relationship Id="rId200" Type="http://schemas.openxmlformats.org/officeDocument/2006/relationships/image" Target="../media/image450.png"/><Relationship Id="rId16" Type="http://schemas.openxmlformats.org/officeDocument/2006/relationships/image" Target="../media/image3600.png"/><Relationship Id="rId221" Type="http://schemas.openxmlformats.org/officeDocument/2006/relationships/customXml" Target="../ink/ink482.xml"/><Relationship Id="rId242" Type="http://schemas.openxmlformats.org/officeDocument/2006/relationships/image" Target="../media/image471.png"/><Relationship Id="rId263" Type="http://schemas.openxmlformats.org/officeDocument/2006/relationships/customXml" Target="../ink/ink503.xml"/><Relationship Id="rId284" Type="http://schemas.openxmlformats.org/officeDocument/2006/relationships/image" Target="../media/image492.png"/><Relationship Id="rId319" Type="http://schemas.openxmlformats.org/officeDocument/2006/relationships/customXml" Target="../ink/ink531.xml"/><Relationship Id="rId37" Type="http://schemas.openxmlformats.org/officeDocument/2006/relationships/customXml" Target="../ink/ink390.xml"/><Relationship Id="rId58" Type="http://schemas.openxmlformats.org/officeDocument/2006/relationships/image" Target="../media/image381.png"/><Relationship Id="rId79" Type="http://schemas.openxmlformats.org/officeDocument/2006/relationships/customXml" Target="../ink/ink411.xml"/><Relationship Id="rId102" Type="http://schemas.openxmlformats.org/officeDocument/2006/relationships/image" Target="../media/image402.png"/><Relationship Id="rId123" Type="http://schemas.openxmlformats.org/officeDocument/2006/relationships/customXml" Target="../ink/ink433.xml"/><Relationship Id="rId144" Type="http://schemas.openxmlformats.org/officeDocument/2006/relationships/image" Target="../media/image423.png"/><Relationship Id="rId90" Type="http://schemas.openxmlformats.org/officeDocument/2006/relationships/image" Target="../media/image396.png"/><Relationship Id="rId165" Type="http://schemas.openxmlformats.org/officeDocument/2006/relationships/customXml" Target="../ink/ink454.xml"/><Relationship Id="rId186" Type="http://schemas.openxmlformats.org/officeDocument/2006/relationships/image" Target="../media/image444.png"/><Relationship Id="rId211" Type="http://schemas.openxmlformats.org/officeDocument/2006/relationships/customXml" Target="../ink/ink477.xml"/><Relationship Id="rId232" Type="http://schemas.openxmlformats.org/officeDocument/2006/relationships/image" Target="../media/image466.png"/><Relationship Id="rId253" Type="http://schemas.openxmlformats.org/officeDocument/2006/relationships/customXml" Target="../ink/ink498.xml"/><Relationship Id="rId274" Type="http://schemas.openxmlformats.org/officeDocument/2006/relationships/image" Target="../media/image487.png"/><Relationship Id="rId295" Type="http://schemas.openxmlformats.org/officeDocument/2006/relationships/customXml" Target="../ink/ink519.xml"/><Relationship Id="rId309" Type="http://schemas.openxmlformats.org/officeDocument/2006/relationships/customXml" Target="../ink/ink526.xml"/><Relationship Id="rId27" Type="http://schemas.openxmlformats.org/officeDocument/2006/relationships/customXml" Target="../ink/ink385.xml"/><Relationship Id="rId48" Type="http://schemas.openxmlformats.org/officeDocument/2006/relationships/image" Target="../media/image376.png"/><Relationship Id="rId69" Type="http://schemas.openxmlformats.org/officeDocument/2006/relationships/customXml" Target="../ink/ink406.xml"/><Relationship Id="rId113" Type="http://schemas.openxmlformats.org/officeDocument/2006/relationships/customXml" Target="../ink/ink428.xml"/><Relationship Id="rId134" Type="http://schemas.openxmlformats.org/officeDocument/2006/relationships/image" Target="../media/image418.png"/><Relationship Id="rId320" Type="http://schemas.openxmlformats.org/officeDocument/2006/relationships/image" Target="../media/image510.png"/><Relationship Id="rId80" Type="http://schemas.openxmlformats.org/officeDocument/2006/relationships/image" Target="../media/image391.png"/><Relationship Id="rId155" Type="http://schemas.openxmlformats.org/officeDocument/2006/relationships/customXml" Target="../ink/ink449.xml"/><Relationship Id="rId176" Type="http://schemas.openxmlformats.org/officeDocument/2006/relationships/image" Target="../media/image439.png"/><Relationship Id="rId197" Type="http://schemas.openxmlformats.org/officeDocument/2006/relationships/customXml" Target="../ink/ink470.xml"/><Relationship Id="rId201" Type="http://schemas.openxmlformats.org/officeDocument/2006/relationships/customXml" Target="../ink/ink472.xml"/><Relationship Id="rId222" Type="http://schemas.openxmlformats.org/officeDocument/2006/relationships/image" Target="../media/image461.png"/><Relationship Id="rId243" Type="http://schemas.openxmlformats.org/officeDocument/2006/relationships/customXml" Target="../ink/ink493.xml"/><Relationship Id="rId264" Type="http://schemas.openxmlformats.org/officeDocument/2006/relationships/image" Target="../media/image482.png"/><Relationship Id="rId285" Type="http://schemas.openxmlformats.org/officeDocument/2006/relationships/customXml" Target="../ink/ink514.xml"/><Relationship Id="rId17" Type="http://schemas.openxmlformats.org/officeDocument/2006/relationships/customXml" Target="../ink/ink380.xml"/><Relationship Id="rId38" Type="http://schemas.openxmlformats.org/officeDocument/2006/relationships/image" Target="../media/image3710.png"/><Relationship Id="rId59" Type="http://schemas.openxmlformats.org/officeDocument/2006/relationships/customXml" Target="../ink/ink401.xml"/><Relationship Id="rId103" Type="http://schemas.openxmlformats.org/officeDocument/2006/relationships/customXml" Target="../ink/ink423.xml"/><Relationship Id="rId124" Type="http://schemas.openxmlformats.org/officeDocument/2006/relationships/image" Target="../media/image413.png"/><Relationship Id="rId310" Type="http://schemas.openxmlformats.org/officeDocument/2006/relationships/image" Target="../media/image505.png"/><Relationship Id="rId70" Type="http://schemas.openxmlformats.org/officeDocument/2006/relationships/image" Target="../media/image387.png"/><Relationship Id="rId91" Type="http://schemas.openxmlformats.org/officeDocument/2006/relationships/customXml" Target="../ink/ink417.xml"/><Relationship Id="rId145" Type="http://schemas.openxmlformats.org/officeDocument/2006/relationships/customXml" Target="../ink/ink444.xml"/><Relationship Id="rId166" Type="http://schemas.openxmlformats.org/officeDocument/2006/relationships/image" Target="../media/image434.png"/><Relationship Id="rId187" Type="http://schemas.openxmlformats.org/officeDocument/2006/relationships/customXml" Target="../ink/ink46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456.png"/><Relationship Id="rId233" Type="http://schemas.openxmlformats.org/officeDocument/2006/relationships/customXml" Target="../ink/ink488.xml"/><Relationship Id="rId254" Type="http://schemas.openxmlformats.org/officeDocument/2006/relationships/image" Target="../media/image477.png"/><Relationship Id="rId28" Type="http://schemas.openxmlformats.org/officeDocument/2006/relationships/image" Target="../media/image3660.png"/><Relationship Id="rId49" Type="http://schemas.openxmlformats.org/officeDocument/2006/relationships/customXml" Target="../ink/ink396.xml"/><Relationship Id="rId114" Type="http://schemas.openxmlformats.org/officeDocument/2006/relationships/image" Target="../media/image408.png"/><Relationship Id="rId275" Type="http://schemas.openxmlformats.org/officeDocument/2006/relationships/customXml" Target="../ink/ink509.xml"/><Relationship Id="rId296" Type="http://schemas.openxmlformats.org/officeDocument/2006/relationships/image" Target="../media/image498.png"/><Relationship Id="rId300" Type="http://schemas.openxmlformats.org/officeDocument/2006/relationships/image" Target="../media/image500.png"/><Relationship Id="rId60" Type="http://schemas.openxmlformats.org/officeDocument/2006/relationships/image" Target="../media/image382.png"/><Relationship Id="rId81" Type="http://schemas.openxmlformats.org/officeDocument/2006/relationships/customXml" Target="../ink/ink412.xml"/><Relationship Id="rId135" Type="http://schemas.openxmlformats.org/officeDocument/2006/relationships/customXml" Target="../ink/ink439.xml"/><Relationship Id="rId156" Type="http://schemas.openxmlformats.org/officeDocument/2006/relationships/image" Target="../media/image429.png"/><Relationship Id="rId177" Type="http://schemas.openxmlformats.org/officeDocument/2006/relationships/customXml" Target="../ink/ink460.xml"/><Relationship Id="rId198" Type="http://schemas.openxmlformats.org/officeDocument/2006/relationships/image" Target="../media/image449.png"/><Relationship Id="rId321" Type="http://schemas.openxmlformats.org/officeDocument/2006/relationships/customXml" Target="../ink/ink532.xml"/><Relationship Id="rId202" Type="http://schemas.openxmlformats.org/officeDocument/2006/relationships/image" Target="../media/image451.png"/><Relationship Id="rId223" Type="http://schemas.openxmlformats.org/officeDocument/2006/relationships/customXml" Target="../ink/ink483.xml"/><Relationship Id="rId244" Type="http://schemas.openxmlformats.org/officeDocument/2006/relationships/image" Target="../media/image472.png"/><Relationship Id="rId18" Type="http://schemas.openxmlformats.org/officeDocument/2006/relationships/image" Target="../media/image3610.png"/><Relationship Id="rId39" Type="http://schemas.openxmlformats.org/officeDocument/2006/relationships/customXml" Target="../ink/ink391.xml"/><Relationship Id="rId265" Type="http://schemas.openxmlformats.org/officeDocument/2006/relationships/customXml" Target="../ink/ink504.xml"/><Relationship Id="rId286" Type="http://schemas.openxmlformats.org/officeDocument/2006/relationships/image" Target="../media/image493.png"/><Relationship Id="rId50" Type="http://schemas.openxmlformats.org/officeDocument/2006/relationships/image" Target="../media/image377.png"/><Relationship Id="rId104" Type="http://schemas.openxmlformats.org/officeDocument/2006/relationships/image" Target="../media/image403.png"/><Relationship Id="rId125" Type="http://schemas.openxmlformats.org/officeDocument/2006/relationships/customXml" Target="../ink/ink434.xml"/><Relationship Id="rId146" Type="http://schemas.openxmlformats.org/officeDocument/2006/relationships/image" Target="../media/image424.png"/><Relationship Id="rId167" Type="http://schemas.openxmlformats.org/officeDocument/2006/relationships/customXml" Target="../ink/ink455.xml"/><Relationship Id="rId188" Type="http://schemas.openxmlformats.org/officeDocument/2006/relationships/image" Target="../media/image445.png"/><Relationship Id="rId311" Type="http://schemas.openxmlformats.org/officeDocument/2006/relationships/customXml" Target="../ink/ink527.xml"/><Relationship Id="rId71" Type="http://schemas.openxmlformats.org/officeDocument/2006/relationships/customXml" Target="../ink/ink407.xml"/><Relationship Id="rId92" Type="http://schemas.openxmlformats.org/officeDocument/2006/relationships/image" Target="../media/image397.png"/><Relationship Id="rId213" Type="http://schemas.openxmlformats.org/officeDocument/2006/relationships/customXml" Target="../ink/ink478.xml"/><Relationship Id="rId234" Type="http://schemas.openxmlformats.org/officeDocument/2006/relationships/image" Target="../media/image467.png"/><Relationship Id="rId2" Type="http://schemas.openxmlformats.org/officeDocument/2006/relationships/image" Target="../media/image373.png"/><Relationship Id="rId29" Type="http://schemas.openxmlformats.org/officeDocument/2006/relationships/customXml" Target="../ink/ink386.xml"/><Relationship Id="rId255" Type="http://schemas.openxmlformats.org/officeDocument/2006/relationships/customXml" Target="../ink/ink499.xml"/><Relationship Id="rId276" Type="http://schemas.openxmlformats.org/officeDocument/2006/relationships/image" Target="../media/image488.png"/><Relationship Id="rId297" Type="http://schemas.openxmlformats.org/officeDocument/2006/relationships/customXml" Target="../ink/ink520.xml"/><Relationship Id="rId40" Type="http://schemas.openxmlformats.org/officeDocument/2006/relationships/image" Target="../media/image3720.png"/><Relationship Id="rId115" Type="http://schemas.openxmlformats.org/officeDocument/2006/relationships/customXml" Target="../ink/ink429.xml"/><Relationship Id="rId136" Type="http://schemas.openxmlformats.org/officeDocument/2006/relationships/image" Target="../media/image419.png"/><Relationship Id="rId157" Type="http://schemas.openxmlformats.org/officeDocument/2006/relationships/customXml" Target="../ink/ink450.xml"/><Relationship Id="rId178" Type="http://schemas.openxmlformats.org/officeDocument/2006/relationships/image" Target="../media/image440.png"/><Relationship Id="rId301" Type="http://schemas.openxmlformats.org/officeDocument/2006/relationships/customXml" Target="../ink/ink522.xml"/><Relationship Id="rId322" Type="http://schemas.openxmlformats.org/officeDocument/2006/relationships/image" Target="../media/image511.png"/><Relationship Id="rId61" Type="http://schemas.openxmlformats.org/officeDocument/2006/relationships/customXml" Target="../ink/ink402.xml"/><Relationship Id="rId82" Type="http://schemas.openxmlformats.org/officeDocument/2006/relationships/image" Target="../media/image392.png"/><Relationship Id="rId199" Type="http://schemas.openxmlformats.org/officeDocument/2006/relationships/customXml" Target="../ink/ink471.xml"/><Relationship Id="rId203" Type="http://schemas.openxmlformats.org/officeDocument/2006/relationships/customXml" Target="../ink/ink473.xml"/><Relationship Id="rId19" Type="http://schemas.openxmlformats.org/officeDocument/2006/relationships/customXml" Target="../ink/ink381.xml"/><Relationship Id="rId224" Type="http://schemas.openxmlformats.org/officeDocument/2006/relationships/image" Target="../media/image462.png"/><Relationship Id="rId245" Type="http://schemas.openxmlformats.org/officeDocument/2006/relationships/customXml" Target="../ink/ink494.xml"/><Relationship Id="rId266" Type="http://schemas.openxmlformats.org/officeDocument/2006/relationships/image" Target="../media/image483.png"/><Relationship Id="rId287" Type="http://schemas.openxmlformats.org/officeDocument/2006/relationships/customXml" Target="../ink/ink515.xml"/><Relationship Id="rId30" Type="http://schemas.openxmlformats.org/officeDocument/2006/relationships/image" Target="../media/image3670.png"/><Relationship Id="rId105" Type="http://schemas.openxmlformats.org/officeDocument/2006/relationships/customXml" Target="../ink/ink424.xml"/><Relationship Id="rId126" Type="http://schemas.openxmlformats.org/officeDocument/2006/relationships/image" Target="../media/image414.png"/><Relationship Id="rId147" Type="http://schemas.openxmlformats.org/officeDocument/2006/relationships/customXml" Target="../ink/ink445.xml"/><Relationship Id="rId168" Type="http://schemas.openxmlformats.org/officeDocument/2006/relationships/image" Target="../media/image435.png"/><Relationship Id="rId312" Type="http://schemas.openxmlformats.org/officeDocument/2006/relationships/image" Target="../media/image506.png"/><Relationship Id="rId51" Type="http://schemas.openxmlformats.org/officeDocument/2006/relationships/customXml" Target="../ink/ink397.xml"/><Relationship Id="rId72" Type="http://schemas.openxmlformats.org/officeDocument/2006/relationships/image" Target="../media/image83.png"/><Relationship Id="rId93" Type="http://schemas.openxmlformats.org/officeDocument/2006/relationships/customXml" Target="../ink/ink418.xml"/><Relationship Id="rId189" Type="http://schemas.openxmlformats.org/officeDocument/2006/relationships/customXml" Target="../ink/ink466.xml"/><Relationship Id="rId3" Type="http://schemas.openxmlformats.org/officeDocument/2006/relationships/customXml" Target="../ink/ink373.xml"/><Relationship Id="rId214" Type="http://schemas.openxmlformats.org/officeDocument/2006/relationships/image" Target="../media/image457.png"/><Relationship Id="rId235" Type="http://schemas.openxmlformats.org/officeDocument/2006/relationships/customXml" Target="../ink/ink489.xml"/><Relationship Id="rId256" Type="http://schemas.openxmlformats.org/officeDocument/2006/relationships/image" Target="../media/image478.png"/><Relationship Id="rId277" Type="http://schemas.openxmlformats.org/officeDocument/2006/relationships/customXml" Target="../ink/ink510.xml"/><Relationship Id="rId298" Type="http://schemas.openxmlformats.org/officeDocument/2006/relationships/image" Target="../media/image499.png"/><Relationship Id="rId116" Type="http://schemas.openxmlformats.org/officeDocument/2006/relationships/image" Target="../media/image409.png"/><Relationship Id="rId137" Type="http://schemas.openxmlformats.org/officeDocument/2006/relationships/customXml" Target="../ink/ink440.xml"/><Relationship Id="rId158" Type="http://schemas.openxmlformats.org/officeDocument/2006/relationships/image" Target="../media/image430.png"/><Relationship Id="rId302" Type="http://schemas.openxmlformats.org/officeDocument/2006/relationships/image" Target="../media/image501.png"/><Relationship Id="rId323" Type="http://schemas.openxmlformats.org/officeDocument/2006/relationships/customXml" Target="../ink/ink533.xml"/><Relationship Id="rId20" Type="http://schemas.openxmlformats.org/officeDocument/2006/relationships/image" Target="../media/image3620.png"/><Relationship Id="rId41" Type="http://schemas.openxmlformats.org/officeDocument/2006/relationships/customXml" Target="../ink/ink392.xml"/><Relationship Id="rId62" Type="http://schemas.openxmlformats.org/officeDocument/2006/relationships/image" Target="../media/image383.png"/><Relationship Id="rId83" Type="http://schemas.openxmlformats.org/officeDocument/2006/relationships/customXml" Target="../ink/ink413.xml"/><Relationship Id="rId179" Type="http://schemas.openxmlformats.org/officeDocument/2006/relationships/customXml" Target="../ink/ink461.xml"/><Relationship Id="rId190" Type="http://schemas.openxmlformats.org/officeDocument/2006/relationships/image" Target="../media/image290.png"/><Relationship Id="rId204" Type="http://schemas.openxmlformats.org/officeDocument/2006/relationships/image" Target="../media/image452.png"/><Relationship Id="rId225" Type="http://schemas.openxmlformats.org/officeDocument/2006/relationships/customXml" Target="../ink/ink484.xml"/><Relationship Id="rId246" Type="http://schemas.openxmlformats.org/officeDocument/2006/relationships/image" Target="../media/image473.png"/><Relationship Id="rId267" Type="http://schemas.openxmlformats.org/officeDocument/2006/relationships/customXml" Target="../ink/ink505.xml"/><Relationship Id="rId288" Type="http://schemas.openxmlformats.org/officeDocument/2006/relationships/image" Target="../media/image494.png"/><Relationship Id="rId106" Type="http://schemas.openxmlformats.org/officeDocument/2006/relationships/image" Target="../media/image404.png"/><Relationship Id="rId127" Type="http://schemas.openxmlformats.org/officeDocument/2006/relationships/customXml" Target="../ink/ink435.xml"/><Relationship Id="rId313" Type="http://schemas.openxmlformats.org/officeDocument/2006/relationships/customXml" Target="../ink/ink528.xml"/><Relationship Id="rId10" Type="http://schemas.openxmlformats.org/officeDocument/2006/relationships/image" Target="../media/image3570.png"/><Relationship Id="rId31" Type="http://schemas.openxmlformats.org/officeDocument/2006/relationships/customXml" Target="../ink/ink387.xml"/><Relationship Id="rId52" Type="http://schemas.openxmlformats.org/officeDocument/2006/relationships/image" Target="../media/image378.png"/><Relationship Id="rId73" Type="http://schemas.openxmlformats.org/officeDocument/2006/relationships/customXml" Target="../ink/ink408.xml"/><Relationship Id="rId94" Type="http://schemas.openxmlformats.org/officeDocument/2006/relationships/image" Target="../media/image398.png"/><Relationship Id="rId148" Type="http://schemas.openxmlformats.org/officeDocument/2006/relationships/image" Target="../media/image425.png"/><Relationship Id="rId169" Type="http://schemas.openxmlformats.org/officeDocument/2006/relationships/customXml" Target="../ink/ink456.xml"/><Relationship Id="rId4" Type="http://schemas.openxmlformats.org/officeDocument/2006/relationships/image" Target="../media/image3540.png"/><Relationship Id="rId180" Type="http://schemas.openxmlformats.org/officeDocument/2006/relationships/image" Target="../media/image441.png"/><Relationship Id="rId215" Type="http://schemas.openxmlformats.org/officeDocument/2006/relationships/customXml" Target="../ink/ink479.xml"/><Relationship Id="rId236" Type="http://schemas.openxmlformats.org/officeDocument/2006/relationships/image" Target="../media/image468.png"/><Relationship Id="rId257" Type="http://schemas.openxmlformats.org/officeDocument/2006/relationships/customXml" Target="../ink/ink500.xml"/><Relationship Id="rId278" Type="http://schemas.openxmlformats.org/officeDocument/2006/relationships/image" Target="../media/image489.png"/><Relationship Id="rId303" Type="http://schemas.openxmlformats.org/officeDocument/2006/relationships/customXml" Target="../ink/ink523.xml"/><Relationship Id="rId42" Type="http://schemas.openxmlformats.org/officeDocument/2006/relationships/image" Target="../media/image3730.png"/><Relationship Id="rId84" Type="http://schemas.openxmlformats.org/officeDocument/2006/relationships/image" Target="../media/image393.png"/><Relationship Id="rId138" Type="http://schemas.openxmlformats.org/officeDocument/2006/relationships/image" Target="../media/image420.png"/><Relationship Id="rId191" Type="http://schemas.openxmlformats.org/officeDocument/2006/relationships/customXml" Target="../ink/ink467.xml"/><Relationship Id="rId205" Type="http://schemas.openxmlformats.org/officeDocument/2006/relationships/customXml" Target="../ink/ink474.xml"/><Relationship Id="rId247" Type="http://schemas.openxmlformats.org/officeDocument/2006/relationships/customXml" Target="../ink/ink495.xml"/><Relationship Id="rId107" Type="http://schemas.openxmlformats.org/officeDocument/2006/relationships/customXml" Target="../ink/ink425.xml"/><Relationship Id="rId289" Type="http://schemas.openxmlformats.org/officeDocument/2006/relationships/customXml" Target="../ink/ink516.xml"/><Relationship Id="rId11" Type="http://schemas.openxmlformats.org/officeDocument/2006/relationships/customXml" Target="../ink/ink377.xml"/><Relationship Id="rId53" Type="http://schemas.openxmlformats.org/officeDocument/2006/relationships/customXml" Target="../ink/ink398.xml"/><Relationship Id="rId149" Type="http://schemas.openxmlformats.org/officeDocument/2006/relationships/customXml" Target="../ink/ink446.xml"/><Relationship Id="rId314" Type="http://schemas.openxmlformats.org/officeDocument/2006/relationships/image" Target="../media/image507.png"/><Relationship Id="rId95" Type="http://schemas.openxmlformats.org/officeDocument/2006/relationships/customXml" Target="../ink/ink419.xml"/><Relationship Id="rId160" Type="http://schemas.openxmlformats.org/officeDocument/2006/relationships/image" Target="../media/image431.png"/><Relationship Id="rId216" Type="http://schemas.openxmlformats.org/officeDocument/2006/relationships/image" Target="../media/image458.png"/><Relationship Id="rId258" Type="http://schemas.openxmlformats.org/officeDocument/2006/relationships/image" Target="../media/image479.png"/><Relationship Id="rId22" Type="http://schemas.openxmlformats.org/officeDocument/2006/relationships/image" Target="../media/image3630.png"/><Relationship Id="rId64" Type="http://schemas.openxmlformats.org/officeDocument/2006/relationships/image" Target="../media/image384.png"/><Relationship Id="rId118" Type="http://schemas.openxmlformats.org/officeDocument/2006/relationships/image" Target="../media/image410.png"/><Relationship Id="rId171" Type="http://schemas.openxmlformats.org/officeDocument/2006/relationships/customXml" Target="../ink/ink457.xml"/><Relationship Id="rId227" Type="http://schemas.openxmlformats.org/officeDocument/2006/relationships/customXml" Target="../ink/ink485.xml"/><Relationship Id="rId269" Type="http://schemas.openxmlformats.org/officeDocument/2006/relationships/customXml" Target="../ink/ink506.xml"/><Relationship Id="rId33" Type="http://schemas.openxmlformats.org/officeDocument/2006/relationships/customXml" Target="../ink/ink388.xml"/><Relationship Id="rId129" Type="http://schemas.openxmlformats.org/officeDocument/2006/relationships/customXml" Target="../ink/ink436.xml"/><Relationship Id="rId280" Type="http://schemas.openxmlformats.org/officeDocument/2006/relationships/image" Target="../media/image490.png"/><Relationship Id="rId75" Type="http://schemas.openxmlformats.org/officeDocument/2006/relationships/customXml" Target="../ink/ink409.xml"/><Relationship Id="rId140" Type="http://schemas.openxmlformats.org/officeDocument/2006/relationships/image" Target="../media/image421.png"/><Relationship Id="rId182" Type="http://schemas.openxmlformats.org/officeDocument/2006/relationships/image" Target="../media/image442.png"/><Relationship Id="rId6" Type="http://schemas.openxmlformats.org/officeDocument/2006/relationships/image" Target="../media/image3550.png"/><Relationship Id="rId238" Type="http://schemas.openxmlformats.org/officeDocument/2006/relationships/image" Target="../media/image469.png"/><Relationship Id="rId291" Type="http://schemas.openxmlformats.org/officeDocument/2006/relationships/customXml" Target="../ink/ink517.xml"/><Relationship Id="rId305" Type="http://schemas.openxmlformats.org/officeDocument/2006/relationships/customXml" Target="../ink/ink524.xml"/><Relationship Id="rId44" Type="http://schemas.openxmlformats.org/officeDocument/2006/relationships/image" Target="../media/image374.png"/><Relationship Id="rId86" Type="http://schemas.openxmlformats.org/officeDocument/2006/relationships/image" Target="../media/image394.png"/><Relationship Id="rId151" Type="http://schemas.openxmlformats.org/officeDocument/2006/relationships/customXml" Target="../ink/ink447.xml"/><Relationship Id="rId193" Type="http://schemas.openxmlformats.org/officeDocument/2006/relationships/customXml" Target="../ink/ink468.xml"/><Relationship Id="rId207" Type="http://schemas.openxmlformats.org/officeDocument/2006/relationships/customXml" Target="../ink/ink475.xml"/><Relationship Id="rId249" Type="http://schemas.openxmlformats.org/officeDocument/2006/relationships/customXml" Target="../ink/ink496.xml"/><Relationship Id="rId13" Type="http://schemas.openxmlformats.org/officeDocument/2006/relationships/customXml" Target="../ink/ink378.xml"/><Relationship Id="rId109" Type="http://schemas.openxmlformats.org/officeDocument/2006/relationships/customXml" Target="../ink/ink426.xml"/><Relationship Id="rId260" Type="http://schemas.openxmlformats.org/officeDocument/2006/relationships/image" Target="../media/image480.png"/><Relationship Id="rId316" Type="http://schemas.openxmlformats.org/officeDocument/2006/relationships/image" Target="../media/image508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70.png"/><Relationship Id="rId299" Type="http://schemas.openxmlformats.org/officeDocument/2006/relationships/image" Target="../media/image661.png"/><Relationship Id="rId21" Type="http://schemas.openxmlformats.org/officeDocument/2006/relationships/image" Target="../media/image522.png"/><Relationship Id="rId63" Type="http://schemas.openxmlformats.org/officeDocument/2006/relationships/image" Target="../media/image543.png"/><Relationship Id="rId159" Type="http://schemas.openxmlformats.org/officeDocument/2006/relationships/image" Target="../media/image591.png"/><Relationship Id="rId170" Type="http://schemas.openxmlformats.org/officeDocument/2006/relationships/customXml" Target="../ink/ink618.xml"/><Relationship Id="rId226" Type="http://schemas.openxmlformats.org/officeDocument/2006/relationships/customXml" Target="../ink/ink646.xml"/><Relationship Id="rId268" Type="http://schemas.openxmlformats.org/officeDocument/2006/relationships/customXml" Target="../ink/ink667.xml"/><Relationship Id="rId32" Type="http://schemas.openxmlformats.org/officeDocument/2006/relationships/customXml" Target="../ink/ink549.xml"/><Relationship Id="rId74" Type="http://schemas.openxmlformats.org/officeDocument/2006/relationships/customXml" Target="../ink/ink570.xml"/><Relationship Id="rId128" Type="http://schemas.openxmlformats.org/officeDocument/2006/relationships/customXml" Target="../ink/ink597.xml"/><Relationship Id="rId5" Type="http://schemas.openxmlformats.org/officeDocument/2006/relationships/image" Target="../media/image514.png"/><Relationship Id="rId181" Type="http://schemas.openxmlformats.org/officeDocument/2006/relationships/image" Target="../media/image602.png"/><Relationship Id="rId237" Type="http://schemas.openxmlformats.org/officeDocument/2006/relationships/image" Target="../media/image630.png"/><Relationship Id="rId279" Type="http://schemas.openxmlformats.org/officeDocument/2006/relationships/image" Target="../media/image651.png"/><Relationship Id="rId43" Type="http://schemas.openxmlformats.org/officeDocument/2006/relationships/image" Target="../media/image533.png"/><Relationship Id="rId139" Type="http://schemas.openxmlformats.org/officeDocument/2006/relationships/image" Target="../media/image581.png"/><Relationship Id="rId290" Type="http://schemas.openxmlformats.org/officeDocument/2006/relationships/customXml" Target="../ink/ink678.xml"/><Relationship Id="rId304" Type="http://schemas.openxmlformats.org/officeDocument/2006/relationships/customXml" Target="../ink/ink685.xml"/><Relationship Id="rId85" Type="http://schemas.openxmlformats.org/officeDocument/2006/relationships/image" Target="../media/image554.png"/><Relationship Id="rId150" Type="http://schemas.openxmlformats.org/officeDocument/2006/relationships/customXml" Target="../ink/ink608.xml"/><Relationship Id="rId192" Type="http://schemas.openxmlformats.org/officeDocument/2006/relationships/customXml" Target="../ink/ink629.xml"/><Relationship Id="rId206" Type="http://schemas.openxmlformats.org/officeDocument/2006/relationships/customXml" Target="../ink/ink636.xml"/><Relationship Id="rId248" Type="http://schemas.openxmlformats.org/officeDocument/2006/relationships/customXml" Target="../ink/ink657.xml"/><Relationship Id="rId12" Type="http://schemas.openxmlformats.org/officeDocument/2006/relationships/customXml" Target="../ink/ink539.xml"/><Relationship Id="rId108" Type="http://schemas.openxmlformats.org/officeDocument/2006/relationships/customXml" Target="../ink/ink587.xml"/><Relationship Id="rId315" Type="http://schemas.openxmlformats.org/officeDocument/2006/relationships/image" Target="../media/image669.png"/><Relationship Id="rId54" Type="http://schemas.openxmlformats.org/officeDocument/2006/relationships/customXml" Target="../ink/ink560.xml"/><Relationship Id="rId96" Type="http://schemas.openxmlformats.org/officeDocument/2006/relationships/customXml" Target="../ink/ink581.xml"/><Relationship Id="rId161" Type="http://schemas.openxmlformats.org/officeDocument/2006/relationships/image" Target="../media/image592.png"/><Relationship Id="rId217" Type="http://schemas.openxmlformats.org/officeDocument/2006/relationships/image" Target="../media/image620.png"/><Relationship Id="rId259" Type="http://schemas.openxmlformats.org/officeDocument/2006/relationships/image" Target="../media/image641.png"/><Relationship Id="rId23" Type="http://schemas.openxmlformats.org/officeDocument/2006/relationships/image" Target="../media/image523.png"/><Relationship Id="rId119" Type="http://schemas.openxmlformats.org/officeDocument/2006/relationships/image" Target="../media/image571.png"/><Relationship Id="rId270" Type="http://schemas.openxmlformats.org/officeDocument/2006/relationships/customXml" Target="../ink/ink668.xml"/><Relationship Id="rId65" Type="http://schemas.openxmlformats.org/officeDocument/2006/relationships/image" Target="../media/image544.png"/><Relationship Id="rId130" Type="http://schemas.openxmlformats.org/officeDocument/2006/relationships/customXml" Target="../ink/ink598.xml"/><Relationship Id="rId172" Type="http://schemas.openxmlformats.org/officeDocument/2006/relationships/customXml" Target="../ink/ink619.xml"/><Relationship Id="rId228" Type="http://schemas.openxmlformats.org/officeDocument/2006/relationships/customXml" Target="../ink/ink647.xml"/><Relationship Id="rId281" Type="http://schemas.openxmlformats.org/officeDocument/2006/relationships/image" Target="../media/image652.png"/><Relationship Id="rId34" Type="http://schemas.openxmlformats.org/officeDocument/2006/relationships/customXml" Target="../ink/ink550.xml"/><Relationship Id="rId55" Type="http://schemas.openxmlformats.org/officeDocument/2006/relationships/image" Target="../media/image539.png"/><Relationship Id="rId76" Type="http://schemas.openxmlformats.org/officeDocument/2006/relationships/customXml" Target="../ink/ink571.xml"/><Relationship Id="rId97" Type="http://schemas.openxmlformats.org/officeDocument/2006/relationships/image" Target="../media/image560.png"/><Relationship Id="rId120" Type="http://schemas.openxmlformats.org/officeDocument/2006/relationships/customXml" Target="../ink/ink593.xml"/><Relationship Id="rId141" Type="http://schemas.openxmlformats.org/officeDocument/2006/relationships/image" Target="../media/image582.png"/><Relationship Id="rId7" Type="http://schemas.openxmlformats.org/officeDocument/2006/relationships/image" Target="../media/image515.png"/><Relationship Id="rId162" Type="http://schemas.openxmlformats.org/officeDocument/2006/relationships/customXml" Target="../ink/ink614.xml"/><Relationship Id="rId183" Type="http://schemas.openxmlformats.org/officeDocument/2006/relationships/image" Target="../media/image603.png"/><Relationship Id="rId218" Type="http://schemas.openxmlformats.org/officeDocument/2006/relationships/customXml" Target="../ink/ink642.xml"/><Relationship Id="rId239" Type="http://schemas.openxmlformats.org/officeDocument/2006/relationships/image" Target="../media/image631.png"/><Relationship Id="rId250" Type="http://schemas.openxmlformats.org/officeDocument/2006/relationships/customXml" Target="../ink/ink658.xml"/><Relationship Id="rId271" Type="http://schemas.openxmlformats.org/officeDocument/2006/relationships/image" Target="../media/image647.png"/><Relationship Id="rId292" Type="http://schemas.openxmlformats.org/officeDocument/2006/relationships/customXml" Target="../ink/ink679.xml"/><Relationship Id="rId306" Type="http://schemas.openxmlformats.org/officeDocument/2006/relationships/customXml" Target="../ink/ink686.xml"/><Relationship Id="rId24" Type="http://schemas.openxmlformats.org/officeDocument/2006/relationships/customXml" Target="../ink/ink545.xml"/><Relationship Id="rId45" Type="http://schemas.openxmlformats.org/officeDocument/2006/relationships/image" Target="../media/image534.png"/><Relationship Id="rId66" Type="http://schemas.openxmlformats.org/officeDocument/2006/relationships/customXml" Target="../ink/ink566.xml"/><Relationship Id="rId87" Type="http://schemas.openxmlformats.org/officeDocument/2006/relationships/image" Target="../media/image555.png"/><Relationship Id="rId110" Type="http://schemas.openxmlformats.org/officeDocument/2006/relationships/customXml" Target="../ink/ink588.xml"/><Relationship Id="rId131" Type="http://schemas.openxmlformats.org/officeDocument/2006/relationships/image" Target="../media/image577.png"/><Relationship Id="rId152" Type="http://schemas.openxmlformats.org/officeDocument/2006/relationships/customXml" Target="../ink/ink609.xml"/><Relationship Id="rId173" Type="http://schemas.openxmlformats.org/officeDocument/2006/relationships/image" Target="../media/image598.png"/><Relationship Id="rId194" Type="http://schemas.openxmlformats.org/officeDocument/2006/relationships/customXml" Target="../ink/ink630.xml"/><Relationship Id="rId208" Type="http://schemas.openxmlformats.org/officeDocument/2006/relationships/customXml" Target="../ink/ink637.xml"/><Relationship Id="rId229" Type="http://schemas.openxmlformats.org/officeDocument/2006/relationships/image" Target="../media/image626.png"/><Relationship Id="rId240" Type="http://schemas.openxmlformats.org/officeDocument/2006/relationships/customXml" Target="../ink/ink653.xml"/><Relationship Id="rId261" Type="http://schemas.openxmlformats.org/officeDocument/2006/relationships/image" Target="../media/image642.png"/><Relationship Id="rId14" Type="http://schemas.openxmlformats.org/officeDocument/2006/relationships/customXml" Target="../ink/ink540.xml"/><Relationship Id="rId35" Type="http://schemas.openxmlformats.org/officeDocument/2006/relationships/image" Target="../media/image529.png"/><Relationship Id="rId56" Type="http://schemas.openxmlformats.org/officeDocument/2006/relationships/customXml" Target="../ink/ink561.xml"/><Relationship Id="rId77" Type="http://schemas.openxmlformats.org/officeDocument/2006/relationships/image" Target="../media/image550.png"/><Relationship Id="rId100" Type="http://schemas.openxmlformats.org/officeDocument/2006/relationships/customXml" Target="../ink/ink583.xml"/><Relationship Id="rId282" Type="http://schemas.openxmlformats.org/officeDocument/2006/relationships/customXml" Target="../ink/ink674.xml"/><Relationship Id="rId317" Type="http://schemas.openxmlformats.org/officeDocument/2006/relationships/image" Target="../media/image670.png"/><Relationship Id="rId8" Type="http://schemas.openxmlformats.org/officeDocument/2006/relationships/customXml" Target="../ink/ink537.xml"/><Relationship Id="rId98" Type="http://schemas.openxmlformats.org/officeDocument/2006/relationships/customXml" Target="../ink/ink582.xml"/><Relationship Id="rId121" Type="http://schemas.openxmlformats.org/officeDocument/2006/relationships/image" Target="../media/image572.png"/><Relationship Id="rId142" Type="http://schemas.openxmlformats.org/officeDocument/2006/relationships/customXml" Target="../ink/ink604.xml"/><Relationship Id="rId163" Type="http://schemas.openxmlformats.org/officeDocument/2006/relationships/image" Target="../media/image593.png"/><Relationship Id="rId184" Type="http://schemas.openxmlformats.org/officeDocument/2006/relationships/customXml" Target="../ink/ink625.xml"/><Relationship Id="rId219" Type="http://schemas.openxmlformats.org/officeDocument/2006/relationships/image" Target="../media/image621.png"/><Relationship Id="rId230" Type="http://schemas.openxmlformats.org/officeDocument/2006/relationships/customXml" Target="../ink/ink648.xml"/><Relationship Id="rId251" Type="http://schemas.openxmlformats.org/officeDocument/2006/relationships/image" Target="../media/image637.png"/><Relationship Id="rId25" Type="http://schemas.openxmlformats.org/officeDocument/2006/relationships/image" Target="../media/image524.png"/><Relationship Id="rId46" Type="http://schemas.openxmlformats.org/officeDocument/2006/relationships/customXml" Target="../ink/ink556.xml"/><Relationship Id="rId67" Type="http://schemas.openxmlformats.org/officeDocument/2006/relationships/image" Target="../media/image545.png"/><Relationship Id="rId272" Type="http://schemas.openxmlformats.org/officeDocument/2006/relationships/customXml" Target="../ink/ink669.xml"/><Relationship Id="rId293" Type="http://schemas.openxmlformats.org/officeDocument/2006/relationships/image" Target="../media/image658.png"/><Relationship Id="rId307" Type="http://schemas.openxmlformats.org/officeDocument/2006/relationships/image" Target="../media/image665.png"/><Relationship Id="rId88" Type="http://schemas.openxmlformats.org/officeDocument/2006/relationships/customXml" Target="../ink/ink577.xml"/><Relationship Id="rId111" Type="http://schemas.openxmlformats.org/officeDocument/2006/relationships/image" Target="../media/image567.png"/><Relationship Id="rId132" Type="http://schemas.openxmlformats.org/officeDocument/2006/relationships/customXml" Target="../ink/ink599.xml"/><Relationship Id="rId153" Type="http://schemas.openxmlformats.org/officeDocument/2006/relationships/image" Target="../media/image588.png"/><Relationship Id="rId174" Type="http://schemas.openxmlformats.org/officeDocument/2006/relationships/customXml" Target="../ink/ink620.xml"/><Relationship Id="rId195" Type="http://schemas.openxmlformats.org/officeDocument/2006/relationships/image" Target="../media/image609.png"/><Relationship Id="rId209" Type="http://schemas.openxmlformats.org/officeDocument/2006/relationships/image" Target="../media/image616.png"/><Relationship Id="rId220" Type="http://schemas.openxmlformats.org/officeDocument/2006/relationships/customXml" Target="../ink/ink643.xml"/><Relationship Id="rId241" Type="http://schemas.openxmlformats.org/officeDocument/2006/relationships/image" Target="../media/image632.png"/><Relationship Id="rId15" Type="http://schemas.openxmlformats.org/officeDocument/2006/relationships/image" Target="../media/image519.png"/><Relationship Id="rId36" Type="http://schemas.openxmlformats.org/officeDocument/2006/relationships/customXml" Target="../ink/ink551.xml"/><Relationship Id="rId57" Type="http://schemas.openxmlformats.org/officeDocument/2006/relationships/image" Target="../media/image540.png"/><Relationship Id="rId262" Type="http://schemas.openxmlformats.org/officeDocument/2006/relationships/customXml" Target="../ink/ink664.xml"/><Relationship Id="rId283" Type="http://schemas.openxmlformats.org/officeDocument/2006/relationships/image" Target="../media/image653.png"/><Relationship Id="rId318" Type="http://schemas.openxmlformats.org/officeDocument/2006/relationships/customXml" Target="../ink/ink692.xml"/><Relationship Id="rId78" Type="http://schemas.openxmlformats.org/officeDocument/2006/relationships/customXml" Target="../ink/ink572.xml"/><Relationship Id="rId99" Type="http://schemas.openxmlformats.org/officeDocument/2006/relationships/image" Target="../media/image561.png"/><Relationship Id="rId101" Type="http://schemas.openxmlformats.org/officeDocument/2006/relationships/image" Target="../media/image562.png"/><Relationship Id="rId122" Type="http://schemas.openxmlformats.org/officeDocument/2006/relationships/customXml" Target="../ink/ink594.xml"/><Relationship Id="rId143" Type="http://schemas.openxmlformats.org/officeDocument/2006/relationships/image" Target="../media/image583.png"/><Relationship Id="rId164" Type="http://schemas.openxmlformats.org/officeDocument/2006/relationships/customXml" Target="../ink/ink615.xml"/><Relationship Id="rId185" Type="http://schemas.openxmlformats.org/officeDocument/2006/relationships/image" Target="../media/image604.png"/><Relationship Id="rId9" Type="http://schemas.openxmlformats.org/officeDocument/2006/relationships/image" Target="../media/image516.png"/><Relationship Id="rId210" Type="http://schemas.openxmlformats.org/officeDocument/2006/relationships/customXml" Target="../ink/ink638.xml"/><Relationship Id="rId26" Type="http://schemas.openxmlformats.org/officeDocument/2006/relationships/customXml" Target="../ink/ink546.xml"/><Relationship Id="rId231" Type="http://schemas.openxmlformats.org/officeDocument/2006/relationships/image" Target="../media/image627.png"/><Relationship Id="rId252" Type="http://schemas.openxmlformats.org/officeDocument/2006/relationships/customXml" Target="../ink/ink659.xml"/><Relationship Id="rId273" Type="http://schemas.openxmlformats.org/officeDocument/2006/relationships/image" Target="../media/image648.png"/><Relationship Id="rId294" Type="http://schemas.openxmlformats.org/officeDocument/2006/relationships/customXml" Target="../ink/ink680.xml"/><Relationship Id="rId308" Type="http://schemas.openxmlformats.org/officeDocument/2006/relationships/customXml" Target="../ink/ink687.xml"/><Relationship Id="rId47" Type="http://schemas.openxmlformats.org/officeDocument/2006/relationships/image" Target="../media/image535.png"/><Relationship Id="rId68" Type="http://schemas.openxmlformats.org/officeDocument/2006/relationships/customXml" Target="../ink/ink567.xml"/><Relationship Id="rId89" Type="http://schemas.openxmlformats.org/officeDocument/2006/relationships/image" Target="../media/image556.png"/><Relationship Id="rId112" Type="http://schemas.openxmlformats.org/officeDocument/2006/relationships/customXml" Target="../ink/ink589.xml"/><Relationship Id="rId133" Type="http://schemas.openxmlformats.org/officeDocument/2006/relationships/image" Target="../media/image578.png"/><Relationship Id="rId154" Type="http://schemas.openxmlformats.org/officeDocument/2006/relationships/customXml" Target="../ink/ink610.xml"/><Relationship Id="rId175" Type="http://schemas.openxmlformats.org/officeDocument/2006/relationships/image" Target="../media/image599.png"/><Relationship Id="rId196" Type="http://schemas.openxmlformats.org/officeDocument/2006/relationships/customXml" Target="../ink/ink631.xml"/><Relationship Id="rId200" Type="http://schemas.openxmlformats.org/officeDocument/2006/relationships/customXml" Target="../ink/ink633.xml"/><Relationship Id="rId16" Type="http://schemas.openxmlformats.org/officeDocument/2006/relationships/customXml" Target="../ink/ink541.xml"/><Relationship Id="rId221" Type="http://schemas.openxmlformats.org/officeDocument/2006/relationships/image" Target="../media/image622.png"/><Relationship Id="rId242" Type="http://schemas.openxmlformats.org/officeDocument/2006/relationships/customXml" Target="../ink/ink654.xml"/><Relationship Id="rId263" Type="http://schemas.openxmlformats.org/officeDocument/2006/relationships/image" Target="../media/image643.png"/><Relationship Id="rId284" Type="http://schemas.openxmlformats.org/officeDocument/2006/relationships/customXml" Target="../ink/ink675.xml"/><Relationship Id="rId319" Type="http://schemas.openxmlformats.org/officeDocument/2006/relationships/image" Target="../media/image671.png"/><Relationship Id="rId37" Type="http://schemas.openxmlformats.org/officeDocument/2006/relationships/image" Target="../media/image530.png"/><Relationship Id="rId58" Type="http://schemas.openxmlformats.org/officeDocument/2006/relationships/customXml" Target="../ink/ink562.xml"/><Relationship Id="rId79" Type="http://schemas.openxmlformats.org/officeDocument/2006/relationships/image" Target="../media/image551.png"/><Relationship Id="rId102" Type="http://schemas.openxmlformats.org/officeDocument/2006/relationships/customXml" Target="../ink/ink584.xml"/><Relationship Id="rId123" Type="http://schemas.openxmlformats.org/officeDocument/2006/relationships/image" Target="../media/image573.png"/><Relationship Id="rId144" Type="http://schemas.openxmlformats.org/officeDocument/2006/relationships/customXml" Target="../ink/ink605.xml"/><Relationship Id="rId90" Type="http://schemas.openxmlformats.org/officeDocument/2006/relationships/customXml" Target="../ink/ink578.xml"/><Relationship Id="rId165" Type="http://schemas.openxmlformats.org/officeDocument/2006/relationships/image" Target="../media/image594.png"/><Relationship Id="rId186" Type="http://schemas.openxmlformats.org/officeDocument/2006/relationships/customXml" Target="../ink/ink626.xml"/><Relationship Id="rId211" Type="http://schemas.openxmlformats.org/officeDocument/2006/relationships/image" Target="../media/image617.png"/><Relationship Id="rId232" Type="http://schemas.openxmlformats.org/officeDocument/2006/relationships/customXml" Target="../ink/ink649.xml"/><Relationship Id="rId253" Type="http://schemas.openxmlformats.org/officeDocument/2006/relationships/image" Target="../media/image638.png"/><Relationship Id="rId274" Type="http://schemas.openxmlformats.org/officeDocument/2006/relationships/customXml" Target="../ink/ink670.xml"/><Relationship Id="rId295" Type="http://schemas.openxmlformats.org/officeDocument/2006/relationships/image" Target="../media/image659.png"/><Relationship Id="rId309" Type="http://schemas.openxmlformats.org/officeDocument/2006/relationships/image" Target="../media/image666.png"/><Relationship Id="rId27" Type="http://schemas.openxmlformats.org/officeDocument/2006/relationships/image" Target="../media/image525.png"/><Relationship Id="rId48" Type="http://schemas.openxmlformats.org/officeDocument/2006/relationships/customXml" Target="../ink/ink557.xml"/><Relationship Id="rId69" Type="http://schemas.openxmlformats.org/officeDocument/2006/relationships/image" Target="../media/image546.png"/><Relationship Id="rId113" Type="http://schemas.openxmlformats.org/officeDocument/2006/relationships/image" Target="../media/image568.png"/><Relationship Id="rId134" Type="http://schemas.openxmlformats.org/officeDocument/2006/relationships/customXml" Target="../ink/ink600.xml"/><Relationship Id="rId320" Type="http://schemas.openxmlformats.org/officeDocument/2006/relationships/customXml" Target="../ink/ink693.xml"/><Relationship Id="rId80" Type="http://schemas.openxmlformats.org/officeDocument/2006/relationships/customXml" Target="../ink/ink573.xml"/><Relationship Id="rId155" Type="http://schemas.openxmlformats.org/officeDocument/2006/relationships/image" Target="../media/image589.png"/><Relationship Id="rId176" Type="http://schemas.openxmlformats.org/officeDocument/2006/relationships/customXml" Target="../ink/ink621.xml"/><Relationship Id="rId197" Type="http://schemas.openxmlformats.org/officeDocument/2006/relationships/image" Target="../media/image610.png"/><Relationship Id="rId201" Type="http://schemas.openxmlformats.org/officeDocument/2006/relationships/image" Target="../media/image612.png"/><Relationship Id="rId222" Type="http://schemas.openxmlformats.org/officeDocument/2006/relationships/customXml" Target="../ink/ink644.xml"/><Relationship Id="rId243" Type="http://schemas.openxmlformats.org/officeDocument/2006/relationships/image" Target="../media/image633.png"/><Relationship Id="rId264" Type="http://schemas.openxmlformats.org/officeDocument/2006/relationships/customXml" Target="../ink/ink665.xml"/><Relationship Id="rId285" Type="http://schemas.openxmlformats.org/officeDocument/2006/relationships/image" Target="../media/image654.png"/><Relationship Id="rId17" Type="http://schemas.openxmlformats.org/officeDocument/2006/relationships/image" Target="../media/image520.png"/><Relationship Id="rId38" Type="http://schemas.openxmlformats.org/officeDocument/2006/relationships/customXml" Target="../ink/ink552.xml"/><Relationship Id="rId59" Type="http://schemas.openxmlformats.org/officeDocument/2006/relationships/image" Target="../media/image541.png"/><Relationship Id="rId103" Type="http://schemas.openxmlformats.org/officeDocument/2006/relationships/image" Target="../media/image563.png"/><Relationship Id="rId124" Type="http://schemas.openxmlformats.org/officeDocument/2006/relationships/customXml" Target="../ink/ink595.xml"/><Relationship Id="rId310" Type="http://schemas.openxmlformats.org/officeDocument/2006/relationships/customXml" Target="../ink/ink688.xml"/><Relationship Id="rId70" Type="http://schemas.openxmlformats.org/officeDocument/2006/relationships/customXml" Target="../ink/ink568.xml"/><Relationship Id="rId91" Type="http://schemas.openxmlformats.org/officeDocument/2006/relationships/image" Target="../media/image557.png"/><Relationship Id="rId145" Type="http://schemas.openxmlformats.org/officeDocument/2006/relationships/image" Target="../media/image584.png"/><Relationship Id="rId166" Type="http://schemas.openxmlformats.org/officeDocument/2006/relationships/customXml" Target="../ink/ink616.xml"/><Relationship Id="rId187" Type="http://schemas.openxmlformats.org/officeDocument/2006/relationships/image" Target="../media/image60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39.xml"/><Relationship Id="rId233" Type="http://schemas.openxmlformats.org/officeDocument/2006/relationships/image" Target="../media/image628.png"/><Relationship Id="rId254" Type="http://schemas.openxmlformats.org/officeDocument/2006/relationships/customXml" Target="../ink/ink660.xml"/><Relationship Id="rId28" Type="http://schemas.openxmlformats.org/officeDocument/2006/relationships/customXml" Target="../ink/ink547.xml"/><Relationship Id="rId49" Type="http://schemas.openxmlformats.org/officeDocument/2006/relationships/image" Target="../media/image536.png"/><Relationship Id="rId114" Type="http://schemas.openxmlformats.org/officeDocument/2006/relationships/customXml" Target="../ink/ink590.xml"/><Relationship Id="rId275" Type="http://schemas.openxmlformats.org/officeDocument/2006/relationships/image" Target="../media/image649.png"/><Relationship Id="rId296" Type="http://schemas.openxmlformats.org/officeDocument/2006/relationships/customXml" Target="../ink/ink681.xml"/><Relationship Id="rId300" Type="http://schemas.openxmlformats.org/officeDocument/2006/relationships/customXml" Target="../ink/ink683.xml"/><Relationship Id="rId60" Type="http://schemas.openxmlformats.org/officeDocument/2006/relationships/customXml" Target="../ink/ink563.xml"/><Relationship Id="rId81" Type="http://schemas.openxmlformats.org/officeDocument/2006/relationships/image" Target="../media/image552.png"/><Relationship Id="rId135" Type="http://schemas.openxmlformats.org/officeDocument/2006/relationships/image" Target="../media/image579.png"/><Relationship Id="rId156" Type="http://schemas.openxmlformats.org/officeDocument/2006/relationships/customXml" Target="../ink/ink611.xml"/><Relationship Id="rId177" Type="http://schemas.openxmlformats.org/officeDocument/2006/relationships/image" Target="../media/image600.png"/><Relationship Id="rId198" Type="http://schemas.openxmlformats.org/officeDocument/2006/relationships/customXml" Target="../ink/ink632.xml"/><Relationship Id="rId321" Type="http://schemas.openxmlformats.org/officeDocument/2006/relationships/image" Target="../media/image672.png"/><Relationship Id="rId202" Type="http://schemas.openxmlformats.org/officeDocument/2006/relationships/customXml" Target="../ink/ink634.xml"/><Relationship Id="rId223" Type="http://schemas.openxmlformats.org/officeDocument/2006/relationships/image" Target="../media/image623.png"/><Relationship Id="rId244" Type="http://schemas.openxmlformats.org/officeDocument/2006/relationships/customXml" Target="../ink/ink655.xml"/><Relationship Id="rId18" Type="http://schemas.openxmlformats.org/officeDocument/2006/relationships/customXml" Target="../ink/ink542.xml"/><Relationship Id="rId39" Type="http://schemas.openxmlformats.org/officeDocument/2006/relationships/image" Target="../media/image531.png"/><Relationship Id="rId265" Type="http://schemas.openxmlformats.org/officeDocument/2006/relationships/image" Target="../media/image644.png"/><Relationship Id="rId286" Type="http://schemas.openxmlformats.org/officeDocument/2006/relationships/customXml" Target="../ink/ink676.xml"/><Relationship Id="rId50" Type="http://schemas.openxmlformats.org/officeDocument/2006/relationships/customXml" Target="../ink/ink558.xml"/><Relationship Id="rId104" Type="http://schemas.openxmlformats.org/officeDocument/2006/relationships/customXml" Target="../ink/ink585.xml"/><Relationship Id="rId125" Type="http://schemas.openxmlformats.org/officeDocument/2006/relationships/image" Target="../media/image574.png"/><Relationship Id="rId146" Type="http://schemas.openxmlformats.org/officeDocument/2006/relationships/customXml" Target="../ink/ink606.xml"/><Relationship Id="rId167" Type="http://schemas.openxmlformats.org/officeDocument/2006/relationships/image" Target="../media/image595.png"/><Relationship Id="rId188" Type="http://schemas.openxmlformats.org/officeDocument/2006/relationships/customXml" Target="../ink/ink627.xml"/><Relationship Id="rId311" Type="http://schemas.openxmlformats.org/officeDocument/2006/relationships/image" Target="../media/image667.png"/><Relationship Id="rId71" Type="http://schemas.openxmlformats.org/officeDocument/2006/relationships/image" Target="../media/image547.png"/><Relationship Id="rId92" Type="http://schemas.openxmlformats.org/officeDocument/2006/relationships/customXml" Target="../ink/ink579.xml"/><Relationship Id="rId213" Type="http://schemas.openxmlformats.org/officeDocument/2006/relationships/image" Target="../media/image618.png"/><Relationship Id="rId234" Type="http://schemas.openxmlformats.org/officeDocument/2006/relationships/customXml" Target="../ink/ink650.xml"/><Relationship Id="rId2" Type="http://schemas.openxmlformats.org/officeDocument/2006/relationships/customXml" Target="../ink/ink534.xml"/><Relationship Id="rId29" Type="http://schemas.openxmlformats.org/officeDocument/2006/relationships/image" Target="../media/image526.png"/><Relationship Id="rId255" Type="http://schemas.openxmlformats.org/officeDocument/2006/relationships/image" Target="../media/image639.png"/><Relationship Id="rId276" Type="http://schemas.openxmlformats.org/officeDocument/2006/relationships/customXml" Target="../ink/ink671.xml"/><Relationship Id="rId297" Type="http://schemas.openxmlformats.org/officeDocument/2006/relationships/image" Target="../media/image660.png"/><Relationship Id="rId40" Type="http://schemas.openxmlformats.org/officeDocument/2006/relationships/customXml" Target="../ink/ink553.xml"/><Relationship Id="rId115" Type="http://schemas.openxmlformats.org/officeDocument/2006/relationships/image" Target="../media/image569.png"/><Relationship Id="rId136" Type="http://schemas.openxmlformats.org/officeDocument/2006/relationships/customXml" Target="../ink/ink601.xml"/><Relationship Id="rId157" Type="http://schemas.openxmlformats.org/officeDocument/2006/relationships/image" Target="../media/image590.png"/><Relationship Id="rId178" Type="http://schemas.openxmlformats.org/officeDocument/2006/relationships/customXml" Target="../ink/ink622.xml"/><Relationship Id="rId301" Type="http://schemas.openxmlformats.org/officeDocument/2006/relationships/image" Target="../media/image662.png"/><Relationship Id="rId322" Type="http://schemas.openxmlformats.org/officeDocument/2006/relationships/customXml" Target="../ink/ink694.xml"/><Relationship Id="rId61" Type="http://schemas.openxmlformats.org/officeDocument/2006/relationships/image" Target="../media/image542.png"/><Relationship Id="rId82" Type="http://schemas.openxmlformats.org/officeDocument/2006/relationships/customXml" Target="../ink/ink574.xml"/><Relationship Id="rId199" Type="http://schemas.openxmlformats.org/officeDocument/2006/relationships/image" Target="../media/image611.png"/><Relationship Id="rId203" Type="http://schemas.openxmlformats.org/officeDocument/2006/relationships/image" Target="../media/image613.png"/><Relationship Id="rId19" Type="http://schemas.openxmlformats.org/officeDocument/2006/relationships/image" Target="../media/image521.png"/><Relationship Id="rId224" Type="http://schemas.openxmlformats.org/officeDocument/2006/relationships/customXml" Target="../ink/ink645.xml"/><Relationship Id="rId245" Type="http://schemas.openxmlformats.org/officeDocument/2006/relationships/image" Target="../media/image634.png"/><Relationship Id="rId266" Type="http://schemas.openxmlformats.org/officeDocument/2006/relationships/customXml" Target="../ink/ink666.xml"/><Relationship Id="rId287" Type="http://schemas.openxmlformats.org/officeDocument/2006/relationships/image" Target="../media/image655.png"/><Relationship Id="rId30" Type="http://schemas.openxmlformats.org/officeDocument/2006/relationships/customXml" Target="../ink/ink548.xml"/><Relationship Id="rId105" Type="http://schemas.openxmlformats.org/officeDocument/2006/relationships/image" Target="../media/image564.png"/><Relationship Id="rId126" Type="http://schemas.openxmlformats.org/officeDocument/2006/relationships/customXml" Target="../ink/ink596.xml"/><Relationship Id="rId147" Type="http://schemas.openxmlformats.org/officeDocument/2006/relationships/image" Target="../media/image585.png"/><Relationship Id="rId168" Type="http://schemas.openxmlformats.org/officeDocument/2006/relationships/customXml" Target="../ink/ink617.xml"/><Relationship Id="rId312" Type="http://schemas.openxmlformats.org/officeDocument/2006/relationships/customXml" Target="../ink/ink689.xml"/><Relationship Id="rId51" Type="http://schemas.openxmlformats.org/officeDocument/2006/relationships/image" Target="../media/image537.png"/><Relationship Id="rId72" Type="http://schemas.openxmlformats.org/officeDocument/2006/relationships/customXml" Target="../ink/ink569.xml"/><Relationship Id="rId93" Type="http://schemas.openxmlformats.org/officeDocument/2006/relationships/image" Target="../media/image558.png"/><Relationship Id="rId189" Type="http://schemas.openxmlformats.org/officeDocument/2006/relationships/image" Target="../media/image606.png"/><Relationship Id="rId3" Type="http://schemas.openxmlformats.org/officeDocument/2006/relationships/image" Target="../media/image513.png"/><Relationship Id="rId214" Type="http://schemas.openxmlformats.org/officeDocument/2006/relationships/customXml" Target="../ink/ink640.xml"/><Relationship Id="rId235" Type="http://schemas.openxmlformats.org/officeDocument/2006/relationships/image" Target="../media/image629.png"/><Relationship Id="rId256" Type="http://schemas.openxmlformats.org/officeDocument/2006/relationships/customXml" Target="../ink/ink661.xml"/><Relationship Id="rId277" Type="http://schemas.openxmlformats.org/officeDocument/2006/relationships/image" Target="../media/image650.png"/><Relationship Id="rId298" Type="http://schemas.openxmlformats.org/officeDocument/2006/relationships/customXml" Target="../ink/ink682.xml"/><Relationship Id="rId116" Type="http://schemas.openxmlformats.org/officeDocument/2006/relationships/customXml" Target="../ink/ink591.xml"/><Relationship Id="rId137" Type="http://schemas.openxmlformats.org/officeDocument/2006/relationships/image" Target="../media/image580.png"/><Relationship Id="rId158" Type="http://schemas.openxmlformats.org/officeDocument/2006/relationships/customXml" Target="../ink/ink612.xml"/><Relationship Id="rId302" Type="http://schemas.openxmlformats.org/officeDocument/2006/relationships/customXml" Target="../ink/ink684.xml"/><Relationship Id="rId323" Type="http://schemas.openxmlformats.org/officeDocument/2006/relationships/image" Target="../media/image673.png"/><Relationship Id="rId20" Type="http://schemas.openxmlformats.org/officeDocument/2006/relationships/customXml" Target="../ink/ink543.xml"/><Relationship Id="rId41" Type="http://schemas.openxmlformats.org/officeDocument/2006/relationships/image" Target="../media/image532.png"/><Relationship Id="rId62" Type="http://schemas.openxmlformats.org/officeDocument/2006/relationships/customXml" Target="../ink/ink564.xml"/><Relationship Id="rId83" Type="http://schemas.openxmlformats.org/officeDocument/2006/relationships/image" Target="../media/image553.png"/><Relationship Id="rId179" Type="http://schemas.openxmlformats.org/officeDocument/2006/relationships/image" Target="../media/image601.png"/><Relationship Id="rId190" Type="http://schemas.openxmlformats.org/officeDocument/2006/relationships/customXml" Target="../ink/ink628.xml"/><Relationship Id="rId204" Type="http://schemas.openxmlformats.org/officeDocument/2006/relationships/customXml" Target="../ink/ink635.xml"/><Relationship Id="rId225" Type="http://schemas.openxmlformats.org/officeDocument/2006/relationships/image" Target="../media/image624.png"/><Relationship Id="rId246" Type="http://schemas.openxmlformats.org/officeDocument/2006/relationships/customXml" Target="../ink/ink656.xml"/><Relationship Id="rId267" Type="http://schemas.openxmlformats.org/officeDocument/2006/relationships/image" Target="../media/image645.png"/><Relationship Id="rId288" Type="http://schemas.openxmlformats.org/officeDocument/2006/relationships/customXml" Target="../ink/ink677.xml"/><Relationship Id="rId106" Type="http://schemas.openxmlformats.org/officeDocument/2006/relationships/customXml" Target="../ink/ink586.xml"/><Relationship Id="rId127" Type="http://schemas.openxmlformats.org/officeDocument/2006/relationships/image" Target="../media/image575.png"/><Relationship Id="rId313" Type="http://schemas.openxmlformats.org/officeDocument/2006/relationships/image" Target="../media/image668.png"/><Relationship Id="rId10" Type="http://schemas.openxmlformats.org/officeDocument/2006/relationships/customXml" Target="../ink/ink538.xml"/><Relationship Id="rId31" Type="http://schemas.openxmlformats.org/officeDocument/2006/relationships/image" Target="../media/image527.png"/><Relationship Id="rId52" Type="http://schemas.openxmlformats.org/officeDocument/2006/relationships/customXml" Target="../ink/ink559.xml"/><Relationship Id="rId73" Type="http://schemas.openxmlformats.org/officeDocument/2006/relationships/image" Target="../media/image548.png"/><Relationship Id="rId94" Type="http://schemas.openxmlformats.org/officeDocument/2006/relationships/customXml" Target="../ink/ink580.xml"/><Relationship Id="rId148" Type="http://schemas.openxmlformats.org/officeDocument/2006/relationships/customXml" Target="../ink/ink607.xml"/><Relationship Id="rId169" Type="http://schemas.openxmlformats.org/officeDocument/2006/relationships/image" Target="../media/image596.png"/><Relationship Id="rId4" Type="http://schemas.openxmlformats.org/officeDocument/2006/relationships/customXml" Target="../ink/ink535.xml"/><Relationship Id="rId180" Type="http://schemas.openxmlformats.org/officeDocument/2006/relationships/customXml" Target="../ink/ink623.xml"/><Relationship Id="rId215" Type="http://schemas.openxmlformats.org/officeDocument/2006/relationships/image" Target="../media/image619.png"/><Relationship Id="rId236" Type="http://schemas.openxmlformats.org/officeDocument/2006/relationships/customXml" Target="../ink/ink651.xml"/><Relationship Id="rId257" Type="http://schemas.openxmlformats.org/officeDocument/2006/relationships/image" Target="../media/image640.png"/><Relationship Id="rId278" Type="http://schemas.openxmlformats.org/officeDocument/2006/relationships/customXml" Target="../ink/ink672.xml"/><Relationship Id="rId303" Type="http://schemas.openxmlformats.org/officeDocument/2006/relationships/image" Target="../media/image663.png"/><Relationship Id="rId42" Type="http://schemas.openxmlformats.org/officeDocument/2006/relationships/customXml" Target="../ink/ink554.xml"/><Relationship Id="rId84" Type="http://schemas.openxmlformats.org/officeDocument/2006/relationships/customXml" Target="../ink/ink575.xml"/><Relationship Id="rId138" Type="http://schemas.openxmlformats.org/officeDocument/2006/relationships/customXml" Target="../ink/ink602.xml"/><Relationship Id="rId191" Type="http://schemas.openxmlformats.org/officeDocument/2006/relationships/image" Target="../media/image607.png"/><Relationship Id="rId205" Type="http://schemas.openxmlformats.org/officeDocument/2006/relationships/image" Target="../media/image614.png"/><Relationship Id="rId247" Type="http://schemas.openxmlformats.org/officeDocument/2006/relationships/image" Target="../media/image635.png"/><Relationship Id="rId107" Type="http://schemas.openxmlformats.org/officeDocument/2006/relationships/image" Target="../media/image565.png"/><Relationship Id="rId289" Type="http://schemas.openxmlformats.org/officeDocument/2006/relationships/image" Target="../media/image656.png"/><Relationship Id="rId11" Type="http://schemas.openxmlformats.org/officeDocument/2006/relationships/image" Target="../media/image517.png"/><Relationship Id="rId53" Type="http://schemas.openxmlformats.org/officeDocument/2006/relationships/image" Target="../media/image538.png"/><Relationship Id="rId149" Type="http://schemas.openxmlformats.org/officeDocument/2006/relationships/image" Target="../media/image586.png"/><Relationship Id="rId314" Type="http://schemas.openxmlformats.org/officeDocument/2006/relationships/customXml" Target="../ink/ink690.xml"/><Relationship Id="rId95" Type="http://schemas.openxmlformats.org/officeDocument/2006/relationships/image" Target="../media/image559.png"/><Relationship Id="rId160" Type="http://schemas.openxmlformats.org/officeDocument/2006/relationships/customXml" Target="../ink/ink613.xml"/><Relationship Id="rId216" Type="http://schemas.openxmlformats.org/officeDocument/2006/relationships/customXml" Target="../ink/ink641.xml"/><Relationship Id="rId258" Type="http://schemas.openxmlformats.org/officeDocument/2006/relationships/customXml" Target="../ink/ink662.xml"/><Relationship Id="rId22" Type="http://schemas.openxmlformats.org/officeDocument/2006/relationships/customXml" Target="../ink/ink544.xml"/><Relationship Id="rId64" Type="http://schemas.openxmlformats.org/officeDocument/2006/relationships/customXml" Target="../ink/ink565.xml"/><Relationship Id="rId118" Type="http://schemas.openxmlformats.org/officeDocument/2006/relationships/customXml" Target="../ink/ink592.xml"/><Relationship Id="rId171" Type="http://schemas.openxmlformats.org/officeDocument/2006/relationships/image" Target="../media/image597.png"/><Relationship Id="rId227" Type="http://schemas.openxmlformats.org/officeDocument/2006/relationships/image" Target="../media/image625.png"/><Relationship Id="rId269" Type="http://schemas.openxmlformats.org/officeDocument/2006/relationships/image" Target="../media/image646.png"/><Relationship Id="rId33" Type="http://schemas.openxmlformats.org/officeDocument/2006/relationships/image" Target="../media/image528.png"/><Relationship Id="rId129" Type="http://schemas.openxmlformats.org/officeDocument/2006/relationships/image" Target="../media/image576.png"/><Relationship Id="rId280" Type="http://schemas.openxmlformats.org/officeDocument/2006/relationships/customXml" Target="../ink/ink673.xml"/><Relationship Id="rId75" Type="http://schemas.openxmlformats.org/officeDocument/2006/relationships/image" Target="../media/image549.png"/><Relationship Id="rId140" Type="http://schemas.openxmlformats.org/officeDocument/2006/relationships/customXml" Target="../ink/ink603.xml"/><Relationship Id="rId182" Type="http://schemas.openxmlformats.org/officeDocument/2006/relationships/customXml" Target="../ink/ink624.xml"/><Relationship Id="rId6" Type="http://schemas.openxmlformats.org/officeDocument/2006/relationships/customXml" Target="../ink/ink536.xml"/><Relationship Id="rId238" Type="http://schemas.openxmlformats.org/officeDocument/2006/relationships/customXml" Target="../ink/ink652.xml"/><Relationship Id="rId291" Type="http://schemas.openxmlformats.org/officeDocument/2006/relationships/image" Target="../media/image657.png"/><Relationship Id="rId305" Type="http://schemas.openxmlformats.org/officeDocument/2006/relationships/image" Target="../media/image664.png"/><Relationship Id="rId44" Type="http://schemas.openxmlformats.org/officeDocument/2006/relationships/customXml" Target="../ink/ink555.xml"/><Relationship Id="rId86" Type="http://schemas.openxmlformats.org/officeDocument/2006/relationships/customXml" Target="../ink/ink576.xml"/><Relationship Id="rId151" Type="http://schemas.openxmlformats.org/officeDocument/2006/relationships/image" Target="../media/image587.png"/><Relationship Id="rId193" Type="http://schemas.openxmlformats.org/officeDocument/2006/relationships/image" Target="../media/image608.png"/><Relationship Id="rId207" Type="http://schemas.openxmlformats.org/officeDocument/2006/relationships/image" Target="../media/image615.png"/><Relationship Id="rId249" Type="http://schemas.openxmlformats.org/officeDocument/2006/relationships/image" Target="../media/image636.png"/><Relationship Id="rId13" Type="http://schemas.openxmlformats.org/officeDocument/2006/relationships/image" Target="../media/image518.png"/><Relationship Id="rId109" Type="http://schemas.openxmlformats.org/officeDocument/2006/relationships/image" Target="../media/image566.png"/><Relationship Id="rId260" Type="http://schemas.openxmlformats.org/officeDocument/2006/relationships/customXml" Target="../ink/ink663.xml"/><Relationship Id="rId316" Type="http://schemas.openxmlformats.org/officeDocument/2006/relationships/customXml" Target="../ink/ink691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53.xml"/><Relationship Id="rId671" Type="http://schemas.openxmlformats.org/officeDocument/2006/relationships/image" Target="../media/image840.png"/><Relationship Id="rId769" Type="http://schemas.openxmlformats.org/officeDocument/2006/relationships/image" Target="../media/image888.png"/><Relationship Id="rId21" Type="http://schemas.openxmlformats.org/officeDocument/2006/relationships/image" Target="../media/image5200.png"/><Relationship Id="rId324" Type="http://schemas.openxmlformats.org/officeDocument/2006/relationships/customXml" Target="../ink/ink858.xml"/><Relationship Id="rId531" Type="http://schemas.openxmlformats.org/officeDocument/2006/relationships/customXml" Target="../ink/ink963.xml"/><Relationship Id="rId629" Type="http://schemas.openxmlformats.org/officeDocument/2006/relationships/image" Target="../media/image819.png"/><Relationship Id="rId170" Type="http://schemas.openxmlformats.org/officeDocument/2006/relationships/image" Target="../media/image5930.png"/><Relationship Id="rId836" Type="http://schemas.openxmlformats.org/officeDocument/2006/relationships/image" Target="../media/image921.png"/><Relationship Id="rId268" Type="http://schemas.openxmlformats.org/officeDocument/2006/relationships/customXml" Target="../ink/ink829.xml"/><Relationship Id="rId475" Type="http://schemas.openxmlformats.org/officeDocument/2006/relationships/customXml" Target="../ink/ink934.xml"/><Relationship Id="rId682" Type="http://schemas.openxmlformats.org/officeDocument/2006/relationships/customXml" Target="../ink/ink1039.xml"/><Relationship Id="rId903" Type="http://schemas.openxmlformats.org/officeDocument/2006/relationships/image" Target="../media/image954.png"/><Relationship Id="rId32" Type="http://schemas.openxmlformats.org/officeDocument/2006/relationships/customXml" Target="../ink/ink710.xml"/><Relationship Id="rId128" Type="http://schemas.openxmlformats.org/officeDocument/2006/relationships/image" Target="../media/image5720.png"/><Relationship Id="rId335" Type="http://schemas.openxmlformats.org/officeDocument/2006/relationships/image" Target="../media/image674.png"/><Relationship Id="rId542" Type="http://schemas.openxmlformats.org/officeDocument/2006/relationships/image" Target="../media/image776.png"/><Relationship Id="rId181" Type="http://schemas.openxmlformats.org/officeDocument/2006/relationships/customXml" Target="../ink/ink785.xml"/><Relationship Id="rId402" Type="http://schemas.openxmlformats.org/officeDocument/2006/relationships/image" Target="../media/image707.png"/><Relationship Id="rId847" Type="http://schemas.openxmlformats.org/officeDocument/2006/relationships/customXml" Target="../ink/ink1123.xml"/><Relationship Id="rId279" Type="http://schemas.openxmlformats.org/officeDocument/2006/relationships/image" Target="../media/image6460.png"/><Relationship Id="rId486" Type="http://schemas.openxmlformats.org/officeDocument/2006/relationships/customXml" Target="../ink/ink940.xml"/><Relationship Id="rId693" Type="http://schemas.openxmlformats.org/officeDocument/2006/relationships/image" Target="../media/image851.png"/><Relationship Id="rId707" Type="http://schemas.openxmlformats.org/officeDocument/2006/relationships/customXml" Target="../ink/ink1052.xml"/><Relationship Id="rId914" Type="http://schemas.openxmlformats.org/officeDocument/2006/relationships/customXml" Target="../ink/ink1157.xml"/><Relationship Id="rId43" Type="http://schemas.openxmlformats.org/officeDocument/2006/relationships/image" Target="../media/image5310.png"/><Relationship Id="rId139" Type="http://schemas.openxmlformats.org/officeDocument/2006/relationships/customXml" Target="../ink/ink764.xml"/><Relationship Id="rId346" Type="http://schemas.openxmlformats.org/officeDocument/2006/relationships/image" Target="../media/image679.png"/><Relationship Id="rId553" Type="http://schemas.openxmlformats.org/officeDocument/2006/relationships/customXml" Target="../ink/ink974.xml"/><Relationship Id="rId760" Type="http://schemas.openxmlformats.org/officeDocument/2006/relationships/image" Target="../media/image884.png"/><Relationship Id="rId192" Type="http://schemas.openxmlformats.org/officeDocument/2006/relationships/image" Target="../media/image6040.png"/><Relationship Id="rId206" Type="http://schemas.openxmlformats.org/officeDocument/2006/relationships/image" Target="../media/image6110.png"/><Relationship Id="rId413" Type="http://schemas.openxmlformats.org/officeDocument/2006/relationships/customXml" Target="../ink/ink903.xml"/><Relationship Id="rId858" Type="http://schemas.openxmlformats.org/officeDocument/2006/relationships/image" Target="../media/image932.png"/><Relationship Id="rId497" Type="http://schemas.openxmlformats.org/officeDocument/2006/relationships/image" Target="../media/image754.png"/><Relationship Id="rId620" Type="http://schemas.openxmlformats.org/officeDocument/2006/relationships/customXml" Target="../ink/ink1008.xml"/><Relationship Id="rId718" Type="http://schemas.openxmlformats.org/officeDocument/2006/relationships/image" Target="../media/image863.png"/><Relationship Id="rId925" Type="http://schemas.openxmlformats.org/officeDocument/2006/relationships/image" Target="../media/image965.png"/><Relationship Id="rId357" Type="http://schemas.openxmlformats.org/officeDocument/2006/relationships/customXml" Target="../ink/ink875.xml"/><Relationship Id="rId54" Type="http://schemas.openxmlformats.org/officeDocument/2006/relationships/customXml" Target="../ink/ink721.xml"/><Relationship Id="rId217" Type="http://schemas.openxmlformats.org/officeDocument/2006/relationships/customXml" Target="../ink/ink803.xml"/><Relationship Id="rId564" Type="http://schemas.openxmlformats.org/officeDocument/2006/relationships/image" Target="../media/image787.png"/><Relationship Id="rId771" Type="http://schemas.openxmlformats.org/officeDocument/2006/relationships/image" Target="../media/image889.png"/><Relationship Id="rId869" Type="http://schemas.openxmlformats.org/officeDocument/2006/relationships/customXml" Target="../ink/ink1134.xml"/><Relationship Id="rId424" Type="http://schemas.openxmlformats.org/officeDocument/2006/relationships/image" Target="../media/image718.png"/><Relationship Id="rId631" Type="http://schemas.openxmlformats.org/officeDocument/2006/relationships/image" Target="../media/image820.png"/><Relationship Id="rId729" Type="http://schemas.openxmlformats.org/officeDocument/2006/relationships/customXml" Target="../ink/ink1063.xml"/><Relationship Id="rId270" Type="http://schemas.openxmlformats.org/officeDocument/2006/relationships/customXml" Target="../ink/ink830.xml"/><Relationship Id="rId65" Type="http://schemas.openxmlformats.org/officeDocument/2006/relationships/image" Target="../media/image5420.png"/><Relationship Id="rId130" Type="http://schemas.openxmlformats.org/officeDocument/2006/relationships/image" Target="../media/image5730.png"/><Relationship Id="rId368" Type="http://schemas.openxmlformats.org/officeDocument/2006/relationships/image" Target="../media/image690.png"/><Relationship Id="rId575" Type="http://schemas.openxmlformats.org/officeDocument/2006/relationships/customXml" Target="../ink/ink985.xml"/><Relationship Id="rId782" Type="http://schemas.openxmlformats.org/officeDocument/2006/relationships/customXml" Target="../ink/ink1090.xml"/><Relationship Id="rId228" Type="http://schemas.openxmlformats.org/officeDocument/2006/relationships/image" Target="../media/image6220.png"/><Relationship Id="rId435" Type="http://schemas.openxmlformats.org/officeDocument/2006/relationships/customXml" Target="../ink/ink914.xml"/><Relationship Id="rId642" Type="http://schemas.openxmlformats.org/officeDocument/2006/relationships/customXml" Target="../ink/ink1019.xml"/><Relationship Id="rId281" Type="http://schemas.openxmlformats.org/officeDocument/2006/relationships/image" Target="../media/image6470.png"/><Relationship Id="rId502" Type="http://schemas.openxmlformats.org/officeDocument/2006/relationships/customXml" Target="../ink/ink948.xml"/><Relationship Id="rId76" Type="http://schemas.openxmlformats.org/officeDocument/2006/relationships/customXml" Target="../ink/ink732.xml"/><Relationship Id="rId141" Type="http://schemas.openxmlformats.org/officeDocument/2006/relationships/customXml" Target="../ink/ink765.xml"/><Relationship Id="rId379" Type="http://schemas.openxmlformats.org/officeDocument/2006/relationships/customXml" Target="../ink/ink886.xml"/><Relationship Id="rId586" Type="http://schemas.openxmlformats.org/officeDocument/2006/relationships/image" Target="../media/image798.png"/><Relationship Id="rId793" Type="http://schemas.openxmlformats.org/officeDocument/2006/relationships/image" Target="../media/image900.png"/><Relationship Id="rId807" Type="http://schemas.openxmlformats.org/officeDocument/2006/relationships/image" Target="../media/image907.png"/><Relationship Id="rId7" Type="http://schemas.openxmlformats.org/officeDocument/2006/relationships/image" Target="../media/image5140.png"/><Relationship Id="rId239" Type="http://schemas.openxmlformats.org/officeDocument/2006/relationships/customXml" Target="../ink/ink814.xml"/><Relationship Id="rId446" Type="http://schemas.openxmlformats.org/officeDocument/2006/relationships/image" Target="../media/image729.png"/><Relationship Id="rId653" Type="http://schemas.openxmlformats.org/officeDocument/2006/relationships/image" Target="../media/image831.png"/><Relationship Id="rId292" Type="http://schemas.openxmlformats.org/officeDocument/2006/relationships/customXml" Target="../ink/ink842.xml"/><Relationship Id="rId306" Type="http://schemas.openxmlformats.org/officeDocument/2006/relationships/customXml" Target="../ink/ink849.xml"/><Relationship Id="rId860" Type="http://schemas.openxmlformats.org/officeDocument/2006/relationships/image" Target="../media/image933.png"/><Relationship Id="rId87" Type="http://schemas.openxmlformats.org/officeDocument/2006/relationships/image" Target="../media/image5530.png"/><Relationship Id="rId513" Type="http://schemas.openxmlformats.org/officeDocument/2006/relationships/image" Target="../media/image762.png"/><Relationship Id="rId597" Type="http://schemas.openxmlformats.org/officeDocument/2006/relationships/image" Target="../media/image803.png"/><Relationship Id="rId720" Type="http://schemas.openxmlformats.org/officeDocument/2006/relationships/image" Target="../media/image864.png"/><Relationship Id="rId818" Type="http://schemas.openxmlformats.org/officeDocument/2006/relationships/image" Target="../media/image912.png"/><Relationship Id="rId152" Type="http://schemas.openxmlformats.org/officeDocument/2006/relationships/image" Target="../media/image5840.png"/><Relationship Id="rId457" Type="http://schemas.openxmlformats.org/officeDocument/2006/relationships/customXml" Target="../ink/ink925.xml"/><Relationship Id="rId664" Type="http://schemas.openxmlformats.org/officeDocument/2006/relationships/customXml" Target="../ink/ink1030.xml"/><Relationship Id="rId871" Type="http://schemas.openxmlformats.org/officeDocument/2006/relationships/customXml" Target="../ink/ink1135.xml"/><Relationship Id="rId14" Type="http://schemas.openxmlformats.org/officeDocument/2006/relationships/customXml" Target="../ink/ink701.xml"/><Relationship Id="rId317" Type="http://schemas.openxmlformats.org/officeDocument/2006/relationships/image" Target="../media/image6650.png"/><Relationship Id="rId524" Type="http://schemas.openxmlformats.org/officeDocument/2006/relationships/customXml" Target="../ink/ink959.xml"/><Relationship Id="rId731" Type="http://schemas.openxmlformats.org/officeDocument/2006/relationships/customXml" Target="../ink/ink1064.xml"/><Relationship Id="rId98" Type="http://schemas.openxmlformats.org/officeDocument/2006/relationships/customXml" Target="../ink/ink743.xml"/><Relationship Id="rId163" Type="http://schemas.openxmlformats.org/officeDocument/2006/relationships/customXml" Target="../ink/ink776.xml"/><Relationship Id="rId370" Type="http://schemas.openxmlformats.org/officeDocument/2006/relationships/image" Target="../media/image691.png"/><Relationship Id="rId829" Type="http://schemas.openxmlformats.org/officeDocument/2006/relationships/customXml" Target="../ink/ink1114.xml"/><Relationship Id="rId230" Type="http://schemas.openxmlformats.org/officeDocument/2006/relationships/image" Target="../media/image6230.png"/><Relationship Id="rId468" Type="http://schemas.openxmlformats.org/officeDocument/2006/relationships/image" Target="../media/image740.png"/><Relationship Id="rId675" Type="http://schemas.openxmlformats.org/officeDocument/2006/relationships/image" Target="../media/image842.png"/><Relationship Id="rId882" Type="http://schemas.openxmlformats.org/officeDocument/2006/relationships/customXml" Target="../ink/ink1141.xml"/><Relationship Id="rId25" Type="http://schemas.openxmlformats.org/officeDocument/2006/relationships/image" Target="../media/image5220.png"/><Relationship Id="rId328" Type="http://schemas.openxmlformats.org/officeDocument/2006/relationships/customXml" Target="../ink/ink860.xml"/><Relationship Id="rId535" Type="http://schemas.openxmlformats.org/officeDocument/2006/relationships/customXml" Target="../ink/ink965.xml"/><Relationship Id="rId742" Type="http://schemas.openxmlformats.org/officeDocument/2006/relationships/image" Target="../media/image875.png"/><Relationship Id="rId174" Type="http://schemas.openxmlformats.org/officeDocument/2006/relationships/image" Target="../media/image5950.png"/><Relationship Id="rId381" Type="http://schemas.openxmlformats.org/officeDocument/2006/relationships/customXml" Target="../ink/ink887.xml"/><Relationship Id="rId602" Type="http://schemas.openxmlformats.org/officeDocument/2006/relationships/customXml" Target="../ink/ink999.xml"/><Relationship Id="rId241" Type="http://schemas.openxmlformats.org/officeDocument/2006/relationships/customXml" Target="../ink/ink815.xml"/><Relationship Id="rId479" Type="http://schemas.openxmlformats.org/officeDocument/2006/relationships/customXml" Target="../ink/ink936.xml"/><Relationship Id="rId686" Type="http://schemas.openxmlformats.org/officeDocument/2006/relationships/customXml" Target="../ink/ink1041.xml"/><Relationship Id="rId893" Type="http://schemas.openxmlformats.org/officeDocument/2006/relationships/image" Target="../media/image949.png"/><Relationship Id="rId907" Type="http://schemas.openxmlformats.org/officeDocument/2006/relationships/image" Target="../media/image956.png"/><Relationship Id="rId36" Type="http://schemas.openxmlformats.org/officeDocument/2006/relationships/customXml" Target="../ink/ink712.xml"/><Relationship Id="rId339" Type="http://schemas.openxmlformats.org/officeDocument/2006/relationships/customXml" Target="../ink/ink866.xml"/><Relationship Id="rId546" Type="http://schemas.openxmlformats.org/officeDocument/2006/relationships/image" Target="../media/image778.png"/><Relationship Id="rId753" Type="http://schemas.openxmlformats.org/officeDocument/2006/relationships/customXml" Target="../ink/ink1075.xml"/><Relationship Id="rId101" Type="http://schemas.openxmlformats.org/officeDocument/2006/relationships/image" Target="../media/image5590.png"/><Relationship Id="rId185" Type="http://schemas.openxmlformats.org/officeDocument/2006/relationships/customXml" Target="../ink/ink787.xml"/><Relationship Id="rId406" Type="http://schemas.openxmlformats.org/officeDocument/2006/relationships/image" Target="../media/image709.png"/><Relationship Id="rId392" Type="http://schemas.openxmlformats.org/officeDocument/2006/relationships/image" Target="../media/image702.png"/><Relationship Id="rId613" Type="http://schemas.openxmlformats.org/officeDocument/2006/relationships/image" Target="../media/image811.png"/><Relationship Id="rId697" Type="http://schemas.openxmlformats.org/officeDocument/2006/relationships/image" Target="../media/image853.png"/><Relationship Id="rId820" Type="http://schemas.openxmlformats.org/officeDocument/2006/relationships/image" Target="../media/image913.png"/><Relationship Id="rId918" Type="http://schemas.openxmlformats.org/officeDocument/2006/relationships/customXml" Target="../ink/ink1159.xml"/><Relationship Id="rId252" Type="http://schemas.openxmlformats.org/officeDocument/2006/relationships/image" Target="../media/image6340.png"/><Relationship Id="rId47" Type="http://schemas.openxmlformats.org/officeDocument/2006/relationships/image" Target="../media/image5330.png"/><Relationship Id="rId112" Type="http://schemas.openxmlformats.org/officeDocument/2006/relationships/customXml" Target="../ink/ink750.xml"/><Relationship Id="rId557" Type="http://schemas.openxmlformats.org/officeDocument/2006/relationships/customXml" Target="../ink/ink976.xml"/><Relationship Id="rId764" Type="http://schemas.openxmlformats.org/officeDocument/2006/relationships/customXml" Target="../ink/ink1081.xml"/><Relationship Id="rId196" Type="http://schemas.openxmlformats.org/officeDocument/2006/relationships/image" Target="../media/image6060.png"/><Relationship Id="rId417" Type="http://schemas.openxmlformats.org/officeDocument/2006/relationships/customXml" Target="../ink/ink905.xml"/><Relationship Id="rId624" Type="http://schemas.openxmlformats.org/officeDocument/2006/relationships/customXml" Target="../ink/ink1010.xml"/><Relationship Id="rId831" Type="http://schemas.openxmlformats.org/officeDocument/2006/relationships/customXml" Target="../ink/ink1115.xml"/><Relationship Id="rId263" Type="http://schemas.openxmlformats.org/officeDocument/2006/relationships/customXml" Target="../ink/ink826.xml"/><Relationship Id="rId470" Type="http://schemas.openxmlformats.org/officeDocument/2006/relationships/image" Target="../media/image741.png"/><Relationship Id="rId929" Type="http://schemas.openxmlformats.org/officeDocument/2006/relationships/image" Target="../media/image967.png"/><Relationship Id="rId58" Type="http://schemas.openxmlformats.org/officeDocument/2006/relationships/customXml" Target="../ink/ink723.xml"/><Relationship Id="rId123" Type="http://schemas.openxmlformats.org/officeDocument/2006/relationships/customXml" Target="../ink/ink756.xml"/><Relationship Id="rId330" Type="http://schemas.openxmlformats.org/officeDocument/2006/relationships/customXml" Target="../ink/ink861.xml"/><Relationship Id="rId568" Type="http://schemas.openxmlformats.org/officeDocument/2006/relationships/image" Target="../media/image789.png"/><Relationship Id="rId775" Type="http://schemas.openxmlformats.org/officeDocument/2006/relationships/image" Target="../media/image891.png"/><Relationship Id="rId428" Type="http://schemas.openxmlformats.org/officeDocument/2006/relationships/image" Target="../media/image720.png"/><Relationship Id="rId635" Type="http://schemas.openxmlformats.org/officeDocument/2006/relationships/image" Target="../media/image822.png"/><Relationship Id="rId842" Type="http://schemas.openxmlformats.org/officeDocument/2006/relationships/image" Target="../media/image924.png"/><Relationship Id="rId274" Type="http://schemas.openxmlformats.org/officeDocument/2006/relationships/customXml" Target="../ink/ink832.xml"/><Relationship Id="rId481" Type="http://schemas.openxmlformats.org/officeDocument/2006/relationships/customXml" Target="../ink/ink937.xml"/><Relationship Id="rId702" Type="http://schemas.openxmlformats.org/officeDocument/2006/relationships/customXml" Target="../ink/ink1049.xml"/><Relationship Id="rId69" Type="http://schemas.openxmlformats.org/officeDocument/2006/relationships/image" Target="../media/image5440.png"/><Relationship Id="rId134" Type="http://schemas.openxmlformats.org/officeDocument/2006/relationships/image" Target="../media/image5750.png"/><Relationship Id="rId579" Type="http://schemas.openxmlformats.org/officeDocument/2006/relationships/customXml" Target="../ink/ink987.xml"/><Relationship Id="rId786" Type="http://schemas.openxmlformats.org/officeDocument/2006/relationships/customXml" Target="../ink/ink1092.xml"/><Relationship Id="rId341" Type="http://schemas.openxmlformats.org/officeDocument/2006/relationships/customXml" Target="../ink/ink867.xml"/><Relationship Id="rId439" Type="http://schemas.openxmlformats.org/officeDocument/2006/relationships/customXml" Target="../ink/ink916.xml"/><Relationship Id="rId646" Type="http://schemas.openxmlformats.org/officeDocument/2006/relationships/customXml" Target="../ink/ink1021.xml"/><Relationship Id="rId201" Type="http://schemas.openxmlformats.org/officeDocument/2006/relationships/customXml" Target="../ink/ink795.xml"/><Relationship Id="rId285" Type="http://schemas.openxmlformats.org/officeDocument/2006/relationships/image" Target="../media/image6490.png"/><Relationship Id="rId506" Type="http://schemas.openxmlformats.org/officeDocument/2006/relationships/customXml" Target="../ink/ink950.xml"/><Relationship Id="rId853" Type="http://schemas.openxmlformats.org/officeDocument/2006/relationships/customXml" Target="../ink/ink1126.xml"/><Relationship Id="rId492" Type="http://schemas.openxmlformats.org/officeDocument/2006/relationships/customXml" Target="../ink/ink943.xml"/><Relationship Id="rId713" Type="http://schemas.openxmlformats.org/officeDocument/2006/relationships/customXml" Target="../ink/ink1055.xml"/><Relationship Id="rId797" Type="http://schemas.openxmlformats.org/officeDocument/2006/relationships/image" Target="../media/image902.png"/><Relationship Id="rId920" Type="http://schemas.openxmlformats.org/officeDocument/2006/relationships/customXml" Target="../ink/ink1160.xml"/><Relationship Id="rId145" Type="http://schemas.openxmlformats.org/officeDocument/2006/relationships/customXml" Target="../ink/ink767.xml"/><Relationship Id="rId352" Type="http://schemas.openxmlformats.org/officeDocument/2006/relationships/image" Target="../media/image682.png"/><Relationship Id="rId212" Type="http://schemas.openxmlformats.org/officeDocument/2006/relationships/image" Target="../media/image6140.png"/><Relationship Id="rId657" Type="http://schemas.openxmlformats.org/officeDocument/2006/relationships/image" Target="../media/image833.png"/><Relationship Id="rId864" Type="http://schemas.openxmlformats.org/officeDocument/2006/relationships/image" Target="../media/image935.png"/><Relationship Id="rId296" Type="http://schemas.openxmlformats.org/officeDocument/2006/relationships/customXml" Target="../ink/ink844.xml"/><Relationship Id="rId517" Type="http://schemas.openxmlformats.org/officeDocument/2006/relationships/image" Target="../media/image764.png"/><Relationship Id="rId724" Type="http://schemas.openxmlformats.org/officeDocument/2006/relationships/image" Target="../media/image866.png"/><Relationship Id="rId931" Type="http://schemas.openxmlformats.org/officeDocument/2006/relationships/image" Target="../media/image968.png"/><Relationship Id="rId60" Type="http://schemas.openxmlformats.org/officeDocument/2006/relationships/customXml" Target="../ink/ink724.xml"/><Relationship Id="rId156" Type="http://schemas.openxmlformats.org/officeDocument/2006/relationships/image" Target="../media/image5860.png"/><Relationship Id="rId363" Type="http://schemas.openxmlformats.org/officeDocument/2006/relationships/customXml" Target="../ink/ink878.xml"/><Relationship Id="rId570" Type="http://schemas.openxmlformats.org/officeDocument/2006/relationships/image" Target="../media/image790.png"/><Relationship Id="rId223" Type="http://schemas.openxmlformats.org/officeDocument/2006/relationships/customXml" Target="../ink/ink806.xml"/><Relationship Id="rId430" Type="http://schemas.openxmlformats.org/officeDocument/2006/relationships/image" Target="../media/image721.png"/><Relationship Id="rId668" Type="http://schemas.openxmlformats.org/officeDocument/2006/relationships/customXml" Target="../ink/ink1032.xml"/><Relationship Id="rId875" Type="http://schemas.openxmlformats.org/officeDocument/2006/relationships/customXml" Target="../ink/ink1137.xml"/><Relationship Id="rId18" Type="http://schemas.openxmlformats.org/officeDocument/2006/relationships/customXml" Target="../ink/ink703.xml"/><Relationship Id="rId528" Type="http://schemas.openxmlformats.org/officeDocument/2006/relationships/customXml" Target="../ink/ink961.xml"/><Relationship Id="rId735" Type="http://schemas.openxmlformats.org/officeDocument/2006/relationships/customXml" Target="../ink/ink1066.xml"/><Relationship Id="rId167" Type="http://schemas.openxmlformats.org/officeDocument/2006/relationships/customXml" Target="../ink/ink778.xml"/><Relationship Id="rId374" Type="http://schemas.openxmlformats.org/officeDocument/2006/relationships/image" Target="../media/image693.png"/><Relationship Id="rId581" Type="http://schemas.openxmlformats.org/officeDocument/2006/relationships/customXml" Target="../ink/ink988.xml"/><Relationship Id="rId71" Type="http://schemas.openxmlformats.org/officeDocument/2006/relationships/image" Target="../media/image5450.png"/><Relationship Id="rId234" Type="http://schemas.openxmlformats.org/officeDocument/2006/relationships/image" Target="../media/image6250.png"/><Relationship Id="rId679" Type="http://schemas.openxmlformats.org/officeDocument/2006/relationships/image" Target="../media/image844.png"/><Relationship Id="rId802" Type="http://schemas.openxmlformats.org/officeDocument/2006/relationships/customXml" Target="../ink/ink1100.xml"/><Relationship Id="rId886" Type="http://schemas.openxmlformats.org/officeDocument/2006/relationships/customXml" Target="../ink/ink1143.xml"/><Relationship Id="rId2" Type="http://schemas.openxmlformats.org/officeDocument/2006/relationships/customXml" Target="../ink/ink695.xml"/><Relationship Id="rId29" Type="http://schemas.openxmlformats.org/officeDocument/2006/relationships/image" Target="../media/image5240.png"/><Relationship Id="rId441" Type="http://schemas.openxmlformats.org/officeDocument/2006/relationships/customXml" Target="../ink/ink917.xml"/><Relationship Id="rId539" Type="http://schemas.openxmlformats.org/officeDocument/2006/relationships/customXml" Target="../ink/ink967.xml"/><Relationship Id="rId746" Type="http://schemas.openxmlformats.org/officeDocument/2006/relationships/image" Target="../media/image877.png"/><Relationship Id="rId178" Type="http://schemas.openxmlformats.org/officeDocument/2006/relationships/image" Target="../media/image5970.png"/><Relationship Id="rId301" Type="http://schemas.openxmlformats.org/officeDocument/2006/relationships/image" Target="../media/image6570.png"/><Relationship Id="rId82" Type="http://schemas.openxmlformats.org/officeDocument/2006/relationships/customXml" Target="../ink/ink735.xml"/><Relationship Id="rId385" Type="http://schemas.openxmlformats.org/officeDocument/2006/relationships/customXml" Target="../ink/ink889.xml"/><Relationship Id="rId592" Type="http://schemas.openxmlformats.org/officeDocument/2006/relationships/customXml" Target="../ink/ink994.xml"/><Relationship Id="rId606" Type="http://schemas.openxmlformats.org/officeDocument/2006/relationships/customXml" Target="../ink/ink1001.xml"/><Relationship Id="rId813" Type="http://schemas.openxmlformats.org/officeDocument/2006/relationships/image" Target="../media/image910.png"/><Relationship Id="rId245" Type="http://schemas.openxmlformats.org/officeDocument/2006/relationships/customXml" Target="../ink/ink817.xml"/><Relationship Id="rId452" Type="http://schemas.openxmlformats.org/officeDocument/2006/relationships/image" Target="../media/image732.png"/><Relationship Id="rId897" Type="http://schemas.openxmlformats.org/officeDocument/2006/relationships/image" Target="../media/image951.png"/><Relationship Id="rId105" Type="http://schemas.openxmlformats.org/officeDocument/2006/relationships/image" Target="../media/image5610.png"/><Relationship Id="rId312" Type="http://schemas.openxmlformats.org/officeDocument/2006/relationships/customXml" Target="../ink/ink852.xml"/><Relationship Id="rId757" Type="http://schemas.openxmlformats.org/officeDocument/2006/relationships/customXml" Target="../ink/ink1077.xml"/><Relationship Id="rId93" Type="http://schemas.openxmlformats.org/officeDocument/2006/relationships/image" Target="../media/image5550.png"/><Relationship Id="rId189" Type="http://schemas.openxmlformats.org/officeDocument/2006/relationships/customXml" Target="../ink/ink789.xml"/><Relationship Id="rId396" Type="http://schemas.openxmlformats.org/officeDocument/2006/relationships/image" Target="../media/image704.png"/><Relationship Id="rId617" Type="http://schemas.openxmlformats.org/officeDocument/2006/relationships/image" Target="../media/image813.png"/><Relationship Id="rId824" Type="http://schemas.openxmlformats.org/officeDocument/2006/relationships/image" Target="../media/image915.png"/><Relationship Id="rId256" Type="http://schemas.openxmlformats.org/officeDocument/2006/relationships/image" Target="../media/image6360.png"/><Relationship Id="rId463" Type="http://schemas.openxmlformats.org/officeDocument/2006/relationships/customXml" Target="../ink/ink928.xml"/><Relationship Id="rId670" Type="http://schemas.openxmlformats.org/officeDocument/2006/relationships/customXml" Target="../ink/ink1033.xml"/><Relationship Id="rId116" Type="http://schemas.openxmlformats.org/officeDocument/2006/relationships/image" Target="../media/image5660.png"/><Relationship Id="rId323" Type="http://schemas.openxmlformats.org/officeDocument/2006/relationships/image" Target="../media/image6680.png"/><Relationship Id="rId530" Type="http://schemas.openxmlformats.org/officeDocument/2006/relationships/image" Target="../media/image770.png"/><Relationship Id="rId768" Type="http://schemas.openxmlformats.org/officeDocument/2006/relationships/customXml" Target="../ink/ink1083.xml"/><Relationship Id="rId20" Type="http://schemas.openxmlformats.org/officeDocument/2006/relationships/customXml" Target="../ink/ink704.xml"/><Relationship Id="rId628" Type="http://schemas.openxmlformats.org/officeDocument/2006/relationships/customXml" Target="../ink/ink1012.xml"/><Relationship Id="rId835" Type="http://schemas.openxmlformats.org/officeDocument/2006/relationships/customXml" Target="../ink/ink1117.xml"/><Relationship Id="rId267" Type="http://schemas.openxmlformats.org/officeDocument/2006/relationships/image" Target="../media/image6410.png"/><Relationship Id="rId474" Type="http://schemas.openxmlformats.org/officeDocument/2006/relationships/image" Target="../media/image743.png"/><Relationship Id="rId127" Type="http://schemas.openxmlformats.org/officeDocument/2006/relationships/customXml" Target="../ink/ink758.xml"/><Relationship Id="rId681" Type="http://schemas.openxmlformats.org/officeDocument/2006/relationships/image" Target="../media/image845.png"/><Relationship Id="rId779" Type="http://schemas.openxmlformats.org/officeDocument/2006/relationships/image" Target="../media/image893.png"/><Relationship Id="rId902" Type="http://schemas.openxmlformats.org/officeDocument/2006/relationships/customXml" Target="../ink/ink1151.xml"/><Relationship Id="rId31" Type="http://schemas.openxmlformats.org/officeDocument/2006/relationships/image" Target="../media/image5250.png"/><Relationship Id="rId334" Type="http://schemas.openxmlformats.org/officeDocument/2006/relationships/customXml" Target="../ink/ink863.xml"/><Relationship Id="rId541" Type="http://schemas.openxmlformats.org/officeDocument/2006/relationships/customXml" Target="../ink/ink968.xml"/><Relationship Id="rId639" Type="http://schemas.openxmlformats.org/officeDocument/2006/relationships/image" Target="../media/image824.png"/><Relationship Id="rId180" Type="http://schemas.openxmlformats.org/officeDocument/2006/relationships/image" Target="../media/image5980.png"/><Relationship Id="rId278" Type="http://schemas.openxmlformats.org/officeDocument/2006/relationships/customXml" Target="../ink/ink835.xml"/><Relationship Id="rId401" Type="http://schemas.openxmlformats.org/officeDocument/2006/relationships/customXml" Target="../ink/ink897.xml"/><Relationship Id="rId846" Type="http://schemas.openxmlformats.org/officeDocument/2006/relationships/image" Target="../media/image926.png"/><Relationship Id="rId485" Type="http://schemas.openxmlformats.org/officeDocument/2006/relationships/customXml" Target="../ink/ink939.xml"/><Relationship Id="rId692" Type="http://schemas.openxmlformats.org/officeDocument/2006/relationships/customXml" Target="../ink/ink1044.xml"/><Relationship Id="rId706" Type="http://schemas.openxmlformats.org/officeDocument/2006/relationships/image" Target="../media/image857.png"/><Relationship Id="rId913" Type="http://schemas.openxmlformats.org/officeDocument/2006/relationships/image" Target="../media/image959.png"/><Relationship Id="rId42" Type="http://schemas.openxmlformats.org/officeDocument/2006/relationships/customXml" Target="../ink/ink715.xml"/><Relationship Id="rId138" Type="http://schemas.openxmlformats.org/officeDocument/2006/relationships/image" Target="../media/image5770.png"/><Relationship Id="rId345" Type="http://schemas.openxmlformats.org/officeDocument/2006/relationships/customXml" Target="../ink/ink869.xml"/><Relationship Id="rId552" Type="http://schemas.openxmlformats.org/officeDocument/2006/relationships/image" Target="../media/image781.png"/><Relationship Id="rId191" Type="http://schemas.openxmlformats.org/officeDocument/2006/relationships/customXml" Target="../ink/ink790.xml"/><Relationship Id="rId205" Type="http://schemas.openxmlformats.org/officeDocument/2006/relationships/customXml" Target="../ink/ink797.xml"/><Relationship Id="rId412" Type="http://schemas.openxmlformats.org/officeDocument/2006/relationships/image" Target="../media/image712.png"/><Relationship Id="rId857" Type="http://schemas.openxmlformats.org/officeDocument/2006/relationships/customXml" Target="../ink/ink1128.xml"/><Relationship Id="rId289" Type="http://schemas.openxmlformats.org/officeDocument/2006/relationships/image" Target="../media/image6510.png"/><Relationship Id="rId496" Type="http://schemas.openxmlformats.org/officeDocument/2006/relationships/customXml" Target="../ink/ink945.xml"/><Relationship Id="rId717" Type="http://schemas.openxmlformats.org/officeDocument/2006/relationships/customXml" Target="../ink/ink1057.xml"/><Relationship Id="rId924" Type="http://schemas.openxmlformats.org/officeDocument/2006/relationships/customXml" Target="../ink/ink1162.xml"/><Relationship Id="rId53" Type="http://schemas.openxmlformats.org/officeDocument/2006/relationships/image" Target="../media/image5360.png"/><Relationship Id="rId149" Type="http://schemas.openxmlformats.org/officeDocument/2006/relationships/customXml" Target="../ink/ink769.xml"/><Relationship Id="rId356" Type="http://schemas.openxmlformats.org/officeDocument/2006/relationships/image" Target="../media/image684.png"/><Relationship Id="rId563" Type="http://schemas.openxmlformats.org/officeDocument/2006/relationships/customXml" Target="../ink/ink979.xml"/><Relationship Id="rId770" Type="http://schemas.openxmlformats.org/officeDocument/2006/relationships/customXml" Target="../ink/ink1084.xml"/><Relationship Id="rId216" Type="http://schemas.openxmlformats.org/officeDocument/2006/relationships/image" Target="../media/image6160.png"/><Relationship Id="rId423" Type="http://schemas.openxmlformats.org/officeDocument/2006/relationships/customXml" Target="../ink/ink908.xml"/><Relationship Id="rId868" Type="http://schemas.openxmlformats.org/officeDocument/2006/relationships/image" Target="../media/image937.png"/><Relationship Id="rId630" Type="http://schemas.openxmlformats.org/officeDocument/2006/relationships/customXml" Target="../ink/ink1013.xml"/><Relationship Id="rId728" Type="http://schemas.openxmlformats.org/officeDocument/2006/relationships/image" Target="../media/image868.png"/><Relationship Id="rId64" Type="http://schemas.openxmlformats.org/officeDocument/2006/relationships/customXml" Target="../ink/ink726.xml"/><Relationship Id="rId367" Type="http://schemas.openxmlformats.org/officeDocument/2006/relationships/customXml" Target="../ink/ink880.xml"/><Relationship Id="rId574" Type="http://schemas.openxmlformats.org/officeDocument/2006/relationships/image" Target="../media/image792.png"/><Relationship Id="rId227" Type="http://schemas.openxmlformats.org/officeDocument/2006/relationships/customXml" Target="../ink/ink808.xml"/><Relationship Id="rId781" Type="http://schemas.openxmlformats.org/officeDocument/2006/relationships/image" Target="../media/image894.png"/><Relationship Id="rId879" Type="http://schemas.openxmlformats.org/officeDocument/2006/relationships/image" Target="../media/image942.png"/><Relationship Id="rId434" Type="http://schemas.openxmlformats.org/officeDocument/2006/relationships/image" Target="../media/image723.png"/><Relationship Id="rId641" Type="http://schemas.openxmlformats.org/officeDocument/2006/relationships/image" Target="../media/image825.png"/><Relationship Id="rId739" Type="http://schemas.openxmlformats.org/officeDocument/2006/relationships/customXml" Target="../ink/ink1068.xml"/><Relationship Id="rId280" Type="http://schemas.openxmlformats.org/officeDocument/2006/relationships/customXml" Target="../ink/ink836.xml"/><Relationship Id="rId501" Type="http://schemas.openxmlformats.org/officeDocument/2006/relationships/image" Target="../media/image756.png"/><Relationship Id="rId75" Type="http://schemas.openxmlformats.org/officeDocument/2006/relationships/image" Target="../media/image5470.png"/><Relationship Id="rId140" Type="http://schemas.openxmlformats.org/officeDocument/2006/relationships/image" Target="../media/image5780.png"/><Relationship Id="rId378" Type="http://schemas.openxmlformats.org/officeDocument/2006/relationships/image" Target="../media/image695.png"/><Relationship Id="rId585" Type="http://schemas.openxmlformats.org/officeDocument/2006/relationships/customXml" Target="../ink/ink990.xml"/><Relationship Id="rId792" Type="http://schemas.openxmlformats.org/officeDocument/2006/relationships/customXml" Target="../ink/ink1095.xml"/><Relationship Id="rId806" Type="http://schemas.openxmlformats.org/officeDocument/2006/relationships/customXml" Target="../ink/ink1102.xml"/><Relationship Id="rId6" Type="http://schemas.openxmlformats.org/officeDocument/2006/relationships/customXml" Target="../ink/ink697.xml"/><Relationship Id="rId238" Type="http://schemas.openxmlformats.org/officeDocument/2006/relationships/image" Target="../media/image6270.png"/><Relationship Id="rId445" Type="http://schemas.openxmlformats.org/officeDocument/2006/relationships/customXml" Target="../ink/ink919.xml"/><Relationship Id="rId652" Type="http://schemas.openxmlformats.org/officeDocument/2006/relationships/customXml" Target="../ink/ink1024.xml"/><Relationship Id="rId291" Type="http://schemas.openxmlformats.org/officeDocument/2006/relationships/image" Target="../media/image6520.png"/><Relationship Id="rId305" Type="http://schemas.openxmlformats.org/officeDocument/2006/relationships/image" Target="../media/image6590.png"/><Relationship Id="rId512" Type="http://schemas.openxmlformats.org/officeDocument/2006/relationships/customXml" Target="../ink/ink953.xml"/><Relationship Id="rId86" Type="http://schemas.openxmlformats.org/officeDocument/2006/relationships/customXml" Target="../ink/ink737.xml"/><Relationship Id="rId151" Type="http://schemas.openxmlformats.org/officeDocument/2006/relationships/customXml" Target="../ink/ink770.xml"/><Relationship Id="rId389" Type="http://schemas.openxmlformats.org/officeDocument/2006/relationships/customXml" Target="../ink/ink891.xml"/><Relationship Id="rId596" Type="http://schemas.openxmlformats.org/officeDocument/2006/relationships/customXml" Target="../ink/ink996.xml"/><Relationship Id="rId817" Type="http://schemas.openxmlformats.org/officeDocument/2006/relationships/customXml" Target="../ink/ink1108.xml"/><Relationship Id="rId249" Type="http://schemas.openxmlformats.org/officeDocument/2006/relationships/customXml" Target="../ink/ink819.xml"/><Relationship Id="rId456" Type="http://schemas.openxmlformats.org/officeDocument/2006/relationships/image" Target="../media/image734.png"/><Relationship Id="rId663" Type="http://schemas.openxmlformats.org/officeDocument/2006/relationships/image" Target="../media/image836.png"/><Relationship Id="rId870" Type="http://schemas.openxmlformats.org/officeDocument/2006/relationships/image" Target="../media/image938.png"/><Relationship Id="rId13" Type="http://schemas.openxmlformats.org/officeDocument/2006/relationships/image" Target="../media/image5170.png"/><Relationship Id="rId109" Type="http://schemas.openxmlformats.org/officeDocument/2006/relationships/image" Target="../media/image5630.png"/><Relationship Id="rId316" Type="http://schemas.openxmlformats.org/officeDocument/2006/relationships/customXml" Target="../ink/ink854.xml"/><Relationship Id="rId523" Type="http://schemas.openxmlformats.org/officeDocument/2006/relationships/image" Target="../media/image767.png"/><Relationship Id="rId97" Type="http://schemas.openxmlformats.org/officeDocument/2006/relationships/image" Target="../media/image5570.png"/><Relationship Id="rId730" Type="http://schemas.openxmlformats.org/officeDocument/2006/relationships/image" Target="../media/image869.png"/><Relationship Id="rId828" Type="http://schemas.openxmlformats.org/officeDocument/2006/relationships/image" Target="../media/image917.png"/><Relationship Id="rId162" Type="http://schemas.openxmlformats.org/officeDocument/2006/relationships/image" Target="../media/image5890.png"/><Relationship Id="rId467" Type="http://schemas.openxmlformats.org/officeDocument/2006/relationships/customXml" Target="../ink/ink930.xml"/><Relationship Id="rId674" Type="http://schemas.openxmlformats.org/officeDocument/2006/relationships/customXml" Target="../ink/ink1035.xml"/><Relationship Id="rId881" Type="http://schemas.openxmlformats.org/officeDocument/2006/relationships/image" Target="../media/image943.png"/><Relationship Id="rId24" Type="http://schemas.openxmlformats.org/officeDocument/2006/relationships/customXml" Target="../ink/ink706.xml"/><Relationship Id="rId327" Type="http://schemas.openxmlformats.org/officeDocument/2006/relationships/image" Target="../media/image6700.png"/><Relationship Id="rId534" Type="http://schemas.openxmlformats.org/officeDocument/2006/relationships/image" Target="../media/image772.png"/><Relationship Id="rId741" Type="http://schemas.openxmlformats.org/officeDocument/2006/relationships/customXml" Target="../ink/ink1069.xml"/><Relationship Id="rId839" Type="http://schemas.openxmlformats.org/officeDocument/2006/relationships/customXml" Target="../ink/ink1119.xml"/><Relationship Id="rId173" Type="http://schemas.openxmlformats.org/officeDocument/2006/relationships/customXml" Target="../ink/ink781.xml"/><Relationship Id="rId380" Type="http://schemas.openxmlformats.org/officeDocument/2006/relationships/image" Target="../media/image696.png"/><Relationship Id="rId601" Type="http://schemas.openxmlformats.org/officeDocument/2006/relationships/image" Target="../media/image805.png"/><Relationship Id="rId240" Type="http://schemas.openxmlformats.org/officeDocument/2006/relationships/image" Target="../media/image6280.png"/><Relationship Id="rId478" Type="http://schemas.openxmlformats.org/officeDocument/2006/relationships/image" Target="../media/image745.png"/><Relationship Id="rId685" Type="http://schemas.openxmlformats.org/officeDocument/2006/relationships/image" Target="../media/image847.png"/><Relationship Id="rId892" Type="http://schemas.openxmlformats.org/officeDocument/2006/relationships/customXml" Target="../ink/ink1146.xml"/><Relationship Id="rId906" Type="http://schemas.openxmlformats.org/officeDocument/2006/relationships/customXml" Target="../ink/ink1153.xml"/><Relationship Id="rId35" Type="http://schemas.openxmlformats.org/officeDocument/2006/relationships/image" Target="../media/image5270.png"/><Relationship Id="rId100" Type="http://schemas.openxmlformats.org/officeDocument/2006/relationships/customXml" Target="../ink/ink744.xml"/><Relationship Id="rId338" Type="http://schemas.openxmlformats.org/officeDocument/2006/relationships/image" Target="../media/image675.png"/><Relationship Id="rId545" Type="http://schemas.openxmlformats.org/officeDocument/2006/relationships/customXml" Target="../ink/ink970.xml"/><Relationship Id="rId752" Type="http://schemas.openxmlformats.org/officeDocument/2006/relationships/image" Target="../media/image880.png"/><Relationship Id="rId184" Type="http://schemas.openxmlformats.org/officeDocument/2006/relationships/image" Target="../media/image6000.png"/><Relationship Id="rId391" Type="http://schemas.openxmlformats.org/officeDocument/2006/relationships/customXml" Target="../ink/ink892.xml"/><Relationship Id="rId405" Type="http://schemas.openxmlformats.org/officeDocument/2006/relationships/customXml" Target="../ink/ink899.xml"/><Relationship Id="rId612" Type="http://schemas.openxmlformats.org/officeDocument/2006/relationships/customXml" Target="../ink/ink1004.xml"/><Relationship Id="rId251" Type="http://schemas.openxmlformats.org/officeDocument/2006/relationships/customXml" Target="../ink/ink820.xml"/><Relationship Id="rId489" Type="http://schemas.openxmlformats.org/officeDocument/2006/relationships/image" Target="../media/image750.png"/><Relationship Id="rId696" Type="http://schemas.openxmlformats.org/officeDocument/2006/relationships/customXml" Target="../ink/ink1046.xml"/><Relationship Id="rId917" Type="http://schemas.openxmlformats.org/officeDocument/2006/relationships/image" Target="../media/image961.png"/><Relationship Id="rId46" Type="http://schemas.openxmlformats.org/officeDocument/2006/relationships/customXml" Target="../ink/ink717.xml"/><Relationship Id="rId349" Type="http://schemas.openxmlformats.org/officeDocument/2006/relationships/customXml" Target="../ink/ink871.xml"/><Relationship Id="rId556" Type="http://schemas.openxmlformats.org/officeDocument/2006/relationships/image" Target="../media/image783.png"/><Relationship Id="rId763" Type="http://schemas.openxmlformats.org/officeDocument/2006/relationships/customXml" Target="../ink/ink1080.xml"/><Relationship Id="rId111" Type="http://schemas.openxmlformats.org/officeDocument/2006/relationships/image" Target="../media/image5640.png"/><Relationship Id="rId195" Type="http://schemas.openxmlformats.org/officeDocument/2006/relationships/customXml" Target="../ink/ink792.xml"/><Relationship Id="rId209" Type="http://schemas.openxmlformats.org/officeDocument/2006/relationships/customXml" Target="../ink/ink799.xml"/><Relationship Id="rId416" Type="http://schemas.openxmlformats.org/officeDocument/2006/relationships/image" Target="../media/image714.png"/><Relationship Id="rId623" Type="http://schemas.openxmlformats.org/officeDocument/2006/relationships/image" Target="../media/image816.png"/><Relationship Id="rId830" Type="http://schemas.openxmlformats.org/officeDocument/2006/relationships/image" Target="../media/image918.png"/><Relationship Id="rId928" Type="http://schemas.openxmlformats.org/officeDocument/2006/relationships/customXml" Target="../ink/ink1164.xml"/><Relationship Id="rId57" Type="http://schemas.openxmlformats.org/officeDocument/2006/relationships/image" Target="../media/image5380.png"/><Relationship Id="rId262" Type="http://schemas.openxmlformats.org/officeDocument/2006/relationships/image" Target="../media/image6390.png"/><Relationship Id="rId567" Type="http://schemas.openxmlformats.org/officeDocument/2006/relationships/customXml" Target="../ink/ink981.xml"/><Relationship Id="rId122" Type="http://schemas.openxmlformats.org/officeDocument/2006/relationships/image" Target="../media/image5690.png"/><Relationship Id="rId774" Type="http://schemas.openxmlformats.org/officeDocument/2006/relationships/customXml" Target="../ink/ink1086.xml"/><Relationship Id="rId427" Type="http://schemas.openxmlformats.org/officeDocument/2006/relationships/customXml" Target="../ink/ink910.xml"/><Relationship Id="rId634" Type="http://schemas.openxmlformats.org/officeDocument/2006/relationships/customXml" Target="../ink/ink1015.xml"/><Relationship Id="rId841" Type="http://schemas.openxmlformats.org/officeDocument/2006/relationships/customXml" Target="../ink/ink1120.xml"/><Relationship Id="rId273" Type="http://schemas.openxmlformats.org/officeDocument/2006/relationships/image" Target="../media/image6440.png"/><Relationship Id="rId480" Type="http://schemas.openxmlformats.org/officeDocument/2006/relationships/image" Target="../media/image746.png"/><Relationship Id="rId701" Type="http://schemas.openxmlformats.org/officeDocument/2006/relationships/image" Target="../media/image855.png"/><Relationship Id="rId68" Type="http://schemas.openxmlformats.org/officeDocument/2006/relationships/customXml" Target="../ink/ink728.xml"/><Relationship Id="rId133" Type="http://schemas.openxmlformats.org/officeDocument/2006/relationships/customXml" Target="../ink/ink761.xml"/><Relationship Id="rId340" Type="http://schemas.openxmlformats.org/officeDocument/2006/relationships/image" Target="../media/image676.png"/><Relationship Id="rId578" Type="http://schemas.openxmlformats.org/officeDocument/2006/relationships/image" Target="../media/image794.png"/><Relationship Id="rId785" Type="http://schemas.openxmlformats.org/officeDocument/2006/relationships/image" Target="../media/image896.png"/><Relationship Id="rId200" Type="http://schemas.openxmlformats.org/officeDocument/2006/relationships/image" Target="../media/image6080.png"/><Relationship Id="rId438" Type="http://schemas.openxmlformats.org/officeDocument/2006/relationships/image" Target="../media/image725.png"/><Relationship Id="rId645" Type="http://schemas.openxmlformats.org/officeDocument/2006/relationships/image" Target="../media/image827.png"/><Relationship Id="rId852" Type="http://schemas.openxmlformats.org/officeDocument/2006/relationships/image" Target="../media/image929.png"/><Relationship Id="rId284" Type="http://schemas.openxmlformats.org/officeDocument/2006/relationships/customXml" Target="../ink/ink838.xml"/><Relationship Id="rId491" Type="http://schemas.openxmlformats.org/officeDocument/2006/relationships/image" Target="../media/image751.png"/><Relationship Id="rId505" Type="http://schemas.openxmlformats.org/officeDocument/2006/relationships/image" Target="../media/image758.png"/><Relationship Id="rId712" Type="http://schemas.openxmlformats.org/officeDocument/2006/relationships/image" Target="../media/image860.png"/><Relationship Id="rId79" Type="http://schemas.openxmlformats.org/officeDocument/2006/relationships/image" Target="../media/image5490.png"/><Relationship Id="rId144" Type="http://schemas.openxmlformats.org/officeDocument/2006/relationships/image" Target="../media/image5800.png"/><Relationship Id="rId589" Type="http://schemas.openxmlformats.org/officeDocument/2006/relationships/customXml" Target="../ink/ink992.xml"/><Relationship Id="rId796" Type="http://schemas.openxmlformats.org/officeDocument/2006/relationships/customXml" Target="../ink/ink1097.xml"/><Relationship Id="rId351" Type="http://schemas.openxmlformats.org/officeDocument/2006/relationships/customXml" Target="../ink/ink872.xml"/><Relationship Id="rId449" Type="http://schemas.openxmlformats.org/officeDocument/2006/relationships/customXml" Target="../ink/ink921.xml"/><Relationship Id="rId656" Type="http://schemas.openxmlformats.org/officeDocument/2006/relationships/customXml" Target="../ink/ink1026.xml"/><Relationship Id="rId863" Type="http://schemas.openxmlformats.org/officeDocument/2006/relationships/customXml" Target="../ink/ink1131.xml"/><Relationship Id="rId211" Type="http://schemas.openxmlformats.org/officeDocument/2006/relationships/customXml" Target="../ink/ink800.xml"/><Relationship Id="rId295" Type="http://schemas.openxmlformats.org/officeDocument/2006/relationships/image" Target="../media/image6540.png"/><Relationship Id="rId309" Type="http://schemas.openxmlformats.org/officeDocument/2006/relationships/image" Target="../media/image6610.png"/><Relationship Id="rId516" Type="http://schemas.openxmlformats.org/officeDocument/2006/relationships/customXml" Target="../ink/ink955.xml"/><Relationship Id="rId723" Type="http://schemas.openxmlformats.org/officeDocument/2006/relationships/customXml" Target="../ink/ink1060.xml"/><Relationship Id="rId930" Type="http://schemas.openxmlformats.org/officeDocument/2006/relationships/customXml" Target="../ink/ink1165.xml"/><Relationship Id="rId155" Type="http://schemas.openxmlformats.org/officeDocument/2006/relationships/customXml" Target="../ink/ink772.xml"/><Relationship Id="rId362" Type="http://schemas.openxmlformats.org/officeDocument/2006/relationships/image" Target="../media/image687.png"/><Relationship Id="rId222" Type="http://schemas.openxmlformats.org/officeDocument/2006/relationships/image" Target="../media/image6190.png"/><Relationship Id="rId667" Type="http://schemas.openxmlformats.org/officeDocument/2006/relationships/image" Target="../media/image838.png"/><Relationship Id="rId874" Type="http://schemas.openxmlformats.org/officeDocument/2006/relationships/image" Target="../media/image940.png"/><Relationship Id="rId17" Type="http://schemas.openxmlformats.org/officeDocument/2006/relationships/image" Target="../media/image5190.png"/><Relationship Id="rId59" Type="http://schemas.openxmlformats.org/officeDocument/2006/relationships/image" Target="../media/image5390.png"/><Relationship Id="rId124" Type="http://schemas.openxmlformats.org/officeDocument/2006/relationships/image" Target="../media/image5700.png"/><Relationship Id="rId527" Type="http://schemas.openxmlformats.org/officeDocument/2006/relationships/image" Target="../media/image769.png"/><Relationship Id="rId569" Type="http://schemas.openxmlformats.org/officeDocument/2006/relationships/customXml" Target="../ink/ink982.xml"/><Relationship Id="rId734" Type="http://schemas.openxmlformats.org/officeDocument/2006/relationships/image" Target="../media/image871.png"/><Relationship Id="rId776" Type="http://schemas.openxmlformats.org/officeDocument/2006/relationships/customXml" Target="../ink/ink1087.xml"/><Relationship Id="rId70" Type="http://schemas.openxmlformats.org/officeDocument/2006/relationships/customXml" Target="../ink/ink729.xml"/><Relationship Id="rId166" Type="http://schemas.openxmlformats.org/officeDocument/2006/relationships/image" Target="../media/image5910.png"/><Relationship Id="rId331" Type="http://schemas.openxmlformats.org/officeDocument/2006/relationships/image" Target="../media/image6720.png"/><Relationship Id="rId373" Type="http://schemas.openxmlformats.org/officeDocument/2006/relationships/customXml" Target="../ink/ink883.xml"/><Relationship Id="rId429" Type="http://schemas.openxmlformats.org/officeDocument/2006/relationships/customXml" Target="../ink/ink911.xml"/><Relationship Id="rId580" Type="http://schemas.openxmlformats.org/officeDocument/2006/relationships/image" Target="../media/image795.png"/><Relationship Id="rId636" Type="http://schemas.openxmlformats.org/officeDocument/2006/relationships/customXml" Target="../ink/ink1016.xml"/><Relationship Id="rId801" Type="http://schemas.openxmlformats.org/officeDocument/2006/relationships/image" Target="../media/image904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811.xml"/><Relationship Id="rId440" Type="http://schemas.openxmlformats.org/officeDocument/2006/relationships/image" Target="../media/image726.png"/><Relationship Id="rId678" Type="http://schemas.openxmlformats.org/officeDocument/2006/relationships/customXml" Target="../ink/ink1037.xml"/><Relationship Id="rId843" Type="http://schemas.openxmlformats.org/officeDocument/2006/relationships/customXml" Target="../ink/ink1121.xml"/><Relationship Id="rId885" Type="http://schemas.openxmlformats.org/officeDocument/2006/relationships/image" Target="../media/image945.png"/><Relationship Id="rId28" Type="http://schemas.openxmlformats.org/officeDocument/2006/relationships/customXml" Target="../ink/ink708.xml"/><Relationship Id="rId275" Type="http://schemas.openxmlformats.org/officeDocument/2006/relationships/customXml" Target="../ink/ink833.xml"/><Relationship Id="rId300" Type="http://schemas.openxmlformats.org/officeDocument/2006/relationships/customXml" Target="../ink/ink846.xml"/><Relationship Id="rId482" Type="http://schemas.openxmlformats.org/officeDocument/2006/relationships/image" Target="../media/image747.png"/><Relationship Id="rId538" Type="http://schemas.openxmlformats.org/officeDocument/2006/relationships/image" Target="../media/image774.png"/><Relationship Id="rId703" Type="http://schemas.openxmlformats.org/officeDocument/2006/relationships/image" Target="../media/image856.png"/><Relationship Id="rId745" Type="http://schemas.openxmlformats.org/officeDocument/2006/relationships/customXml" Target="../ink/ink1071.xml"/><Relationship Id="rId910" Type="http://schemas.openxmlformats.org/officeDocument/2006/relationships/customXml" Target="../ink/ink1155.xml"/><Relationship Id="rId81" Type="http://schemas.openxmlformats.org/officeDocument/2006/relationships/image" Target="../media/image5500.png"/><Relationship Id="rId135" Type="http://schemas.openxmlformats.org/officeDocument/2006/relationships/customXml" Target="../ink/ink762.xml"/><Relationship Id="rId177" Type="http://schemas.openxmlformats.org/officeDocument/2006/relationships/customXml" Target="../ink/ink783.xml"/><Relationship Id="rId342" Type="http://schemas.openxmlformats.org/officeDocument/2006/relationships/image" Target="../media/image677.png"/><Relationship Id="rId384" Type="http://schemas.openxmlformats.org/officeDocument/2006/relationships/image" Target="../media/image698.png"/><Relationship Id="rId591" Type="http://schemas.openxmlformats.org/officeDocument/2006/relationships/customXml" Target="../ink/ink993.xml"/><Relationship Id="rId605" Type="http://schemas.openxmlformats.org/officeDocument/2006/relationships/image" Target="../media/image807.png"/><Relationship Id="rId787" Type="http://schemas.openxmlformats.org/officeDocument/2006/relationships/image" Target="../media/image897.png"/><Relationship Id="rId812" Type="http://schemas.openxmlformats.org/officeDocument/2006/relationships/customXml" Target="../ink/ink1105.xml"/><Relationship Id="rId202" Type="http://schemas.openxmlformats.org/officeDocument/2006/relationships/image" Target="../media/image6090.png"/><Relationship Id="rId244" Type="http://schemas.openxmlformats.org/officeDocument/2006/relationships/image" Target="../media/image6300.png"/><Relationship Id="rId647" Type="http://schemas.openxmlformats.org/officeDocument/2006/relationships/image" Target="../media/image828.png"/><Relationship Id="rId689" Type="http://schemas.openxmlformats.org/officeDocument/2006/relationships/image" Target="../media/image849.png"/><Relationship Id="rId854" Type="http://schemas.openxmlformats.org/officeDocument/2006/relationships/image" Target="../media/image930.png"/><Relationship Id="rId896" Type="http://schemas.openxmlformats.org/officeDocument/2006/relationships/customXml" Target="../ink/ink1148.xml"/><Relationship Id="rId39" Type="http://schemas.openxmlformats.org/officeDocument/2006/relationships/image" Target="../media/image5290.png"/><Relationship Id="rId286" Type="http://schemas.openxmlformats.org/officeDocument/2006/relationships/customXml" Target="../ink/ink839.xml"/><Relationship Id="rId451" Type="http://schemas.openxmlformats.org/officeDocument/2006/relationships/customXml" Target="../ink/ink922.xml"/><Relationship Id="rId493" Type="http://schemas.openxmlformats.org/officeDocument/2006/relationships/image" Target="../media/image752.png"/><Relationship Id="rId507" Type="http://schemas.openxmlformats.org/officeDocument/2006/relationships/image" Target="../media/image759.png"/><Relationship Id="rId549" Type="http://schemas.openxmlformats.org/officeDocument/2006/relationships/customXml" Target="../ink/ink972.xml"/><Relationship Id="rId714" Type="http://schemas.openxmlformats.org/officeDocument/2006/relationships/image" Target="../media/image861.png"/><Relationship Id="rId756" Type="http://schemas.openxmlformats.org/officeDocument/2006/relationships/image" Target="../media/image882.png"/><Relationship Id="rId921" Type="http://schemas.openxmlformats.org/officeDocument/2006/relationships/image" Target="../media/image963.png"/><Relationship Id="rId50" Type="http://schemas.openxmlformats.org/officeDocument/2006/relationships/customXml" Target="../ink/ink719.xml"/><Relationship Id="rId104" Type="http://schemas.openxmlformats.org/officeDocument/2006/relationships/customXml" Target="../ink/ink746.xml"/><Relationship Id="rId146" Type="http://schemas.openxmlformats.org/officeDocument/2006/relationships/image" Target="../media/image5810.png"/><Relationship Id="rId188" Type="http://schemas.openxmlformats.org/officeDocument/2006/relationships/image" Target="../media/image6020.png"/><Relationship Id="rId311" Type="http://schemas.openxmlformats.org/officeDocument/2006/relationships/image" Target="../media/image6620.png"/><Relationship Id="rId353" Type="http://schemas.openxmlformats.org/officeDocument/2006/relationships/customXml" Target="../ink/ink873.xml"/><Relationship Id="rId395" Type="http://schemas.openxmlformats.org/officeDocument/2006/relationships/customXml" Target="../ink/ink894.xml"/><Relationship Id="rId409" Type="http://schemas.openxmlformats.org/officeDocument/2006/relationships/customXml" Target="../ink/ink901.xml"/><Relationship Id="rId560" Type="http://schemas.openxmlformats.org/officeDocument/2006/relationships/image" Target="../media/image785.png"/><Relationship Id="rId798" Type="http://schemas.openxmlformats.org/officeDocument/2006/relationships/customXml" Target="../ink/ink1098.xml"/><Relationship Id="rId92" Type="http://schemas.openxmlformats.org/officeDocument/2006/relationships/customXml" Target="../ink/ink740.xml"/><Relationship Id="rId213" Type="http://schemas.openxmlformats.org/officeDocument/2006/relationships/customXml" Target="../ink/ink801.xml"/><Relationship Id="rId420" Type="http://schemas.openxmlformats.org/officeDocument/2006/relationships/image" Target="../media/image716.png"/><Relationship Id="rId616" Type="http://schemas.openxmlformats.org/officeDocument/2006/relationships/customXml" Target="../ink/ink1006.xml"/><Relationship Id="rId658" Type="http://schemas.openxmlformats.org/officeDocument/2006/relationships/customXml" Target="../ink/ink1027.xml"/><Relationship Id="rId823" Type="http://schemas.openxmlformats.org/officeDocument/2006/relationships/customXml" Target="../ink/ink1111.xml"/><Relationship Id="rId865" Type="http://schemas.openxmlformats.org/officeDocument/2006/relationships/customXml" Target="../ink/ink1132.xml"/><Relationship Id="rId255" Type="http://schemas.openxmlformats.org/officeDocument/2006/relationships/customXml" Target="../ink/ink822.xml"/><Relationship Id="rId297" Type="http://schemas.openxmlformats.org/officeDocument/2006/relationships/image" Target="../media/image6550.png"/><Relationship Id="rId462" Type="http://schemas.openxmlformats.org/officeDocument/2006/relationships/image" Target="../media/image737.png"/><Relationship Id="rId518" Type="http://schemas.openxmlformats.org/officeDocument/2006/relationships/customXml" Target="../ink/ink956.xml"/><Relationship Id="rId725" Type="http://schemas.openxmlformats.org/officeDocument/2006/relationships/customXml" Target="../ink/ink1061.xml"/><Relationship Id="rId932" Type="http://schemas.openxmlformats.org/officeDocument/2006/relationships/customXml" Target="../ink/ink1166.xml"/><Relationship Id="rId115" Type="http://schemas.openxmlformats.org/officeDocument/2006/relationships/customXml" Target="../ink/ink752.xml"/><Relationship Id="rId157" Type="http://schemas.openxmlformats.org/officeDocument/2006/relationships/customXml" Target="../ink/ink773.xml"/><Relationship Id="rId322" Type="http://schemas.openxmlformats.org/officeDocument/2006/relationships/customXml" Target="../ink/ink857.xml"/><Relationship Id="rId364" Type="http://schemas.openxmlformats.org/officeDocument/2006/relationships/image" Target="../media/image688.png"/><Relationship Id="rId767" Type="http://schemas.openxmlformats.org/officeDocument/2006/relationships/image" Target="../media/image887.png"/><Relationship Id="rId61" Type="http://schemas.openxmlformats.org/officeDocument/2006/relationships/image" Target="../media/image5400.png"/><Relationship Id="rId199" Type="http://schemas.openxmlformats.org/officeDocument/2006/relationships/customXml" Target="../ink/ink794.xml"/><Relationship Id="rId571" Type="http://schemas.openxmlformats.org/officeDocument/2006/relationships/customXml" Target="../ink/ink983.xml"/><Relationship Id="rId627" Type="http://schemas.openxmlformats.org/officeDocument/2006/relationships/image" Target="../media/image818.png"/><Relationship Id="rId669" Type="http://schemas.openxmlformats.org/officeDocument/2006/relationships/image" Target="../media/image839.png"/><Relationship Id="rId834" Type="http://schemas.openxmlformats.org/officeDocument/2006/relationships/image" Target="../media/image920.png"/><Relationship Id="rId876" Type="http://schemas.openxmlformats.org/officeDocument/2006/relationships/customXml" Target="../ink/ink1138.xml"/><Relationship Id="rId19" Type="http://schemas.openxmlformats.org/officeDocument/2006/relationships/image" Target="../media/image290.png"/><Relationship Id="rId224" Type="http://schemas.openxmlformats.org/officeDocument/2006/relationships/image" Target="../media/image6200.png"/><Relationship Id="rId266" Type="http://schemas.openxmlformats.org/officeDocument/2006/relationships/customXml" Target="../ink/ink828.xml"/><Relationship Id="rId431" Type="http://schemas.openxmlformats.org/officeDocument/2006/relationships/customXml" Target="../ink/ink912.xml"/><Relationship Id="rId473" Type="http://schemas.openxmlformats.org/officeDocument/2006/relationships/customXml" Target="../ink/ink933.xml"/><Relationship Id="rId529" Type="http://schemas.openxmlformats.org/officeDocument/2006/relationships/customXml" Target="../ink/ink962.xml"/><Relationship Id="rId680" Type="http://schemas.openxmlformats.org/officeDocument/2006/relationships/customXml" Target="../ink/ink1038.xml"/><Relationship Id="rId736" Type="http://schemas.openxmlformats.org/officeDocument/2006/relationships/image" Target="../media/image872.png"/><Relationship Id="rId901" Type="http://schemas.openxmlformats.org/officeDocument/2006/relationships/image" Target="../media/image953.png"/><Relationship Id="rId30" Type="http://schemas.openxmlformats.org/officeDocument/2006/relationships/customXml" Target="../ink/ink709.xml"/><Relationship Id="rId126" Type="http://schemas.openxmlformats.org/officeDocument/2006/relationships/image" Target="../media/image5710.png"/><Relationship Id="rId168" Type="http://schemas.openxmlformats.org/officeDocument/2006/relationships/image" Target="../media/image5920.png"/><Relationship Id="rId333" Type="http://schemas.openxmlformats.org/officeDocument/2006/relationships/image" Target="../media/image6730.png"/><Relationship Id="rId540" Type="http://schemas.openxmlformats.org/officeDocument/2006/relationships/image" Target="../media/image775.png"/><Relationship Id="rId778" Type="http://schemas.openxmlformats.org/officeDocument/2006/relationships/customXml" Target="../ink/ink1088.xml"/><Relationship Id="rId72" Type="http://schemas.openxmlformats.org/officeDocument/2006/relationships/customXml" Target="../ink/ink730.xml"/><Relationship Id="rId375" Type="http://schemas.openxmlformats.org/officeDocument/2006/relationships/customXml" Target="../ink/ink884.xml"/><Relationship Id="rId582" Type="http://schemas.openxmlformats.org/officeDocument/2006/relationships/image" Target="../media/image796.png"/><Relationship Id="rId638" Type="http://schemas.openxmlformats.org/officeDocument/2006/relationships/customXml" Target="../ink/ink1017.xml"/><Relationship Id="rId803" Type="http://schemas.openxmlformats.org/officeDocument/2006/relationships/image" Target="../media/image905.png"/><Relationship Id="rId845" Type="http://schemas.openxmlformats.org/officeDocument/2006/relationships/customXml" Target="../ink/ink1122.xml"/><Relationship Id="rId3" Type="http://schemas.openxmlformats.org/officeDocument/2006/relationships/image" Target="../media/image5120.png"/><Relationship Id="rId235" Type="http://schemas.openxmlformats.org/officeDocument/2006/relationships/customXml" Target="../ink/ink812.xml"/><Relationship Id="rId277" Type="http://schemas.openxmlformats.org/officeDocument/2006/relationships/customXml" Target="../ink/ink834.xml"/><Relationship Id="rId400" Type="http://schemas.openxmlformats.org/officeDocument/2006/relationships/image" Target="../media/image706.png"/><Relationship Id="rId442" Type="http://schemas.openxmlformats.org/officeDocument/2006/relationships/image" Target="../media/image727.png"/><Relationship Id="rId484" Type="http://schemas.openxmlformats.org/officeDocument/2006/relationships/image" Target="../media/image748.png"/><Relationship Id="rId705" Type="http://schemas.openxmlformats.org/officeDocument/2006/relationships/customXml" Target="../ink/ink1051.xml"/><Relationship Id="rId887" Type="http://schemas.openxmlformats.org/officeDocument/2006/relationships/image" Target="../media/image946.png"/><Relationship Id="rId137" Type="http://schemas.openxmlformats.org/officeDocument/2006/relationships/customXml" Target="../ink/ink763.xml"/><Relationship Id="rId302" Type="http://schemas.openxmlformats.org/officeDocument/2006/relationships/customXml" Target="../ink/ink847.xml"/><Relationship Id="rId344" Type="http://schemas.openxmlformats.org/officeDocument/2006/relationships/image" Target="../media/image678.png"/><Relationship Id="rId691" Type="http://schemas.openxmlformats.org/officeDocument/2006/relationships/image" Target="../media/image850.png"/><Relationship Id="rId747" Type="http://schemas.openxmlformats.org/officeDocument/2006/relationships/customXml" Target="../ink/ink1072.xml"/><Relationship Id="rId789" Type="http://schemas.openxmlformats.org/officeDocument/2006/relationships/image" Target="../media/image898.png"/><Relationship Id="rId912" Type="http://schemas.openxmlformats.org/officeDocument/2006/relationships/customXml" Target="../ink/ink1156.xml"/><Relationship Id="rId41" Type="http://schemas.openxmlformats.org/officeDocument/2006/relationships/image" Target="../media/image5300.png"/><Relationship Id="rId83" Type="http://schemas.openxmlformats.org/officeDocument/2006/relationships/image" Target="../media/image5510.png"/><Relationship Id="rId179" Type="http://schemas.openxmlformats.org/officeDocument/2006/relationships/customXml" Target="../ink/ink784.xml"/><Relationship Id="rId386" Type="http://schemas.openxmlformats.org/officeDocument/2006/relationships/image" Target="../media/image699.png"/><Relationship Id="rId551" Type="http://schemas.openxmlformats.org/officeDocument/2006/relationships/customXml" Target="../ink/ink973.xml"/><Relationship Id="rId593" Type="http://schemas.openxmlformats.org/officeDocument/2006/relationships/image" Target="../media/image801.png"/><Relationship Id="rId607" Type="http://schemas.openxmlformats.org/officeDocument/2006/relationships/image" Target="../media/image808.png"/><Relationship Id="rId649" Type="http://schemas.openxmlformats.org/officeDocument/2006/relationships/image" Target="../media/image829.png"/><Relationship Id="rId814" Type="http://schemas.openxmlformats.org/officeDocument/2006/relationships/customXml" Target="../ink/ink1106.xml"/><Relationship Id="rId856" Type="http://schemas.openxmlformats.org/officeDocument/2006/relationships/image" Target="../media/image931.png"/><Relationship Id="rId190" Type="http://schemas.openxmlformats.org/officeDocument/2006/relationships/image" Target="../media/image6030.png"/><Relationship Id="rId204" Type="http://schemas.openxmlformats.org/officeDocument/2006/relationships/image" Target="../media/image6100.png"/><Relationship Id="rId246" Type="http://schemas.openxmlformats.org/officeDocument/2006/relationships/image" Target="../media/image6310.png"/><Relationship Id="rId288" Type="http://schemas.openxmlformats.org/officeDocument/2006/relationships/customXml" Target="../ink/ink840.xml"/><Relationship Id="rId411" Type="http://schemas.openxmlformats.org/officeDocument/2006/relationships/customXml" Target="../ink/ink902.xml"/><Relationship Id="rId453" Type="http://schemas.openxmlformats.org/officeDocument/2006/relationships/customXml" Target="../ink/ink923.xml"/><Relationship Id="rId509" Type="http://schemas.openxmlformats.org/officeDocument/2006/relationships/image" Target="../media/image760.png"/><Relationship Id="rId660" Type="http://schemas.openxmlformats.org/officeDocument/2006/relationships/customXml" Target="../ink/ink1028.xml"/><Relationship Id="rId898" Type="http://schemas.openxmlformats.org/officeDocument/2006/relationships/customXml" Target="../ink/ink1149.xml"/><Relationship Id="rId106" Type="http://schemas.openxmlformats.org/officeDocument/2006/relationships/customXml" Target="../ink/ink747.xml"/><Relationship Id="rId313" Type="http://schemas.openxmlformats.org/officeDocument/2006/relationships/image" Target="../media/image6630.png"/><Relationship Id="rId495" Type="http://schemas.openxmlformats.org/officeDocument/2006/relationships/image" Target="../media/image753.png"/><Relationship Id="rId716" Type="http://schemas.openxmlformats.org/officeDocument/2006/relationships/image" Target="../media/image862.png"/><Relationship Id="rId758" Type="http://schemas.openxmlformats.org/officeDocument/2006/relationships/image" Target="../media/image883.png"/><Relationship Id="rId923" Type="http://schemas.openxmlformats.org/officeDocument/2006/relationships/image" Target="../media/image964.png"/><Relationship Id="rId10" Type="http://schemas.openxmlformats.org/officeDocument/2006/relationships/customXml" Target="../ink/ink699.xml"/><Relationship Id="rId52" Type="http://schemas.openxmlformats.org/officeDocument/2006/relationships/customXml" Target="../ink/ink720.xml"/><Relationship Id="rId94" Type="http://schemas.openxmlformats.org/officeDocument/2006/relationships/customXml" Target="../ink/ink741.xml"/><Relationship Id="rId148" Type="http://schemas.openxmlformats.org/officeDocument/2006/relationships/image" Target="../media/image5820.png"/><Relationship Id="rId355" Type="http://schemas.openxmlformats.org/officeDocument/2006/relationships/customXml" Target="../ink/ink874.xml"/><Relationship Id="rId397" Type="http://schemas.openxmlformats.org/officeDocument/2006/relationships/customXml" Target="../ink/ink895.xml"/><Relationship Id="rId520" Type="http://schemas.openxmlformats.org/officeDocument/2006/relationships/customXml" Target="../ink/ink957.xml"/><Relationship Id="rId562" Type="http://schemas.openxmlformats.org/officeDocument/2006/relationships/image" Target="../media/image786.png"/><Relationship Id="rId618" Type="http://schemas.openxmlformats.org/officeDocument/2006/relationships/customXml" Target="../ink/ink1007.xml"/><Relationship Id="rId825" Type="http://schemas.openxmlformats.org/officeDocument/2006/relationships/customXml" Target="../ink/ink1112.xml"/><Relationship Id="rId215" Type="http://schemas.openxmlformats.org/officeDocument/2006/relationships/customXml" Target="../ink/ink802.xml"/><Relationship Id="rId257" Type="http://schemas.openxmlformats.org/officeDocument/2006/relationships/customXml" Target="../ink/ink823.xml"/><Relationship Id="rId422" Type="http://schemas.openxmlformats.org/officeDocument/2006/relationships/image" Target="../media/image717.png"/><Relationship Id="rId464" Type="http://schemas.openxmlformats.org/officeDocument/2006/relationships/image" Target="../media/image738.png"/><Relationship Id="rId867" Type="http://schemas.openxmlformats.org/officeDocument/2006/relationships/customXml" Target="../ink/ink1133.xml"/><Relationship Id="rId299" Type="http://schemas.openxmlformats.org/officeDocument/2006/relationships/image" Target="../media/image6560.png"/><Relationship Id="rId727" Type="http://schemas.openxmlformats.org/officeDocument/2006/relationships/customXml" Target="../ink/ink1062.xml"/><Relationship Id="rId63" Type="http://schemas.openxmlformats.org/officeDocument/2006/relationships/image" Target="../media/image5410.png"/><Relationship Id="rId159" Type="http://schemas.openxmlformats.org/officeDocument/2006/relationships/customXml" Target="../ink/ink774.xml"/><Relationship Id="rId366" Type="http://schemas.openxmlformats.org/officeDocument/2006/relationships/image" Target="../media/image689.png"/><Relationship Id="rId573" Type="http://schemas.openxmlformats.org/officeDocument/2006/relationships/customXml" Target="../ink/ink984.xml"/><Relationship Id="rId780" Type="http://schemas.openxmlformats.org/officeDocument/2006/relationships/customXml" Target="../ink/ink1089.xml"/><Relationship Id="rId226" Type="http://schemas.openxmlformats.org/officeDocument/2006/relationships/image" Target="../media/image6210.png"/><Relationship Id="rId433" Type="http://schemas.openxmlformats.org/officeDocument/2006/relationships/customXml" Target="../ink/ink913.xml"/><Relationship Id="rId878" Type="http://schemas.openxmlformats.org/officeDocument/2006/relationships/customXml" Target="../ink/ink1139.xml"/><Relationship Id="rId640" Type="http://schemas.openxmlformats.org/officeDocument/2006/relationships/customXml" Target="../ink/ink1018.xml"/><Relationship Id="rId738" Type="http://schemas.openxmlformats.org/officeDocument/2006/relationships/image" Target="../media/image873.png"/><Relationship Id="rId74" Type="http://schemas.openxmlformats.org/officeDocument/2006/relationships/customXml" Target="../ink/ink731.xml"/><Relationship Id="rId377" Type="http://schemas.openxmlformats.org/officeDocument/2006/relationships/customXml" Target="../ink/ink885.xml"/><Relationship Id="rId500" Type="http://schemas.openxmlformats.org/officeDocument/2006/relationships/customXml" Target="../ink/ink947.xml"/><Relationship Id="rId584" Type="http://schemas.openxmlformats.org/officeDocument/2006/relationships/image" Target="../media/image797.png"/><Relationship Id="rId805" Type="http://schemas.openxmlformats.org/officeDocument/2006/relationships/image" Target="../media/image906.png"/><Relationship Id="rId5" Type="http://schemas.openxmlformats.org/officeDocument/2006/relationships/image" Target="../media/image5130.png"/><Relationship Id="rId237" Type="http://schemas.openxmlformats.org/officeDocument/2006/relationships/customXml" Target="../ink/ink813.xml"/><Relationship Id="rId791" Type="http://schemas.openxmlformats.org/officeDocument/2006/relationships/image" Target="../media/image899.png"/><Relationship Id="rId889" Type="http://schemas.openxmlformats.org/officeDocument/2006/relationships/image" Target="../media/image947.png"/><Relationship Id="rId444" Type="http://schemas.openxmlformats.org/officeDocument/2006/relationships/image" Target="../media/image728.png"/><Relationship Id="rId651" Type="http://schemas.openxmlformats.org/officeDocument/2006/relationships/image" Target="../media/image830.png"/><Relationship Id="rId749" Type="http://schemas.openxmlformats.org/officeDocument/2006/relationships/customXml" Target="../ink/ink1073.xml"/><Relationship Id="rId290" Type="http://schemas.openxmlformats.org/officeDocument/2006/relationships/customXml" Target="../ink/ink841.xml"/><Relationship Id="rId304" Type="http://schemas.openxmlformats.org/officeDocument/2006/relationships/customXml" Target="../ink/ink848.xml"/><Relationship Id="rId388" Type="http://schemas.openxmlformats.org/officeDocument/2006/relationships/image" Target="../media/image700.png"/><Relationship Id="rId511" Type="http://schemas.openxmlformats.org/officeDocument/2006/relationships/image" Target="../media/image761.png"/><Relationship Id="rId609" Type="http://schemas.openxmlformats.org/officeDocument/2006/relationships/image" Target="../media/image809.png"/><Relationship Id="rId85" Type="http://schemas.openxmlformats.org/officeDocument/2006/relationships/image" Target="../media/image5520.png"/><Relationship Id="rId150" Type="http://schemas.openxmlformats.org/officeDocument/2006/relationships/image" Target="../media/image5830.png"/><Relationship Id="rId595" Type="http://schemas.openxmlformats.org/officeDocument/2006/relationships/image" Target="../media/image802.png"/><Relationship Id="rId816" Type="http://schemas.openxmlformats.org/officeDocument/2006/relationships/image" Target="../media/image911.png"/><Relationship Id="rId248" Type="http://schemas.openxmlformats.org/officeDocument/2006/relationships/image" Target="../media/image6320.png"/><Relationship Id="rId455" Type="http://schemas.openxmlformats.org/officeDocument/2006/relationships/customXml" Target="../ink/ink924.xml"/><Relationship Id="rId662" Type="http://schemas.openxmlformats.org/officeDocument/2006/relationships/customXml" Target="../ink/ink1029.xml"/><Relationship Id="rId12" Type="http://schemas.openxmlformats.org/officeDocument/2006/relationships/customXml" Target="../ink/ink700.xml"/><Relationship Id="rId108" Type="http://schemas.openxmlformats.org/officeDocument/2006/relationships/customXml" Target="../ink/ink748.xml"/><Relationship Id="rId315" Type="http://schemas.openxmlformats.org/officeDocument/2006/relationships/image" Target="../media/image6640.png"/><Relationship Id="rId522" Type="http://schemas.openxmlformats.org/officeDocument/2006/relationships/customXml" Target="../ink/ink958.xml"/><Relationship Id="rId96" Type="http://schemas.openxmlformats.org/officeDocument/2006/relationships/customXml" Target="../ink/ink742.xml"/><Relationship Id="rId161" Type="http://schemas.openxmlformats.org/officeDocument/2006/relationships/customXml" Target="../ink/ink775.xml"/><Relationship Id="rId399" Type="http://schemas.openxmlformats.org/officeDocument/2006/relationships/customXml" Target="../ink/ink896.xml"/><Relationship Id="rId827" Type="http://schemas.openxmlformats.org/officeDocument/2006/relationships/customXml" Target="../ink/ink1113.xml"/><Relationship Id="rId259" Type="http://schemas.openxmlformats.org/officeDocument/2006/relationships/customXml" Target="../ink/ink824.xml"/><Relationship Id="rId466" Type="http://schemas.openxmlformats.org/officeDocument/2006/relationships/image" Target="../media/image739.png"/><Relationship Id="rId673" Type="http://schemas.openxmlformats.org/officeDocument/2006/relationships/image" Target="../media/image841.png"/><Relationship Id="rId880" Type="http://schemas.openxmlformats.org/officeDocument/2006/relationships/customXml" Target="../ink/ink1140.xml"/><Relationship Id="rId23" Type="http://schemas.openxmlformats.org/officeDocument/2006/relationships/image" Target="../media/image5210.png"/><Relationship Id="rId119" Type="http://schemas.openxmlformats.org/officeDocument/2006/relationships/customXml" Target="../ink/ink754.xml"/><Relationship Id="rId326" Type="http://schemas.openxmlformats.org/officeDocument/2006/relationships/customXml" Target="../ink/ink859.xml"/><Relationship Id="rId533" Type="http://schemas.openxmlformats.org/officeDocument/2006/relationships/customXml" Target="../ink/ink964.xml"/><Relationship Id="rId740" Type="http://schemas.openxmlformats.org/officeDocument/2006/relationships/image" Target="../media/image874.png"/><Relationship Id="rId838" Type="http://schemas.openxmlformats.org/officeDocument/2006/relationships/image" Target="../media/image922.png"/><Relationship Id="rId172" Type="http://schemas.openxmlformats.org/officeDocument/2006/relationships/image" Target="../media/image5940.png"/><Relationship Id="rId477" Type="http://schemas.openxmlformats.org/officeDocument/2006/relationships/customXml" Target="../ink/ink935.xml"/><Relationship Id="rId600" Type="http://schemas.openxmlformats.org/officeDocument/2006/relationships/customXml" Target="../ink/ink998.xml"/><Relationship Id="rId684" Type="http://schemas.openxmlformats.org/officeDocument/2006/relationships/customXml" Target="../ink/ink1040.xml"/><Relationship Id="rId337" Type="http://schemas.openxmlformats.org/officeDocument/2006/relationships/customXml" Target="../ink/ink865.xml"/><Relationship Id="rId891" Type="http://schemas.openxmlformats.org/officeDocument/2006/relationships/image" Target="../media/image948.png"/><Relationship Id="rId905" Type="http://schemas.openxmlformats.org/officeDocument/2006/relationships/image" Target="../media/image955.png"/><Relationship Id="rId34" Type="http://schemas.openxmlformats.org/officeDocument/2006/relationships/customXml" Target="../ink/ink711.xml"/><Relationship Id="rId544" Type="http://schemas.openxmlformats.org/officeDocument/2006/relationships/image" Target="../media/image777.png"/><Relationship Id="rId751" Type="http://schemas.openxmlformats.org/officeDocument/2006/relationships/customXml" Target="../ink/ink1074.xml"/><Relationship Id="rId849" Type="http://schemas.openxmlformats.org/officeDocument/2006/relationships/customXml" Target="../ink/ink1124.xml"/><Relationship Id="rId183" Type="http://schemas.openxmlformats.org/officeDocument/2006/relationships/customXml" Target="../ink/ink786.xml"/><Relationship Id="rId390" Type="http://schemas.openxmlformats.org/officeDocument/2006/relationships/image" Target="../media/image701.png"/><Relationship Id="rId404" Type="http://schemas.openxmlformats.org/officeDocument/2006/relationships/image" Target="../media/image708.png"/><Relationship Id="rId611" Type="http://schemas.openxmlformats.org/officeDocument/2006/relationships/image" Target="../media/image810.png"/><Relationship Id="rId250" Type="http://schemas.openxmlformats.org/officeDocument/2006/relationships/image" Target="../media/image6330.png"/><Relationship Id="rId488" Type="http://schemas.openxmlformats.org/officeDocument/2006/relationships/customXml" Target="../ink/ink941.xml"/><Relationship Id="rId695" Type="http://schemas.openxmlformats.org/officeDocument/2006/relationships/image" Target="../media/image852.png"/><Relationship Id="rId709" Type="http://schemas.openxmlformats.org/officeDocument/2006/relationships/customXml" Target="../ink/ink1053.xml"/><Relationship Id="rId916" Type="http://schemas.openxmlformats.org/officeDocument/2006/relationships/customXml" Target="../ink/ink1158.xml"/><Relationship Id="rId45" Type="http://schemas.openxmlformats.org/officeDocument/2006/relationships/image" Target="../media/image5320.png"/><Relationship Id="rId110" Type="http://schemas.openxmlformats.org/officeDocument/2006/relationships/customXml" Target="../ink/ink749.xml"/><Relationship Id="rId348" Type="http://schemas.openxmlformats.org/officeDocument/2006/relationships/image" Target="../media/image680.png"/><Relationship Id="rId555" Type="http://schemas.openxmlformats.org/officeDocument/2006/relationships/customXml" Target="../ink/ink975.xml"/><Relationship Id="rId762" Type="http://schemas.openxmlformats.org/officeDocument/2006/relationships/image" Target="../media/image885.png"/><Relationship Id="rId194" Type="http://schemas.openxmlformats.org/officeDocument/2006/relationships/image" Target="../media/image6050.png"/><Relationship Id="rId208" Type="http://schemas.openxmlformats.org/officeDocument/2006/relationships/image" Target="../media/image6120.png"/><Relationship Id="rId415" Type="http://schemas.openxmlformats.org/officeDocument/2006/relationships/customXml" Target="../ink/ink904.xml"/><Relationship Id="rId622" Type="http://schemas.openxmlformats.org/officeDocument/2006/relationships/customXml" Target="../ink/ink1009.xml"/><Relationship Id="rId261" Type="http://schemas.openxmlformats.org/officeDocument/2006/relationships/customXml" Target="../ink/ink825.xml"/><Relationship Id="rId499" Type="http://schemas.openxmlformats.org/officeDocument/2006/relationships/image" Target="../media/image755.png"/><Relationship Id="rId927" Type="http://schemas.openxmlformats.org/officeDocument/2006/relationships/image" Target="../media/image966.png"/><Relationship Id="rId56" Type="http://schemas.openxmlformats.org/officeDocument/2006/relationships/customXml" Target="../ink/ink722.xml"/><Relationship Id="rId359" Type="http://schemas.openxmlformats.org/officeDocument/2006/relationships/customXml" Target="../ink/ink876.xml"/><Relationship Id="rId566" Type="http://schemas.openxmlformats.org/officeDocument/2006/relationships/image" Target="../media/image788.png"/><Relationship Id="rId773" Type="http://schemas.openxmlformats.org/officeDocument/2006/relationships/image" Target="../media/image890.png"/><Relationship Id="rId121" Type="http://schemas.openxmlformats.org/officeDocument/2006/relationships/customXml" Target="../ink/ink755.xml"/><Relationship Id="rId219" Type="http://schemas.openxmlformats.org/officeDocument/2006/relationships/customXml" Target="../ink/ink804.xml"/><Relationship Id="rId426" Type="http://schemas.openxmlformats.org/officeDocument/2006/relationships/image" Target="../media/image719.png"/><Relationship Id="rId633" Type="http://schemas.openxmlformats.org/officeDocument/2006/relationships/image" Target="../media/image821.png"/><Relationship Id="rId840" Type="http://schemas.openxmlformats.org/officeDocument/2006/relationships/image" Target="../media/image923.png"/><Relationship Id="rId67" Type="http://schemas.openxmlformats.org/officeDocument/2006/relationships/image" Target="../media/image5430.png"/><Relationship Id="rId272" Type="http://schemas.openxmlformats.org/officeDocument/2006/relationships/customXml" Target="../ink/ink831.xml"/><Relationship Id="rId577" Type="http://schemas.openxmlformats.org/officeDocument/2006/relationships/customXml" Target="../ink/ink986.xml"/><Relationship Id="rId700" Type="http://schemas.openxmlformats.org/officeDocument/2006/relationships/customXml" Target="../ink/ink1048.xml"/><Relationship Id="rId132" Type="http://schemas.openxmlformats.org/officeDocument/2006/relationships/image" Target="../media/image5740.png"/><Relationship Id="rId784" Type="http://schemas.openxmlformats.org/officeDocument/2006/relationships/customXml" Target="../ink/ink1091.xml"/><Relationship Id="rId437" Type="http://schemas.openxmlformats.org/officeDocument/2006/relationships/customXml" Target="../ink/ink915.xml"/><Relationship Id="rId644" Type="http://schemas.openxmlformats.org/officeDocument/2006/relationships/customXml" Target="../ink/ink1020.xml"/><Relationship Id="rId851" Type="http://schemas.openxmlformats.org/officeDocument/2006/relationships/customXml" Target="../ink/ink1125.xml"/><Relationship Id="rId283" Type="http://schemas.openxmlformats.org/officeDocument/2006/relationships/image" Target="../media/image6480.png"/><Relationship Id="rId490" Type="http://schemas.openxmlformats.org/officeDocument/2006/relationships/customXml" Target="../ink/ink942.xml"/><Relationship Id="rId504" Type="http://schemas.openxmlformats.org/officeDocument/2006/relationships/customXml" Target="../ink/ink949.xml"/><Relationship Id="rId711" Type="http://schemas.openxmlformats.org/officeDocument/2006/relationships/customXml" Target="../ink/ink1054.xml"/><Relationship Id="rId78" Type="http://schemas.openxmlformats.org/officeDocument/2006/relationships/customXml" Target="../ink/ink733.xml"/><Relationship Id="rId143" Type="http://schemas.openxmlformats.org/officeDocument/2006/relationships/customXml" Target="../ink/ink766.xml"/><Relationship Id="rId350" Type="http://schemas.openxmlformats.org/officeDocument/2006/relationships/image" Target="../media/image681.png"/><Relationship Id="rId588" Type="http://schemas.openxmlformats.org/officeDocument/2006/relationships/image" Target="../media/image799.png"/><Relationship Id="rId795" Type="http://schemas.openxmlformats.org/officeDocument/2006/relationships/image" Target="../media/image901.png"/><Relationship Id="rId809" Type="http://schemas.openxmlformats.org/officeDocument/2006/relationships/image" Target="../media/image908.png"/><Relationship Id="rId9" Type="http://schemas.openxmlformats.org/officeDocument/2006/relationships/image" Target="../media/image5150.png"/><Relationship Id="rId210" Type="http://schemas.openxmlformats.org/officeDocument/2006/relationships/image" Target="../media/image6130.png"/><Relationship Id="rId448" Type="http://schemas.openxmlformats.org/officeDocument/2006/relationships/image" Target="../media/image730.png"/><Relationship Id="rId655" Type="http://schemas.openxmlformats.org/officeDocument/2006/relationships/image" Target="../media/image832.png"/><Relationship Id="rId862" Type="http://schemas.openxmlformats.org/officeDocument/2006/relationships/image" Target="../media/image934.png"/><Relationship Id="rId294" Type="http://schemas.openxmlformats.org/officeDocument/2006/relationships/customXml" Target="../ink/ink843.xml"/><Relationship Id="rId308" Type="http://schemas.openxmlformats.org/officeDocument/2006/relationships/customXml" Target="../ink/ink850.xml"/><Relationship Id="rId515" Type="http://schemas.openxmlformats.org/officeDocument/2006/relationships/image" Target="../media/image763.png"/><Relationship Id="rId722" Type="http://schemas.openxmlformats.org/officeDocument/2006/relationships/image" Target="../media/image865.png"/><Relationship Id="rId89" Type="http://schemas.openxmlformats.org/officeDocument/2006/relationships/image" Target="../media/image5540.png"/><Relationship Id="rId154" Type="http://schemas.openxmlformats.org/officeDocument/2006/relationships/image" Target="../media/image5850.png"/><Relationship Id="rId361" Type="http://schemas.openxmlformats.org/officeDocument/2006/relationships/customXml" Target="../ink/ink877.xml"/><Relationship Id="rId599" Type="http://schemas.openxmlformats.org/officeDocument/2006/relationships/image" Target="../media/image804.png"/><Relationship Id="rId459" Type="http://schemas.openxmlformats.org/officeDocument/2006/relationships/customXml" Target="../ink/ink926.xml"/><Relationship Id="rId666" Type="http://schemas.openxmlformats.org/officeDocument/2006/relationships/customXml" Target="../ink/ink1031.xml"/><Relationship Id="rId873" Type="http://schemas.openxmlformats.org/officeDocument/2006/relationships/customXml" Target="../ink/ink1136.xml"/><Relationship Id="rId16" Type="http://schemas.openxmlformats.org/officeDocument/2006/relationships/customXml" Target="../ink/ink702.xml"/><Relationship Id="rId221" Type="http://schemas.openxmlformats.org/officeDocument/2006/relationships/customXml" Target="../ink/ink805.xml"/><Relationship Id="rId319" Type="http://schemas.openxmlformats.org/officeDocument/2006/relationships/image" Target="../media/image6660.png"/><Relationship Id="rId526" Type="http://schemas.openxmlformats.org/officeDocument/2006/relationships/customXml" Target="../ink/ink960.xml"/><Relationship Id="rId733" Type="http://schemas.openxmlformats.org/officeDocument/2006/relationships/customXml" Target="../ink/ink1065.xml"/><Relationship Id="rId165" Type="http://schemas.openxmlformats.org/officeDocument/2006/relationships/customXml" Target="../ink/ink777.xml"/><Relationship Id="rId372" Type="http://schemas.openxmlformats.org/officeDocument/2006/relationships/image" Target="../media/image692.png"/><Relationship Id="rId677" Type="http://schemas.openxmlformats.org/officeDocument/2006/relationships/image" Target="../media/image843.png"/><Relationship Id="rId800" Type="http://schemas.openxmlformats.org/officeDocument/2006/relationships/customXml" Target="../ink/ink1099.xml"/><Relationship Id="rId232" Type="http://schemas.openxmlformats.org/officeDocument/2006/relationships/image" Target="../media/image6240.png"/><Relationship Id="rId884" Type="http://schemas.openxmlformats.org/officeDocument/2006/relationships/customXml" Target="../ink/ink1142.xml"/><Relationship Id="rId27" Type="http://schemas.openxmlformats.org/officeDocument/2006/relationships/image" Target="../media/image5230.png"/><Relationship Id="rId537" Type="http://schemas.openxmlformats.org/officeDocument/2006/relationships/customXml" Target="../ink/ink966.xml"/><Relationship Id="rId744" Type="http://schemas.openxmlformats.org/officeDocument/2006/relationships/image" Target="../media/image876.png"/><Relationship Id="rId80" Type="http://schemas.openxmlformats.org/officeDocument/2006/relationships/customXml" Target="../ink/ink734.xml"/><Relationship Id="rId176" Type="http://schemas.openxmlformats.org/officeDocument/2006/relationships/image" Target="../media/image5960.png"/><Relationship Id="rId383" Type="http://schemas.openxmlformats.org/officeDocument/2006/relationships/customXml" Target="../ink/ink888.xml"/><Relationship Id="rId590" Type="http://schemas.openxmlformats.org/officeDocument/2006/relationships/image" Target="../media/image800.png"/><Relationship Id="rId604" Type="http://schemas.openxmlformats.org/officeDocument/2006/relationships/customXml" Target="../ink/ink1000.xml"/><Relationship Id="rId811" Type="http://schemas.openxmlformats.org/officeDocument/2006/relationships/image" Target="../media/image909.png"/><Relationship Id="rId243" Type="http://schemas.openxmlformats.org/officeDocument/2006/relationships/customXml" Target="../ink/ink816.xml"/><Relationship Id="rId450" Type="http://schemas.openxmlformats.org/officeDocument/2006/relationships/image" Target="../media/image731.png"/><Relationship Id="rId688" Type="http://schemas.openxmlformats.org/officeDocument/2006/relationships/customXml" Target="../ink/ink1042.xml"/><Relationship Id="rId895" Type="http://schemas.openxmlformats.org/officeDocument/2006/relationships/image" Target="../media/image950.png"/><Relationship Id="rId909" Type="http://schemas.openxmlformats.org/officeDocument/2006/relationships/image" Target="../media/image957.png"/><Relationship Id="rId38" Type="http://schemas.openxmlformats.org/officeDocument/2006/relationships/customXml" Target="../ink/ink713.xml"/><Relationship Id="rId103" Type="http://schemas.openxmlformats.org/officeDocument/2006/relationships/image" Target="../media/image5600.png"/><Relationship Id="rId310" Type="http://schemas.openxmlformats.org/officeDocument/2006/relationships/customXml" Target="../ink/ink851.xml"/><Relationship Id="rId548" Type="http://schemas.openxmlformats.org/officeDocument/2006/relationships/image" Target="../media/image779.png"/><Relationship Id="rId755" Type="http://schemas.openxmlformats.org/officeDocument/2006/relationships/customXml" Target="../ink/ink1076.xml"/><Relationship Id="rId91" Type="http://schemas.openxmlformats.org/officeDocument/2006/relationships/image" Target="../media/image83.png"/><Relationship Id="rId187" Type="http://schemas.openxmlformats.org/officeDocument/2006/relationships/customXml" Target="../ink/ink788.xml"/><Relationship Id="rId394" Type="http://schemas.openxmlformats.org/officeDocument/2006/relationships/image" Target="../media/image703.png"/><Relationship Id="rId408" Type="http://schemas.openxmlformats.org/officeDocument/2006/relationships/image" Target="../media/image710.png"/><Relationship Id="rId615" Type="http://schemas.openxmlformats.org/officeDocument/2006/relationships/image" Target="../media/image812.png"/><Relationship Id="rId822" Type="http://schemas.openxmlformats.org/officeDocument/2006/relationships/image" Target="../media/image914.png"/><Relationship Id="rId254" Type="http://schemas.openxmlformats.org/officeDocument/2006/relationships/image" Target="../media/image6350.png"/><Relationship Id="rId699" Type="http://schemas.openxmlformats.org/officeDocument/2006/relationships/image" Target="../media/image854.png"/><Relationship Id="rId49" Type="http://schemas.openxmlformats.org/officeDocument/2006/relationships/image" Target="../media/image5340.png"/><Relationship Id="rId114" Type="http://schemas.openxmlformats.org/officeDocument/2006/relationships/image" Target="../media/image5650.png"/><Relationship Id="rId461" Type="http://schemas.openxmlformats.org/officeDocument/2006/relationships/customXml" Target="../ink/ink927.xml"/><Relationship Id="rId559" Type="http://schemas.openxmlformats.org/officeDocument/2006/relationships/customXml" Target="../ink/ink977.xml"/><Relationship Id="rId766" Type="http://schemas.openxmlformats.org/officeDocument/2006/relationships/customXml" Target="../ink/ink1082.xml"/><Relationship Id="rId198" Type="http://schemas.openxmlformats.org/officeDocument/2006/relationships/image" Target="../media/image6070.png"/><Relationship Id="rId321" Type="http://schemas.openxmlformats.org/officeDocument/2006/relationships/image" Target="../media/image6670.png"/><Relationship Id="rId419" Type="http://schemas.openxmlformats.org/officeDocument/2006/relationships/customXml" Target="../ink/ink906.xml"/><Relationship Id="rId626" Type="http://schemas.openxmlformats.org/officeDocument/2006/relationships/customXml" Target="../ink/ink1011.xml"/><Relationship Id="rId833" Type="http://schemas.openxmlformats.org/officeDocument/2006/relationships/customXml" Target="../ink/ink1116.xml"/><Relationship Id="rId265" Type="http://schemas.openxmlformats.org/officeDocument/2006/relationships/customXml" Target="../ink/ink827.xml"/><Relationship Id="rId472" Type="http://schemas.openxmlformats.org/officeDocument/2006/relationships/image" Target="../media/image742.png"/><Relationship Id="rId900" Type="http://schemas.openxmlformats.org/officeDocument/2006/relationships/customXml" Target="../ink/ink1150.xml"/><Relationship Id="rId125" Type="http://schemas.openxmlformats.org/officeDocument/2006/relationships/customXml" Target="../ink/ink757.xml"/><Relationship Id="rId332" Type="http://schemas.openxmlformats.org/officeDocument/2006/relationships/customXml" Target="../ink/ink862.xml"/><Relationship Id="rId777" Type="http://schemas.openxmlformats.org/officeDocument/2006/relationships/image" Target="../media/image892.png"/><Relationship Id="rId637" Type="http://schemas.openxmlformats.org/officeDocument/2006/relationships/image" Target="../media/image823.png"/><Relationship Id="rId844" Type="http://schemas.openxmlformats.org/officeDocument/2006/relationships/image" Target="../media/image925.png"/><Relationship Id="rId276" Type="http://schemas.openxmlformats.org/officeDocument/2006/relationships/image" Target="../media/image6450.png"/><Relationship Id="rId483" Type="http://schemas.openxmlformats.org/officeDocument/2006/relationships/customXml" Target="../ink/ink938.xml"/><Relationship Id="rId690" Type="http://schemas.openxmlformats.org/officeDocument/2006/relationships/customXml" Target="../ink/ink1043.xml"/><Relationship Id="rId704" Type="http://schemas.openxmlformats.org/officeDocument/2006/relationships/customXml" Target="../ink/ink1050.xml"/><Relationship Id="rId911" Type="http://schemas.openxmlformats.org/officeDocument/2006/relationships/image" Target="../media/image958.png"/><Relationship Id="rId40" Type="http://schemas.openxmlformats.org/officeDocument/2006/relationships/customXml" Target="../ink/ink714.xml"/><Relationship Id="rId136" Type="http://schemas.openxmlformats.org/officeDocument/2006/relationships/image" Target="../media/image5760.png"/><Relationship Id="rId343" Type="http://schemas.openxmlformats.org/officeDocument/2006/relationships/customXml" Target="../ink/ink868.xml"/><Relationship Id="rId550" Type="http://schemas.openxmlformats.org/officeDocument/2006/relationships/image" Target="../media/image780.png"/><Relationship Id="rId788" Type="http://schemas.openxmlformats.org/officeDocument/2006/relationships/customXml" Target="../ink/ink1093.xml"/><Relationship Id="rId203" Type="http://schemas.openxmlformats.org/officeDocument/2006/relationships/customXml" Target="../ink/ink796.xml"/><Relationship Id="rId648" Type="http://schemas.openxmlformats.org/officeDocument/2006/relationships/customXml" Target="../ink/ink1022.xml"/><Relationship Id="rId855" Type="http://schemas.openxmlformats.org/officeDocument/2006/relationships/customXml" Target="../ink/ink1127.xml"/><Relationship Id="rId287" Type="http://schemas.openxmlformats.org/officeDocument/2006/relationships/image" Target="../media/image6500.png"/><Relationship Id="rId410" Type="http://schemas.openxmlformats.org/officeDocument/2006/relationships/image" Target="../media/image711.png"/><Relationship Id="rId494" Type="http://schemas.openxmlformats.org/officeDocument/2006/relationships/customXml" Target="../ink/ink944.xml"/><Relationship Id="rId508" Type="http://schemas.openxmlformats.org/officeDocument/2006/relationships/customXml" Target="../ink/ink951.xml"/><Relationship Id="rId715" Type="http://schemas.openxmlformats.org/officeDocument/2006/relationships/customXml" Target="../ink/ink1056.xml"/><Relationship Id="rId922" Type="http://schemas.openxmlformats.org/officeDocument/2006/relationships/customXml" Target="../ink/ink1161.xml"/><Relationship Id="rId147" Type="http://schemas.openxmlformats.org/officeDocument/2006/relationships/customXml" Target="../ink/ink768.xml"/><Relationship Id="rId354" Type="http://schemas.openxmlformats.org/officeDocument/2006/relationships/image" Target="../media/image683.png"/><Relationship Id="rId799" Type="http://schemas.openxmlformats.org/officeDocument/2006/relationships/image" Target="../media/image903.png"/><Relationship Id="rId51" Type="http://schemas.openxmlformats.org/officeDocument/2006/relationships/image" Target="../media/image5350.png"/><Relationship Id="rId561" Type="http://schemas.openxmlformats.org/officeDocument/2006/relationships/customXml" Target="../ink/ink978.xml"/><Relationship Id="rId659" Type="http://schemas.openxmlformats.org/officeDocument/2006/relationships/image" Target="../media/image834.png"/><Relationship Id="rId866" Type="http://schemas.openxmlformats.org/officeDocument/2006/relationships/image" Target="../media/image936.png"/><Relationship Id="rId214" Type="http://schemas.openxmlformats.org/officeDocument/2006/relationships/image" Target="../media/image6150.png"/><Relationship Id="rId298" Type="http://schemas.openxmlformats.org/officeDocument/2006/relationships/customXml" Target="../ink/ink845.xml"/><Relationship Id="rId421" Type="http://schemas.openxmlformats.org/officeDocument/2006/relationships/customXml" Target="../ink/ink907.xml"/><Relationship Id="rId519" Type="http://schemas.openxmlformats.org/officeDocument/2006/relationships/image" Target="../media/image765.png"/><Relationship Id="rId158" Type="http://schemas.openxmlformats.org/officeDocument/2006/relationships/image" Target="../media/image5870.png"/><Relationship Id="rId726" Type="http://schemas.openxmlformats.org/officeDocument/2006/relationships/image" Target="../media/image867.png"/><Relationship Id="rId933" Type="http://schemas.openxmlformats.org/officeDocument/2006/relationships/image" Target="../media/image969.png"/><Relationship Id="rId62" Type="http://schemas.openxmlformats.org/officeDocument/2006/relationships/customXml" Target="../ink/ink725.xml"/><Relationship Id="rId365" Type="http://schemas.openxmlformats.org/officeDocument/2006/relationships/customXml" Target="../ink/ink879.xml"/><Relationship Id="rId572" Type="http://schemas.openxmlformats.org/officeDocument/2006/relationships/image" Target="../media/image791.png"/><Relationship Id="rId225" Type="http://schemas.openxmlformats.org/officeDocument/2006/relationships/customXml" Target="../ink/ink807.xml"/><Relationship Id="rId432" Type="http://schemas.openxmlformats.org/officeDocument/2006/relationships/image" Target="../media/image722.png"/><Relationship Id="rId877" Type="http://schemas.openxmlformats.org/officeDocument/2006/relationships/image" Target="../media/image941.png"/><Relationship Id="rId737" Type="http://schemas.openxmlformats.org/officeDocument/2006/relationships/customXml" Target="../ink/ink1067.xml"/><Relationship Id="rId73" Type="http://schemas.openxmlformats.org/officeDocument/2006/relationships/image" Target="../media/image5460.png"/><Relationship Id="rId169" Type="http://schemas.openxmlformats.org/officeDocument/2006/relationships/customXml" Target="../ink/ink779.xml"/><Relationship Id="rId376" Type="http://schemas.openxmlformats.org/officeDocument/2006/relationships/image" Target="../media/image694.png"/><Relationship Id="rId583" Type="http://schemas.openxmlformats.org/officeDocument/2006/relationships/customXml" Target="../ink/ink989.xml"/><Relationship Id="rId790" Type="http://schemas.openxmlformats.org/officeDocument/2006/relationships/customXml" Target="../ink/ink1094.xml"/><Relationship Id="rId804" Type="http://schemas.openxmlformats.org/officeDocument/2006/relationships/customXml" Target="../ink/ink1101.xml"/><Relationship Id="rId4" Type="http://schemas.openxmlformats.org/officeDocument/2006/relationships/customXml" Target="../ink/ink696.xml"/><Relationship Id="rId236" Type="http://schemas.openxmlformats.org/officeDocument/2006/relationships/image" Target="../media/image6260.png"/><Relationship Id="rId443" Type="http://schemas.openxmlformats.org/officeDocument/2006/relationships/customXml" Target="../ink/ink918.xml"/><Relationship Id="rId650" Type="http://schemas.openxmlformats.org/officeDocument/2006/relationships/customXml" Target="../ink/ink1023.xml"/><Relationship Id="rId888" Type="http://schemas.openxmlformats.org/officeDocument/2006/relationships/customXml" Target="../ink/ink1144.xml"/><Relationship Id="rId303" Type="http://schemas.openxmlformats.org/officeDocument/2006/relationships/image" Target="../media/image6580.png"/><Relationship Id="rId748" Type="http://schemas.openxmlformats.org/officeDocument/2006/relationships/image" Target="../media/image878.png"/><Relationship Id="rId84" Type="http://schemas.openxmlformats.org/officeDocument/2006/relationships/customXml" Target="../ink/ink736.xml"/><Relationship Id="rId387" Type="http://schemas.openxmlformats.org/officeDocument/2006/relationships/customXml" Target="../ink/ink890.xml"/><Relationship Id="rId510" Type="http://schemas.openxmlformats.org/officeDocument/2006/relationships/customXml" Target="../ink/ink952.xml"/><Relationship Id="rId594" Type="http://schemas.openxmlformats.org/officeDocument/2006/relationships/customXml" Target="../ink/ink995.xml"/><Relationship Id="rId608" Type="http://schemas.openxmlformats.org/officeDocument/2006/relationships/customXml" Target="../ink/ink1002.xml"/><Relationship Id="rId815" Type="http://schemas.openxmlformats.org/officeDocument/2006/relationships/customXml" Target="../ink/ink1107.xml"/><Relationship Id="rId247" Type="http://schemas.openxmlformats.org/officeDocument/2006/relationships/customXml" Target="../ink/ink818.xml"/><Relationship Id="rId899" Type="http://schemas.openxmlformats.org/officeDocument/2006/relationships/image" Target="../media/image952.png"/><Relationship Id="rId107" Type="http://schemas.openxmlformats.org/officeDocument/2006/relationships/image" Target="../media/image5620.png"/><Relationship Id="rId454" Type="http://schemas.openxmlformats.org/officeDocument/2006/relationships/image" Target="../media/image733.png"/><Relationship Id="rId661" Type="http://schemas.openxmlformats.org/officeDocument/2006/relationships/image" Target="../media/image835.png"/><Relationship Id="rId759" Type="http://schemas.openxmlformats.org/officeDocument/2006/relationships/customXml" Target="../ink/ink1078.xml"/><Relationship Id="rId11" Type="http://schemas.openxmlformats.org/officeDocument/2006/relationships/image" Target="../media/image5160.png"/><Relationship Id="rId314" Type="http://schemas.openxmlformats.org/officeDocument/2006/relationships/customXml" Target="../ink/ink853.xml"/><Relationship Id="rId398" Type="http://schemas.openxmlformats.org/officeDocument/2006/relationships/image" Target="../media/image705.png"/><Relationship Id="rId521" Type="http://schemas.openxmlformats.org/officeDocument/2006/relationships/image" Target="../media/image766.png"/><Relationship Id="rId619" Type="http://schemas.openxmlformats.org/officeDocument/2006/relationships/image" Target="../media/image814.png"/><Relationship Id="rId95" Type="http://schemas.openxmlformats.org/officeDocument/2006/relationships/image" Target="../media/image5560.png"/><Relationship Id="rId160" Type="http://schemas.openxmlformats.org/officeDocument/2006/relationships/image" Target="../media/image5880.png"/><Relationship Id="rId826" Type="http://schemas.openxmlformats.org/officeDocument/2006/relationships/image" Target="../media/image916.png"/><Relationship Id="rId258" Type="http://schemas.openxmlformats.org/officeDocument/2006/relationships/image" Target="../media/image6370.png"/><Relationship Id="rId465" Type="http://schemas.openxmlformats.org/officeDocument/2006/relationships/customXml" Target="../ink/ink929.xml"/><Relationship Id="rId672" Type="http://schemas.openxmlformats.org/officeDocument/2006/relationships/customXml" Target="../ink/ink1034.xml"/><Relationship Id="rId22" Type="http://schemas.openxmlformats.org/officeDocument/2006/relationships/customXml" Target="../ink/ink705.xml"/><Relationship Id="rId118" Type="http://schemas.openxmlformats.org/officeDocument/2006/relationships/image" Target="../media/image5670.png"/><Relationship Id="rId325" Type="http://schemas.openxmlformats.org/officeDocument/2006/relationships/image" Target="../media/image6690.png"/><Relationship Id="rId532" Type="http://schemas.openxmlformats.org/officeDocument/2006/relationships/image" Target="../media/image771.png"/><Relationship Id="rId171" Type="http://schemas.openxmlformats.org/officeDocument/2006/relationships/customXml" Target="../ink/ink780.xml"/><Relationship Id="rId837" Type="http://schemas.openxmlformats.org/officeDocument/2006/relationships/customXml" Target="../ink/ink1118.xml"/><Relationship Id="rId269" Type="http://schemas.openxmlformats.org/officeDocument/2006/relationships/image" Target="../media/image6420.png"/><Relationship Id="rId476" Type="http://schemas.openxmlformats.org/officeDocument/2006/relationships/image" Target="../media/image744.png"/><Relationship Id="rId683" Type="http://schemas.openxmlformats.org/officeDocument/2006/relationships/image" Target="../media/image846.png"/><Relationship Id="rId890" Type="http://schemas.openxmlformats.org/officeDocument/2006/relationships/customXml" Target="../ink/ink1145.xml"/><Relationship Id="rId904" Type="http://schemas.openxmlformats.org/officeDocument/2006/relationships/customXml" Target="../ink/ink1152.xml"/><Relationship Id="rId33" Type="http://schemas.openxmlformats.org/officeDocument/2006/relationships/image" Target="../media/image5260.png"/><Relationship Id="rId129" Type="http://schemas.openxmlformats.org/officeDocument/2006/relationships/customXml" Target="../ink/ink759.xml"/><Relationship Id="rId336" Type="http://schemas.openxmlformats.org/officeDocument/2006/relationships/customXml" Target="../ink/ink864.xml"/><Relationship Id="rId543" Type="http://schemas.openxmlformats.org/officeDocument/2006/relationships/customXml" Target="../ink/ink969.xml"/><Relationship Id="rId182" Type="http://schemas.openxmlformats.org/officeDocument/2006/relationships/image" Target="../media/image5990.png"/><Relationship Id="rId403" Type="http://schemas.openxmlformats.org/officeDocument/2006/relationships/customXml" Target="../ink/ink898.xml"/><Relationship Id="rId750" Type="http://schemas.openxmlformats.org/officeDocument/2006/relationships/image" Target="../media/image879.png"/><Relationship Id="rId848" Type="http://schemas.openxmlformats.org/officeDocument/2006/relationships/image" Target="../media/image927.png"/><Relationship Id="rId487" Type="http://schemas.openxmlformats.org/officeDocument/2006/relationships/image" Target="../media/image749.png"/><Relationship Id="rId610" Type="http://schemas.openxmlformats.org/officeDocument/2006/relationships/customXml" Target="../ink/ink1003.xml"/><Relationship Id="rId694" Type="http://schemas.openxmlformats.org/officeDocument/2006/relationships/customXml" Target="../ink/ink1045.xml"/><Relationship Id="rId708" Type="http://schemas.openxmlformats.org/officeDocument/2006/relationships/image" Target="../media/image858.png"/><Relationship Id="rId915" Type="http://schemas.openxmlformats.org/officeDocument/2006/relationships/image" Target="../media/image960.png"/><Relationship Id="rId347" Type="http://schemas.openxmlformats.org/officeDocument/2006/relationships/customXml" Target="../ink/ink870.xml"/><Relationship Id="rId44" Type="http://schemas.openxmlformats.org/officeDocument/2006/relationships/customXml" Target="../ink/ink716.xml"/><Relationship Id="rId554" Type="http://schemas.openxmlformats.org/officeDocument/2006/relationships/image" Target="../media/image782.png"/><Relationship Id="rId761" Type="http://schemas.openxmlformats.org/officeDocument/2006/relationships/customXml" Target="../ink/ink1079.xml"/><Relationship Id="rId859" Type="http://schemas.openxmlformats.org/officeDocument/2006/relationships/customXml" Target="../ink/ink1129.xml"/><Relationship Id="rId193" Type="http://schemas.openxmlformats.org/officeDocument/2006/relationships/customXml" Target="../ink/ink791.xml"/><Relationship Id="rId207" Type="http://schemas.openxmlformats.org/officeDocument/2006/relationships/customXml" Target="../ink/ink798.xml"/><Relationship Id="rId414" Type="http://schemas.openxmlformats.org/officeDocument/2006/relationships/image" Target="../media/image713.png"/><Relationship Id="rId498" Type="http://schemas.openxmlformats.org/officeDocument/2006/relationships/customXml" Target="../ink/ink946.xml"/><Relationship Id="rId621" Type="http://schemas.openxmlformats.org/officeDocument/2006/relationships/image" Target="../media/image815.png"/><Relationship Id="rId260" Type="http://schemas.openxmlformats.org/officeDocument/2006/relationships/image" Target="../media/image6380.png"/><Relationship Id="rId719" Type="http://schemas.openxmlformats.org/officeDocument/2006/relationships/customXml" Target="../ink/ink1058.xml"/><Relationship Id="rId926" Type="http://schemas.openxmlformats.org/officeDocument/2006/relationships/customXml" Target="../ink/ink1163.xml"/><Relationship Id="rId55" Type="http://schemas.openxmlformats.org/officeDocument/2006/relationships/image" Target="../media/image5370.png"/><Relationship Id="rId120" Type="http://schemas.openxmlformats.org/officeDocument/2006/relationships/image" Target="../media/image5680.png"/><Relationship Id="rId358" Type="http://schemas.openxmlformats.org/officeDocument/2006/relationships/image" Target="../media/image685.png"/><Relationship Id="rId565" Type="http://schemas.openxmlformats.org/officeDocument/2006/relationships/customXml" Target="../ink/ink980.xml"/><Relationship Id="rId772" Type="http://schemas.openxmlformats.org/officeDocument/2006/relationships/customXml" Target="../ink/ink1085.xml"/><Relationship Id="rId218" Type="http://schemas.openxmlformats.org/officeDocument/2006/relationships/image" Target="../media/image6170.png"/><Relationship Id="rId425" Type="http://schemas.openxmlformats.org/officeDocument/2006/relationships/customXml" Target="../ink/ink909.xml"/><Relationship Id="rId632" Type="http://schemas.openxmlformats.org/officeDocument/2006/relationships/customXml" Target="../ink/ink1014.xml"/><Relationship Id="rId271" Type="http://schemas.openxmlformats.org/officeDocument/2006/relationships/image" Target="../media/image6430.png"/><Relationship Id="rId66" Type="http://schemas.openxmlformats.org/officeDocument/2006/relationships/customXml" Target="../ink/ink727.xml"/><Relationship Id="rId131" Type="http://schemas.openxmlformats.org/officeDocument/2006/relationships/customXml" Target="../ink/ink760.xml"/><Relationship Id="rId369" Type="http://schemas.openxmlformats.org/officeDocument/2006/relationships/customXml" Target="../ink/ink881.xml"/><Relationship Id="rId576" Type="http://schemas.openxmlformats.org/officeDocument/2006/relationships/image" Target="../media/image793.png"/><Relationship Id="rId783" Type="http://schemas.openxmlformats.org/officeDocument/2006/relationships/image" Target="../media/image895.png"/><Relationship Id="rId229" Type="http://schemas.openxmlformats.org/officeDocument/2006/relationships/customXml" Target="../ink/ink809.xml"/><Relationship Id="rId436" Type="http://schemas.openxmlformats.org/officeDocument/2006/relationships/image" Target="../media/image724.png"/><Relationship Id="rId643" Type="http://schemas.openxmlformats.org/officeDocument/2006/relationships/image" Target="../media/image826.png"/><Relationship Id="rId850" Type="http://schemas.openxmlformats.org/officeDocument/2006/relationships/image" Target="../media/image928.png"/><Relationship Id="rId77" Type="http://schemas.openxmlformats.org/officeDocument/2006/relationships/image" Target="../media/image5480.png"/><Relationship Id="rId282" Type="http://schemas.openxmlformats.org/officeDocument/2006/relationships/customXml" Target="../ink/ink837.xml"/><Relationship Id="rId503" Type="http://schemas.openxmlformats.org/officeDocument/2006/relationships/image" Target="../media/image757.png"/><Relationship Id="rId587" Type="http://schemas.openxmlformats.org/officeDocument/2006/relationships/customXml" Target="../ink/ink991.xml"/><Relationship Id="rId710" Type="http://schemas.openxmlformats.org/officeDocument/2006/relationships/image" Target="../media/image859.png"/><Relationship Id="rId808" Type="http://schemas.openxmlformats.org/officeDocument/2006/relationships/customXml" Target="../ink/ink1103.xml"/><Relationship Id="rId8" Type="http://schemas.openxmlformats.org/officeDocument/2006/relationships/customXml" Target="../ink/ink698.xml"/><Relationship Id="rId142" Type="http://schemas.openxmlformats.org/officeDocument/2006/relationships/image" Target="../media/image5790.png"/><Relationship Id="rId447" Type="http://schemas.openxmlformats.org/officeDocument/2006/relationships/customXml" Target="../ink/ink920.xml"/><Relationship Id="rId794" Type="http://schemas.openxmlformats.org/officeDocument/2006/relationships/customXml" Target="../ink/ink1096.xml"/><Relationship Id="rId654" Type="http://schemas.openxmlformats.org/officeDocument/2006/relationships/customXml" Target="../ink/ink1025.xml"/><Relationship Id="rId861" Type="http://schemas.openxmlformats.org/officeDocument/2006/relationships/customXml" Target="../ink/ink1130.xml"/><Relationship Id="rId293" Type="http://schemas.openxmlformats.org/officeDocument/2006/relationships/image" Target="../media/image6530.png"/><Relationship Id="rId307" Type="http://schemas.openxmlformats.org/officeDocument/2006/relationships/image" Target="../media/image6600.png"/><Relationship Id="rId514" Type="http://schemas.openxmlformats.org/officeDocument/2006/relationships/customXml" Target="../ink/ink954.xml"/><Relationship Id="rId721" Type="http://schemas.openxmlformats.org/officeDocument/2006/relationships/customXml" Target="../ink/ink1059.xml"/><Relationship Id="rId88" Type="http://schemas.openxmlformats.org/officeDocument/2006/relationships/customXml" Target="../ink/ink738.xml"/><Relationship Id="rId153" Type="http://schemas.openxmlformats.org/officeDocument/2006/relationships/customXml" Target="../ink/ink771.xml"/><Relationship Id="rId360" Type="http://schemas.openxmlformats.org/officeDocument/2006/relationships/image" Target="../media/image686.png"/><Relationship Id="rId598" Type="http://schemas.openxmlformats.org/officeDocument/2006/relationships/customXml" Target="../ink/ink997.xml"/><Relationship Id="rId819" Type="http://schemas.openxmlformats.org/officeDocument/2006/relationships/customXml" Target="../ink/ink1109.xml"/><Relationship Id="rId220" Type="http://schemas.openxmlformats.org/officeDocument/2006/relationships/image" Target="../media/image6180.png"/><Relationship Id="rId458" Type="http://schemas.openxmlformats.org/officeDocument/2006/relationships/image" Target="../media/image735.png"/><Relationship Id="rId665" Type="http://schemas.openxmlformats.org/officeDocument/2006/relationships/image" Target="../media/image837.png"/><Relationship Id="rId872" Type="http://schemas.openxmlformats.org/officeDocument/2006/relationships/image" Target="../media/image939.png"/><Relationship Id="rId15" Type="http://schemas.openxmlformats.org/officeDocument/2006/relationships/image" Target="../media/image5180.png"/><Relationship Id="rId318" Type="http://schemas.openxmlformats.org/officeDocument/2006/relationships/customXml" Target="../ink/ink855.xml"/><Relationship Id="rId525" Type="http://schemas.openxmlformats.org/officeDocument/2006/relationships/image" Target="../media/image768.png"/><Relationship Id="rId732" Type="http://schemas.openxmlformats.org/officeDocument/2006/relationships/image" Target="../media/image870.png"/><Relationship Id="rId99" Type="http://schemas.openxmlformats.org/officeDocument/2006/relationships/image" Target="../media/image5580.png"/><Relationship Id="rId164" Type="http://schemas.openxmlformats.org/officeDocument/2006/relationships/image" Target="../media/image5900.png"/><Relationship Id="rId371" Type="http://schemas.openxmlformats.org/officeDocument/2006/relationships/customXml" Target="../ink/ink882.xml"/><Relationship Id="rId469" Type="http://schemas.openxmlformats.org/officeDocument/2006/relationships/customXml" Target="../ink/ink931.xml"/><Relationship Id="rId676" Type="http://schemas.openxmlformats.org/officeDocument/2006/relationships/customXml" Target="../ink/ink1036.xml"/><Relationship Id="rId883" Type="http://schemas.openxmlformats.org/officeDocument/2006/relationships/image" Target="../media/image944.png"/><Relationship Id="rId26" Type="http://schemas.openxmlformats.org/officeDocument/2006/relationships/customXml" Target="../ink/ink707.xml"/><Relationship Id="rId231" Type="http://schemas.openxmlformats.org/officeDocument/2006/relationships/customXml" Target="../ink/ink810.xml"/><Relationship Id="rId329" Type="http://schemas.openxmlformats.org/officeDocument/2006/relationships/image" Target="../media/image6710.png"/><Relationship Id="rId536" Type="http://schemas.openxmlformats.org/officeDocument/2006/relationships/image" Target="../media/image773.png"/><Relationship Id="rId175" Type="http://schemas.openxmlformats.org/officeDocument/2006/relationships/customXml" Target="../ink/ink782.xml"/><Relationship Id="rId743" Type="http://schemas.openxmlformats.org/officeDocument/2006/relationships/customXml" Target="../ink/ink1070.xml"/><Relationship Id="rId382" Type="http://schemas.openxmlformats.org/officeDocument/2006/relationships/image" Target="../media/image697.png"/><Relationship Id="rId603" Type="http://schemas.openxmlformats.org/officeDocument/2006/relationships/image" Target="../media/image806.png"/><Relationship Id="rId687" Type="http://schemas.openxmlformats.org/officeDocument/2006/relationships/image" Target="../media/image848.png"/><Relationship Id="rId810" Type="http://schemas.openxmlformats.org/officeDocument/2006/relationships/customXml" Target="../ink/ink1104.xml"/><Relationship Id="rId908" Type="http://schemas.openxmlformats.org/officeDocument/2006/relationships/customXml" Target="../ink/ink1154.xml"/><Relationship Id="rId242" Type="http://schemas.openxmlformats.org/officeDocument/2006/relationships/image" Target="../media/image6290.png"/><Relationship Id="rId894" Type="http://schemas.openxmlformats.org/officeDocument/2006/relationships/customXml" Target="../ink/ink1147.xml"/><Relationship Id="rId37" Type="http://schemas.openxmlformats.org/officeDocument/2006/relationships/image" Target="../media/image5280.png"/><Relationship Id="rId102" Type="http://schemas.openxmlformats.org/officeDocument/2006/relationships/customXml" Target="../ink/ink745.xml"/><Relationship Id="rId547" Type="http://schemas.openxmlformats.org/officeDocument/2006/relationships/customXml" Target="../ink/ink971.xml"/><Relationship Id="rId754" Type="http://schemas.openxmlformats.org/officeDocument/2006/relationships/image" Target="../media/image881.png"/><Relationship Id="rId90" Type="http://schemas.openxmlformats.org/officeDocument/2006/relationships/customXml" Target="../ink/ink739.xml"/><Relationship Id="rId186" Type="http://schemas.openxmlformats.org/officeDocument/2006/relationships/image" Target="../media/image6010.png"/><Relationship Id="rId393" Type="http://schemas.openxmlformats.org/officeDocument/2006/relationships/customXml" Target="../ink/ink893.xml"/><Relationship Id="rId407" Type="http://schemas.openxmlformats.org/officeDocument/2006/relationships/customXml" Target="../ink/ink900.xml"/><Relationship Id="rId614" Type="http://schemas.openxmlformats.org/officeDocument/2006/relationships/customXml" Target="../ink/ink1005.xml"/><Relationship Id="rId821" Type="http://schemas.openxmlformats.org/officeDocument/2006/relationships/customXml" Target="../ink/ink1110.xml"/><Relationship Id="rId253" Type="http://schemas.openxmlformats.org/officeDocument/2006/relationships/customXml" Target="../ink/ink821.xml"/><Relationship Id="rId460" Type="http://schemas.openxmlformats.org/officeDocument/2006/relationships/image" Target="../media/image736.png"/><Relationship Id="rId698" Type="http://schemas.openxmlformats.org/officeDocument/2006/relationships/customXml" Target="../ink/ink1047.xml"/><Relationship Id="rId919" Type="http://schemas.openxmlformats.org/officeDocument/2006/relationships/image" Target="../media/image962.png"/><Relationship Id="rId48" Type="http://schemas.openxmlformats.org/officeDocument/2006/relationships/customXml" Target="../ink/ink718.xml"/><Relationship Id="rId113" Type="http://schemas.openxmlformats.org/officeDocument/2006/relationships/customXml" Target="../ink/ink751.xml"/><Relationship Id="rId320" Type="http://schemas.openxmlformats.org/officeDocument/2006/relationships/customXml" Target="../ink/ink856.xml"/><Relationship Id="rId558" Type="http://schemas.openxmlformats.org/officeDocument/2006/relationships/image" Target="../media/image784.png"/><Relationship Id="rId765" Type="http://schemas.openxmlformats.org/officeDocument/2006/relationships/image" Target="../media/image886.png"/><Relationship Id="rId197" Type="http://schemas.openxmlformats.org/officeDocument/2006/relationships/customXml" Target="../ink/ink793.xml"/><Relationship Id="rId418" Type="http://schemas.openxmlformats.org/officeDocument/2006/relationships/image" Target="../media/image715.png"/><Relationship Id="rId625" Type="http://schemas.openxmlformats.org/officeDocument/2006/relationships/image" Target="../media/image817.png"/><Relationship Id="rId832" Type="http://schemas.openxmlformats.org/officeDocument/2006/relationships/image" Target="../media/image919.png"/><Relationship Id="rId264" Type="http://schemas.openxmlformats.org/officeDocument/2006/relationships/image" Target="../media/image6400.png"/><Relationship Id="rId471" Type="http://schemas.openxmlformats.org/officeDocument/2006/relationships/customXml" Target="../ink/ink93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25.png"/><Relationship Id="rId299" Type="http://schemas.openxmlformats.org/officeDocument/2006/relationships/image" Target="../media/image1115.png"/><Relationship Id="rId21" Type="http://schemas.openxmlformats.org/officeDocument/2006/relationships/image" Target="../media/image977.png"/><Relationship Id="rId63" Type="http://schemas.openxmlformats.org/officeDocument/2006/relationships/image" Target="../media/image998.png"/><Relationship Id="rId159" Type="http://schemas.openxmlformats.org/officeDocument/2006/relationships/image" Target="../media/image1046.png"/><Relationship Id="rId324" Type="http://schemas.openxmlformats.org/officeDocument/2006/relationships/customXml" Target="../ink/ink1328.xml"/><Relationship Id="rId366" Type="http://schemas.openxmlformats.org/officeDocument/2006/relationships/customXml" Target="../ink/ink1349.xml"/><Relationship Id="rId170" Type="http://schemas.openxmlformats.org/officeDocument/2006/relationships/customXml" Target="../ink/ink1251.xml"/><Relationship Id="rId226" Type="http://schemas.openxmlformats.org/officeDocument/2006/relationships/customXml" Target="../ink/ink1279.xml"/><Relationship Id="rId268" Type="http://schemas.openxmlformats.org/officeDocument/2006/relationships/customXml" Target="../ink/ink1300.xml"/><Relationship Id="rId32" Type="http://schemas.openxmlformats.org/officeDocument/2006/relationships/customXml" Target="../ink/ink1182.xml"/><Relationship Id="rId74" Type="http://schemas.openxmlformats.org/officeDocument/2006/relationships/customXml" Target="../ink/ink1203.xml"/><Relationship Id="rId128" Type="http://schemas.openxmlformats.org/officeDocument/2006/relationships/customXml" Target="../ink/ink1230.xml"/><Relationship Id="rId335" Type="http://schemas.openxmlformats.org/officeDocument/2006/relationships/image" Target="../media/image1133.png"/><Relationship Id="rId377" Type="http://schemas.openxmlformats.org/officeDocument/2006/relationships/image" Target="../media/image1154.png"/><Relationship Id="rId5" Type="http://schemas.openxmlformats.org/officeDocument/2006/relationships/image" Target="../media/image9690.png"/><Relationship Id="rId181" Type="http://schemas.openxmlformats.org/officeDocument/2006/relationships/image" Target="../media/image1057.png"/><Relationship Id="rId237" Type="http://schemas.openxmlformats.org/officeDocument/2006/relationships/image" Target="../media/image1085.png"/><Relationship Id="rId279" Type="http://schemas.openxmlformats.org/officeDocument/2006/relationships/image" Target="../media/image1105.png"/><Relationship Id="rId43" Type="http://schemas.openxmlformats.org/officeDocument/2006/relationships/image" Target="../media/image988.png"/><Relationship Id="rId139" Type="http://schemas.openxmlformats.org/officeDocument/2006/relationships/image" Target="../media/image1036.png"/><Relationship Id="rId290" Type="http://schemas.openxmlformats.org/officeDocument/2006/relationships/customXml" Target="../ink/ink1311.xml"/><Relationship Id="rId304" Type="http://schemas.openxmlformats.org/officeDocument/2006/relationships/customXml" Target="../ink/ink1318.xml"/><Relationship Id="rId346" Type="http://schemas.openxmlformats.org/officeDocument/2006/relationships/customXml" Target="../ink/ink1339.xml"/><Relationship Id="rId388" Type="http://schemas.openxmlformats.org/officeDocument/2006/relationships/customXml" Target="../ink/ink1360.xml"/><Relationship Id="rId85" Type="http://schemas.openxmlformats.org/officeDocument/2006/relationships/image" Target="../media/image1009.png"/><Relationship Id="rId150" Type="http://schemas.openxmlformats.org/officeDocument/2006/relationships/customXml" Target="../ink/ink1241.xml"/><Relationship Id="rId192" Type="http://schemas.openxmlformats.org/officeDocument/2006/relationships/customXml" Target="../ink/ink1262.xml"/><Relationship Id="rId206" Type="http://schemas.openxmlformats.org/officeDocument/2006/relationships/customXml" Target="../ink/ink1269.xml"/><Relationship Id="rId248" Type="http://schemas.openxmlformats.org/officeDocument/2006/relationships/customXml" Target="../ink/ink1290.xml"/><Relationship Id="rId12" Type="http://schemas.openxmlformats.org/officeDocument/2006/relationships/customXml" Target="../ink/ink1172.xml"/><Relationship Id="rId108" Type="http://schemas.openxmlformats.org/officeDocument/2006/relationships/customXml" Target="../ink/ink1220.xml"/><Relationship Id="rId315" Type="http://schemas.openxmlformats.org/officeDocument/2006/relationships/image" Target="../media/image1123.png"/><Relationship Id="rId357" Type="http://schemas.openxmlformats.org/officeDocument/2006/relationships/image" Target="../media/image1144.png"/><Relationship Id="rId54" Type="http://schemas.openxmlformats.org/officeDocument/2006/relationships/customXml" Target="../ink/ink1193.xml"/><Relationship Id="rId96" Type="http://schemas.openxmlformats.org/officeDocument/2006/relationships/customXml" Target="../ink/ink1214.xml"/><Relationship Id="rId161" Type="http://schemas.openxmlformats.org/officeDocument/2006/relationships/image" Target="../media/image1047.png"/><Relationship Id="rId217" Type="http://schemas.openxmlformats.org/officeDocument/2006/relationships/image" Target="../media/image1075.png"/><Relationship Id="rId259" Type="http://schemas.openxmlformats.org/officeDocument/2006/relationships/image" Target="../media/image1096.png"/><Relationship Id="rId23" Type="http://schemas.openxmlformats.org/officeDocument/2006/relationships/image" Target="../media/image978.png"/><Relationship Id="rId119" Type="http://schemas.openxmlformats.org/officeDocument/2006/relationships/image" Target="../media/image1026.png"/><Relationship Id="rId270" Type="http://schemas.openxmlformats.org/officeDocument/2006/relationships/customXml" Target="../ink/ink1301.xml"/><Relationship Id="rId326" Type="http://schemas.openxmlformats.org/officeDocument/2006/relationships/customXml" Target="../ink/ink1329.xml"/><Relationship Id="rId65" Type="http://schemas.openxmlformats.org/officeDocument/2006/relationships/image" Target="../media/image999.png"/><Relationship Id="rId130" Type="http://schemas.openxmlformats.org/officeDocument/2006/relationships/customXml" Target="../ink/ink1231.xml"/><Relationship Id="rId368" Type="http://schemas.openxmlformats.org/officeDocument/2006/relationships/customXml" Target="../ink/ink1350.xml"/><Relationship Id="rId172" Type="http://schemas.openxmlformats.org/officeDocument/2006/relationships/customXml" Target="../ink/ink1252.xml"/><Relationship Id="rId228" Type="http://schemas.openxmlformats.org/officeDocument/2006/relationships/customXml" Target="../ink/ink1280.xml"/><Relationship Id="rId281" Type="http://schemas.openxmlformats.org/officeDocument/2006/relationships/image" Target="../media/image1106.png"/><Relationship Id="rId337" Type="http://schemas.openxmlformats.org/officeDocument/2006/relationships/image" Target="../media/image1134.png"/><Relationship Id="rId34" Type="http://schemas.openxmlformats.org/officeDocument/2006/relationships/customXml" Target="../ink/ink1183.xml"/><Relationship Id="rId76" Type="http://schemas.openxmlformats.org/officeDocument/2006/relationships/customXml" Target="../ink/ink1204.xml"/><Relationship Id="rId141" Type="http://schemas.openxmlformats.org/officeDocument/2006/relationships/image" Target="../media/image1037.png"/><Relationship Id="rId379" Type="http://schemas.openxmlformats.org/officeDocument/2006/relationships/image" Target="../media/image1155.png"/><Relationship Id="rId7" Type="http://schemas.openxmlformats.org/officeDocument/2006/relationships/image" Target="../media/image970.png"/><Relationship Id="rId183" Type="http://schemas.openxmlformats.org/officeDocument/2006/relationships/image" Target="../media/image1058.png"/><Relationship Id="rId239" Type="http://schemas.openxmlformats.org/officeDocument/2006/relationships/image" Target="../media/image1086.png"/><Relationship Id="rId390" Type="http://schemas.openxmlformats.org/officeDocument/2006/relationships/customXml" Target="../ink/ink1361.xml"/><Relationship Id="rId250" Type="http://schemas.openxmlformats.org/officeDocument/2006/relationships/customXml" Target="../ink/ink1291.xml"/><Relationship Id="rId292" Type="http://schemas.openxmlformats.org/officeDocument/2006/relationships/customXml" Target="../ink/ink1312.xml"/><Relationship Id="rId306" Type="http://schemas.openxmlformats.org/officeDocument/2006/relationships/customXml" Target="../ink/ink1319.xml"/><Relationship Id="rId45" Type="http://schemas.openxmlformats.org/officeDocument/2006/relationships/image" Target="../media/image989.png"/><Relationship Id="rId87" Type="http://schemas.openxmlformats.org/officeDocument/2006/relationships/image" Target="../media/image1010.png"/><Relationship Id="rId110" Type="http://schemas.openxmlformats.org/officeDocument/2006/relationships/customXml" Target="../ink/ink1221.xml"/><Relationship Id="rId348" Type="http://schemas.openxmlformats.org/officeDocument/2006/relationships/customXml" Target="../ink/ink1340.xml"/><Relationship Id="rId152" Type="http://schemas.openxmlformats.org/officeDocument/2006/relationships/customXml" Target="../ink/ink1242.xml"/><Relationship Id="rId194" Type="http://schemas.openxmlformats.org/officeDocument/2006/relationships/customXml" Target="../ink/ink1263.xml"/><Relationship Id="rId208" Type="http://schemas.openxmlformats.org/officeDocument/2006/relationships/customXml" Target="../ink/ink1270.xml"/><Relationship Id="rId261" Type="http://schemas.openxmlformats.org/officeDocument/2006/relationships/image" Target="../media/image1097.png"/><Relationship Id="rId14" Type="http://schemas.openxmlformats.org/officeDocument/2006/relationships/customXml" Target="../ink/ink1173.xml"/><Relationship Id="rId56" Type="http://schemas.openxmlformats.org/officeDocument/2006/relationships/customXml" Target="../ink/ink1194.xml"/><Relationship Id="rId317" Type="http://schemas.openxmlformats.org/officeDocument/2006/relationships/image" Target="../media/image1124.png"/><Relationship Id="rId359" Type="http://schemas.openxmlformats.org/officeDocument/2006/relationships/image" Target="../media/image1145.png"/><Relationship Id="rId98" Type="http://schemas.openxmlformats.org/officeDocument/2006/relationships/customXml" Target="../ink/ink1215.xml"/><Relationship Id="rId121" Type="http://schemas.openxmlformats.org/officeDocument/2006/relationships/image" Target="../media/image1027.png"/><Relationship Id="rId163" Type="http://schemas.openxmlformats.org/officeDocument/2006/relationships/image" Target="../media/image1048.png"/><Relationship Id="rId219" Type="http://schemas.openxmlformats.org/officeDocument/2006/relationships/image" Target="../media/image1076.png"/><Relationship Id="rId370" Type="http://schemas.openxmlformats.org/officeDocument/2006/relationships/customXml" Target="../ink/ink1351.xml"/><Relationship Id="rId230" Type="http://schemas.openxmlformats.org/officeDocument/2006/relationships/customXml" Target="../ink/ink1281.xml"/><Relationship Id="rId25" Type="http://schemas.openxmlformats.org/officeDocument/2006/relationships/image" Target="../media/image979.png"/><Relationship Id="rId67" Type="http://schemas.openxmlformats.org/officeDocument/2006/relationships/image" Target="../media/image1000.png"/><Relationship Id="rId272" Type="http://schemas.openxmlformats.org/officeDocument/2006/relationships/customXml" Target="../ink/ink1302.xml"/><Relationship Id="rId328" Type="http://schemas.openxmlformats.org/officeDocument/2006/relationships/customXml" Target="../ink/ink1330.xml"/><Relationship Id="rId132" Type="http://schemas.openxmlformats.org/officeDocument/2006/relationships/customXml" Target="../ink/ink1232.xml"/><Relationship Id="rId174" Type="http://schemas.openxmlformats.org/officeDocument/2006/relationships/customXml" Target="../ink/ink1253.xml"/><Relationship Id="rId381" Type="http://schemas.openxmlformats.org/officeDocument/2006/relationships/image" Target="../media/image1156.png"/><Relationship Id="rId241" Type="http://schemas.openxmlformats.org/officeDocument/2006/relationships/image" Target="../media/image1087.png"/><Relationship Id="rId36" Type="http://schemas.openxmlformats.org/officeDocument/2006/relationships/customXml" Target="../ink/ink1184.xml"/><Relationship Id="rId283" Type="http://schemas.openxmlformats.org/officeDocument/2006/relationships/image" Target="../media/image1107.png"/><Relationship Id="rId339" Type="http://schemas.openxmlformats.org/officeDocument/2006/relationships/image" Target="../media/image1135.png"/><Relationship Id="rId78" Type="http://schemas.openxmlformats.org/officeDocument/2006/relationships/customXml" Target="../ink/ink1205.xml"/><Relationship Id="rId101" Type="http://schemas.openxmlformats.org/officeDocument/2006/relationships/image" Target="../media/image1017.png"/><Relationship Id="rId143" Type="http://schemas.openxmlformats.org/officeDocument/2006/relationships/image" Target="../media/image1038.png"/><Relationship Id="rId185" Type="http://schemas.openxmlformats.org/officeDocument/2006/relationships/image" Target="../media/image1059.png"/><Relationship Id="rId350" Type="http://schemas.openxmlformats.org/officeDocument/2006/relationships/customXml" Target="../ink/ink1341.xml"/><Relationship Id="rId9" Type="http://schemas.openxmlformats.org/officeDocument/2006/relationships/image" Target="../media/image971.png"/><Relationship Id="rId210" Type="http://schemas.openxmlformats.org/officeDocument/2006/relationships/customXml" Target="../ink/ink1271.xml"/><Relationship Id="rId392" Type="http://schemas.openxmlformats.org/officeDocument/2006/relationships/customXml" Target="../ink/ink1362.xml"/><Relationship Id="rId252" Type="http://schemas.openxmlformats.org/officeDocument/2006/relationships/customXml" Target="../ink/ink1292.xml"/><Relationship Id="rId294" Type="http://schemas.openxmlformats.org/officeDocument/2006/relationships/customXml" Target="../ink/ink1313.xml"/><Relationship Id="rId308" Type="http://schemas.openxmlformats.org/officeDocument/2006/relationships/customXml" Target="../ink/ink1320.xml"/><Relationship Id="rId47" Type="http://schemas.openxmlformats.org/officeDocument/2006/relationships/image" Target="../media/image990.png"/><Relationship Id="rId89" Type="http://schemas.openxmlformats.org/officeDocument/2006/relationships/image" Target="../media/image1011.png"/><Relationship Id="rId112" Type="http://schemas.openxmlformats.org/officeDocument/2006/relationships/customXml" Target="../ink/ink1222.xml"/><Relationship Id="rId154" Type="http://schemas.openxmlformats.org/officeDocument/2006/relationships/customXml" Target="../ink/ink1243.xml"/><Relationship Id="rId361" Type="http://schemas.openxmlformats.org/officeDocument/2006/relationships/image" Target="../media/image1146.png"/><Relationship Id="rId196" Type="http://schemas.openxmlformats.org/officeDocument/2006/relationships/customXml" Target="../ink/ink1264.xml"/><Relationship Id="rId16" Type="http://schemas.openxmlformats.org/officeDocument/2006/relationships/customXml" Target="../ink/ink1174.xml"/><Relationship Id="rId221" Type="http://schemas.openxmlformats.org/officeDocument/2006/relationships/image" Target="../media/image1077.png"/><Relationship Id="rId242" Type="http://schemas.openxmlformats.org/officeDocument/2006/relationships/customXml" Target="../ink/ink1287.xml"/><Relationship Id="rId263" Type="http://schemas.openxmlformats.org/officeDocument/2006/relationships/image" Target="../media/image1098.png"/><Relationship Id="rId284" Type="http://schemas.openxmlformats.org/officeDocument/2006/relationships/customXml" Target="../ink/ink1308.xml"/><Relationship Id="rId319" Type="http://schemas.openxmlformats.org/officeDocument/2006/relationships/image" Target="../media/image1125.png"/><Relationship Id="rId37" Type="http://schemas.openxmlformats.org/officeDocument/2006/relationships/image" Target="../media/image985.png"/><Relationship Id="rId58" Type="http://schemas.openxmlformats.org/officeDocument/2006/relationships/customXml" Target="../ink/ink1195.xml"/><Relationship Id="rId79" Type="http://schemas.openxmlformats.org/officeDocument/2006/relationships/image" Target="../media/image1006.png"/><Relationship Id="rId102" Type="http://schemas.openxmlformats.org/officeDocument/2006/relationships/customXml" Target="../ink/ink1217.xml"/><Relationship Id="rId123" Type="http://schemas.openxmlformats.org/officeDocument/2006/relationships/image" Target="../media/image1028.png"/><Relationship Id="rId144" Type="http://schemas.openxmlformats.org/officeDocument/2006/relationships/customXml" Target="../ink/ink1238.xml"/><Relationship Id="rId330" Type="http://schemas.openxmlformats.org/officeDocument/2006/relationships/customXml" Target="../ink/ink1331.xml"/><Relationship Id="rId90" Type="http://schemas.openxmlformats.org/officeDocument/2006/relationships/customXml" Target="../ink/ink1211.xml"/><Relationship Id="rId165" Type="http://schemas.openxmlformats.org/officeDocument/2006/relationships/image" Target="../media/image1049.png"/><Relationship Id="rId186" Type="http://schemas.openxmlformats.org/officeDocument/2006/relationships/customXml" Target="../ink/ink1259.xml"/><Relationship Id="rId351" Type="http://schemas.openxmlformats.org/officeDocument/2006/relationships/image" Target="../media/image1141.png"/><Relationship Id="rId372" Type="http://schemas.openxmlformats.org/officeDocument/2006/relationships/customXml" Target="../ink/ink1352.xml"/><Relationship Id="rId393" Type="http://schemas.openxmlformats.org/officeDocument/2006/relationships/image" Target="../media/image1162.png"/><Relationship Id="rId211" Type="http://schemas.openxmlformats.org/officeDocument/2006/relationships/image" Target="../media/image1072.png"/><Relationship Id="rId232" Type="http://schemas.openxmlformats.org/officeDocument/2006/relationships/customXml" Target="../ink/ink1282.xml"/><Relationship Id="rId253" Type="http://schemas.openxmlformats.org/officeDocument/2006/relationships/image" Target="../media/image1093.png"/><Relationship Id="rId274" Type="http://schemas.openxmlformats.org/officeDocument/2006/relationships/customXml" Target="../ink/ink1303.xml"/><Relationship Id="rId295" Type="http://schemas.openxmlformats.org/officeDocument/2006/relationships/image" Target="../media/image1113.png"/><Relationship Id="rId309" Type="http://schemas.openxmlformats.org/officeDocument/2006/relationships/image" Target="../media/image1120.png"/><Relationship Id="rId27" Type="http://schemas.openxmlformats.org/officeDocument/2006/relationships/image" Target="../media/image980.png"/><Relationship Id="rId48" Type="http://schemas.openxmlformats.org/officeDocument/2006/relationships/customXml" Target="../ink/ink1190.xml"/><Relationship Id="rId69" Type="http://schemas.openxmlformats.org/officeDocument/2006/relationships/image" Target="../media/image1001.png"/><Relationship Id="rId113" Type="http://schemas.openxmlformats.org/officeDocument/2006/relationships/image" Target="../media/image1023.png"/><Relationship Id="rId134" Type="http://schemas.openxmlformats.org/officeDocument/2006/relationships/customXml" Target="../ink/ink1233.xml"/><Relationship Id="rId320" Type="http://schemas.openxmlformats.org/officeDocument/2006/relationships/customXml" Target="../ink/ink1326.xml"/><Relationship Id="rId80" Type="http://schemas.openxmlformats.org/officeDocument/2006/relationships/customXml" Target="../ink/ink1206.xml"/><Relationship Id="rId155" Type="http://schemas.openxmlformats.org/officeDocument/2006/relationships/image" Target="../media/image1044.png"/><Relationship Id="rId176" Type="http://schemas.openxmlformats.org/officeDocument/2006/relationships/customXml" Target="../ink/ink1254.xml"/><Relationship Id="rId197" Type="http://schemas.openxmlformats.org/officeDocument/2006/relationships/image" Target="../media/image1065.png"/><Relationship Id="rId341" Type="http://schemas.openxmlformats.org/officeDocument/2006/relationships/image" Target="../media/image1136.png"/><Relationship Id="rId362" Type="http://schemas.openxmlformats.org/officeDocument/2006/relationships/customXml" Target="../ink/ink1347.xml"/><Relationship Id="rId383" Type="http://schemas.openxmlformats.org/officeDocument/2006/relationships/image" Target="../media/image1157.png"/><Relationship Id="rId201" Type="http://schemas.openxmlformats.org/officeDocument/2006/relationships/image" Target="../media/image1067.png"/><Relationship Id="rId222" Type="http://schemas.openxmlformats.org/officeDocument/2006/relationships/customXml" Target="../ink/ink1277.xml"/><Relationship Id="rId243" Type="http://schemas.openxmlformats.org/officeDocument/2006/relationships/image" Target="../media/image1088.png"/><Relationship Id="rId264" Type="http://schemas.openxmlformats.org/officeDocument/2006/relationships/customXml" Target="../ink/ink1298.xml"/><Relationship Id="rId285" Type="http://schemas.openxmlformats.org/officeDocument/2006/relationships/image" Target="../media/image1108.png"/><Relationship Id="rId17" Type="http://schemas.openxmlformats.org/officeDocument/2006/relationships/image" Target="../media/image975.png"/><Relationship Id="rId38" Type="http://schemas.openxmlformats.org/officeDocument/2006/relationships/customXml" Target="../ink/ink1185.xml"/><Relationship Id="rId59" Type="http://schemas.openxmlformats.org/officeDocument/2006/relationships/image" Target="../media/image996.png"/><Relationship Id="rId103" Type="http://schemas.openxmlformats.org/officeDocument/2006/relationships/image" Target="../media/image1018.png"/><Relationship Id="rId124" Type="http://schemas.openxmlformats.org/officeDocument/2006/relationships/customXml" Target="../ink/ink1228.xml"/><Relationship Id="rId310" Type="http://schemas.openxmlformats.org/officeDocument/2006/relationships/customXml" Target="../ink/ink1321.xml"/><Relationship Id="rId70" Type="http://schemas.openxmlformats.org/officeDocument/2006/relationships/customXml" Target="../ink/ink1201.xml"/><Relationship Id="rId91" Type="http://schemas.openxmlformats.org/officeDocument/2006/relationships/image" Target="../media/image1012.png"/><Relationship Id="rId145" Type="http://schemas.openxmlformats.org/officeDocument/2006/relationships/image" Target="../media/image1039.png"/><Relationship Id="rId166" Type="http://schemas.openxmlformats.org/officeDocument/2006/relationships/customXml" Target="../ink/ink1249.xml"/><Relationship Id="rId187" Type="http://schemas.openxmlformats.org/officeDocument/2006/relationships/image" Target="../media/image1060.png"/><Relationship Id="rId331" Type="http://schemas.openxmlformats.org/officeDocument/2006/relationships/image" Target="../media/image1131.png"/><Relationship Id="rId352" Type="http://schemas.openxmlformats.org/officeDocument/2006/relationships/customXml" Target="../ink/ink1342.xml"/><Relationship Id="rId373" Type="http://schemas.openxmlformats.org/officeDocument/2006/relationships/image" Target="../media/image115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272.xml"/><Relationship Id="rId233" Type="http://schemas.openxmlformats.org/officeDocument/2006/relationships/image" Target="../media/image1083.png"/><Relationship Id="rId254" Type="http://schemas.openxmlformats.org/officeDocument/2006/relationships/customXml" Target="../ink/ink1293.xml"/><Relationship Id="rId28" Type="http://schemas.openxmlformats.org/officeDocument/2006/relationships/customXml" Target="../ink/ink1180.xml"/><Relationship Id="rId49" Type="http://schemas.openxmlformats.org/officeDocument/2006/relationships/image" Target="../media/image991.png"/><Relationship Id="rId114" Type="http://schemas.openxmlformats.org/officeDocument/2006/relationships/customXml" Target="../ink/ink1223.xml"/><Relationship Id="rId275" Type="http://schemas.openxmlformats.org/officeDocument/2006/relationships/image" Target="../media/image1103.png"/><Relationship Id="rId296" Type="http://schemas.openxmlformats.org/officeDocument/2006/relationships/customXml" Target="../ink/ink1314.xml"/><Relationship Id="rId300" Type="http://schemas.openxmlformats.org/officeDocument/2006/relationships/customXml" Target="../ink/ink1316.xml"/><Relationship Id="rId60" Type="http://schemas.openxmlformats.org/officeDocument/2006/relationships/customXml" Target="../ink/ink1196.xml"/><Relationship Id="rId81" Type="http://schemas.openxmlformats.org/officeDocument/2006/relationships/image" Target="../media/image1007.png"/><Relationship Id="rId135" Type="http://schemas.openxmlformats.org/officeDocument/2006/relationships/image" Target="../media/image1034.png"/><Relationship Id="rId156" Type="http://schemas.openxmlformats.org/officeDocument/2006/relationships/customXml" Target="../ink/ink1244.xml"/><Relationship Id="rId177" Type="http://schemas.openxmlformats.org/officeDocument/2006/relationships/image" Target="../media/image1055.png"/><Relationship Id="rId198" Type="http://schemas.openxmlformats.org/officeDocument/2006/relationships/customXml" Target="../ink/ink1265.xml"/><Relationship Id="rId321" Type="http://schemas.openxmlformats.org/officeDocument/2006/relationships/image" Target="../media/image1126.png"/><Relationship Id="rId342" Type="http://schemas.openxmlformats.org/officeDocument/2006/relationships/customXml" Target="../ink/ink1337.xml"/><Relationship Id="rId363" Type="http://schemas.openxmlformats.org/officeDocument/2006/relationships/image" Target="../media/image1147.png"/><Relationship Id="rId384" Type="http://schemas.openxmlformats.org/officeDocument/2006/relationships/customXml" Target="../ink/ink1358.xml"/><Relationship Id="rId202" Type="http://schemas.openxmlformats.org/officeDocument/2006/relationships/customXml" Target="../ink/ink1267.xml"/><Relationship Id="rId223" Type="http://schemas.openxmlformats.org/officeDocument/2006/relationships/image" Target="../media/image1078.png"/><Relationship Id="rId244" Type="http://schemas.openxmlformats.org/officeDocument/2006/relationships/customXml" Target="../ink/ink1288.xml"/><Relationship Id="rId18" Type="http://schemas.openxmlformats.org/officeDocument/2006/relationships/customXml" Target="../ink/ink1175.xml"/><Relationship Id="rId39" Type="http://schemas.openxmlformats.org/officeDocument/2006/relationships/image" Target="../media/image986.png"/><Relationship Id="rId265" Type="http://schemas.openxmlformats.org/officeDocument/2006/relationships/image" Target="../media/image1099.png"/><Relationship Id="rId286" Type="http://schemas.openxmlformats.org/officeDocument/2006/relationships/customXml" Target="../ink/ink1309.xml"/><Relationship Id="rId50" Type="http://schemas.openxmlformats.org/officeDocument/2006/relationships/customXml" Target="../ink/ink1191.xml"/><Relationship Id="rId104" Type="http://schemas.openxmlformats.org/officeDocument/2006/relationships/customXml" Target="../ink/ink1218.xml"/><Relationship Id="rId125" Type="http://schemas.openxmlformats.org/officeDocument/2006/relationships/image" Target="../media/image1029.png"/><Relationship Id="rId146" Type="http://schemas.openxmlformats.org/officeDocument/2006/relationships/customXml" Target="../ink/ink1239.xml"/><Relationship Id="rId167" Type="http://schemas.openxmlformats.org/officeDocument/2006/relationships/image" Target="../media/image1050.png"/><Relationship Id="rId188" Type="http://schemas.openxmlformats.org/officeDocument/2006/relationships/customXml" Target="../ink/ink1260.xml"/><Relationship Id="rId311" Type="http://schemas.openxmlformats.org/officeDocument/2006/relationships/image" Target="../media/image1121.png"/><Relationship Id="rId332" Type="http://schemas.openxmlformats.org/officeDocument/2006/relationships/customXml" Target="../ink/ink1332.xml"/><Relationship Id="rId353" Type="http://schemas.openxmlformats.org/officeDocument/2006/relationships/image" Target="../media/image1142.png"/><Relationship Id="rId374" Type="http://schemas.openxmlformats.org/officeDocument/2006/relationships/customXml" Target="../ink/ink1353.xml"/><Relationship Id="rId71" Type="http://schemas.openxmlformats.org/officeDocument/2006/relationships/image" Target="../media/image1002.png"/><Relationship Id="rId92" Type="http://schemas.openxmlformats.org/officeDocument/2006/relationships/customXml" Target="../ink/ink1212.xml"/><Relationship Id="rId213" Type="http://schemas.openxmlformats.org/officeDocument/2006/relationships/image" Target="../media/image1073.png"/><Relationship Id="rId234" Type="http://schemas.openxmlformats.org/officeDocument/2006/relationships/customXml" Target="../ink/ink1283.xml"/><Relationship Id="rId2" Type="http://schemas.openxmlformats.org/officeDocument/2006/relationships/customXml" Target="../ink/ink1167.xml"/><Relationship Id="rId29" Type="http://schemas.openxmlformats.org/officeDocument/2006/relationships/image" Target="../media/image981.png"/><Relationship Id="rId255" Type="http://schemas.openxmlformats.org/officeDocument/2006/relationships/image" Target="../media/image1094.png"/><Relationship Id="rId276" Type="http://schemas.openxmlformats.org/officeDocument/2006/relationships/customXml" Target="../ink/ink1304.xml"/><Relationship Id="rId297" Type="http://schemas.openxmlformats.org/officeDocument/2006/relationships/image" Target="../media/image1114.png"/><Relationship Id="rId40" Type="http://schemas.openxmlformats.org/officeDocument/2006/relationships/customXml" Target="../ink/ink1186.xml"/><Relationship Id="rId115" Type="http://schemas.openxmlformats.org/officeDocument/2006/relationships/image" Target="../media/image1024.png"/><Relationship Id="rId136" Type="http://schemas.openxmlformats.org/officeDocument/2006/relationships/customXml" Target="../ink/ink1234.xml"/><Relationship Id="rId157" Type="http://schemas.openxmlformats.org/officeDocument/2006/relationships/image" Target="../media/image1045.png"/><Relationship Id="rId178" Type="http://schemas.openxmlformats.org/officeDocument/2006/relationships/customXml" Target="../ink/ink1255.xml"/><Relationship Id="rId301" Type="http://schemas.openxmlformats.org/officeDocument/2006/relationships/image" Target="../media/image1116.png"/><Relationship Id="rId322" Type="http://schemas.openxmlformats.org/officeDocument/2006/relationships/customXml" Target="../ink/ink1327.xml"/><Relationship Id="rId343" Type="http://schemas.openxmlformats.org/officeDocument/2006/relationships/image" Target="../media/image1137.png"/><Relationship Id="rId364" Type="http://schemas.openxmlformats.org/officeDocument/2006/relationships/customXml" Target="../ink/ink1348.xml"/><Relationship Id="rId61" Type="http://schemas.openxmlformats.org/officeDocument/2006/relationships/image" Target="../media/image997.png"/><Relationship Id="rId82" Type="http://schemas.openxmlformats.org/officeDocument/2006/relationships/customXml" Target="../ink/ink1207.xml"/><Relationship Id="rId199" Type="http://schemas.openxmlformats.org/officeDocument/2006/relationships/image" Target="../media/image1066.png"/><Relationship Id="rId203" Type="http://schemas.openxmlformats.org/officeDocument/2006/relationships/image" Target="../media/image1068.png"/><Relationship Id="rId385" Type="http://schemas.openxmlformats.org/officeDocument/2006/relationships/image" Target="../media/image1158.png"/><Relationship Id="rId19" Type="http://schemas.openxmlformats.org/officeDocument/2006/relationships/image" Target="../media/image976.png"/><Relationship Id="rId224" Type="http://schemas.openxmlformats.org/officeDocument/2006/relationships/customXml" Target="../ink/ink1278.xml"/><Relationship Id="rId245" Type="http://schemas.openxmlformats.org/officeDocument/2006/relationships/image" Target="../media/image1089.png"/><Relationship Id="rId266" Type="http://schemas.openxmlformats.org/officeDocument/2006/relationships/customXml" Target="../ink/ink1299.xml"/><Relationship Id="rId287" Type="http://schemas.openxmlformats.org/officeDocument/2006/relationships/image" Target="../media/image1109.png"/><Relationship Id="rId30" Type="http://schemas.openxmlformats.org/officeDocument/2006/relationships/customXml" Target="../ink/ink1181.xml"/><Relationship Id="rId105" Type="http://schemas.openxmlformats.org/officeDocument/2006/relationships/image" Target="../media/image1019.png"/><Relationship Id="rId126" Type="http://schemas.openxmlformats.org/officeDocument/2006/relationships/customXml" Target="../ink/ink1229.xml"/><Relationship Id="rId147" Type="http://schemas.openxmlformats.org/officeDocument/2006/relationships/image" Target="../media/image1040.png"/><Relationship Id="rId168" Type="http://schemas.openxmlformats.org/officeDocument/2006/relationships/customXml" Target="../ink/ink1250.xml"/><Relationship Id="rId312" Type="http://schemas.openxmlformats.org/officeDocument/2006/relationships/customXml" Target="../ink/ink1322.xml"/><Relationship Id="rId333" Type="http://schemas.openxmlformats.org/officeDocument/2006/relationships/image" Target="../media/image1132.png"/><Relationship Id="rId354" Type="http://schemas.openxmlformats.org/officeDocument/2006/relationships/customXml" Target="../ink/ink1343.xml"/><Relationship Id="rId51" Type="http://schemas.openxmlformats.org/officeDocument/2006/relationships/image" Target="../media/image992.png"/><Relationship Id="rId72" Type="http://schemas.openxmlformats.org/officeDocument/2006/relationships/customXml" Target="../ink/ink1202.xml"/><Relationship Id="rId93" Type="http://schemas.openxmlformats.org/officeDocument/2006/relationships/image" Target="../media/image1013.png"/><Relationship Id="rId189" Type="http://schemas.openxmlformats.org/officeDocument/2006/relationships/image" Target="../media/image1061.png"/><Relationship Id="rId375" Type="http://schemas.openxmlformats.org/officeDocument/2006/relationships/image" Target="../media/image1153.png"/><Relationship Id="rId3" Type="http://schemas.openxmlformats.org/officeDocument/2006/relationships/image" Target="../media/image9680.png"/><Relationship Id="rId214" Type="http://schemas.openxmlformats.org/officeDocument/2006/relationships/customXml" Target="../ink/ink1273.xml"/><Relationship Id="rId235" Type="http://schemas.openxmlformats.org/officeDocument/2006/relationships/image" Target="../media/image1084.png"/><Relationship Id="rId256" Type="http://schemas.openxmlformats.org/officeDocument/2006/relationships/customXml" Target="../ink/ink1294.xml"/><Relationship Id="rId277" Type="http://schemas.openxmlformats.org/officeDocument/2006/relationships/image" Target="../media/image1104.png"/><Relationship Id="rId298" Type="http://schemas.openxmlformats.org/officeDocument/2006/relationships/customXml" Target="../ink/ink1315.xml"/><Relationship Id="rId116" Type="http://schemas.openxmlformats.org/officeDocument/2006/relationships/customXml" Target="../ink/ink1224.xml"/><Relationship Id="rId137" Type="http://schemas.openxmlformats.org/officeDocument/2006/relationships/image" Target="../media/image1035.png"/><Relationship Id="rId158" Type="http://schemas.openxmlformats.org/officeDocument/2006/relationships/customXml" Target="../ink/ink1245.xml"/><Relationship Id="rId302" Type="http://schemas.openxmlformats.org/officeDocument/2006/relationships/customXml" Target="../ink/ink1317.xml"/><Relationship Id="rId323" Type="http://schemas.openxmlformats.org/officeDocument/2006/relationships/image" Target="../media/image1127.png"/><Relationship Id="rId344" Type="http://schemas.openxmlformats.org/officeDocument/2006/relationships/customXml" Target="../ink/ink1338.xml"/><Relationship Id="rId20" Type="http://schemas.openxmlformats.org/officeDocument/2006/relationships/customXml" Target="../ink/ink1176.xml"/><Relationship Id="rId41" Type="http://schemas.openxmlformats.org/officeDocument/2006/relationships/image" Target="../media/image987.png"/><Relationship Id="rId62" Type="http://schemas.openxmlformats.org/officeDocument/2006/relationships/customXml" Target="../ink/ink1197.xml"/><Relationship Id="rId83" Type="http://schemas.openxmlformats.org/officeDocument/2006/relationships/image" Target="../media/image1008.png"/><Relationship Id="rId179" Type="http://schemas.openxmlformats.org/officeDocument/2006/relationships/image" Target="../media/image1056.png"/><Relationship Id="rId365" Type="http://schemas.openxmlformats.org/officeDocument/2006/relationships/image" Target="../media/image1148.png"/><Relationship Id="rId386" Type="http://schemas.openxmlformats.org/officeDocument/2006/relationships/customXml" Target="../ink/ink1359.xml"/><Relationship Id="rId190" Type="http://schemas.openxmlformats.org/officeDocument/2006/relationships/customXml" Target="../ink/ink1261.xml"/><Relationship Id="rId204" Type="http://schemas.openxmlformats.org/officeDocument/2006/relationships/customXml" Target="../ink/ink1268.xml"/><Relationship Id="rId225" Type="http://schemas.openxmlformats.org/officeDocument/2006/relationships/image" Target="../media/image1079.png"/><Relationship Id="rId246" Type="http://schemas.openxmlformats.org/officeDocument/2006/relationships/customXml" Target="../ink/ink1289.xml"/><Relationship Id="rId267" Type="http://schemas.openxmlformats.org/officeDocument/2006/relationships/image" Target="../media/image265.png"/><Relationship Id="rId288" Type="http://schemas.openxmlformats.org/officeDocument/2006/relationships/customXml" Target="../ink/ink1310.xml"/><Relationship Id="rId106" Type="http://schemas.openxmlformats.org/officeDocument/2006/relationships/customXml" Target="../ink/ink1219.xml"/><Relationship Id="rId127" Type="http://schemas.openxmlformats.org/officeDocument/2006/relationships/image" Target="../media/image1030.png"/><Relationship Id="rId313" Type="http://schemas.openxmlformats.org/officeDocument/2006/relationships/image" Target="../media/image1122.png"/><Relationship Id="rId10" Type="http://schemas.openxmlformats.org/officeDocument/2006/relationships/customXml" Target="../ink/ink1171.xml"/><Relationship Id="rId31" Type="http://schemas.openxmlformats.org/officeDocument/2006/relationships/image" Target="../media/image982.png"/><Relationship Id="rId52" Type="http://schemas.openxmlformats.org/officeDocument/2006/relationships/customXml" Target="../ink/ink1192.xml"/><Relationship Id="rId73" Type="http://schemas.openxmlformats.org/officeDocument/2006/relationships/image" Target="../media/image1003.png"/><Relationship Id="rId94" Type="http://schemas.openxmlformats.org/officeDocument/2006/relationships/customXml" Target="../ink/ink1213.xml"/><Relationship Id="rId148" Type="http://schemas.openxmlformats.org/officeDocument/2006/relationships/customXml" Target="../ink/ink1240.xml"/><Relationship Id="rId169" Type="http://schemas.openxmlformats.org/officeDocument/2006/relationships/image" Target="../media/image1051.png"/><Relationship Id="rId334" Type="http://schemas.openxmlformats.org/officeDocument/2006/relationships/customXml" Target="../ink/ink1333.xml"/><Relationship Id="rId355" Type="http://schemas.openxmlformats.org/officeDocument/2006/relationships/image" Target="../media/image1143.png"/><Relationship Id="rId376" Type="http://schemas.openxmlformats.org/officeDocument/2006/relationships/customXml" Target="../ink/ink1354.xml"/><Relationship Id="rId4" Type="http://schemas.openxmlformats.org/officeDocument/2006/relationships/customXml" Target="../ink/ink1168.xml"/><Relationship Id="rId180" Type="http://schemas.openxmlformats.org/officeDocument/2006/relationships/customXml" Target="../ink/ink1256.xml"/><Relationship Id="rId215" Type="http://schemas.openxmlformats.org/officeDocument/2006/relationships/image" Target="../media/image1074.png"/><Relationship Id="rId236" Type="http://schemas.openxmlformats.org/officeDocument/2006/relationships/customXml" Target="../ink/ink1284.xml"/><Relationship Id="rId257" Type="http://schemas.openxmlformats.org/officeDocument/2006/relationships/image" Target="../media/image1095.png"/><Relationship Id="rId278" Type="http://schemas.openxmlformats.org/officeDocument/2006/relationships/customXml" Target="../ink/ink1305.xml"/><Relationship Id="rId303" Type="http://schemas.openxmlformats.org/officeDocument/2006/relationships/image" Target="../media/image1117.png"/><Relationship Id="rId42" Type="http://schemas.openxmlformats.org/officeDocument/2006/relationships/customXml" Target="../ink/ink1187.xml"/><Relationship Id="rId84" Type="http://schemas.openxmlformats.org/officeDocument/2006/relationships/customXml" Target="../ink/ink1208.xml"/><Relationship Id="rId138" Type="http://schemas.openxmlformats.org/officeDocument/2006/relationships/customXml" Target="../ink/ink1235.xml"/><Relationship Id="rId345" Type="http://schemas.openxmlformats.org/officeDocument/2006/relationships/image" Target="../media/image1138.png"/><Relationship Id="rId387" Type="http://schemas.openxmlformats.org/officeDocument/2006/relationships/image" Target="../media/image1159.png"/><Relationship Id="rId191" Type="http://schemas.openxmlformats.org/officeDocument/2006/relationships/image" Target="../media/image1062.png"/><Relationship Id="rId205" Type="http://schemas.openxmlformats.org/officeDocument/2006/relationships/image" Target="../media/image1069.png"/><Relationship Id="rId247" Type="http://schemas.openxmlformats.org/officeDocument/2006/relationships/image" Target="../media/image1090.png"/><Relationship Id="rId107" Type="http://schemas.openxmlformats.org/officeDocument/2006/relationships/image" Target="../media/image1020.png"/><Relationship Id="rId289" Type="http://schemas.openxmlformats.org/officeDocument/2006/relationships/image" Target="../media/image1110.png"/><Relationship Id="rId11" Type="http://schemas.openxmlformats.org/officeDocument/2006/relationships/image" Target="../media/image972.png"/><Relationship Id="rId53" Type="http://schemas.openxmlformats.org/officeDocument/2006/relationships/image" Target="../media/image993.png"/><Relationship Id="rId149" Type="http://schemas.openxmlformats.org/officeDocument/2006/relationships/image" Target="../media/image1041.png"/><Relationship Id="rId314" Type="http://schemas.openxmlformats.org/officeDocument/2006/relationships/customXml" Target="../ink/ink1323.xml"/><Relationship Id="rId356" Type="http://schemas.openxmlformats.org/officeDocument/2006/relationships/customXml" Target="../ink/ink1344.xml"/><Relationship Id="rId95" Type="http://schemas.openxmlformats.org/officeDocument/2006/relationships/image" Target="../media/image1014.png"/><Relationship Id="rId160" Type="http://schemas.openxmlformats.org/officeDocument/2006/relationships/customXml" Target="../ink/ink1246.xml"/><Relationship Id="rId216" Type="http://schemas.openxmlformats.org/officeDocument/2006/relationships/customXml" Target="../ink/ink1274.xml"/><Relationship Id="rId258" Type="http://schemas.openxmlformats.org/officeDocument/2006/relationships/customXml" Target="../ink/ink1295.xml"/><Relationship Id="rId22" Type="http://schemas.openxmlformats.org/officeDocument/2006/relationships/customXml" Target="../ink/ink1177.xml"/><Relationship Id="rId64" Type="http://schemas.openxmlformats.org/officeDocument/2006/relationships/customXml" Target="../ink/ink1198.xml"/><Relationship Id="rId118" Type="http://schemas.openxmlformats.org/officeDocument/2006/relationships/customXml" Target="../ink/ink1225.xml"/><Relationship Id="rId325" Type="http://schemas.openxmlformats.org/officeDocument/2006/relationships/image" Target="../media/image1128.png"/><Relationship Id="rId367" Type="http://schemas.openxmlformats.org/officeDocument/2006/relationships/image" Target="../media/image1149.png"/><Relationship Id="rId171" Type="http://schemas.openxmlformats.org/officeDocument/2006/relationships/image" Target="../media/image1052.png"/><Relationship Id="rId227" Type="http://schemas.openxmlformats.org/officeDocument/2006/relationships/image" Target="../media/image1080.png"/><Relationship Id="rId269" Type="http://schemas.openxmlformats.org/officeDocument/2006/relationships/image" Target="../media/image1100.png"/><Relationship Id="rId33" Type="http://schemas.openxmlformats.org/officeDocument/2006/relationships/image" Target="../media/image983.png"/><Relationship Id="rId129" Type="http://schemas.openxmlformats.org/officeDocument/2006/relationships/image" Target="../media/image1031.png"/><Relationship Id="rId280" Type="http://schemas.openxmlformats.org/officeDocument/2006/relationships/customXml" Target="../ink/ink1306.xml"/><Relationship Id="rId336" Type="http://schemas.openxmlformats.org/officeDocument/2006/relationships/customXml" Target="../ink/ink1334.xml"/><Relationship Id="rId75" Type="http://schemas.openxmlformats.org/officeDocument/2006/relationships/image" Target="../media/image1004.png"/><Relationship Id="rId140" Type="http://schemas.openxmlformats.org/officeDocument/2006/relationships/customXml" Target="../ink/ink1236.xml"/><Relationship Id="rId182" Type="http://schemas.openxmlformats.org/officeDocument/2006/relationships/customXml" Target="../ink/ink1257.xml"/><Relationship Id="rId378" Type="http://schemas.openxmlformats.org/officeDocument/2006/relationships/customXml" Target="../ink/ink1355.xml"/><Relationship Id="rId6" Type="http://schemas.openxmlformats.org/officeDocument/2006/relationships/customXml" Target="../ink/ink1169.xml"/><Relationship Id="rId238" Type="http://schemas.openxmlformats.org/officeDocument/2006/relationships/customXml" Target="../ink/ink1285.xml"/><Relationship Id="rId291" Type="http://schemas.openxmlformats.org/officeDocument/2006/relationships/image" Target="../media/image1111.png"/><Relationship Id="rId305" Type="http://schemas.openxmlformats.org/officeDocument/2006/relationships/image" Target="../media/image1118.png"/><Relationship Id="rId347" Type="http://schemas.openxmlformats.org/officeDocument/2006/relationships/image" Target="../media/image1139.png"/><Relationship Id="rId44" Type="http://schemas.openxmlformats.org/officeDocument/2006/relationships/customXml" Target="../ink/ink1188.xml"/><Relationship Id="rId86" Type="http://schemas.openxmlformats.org/officeDocument/2006/relationships/customXml" Target="../ink/ink1209.xml"/><Relationship Id="rId151" Type="http://schemas.openxmlformats.org/officeDocument/2006/relationships/image" Target="../media/image1042.png"/><Relationship Id="rId389" Type="http://schemas.openxmlformats.org/officeDocument/2006/relationships/image" Target="../media/image1160.png"/><Relationship Id="rId193" Type="http://schemas.openxmlformats.org/officeDocument/2006/relationships/image" Target="../media/image1063.png"/><Relationship Id="rId207" Type="http://schemas.openxmlformats.org/officeDocument/2006/relationships/image" Target="../media/image1070.png"/><Relationship Id="rId249" Type="http://schemas.openxmlformats.org/officeDocument/2006/relationships/image" Target="../media/image1091.png"/><Relationship Id="rId13" Type="http://schemas.openxmlformats.org/officeDocument/2006/relationships/image" Target="../media/image973.png"/><Relationship Id="rId109" Type="http://schemas.openxmlformats.org/officeDocument/2006/relationships/image" Target="../media/image1021.png"/><Relationship Id="rId260" Type="http://schemas.openxmlformats.org/officeDocument/2006/relationships/customXml" Target="../ink/ink1296.xml"/><Relationship Id="rId316" Type="http://schemas.openxmlformats.org/officeDocument/2006/relationships/customXml" Target="../ink/ink1324.xml"/><Relationship Id="rId55" Type="http://schemas.openxmlformats.org/officeDocument/2006/relationships/image" Target="../media/image994.png"/><Relationship Id="rId97" Type="http://schemas.openxmlformats.org/officeDocument/2006/relationships/image" Target="../media/image1015.png"/><Relationship Id="rId120" Type="http://schemas.openxmlformats.org/officeDocument/2006/relationships/customXml" Target="../ink/ink1226.xml"/><Relationship Id="rId358" Type="http://schemas.openxmlformats.org/officeDocument/2006/relationships/customXml" Target="../ink/ink1345.xml"/><Relationship Id="rId162" Type="http://schemas.openxmlformats.org/officeDocument/2006/relationships/customXml" Target="../ink/ink1247.xml"/><Relationship Id="rId218" Type="http://schemas.openxmlformats.org/officeDocument/2006/relationships/customXml" Target="../ink/ink1275.xml"/><Relationship Id="rId271" Type="http://schemas.openxmlformats.org/officeDocument/2006/relationships/image" Target="../media/image1101.png"/><Relationship Id="rId24" Type="http://schemas.openxmlformats.org/officeDocument/2006/relationships/customXml" Target="../ink/ink1178.xml"/><Relationship Id="rId66" Type="http://schemas.openxmlformats.org/officeDocument/2006/relationships/customXml" Target="../ink/ink1199.xml"/><Relationship Id="rId131" Type="http://schemas.openxmlformats.org/officeDocument/2006/relationships/image" Target="../media/image1032.png"/><Relationship Id="rId327" Type="http://schemas.openxmlformats.org/officeDocument/2006/relationships/image" Target="../media/image1129.png"/><Relationship Id="rId369" Type="http://schemas.openxmlformats.org/officeDocument/2006/relationships/image" Target="../media/image1150.png"/><Relationship Id="rId173" Type="http://schemas.openxmlformats.org/officeDocument/2006/relationships/image" Target="../media/image1053.png"/><Relationship Id="rId229" Type="http://schemas.openxmlformats.org/officeDocument/2006/relationships/image" Target="../media/image1081.png"/><Relationship Id="rId380" Type="http://schemas.openxmlformats.org/officeDocument/2006/relationships/customXml" Target="../ink/ink1356.xml"/><Relationship Id="rId240" Type="http://schemas.openxmlformats.org/officeDocument/2006/relationships/customXml" Target="../ink/ink1286.xml"/><Relationship Id="rId35" Type="http://schemas.openxmlformats.org/officeDocument/2006/relationships/image" Target="../media/image984.png"/><Relationship Id="rId77" Type="http://schemas.openxmlformats.org/officeDocument/2006/relationships/image" Target="../media/image1005.png"/><Relationship Id="rId100" Type="http://schemas.openxmlformats.org/officeDocument/2006/relationships/customXml" Target="../ink/ink1216.xml"/><Relationship Id="rId282" Type="http://schemas.openxmlformats.org/officeDocument/2006/relationships/customXml" Target="../ink/ink1307.xml"/><Relationship Id="rId338" Type="http://schemas.openxmlformats.org/officeDocument/2006/relationships/customXml" Target="../ink/ink1335.xml"/><Relationship Id="rId8" Type="http://schemas.openxmlformats.org/officeDocument/2006/relationships/customXml" Target="../ink/ink1170.xml"/><Relationship Id="rId142" Type="http://schemas.openxmlformats.org/officeDocument/2006/relationships/customXml" Target="../ink/ink1237.xml"/><Relationship Id="rId184" Type="http://schemas.openxmlformats.org/officeDocument/2006/relationships/customXml" Target="../ink/ink1258.xml"/><Relationship Id="rId391" Type="http://schemas.openxmlformats.org/officeDocument/2006/relationships/image" Target="../media/image1161.png"/><Relationship Id="rId251" Type="http://schemas.openxmlformats.org/officeDocument/2006/relationships/image" Target="../media/image1092.png"/><Relationship Id="rId46" Type="http://schemas.openxmlformats.org/officeDocument/2006/relationships/customXml" Target="../ink/ink1189.xml"/><Relationship Id="rId293" Type="http://schemas.openxmlformats.org/officeDocument/2006/relationships/image" Target="../media/image1112.png"/><Relationship Id="rId307" Type="http://schemas.openxmlformats.org/officeDocument/2006/relationships/image" Target="../media/image1119.png"/><Relationship Id="rId349" Type="http://schemas.openxmlformats.org/officeDocument/2006/relationships/image" Target="../media/image1140.png"/><Relationship Id="rId88" Type="http://schemas.openxmlformats.org/officeDocument/2006/relationships/customXml" Target="../ink/ink1210.xml"/><Relationship Id="rId111" Type="http://schemas.openxmlformats.org/officeDocument/2006/relationships/image" Target="../media/image1022.png"/><Relationship Id="rId153" Type="http://schemas.openxmlformats.org/officeDocument/2006/relationships/image" Target="../media/image1043.png"/><Relationship Id="rId195" Type="http://schemas.openxmlformats.org/officeDocument/2006/relationships/image" Target="../media/image1064.png"/><Relationship Id="rId209" Type="http://schemas.openxmlformats.org/officeDocument/2006/relationships/image" Target="../media/image1071.png"/><Relationship Id="rId360" Type="http://schemas.openxmlformats.org/officeDocument/2006/relationships/customXml" Target="../ink/ink1346.xml"/><Relationship Id="rId220" Type="http://schemas.openxmlformats.org/officeDocument/2006/relationships/customXml" Target="../ink/ink1276.xml"/><Relationship Id="rId15" Type="http://schemas.openxmlformats.org/officeDocument/2006/relationships/image" Target="../media/image974.png"/><Relationship Id="rId57" Type="http://schemas.openxmlformats.org/officeDocument/2006/relationships/image" Target="../media/image995.png"/><Relationship Id="rId262" Type="http://schemas.openxmlformats.org/officeDocument/2006/relationships/customXml" Target="../ink/ink1297.xml"/><Relationship Id="rId318" Type="http://schemas.openxmlformats.org/officeDocument/2006/relationships/customXml" Target="../ink/ink1325.xml"/><Relationship Id="rId99" Type="http://schemas.openxmlformats.org/officeDocument/2006/relationships/image" Target="../media/image1016.png"/><Relationship Id="rId122" Type="http://schemas.openxmlformats.org/officeDocument/2006/relationships/customXml" Target="../ink/ink1227.xml"/><Relationship Id="rId164" Type="http://schemas.openxmlformats.org/officeDocument/2006/relationships/customXml" Target="../ink/ink1248.xml"/><Relationship Id="rId371" Type="http://schemas.openxmlformats.org/officeDocument/2006/relationships/image" Target="../media/image1151.png"/><Relationship Id="rId26" Type="http://schemas.openxmlformats.org/officeDocument/2006/relationships/customXml" Target="../ink/ink1179.xml"/><Relationship Id="rId231" Type="http://schemas.openxmlformats.org/officeDocument/2006/relationships/image" Target="../media/image1082.png"/><Relationship Id="rId273" Type="http://schemas.openxmlformats.org/officeDocument/2006/relationships/image" Target="../media/image1102.png"/><Relationship Id="rId329" Type="http://schemas.openxmlformats.org/officeDocument/2006/relationships/image" Target="../media/image1130.png"/><Relationship Id="rId68" Type="http://schemas.openxmlformats.org/officeDocument/2006/relationships/customXml" Target="../ink/ink1200.xml"/><Relationship Id="rId133" Type="http://schemas.openxmlformats.org/officeDocument/2006/relationships/image" Target="../media/image1033.png"/><Relationship Id="rId175" Type="http://schemas.openxmlformats.org/officeDocument/2006/relationships/image" Target="../media/image1054.png"/><Relationship Id="rId340" Type="http://schemas.openxmlformats.org/officeDocument/2006/relationships/customXml" Target="../ink/ink1336.xml"/><Relationship Id="rId200" Type="http://schemas.openxmlformats.org/officeDocument/2006/relationships/customXml" Target="../ink/ink1266.xml"/><Relationship Id="rId382" Type="http://schemas.openxmlformats.org/officeDocument/2006/relationships/customXml" Target="../ink/ink1357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75.png"/><Relationship Id="rId21" Type="http://schemas.openxmlformats.org/officeDocument/2006/relationships/customXml" Target="../ink/ink1372.xml"/><Relationship Id="rId42" Type="http://schemas.openxmlformats.org/officeDocument/2006/relationships/image" Target="../media/image1183.png"/><Relationship Id="rId47" Type="http://schemas.openxmlformats.org/officeDocument/2006/relationships/customXml" Target="../ink/ink1385.xml"/><Relationship Id="rId63" Type="http://schemas.openxmlformats.org/officeDocument/2006/relationships/customXml" Target="../ink/ink1393.xml"/><Relationship Id="rId68" Type="http://schemas.openxmlformats.org/officeDocument/2006/relationships/image" Target="../media/image1196.png"/><Relationship Id="rId16" Type="http://schemas.openxmlformats.org/officeDocument/2006/relationships/image" Target="../media/image1170.png"/><Relationship Id="rId11" Type="http://schemas.openxmlformats.org/officeDocument/2006/relationships/customXml" Target="../ink/ink1367.xml"/><Relationship Id="rId32" Type="http://schemas.openxmlformats.org/officeDocument/2006/relationships/image" Target="../media/image1178.png"/><Relationship Id="rId37" Type="http://schemas.openxmlformats.org/officeDocument/2006/relationships/customXml" Target="../ink/ink1380.xml"/><Relationship Id="rId53" Type="http://schemas.openxmlformats.org/officeDocument/2006/relationships/customXml" Target="../ink/ink1388.xml"/><Relationship Id="rId58" Type="http://schemas.openxmlformats.org/officeDocument/2006/relationships/image" Target="../media/image1191.png"/><Relationship Id="rId74" Type="http://schemas.openxmlformats.org/officeDocument/2006/relationships/image" Target="../media/image1199.png"/><Relationship Id="rId79" Type="http://schemas.openxmlformats.org/officeDocument/2006/relationships/customXml" Target="../ink/ink1401.xml"/><Relationship Id="rId5" Type="http://schemas.openxmlformats.org/officeDocument/2006/relationships/customXml" Target="../ink/ink1364.xml"/><Relationship Id="rId61" Type="http://schemas.openxmlformats.org/officeDocument/2006/relationships/customXml" Target="../ink/ink1392.xml"/><Relationship Id="rId82" Type="http://schemas.openxmlformats.org/officeDocument/2006/relationships/image" Target="../media/image1203.png"/><Relationship Id="rId19" Type="http://schemas.openxmlformats.org/officeDocument/2006/relationships/customXml" Target="../ink/ink1371.xml"/><Relationship Id="rId14" Type="http://schemas.openxmlformats.org/officeDocument/2006/relationships/image" Target="../media/image1169.png"/><Relationship Id="rId22" Type="http://schemas.openxmlformats.org/officeDocument/2006/relationships/image" Target="../media/image1173.png"/><Relationship Id="rId27" Type="http://schemas.openxmlformats.org/officeDocument/2006/relationships/customXml" Target="../ink/ink1375.xml"/><Relationship Id="rId30" Type="http://schemas.openxmlformats.org/officeDocument/2006/relationships/image" Target="../media/image1177.png"/><Relationship Id="rId35" Type="http://schemas.openxmlformats.org/officeDocument/2006/relationships/customXml" Target="../ink/ink1379.xml"/><Relationship Id="rId43" Type="http://schemas.openxmlformats.org/officeDocument/2006/relationships/customXml" Target="../ink/ink1383.xml"/><Relationship Id="rId48" Type="http://schemas.openxmlformats.org/officeDocument/2006/relationships/image" Target="../media/image1186.png"/><Relationship Id="rId56" Type="http://schemas.openxmlformats.org/officeDocument/2006/relationships/image" Target="../media/image1190.png"/><Relationship Id="rId64" Type="http://schemas.openxmlformats.org/officeDocument/2006/relationships/image" Target="../media/image1194.png"/><Relationship Id="rId69" Type="http://schemas.openxmlformats.org/officeDocument/2006/relationships/customXml" Target="../ink/ink1396.xml"/><Relationship Id="rId77" Type="http://schemas.openxmlformats.org/officeDocument/2006/relationships/customXml" Target="../ink/ink1400.xml"/><Relationship Id="rId8" Type="http://schemas.openxmlformats.org/officeDocument/2006/relationships/image" Target="../media/image1166.png"/><Relationship Id="rId51" Type="http://schemas.openxmlformats.org/officeDocument/2006/relationships/customXml" Target="../ink/ink1387.xml"/><Relationship Id="rId72" Type="http://schemas.openxmlformats.org/officeDocument/2006/relationships/image" Target="../media/image1198.png"/><Relationship Id="rId80" Type="http://schemas.openxmlformats.org/officeDocument/2006/relationships/image" Target="../media/image1202.png"/><Relationship Id="rId3" Type="http://schemas.openxmlformats.org/officeDocument/2006/relationships/customXml" Target="../ink/ink1363.xml"/><Relationship Id="rId12" Type="http://schemas.openxmlformats.org/officeDocument/2006/relationships/image" Target="../media/image1168.png"/><Relationship Id="rId17" Type="http://schemas.openxmlformats.org/officeDocument/2006/relationships/customXml" Target="../ink/ink1370.xml"/><Relationship Id="rId25" Type="http://schemas.openxmlformats.org/officeDocument/2006/relationships/customXml" Target="../ink/ink1374.xml"/><Relationship Id="rId33" Type="http://schemas.openxmlformats.org/officeDocument/2006/relationships/customXml" Target="../ink/ink1378.xml"/><Relationship Id="rId38" Type="http://schemas.openxmlformats.org/officeDocument/2006/relationships/image" Target="../media/image1181.png"/><Relationship Id="rId46" Type="http://schemas.openxmlformats.org/officeDocument/2006/relationships/image" Target="../media/image1185.png"/><Relationship Id="rId59" Type="http://schemas.openxmlformats.org/officeDocument/2006/relationships/customXml" Target="../ink/ink1391.xml"/><Relationship Id="rId67" Type="http://schemas.openxmlformats.org/officeDocument/2006/relationships/customXml" Target="../ink/ink1395.xml"/><Relationship Id="rId20" Type="http://schemas.openxmlformats.org/officeDocument/2006/relationships/image" Target="../media/image1172.png"/><Relationship Id="rId41" Type="http://schemas.openxmlformats.org/officeDocument/2006/relationships/customXml" Target="../ink/ink1382.xml"/><Relationship Id="rId54" Type="http://schemas.openxmlformats.org/officeDocument/2006/relationships/image" Target="../media/image1189.png"/><Relationship Id="rId62" Type="http://schemas.openxmlformats.org/officeDocument/2006/relationships/image" Target="../media/image1193.png"/><Relationship Id="rId70" Type="http://schemas.openxmlformats.org/officeDocument/2006/relationships/image" Target="../media/image1197.png"/><Relationship Id="rId75" Type="http://schemas.openxmlformats.org/officeDocument/2006/relationships/customXml" Target="../ink/ink139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5.png"/><Relationship Id="rId15" Type="http://schemas.openxmlformats.org/officeDocument/2006/relationships/customXml" Target="../ink/ink1369.xml"/><Relationship Id="rId23" Type="http://schemas.openxmlformats.org/officeDocument/2006/relationships/customXml" Target="../ink/ink1373.xml"/><Relationship Id="rId28" Type="http://schemas.openxmlformats.org/officeDocument/2006/relationships/image" Target="../media/image1176.png"/><Relationship Id="rId36" Type="http://schemas.openxmlformats.org/officeDocument/2006/relationships/image" Target="../media/image1180.png"/><Relationship Id="rId49" Type="http://schemas.openxmlformats.org/officeDocument/2006/relationships/customXml" Target="../ink/ink1386.xml"/><Relationship Id="rId57" Type="http://schemas.openxmlformats.org/officeDocument/2006/relationships/customXml" Target="../ink/ink1390.xml"/><Relationship Id="rId10" Type="http://schemas.openxmlformats.org/officeDocument/2006/relationships/image" Target="../media/image1167.png"/><Relationship Id="rId31" Type="http://schemas.openxmlformats.org/officeDocument/2006/relationships/customXml" Target="../ink/ink1377.xml"/><Relationship Id="rId44" Type="http://schemas.openxmlformats.org/officeDocument/2006/relationships/image" Target="../media/image1184.png"/><Relationship Id="rId52" Type="http://schemas.openxmlformats.org/officeDocument/2006/relationships/image" Target="../media/image1188.png"/><Relationship Id="rId60" Type="http://schemas.openxmlformats.org/officeDocument/2006/relationships/image" Target="../media/image1192.png"/><Relationship Id="rId65" Type="http://schemas.openxmlformats.org/officeDocument/2006/relationships/customXml" Target="../ink/ink1394.xml"/><Relationship Id="rId73" Type="http://schemas.openxmlformats.org/officeDocument/2006/relationships/customXml" Target="../ink/ink1398.xml"/><Relationship Id="rId78" Type="http://schemas.openxmlformats.org/officeDocument/2006/relationships/image" Target="../media/image1201.png"/><Relationship Id="rId81" Type="http://schemas.openxmlformats.org/officeDocument/2006/relationships/customXml" Target="../ink/ink1402.xml"/><Relationship Id="rId4" Type="http://schemas.openxmlformats.org/officeDocument/2006/relationships/image" Target="../media/image1164.png"/><Relationship Id="rId9" Type="http://schemas.openxmlformats.org/officeDocument/2006/relationships/customXml" Target="../ink/ink1366.xml"/><Relationship Id="rId13" Type="http://schemas.openxmlformats.org/officeDocument/2006/relationships/customXml" Target="../ink/ink1368.xml"/><Relationship Id="rId18" Type="http://schemas.openxmlformats.org/officeDocument/2006/relationships/image" Target="../media/image1171.png"/><Relationship Id="rId39" Type="http://schemas.openxmlformats.org/officeDocument/2006/relationships/customXml" Target="../ink/ink1381.xml"/><Relationship Id="rId34" Type="http://schemas.openxmlformats.org/officeDocument/2006/relationships/image" Target="../media/image1179.png"/><Relationship Id="rId50" Type="http://schemas.openxmlformats.org/officeDocument/2006/relationships/image" Target="../media/image1187.png"/><Relationship Id="rId55" Type="http://schemas.openxmlformats.org/officeDocument/2006/relationships/customXml" Target="../ink/ink1389.xml"/><Relationship Id="rId76" Type="http://schemas.openxmlformats.org/officeDocument/2006/relationships/image" Target="../media/image1200.png"/><Relationship Id="rId7" Type="http://schemas.openxmlformats.org/officeDocument/2006/relationships/customXml" Target="../ink/ink1365.xml"/><Relationship Id="rId71" Type="http://schemas.openxmlformats.org/officeDocument/2006/relationships/customXml" Target="../ink/ink1397.xml"/><Relationship Id="rId2" Type="http://schemas.openxmlformats.org/officeDocument/2006/relationships/image" Target="../media/image1163.png"/><Relationship Id="rId29" Type="http://schemas.openxmlformats.org/officeDocument/2006/relationships/customXml" Target="../ink/ink1376.xml"/><Relationship Id="rId24" Type="http://schemas.openxmlformats.org/officeDocument/2006/relationships/image" Target="../media/image1174.png"/><Relationship Id="rId40" Type="http://schemas.openxmlformats.org/officeDocument/2006/relationships/image" Target="../media/image1182.png"/><Relationship Id="rId45" Type="http://schemas.openxmlformats.org/officeDocument/2006/relationships/customXml" Target="../ink/ink1384.xml"/><Relationship Id="rId66" Type="http://schemas.openxmlformats.org/officeDocument/2006/relationships/image" Target="../media/image1195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19.png"/><Relationship Id="rId299" Type="http://schemas.openxmlformats.org/officeDocument/2006/relationships/image" Target="../media/image1310.png"/><Relationship Id="rId21" Type="http://schemas.openxmlformats.org/officeDocument/2006/relationships/image" Target="../media/image11720.png"/><Relationship Id="rId63" Type="http://schemas.openxmlformats.org/officeDocument/2006/relationships/image" Target="../media/image11920.png"/><Relationship Id="rId159" Type="http://schemas.openxmlformats.org/officeDocument/2006/relationships/image" Target="../media/image1240.png"/><Relationship Id="rId324" Type="http://schemas.openxmlformats.org/officeDocument/2006/relationships/customXml" Target="../ink/ink1564.xml"/><Relationship Id="rId366" Type="http://schemas.openxmlformats.org/officeDocument/2006/relationships/customXml" Target="../ink/ink1585.xml"/><Relationship Id="rId170" Type="http://schemas.openxmlformats.org/officeDocument/2006/relationships/customXml" Target="../ink/ink1487.xml"/><Relationship Id="rId226" Type="http://schemas.openxmlformats.org/officeDocument/2006/relationships/customXml" Target="../ink/ink1515.xml"/><Relationship Id="rId433" Type="http://schemas.openxmlformats.org/officeDocument/2006/relationships/image" Target="../media/image1376.png"/><Relationship Id="rId268" Type="http://schemas.openxmlformats.org/officeDocument/2006/relationships/customXml" Target="../ink/ink1536.xml"/><Relationship Id="rId32" Type="http://schemas.openxmlformats.org/officeDocument/2006/relationships/customXml" Target="../ink/ink1418.xml"/><Relationship Id="rId74" Type="http://schemas.openxmlformats.org/officeDocument/2006/relationships/customXml" Target="../ink/ink1439.xml"/><Relationship Id="rId128" Type="http://schemas.openxmlformats.org/officeDocument/2006/relationships/customXml" Target="../ink/ink1466.xml"/><Relationship Id="rId335" Type="http://schemas.openxmlformats.org/officeDocument/2006/relationships/image" Target="../media/image1328.png"/><Relationship Id="rId377" Type="http://schemas.openxmlformats.org/officeDocument/2006/relationships/image" Target="../media/image1349.png"/><Relationship Id="rId5" Type="http://schemas.openxmlformats.org/officeDocument/2006/relationships/image" Target="../media/image11640.png"/><Relationship Id="rId181" Type="http://schemas.openxmlformats.org/officeDocument/2006/relationships/image" Target="../media/image1251.png"/><Relationship Id="rId237" Type="http://schemas.openxmlformats.org/officeDocument/2006/relationships/image" Target="../media/image1279.png"/><Relationship Id="rId402" Type="http://schemas.openxmlformats.org/officeDocument/2006/relationships/customXml" Target="../ink/ink1603.xml"/><Relationship Id="rId279" Type="http://schemas.openxmlformats.org/officeDocument/2006/relationships/image" Target="../media/image1300.png"/><Relationship Id="rId43" Type="http://schemas.openxmlformats.org/officeDocument/2006/relationships/image" Target="../media/image11830.png"/><Relationship Id="rId139" Type="http://schemas.openxmlformats.org/officeDocument/2006/relationships/image" Target="../media/image1230.png"/><Relationship Id="rId290" Type="http://schemas.openxmlformats.org/officeDocument/2006/relationships/customXml" Target="../ink/ink1547.xml"/><Relationship Id="rId304" Type="http://schemas.openxmlformats.org/officeDocument/2006/relationships/customXml" Target="../ink/ink1554.xml"/><Relationship Id="rId346" Type="http://schemas.openxmlformats.org/officeDocument/2006/relationships/customXml" Target="../ink/ink1575.xml"/><Relationship Id="rId388" Type="http://schemas.openxmlformats.org/officeDocument/2006/relationships/customXml" Target="../ink/ink1596.xml"/><Relationship Id="rId85" Type="http://schemas.openxmlformats.org/officeDocument/2006/relationships/image" Target="../media/image12030.png"/><Relationship Id="rId150" Type="http://schemas.openxmlformats.org/officeDocument/2006/relationships/customXml" Target="../ink/ink1477.xml"/><Relationship Id="rId192" Type="http://schemas.openxmlformats.org/officeDocument/2006/relationships/customXml" Target="../ink/ink1498.xml"/><Relationship Id="rId206" Type="http://schemas.openxmlformats.org/officeDocument/2006/relationships/customXml" Target="../ink/ink1505.xml"/><Relationship Id="rId413" Type="http://schemas.openxmlformats.org/officeDocument/2006/relationships/image" Target="../media/image1367.png"/><Relationship Id="rId248" Type="http://schemas.openxmlformats.org/officeDocument/2006/relationships/customXml" Target="../ink/ink1526.xml"/><Relationship Id="rId12" Type="http://schemas.openxmlformats.org/officeDocument/2006/relationships/customXml" Target="../ink/ink1408.xml"/><Relationship Id="rId108" Type="http://schemas.openxmlformats.org/officeDocument/2006/relationships/customXml" Target="../ink/ink1456.xml"/><Relationship Id="rId315" Type="http://schemas.openxmlformats.org/officeDocument/2006/relationships/image" Target="../media/image1318.png"/><Relationship Id="rId357" Type="http://schemas.openxmlformats.org/officeDocument/2006/relationships/image" Target="../media/image1339.png"/><Relationship Id="rId54" Type="http://schemas.openxmlformats.org/officeDocument/2006/relationships/customXml" Target="../ink/ink1429.xml"/><Relationship Id="rId96" Type="http://schemas.openxmlformats.org/officeDocument/2006/relationships/customXml" Target="../ink/ink1450.xml"/><Relationship Id="rId161" Type="http://schemas.openxmlformats.org/officeDocument/2006/relationships/image" Target="../media/image1241.png"/><Relationship Id="rId217" Type="http://schemas.openxmlformats.org/officeDocument/2006/relationships/image" Target="../media/image1269.png"/><Relationship Id="rId399" Type="http://schemas.openxmlformats.org/officeDocument/2006/relationships/image" Target="../media/image1360.png"/><Relationship Id="rId259" Type="http://schemas.openxmlformats.org/officeDocument/2006/relationships/image" Target="../media/image1290.png"/><Relationship Id="rId424" Type="http://schemas.openxmlformats.org/officeDocument/2006/relationships/customXml" Target="../ink/ink1614.xml"/><Relationship Id="rId23" Type="http://schemas.openxmlformats.org/officeDocument/2006/relationships/image" Target="../media/image11730.png"/><Relationship Id="rId119" Type="http://schemas.openxmlformats.org/officeDocument/2006/relationships/image" Target="../media/image1220.png"/><Relationship Id="rId270" Type="http://schemas.openxmlformats.org/officeDocument/2006/relationships/customXml" Target="../ink/ink1537.xml"/><Relationship Id="rId326" Type="http://schemas.openxmlformats.org/officeDocument/2006/relationships/customXml" Target="../ink/ink1565.xml"/><Relationship Id="rId65" Type="http://schemas.openxmlformats.org/officeDocument/2006/relationships/image" Target="../media/image11930.png"/><Relationship Id="rId130" Type="http://schemas.openxmlformats.org/officeDocument/2006/relationships/customXml" Target="../ink/ink1467.xml"/><Relationship Id="rId368" Type="http://schemas.openxmlformats.org/officeDocument/2006/relationships/customXml" Target="../ink/ink1586.xml"/><Relationship Id="rId172" Type="http://schemas.openxmlformats.org/officeDocument/2006/relationships/customXml" Target="../ink/ink1488.xml"/><Relationship Id="rId228" Type="http://schemas.openxmlformats.org/officeDocument/2006/relationships/customXml" Target="../ink/ink1516.xml"/><Relationship Id="rId281" Type="http://schemas.openxmlformats.org/officeDocument/2006/relationships/image" Target="../media/image1301.png"/><Relationship Id="rId337" Type="http://schemas.openxmlformats.org/officeDocument/2006/relationships/image" Target="../media/image1329.png"/><Relationship Id="rId34" Type="http://schemas.openxmlformats.org/officeDocument/2006/relationships/customXml" Target="../ink/ink1419.xml"/><Relationship Id="rId76" Type="http://schemas.openxmlformats.org/officeDocument/2006/relationships/customXml" Target="../ink/ink1440.xml"/><Relationship Id="rId141" Type="http://schemas.openxmlformats.org/officeDocument/2006/relationships/image" Target="../media/image1231.png"/><Relationship Id="rId379" Type="http://schemas.openxmlformats.org/officeDocument/2006/relationships/image" Target="../media/image1350.png"/><Relationship Id="rId7" Type="http://schemas.openxmlformats.org/officeDocument/2006/relationships/image" Target="../media/image11650.png"/><Relationship Id="rId183" Type="http://schemas.openxmlformats.org/officeDocument/2006/relationships/image" Target="../media/image1252.png"/><Relationship Id="rId239" Type="http://schemas.openxmlformats.org/officeDocument/2006/relationships/image" Target="../media/image1280.png"/><Relationship Id="rId390" Type="http://schemas.openxmlformats.org/officeDocument/2006/relationships/customXml" Target="../ink/ink1597.xml"/><Relationship Id="rId404" Type="http://schemas.openxmlformats.org/officeDocument/2006/relationships/customXml" Target="../ink/ink1604.xml"/><Relationship Id="rId250" Type="http://schemas.openxmlformats.org/officeDocument/2006/relationships/customXml" Target="../ink/ink1527.xml"/><Relationship Id="rId292" Type="http://schemas.openxmlformats.org/officeDocument/2006/relationships/customXml" Target="../ink/ink1548.xml"/><Relationship Id="rId306" Type="http://schemas.openxmlformats.org/officeDocument/2006/relationships/customXml" Target="../ink/ink1555.xml"/><Relationship Id="rId45" Type="http://schemas.openxmlformats.org/officeDocument/2006/relationships/image" Target="../media/image11840.png"/><Relationship Id="rId87" Type="http://schemas.openxmlformats.org/officeDocument/2006/relationships/image" Target="../media/image1204.png"/><Relationship Id="rId110" Type="http://schemas.openxmlformats.org/officeDocument/2006/relationships/customXml" Target="../ink/ink1457.xml"/><Relationship Id="rId348" Type="http://schemas.openxmlformats.org/officeDocument/2006/relationships/customXml" Target="../ink/ink1576.xml"/><Relationship Id="rId152" Type="http://schemas.openxmlformats.org/officeDocument/2006/relationships/customXml" Target="../ink/ink1478.xml"/><Relationship Id="rId194" Type="http://schemas.openxmlformats.org/officeDocument/2006/relationships/customXml" Target="../ink/ink1499.xml"/><Relationship Id="rId208" Type="http://schemas.openxmlformats.org/officeDocument/2006/relationships/customXml" Target="../ink/ink1506.xml"/><Relationship Id="rId415" Type="http://schemas.openxmlformats.org/officeDocument/2006/relationships/image" Target="../media/image1368.png"/><Relationship Id="rId261" Type="http://schemas.openxmlformats.org/officeDocument/2006/relationships/image" Target="../media/image1291.png"/><Relationship Id="rId14" Type="http://schemas.openxmlformats.org/officeDocument/2006/relationships/customXml" Target="../ink/ink1409.xml"/><Relationship Id="rId56" Type="http://schemas.openxmlformats.org/officeDocument/2006/relationships/customXml" Target="../ink/ink1430.xml"/><Relationship Id="rId317" Type="http://schemas.openxmlformats.org/officeDocument/2006/relationships/image" Target="../media/image1319.png"/><Relationship Id="rId359" Type="http://schemas.openxmlformats.org/officeDocument/2006/relationships/image" Target="../media/image1340.png"/><Relationship Id="rId98" Type="http://schemas.openxmlformats.org/officeDocument/2006/relationships/customXml" Target="../ink/ink1451.xml"/><Relationship Id="rId121" Type="http://schemas.openxmlformats.org/officeDocument/2006/relationships/image" Target="../media/image1221.png"/><Relationship Id="rId163" Type="http://schemas.openxmlformats.org/officeDocument/2006/relationships/image" Target="../media/image1242.png"/><Relationship Id="rId219" Type="http://schemas.openxmlformats.org/officeDocument/2006/relationships/image" Target="../media/image1270.png"/><Relationship Id="rId370" Type="http://schemas.openxmlformats.org/officeDocument/2006/relationships/customXml" Target="../ink/ink1587.xml"/><Relationship Id="rId426" Type="http://schemas.openxmlformats.org/officeDocument/2006/relationships/customXml" Target="../ink/ink1615.xml"/><Relationship Id="rId230" Type="http://schemas.openxmlformats.org/officeDocument/2006/relationships/customXml" Target="../ink/ink1517.xml"/><Relationship Id="rId25" Type="http://schemas.openxmlformats.org/officeDocument/2006/relationships/image" Target="../media/image11740.png"/><Relationship Id="rId67" Type="http://schemas.openxmlformats.org/officeDocument/2006/relationships/image" Target="../media/image11940.png"/><Relationship Id="rId272" Type="http://schemas.openxmlformats.org/officeDocument/2006/relationships/customXml" Target="../ink/ink1538.xml"/><Relationship Id="rId328" Type="http://schemas.openxmlformats.org/officeDocument/2006/relationships/customXml" Target="../ink/ink1566.xml"/><Relationship Id="rId132" Type="http://schemas.openxmlformats.org/officeDocument/2006/relationships/customXml" Target="../ink/ink1468.xml"/><Relationship Id="rId174" Type="http://schemas.openxmlformats.org/officeDocument/2006/relationships/customXml" Target="../ink/ink1489.xml"/><Relationship Id="rId381" Type="http://schemas.openxmlformats.org/officeDocument/2006/relationships/image" Target="../media/image1351.png"/><Relationship Id="rId241" Type="http://schemas.openxmlformats.org/officeDocument/2006/relationships/image" Target="../media/image1281.png"/><Relationship Id="rId36" Type="http://schemas.openxmlformats.org/officeDocument/2006/relationships/customXml" Target="../ink/ink1420.xml"/><Relationship Id="rId283" Type="http://schemas.openxmlformats.org/officeDocument/2006/relationships/image" Target="../media/image1302.png"/><Relationship Id="rId339" Type="http://schemas.openxmlformats.org/officeDocument/2006/relationships/image" Target="../media/image1330.png"/><Relationship Id="rId78" Type="http://schemas.openxmlformats.org/officeDocument/2006/relationships/customXml" Target="../ink/ink1441.xml"/><Relationship Id="rId101" Type="http://schemas.openxmlformats.org/officeDocument/2006/relationships/image" Target="../media/image1211.png"/><Relationship Id="rId143" Type="http://schemas.openxmlformats.org/officeDocument/2006/relationships/image" Target="../media/image1232.png"/><Relationship Id="rId185" Type="http://schemas.openxmlformats.org/officeDocument/2006/relationships/image" Target="../media/image1253.png"/><Relationship Id="rId350" Type="http://schemas.openxmlformats.org/officeDocument/2006/relationships/customXml" Target="../ink/ink1577.xml"/><Relationship Id="rId406" Type="http://schemas.openxmlformats.org/officeDocument/2006/relationships/customXml" Target="../ink/ink1605.xml"/><Relationship Id="rId9" Type="http://schemas.openxmlformats.org/officeDocument/2006/relationships/image" Target="../media/image11660.png"/><Relationship Id="rId210" Type="http://schemas.openxmlformats.org/officeDocument/2006/relationships/customXml" Target="../ink/ink1507.xml"/><Relationship Id="rId392" Type="http://schemas.openxmlformats.org/officeDocument/2006/relationships/customXml" Target="../ink/ink1598.xml"/><Relationship Id="rId252" Type="http://schemas.openxmlformats.org/officeDocument/2006/relationships/customXml" Target="../ink/ink1528.xml"/><Relationship Id="rId294" Type="http://schemas.openxmlformats.org/officeDocument/2006/relationships/customXml" Target="../ink/ink1549.xml"/><Relationship Id="rId308" Type="http://schemas.openxmlformats.org/officeDocument/2006/relationships/customXml" Target="../ink/ink1556.xml"/><Relationship Id="rId47" Type="http://schemas.openxmlformats.org/officeDocument/2006/relationships/image" Target="../media/image11850.png"/><Relationship Id="rId89" Type="http://schemas.openxmlformats.org/officeDocument/2006/relationships/image" Target="../media/image1205.png"/><Relationship Id="rId112" Type="http://schemas.openxmlformats.org/officeDocument/2006/relationships/customXml" Target="../ink/ink1458.xml"/><Relationship Id="rId154" Type="http://schemas.openxmlformats.org/officeDocument/2006/relationships/customXml" Target="../ink/ink1479.xml"/><Relationship Id="rId361" Type="http://schemas.openxmlformats.org/officeDocument/2006/relationships/image" Target="../media/image1341.png"/><Relationship Id="rId196" Type="http://schemas.openxmlformats.org/officeDocument/2006/relationships/customXml" Target="../ink/ink1500.xml"/><Relationship Id="rId417" Type="http://schemas.openxmlformats.org/officeDocument/2006/relationships/image" Target="../media/image1369.png"/><Relationship Id="rId16" Type="http://schemas.openxmlformats.org/officeDocument/2006/relationships/customXml" Target="../ink/ink1410.xml"/><Relationship Id="rId221" Type="http://schemas.openxmlformats.org/officeDocument/2006/relationships/image" Target="../media/image1271.png"/><Relationship Id="rId263" Type="http://schemas.openxmlformats.org/officeDocument/2006/relationships/image" Target="../media/image1292.png"/><Relationship Id="rId319" Type="http://schemas.openxmlformats.org/officeDocument/2006/relationships/image" Target="../media/image1320.png"/><Relationship Id="rId58" Type="http://schemas.openxmlformats.org/officeDocument/2006/relationships/customXml" Target="../ink/ink1431.xml"/><Relationship Id="rId123" Type="http://schemas.openxmlformats.org/officeDocument/2006/relationships/image" Target="../media/image1222.png"/><Relationship Id="rId330" Type="http://schemas.openxmlformats.org/officeDocument/2006/relationships/customXml" Target="../ink/ink1567.xml"/><Relationship Id="rId165" Type="http://schemas.openxmlformats.org/officeDocument/2006/relationships/image" Target="../media/image1243.png"/><Relationship Id="rId372" Type="http://schemas.openxmlformats.org/officeDocument/2006/relationships/customXml" Target="../ink/ink1588.xml"/><Relationship Id="rId428" Type="http://schemas.openxmlformats.org/officeDocument/2006/relationships/customXml" Target="../ink/ink1616.xml"/><Relationship Id="rId232" Type="http://schemas.openxmlformats.org/officeDocument/2006/relationships/customXml" Target="../ink/ink1518.xml"/><Relationship Id="rId274" Type="http://schemas.openxmlformats.org/officeDocument/2006/relationships/customXml" Target="../ink/ink1539.xml"/><Relationship Id="rId27" Type="http://schemas.openxmlformats.org/officeDocument/2006/relationships/image" Target="../media/image11750.png"/><Relationship Id="rId69" Type="http://schemas.openxmlformats.org/officeDocument/2006/relationships/image" Target="../media/image11950.png"/><Relationship Id="rId134" Type="http://schemas.openxmlformats.org/officeDocument/2006/relationships/customXml" Target="../ink/ink1469.xml"/><Relationship Id="rId80" Type="http://schemas.openxmlformats.org/officeDocument/2006/relationships/customXml" Target="../ink/ink1442.xml"/><Relationship Id="rId176" Type="http://schemas.openxmlformats.org/officeDocument/2006/relationships/customXml" Target="../ink/ink1490.xml"/><Relationship Id="rId341" Type="http://schemas.openxmlformats.org/officeDocument/2006/relationships/image" Target="../media/image1331.png"/><Relationship Id="rId383" Type="http://schemas.openxmlformats.org/officeDocument/2006/relationships/image" Target="../media/image1352.png"/><Relationship Id="rId201" Type="http://schemas.openxmlformats.org/officeDocument/2006/relationships/image" Target="../media/image1261.png"/><Relationship Id="rId243" Type="http://schemas.openxmlformats.org/officeDocument/2006/relationships/image" Target="../media/image1282.png"/><Relationship Id="rId285" Type="http://schemas.openxmlformats.org/officeDocument/2006/relationships/image" Target="../media/image1303.png"/><Relationship Id="rId38" Type="http://schemas.openxmlformats.org/officeDocument/2006/relationships/customXml" Target="../ink/ink1421.xml"/><Relationship Id="rId103" Type="http://schemas.openxmlformats.org/officeDocument/2006/relationships/image" Target="../media/image1212.png"/><Relationship Id="rId310" Type="http://schemas.openxmlformats.org/officeDocument/2006/relationships/customXml" Target="../ink/ink1557.xml"/><Relationship Id="rId91" Type="http://schemas.openxmlformats.org/officeDocument/2006/relationships/image" Target="../media/image1206.png"/><Relationship Id="rId145" Type="http://schemas.openxmlformats.org/officeDocument/2006/relationships/image" Target="../media/image1233.png"/><Relationship Id="rId187" Type="http://schemas.openxmlformats.org/officeDocument/2006/relationships/image" Target="../media/image1254.png"/><Relationship Id="rId352" Type="http://schemas.openxmlformats.org/officeDocument/2006/relationships/customXml" Target="../ink/ink1578.xml"/><Relationship Id="rId394" Type="http://schemas.openxmlformats.org/officeDocument/2006/relationships/customXml" Target="../ink/ink1599.xml"/><Relationship Id="rId408" Type="http://schemas.openxmlformats.org/officeDocument/2006/relationships/customXml" Target="../ink/ink1606.xml"/><Relationship Id="rId212" Type="http://schemas.openxmlformats.org/officeDocument/2006/relationships/customXml" Target="../ink/ink1508.xml"/><Relationship Id="rId254" Type="http://schemas.openxmlformats.org/officeDocument/2006/relationships/customXml" Target="../ink/ink1529.xml"/><Relationship Id="rId28" Type="http://schemas.openxmlformats.org/officeDocument/2006/relationships/customXml" Target="../ink/ink1416.xml"/><Relationship Id="rId49" Type="http://schemas.openxmlformats.org/officeDocument/2006/relationships/image" Target="../media/image11860.png"/><Relationship Id="rId114" Type="http://schemas.openxmlformats.org/officeDocument/2006/relationships/customXml" Target="../ink/ink1459.xml"/><Relationship Id="rId275" Type="http://schemas.openxmlformats.org/officeDocument/2006/relationships/image" Target="../media/image1298.png"/><Relationship Id="rId296" Type="http://schemas.openxmlformats.org/officeDocument/2006/relationships/customXml" Target="../ink/ink1550.xml"/><Relationship Id="rId300" Type="http://schemas.openxmlformats.org/officeDocument/2006/relationships/customXml" Target="../ink/ink1552.xml"/><Relationship Id="rId60" Type="http://schemas.openxmlformats.org/officeDocument/2006/relationships/customXml" Target="../ink/ink1432.xml"/><Relationship Id="rId81" Type="http://schemas.openxmlformats.org/officeDocument/2006/relationships/image" Target="../media/image12010.png"/><Relationship Id="rId135" Type="http://schemas.openxmlformats.org/officeDocument/2006/relationships/image" Target="../media/image1228.png"/><Relationship Id="rId156" Type="http://schemas.openxmlformats.org/officeDocument/2006/relationships/customXml" Target="../ink/ink1480.xml"/><Relationship Id="rId177" Type="http://schemas.openxmlformats.org/officeDocument/2006/relationships/image" Target="../media/image1249.png"/><Relationship Id="rId198" Type="http://schemas.openxmlformats.org/officeDocument/2006/relationships/customXml" Target="../ink/ink1501.xml"/><Relationship Id="rId321" Type="http://schemas.openxmlformats.org/officeDocument/2006/relationships/image" Target="../media/image1321.png"/><Relationship Id="rId342" Type="http://schemas.openxmlformats.org/officeDocument/2006/relationships/customXml" Target="../ink/ink1573.xml"/><Relationship Id="rId363" Type="http://schemas.openxmlformats.org/officeDocument/2006/relationships/image" Target="../media/image1342.png"/><Relationship Id="rId384" Type="http://schemas.openxmlformats.org/officeDocument/2006/relationships/customXml" Target="../ink/ink1594.xml"/><Relationship Id="rId419" Type="http://schemas.openxmlformats.org/officeDocument/2006/relationships/image" Target="../media/image1370.png"/><Relationship Id="rId202" Type="http://schemas.openxmlformats.org/officeDocument/2006/relationships/customXml" Target="../ink/ink1503.xml"/><Relationship Id="rId223" Type="http://schemas.openxmlformats.org/officeDocument/2006/relationships/image" Target="../media/image1272.png"/><Relationship Id="rId244" Type="http://schemas.openxmlformats.org/officeDocument/2006/relationships/customXml" Target="../ink/ink1524.xml"/><Relationship Id="rId430" Type="http://schemas.openxmlformats.org/officeDocument/2006/relationships/customXml" Target="../ink/ink1617.xml"/><Relationship Id="rId18" Type="http://schemas.openxmlformats.org/officeDocument/2006/relationships/customXml" Target="../ink/ink1411.xml"/><Relationship Id="rId39" Type="http://schemas.openxmlformats.org/officeDocument/2006/relationships/image" Target="../media/image11810.png"/><Relationship Id="rId265" Type="http://schemas.openxmlformats.org/officeDocument/2006/relationships/image" Target="../media/image1293.png"/><Relationship Id="rId286" Type="http://schemas.openxmlformats.org/officeDocument/2006/relationships/customXml" Target="../ink/ink1545.xml"/><Relationship Id="rId50" Type="http://schemas.openxmlformats.org/officeDocument/2006/relationships/customXml" Target="../ink/ink1427.xml"/><Relationship Id="rId104" Type="http://schemas.openxmlformats.org/officeDocument/2006/relationships/customXml" Target="../ink/ink1454.xml"/><Relationship Id="rId125" Type="http://schemas.openxmlformats.org/officeDocument/2006/relationships/image" Target="../media/image1223.png"/><Relationship Id="rId146" Type="http://schemas.openxmlformats.org/officeDocument/2006/relationships/customXml" Target="../ink/ink1475.xml"/><Relationship Id="rId167" Type="http://schemas.openxmlformats.org/officeDocument/2006/relationships/image" Target="../media/image1244.png"/><Relationship Id="rId188" Type="http://schemas.openxmlformats.org/officeDocument/2006/relationships/customXml" Target="../ink/ink1496.xml"/><Relationship Id="rId311" Type="http://schemas.openxmlformats.org/officeDocument/2006/relationships/image" Target="../media/image1316.png"/><Relationship Id="rId332" Type="http://schemas.openxmlformats.org/officeDocument/2006/relationships/customXml" Target="../ink/ink1568.xml"/><Relationship Id="rId353" Type="http://schemas.openxmlformats.org/officeDocument/2006/relationships/image" Target="../media/image1337.png"/><Relationship Id="rId374" Type="http://schemas.openxmlformats.org/officeDocument/2006/relationships/customXml" Target="../ink/ink1589.xml"/><Relationship Id="rId395" Type="http://schemas.openxmlformats.org/officeDocument/2006/relationships/image" Target="../media/image1358.png"/><Relationship Id="rId409" Type="http://schemas.openxmlformats.org/officeDocument/2006/relationships/image" Target="../media/image1365.png"/><Relationship Id="rId71" Type="http://schemas.openxmlformats.org/officeDocument/2006/relationships/image" Target="../media/image11960.png"/><Relationship Id="rId92" Type="http://schemas.openxmlformats.org/officeDocument/2006/relationships/customXml" Target="../ink/ink1448.xml"/><Relationship Id="rId213" Type="http://schemas.openxmlformats.org/officeDocument/2006/relationships/image" Target="../media/image1267.png"/><Relationship Id="rId234" Type="http://schemas.openxmlformats.org/officeDocument/2006/relationships/customXml" Target="../ink/ink1519.xml"/><Relationship Id="rId420" Type="http://schemas.openxmlformats.org/officeDocument/2006/relationships/customXml" Target="../ink/ink1612.xml"/><Relationship Id="rId2" Type="http://schemas.openxmlformats.org/officeDocument/2006/relationships/customXml" Target="../ink/ink1403.xml"/><Relationship Id="rId29" Type="http://schemas.openxmlformats.org/officeDocument/2006/relationships/image" Target="../media/image11760.png"/><Relationship Id="rId255" Type="http://schemas.openxmlformats.org/officeDocument/2006/relationships/image" Target="../media/image1288.png"/><Relationship Id="rId276" Type="http://schemas.openxmlformats.org/officeDocument/2006/relationships/customXml" Target="../ink/ink1540.xml"/><Relationship Id="rId297" Type="http://schemas.openxmlformats.org/officeDocument/2006/relationships/image" Target="../media/image1309.png"/><Relationship Id="rId40" Type="http://schemas.openxmlformats.org/officeDocument/2006/relationships/customXml" Target="../ink/ink1422.xml"/><Relationship Id="rId115" Type="http://schemas.openxmlformats.org/officeDocument/2006/relationships/image" Target="../media/image1218.png"/><Relationship Id="rId136" Type="http://schemas.openxmlformats.org/officeDocument/2006/relationships/customXml" Target="../ink/ink1470.xml"/><Relationship Id="rId157" Type="http://schemas.openxmlformats.org/officeDocument/2006/relationships/image" Target="../media/image1239.png"/><Relationship Id="rId178" Type="http://schemas.openxmlformats.org/officeDocument/2006/relationships/customXml" Target="../ink/ink1491.xml"/><Relationship Id="rId301" Type="http://schemas.openxmlformats.org/officeDocument/2006/relationships/image" Target="../media/image1311.png"/><Relationship Id="rId322" Type="http://schemas.openxmlformats.org/officeDocument/2006/relationships/customXml" Target="../ink/ink1563.xml"/><Relationship Id="rId343" Type="http://schemas.openxmlformats.org/officeDocument/2006/relationships/image" Target="../media/image1332.png"/><Relationship Id="rId364" Type="http://schemas.openxmlformats.org/officeDocument/2006/relationships/customXml" Target="../ink/ink1584.xml"/><Relationship Id="rId61" Type="http://schemas.openxmlformats.org/officeDocument/2006/relationships/image" Target="../media/image11910.png"/><Relationship Id="rId82" Type="http://schemas.openxmlformats.org/officeDocument/2006/relationships/customXml" Target="../ink/ink1443.xml"/><Relationship Id="rId199" Type="http://schemas.openxmlformats.org/officeDocument/2006/relationships/image" Target="../media/image1260.png"/><Relationship Id="rId203" Type="http://schemas.openxmlformats.org/officeDocument/2006/relationships/image" Target="../media/image1262.png"/><Relationship Id="rId385" Type="http://schemas.openxmlformats.org/officeDocument/2006/relationships/image" Target="../media/image1353.png"/><Relationship Id="rId19" Type="http://schemas.openxmlformats.org/officeDocument/2006/relationships/image" Target="../media/image11710.png"/><Relationship Id="rId224" Type="http://schemas.openxmlformats.org/officeDocument/2006/relationships/customXml" Target="../ink/ink1514.xml"/><Relationship Id="rId245" Type="http://schemas.openxmlformats.org/officeDocument/2006/relationships/image" Target="../media/image1283.png"/><Relationship Id="rId266" Type="http://schemas.openxmlformats.org/officeDocument/2006/relationships/customXml" Target="../ink/ink1535.xml"/><Relationship Id="rId287" Type="http://schemas.openxmlformats.org/officeDocument/2006/relationships/image" Target="../media/image1304.png"/><Relationship Id="rId410" Type="http://schemas.openxmlformats.org/officeDocument/2006/relationships/customXml" Target="../ink/ink1607.xml"/><Relationship Id="rId431" Type="http://schemas.openxmlformats.org/officeDocument/2006/relationships/image" Target="../media/image1375.png"/><Relationship Id="rId30" Type="http://schemas.openxmlformats.org/officeDocument/2006/relationships/customXml" Target="../ink/ink1417.xml"/><Relationship Id="rId105" Type="http://schemas.openxmlformats.org/officeDocument/2006/relationships/image" Target="../media/image1213.png"/><Relationship Id="rId126" Type="http://schemas.openxmlformats.org/officeDocument/2006/relationships/customXml" Target="../ink/ink1465.xml"/><Relationship Id="rId147" Type="http://schemas.openxmlformats.org/officeDocument/2006/relationships/image" Target="../media/image1234.png"/><Relationship Id="rId168" Type="http://schemas.openxmlformats.org/officeDocument/2006/relationships/customXml" Target="../ink/ink1486.xml"/><Relationship Id="rId312" Type="http://schemas.openxmlformats.org/officeDocument/2006/relationships/customXml" Target="../ink/ink1558.xml"/><Relationship Id="rId333" Type="http://schemas.openxmlformats.org/officeDocument/2006/relationships/image" Target="../media/image1327.png"/><Relationship Id="rId354" Type="http://schemas.openxmlformats.org/officeDocument/2006/relationships/customXml" Target="../ink/ink1579.xml"/><Relationship Id="rId51" Type="http://schemas.openxmlformats.org/officeDocument/2006/relationships/image" Target="../media/image290.png"/><Relationship Id="rId72" Type="http://schemas.openxmlformats.org/officeDocument/2006/relationships/customXml" Target="../ink/ink1438.xml"/><Relationship Id="rId93" Type="http://schemas.openxmlformats.org/officeDocument/2006/relationships/image" Target="../media/image1207.png"/><Relationship Id="rId189" Type="http://schemas.openxmlformats.org/officeDocument/2006/relationships/image" Target="../media/image1255.png"/><Relationship Id="rId375" Type="http://schemas.openxmlformats.org/officeDocument/2006/relationships/image" Target="../media/image1348.png"/><Relationship Id="rId396" Type="http://schemas.openxmlformats.org/officeDocument/2006/relationships/customXml" Target="../ink/ink1600.xml"/><Relationship Id="rId3" Type="http://schemas.openxmlformats.org/officeDocument/2006/relationships/image" Target="../media/image11630.png"/><Relationship Id="rId214" Type="http://schemas.openxmlformats.org/officeDocument/2006/relationships/customXml" Target="../ink/ink1509.xml"/><Relationship Id="rId235" Type="http://schemas.openxmlformats.org/officeDocument/2006/relationships/image" Target="../media/image1278.png"/><Relationship Id="rId256" Type="http://schemas.openxmlformats.org/officeDocument/2006/relationships/customXml" Target="../ink/ink1530.xml"/><Relationship Id="rId277" Type="http://schemas.openxmlformats.org/officeDocument/2006/relationships/image" Target="../media/image1299.png"/><Relationship Id="rId298" Type="http://schemas.openxmlformats.org/officeDocument/2006/relationships/customXml" Target="../ink/ink1551.xml"/><Relationship Id="rId400" Type="http://schemas.openxmlformats.org/officeDocument/2006/relationships/customXml" Target="../ink/ink1602.xml"/><Relationship Id="rId421" Type="http://schemas.openxmlformats.org/officeDocument/2006/relationships/image" Target="../media/image1371.png"/><Relationship Id="rId116" Type="http://schemas.openxmlformats.org/officeDocument/2006/relationships/customXml" Target="../ink/ink1460.xml"/><Relationship Id="rId137" Type="http://schemas.openxmlformats.org/officeDocument/2006/relationships/image" Target="../media/image1229.png"/><Relationship Id="rId158" Type="http://schemas.openxmlformats.org/officeDocument/2006/relationships/customXml" Target="../ink/ink1481.xml"/><Relationship Id="rId302" Type="http://schemas.openxmlformats.org/officeDocument/2006/relationships/customXml" Target="../ink/ink1553.xml"/><Relationship Id="rId323" Type="http://schemas.openxmlformats.org/officeDocument/2006/relationships/image" Target="../media/image1322.png"/><Relationship Id="rId344" Type="http://schemas.openxmlformats.org/officeDocument/2006/relationships/customXml" Target="../ink/ink1574.xml"/><Relationship Id="rId20" Type="http://schemas.openxmlformats.org/officeDocument/2006/relationships/customXml" Target="../ink/ink1412.xml"/><Relationship Id="rId41" Type="http://schemas.openxmlformats.org/officeDocument/2006/relationships/image" Target="../media/image11820.png"/><Relationship Id="rId62" Type="http://schemas.openxmlformats.org/officeDocument/2006/relationships/customXml" Target="../ink/ink1433.xml"/><Relationship Id="rId83" Type="http://schemas.openxmlformats.org/officeDocument/2006/relationships/image" Target="../media/image12020.png"/><Relationship Id="rId179" Type="http://schemas.openxmlformats.org/officeDocument/2006/relationships/image" Target="../media/image1250.png"/><Relationship Id="rId365" Type="http://schemas.openxmlformats.org/officeDocument/2006/relationships/image" Target="../media/image1343.png"/><Relationship Id="rId386" Type="http://schemas.openxmlformats.org/officeDocument/2006/relationships/customXml" Target="../ink/ink1595.xml"/><Relationship Id="rId190" Type="http://schemas.openxmlformats.org/officeDocument/2006/relationships/customXml" Target="../ink/ink1497.xml"/><Relationship Id="rId204" Type="http://schemas.openxmlformats.org/officeDocument/2006/relationships/customXml" Target="../ink/ink1504.xml"/><Relationship Id="rId225" Type="http://schemas.openxmlformats.org/officeDocument/2006/relationships/image" Target="../media/image1273.png"/><Relationship Id="rId246" Type="http://schemas.openxmlformats.org/officeDocument/2006/relationships/customXml" Target="../ink/ink1525.xml"/><Relationship Id="rId267" Type="http://schemas.openxmlformats.org/officeDocument/2006/relationships/image" Target="../media/image1294.png"/><Relationship Id="rId288" Type="http://schemas.openxmlformats.org/officeDocument/2006/relationships/customXml" Target="../ink/ink1546.xml"/><Relationship Id="rId411" Type="http://schemas.openxmlformats.org/officeDocument/2006/relationships/image" Target="../media/image1366.png"/><Relationship Id="rId432" Type="http://schemas.openxmlformats.org/officeDocument/2006/relationships/customXml" Target="../ink/ink1618.xml"/><Relationship Id="rId106" Type="http://schemas.openxmlformats.org/officeDocument/2006/relationships/customXml" Target="../ink/ink1455.xml"/><Relationship Id="rId127" Type="http://schemas.openxmlformats.org/officeDocument/2006/relationships/image" Target="../media/image1224.png"/><Relationship Id="rId313" Type="http://schemas.openxmlformats.org/officeDocument/2006/relationships/image" Target="../media/image1317.png"/><Relationship Id="rId10" Type="http://schemas.openxmlformats.org/officeDocument/2006/relationships/customXml" Target="../ink/ink1407.xml"/><Relationship Id="rId31" Type="http://schemas.openxmlformats.org/officeDocument/2006/relationships/image" Target="../media/image11770.png"/><Relationship Id="rId52" Type="http://schemas.openxmlformats.org/officeDocument/2006/relationships/customXml" Target="../ink/ink1428.xml"/><Relationship Id="rId73" Type="http://schemas.openxmlformats.org/officeDocument/2006/relationships/image" Target="../media/image11970.png"/><Relationship Id="rId94" Type="http://schemas.openxmlformats.org/officeDocument/2006/relationships/customXml" Target="../ink/ink1449.xml"/><Relationship Id="rId148" Type="http://schemas.openxmlformats.org/officeDocument/2006/relationships/customXml" Target="../ink/ink1476.xml"/><Relationship Id="rId169" Type="http://schemas.openxmlformats.org/officeDocument/2006/relationships/image" Target="../media/image1245.png"/><Relationship Id="rId334" Type="http://schemas.openxmlformats.org/officeDocument/2006/relationships/customXml" Target="../ink/ink1569.xml"/><Relationship Id="rId355" Type="http://schemas.openxmlformats.org/officeDocument/2006/relationships/image" Target="../media/image1338.png"/><Relationship Id="rId376" Type="http://schemas.openxmlformats.org/officeDocument/2006/relationships/customXml" Target="../ink/ink1590.xml"/><Relationship Id="rId397" Type="http://schemas.openxmlformats.org/officeDocument/2006/relationships/image" Target="../media/image1359.png"/><Relationship Id="rId4" Type="http://schemas.openxmlformats.org/officeDocument/2006/relationships/customXml" Target="../ink/ink1404.xml"/><Relationship Id="rId180" Type="http://schemas.openxmlformats.org/officeDocument/2006/relationships/customXml" Target="../ink/ink1492.xml"/><Relationship Id="rId215" Type="http://schemas.openxmlformats.org/officeDocument/2006/relationships/image" Target="../media/image1268.png"/><Relationship Id="rId236" Type="http://schemas.openxmlformats.org/officeDocument/2006/relationships/customXml" Target="../ink/ink1520.xml"/><Relationship Id="rId257" Type="http://schemas.openxmlformats.org/officeDocument/2006/relationships/image" Target="../media/image1289.png"/><Relationship Id="rId278" Type="http://schemas.openxmlformats.org/officeDocument/2006/relationships/customXml" Target="../ink/ink1541.xml"/><Relationship Id="rId401" Type="http://schemas.openxmlformats.org/officeDocument/2006/relationships/image" Target="../media/image1361.png"/><Relationship Id="rId422" Type="http://schemas.openxmlformats.org/officeDocument/2006/relationships/customXml" Target="../ink/ink1613.xml"/><Relationship Id="rId303" Type="http://schemas.openxmlformats.org/officeDocument/2006/relationships/image" Target="../media/image1312.png"/><Relationship Id="rId42" Type="http://schemas.openxmlformats.org/officeDocument/2006/relationships/customXml" Target="../ink/ink1423.xml"/><Relationship Id="rId84" Type="http://schemas.openxmlformats.org/officeDocument/2006/relationships/customXml" Target="../ink/ink1444.xml"/><Relationship Id="rId138" Type="http://schemas.openxmlformats.org/officeDocument/2006/relationships/customXml" Target="../ink/ink1471.xml"/><Relationship Id="rId345" Type="http://schemas.openxmlformats.org/officeDocument/2006/relationships/image" Target="../media/image1333.png"/><Relationship Id="rId387" Type="http://schemas.openxmlformats.org/officeDocument/2006/relationships/image" Target="../media/image1354.png"/><Relationship Id="rId191" Type="http://schemas.openxmlformats.org/officeDocument/2006/relationships/image" Target="../media/image1256.png"/><Relationship Id="rId205" Type="http://schemas.openxmlformats.org/officeDocument/2006/relationships/image" Target="../media/image1263.png"/><Relationship Id="rId247" Type="http://schemas.openxmlformats.org/officeDocument/2006/relationships/image" Target="../media/image1284.png"/><Relationship Id="rId412" Type="http://schemas.openxmlformats.org/officeDocument/2006/relationships/customXml" Target="../ink/ink1608.xml"/><Relationship Id="rId107" Type="http://schemas.openxmlformats.org/officeDocument/2006/relationships/image" Target="../media/image1214.png"/><Relationship Id="rId289" Type="http://schemas.openxmlformats.org/officeDocument/2006/relationships/image" Target="../media/image1305.png"/><Relationship Id="rId11" Type="http://schemas.openxmlformats.org/officeDocument/2006/relationships/image" Target="../media/image11670.png"/><Relationship Id="rId53" Type="http://schemas.openxmlformats.org/officeDocument/2006/relationships/image" Target="../media/image11870.png"/><Relationship Id="rId149" Type="http://schemas.openxmlformats.org/officeDocument/2006/relationships/image" Target="../media/image1235.png"/><Relationship Id="rId314" Type="http://schemas.openxmlformats.org/officeDocument/2006/relationships/customXml" Target="../ink/ink1559.xml"/><Relationship Id="rId356" Type="http://schemas.openxmlformats.org/officeDocument/2006/relationships/customXml" Target="../ink/ink1580.xml"/><Relationship Id="rId398" Type="http://schemas.openxmlformats.org/officeDocument/2006/relationships/customXml" Target="../ink/ink1601.xml"/><Relationship Id="rId95" Type="http://schemas.openxmlformats.org/officeDocument/2006/relationships/image" Target="../media/image1208.png"/><Relationship Id="rId160" Type="http://schemas.openxmlformats.org/officeDocument/2006/relationships/customXml" Target="../ink/ink1482.xml"/><Relationship Id="rId216" Type="http://schemas.openxmlformats.org/officeDocument/2006/relationships/customXml" Target="../ink/ink1510.xml"/><Relationship Id="rId423" Type="http://schemas.openxmlformats.org/officeDocument/2006/relationships/image" Target="../media/image83.png"/><Relationship Id="rId258" Type="http://schemas.openxmlformats.org/officeDocument/2006/relationships/customXml" Target="../ink/ink1531.xml"/><Relationship Id="rId22" Type="http://schemas.openxmlformats.org/officeDocument/2006/relationships/customXml" Target="../ink/ink1413.xml"/><Relationship Id="rId64" Type="http://schemas.openxmlformats.org/officeDocument/2006/relationships/customXml" Target="../ink/ink1434.xml"/><Relationship Id="rId118" Type="http://schemas.openxmlformats.org/officeDocument/2006/relationships/customXml" Target="../ink/ink1461.xml"/><Relationship Id="rId325" Type="http://schemas.openxmlformats.org/officeDocument/2006/relationships/image" Target="../media/image1323.png"/><Relationship Id="rId367" Type="http://schemas.openxmlformats.org/officeDocument/2006/relationships/image" Target="../media/image1344.png"/><Relationship Id="rId171" Type="http://schemas.openxmlformats.org/officeDocument/2006/relationships/image" Target="../media/image1246.png"/><Relationship Id="rId227" Type="http://schemas.openxmlformats.org/officeDocument/2006/relationships/image" Target="../media/image1274.png"/><Relationship Id="rId269" Type="http://schemas.openxmlformats.org/officeDocument/2006/relationships/image" Target="../media/image1295.png"/><Relationship Id="rId33" Type="http://schemas.openxmlformats.org/officeDocument/2006/relationships/image" Target="../media/image11780.png"/><Relationship Id="rId129" Type="http://schemas.openxmlformats.org/officeDocument/2006/relationships/image" Target="../media/image1225.png"/><Relationship Id="rId280" Type="http://schemas.openxmlformats.org/officeDocument/2006/relationships/customXml" Target="../ink/ink1542.xml"/><Relationship Id="rId336" Type="http://schemas.openxmlformats.org/officeDocument/2006/relationships/customXml" Target="../ink/ink1570.xml"/><Relationship Id="rId75" Type="http://schemas.openxmlformats.org/officeDocument/2006/relationships/image" Target="../media/image11980.png"/><Relationship Id="rId140" Type="http://schemas.openxmlformats.org/officeDocument/2006/relationships/customXml" Target="../ink/ink1472.xml"/><Relationship Id="rId182" Type="http://schemas.openxmlformats.org/officeDocument/2006/relationships/customXml" Target="../ink/ink1493.xml"/><Relationship Id="rId378" Type="http://schemas.openxmlformats.org/officeDocument/2006/relationships/customXml" Target="../ink/ink1591.xml"/><Relationship Id="rId403" Type="http://schemas.openxmlformats.org/officeDocument/2006/relationships/image" Target="../media/image1362.png"/><Relationship Id="rId6" Type="http://schemas.openxmlformats.org/officeDocument/2006/relationships/customXml" Target="../ink/ink1405.xml"/><Relationship Id="rId238" Type="http://schemas.openxmlformats.org/officeDocument/2006/relationships/customXml" Target="../ink/ink1521.xml"/><Relationship Id="rId291" Type="http://schemas.openxmlformats.org/officeDocument/2006/relationships/image" Target="../media/image1306.png"/><Relationship Id="rId305" Type="http://schemas.openxmlformats.org/officeDocument/2006/relationships/image" Target="../media/image1313.png"/><Relationship Id="rId347" Type="http://schemas.openxmlformats.org/officeDocument/2006/relationships/image" Target="../media/image1334.png"/><Relationship Id="rId44" Type="http://schemas.openxmlformats.org/officeDocument/2006/relationships/customXml" Target="../ink/ink1424.xml"/><Relationship Id="rId86" Type="http://schemas.openxmlformats.org/officeDocument/2006/relationships/customXml" Target="../ink/ink1445.xml"/><Relationship Id="rId151" Type="http://schemas.openxmlformats.org/officeDocument/2006/relationships/image" Target="../media/image1236.png"/><Relationship Id="rId389" Type="http://schemas.openxmlformats.org/officeDocument/2006/relationships/image" Target="../media/image1355.png"/><Relationship Id="rId193" Type="http://schemas.openxmlformats.org/officeDocument/2006/relationships/image" Target="../media/image1257.png"/><Relationship Id="rId207" Type="http://schemas.openxmlformats.org/officeDocument/2006/relationships/image" Target="../media/image1264.png"/><Relationship Id="rId249" Type="http://schemas.openxmlformats.org/officeDocument/2006/relationships/image" Target="../media/image1285.png"/><Relationship Id="rId414" Type="http://schemas.openxmlformats.org/officeDocument/2006/relationships/customXml" Target="../ink/ink1609.xml"/><Relationship Id="rId13" Type="http://schemas.openxmlformats.org/officeDocument/2006/relationships/image" Target="../media/image11680.png"/><Relationship Id="rId109" Type="http://schemas.openxmlformats.org/officeDocument/2006/relationships/image" Target="../media/image1215.png"/><Relationship Id="rId260" Type="http://schemas.openxmlformats.org/officeDocument/2006/relationships/customXml" Target="../ink/ink1532.xml"/><Relationship Id="rId316" Type="http://schemas.openxmlformats.org/officeDocument/2006/relationships/customXml" Target="../ink/ink1560.xml"/><Relationship Id="rId55" Type="http://schemas.openxmlformats.org/officeDocument/2006/relationships/image" Target="../media/image11880.png"/><Relationship Id="rId97" Type="http://schemas.openxmlformats.org/officeDocument/2006/relationships/image" Target="../media/image1209.png"/><Relationship Id="rId120" Type="http://schemas.openxmlformats.org/officeDocument/2006/relationships/customXml" Target="../ink/ink1462.xml"/><Relationship Id="rId358" Type="http://schemas.openxmlformats.org/officeDocument/2006/relationships/customXml" Target="../ink/ink1581.xml"/><Relationship Id="rId162" Type="http://schemas.openxmlformats.org/officeDocument/2006/relationships/customXml" Target="../ink/ink1483.xml"/><Relationship Id="rId218" Type="http://schemas.openxmlformats.org/officeDocument/2006/relationships/customXml" Target="../ink/ink1511.xml"/><Relationship Id="rId425" Type="http://schemas.openxmlformats.org/officeDocument/2006/relationships/image" Target="../media/image1372.png"/><Relationship Id="rId271" Type="http://schemas.openxmlformats.org/officeDocument/2006/relationships/image" Target="../media/image1296.png"/><Relationship Id="rId24" Type="http://schemas.openxmlformats.org/officeDocument/2006/relationships/customXml" Target="../ink/ink1414.xml"/><Relationship Id="rId66" Type="http://schemas.openxmlformats.org/officeDocument/2006/relationships/customXml" Target="../ink/ink1435.xml"/><Relationship Id="rId131" Type="http://schemas.openxmlformats.org/officeDocument/2006/relationships/image" Target="../media/image1226.png"/><Relationship Id="rId327" Type="http://schemas.openxmlformats.org/officeDocument/2006/relationships/image" Target="../media/image1324.png"/><Relationship Id="rId369" Type="http://schemas.openxmlformats.org/officeDocument/2006/relationships/image" Target="../media/image1345.png"/><Relationship Id="rId173" Type="http://schemas.openxmlformats.org/officeDocument/2006/relationships/image" Target="../media/image1247.png"/><Relationship Id="rId229" Type="http://schemas.openxmlformats.org/officeDocument/2006/relationships/image" Target="../media/image1275.png"/><Relationship Id="rId380" Type="http://schemas.openxmlformats.org/officeDocument/2006/relationships/customXml" Target="../ink/ink1592.xml"/><Relationship Id="rId240" Type="http://schemas.openxmlformats.org/officeDocument/2006/relationships/customXml" Target="../ink/ink1522.xml"/><Relationship Id="rId35" Type="http://schemas.openxmlformats.org/officeDocument/2006/relationships/image" Target="../media/image11790.png"/><Relationship Id="rId77" Type="http://schemas.openxmlformats.org/officeDocument/2006/relationships/image" Target="../media/image11990.png"/><Relationship Id="rId100" Type="http://schemas.openxmlformats.org/officeDocument/2006/relationships/customXml" Target="../ink/ink1452.xml"/><Relationship Id="rId282" Type="http://schemas.openxmlformats.org/officeDocument/2006/relationships/customXml" Target="../ink/ink1543.xml"/><Relationship Id="rId338" Type="http://schemas.openxmlformats.org/officeDocument/2006/relationships/customXml" Target="../ink/ink1571.xml"/><Relationship Id="rId8" Type="http://schemas.openxmlformats.org/officeDocument/2006/relationships/customXml" Target="../ink/ink1406.xml"/><Relationship Id="rId142" Type="http://schemas.openxmlformats.org/officeDocument/2006/relationships/customXml" Target="../ink/ink1473.xml"/><Relationship Id="rId184" Type="http://schemas.openxmlformats.org/officeDocument/2006/relationships/customXml" Target="../ink/ink1494.xml"/><Relationship Id="rId391" Type="http://schemas.openxmlformats.org/officeDocument/2006/relationships/image" Target="../media/image1356.png"/><Relationship Id="rId405" Type="http://schemas.openxmlformats.org/officeDocument/2006/relationships/image" Target="../media/image1363.png"/><Relationship Id="rId251" Type="http://schemas.openxmlformats.org/officeDocument/2006/relationships/image" Target="../media/image1286.png"/><Relationship Id="rId46" Type="http://schemas.openxmlformats.org/officeDocument/2006/relationships/customXml" Target="../ink/ink1425.xml"/><Relationship Id="rId293" Type="http://schemas.openxmlformats.org/officeDocument/2006/relationships/image" Target="../media/image1307.png"/><Relationship Id="rId307" Type="http://schemas.openxmlformats.org/officeDocument/2006/relationships/image" Target="../media/image1314.png"/><Relationship Id="rId349" Type="http://schemas.openxmlformats.org/officeDocument/2006/relationships/image" Target="../media/image1335.png"/><Relationship Id="rId88" Type="http://schemas.openxmlformats.org/officeDocument/2006/relationships/customXml" Target="../ink/ink1446.xml"/><Relationship Id="rId111" Type="http://schemas.openxmlformats.org/officeDocument/2006/relationships/image" Target="../media/image1216.png"/><Relationship Id="rId153" Type="http://schemas.openxmlformats.org/officeDocument/2006/relationships/image" Target="../media/image1237.png"/><Relationship Id="rId195" Type="http://schemas.openxmlformats.org/officeDocument/2006/relationships/image" Target="../media/image1258.png"/><Relationship Id="rId209" Type="http://schemas.openxmlformats.org/officeDocument/2006/relationships/image" Target="../media/image1265.png"/><Relationship Id="rId360" Type="http://schemas.openxmlformats.org/officeDocument/2006/relationships/customXml" Target="../ink/ink1582.xml"/><Relationship Id="rId416" Type="http://schemas.openxmlformats.org/officeDocument/2006/relationships/customXml" Target="../ink/ink1610.xml"/><Relationship Id="rId220" Type="http://schemas.openxmlformats.org/officeDocument/2006/relationships/customXml" Target="../ink/ink1512.xml"/><Relationship Id="rId15" Type="http://schemas.openxmlformats.org/officeDocument/2006/relationships/image" Target="../media/image11690.png"/><Relationship Id="rId57" Type="http://schemas.openxmlformats.org/officeDocument/2006/relationships/image" Target="../media/image11890.png"/><Relationship Id="rId262" Type="http://schemas.openxmlformats.org/officeDocument/2006/relationships/customXml" Target="../ink/ink1533.xml"/><Relationship Id="rId318" Type="http://schemas.openxmlformats.org/officeDocument/2006/relationships/customXml" Target="../ink/ink1561.xml"/><Relationship Id="rId99" Type="http://schemas.openxmlformats.org/officeDocument/2006/relationships/image" Target="../media/image1210.png"/><Relationship Id="rId122" Type="http://schemas.openxmlformats.org/officeDocument/2006/relationships/customXml" Target="../ink/ink1463.xml"/><Relationship Id="rId164" Type="http://schemas.openxmlformats.org/officeDocument/2006/relationships/customXml" Target="../ink/ink1484.xml"/><Relationship Id="rId371" Type="http://schemas.openxmlformats.org/officeDocument/2006/relationships/image" Target="../media/image1346.png"/><Relationship Id="rId427" Type="http://schemas.openxmlformats.org/officeDocument/2006/relationships/image" Target="../media/image1373.png"/><Relationship Id="rId26" Type="http://schemas.openxmlformats.org/officeDocument/2006/relationships/customXml" Target="../ink/ink1415.xml"/><Relationship Id="rId231" Type="http://schemas.openxmlformats.org/officeDocument/2006/relationships/image" Target="../media/image1276.png"/><Relationship Id="rId273" Type="http://schemas.openxmlformats.org/officeDocument/2006/relationships/image" Target="../media/image1297.png"/><Relationship Id="rId329" Type="http://schemas.openxmlformats.org/officeDocument/2006/relationships/image" Target="../media/image1325.png"/><Relationship Id="rId68" Type="http://schemas.openxmlformats.org/officeDocument/2006/relationships/customXml" Target="../ink/ink1436.xml"/><Relationship Id="rId133" Type="http://schemas.openxmlformats.org/officeDocument/2006/relationships/image" Target="../media/image1227.png"/><Relationship Id="rId175" Type="http://schemas.openxmlformats.org/officeDocument/2006/relationships/image" Target="../media/image1248.png"/><Relationship Id="rId340" Type="http://schemas.openxmlformats.org/officeDocument/2006/relationships/customXml" Target="../ink/ink1572.xml"/><Relationship Id="rId200" Type="http://schemas.openxmlformats.org/officeDocument/2006/relationships/customXml" Target="../ink/ink1502.xml"/><Relationship Id="rId382" Type="http://schemas.openxmlformats.org/officeDocument/2006/relationships/customXml" Target="../ink/ink1593.xml"/><Relationship Id="rId242" Type="http://schemas.openxmlformats.org/officeDocument/2006/relationships/customXml" Target="../ink/ink1523.xml"/><Relationship Id="rId284" Type="http://schemas.openxmlformats.org/officeDocument/2006/relationships/customXml" Target="../ink/ink1544.xml"/><Relationship Id="rId37" Type="http://schemas.openxmlformats.org/officeDocument/2006/relationships/image" Target="../media/image11800.png"/><Relationship Id="rId79" Type="http://schemas.openxmlformats.org/officeDocument/2006/relationships/image" Target="../media/image12000.png"/><Relationship Id="rId102" Type="http://schemas.openxmlformats.org/officeDocument/2006/relationships/customXml" Target="../ink/ink1453.xml"/><Relationship Id="rId144" Type="http://schemas.openxmlformats.org/officeDocument/2006/relationships/customXml" Target="../ink/ink1474.xml"/><Relationship Id="rId90" Type="http://schemas.openxmlformats.org/officeDocument/2006/relationships/customXml" Target="../ink/ink1447.xml"/><Relationship Id="rId186" Type="http://schemas.openxmlformats.org/officeDocument/2006/relationships/customXml" Target="../ink/ink1495.xml"/><Relationship Id="rId351" Type="http://schemas.openxmlformats.org/officeDocument/2006/relationships/image" Target="../media/image1336.png"/><Relationship Id="rId393" Type="http://schemas.openxmlformats.org/officeDocument/2006/relationships/image" Target="../media/image1357.png"/><Relationship Id="rId407" Type="http://schemas.openxmlformats.org/officeDocument/2006/relationships/image" Target="../media/image1364.png"/><Relationship Id="rId211" Type="http://schemas.openxmlformats.org/officeDocument/2006/relationships/image" Target="../media/image1266.png"/><Relationship Id="rId253" Type="http://schemas.openxmlformats.org/officeDocument/2006/relationships/image" Target="../media/image1287.png"/><Relationship Id="rId295" Type="http://schemas.openxmlformats.org/officeDocument/2006/relationships/image" Target="../media/image1308.png"/><Relationship Id="rId309" Type="http://schemas.openxmlformats.org/officeDocument/2006/relationships/image" Target="../media/image1315.png"/><Relationship Id="rId48" Type="http://schemas.openxmlformats.org/officeDocument/2006/relationships/customXml" Target="../ink/ink1426.xml"/><Relationship Id="rId113" Type="http://schemas.openxmlformats.org/officeDocument/2006/relationships/image" Target="../media/image1217.png"/><Relationship Id="rId320" Type="http://schemas.openxmlformats.org/officeDocument/2006/relationships/customXml" Target="../ink/ink1562.xml"/><Relationship Id="rId155" Type="http://schemas.openxmlformats.org/officeDocument/2006/relationships/image" Target="../media/image1238.png"/><Relationship Id="rId197" Type="http://schemas.openxmlformats.org/officeDocument/2006/relationships/image" Target="../media/image1259.png"/><Relationship Id="rId362" Type="http://schemas.openxmlformats.org/officeDocument/2006/relationships/customXml" Target="../ink/ink1583.xml"/><Relationship Id="rId418" Type="http://schemas.openxmlformats.org/officeDocument/2006/relationships/customXml" Target="../ink/ink1611.xml"/><Relationship Id="rId222" Type="http://schemas.openxmlformats.org/officeDocument/2006/relationships/customXml" Target="../ink/ink1513.xml"/><Relationship Id="rId264" Type="http://schemas.openxmlformats.org/officeDocument/2006/relationships/customXml" Target="../ink/ink1534.xml"/><Relationship Id="rId17" Type="http://schemas.openxmlformats.org/officeDocument/2006/relationships/image" Target="../media/image11700.png"/><Relationship Id="rId59" Type="http://schemas.openxmlformats.org/officeDocument/2006/relationships/image" Target="../media/image11900.png"/><Relationship Id="rId124" Type="http://schemas.openxmlformats.org/officeDocument/2006/relationships/customXml" Target="../ink/ink1464.xml"/><Relationship Id="rId70" Type="http://schemas.openxmlformats.org/officeDocument/2006/relationships/customXml" Target="../ink/ink1437.xml"/><Relationship Id="rId166" Type="http://schemas.openxmlformats.org/officeDocument/2006/relationships/customXml" Target="../ink/ink1485.xml"/><Relationship Id="rId331" Type="http://schemas.openxmlformats.org/officeDocument/2006/relationships/image" Target="../media/image1326.png"/><Relationship Id="rId373" Type="http://schemas.openxmlformats.org/officeDocument/2006/relationships/image" Target="../media/image1347.png"/><Relationship Id="rId429" Type="http://schemas.openxmlformats.org/officeDocument/2006/relationships/image" Target="../media/image1374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27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8.png"/><Relationship Id="rId2" Type="http://schemas.openxmlformats.org/officeDocument/2006/relationships/image" Target="../media/image137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35.png"/><Relationship Id="rId299" Type="http://schemas.openxmlformats.org/officeDocument/2006/relationships/customXml" Target="../ink/ink1768.xml"/><Relationship Id="rId21" Type="http://schemas.openxmlformats.org/officeDocument/2006/relationships/image" Target="../media/image1164.png"/><Relationship Id="rId63" Type="http://schemas.openxmlformats.org/officeDocument/2006/relationships/image" Target="../media/image1408.png"/><Relationship Id="rId159" Type="http://schemas.openxmlformats.org/officeDocument/2006/relationships/image" Target="../media/image1456.png"/><Relationship Id="rId324" Type="http://schemas.openxmlformats.org/officeDocument/2006/relationships/image" Target="../media/image1538.png"/><Relationship Id="rId170" Type="http://schemas.openxmlformats.org/officeDocument/2006/relationships/customXml" Target="../ink/ink1703.xml"/><Relationship Id="rId226" Type="http://schemas.openxmlformats.org/officeDocument/2006/relationships/image" Target="../media/image1489.png"/><Relationship Id="rId268" Type="http://schemas.openxmlformats.org/officeDocument/2006/relationships/image" Target="../media/image1510.png"/><Relationship Id="rId32" Type="http://schemas.openxmlformats.org/officeDocument/2006/relationships/customXml" Target="../ink/ink1634.xml"/><Relationship Id="rId74" Type="http://schemas.openxmlformats.org/officeDocument/2006/relationships/customXml" Target="../ink/ink1655.xml"/><Relationship Id="rId128" Type="http://schemas.openxmlformats.org/officeDocument/2006/relationships/customXml" Target="../ink/ink1682.xml"/><Relationship Id="rId335" Type="http://schemas.openxmlformats.org/officeDocument/2006/relationships/customXml" Target="../ink/ink1786.xml"/><Relationship Id="rId5" Type="http://schemas.openxmlformats.org/officeDocument/2006/relationships/image" Target="../media/image1380.png"/><Relationship Id="rId181" Type="http://schemas.openxmlformats.org/officeDocument/2006/relationships/customXml" Target="../ink/ink1709.xml"/><Relationship Id="rId237" Type="http://schemas.openxmlformats.org/officeDocument/2006/relationships/customXml" Target="../ink/ink1737.xml"/><Relationship Id="rId279" Type="http://schemas.openxmlformats.org/officeDocument/2006/relationships/customXml" Target="../ink/ink1758.xml"/><Relationship Id="rId43" Type="http://schemas.openxmlformats.org/officeDocument/2006/relationships/image" Target="../media/image1398.png"/><Relationship Id="rId139" Type="http://schemas.openxmlformats.org/officeDocument/2006/relationships/image" Target="../media/image1446.png"/><Relationship Id="rId290" Type="http://schemas.openxmlformats.org/officeDocument/2006/relationships/image" Target="../media/image1521.png"/><Relationship Id="rId304" Type="http://schemas.openxmlformats.org/officeDocument/2006/relationships/image" Target="../media/image1528.png"/><Relationship Id="rId346" Type="http://schemas.openxmlformats.org/officeDocument/2006/relationships/image" Target="../media/image1549.png"/><Relationship Id="rId85" Type="http://schemas.openxmlformats.org/officeDocument/2006/relationships/image" Target="../media/image1419.png"/><Relationship Id="rId150" Type="http://schemas.openxmlformats.org/officeDocument/2006/relationships/customXml" Target="../ink/ink1693.xml"/><Relationship Id="rId192" Type="http://schemas.openxmlformats.org/officeDocument/2006/relationships/image" Target="../media/image1472.png"/><Relationship Id="rId206" Type="http://schemas.openxmlformats.org/officeDocument/2006/relationships/image" Target="../media/image1479.png"/><Relationship Id="rId248" Type="http://schemas.openxmlformats.org/officeDocument/2006/relationships/image" Target="../media/image1500.png"/><Relationship Id="rId12" Type="http://schemas.openxmlformats.org/officeDocument/2006/relationships/customXml" Target="../ink/ink1624.xml"/><Relationship Id="rId108" Type="http://schemas.openxmlformats.org/officeDocument/2006/relationships/customXml" Target="../ink/ink1672.xml"/><Relationship Id="rId315" Type="http://schemas.openxmlformats.org/officeDocument/2006/relationships/customXml" Target="../ink/ink1776.xml"/><Relationship Id="rId54" Type="http://schemas.openxmlformats.org/officeDocument/2006/relationships/customXml" Target="../ink/ink1645.xml"/><Relationship Id="rId96" Type="http://schemas.openxmlformats.org/officeDocument/2006/relationships/customXml" Target="../ink/ink1666.xml"/><Relationship Id="rId161" Type="http://schemas.openxmlformats.org/officeDocument/2006/relationships/image" Target="../media/image1457.png"/><Relationship Id="rId217" Type="http://schemas.openxmlformats.org/officeDocument/2006/relationships/customXml" Target="../ink/ink1727.xml"/><Relationship Id="rId259" Type="http://schemas.openxmlformats.org/officeDocument/2006/relationships/customXml" Target="../ink/ink1748.xml"/><Relationship Id="rId23" Type="http://schemas.openxmlformats.org/officeDocument/2006/relationships/image" Target="../media/image1388.png"/><Relationship Id="rId119" Type="http://schemas.openxmlformats.org/officeDocument/2006/relationships/image" Target="../media/image1436.png"/><Relationship Id="rId270" Type="http://schemas.openxmlformats.org/officeDocument/2006/relationships/image" Target="../media/image1511.png"/><Relationship Id="rId326" Type="http://schemas.openxmlformats.org/officeDocument/2006/relationships/image" Target="../media/image1539.png"/><Relationship Id="rId65" Type="http://schemas.openxmlformats.org/officeDocument/2006/relationships/image" Target="../media/image1409.png"/><Relationship Id="rId130" Type="http://schemas.openxmlformats.org/officeDocument/2006/relationships/customXml" Target="../ink/ink1683.xml"/><Relationship Id="rId172" Type="http://schemas.openxmlformats.org/officeDocument/2006/relationships/customXml" Target="../ink/ink1704.xml"/><Relationship Id="rId228" Type="http://schemas.openxmlformats.org/officeDocument/2006/relationships/image" Target="../media/image1490.png"/><Relationship Id="rId281" Type="http://schemas.openxmlformats.org/officeDocument/2006/relationships/customXml" Target="../ink/ink1759.xml"/><Relationship Id="rId337" Type="http://schemas.openxmlformats.org/officeDocument/2006/relationships/customXml" Target="../ink/ink1787.xml"/><Relationship Id="rId34" Type="http://schemas.openxmlformats.org/officeDocument/2006/relationships/customXml" Target="../ink/ink1635.xml"/><Relationship Id="rId76" Type="http://schemas.openxmlformats.org/officeDocument/2006/relationships/customXml" Target="../ink/ink1656.xml"/><Relationship Id="rId141" Type="http://schemas.openxmlformats.org/officeDocument/2006/relationships/image" Target="../media/image1447.png"/><Relationship Id="rId7" Type="http://schemas.openxmlformats.org/officeDocument/2006/relationships/image" Target="../media/image1381.png"/><Relationship Id="rId183" Type="http://schemas.openxmlformats.org/officeDocument/2006/relationships/customXml" Target="../ink/ink1710.xml"/><Relationship Id="rId239" Type="http://schemas.openxmlformats.org/officeDocument/2006/relationships/customXml" Target="../ink/ink1738.xml"/><Relationship Id="rId250" Type="http://schemas.openxmlformats.org/officeDocument/2006/relationships/image" Target="../media/image1501.png"/><Relationship Id="rId292" Type="http://schemas.openxmlformats.org/officeDocument/2006/relationships/image" Target="../media/image1522.png"/><Relationship Id="rId306" Type="http://schemas.openxmlformats.org/officeDocument/2006/relationships/image" Target="../media/image1529.png"/><Relationship Id="rId45" Type="http://schemas.openxmlformats.org/officeDocument/2006/relationships/image" Target="../media/image1399.png"/><Relationship Id="rId87" Type="http://schemas.openxmlformats.org/officeDocument/2006/relationships/image" Target="../media/image1420.png"/><Relationship Id="rId110" Type="http://schemas.openxmlformats.org/officeDocument/2006/relationships/customXml" Target="../ink/ink1673.xml"/><Relationship Id="rId348" Type="http://schemas.openxmlformats.org/officeDocument/2006/relationships/image" Target="../media/image1550.png"/><Relationship Id="rId152" Type="http://schemas.openxmlformats.org/officeDocument/2006/relationships/customXml" Target="../ink/ink1694.xml"/><Relationship Id="rId194" Type="http://schemas.openxmlformats.org/officeDocument/2006/relationships/image" Target="../media/image1473.png"/><Relationship Id="rId208" Type="http://schemas.openxmlformats.org/officeDocument/2006/relationships/image" Target="../media/image1480.png"/><Relationship Id="rId261" Type="http://schemas.openxmlformats.org/officeDocument/2006/relationships/customXml" Target="../ink/ink1749.xml"/><Relationship Id="rId14" Type="http://schemas.openxmlformats.org/officeDocument/2006/relationships/customXml" Target="../ink/ink1625.xml"/><Relationship Id="rId56" Type="http://schemas.openxmlformats.org/officeDocument/2006/relationships/customXml" Target="../ink/ink1646.xml"/><Relationship Id="rId317" Type="http://schemas.openxmlformats.org/officeDocument/2006/relationships/customXml" Target="../ink/ink1777.xml"/><Relationship Id="rId98" Type="http://schemas.openxmlformats.org/officeDocument/2006/relationships/customXml" Target="../ink/ink1667.xml"/><Relationship Id="rId121" Type="http://schemas.openxmlformats.org/officeDocument/2006/relationships/image" Target="../media/image1437.png"/><Relationship Id="rId163" Type="http://schemas.openxmlformats.org/officeDocument/2006/relationships/image" Target="../media/image1458.png"/><Relationship Id="rId219" Type="http://schemas.openxmlformats.org/officeDocument/2006/relationships/customXml" Target="../ink/ink1728.xml"/><Relationship Id="rId230" Type="http://schemas.openxmlformats.org/officeDocument/2006/relationships/image" Target="../media/image1491.png"/><Relationship Id="rId251" Type="http://schemas.openxmlformats.org/officeDocument/2006/relationships/customXml" Target="../ink/ink1744.xml"/><Relationship Id="rId25" Type="http://schemas.openxmlformats.org/officeDocument/2006/relationships/image" Target="../media/image1389.png"/><Relationship Id="rId46" Type="http://schemas.openxmlformats.org/officeDocument/2006/relationships/customXml" Target="../ink/ink1641.xml"/><Relationship Id="rId67" Type="http://schemas.openxmlformats.org/officeDocument/2006/relationships/image" Target="../media/image1410.png"/><Relationship Id="rId272" Type="http://schemas.openxmlformats.org/officeDocument/2006/relationships/image" Target="../media/image1512.png"/><Relationship Id="rId293" Type="http://schemas.openxmlformats.org/officeDocument/2006/relationships/customXml" Target="../ink/ink1765.xml"/><Relationship Id="rId307" Type="http://schemas.openxmlformats.org/officeDocument/2006/relationships/customXml" Target="../ink/ink1772.xml"/><Relationship Id="rId328" Type="http://schemas.openxmlformats.org/officeDocument/2006/relationships/image" Target="../media/image1540.png"/><Relationship Id="rId349" Type="http://schemas.openxmlformats.org/officeDocument/2006/relationships/customXml" Target="../ink/ink1793.xml"/><Relationship Id="rId88" Type="http://schemas.openxmlformats.org/officeDocument/2006/relationships/customXml" Target="../ink/ink1662.xml"/><Relationship Id="rId111" Type="http://schemas.openxmlformats.org/officeDocument/2006/relationships/image" Target="../media/image1432.png"/><Relationship Id="rId132" Type="http://schemas.openxmlformats.org/officeDocument/2006/relationships/customXml" Target="../ink/ink1684.xml"/><Relationship Id="rId153" Type="http://schemas.openxmlformats.org/officeDocument/2006/relationships/image" Target="../media/image1453.png"/><Relationship Id="rId174" Type="http://schemas.openxmlformats.org/officeDocument/2006/relationships/customXml" Target="../ink/ink1705.xml"/><Relationship Id="rId195" Type="http://schemas.openxmlformats.org/officeDocument/2006/relationships/customXml" Target="../ink/ink1716.xml"/><Relationship Id="rId209" Type="http://schemas.openxmlformats.org/officeDocument/2006/relationships/customXml" Target="../ink/ink1723.xml"/><Relationship Id="rId220" Type="http://schemas.openxmlformats.org/officeDocument/2006/relationships/image" Target="../media/image1486.png"/><Relationship Id="rId241" Type="http://schemas.openxmlformats.org/officeDocument/2006/relationships/customXml" Target="../ink/ink1739.xml"/><Relationship Id="rId15" Type="http://schemas.openxmlformats.org/officeDocument/2006/relationships/image" Target="../media/image1385.png"/><Relationship Id="rId36" Type="http://schemas.openxmlformats.org/officeDocument/2006/relationships/customXml" Target="../ink/ink1636.xml"/><Relationship Id="rId57" Type="http://schemas.openxmlformats.org/officeDocument/2006/relationships/image" Target="../media/image1405.png"/><Relationship Id="rId262" Type="http://schemas.openxmlformats.org/officeDocument/2006/relationships/image" Target="../media/image1507.png"/><Relationship Id="rId283" Type="http://schemas.openxmlformats.org/officeDocument/2006/relationships/customXml" Target="../ink/ink1760.xml"/><Relationship Id="rId318" Type="http://schemas.openxmlformats.org/officeDocument/2006/relationships/image" Target="../media/image1535.png"/><Relationship Id="rId339" Type="http://schemas.openxmlformats.org/officeDocument/2006/relationships/customXml" Target="../ink/ink1788.xml"/><Relationship Id="rId78" Type="http://schemas.openxmlformats.org/officeDocument/2006/relationships/customXml" Target="../ink/ink1657.xml"/><Relationship Id="rId99" Type="http://schemas.openxmlformats.org/officeDocument/2006/relationships/image" Target="../media/image1426.png"/><Relationship Id="rId101" Type="http://schemas.openxmlformats.org/officeDocument/2006/relationships/image" Target="../media/image1427.png"/><Relationship Id="rId122" Type="http://schemas.openxmlformats.org/officeDocument/2006/relationships/customXml" Target="../ink/ink1679.xml"/><Relationship Id="rId143" Type="http://schemas.openxmlformats.org/officeDocument/2006/relationships/image" Target="../media/image1448.png"/><Relationship Id="rId164" Type="http://schemas.openxmlformats.org/officeDocument/2006/relationships/customXml" Target="../ink/ink1700.xml"/><Relationship Id="rId185" Type="http://schemas.openxmlformats.org/officeDocument/2006/relationships/customXml" Target="../ink/ink1711.xml"/><Relationship Id="rId350" Type="http://schemas.openxmlformats.org/officeDocument/2006/relationships/image" Target="../media/image1551.png"/><Relationship Id="rId9" Type="http://schemas.openxmlformats.org/officeDocument/2006/relationships/image" Target="../media/image1382.png"/><Relationship Id="rId210" Type="http://schemas.openxmlformats.org/officeDocument/2006/relationships/image" Target="../media/image1481.png"/><Relationship Id="rId26" Type="http://schemas.openxmlformats.org/officeDocument/2006/relationships/customXml" Target="../ink/ink1631.xml"/><Relationship Id="rId231" Type="http://schemas.openxmlformats.org/officeDocument/2006/relationships/customXml" Target="../ink/ink1734.xml"/><Relationship Id="rId252" Type="http://schemas.openxmlformats.org/officeDocument/2006/relationships/image" Target="../media/image1502.png"/><Relationship Id="rId273" Type="http://schemas.openxmlformats.org/officeDocument/2006/relationships/customXml" Target="../ink/ink1755.xml"/><Relationship Id="rId294" Type="http://schemas.openxmlformats.org/officeDocument/2006/relationships/image" Target="../media/image1523.png"/><Relationship Id="rId308" Type="http://schemas.openxmlformats.org/officeDocument/2006/relationships/image" Target="../media/image1530.png"/><Relationship Id="rId329" Type="http://schemas.openxmlformats.org/officeDocument/2006/relationships/customXml" Target="../ink/ink1783.xml"/><Relationship Id="rId47" Type="http://schemas.openxmlformats.org/officeDocument/2006/relationships/image" Target="../media/image1400.png"/><Relationship Id="rId68" Type="http://schemas.openxmlformats.org/officeDocument/2006/relationships/customXml" Target="../ink/ink1652.xml"/><Relationship Id="rId89" Type="http://schemas.openxmlformats.org/officeDocument/2006/relationships/image" Target="../media/image1421.png"/><Relationship Id="rId112" Type="http://schemas.openxmlformats.org/officeDocument/2006/relationships/customXml" Target="../ink/ink1674.xml"/><Relationship Id="rId133" Type="http://schemas.openxmlformats.org/officeDocument/2006/relationships/image" Target="../media/image1443.png"/><Relationship Id="rId154" Type="http://schemas.openxmlformats.org/officeDocument/2006/relationships/customXml" Target="../ink/ink1695.xml"/><Relationship Id="rId175" Type="http://schemas.openxmlformats.org/officeDocument/2006/relationships/customXml" Target="../ink/ink1706.xml"/><Relationship Id="rId340" Type="http://schemas.openxmlformats.org/officeDocument/2006/relationships/image" Target="../media/image1546.png"/><Relationship Id="rId196" Type="http://schemas.openxmlformats.org/officeDocument/2006/relationships/image" Target="../media/image1474.png"/><Relationship Id="rId200" Type="http://schemas.openxmlformats.org/officeDocument/2006/relationships/image" Target="../media/image1476.png"/><Relationship Id="rId16" Type="http://schemas.openxmlformats.org/officeDocument/2006/relationships/customXml" Target="../ink/ink1626.xml"/><Relationship Id="rId221" Type="http://schemas.openxmlformats.org/officeDocument/2006/relationships/customXml" Target="../ink/ink1729.xml"/><Relationship Id="rId242" Type="http://schemas.openxmlformats.org/officeDocument/2006/relationships/image" Target="../media/image1497.png"/><Relationship Id="rId263" Type="http://schemas.openxmlformats.org/officeDocument/2006/relationships/customXml" Target="../ink/ink1750.xml"/><Relationship Id="rId284" Type="http://schemas.openxmlformats.org/officeDocument/2006/relationships/image" Target="../media/image1518.png"/><Relationship Id="rId319" Type="http://schemas.openxmlformats.org/officeDocument/2006/relationships/customXml" Target="../ink/ink1778.xml"/><Relationship Id="rId37" Type="http://schemas.openxmlformats.org/officeDocument/2006/relationships/image" Target="../media/image1395.png"/><Relationship Id="rId58" Type="http://schemas.openxmlformats.org/officeDocument/2006/relationships/customXml" Target="../ink/ink1647.xml"/><Relationship Id="rId79" Type="http://schemas.openxmlformats.org/officeDocument/2006/relationships/image" Target="../media/image1416.png"/><Relationship Id="rId102" Type="http://schemas.openxmlformats.org/officeDocument/2006/relationships/customXml" Target="../ink/ink1669.xml"/><Relationship Id="rId123" Type="http://schemas.openxmlformats.org/officeDocument/2006/relationships/image" Target="../media/image1438.png"/><Relationship Id="rId144" Type="http://schemas.openxmlformats.org/officeDocument/2006/relationships/customXml" Target="../ink/ink1690.xml"/><Relationship Id="rId330" Type="http://schemas.openxmlformats.org/officeDocument/2006/relationships/image" Target="../media/image1541.png"/><Relationship Id="rId90" Type="http://schemas.openxmlformats.org/officeDocument/2006/relationships/customXml" Target="../ink/ink1663.xml"/><Relationship Id="rId165" Type="http://schemas.openxmlformats.org/officeDocument/2006/relationships/image" Target="../media/image1459.png"/><Relationship Id="rId186" Type="http://schemas.openxmlformats.org/officeDocument/2006/relationships/image" Target="../media/image1469.png"/><Relationship Id="rId351" Type="http://schemas.openxmlformats.org/officeDocument/2006/relationships/customXml" Target="../ink/ink1794.xml"/><Relationship Id="rId211" Type="http://schemas.openxmlformats.org/officeDocument/2006/relationships/customXml" Target="../ink/ink1724.xml"/><Relationship Id="rId232" Type="http://schemas.openxmlformats.org/officeDocument/2006/relationships/image" Target="../media/image1492.png"/><Relationship Id="rId253" Type="http://schemas.openxmlformats.org/officeDocument/2006/relationships/customXml" Target="../ink/ink1745.xml"/><Relationship Id="rId274" Type="http://schemas.openxmlformats.org/officeDocument/2006/relationships/image" Target="../media/image1513.png"/><Relationship Id="rId295" Type="http://schemas.openxmlformats.org/officeDocument/2006/relationships/customXml" Target="../ink/ink1766.xml"/><Relationship Id="rId309" Type="http://schemas.openxmlformats.org/officeDocument/2006/relationships/customXml" Target="../ink/ink1773.xml"/><Relationship Id="rId27" Type="http://schemas.openxmlformats.org/officeDocument/2006/relationships/image" Target="../media/image1390.png"/><Relationship Id="rId48" Type="http://schemas.openxmlformats.org/officeDocument/2006/relationships/customXml" Target="../ink/ink1642.xml"/><Relationship Id="rId69" Type="http://schemas.openxmlformats.org/officeDocument/2006/relationships/image" Target="../media/image1411.png"/><Relationship Id="rId113" Type="http://schemas.openxmlformats.org/officeDocument/2006/relationships/image" Target="../media/image1433.png"/><Relationship Id="rId134" Type="http://schemas.openxmlformats.org/officeDocument/2006/relationships/customXml" Target="../ink/ink1685.xml"/><Relationship Id="rId320" Type="http://schemas.openxmlformats.org/officeDocument/2006/relationships/image" Target="../media/image1536.png"/><Relationship Id="rId80" Type="http://schemas.openxmlformats.org/officeDocument/2006/relationships/customXml" Target="../ink/ink1658.xml"/><Relationship Id="rId155" Type="http://schemas.openxmlformats.org/officeDocument/2006/relationships/image" Target="../media/image1454.png"/><Relationship Id="rId176" Type="http://schemas.openxmlformats.org/officeDocument/2006/relationships/image" Target="../media/image1464.png"/><Relationship Id="rId197" Type="http://schemas.openxmlformats.org/officeDocument/2006/relationships/customXml" Target="../ink/ink1717.xml"/><Relationship Id="rId341" Type="http://schemas.openxmlformats.org/officeDocument/2006/relationships/customXml" Target="../ink/ink1789.xml"/><Relationship Id="rId201" Type="http://schemas.openxmlformats.org/officeDocument/2006/relationships/customXml" Target="../ink/ink1719.xml"/><Relationship Id="rId222" Type="http://schemas.openxmlformats.org/officeDocument/2006/relationships/image" Target="../media/image1487.png"/><Relationship Id="rId243" Type="http://schemas.openxmlformats.org/officeDocument/2006/relationships/customXml" Target="../ink/ink1740.xml"/><Relationship Id="rId264" Type="http://schemas.openxmlformats.org/officeDocument/2006/relationships/image" Target="../media/image1508.png"/><Relationship Id="rId285" Type="http://schemas.openxmlformats.org/officeDocument/2006/relationships/customXml" Target="../ink/ink1761.xml"/><Relationship Id="rId17" Type="http://schemas.openxmlformats.org/officeDocument/2006/relationships/image" Target="../media/image1386.png"/><Relationship Id="rId38" Type="http://schemas.openxmlformats.org/officeDocument/2006/relationships/customXml" Target="../ink/ink1637.xml"/><Relationship Id="rId59" Type="http://schemas.openxmlformats.org/officeDocument/2006/relationships/image" Target="../media/image1406.png"/><Relationship Id="rId103" Type="http://schemas.openxmlformats.org/officeDocument/2006/relationships/image" Target="../media/image1428.png"/><Relationship Id="rId124" Type="http://schemas.openxmlformats.org/officeDocument/2006/relationships/customXml" Target="../ink/ink1680.xml"/><Relationship Id="rId310" Type="http://schemas.openxmlformats.org/officeDocument/2006/relationships/image" Target="../media/image1531.png"/><Relationship Id="rId70" Type="http://schemas.openxmlformats.org/officeDocument/2006/relationships/customXml" Target="../ink/ink1653.xml"/><Relationship Id="rId91" Type="http://schemas.openxmlformats.org/officeDocument/2006/relationships/image" Target="../media/image1422.png"/><Relationship Id="rId145" Type="http://schemas.openxmlformats.org/officeDocument/2006/relationships/image" Target="../media/image1449.png"/><Relationship Id="rId166" Type="http://schemas.openxmlformats.org/officeDocument/2006/relationships/customXml" Target="../ink/ink1701.xml"/><Relationship Id="rId187" Type="http://schemas.openxmlformats.org/officeDocument/2006/relationships/customXml" Target="../ink/ink1712.xml"/><Relationship Id="rId331" Type="http://schemas.openxmlformats.org/officeDocument/2006/relationships/customXml" Target="../ink/ink1784.xml"/><Relationship Id="rId352" Type="http://schemas.openxmlformats.org/officeDocument/2006/relationships/image" Target="../media/image1552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482.png"/><Relationship Id="rId233" Type="http://schemas.openxmlformats.org/officeDocument/2006/relationships/customXml" Target="../ink/ink1735.xml"/><Relationship Id="rId254" Type="http://schemas.openxmlformats.org/officeDocument/2006/relationships/image" Target="../media/image1503.png"/><Relationship Id="rId28" Type="http://schemas.openxmlformats.org/officeDocument/2006/relationships/customXml" Target="../ink/ink1632.xml"/><Relationship Id="rId49" Type="http://schemas.openxmlformats.org/officeDocument/2006/relationships/image" Target="../media/image1401.png"/><Relationship Id="rId114" Type="http://schemas.openxmlformats.org/officeDocument/2006/relationships/customXml" Target="../ink/ink1675.xml"/><Relationship Id="rId275" Type="http://schemas.openxmlformats.org/officeDocument/2006/relationships/customXml" Target="../ink/ink1756.xml"/><Relationship Id="rId296" Type="http://schemas.openxmlformats.org/officeDocument/2006/relationships/image" Target="../media/image1524.png"/><Relationship Id="rId300" Type="http://schemas.openxmlformats.org/officeDocument/2006/relationships/image" Target="../media/image1526.png"/><Relationship Id="rId60" Type="http://schemas.openxmlformats.org/officeDocument/2006/relationships/customXml" Target="../ink/ink1648.xml"/><Relationship Id="rId81" Type="http://schemas.openxmlformats.org/officeDocument/2006/relationships/image" Target="../media/image1417.png"/><Relationship Id="rId135" Type="http://schemas.openxmlformats.org/officeDocument/2006/relationships/image" Target="../media/image1444.png"/><Relationship Id="rId156" Type="http://schemas.openxmlformats.org/officeDocument/2006/relationships/customXml" Target="../ink/ink1696.xml"/><Relationship Id="rId177" Type="http://schemas.openxmlformats.org/officeDocument/2006/relationships/customXml" Target="../ink/ink1707.xml"/><Relationship Id="rId198" Type="http://schemas.openxmlformats.org/officeDocument/2006/relationships/image" Target="../media/image1475.png"/><Relationship Id="rId321" Type="http://schemas.openxmlformats.org/officeDocument/2006/relationships/customXml" Target="../ink/ink1779.xml"/><Relationship Id="rId342" Type="http://schemas.openxmlformats.org/officeDocument/2006/relationships/image" Target="../media/image1547.png"/><Relationship Id="rId202" Type="http://schemas.openxmlformats.org/officeDocument/2006/relationships/image" Target="../media/image1477.png"/><Relationship Id="rId223" Type="http://schemas.openxmlformats.org/officeDocument/2006/relationships/customXml" Target="../ink/ink1730.xml"/><Relationship Id="rId244" Type="http://schemas.openxmlformats.org/officeDocument/2006/relationships/image" Target="../media/image1498.png"/><Relationship Id="rId18" Type="http://schemas.openxmlformats.org/officeDocument/2006/relationships/customXml" Target="../ink/ink1627.xml"/><Relationship Id="rId39" Type="http://schemas.openxmlformats.org/officeDocument/2006/relationships/image" Target="../media/image1396.png"/><Relationship Id="rId265" Type="http://schemas.openxmlformats.org/officeDocument/2006/relationships/customXml" Target="../ink/ink1751.xml"/><Relationship Id="rId286" Type="http://schemas.openxmlformats.org/officeDocument/2006/relationships/image" Target="../media/image1519.png"/><Relationship Id="rId50" Type="http://schemas.openxmlformats.org/officeDocument/2006/relationships/customXml" Target="../ink/ink1643.xml"/><Relationship Id="rId104" Type="http://schemas.openxmlformats.org/officeDocument/2006/relationships/customXml" Target="../ink/ink1670.xml"/><Relationship Id="rId125" Type="http://schemas.openxmlformats.org/officeDocument/2006/relationships/image" Target="../media/image1439.png"/><Relationship Id="rId146" Type="http://schemas.openxmlformats.org/officeDocument/2006/relationships/customXml" Target="../ink/ink1691.xml"/><Relationship Id="rId167" Type="http://schemas.openxmlformats.org/officeDocument/2006/relationships/image" Target="../media/image1460.png"/><Relationship Id="rId188" Type="http://schemas.openxmlformats.org/officeDocument/2006/relationships/image" Target="../media/image1470.png"/><Relationship Id="rId311" Type="http://schemas.openxmlformats.org/officeDocument/2006/relationships/customXml" Target="../ink/ink1774.xml"/><Relationship Id="rId332" Type="http://schemas.openxmlformats.org/officeDocument/2006/relationships/image" Target="../media/image1542.png"/><Relationship Id="rId353" Type="http://schemas.openxmlformats.org/officeDocument/2006/relationships/customXml" Target="../ink/ink1795.xml"/><Relationship Id="rId71" Type="http://schemas.openxmlformats.org/officeDocument/2006/relationships/image" Target="../media/image1412.png"/><Relationship Id="rId92" Type="http://schemas.openxmlformats.org/officeDocument/2006/relationships/customXml" Target="../ink/ink1664.xml"/><Relationship Id="rId213" Type="http://schemas.openxmlformats.org/officeDocument/2006/relationships/customXml" Target="../ink/ink1725.xml"/><Relationship Id="rId234" Type="http://schemas.openxmlformats.org/officeDocument/2006/relationships/image" Target="../media/image1493.png"/><Relationship Id="rId2" Type="http://schemas.openxmlformats.org/officeDocument/2006/relationships/customXml" Target="../ink/ink1619.xml"/><Relationship Id="rId29" Type="http://schemas.openxmlformats.org/officeDocument/2006/relationships/image" Target="../media/image1391.png"/><Relationship Id="rId255" Type="http://schemas.openxmlformats.org/officeDocument/2006/relationships/customXml" Target="../ink/ink1746.xml"/><Relationship Id="rId276" Type="http://schemas.openxmlformats.org/officeDocument/2006/relationships/image" Target="../media/image1514.png"/><Relationship Id="rId297" Type="http://schemas.openxmlformats.org/officeDocument/2006/relationships/customXml" Target="../ink/ink1767.xml"/><Relationship Id="rId40" Type="http://schemas.openxmlformats.org/officeDocument/2006/relationships/customXml" Target="../ink/ink1638.xml"/><Relationship Id="rId115" Type="http://schemas.openxmlformats.org/officeDocument/2006/relationships/image" Target="../media/image1434.png"/><Relationship Id="rId136" Type="http://schemas.openxmlformats.org/officeDocument/2006/relationships/customXml" Target="../ink/ink1686.xml"/><Relationship Id="rId157" Type="http://schemas.openxmlformats.org/officeDocument/2006/relationships/image" Target="../media/image1455.png"/><Relationship Id="rId178" Type="http://schemas.openxmlformats.org/officeDocument/2006/relationships/image" Target="../media/image1465.png"/><Relationship Id="rId301" Type="http://schemas.openxmlformats.org/officeDocument/2006/relationships/customXml" Target="../ink/ink1769.xml"/><Relationship Id="rId322" Type="http://schemas.openxmlformats.org/officeDocument/2006/relationships/image" Target="../media/image1537.png"/><Relationship Id="rId343" Type="http://schemas.openxmlformats.org/officeDocument/2006/relationships/customXml" Target="../ink/ink1790.xml"/><Relationship Id="rId61" Type="http://schemas.openxmlformats.org/officeDocument/2006/relationships/image" Target="../media/image1407.png"/><Relationship Id="rId82" Type="http://schemas.openxmlformats.org/officeDocument/2006/relationships/customXml" Target="../ink/ink1659.xml"/><Relationship Id="rId199" Type="http://schemas.openxmlformats.org/officeDocument/2006/relationships/customXml" Target="../ink/ink1718.xml"/><Relationship Id="rId203" Type="http://schemas.openxmlformats.org/officeDocument/2006/relationships/customXml" Target="../ink/ink1720.xml"/><Relationship Id="rId19" Type="http://schemas.openxmlformats.org/officeDocument/2006/relationships/image" Target="../media/image1387.png"/><Relationship Id="rId224" Type="http://schemas.openxmlformats.org/officeDocument/2006/relationships/image" Target="../media/image1488.png"/><Relationship Id="rId245" Type="http://schemas.openxmlformats.org/officeDocument/2006/relationships/customXml" Target="../ink/ink1741.xml"/><Relationship Id="rId266" Type="http://schemas.openxmlformats.org/officeDocument/2006/relationships/image" Target="../media/image1509.png"/><Relationship Id="rId287" Type="http://schemas.openxmlformats.org/officeDocument/2006/relationships/customXml" Target="../ink/ink1762.xml"/><Relationship Id="rId30" Type="http://schemas.openxmlformats.org/officeDocument/2006/relationships/customXml" Target="../ink/ink1633.xml"/><Relationship Id="rId105" Type="http://schemas.openxmlformats.org/officeDocument/2006/relationships/image" Target="../media/image1429.png"/><Relationship Id="rId126" Type="http://schemas.openxmlformats.org/officeDocument/2006/relationships/customXml" Target="../ink/ink1681.xml"/><Relationship Id="rId147" Type="http://schemas.openxmlformats.org/officeDocument/2006/relationships/image" Target="../media/image1450.png"/><Relationship Id="rId168" Type="http://schemas.openxmlformats.org/officeDocument/2006/relationships/customXml" Target="../ink/ink1702.xml"/><Relationship Id="rId312" Type="http://schemas.openxmlformats.org/officeDocument/2006/relationships/image" Target="../media/image1532.png"/><Relationship Id="rId333" Type="http://schemas.openxmlformats.org/officeDocument/2006/relationships/customXml" Target="../ink/ink1785.xml"/><Relationship Id="rId354" Type="http://schemas.openxmlformats.org/officeDocument/2006/relationships/image" Target="../media/image1553.png"/><Relationship Id="rId51" Type="http://schemas.openxmlformats.org/officeDocument/2006/relationships/image" Target="../media/image1402.png"/><Relationship Id="rId72" Type="http://schemas.openxmlformats.org/officeDocument/2006/relationships/customXml" Target="../ink/ink1654.xml"/><Relationship Id="rId93" Type="http://schemas.openxmlformats.org/officeDocument/2006/relationships/image" Target="../media/image1423.png"/><Relationship Id="rId189" Type="http://schemas.openxmlformats.org/officeDocument/2006/relationships/customXml" Target="../ink/ink1713.xml"/><Relationship Id="rId3" Type="http://schemas.openxmlformats.org/officeDocument/2006/relationships/image" Target="../media/image1379.png"/><Relationship Id="rId214" Type="http://schemas.openxmlformats.org/officeDocument/2006/relationships/image" Target="../media/image1483.png"/><Relationship Id="rId235" Type="http://schemas.openxmlformats.org/officeDocument/2006/relationships/customXml" Target="../ink/ink1736.xml"/><Relationship Id="rId256" Type="http://schemas.openxmlformats.org/officeDocument/2006/relationships/image" Target="../media/image1504.png"/><Relationship Id="rId277" Type="http://schemas.openxmlformats.org/officeDocument/2006/relationships/customXml" Target="../ink/ink1757.xml"/><Relationship Id="rId298" Type="http://schemas.openxmlformats.org/officeDocument/2006/relationships/image" Target="../media/image1525.png"/><Relationship Id="rId116" Type="http://schemas.openxmlformats.org/officeDocument/2006/relationships/customXml" Target="../ink/ink1676.xml"/><Relationship Id="rId137" Type="http://schemas.openxmlformats.org/officeDocument/2006/relationships/image" Target="../media/image1445.png"/><Relationship Id="rId158" Type="http://schemas.openxmlformats.org/officeDocument/2006/relationships/customXml" Target="../ink/ink1697.xml"/><Relationship Id="rId302" Type="http://schemas.openxmlformats.org/officeDocument/2006/relationships/image" Target="../media/image1527.png"/><Relationship Id="rId323" Type="http://schemas.openxmlformats.org/officeDocument/2006/relationships/customXml" Target="../ink/ink1780.xml"/><Relationship Id="rId344" Type="http://schemas.openxmlformats.org/officeDocument/2006/relationships/image" Target="../media/image1548.png"/><Relationship Id="rId20" Type="http://schemas.openxmlformats.org/officeDocument/2006/relationships/customXml" Target="../ink/ink1628.xml"/><Relationship Id="rId41" Type="http://schemas.openxmlformats.org/officeDocument/2006/relationships/image" Target="../media/image1397.png"/><Relationship Id="rId62" Type="http://schemas.openxmlformats.org/officeDocument/2006/relationships/customXml" Target="../ink/ink1649.xml"/><Relationship Id="rId83" Type="http://schemas.openxmlformats.org/officeDocument/2006/relationships/image" Target="../media/image1418.png"/><Relationship Id="rId179" Type="http://schemas.openxmlformats.org/officeDocument/2006/relationships/customXml" Target="../ink/ink1708.xml"/><Relationship Id="rId190" Type="http://schemas.openxmlformats.org/officeDocument/2006/relationships/image" Target="../media/image1471.png"/><Relationship Id="rId204" Type="http://schemas.openxmlformats.org/officeDocument/2006/relationships/image" Target="../media/image1478.png"/><Relationship Id="rId225" Type="http://schemas.openxmlformats.org/officeDocument/2006/relationships/customXml" Target="../ink/ink1731.xml"/><Relationship Id="rId246" Type="http://schemas.openxmlformats.org/officeDocument/2006/relationships/image" Target="../media/image1499.png"/><Relationship Id="rId267" Type="http://schemas.openxmlformats.org/officeDocument/2006/relationships/customXml" Target="../ink/ink1752.xml"/><Relationship Id="rId288" Type="http://schemas.openxmlformats.org/officeDocument/2006/relationships/image" Target="../media/image1520.png"/><Relationship Id="rId106" Type="http://schemas.openxmlformats.org/officeDocument/2006/relationships/customXml" Target="../ink/ink1671.xml"/><Relationship Id="rId127" Type="http://schemas.openxmlformats.org/officeDocument/2006/relationships/image" Target="../media/image1440.png"/><Relationship Id="rId313" Type="http://schemas.openxmlformats.org/officeDocument/2006/relationships/customXml" Target="../ink/ink1775.xml"/><Relationship Id="rId10" Type="http://schemas.openxmlformats.org/officeDocument/2006/relationships/customXml" Target="../ink/ink1623.xml"/><Relationship Id="rId31" Type="http://schemas.openxmlformats.org/officeDocument/2006/relationships/image" Target="../media/image1392.png"/><Relationship Id="rId52" Type="http://schemas.openxmlformats.org/officeDocument/2006/relationships/customXml" Target="../ink/ink1644.xml"/><Relationship Id="rId73" Type="http://schemas.openxmlformats.org/officeDocument/2006/relationships/image" Target="../media/image1413.png"/><Relationship Id="rId94" Type="http://schemas.openxmlformats.org/officeDocument/2006/relationships/customXml" Target="../ink/ink1665.xml"/><Relationship Id="rId148" Type="http://schemas.openxmlformats.org/officeDocument/2006/relationships/customXml" Target="../ink/ink1692.xml"/><Relationship Id="rId169" Type="http://schemas.openxmlformats.org/officeDocument/2006/relationships/image" Target="../media/image1461.png"/><Relationship Id="rId334" Type="http://schemas.openxmlformats.org/officeDocument/2006/relationships/image" Target="../media/image1543.png"/><Relationship Id="rId4" Type="http://schemas.openxmlformats.org/officeDocument/2006/relationships/customXml" Target="../ink/ink1620.xml"/><Relationship Id="rId180" Type="http://schemas.openxmlformats.org/officeDocument/2006/relationships/image" Target="../media/image1466.png"/><Relationship Id="rId215" Type="http://schemas.openxmlformats.org/officeDocument/2006/relationships/customXml" Target="../ink/ink1726.xml"/><Relationship Id="rId236" Type="http://schemas.openxmlformats.org/officeDocument/2006/relationships/image" Target="../media/image1494.png"/><Relationship Id="rId257" Type="http://schemas.openxmlformats.org/officeDocument/2006/relationships/customXml" Target="../ink/ink1747.xml"/><Relationship Id="rId278" Type="http://schemas.openxmlformats.org/officeDocument/2006/relationships/image" Target="../media/image1515.png"/><Relationship Id="rId303" Type="http://schemas.openxmlformats.org/officeDocument/2006/relationships/customXml" Target="../ink/ink1770.xml"/><Relationship Id="rId42" Type="http://schemas.openxmlformats.org/officeDocument/2006/relationships/customXml" Target="../ink/ink1639.xml"/><Relationship Id="rId84" Type="http://schemas.openxmlformats.org/officeDocument/2006/relationships/customXml" Target="../ink/ink1660.xml"/><Relationship Id="rId138" Type="http://schemas.openxmlformats.org/officeDocument/2006/relationships/customXml" Target="../ink/ink1687.xml"/><Relationship Id="rId345" Type="http://schemas.openxmlformats.org/officeDocument/2006/relationships/customXml" Target="../ink/ink1791.xml"/><Relationship Id="rId191" Type="http://schemas.openxmlformats.org/officeDocument/2006/relationships/customXml" Target="../ink/ink1714.xml"/><Relationship Id="rId205" Type="http://schemas.openxmlformats.org/officeDocument/2006/relationships/customXml" Target="../ink/ink1721.xml"/><Relationship Id="rId247" Type="http://schemas.openxmlformats.org/officeDocument/2006/relationships/customXml" Target="../ink/ink1742.xml"/><Relationship Id="rId107" Type="http://schemas.openxmlformats.org/officeDocument/2006/relationships/image" Target="../media/image1430.png"/><Relationship Id="rId289" Type="http://schemas.openxmlformats.org/officeDocument/2006/relationships/customXml" Target="../ink/ink1763.xml"/><Relationship Id="rId11" Type="http://schemas.openxmlformats.org/officeDocument/2006/relationships/image" Target="../media/image1383.png"/><Relationship Id="rId53" Type="http://schemas.openxmlformats.org/officeDocument/2006/relationships/image" Target="../media/image1403.png"/><Relationship Id="rId149" Type="http://schemas.openxmlformats.org/officeDocument/2006/relationships/image" Target="../media/image1451.png"/><Relationship Id="rId314" Type="http://schemas.openxmlformats.org/officeDocument/2006/relationships/image" Target="../media/image1533.png"/><Relationship Id="rId95" Type="http://schemas.openxmlformats.org/officeDocument/2006/relationships/image" Target="../media/image1424.png"/><Relationship Id="rId160" Type="http://schemas.openxmlformats.org/officeDocument/2006/relationships/customXml" Target="../ink/ink1698.xml"/><Relationship Id="rId216" Type="http://schemas.openxmlformats.org/officeDocument/2006/relationships/image" Target="../media/image1484.png"/><Relationship Id="rId258" Type="http://schemas.openxmlformats.org/officeDocument/2006/relationships/image" Target="../media/image1505.png"/><Relationship Id="rId22" Type="http://schemas.openxmlformats.org/officeDocument/2006/relationships/customXml" Target="../ink/ink1629.xml"/><Relationship Id="rId64" Type="http://schemas.openxmlformats.org/officeDocument/2006/relationships/customXml" Target="../ink/ink1650.xml"/><Relationship Id="rId118" Type="http://schemas.openxmlformats.org/officeDocument/2006/relationships/customXml" Target="../ink/ink1677.xml"/><Relationship Id="rId325" Type="http://schemas.openxmlformats.org/officeDocument/2006/relationships/customXml" Target="../ink/ink1781.xml"/><Relationship Id="rId171" Type="http://schemas.openxmlformats.org/officeDocument/2006/relationships/image" Target="../media/image1462.png"/><Relationship Id="rId227" Type="http://schemas.openxmlformats.org/officeDocument/2006/relationships/customXml" Target="../ink/ink1732.xml"/><Relationship Id="rId269" Type="http://schemas.openxmlformats.org/officeDocument/2006/relationships/customXml" Target="../ink/ink1753.xml"/><Relationship Id="rId33" Type="http://schemas.openxmlformats.org/officeDocument/2006/relationships/image" Target="../media/image1393.png"/><Relationship Id="rId129" Type="http://schemas.openxmlformats.org/officeDocument/2006/relationships/image" Target="../media/image1441.png"/><Relationship Id="rId280" Type="http://schemas.openxmlformats.org/officeDocument/2006/relationships/image" Target="../media/image1516.png"/><Relationship Id="rId336" Type="http://schemas.openxmlformats.org/officeDocument/2006/relationships/image" Target="../media/image1544.png"/><Relationship Id="rId75" Type="http://schemas.openxmlformats.org/officeDocument/2006/relationships/image" Target="../media/image1414.png"/><Relationship Id="rId140" Type="http://schemas.openxmlformats.org/officeDocument/2006/relationships/customXml" Target="../ink/ink1688.xml"/><Relationship Id="rId182" Type="http://schemas.openxmlformats.org/officeDocument/2006/relationships/image" Target="../media/image1467.png"/><Relationship Id="rId6" Type="http://schemas.openxmlformats.org/officeDocument/2006/relationships/customXml" Target="../ink/ink1621.xml"/><Relationship Id="rId238" Type="http://schemas.openxmlformats.org/officeDocument/2006/relationships/image" Target="../media/image1495.png"/><Relationship Id="rId291" Type="http://schemas.openxmlformats.org/officeDocument/2006/relationships/customXml" Target="../ink/ink1764.xml"/><Relationship Id="rId305" Type="http://schemas.openxmlformats.org/officeDocument/2006/relationships/customXml" Target="../ink/ink1771.xml"/><Relationship Id="rId347" Type="http://schemas.openxmlformats.org/officeDocument/2006/relationships/customXml" Target="../ink/ink1792.xml"/><Relationship Id="rId44" Type="http://schemas.openxmlformats.org/officeDocument/2006/relationships/customXml" Target="../ink/ink1640.xml"/><Relationship Id="rId86" Type="http://schemas.openxmlformats.org/officeDocument/2006/relationships/customXml" Target="../ink/ink1661.xml"/><Relationship Id="rId151" Type="http://schemas.openxmlformats.org/officeDocument/2006/relationships/image" Target="../media/image1452.png"/><Relationship Id="rId193" Type="http://schemas.openxmlformats.org/officeDocument/2006/relationships/customXml" Target="../ink/ink1715.xml"/><Relationship Id="rId207" Type="http://schemas.openxmlformats.org/officeDocument/2006/relationships/customXml" Target="../ink/ink1722.xml"/><Relationship Id="rId249" Type="http://schemas.openxmlformats.org/officeDocument/2006/relationships/customXml" Target="../ink/ink1743.xml"/><Relationship Id="rId13" Type="http://schemas.openxmlformats.org/officeDocument/2006/relationships/image" Target="../media/image1384.png"/><Relationship Id="rId109" Type="http://schemas.openxmlformats.org/officeDocument/2006/relationships/image" Target="../media/image1431.png"/><Relationship Id="rId260" Type="http://schemas.openxmlformats.org/officeDocument/2006/relationships/image" Target="../media/image1506.png"/><Relationship Id="rId316" Type="http://schemas.openxmlformats.org/officeDocument/2006/relationships/image" Target="../media/image1534.png"/><Relationship Id="rId55" Type="http://schemas.openxmlformats.org/officeDocument/2006/relationships/image" Target="../media/image1404.png"/><Relationship Id="rId97" Type="http://schemas.openxmlformats.org/officeDocument/2006/relationships/image" Target="../media/image1425.png"/><Relationship Id="rId120" Type="http://schemas.openxmlformats.org/officeDocument/2006/relationships/customXml" Target="../ink/ink1678.xml"/><Relationship Id="rId162" Type="http://schemas.openxmlformats.org/officeDocument/2006/relationships/customXml" Target="../ink/ink1699.xml"/><Relationship Id="rId218" Type="http://schemas.openxmlformats.org/officeDocument/2006/relationships/image" Target="../media/image1485.png"/><Relationship Id="rId271" Type="http://schemas.openxmlformats.org/officeDocument/2006/relationships/customXml" Target="../ink/ink1754.xml"/><Relationship Id="rId24" Type="http://schemas.openxmlformats.org/officeDocument/2006/relationships/customXml" Target="../ink/ink1630.xml"/><Relationship Id="rId66" Type="http://schemas.openxmlformats.org/officeDocument/2006/relationships/customXml" Target="../ink/ink1651.xml"/><Relationship Id="rId131" Type="http://schemas.openxmlformats.org/officeDocument/2006/relationships/image" Target="../media/image1442.png"/><Relationship Id="rId327" Type="http://schemas.openxmlformats.org/officeDocument/2006/relationships/customXml" Target="../ink/ink1782.xml"/><Relationship Id="rId173" Type="http://schemas.openxmlformats.org/officeDocument/2006/relationships/image" Target="../media/image1463.png"/><Relationship Id="rId229" Type="http://schemas.openxmlformats.org/officeDocument/2006/relationships/customXml" Target="../ink/ink1733.xml"/><Relationship Id="rId240" Type="http://schemas.openxmlformats.org/officeDocument/2006/relationships/image" Target="../media/image1496.png"/><Relationship Id="rId35" Type="http://schemas.openxmlformats.org/officeDocument/2006/relationships/image" Target="../media/image1394.png"/><Relationship Id="rId77" Type="http://schemas.openxmlformats.org/officeDocument/2006/relationships/image" Target="../media/image1415.png"/><Relationship Id="rId100" Type="http://schemas.openxmlformats.org/officeDocument/2006/relationships/customXml" Target="../ink/ink1668.xml"/><Relationship Id="rId282" Type="http://schemas.openxmlformats.org/officeDocument/2006/relationships/image" Target="../media/image1517.png"/><Relationship Id="rId338" Type="http://schemas.openxmlformats.org/officeDocument/2006/relationships/image" Target="../media/image1545.png"/><Relationship Id="rId8" Type="http://schemas.openxmlformats.org/officeDocument/2006/relationships/customXml" Target="../ink/ink1622.xml"/><Relationship Id="rId142" Type="http://schemas.openxmlformats.org/officeDocument/2006/relationships/customXml" Target="../ink/ink1689.xml"/><Relationship Id="rId184" Type="http://schemas.openxmlformats.org/officeDocument/2006/relationships/image" Target="../media/image14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A9268202-7006-E4A7-2D11-F6E7D093517A}"/>
              </a:ext>
            </a:extLst>
          </p:cNvPr>
          <p:cNvGrpSpPr/>
          <p:nvPr/>
        </p:nvGrpSpPr>
        <p:grpSpPr>
          <a:xfrm>
            <a:off x="1007108" y="435710"/>
            <a:ext cx="2316600" cy="699480"/>
            <a:chOff x="1007108" y="435710"/>
            <a:chExt cx="2316600" cy="69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D0DA6CF-80FA-1A73-E318-536BC9E9014C}"/>
                    </a:ext>
                  </a:extLst>
                </p14:cNvPr>
                <p14:cNvContentPartPr/>
                <p14:nvPr/>
              </p14:nvContentPartPr>
              <p14:xfrm>
                <a:off x="1054628" y="470630"/>
                <a:ext cx="80640" cy="423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D0DA6CF-80FA-1A73-E318-536BC9E9014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5988" y="461990"/>
                  <a:ext cx="9828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C5680F5-504A-5381-095F-29BD9034DC93}"/>
                    </a:ext>
                  </a:extLst>
                </p14:cNvPr>
                <p14:cNvContentPartPr/>
                <p14:nvPr/>
              </p14:nvContentPartPr>
              <p14:xfrm>
                <a:off x="1103588" y="444710"/>
                <a:ext cx="162000" cy="448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C5680F5-504A-5381-095F-29BD9034DC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4948" y="435710"/>
                  <a:ext cx="17964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E01DEF6-EC78-BDDD-1945-C709B1F6F39A}"/>
                    </a:ext>
                  </a:extLst>
                </p14:cNvPr>
                <p14:cNvContentPartPr/>
                <p14:nvPr/>
              </p14:nvContentPartPr>
              <p14:xfrm>
                <a:off x="1007108" y="706790"/>
                <a:ext cx="168480" cy="29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E01DEF6-EC78-BDDD-1945-C709B1F6F39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8108" y="698150"/>
                  <a:ext cx="186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1C44A49-06CB-E57E-DD26-181ABD10FE74}"/>
                    </a:ext>
                  </a:extLst>
                </p14:cNvPr>
                <p14:cNvContentPartPr/>
                <p14:nvPr/>
              </p14:nvContentPartPr>
              <p14:xfrm>
                <a:off x="1220228" y="650630"/>
                <a:ext cx="300240" cy="246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1C44A49-06CB-E57E-DD26-181ABD10FE7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11588" y="641630"/>
                  <a:ext cx="3178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0B47F76-9C4A-D5E1-4C58-98832A4FB002}"/>
                    </a:ext>
                  </a:extLst>
                </p14:cNvPr>
                <p14:cNvContentPartPr/>
                <p14:nvPr/>
              </p14:nvContentPartPr>
              <p14:xfrm>
                <a:off x="1535588" y="644510"/>
                <a:ext cx="51480" cy="490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0B47F76-9C4A-D5E1-4C58-98832A4FB00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26588" y="635870"/>
                  <a:ext cx="6912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E69BD6A-4E75-7301-4F01-E30E3138B756}"/>
                    </a:ext>
                  </a:extLst>
                </p14:cNvPr>
                <p14:cNvContentPartPr/>
                <p14:nvPr/>
              </p14:nvContentPartPr>
              <p14:xfrm>
                <a:off x="1506428" y="655310"/>
                <a:ext cx="195120" cy="239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E69BD6A-4E75-7301-4F01-E30E3138B75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97788" y="646310"/>
                  <a:ext cx="2127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D739C0-D587-6B13-5E88-F07C44EE06ED}"/>
                    </a:ext>
                  </a:extLst>
                </p14:cNvPr>
                <p14:cNvContentPartPr/>
                <p14:nvPr/>
              </p14:nvContentPartPr>
              <p14:xfrm>
                <a:off x="1674908" y="649190"/>
                <a:ext cx="250200" cy="260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D739C0-D587-6B13-5E88-F07C44EE06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65908" y="640190"/>
                  <a:ext cx="2678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93E0EA3-D8E4-E887-C143-226471D91CF6}"/>
                    </a:ext>
                  </a:extLst>
                </p14:cNvPr>
                <p14:cNvContentPartPr/>
                <p14:nvPr/>
              </p14:nvContentPartPr>
              <p14:xfrm>
                <a:off x="1878308" y="627590"/>
                <a:ext cx="149760" cy="230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93E0EA3-D8E4-E887-C143-226471D91C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69308" y="618590"/>
                  <a:ext cx="167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F768308-844A-3B49-EB86-1F411CA64EEB}"/>
                    </a:ext>
                  </a:extLst>
                </p14:cNvPr>
                <p14:cNvContentPartPr/>
                <p14:nvPr/>
              </p14:nvContentPartPr>
              <p14:xfrm>
                <a:off x="2028788" y="629390"/>
                <a:ext cx="232560" cy="242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F768308-844A-3B49-EB86-1F411CA64EE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20148" y="620390"/>
                  <a:ext cx="2502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E2FFF3F-3A2C-F31B-A0EA-92F068E945EE}"/>
                    </a:ext>
                  </a:extLst>
                </p14:cNvPr>
                <p14:cNvContentPartPr/>
                <p14:nvPr/>
              </p14:nvContentPartPr>
              <p14:xfrm>
                <a:off x="2263508" y="604910"/>
                <a:ext cx="312840" cy="236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E2FFF3F-3A2C-F31B-A0EA-92F068E945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54868" y="596270"/>
                  <a:ext cx="3304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B408218-E851-93F7-CBDA-295AE8448D49}"/>
                    </a:ext>
                  </a:extLst>
                </p14:cNvPr>
                <p14:cNvContentPartPr/>
                <p14:nvPr/>
              </p14:nvContentPartPr>
              <p14:xfrm>
                <a:off x="2611268" y="573230"/>
                <a:ext cx="201240" cy="285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B408218-E851-93F7-CBDA-295AE8448D4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02628" y="564590"/>
                  <a:ext cx="2188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CEA41E2-53CF-5B60-1820-4D3DE40E6042}"/>
                    </a:ext>
                  </a:extLst>
                </p14:cNvPr>
                <p14:cNvContentPartPr/>
                <p14:nvPr/>
              </p14:nvContentPartPr>
              <p14:xfrm>
                <a:off x="2812148" y="435710"/>
                <a:ext cx="68760" cy="398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CEA41E2-53CF-5B60-1820-4D3DE40E604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03508" y="426710"/>
                  <a:ext cx="8640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E27228-9197-2494-55D3-890A6B303180}"/>
                    </a:ext>
                  </a:extLst>
                </p14:cNvPr>
                <p14:cNvContentPartPr/>
                <p14:nvPr/>
              </p14:nvContentPartPr>
              <p14:xfrm>
                <a:off x="2790908" y="601670"/>
                <a:ext cx="122040" cy="15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E27228-9197-2494-55D3-890A6B30318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81908" y="593030"/>
                  <a:ext cx="139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FF6BAA-73F1-98D0-EBE0-3EF81E92A390}"/>
                    </a:ext>
                  </a:extLst>
                </p14:cNvPr>
                <p14:cNvContentPartPr/>
                <p14:nvPr/>
              </p14:nvContentPartPr>
              <p14:xfrm>
                <a:off x="2925188" y="598790"/>
                <a:ext cx="192600" cy="245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FF6BAA-73F1-98D0-EBE0-3EF81E92A39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16188" y="589790"/>
                  <a:ext cx="2102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447F886-59B6-63BB-3673-FC6AF2113480}"/>
                    </a:ext>
                  </a:extLst>
                </p14:cNvPr>
                <p14:cNvContentPartPr/>
                <p14:nvPr/>
              </p14:nvContentPartPr>
              <p14:xfrm>
                <a:off x="3141188" y="597350"/>
                <a:ext cx="182520" cy="223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447F886-59B6-63BB-3673-FC6AF21134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32188" y="588350"/>
                  <a:ext cx="20016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CA3EAAD-BF4A-A1EB-FC5F-A7E02BE2E6D8}"/>
              </a:ext>
            </a:extLst>
          </p:cNvPr>
          <p:cNvGrpSpPr/>
          <p:nvPr/>
        </p:nvGrpSpPr>
        <p:grpSpPr>
          <a:xfrm>
            <a:off x="3540428" y="389270"/>
            <a:ext cx="622440" cy="450000"/>
            <a:chOff x="3540428" y="389270"/>
            <a:chExt cx="62244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01CCF79-9FC9-95E3-3116-DAAEFEEB1568}"/>
                    </a:ext>
                  </a:extLst>
                </p14:cNvPr>
                <p14:cNvContentPartPr/>
                <p14:nvPr/>
              </p14:nvContentPartPr>
              <p14:xfrm>
                <a:off x="3563108" y="389270"/>
                <a:ext cx="75600" cy="434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01CCF79-9FC9-95E3-3116-DAAEFEEB156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54468" y="380630"/>
                  <a:ext cx="9324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2D38B39-DD68-0682-BA1B-5B8C0ED37092}"/>
                    </a:ext>
                  </a:extLst>
                </p14:cNvPr>
                <p14:cNvContentPartPr/>
                <p14:nvPr/>
              </p14:nvContentPartPr>
              <p14:xfrm>
                <a:off x="3540428" y="421670"/>
                <a:ext cx="268200" cy="417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2D38B39-DD68-0682-BA1B-5B8C0ED3709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31428" y="413030"/>
                  <a:ext cx="28584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C25A4CF-FEFC-4576-6A61-28535B258B30}"/>
                    </a:ext>
                  </a:extLst>
                </p14:cNvPr>
                <p14:cNvContentPartPr/>
                <p14:nvPr/>
              </p14:nvContentPartPr>
              <p14:xfrm>
                <a:off x="3910868" y="486470"/>
                <a:ext cx="252000" cy="346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C25A4CF-FEFC-4576-6A61-28535B258B3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02228" y="477470"/>
                  <a:ext cx="269640" cy="36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3AF23AC-80E2-51B2-3AEC-6A3E05C88440}"/>
                  </a:ext>
                </a:extLst>
              </p14:cNvPr>
              <p14:cNvContentPartPr/>
              <p14:nvPr/>
            </p14:nvContentPartPr>
            <p14:xfrm>
              <a:off x="1026908" y="922790"/>
              <a:ext cx="3157920" cy="157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3AF23AC-80E2-51B2-3AEC-6A3E05C8844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18268" y="913790"/>
                <a:ext cx="3175560" cy="17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E287220A-A735-6BD4-D057-1272A4F875E7}"/>
              </a:ext>
            </a:extLst>
          </p:cNvPr>
          <p:cNvGrpSpPr/>
          <p:nvPr/>
        </p:nvGrpSpPr>
        <p:grpSpPr>
          <a:xfrm>
            <a:off x="1052828" y="1408430"/>
            <a:ext cx="3130560" cy="748440"/>
            <a:chOff x="1052828" y="1408430"/>
            <a:chExt cx="3130560" cy="74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A75407C-13EF-A3CE-937C-40606793DE84}"/>
                    </a:ext>
                  </a:extLst>
                </p14:cNvPr>
                <p14:cNvContentPartPr/>
                <p14:nvPr/>
              </p14:nvContentPartPr>
              <p14:xfrm>
                <a:off x="1052828" y="1408430"/>
                <a:ext cx="176400" cy="491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A75407C-13EF-A3CE-937C-40606793DE8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8508" y="1404110"/>
                  <a:ext cx="18504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466F690-AF11-CDC9-BCFB-C270026EBDBA}"/>
                    </a:ext>
                  </a:extLst>
                </p14:cNvPr>
                <p14:cNvContentPartPr/>
                <p14:nvPr/>
              </p14:nvContentPartPr>
              <p14:xfrm>
                <a:off x="1142468" y="1436510"/>
                <a:ext cx="187200" cy="473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466F690-AF11-CDC9-BCFB-C270026EBDB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38148" y="1432190"/>
                  <a:ext cx="1958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C212285-8D68-0DC7-5630-F374FD948E57}"/>
                    </a:ext>
                  </a:extLst>
                </p14:cNvPr>
                <p14:cNvContentPartPr/>
                <p14:nvPr/>
              </p14:nvContentPartPr>
              <p14:xfrm>
                <a:off x="1062188" y="1681670"/>
                <a:ext cx="266400" cy="53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C212285-8D68-0DC7-5630-F374FD948E5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57868" y="1677350"/>
                  <a:ext cx="2750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8910CE0-FB26-BBCA-C974-2C7D8C95C319}"/>
                    </a:ext>
                  </a:extLst>
                </p14:cNvPr>
                <p14:cNvContentPartPr/>
                <p14:nvPr/>
              </p14:nvContentPartPr>
              <p14:xfrm>
                <a:off x="1389788" y="1429670"/>
                <a:ext cx="62280" cy="474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8910CE0-FB26-BBCA-C974-2C7D8C95C31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85468" y="1425350"/>
                  <a:ext cx="7092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D49DBA6-DB8B-0D62-482F-96D9F4B5349A}"/>
                    </a:ext>
                  </a:extLst>
                </p14:cNvPr>
                <p14:cNvContentPartPr/>
                <p14:nvPr/>
              </p14:nvContentPartPr>
              <p14:xfrm>
                <a:off x="1507148" y="1622630"/>
                <a:ext cx="268560" cy="313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D49DBA6-DB8B-0D62-482F-96D9F4B5349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02828" y="1618310"/>
                  <a:ext cx="2772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A245311-1572-34DC-99F8-F93F3CC511DF}"/>
                    </a:ext>
                  </a:extLst>
                </p14:cNvPr>
                <p14:cNvContentPartPr/>
                <p14:nvPr/>
              </p14:nvContentPartPr>
              <p14:xfrm>
                <a:off x="1799108" y="1498790"/>
                <a:ext cx="83160" cy="395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A245311-1572-34DC-99F8-F93F3CC511D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94788" y="1494470"/>
                  <a:ext cx="9180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F18CDD1-8B36-710E-7FD8-2ADE6017CAAB}"/>
                    </a:ext>
                  </a:extLst>
                </p14:cNvPr>
                <p14:cNvContentPartPr/>
                <p14:nvPr/>
              </p14:nvContentPartPr>
              <p14:xfrm>
                <a:off x="1755188" y="1695350"/>
                <a:ext cx="219960" cy="14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F18CDD1-8B36-710E-7FD8-2ADE6017CAA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50868" y="1691030"/>
                  <a:ext cx="228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E102422-6D82-B506-9D03-81EABC28BB1F}"/>
                    </a:ext>
                  </a:extLst>
                </p14:cNvPr>
                <p14:cNvContentPartPr/>
                <p14:nvPr/>
              </p14:nvContentPartPr>
              <p14:xfrm>
                <a:off x="2131748" y="1629830"/>
                <a:ext cx="88920" cy="527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E102422-6D82-B506-9D03-81EABC28BB1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27428" y="1625510"/>
                  <a:ext cx="9756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DBA4F1C-AE6F-66AB-FD2A-7A32D972079B}"/>
                    </a:ext>
                  </a:extLst>
                </p14:cNvPr>
                <p14:cNvContentPartPr/>
                <p14:nvPr/>
              </p14:nvContentPartPr>
              <p14:xfrm>
                <a:off x="2110508" y="1660070"/>
                <a:ext cx="231840" cy="235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DBA4F1C-AE6F-66AB-FD2A-7A32D972079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06188" y="1655750"/>
                  <a:ext cx="2404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CC1BBBA-0BD5-FA7B-260F-303C7DD1D5D4}"/>
                    </a:ext>
                  </a:extLst>
                </p14:cNvPr>
                <p14:cNvContentPartPr/>
                <p14:nvPr/>
              </p14:nvContentPartPr>
              <p14:xfrm>
                <a:off x="2379068" y="1673390"/>
                <a:ext cx="256320" cy="229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CC1BBBA-0BD5-FA7B-260F-303C7DD1D5D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74748" y="1669070"/>
                  <a:ext cx="2649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7AE78E-1891-1A01-4371-2E2410B451D3}"/>
                    </a:ext>
                  </a:extLst>
                </p14:cNvPr>
                <p14:cNvContentPartPr/>
                <p14:nvPr/>
              </p14:nvContentPartPr>
              <p14:xfrm>
                <a:off x="2603708" y="1677350"/>
                <a:ext cx="196200" cy="246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7AE78E-1891-1A01-4371-2E2410B451D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99388" y="1673030"/>
                  <a:ext cx="2048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7D8703-29AA-CB7D-9319-7E1F5412E5A3}"/>
                    </a:ext>
                  </a:extLst>
                </p14:cNvPr>
                <p14:cNvContentPartPr/>
                <p14:nvPr/>
              </p14:nvContentPartPr>
              <p14:xfrm>
                <a:off x="2882348" y="1632350"/>
                <a:ext cx="183600" cy="518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7D8703-29AA-CB7D-9319-7E1F5412E5A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78028" y="1628030"/>
                  <a:ext cx="19224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EF83FF5-3783-0F8D-C3B3-FB0091712F3F}"/>
                    </a:ext>
                  </a:extLst>
                </p14:cNvPr>
                <p14:cNvContentPartPr/>
                <p14:nvPr/>
              </p14:nvContentPartPr>
              <p14:xfrm>
                <a:off x="3186188" y="1660070"/>
                <a:ext cx="192600" cy="227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EF83FF5-3783-0F8D-C3B3-FB0091712F3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81868" y="1655750"/>
                  <a:ext cx="201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557DE02-8561-20AB-C7DE-F20A26418098}"/>
                    </a:ext>
                  </a:extLst>
                </p14:cNvPr>
                <p14:cNvContentPartPr/>
                <p14:nvPr/>
              </p14:nvContentPartPr>
              <p14:xfrm>
                <a:off x="3446468" y="1517510"/>
                <a:ext cx="59040" cy="423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557DE02-8561-20AB-C7DE-F20A2641809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42148" y="1513190"/>
                  <a:ext cx="676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E82F8CF-201D-64E2-8D56-9D85C665CE49}"/>
                    </a:ext>
                  </a:extLst>
                </p14:cNvPr>
                <p14:cNvContentPartPr/>
                <p14:nvPr/>
              </p14:nvContentPartPr>
              <p14:xfrm>
                <a:off x="3475988" y="1663670"/>
                <a:ext cx="165240" cy="208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E82F8CF-201D-64E2-8D56-9D85C665CE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71668" y="1659350"/>
                  <a:ext cx="173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0F2DFDA-7E0A-C766-690B-D792229F3D39}"/>
                    </a:ext>
                  </a:extLst>
                </p14:cNvPr>
                <p14:cNvContentPartPr/>
                <p14:nvPr/>
              </p14:nvContentPartPr>
              <p14:xfrm>
                <a:off x="3743828" y="1609670"/>
                <a:ext cx="180000" cy="267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0F2DFDA-7E0A-C766-690B-D792229F3D3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39508" y="1605350"/>
                  <a:ext cx="1886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3F4F0D-30B2-136E-8C0C-7F3E53ADE884}"/>
                    </a:ext>
                  </a:extLst>
                </p14:cNvPr>
                <p14:cNvContentPartPr/>
                <p14:nvPr/>
              </p14:nvContentPartPr>
              <p14:xfrm>
                <a:off x="4005908" y="1603550"/>
                <a:ext cx="177480" cy="253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3F4F0D-30B2-136E-8C0C-7F3E53ADE88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01588" y="1599230"/>
                  <a:ext cx="18612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300865E-4ED3-B45B-F3E3-2C8D9B74C27B}"/>
              </a:ext>
            </a:extLst>
          </p:cNvPr>
          <p:cNvGrpSpPr/>
          <p:nvPr/>
        </p:nvGrpSpPr>
        <p:grpSpPr>
          <a:xfrm>
            <a:off x="4583348" y="1243190"/>
            <a:ext cx="2294640" cy="566640"/>
            <a:chOff x="4583348" y="1243190"/>
            <a:chExt cx="2294640" cy="56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6664DCA-9064-513B-9E6E-B84A3549A74B}"/>
                    </a:ext>
                  </a:extLst>
                </p14:cNvPr>
                <p14:cNvContentPartPr/>
                <p14:nvPr/>
              </p14:nvContentPartPr>
              <p14:xfrm>
                <a:off x="4583348" y="1490870"/>
                <a:ext cx="205200" cy="301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6664DCA-9064-513B-9E6E-B84A3549A74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79028" y="1486550"/>
                  <a:ext cx="2138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598985B-0393-5143-C38F-70589BC74E72}"/>
                    </a:ext>
                  </a:extLst>
                </p14:cNvPr>
                <p14:cNvContentPartPr/>
                <p14:nvPr/>
              </p14:nvContentPartPr>
              <p14:xfrm>
                <a:off x="4825988" y="1458110"/>
                <a:ext cx="173520" cy="283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598985B-0393-5143-C38F-70589BC74E7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21668" y="1453790"/>
                  <a:ext cx="182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DA213F5-8C9B-8D14-072E-C853C57E88F3}"/>
                    </a:ext>
                  </a:extLst>
                </p14:cNvPr>
                <p14:cNvContentPartPr/>
                <p14:nvPr/>
              </p14:nvContentPartPr>
              <p14:xfrm>
                <a:off x="5001668" y="1500950"/>
                <a:ext cx="173520" cy="308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DA213F5-8C9B-8D14-072E-C853C57E88F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97348" y="1496630"/>
                  <a:ext cx="1821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AD16DC5-17D7-96EF-3F85-42F4653079CB}"/>
                    </a:ext>
                  </a:extLst>
                </p14:cNvPr>
                <p14:cNvContentPartPr/>
                <p14:nvPr/>
              </p14:nvContentPartPr>
              <p14:xfrm>
                <a:off x="5227388" y="1537310"/>
                <a:ext cx="162720" cy="191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AD16DC5-17D7-96EF-3F85-42F4653079C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223068" y="1532990"/>
                  <a:ext cx="171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AE76877-B34D-2A77-BD29-F0F18E977826}"/>
                    </a:ext>
                  </a:extLst>
                </p14:cNvPr>
                <p14:cNvContentPartPr/>
                <p14:nvPr/>
              </p14:nvContentPartPr>
              <p14:xfrm>
                <a:off x="5359508" y="1508870"/>
                <a:ext cx="101880" cy="7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AE76877-B34D-2A77-BD29-F0F18E97782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55188" y="1504550"/>
                  <a:ext cx="1105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34A4182-0E60-C6CC-3827-1DAF717BC7F6}"/>
                    </a:ext>
                  </a:extLst>
                </p14:cNvPr>
                <p14:cNvContentPartPr/>
                <p14:nvPr/>
              </p14:nvContentPartPr>
              <p14:xfrm>
                <a:off x="5636708" y="1243190"/>
                <a:ext cx="138600" cy="486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34A4182-0E60-C6CC-3827-1DAF717BC7F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32388" y="1238870"/>
                  <a:ext cx="14724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70889C9-F0BE-D2D6-592F-BF3B68262550}"/>
                    </a:ext>
                  </a:extLst>
                </p14:cNvPr>
                <p14:cNvContentPartPr/>
                <p14:nvPr/>
              </p14:nvContentPartPr>
              <p14:xfrm>
                <a:off x="5824988" y="1490870"/>
                <a:ext cx="50760" cy="274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70889C9-F0BE-D2D6-592F-BF3B6826255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20668" y="1486550"/>
                  <a:ext cx="594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EA8C498-F624-106F-24B9-D1A8C428AC8B}"/>
                    </a:ext>
                  </a:extLst>
                </p14:cNvPr>
                <p14:cNvContentPartPr/>
                <p14:nvPr/>
              </p14:nvContentPartPr>
              <p14:xfrm>
                <a:off x="5817428" y="1351910"/>
                <a:ext cx="36720" cy="25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EA8C498-F624-106F-24B9-D1A8C428AC8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13108" y="1347590"/>
                  <a:ext cx="453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9110885-FDA4-5976-E9E5-A55D35639E82}"/>
                    </a:ext>
                  </a:extLst>
                </p14:cNvPr>
                <p14:cNvContentPartPr/>
                <p14:nvPr/>
              </p14:nvContentPartPr>
              <p14:xfrm>
                <a:off x="5923628" y="1470710"/>
                <a:ext cx="91800" cy="244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9110885-FDA4-5976-E9E5-A55D35639E8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19308" y="1466390"/>
                  <a:ext cx="1004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29E53DB-0FE1-4036-04B0-C74B9FB4A7BD}"/>
                    </a:ext>
                  </a:extLst>
                </p14:cNvPr>
                <p14:cNvContentPartPr/>
                <p14:nvPr/>
              </p14:nvContentPartPr>
              <p14:xfrm>
                <a:off x="6106148" y="1271630"/>
                <a:ext cx="197280" cy="479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29E53DB-0FE1-4036-04B0-C74B9FB4A7B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01828" y="1267310"/>
                  <a:ext cx="20592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4688A10-658E-1FAE-D05A-477503B80DF9}"/>
                    </a:ext>
                  </a:extLst>
                </p14:cNvPr>
                <p14:cNvContentPartPr/>
                <p14:nvPr/>
              </p14:nvContentPartPr>
              <p14:xfrm>
                <a:off x="6300188" y="1495550"/>
                <a:ext cx="140400" cy="236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4688A10-658E-1FAE-D05A-477503B80DF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95868" y="1491230"/>
                  <a:ext cx="1490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2AA6BD7-8508-8BBF-CEC4-2291F7EE3EF9}"/>
                    </a:ext>
                  </a:extLst>
                </p14:cNvPr>
                <p14:cNvContentPartPr/>
                <p14:nvPr/>
              </p14:nvContentPartPr>
              <p14:xfrm>
                <a:off x="6505388" y="1331750"/>
                <a:ext cx="88200" cy="357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2AA6BD7-8508-8BBF-CEC4-2291F7EE3EF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01068" y="1327430"/>
                  <a:ext cx="968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4DDCA18-2C4C-70F1-EC02-66C2BB66B28D}"/>
                    </a:ext>
                  </a:extLst>
                </p14:cNvPr>
                <p14:cNvContentPartPr/>
                <p14:nvPr/>
              </p14:nvContentPartPr>
              <p14:xfrm>
                <a:off x="6708788" y="1280630"/>
                <a:ext cx="71640" cy="437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4DDCA18-2C4C-70F1-EC02-66C2BB66B28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04468" y="1276310"/>
                  <a:ext cx="8028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F55836D-883E-D5E9-F1C9-5726EB758B60}"/>
                    </a:ext>
                  </a:extLst>
                </p14:cNvPr>
                <p14:cNvContentPartPr/>
                <p14:nvPr/>
              </p14:nvContentPartPr>
              <p14:xfrm>
                <a:off x="6760268" y="1495910"/>
                <a:ext cx="117720" cy="205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F55836D-883E-D5E9-F1C9-5726EB758B6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55948" y="1491590"/>
                  <a:ext cx="12636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6EF9DAA-D283-C0A8-4DFF-B285A9BC446F}"/>
              </a:ext>
            </a:extLst>
          </p:cNvPr>
          <p:cNvGrpSpPr/>
          <p:nvPr/>
        </p:nvGrpSpPr>
        <p:grpSpPr>
          <a:xfrm>
            <a:off x="7262468" y="1391510"/>
            <a:ext cx="182520" cy="262440"/>
            <a:chOff x="7262468" y="1391510"/>
            <a:chExt cx="18252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6734FA7-1FFA-34E3-0D80-016EAB2563F3}"/>
                    </a:ext>
                  </a:extLst>
                </p14:cNvPr>
                <p14:cNvContentPartPr/>
                <p14:nvPr/>
              </p14:nvContentPartPr>
              <p14:xfrm>
                <a:off x="7262468" y="1622990"/>
                <a:ext cx="152280" cy="30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6734FA7-1FFA-34E3-0D80-016EAB2563F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58148" y="1618670"/>
                  <a:ext cx="160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3B24B1F-B955-89B4-7D63-DDA40B547457}"/>
                    </a:ext>
                  </a:extLst>
                </p14:cNvPr>
                <p14:cNvContentPartPr/>
                <p14:nvPr/>
              </p14:nvContentPartPr>
              <p14:xfrm>
                <a:off x="7272548" y="1517870"/>
                <a:ext cx="128520" cy="35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3B24B1F-B955-89B4-7D63-DDA40B54745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68228" y="1513550"/>
                  <a:ext cx="1371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D236B8E-3D7A-1F54-48C1-F33CA95C2FDB}"/>
                    </a:ext>
                  </a:extLst>
                </p14:cNvPr>
                <p14:cNvContentPartPr/>
                <p14:nvPr/>
              </p14:nvContentPartPr>
              <p14:xfrm>
                <a:off x="7266428" y="1391510"/>
                <a:ext cx="178560" cy="26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D236B8E-3D7A-1F54-48C1-F33CA95C2FD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62108" y="1387190"/>
                  <a:ext cx="18720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EE49E73-8258-14C9-064C-3252D555FFD3}"/>
              </a:ext>
            </a:extLst>
          </p:cNvPr>
          <p:cNvGrpSpPr/>
          <p:nvPr/>
        </p:nvGrpSpPr>
        <p:grpSpPr>
          <a:xfrm>
            <a:off x="7988588" y="1094510"/>
            <a:ext cx="2911320" cy="780840"/>
            <a:chOff x="7988588" y="1094510"/>
            <a:chExt cx="2911320" cy="78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941DBB4-E8A3-00D0-7E4B-030456D623D4}"/>
                    </a:ext>
                  </a:extLst>
                </p14:cNvPr>
                <p14:cNvContentPartPr/>
                <p14:nvPr/>
              </p14:nvContentPartPr>
              <p14:xfrm>
                <a:off x="7988588" y="1315190"/>
                <a:ext cx="212040" cy="300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941DBB4-E8A3-00D0-7E4B-030456D623D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984268" y="1310870"/>
                  <a:ext cx="2206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C2B63D0-6075-2002-B44B-BF6209288148}"/>
                    </a:ext>
                  </a:extLst>
                </p14:cNvPr>
                <p14:cNvContentPartPr/>
                <p14:nvPr/>
              </p14:nvContentPartPr>
              <p14:xfrm>
                <a:off x="8309348" y="1269470"/>
                <a:ext cx="365760" cy="353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C2B63D0-6075-2002-B44B-BF620928814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05028" y="1265150"/>
                  <a:ext cx="3744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F869561-FFA8-0D21-0B08-935D376C6FF2}"/>
                    </a:ext>
                  </a:extLst>
                </p14:cNvPr>
                <p14:cNvContentPartPr/>
                <p14:nvPr/>
              </p14:nvContentPartPr>
              <p14:xfrm>
                <a:off x="8720108" y="1348670"/>
                <a:ext cx="197640" cy="526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F869561-FFA8-0D21-0B08-935D376C6FF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15788" y="1344350"/>
                  <a:ext cx="20628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DE3D034-C8B3-69F3-86AA-3E81F11A4743}"/>
                    </a:ext>
                  </a:extLst>
                </p14:cNvPr>
                <p14:cNvContentPartPr/>
                <p14:nvPr/>
              </p14:nvContentPartPr>
              <p14:xfrm>
                <a:off x="8931068" y="1316990"/>
                <a:ext cx="393120" cy="316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DE3D034-C8B3-69F3-86AA-3E81F11A474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26748" y="1312670"/>
                  <a:ext cx="4017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1B74CB6-51A9-DF3D-9007-168B910562C2}"/>
                    </a:ext>
                  </a:extLst>
                </p14:cNvPr>
                <p14:cNvContentPartPr/>
                <p14:nvPr/>
              </p14:nvContentPartPr>
              <p14:xfrm>
                <a:off x="9364148" y="1303310"/>
                <a:ext cx="182520" cy="264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1B74CB6-51A9-DF3D-9007-168B910562C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59828" y="1298990"/>
                  <a:ext cx="191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CD74CB7-3795-C0AB-FDEA-04CA9DA0D2AF}"/>
                    </a:ext>
                  </a:extLst>
                </p14:cNvPr>
                <p14:cNvContentPartPr/>
                <p14:nvPr/>
              </p14:nvContentPartPr>
              <p14:xfrm>
                <a:off x="9736748" y="1309070"/>
                <a:ext cx="280440" cy="300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CD74CB7-3795-C0AB-FDEA-04CA9DA0D2A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732428" y="1304750"/>
                  <a:ext cx="2890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F83A890-0381-DAE1-026E-5BA7DC6FD821}"/>
                    </a:ext>
                  </a:extLst>
                </p14:cNvPr>
                <p14:cNvContentPartPr/>
                <p14:nvPr/>
              </p14:nvContentPartPr>
              <p14:xfrm>
                <a:off x="10111148" y="1229870"/>
                <a:ext cx="206280" cy="299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F83A890-0381-DAE1-026E-5BA7DC6FD82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106828" y="1225550"/>
                  <a:ext cx="2149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2B045DC-5CBF-605C-0BCC-2BB270BCE9E8}"/>
                    </a:ext>
                  </a:extLst>
                </p14:cNvPr>
                <p14:cNvContentPartPr/>
                <p14:nvPr/>
              </p14:nvContentPartPr>
              <p14:xfrm>
                <a:off x="10305548" y="1094510"/>
                <a:ext cx="75960" cy="436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2B045DC-5CBF-605C-0BCC-2BB270BCE9E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01228" y="1090190"/>
                  <a:ext cx="846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7B888AA-5693-EB61-86E1-C4C6F4D1B85A}"/>
                    </a:ext>
                  </a:extLst>
                </p14:cNvPr>
                <p14:cNvContentPartPr/>
                <p14:nvPr/>
              </p14:nvContentPartPr>
              <p14:xfrm>
                <a:off x="10295468" y="1261550"/>
                <a:ext cx="139680" cy="17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7B888AA-5693-EB61-86E1-C4C6F4D1B85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291148" y="1257230"/>
                  <a:ext cx="1483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F53A642-DCF5-15B1-65A6-6A146264A356}"/>
                    </a:ext>
                  </a:extLst>
                </p14:cNvPr>
                <p14:cNvContentPartPr/>
                <p14:nvPr/>
              </p14:nvContentPartPr>
              <p14:xfrm>
                <a:off x="10429748" y="1233110"/>
                <a:ext cx="241560" cy="284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F53A642-DCF5-15B1-65A6-6A146264A35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425428" y="1228790"/>
                  <a:ext cx="2502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46C7B57-5E37-F863-D197-46D5451ACE25}"/>
                    </a:ext>
                  </a:extLst>
                </p14:cNvPr>
                <p14:cNvContentPartPr/>
                <p14:nvPr/>
              </p14:nvContentPartPr>
              <p14:xfrm>
                <a:off x="10708748" y="1226630"/>
                <a:ext cx="191160" cy="312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46C7B57-5E37-F863-D197-46D5451ACE2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704428" y="1222310"/>
                  <a:ext cx="199800" cy="32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B42FEDF-8690-2CDE-6720-D5D3152FB20A}"/>
                  </a:ext>
                </a:extLst>
              </p14:cNvPr>
              <p14:cNvContentPartPr/>
              <p14:nvPr/>
            </p14:nvContentPartPr>
            <p14:xfrm>
              <a:off x="11179268" y="1506710"/>
              <a:ext cx="12960" cy="82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B42FEDF-8690-2CDE-6720-D5D3152FB20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174948" y="1502390"/>
                <a:ext cx="21600" cy="1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77CA132A-526B-FF44-5946-8003901A549A}"/>
              </a:ext>
            </a:extLst>
          </p:cNvPr>
          <p:cNvGrpSpPr/>
          <p:nvPr/>
        </p:nvGrpSpPr>
        <p:grpSpPr>
          <a:xfrm>
            <a:off x="935108" y="2411390"/>
            <a:ext cx="1337760" cy="564840"/>
            <a:chOff x="935108" y="2411390"/>
            <a:chExt cx="1337760" cy="56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DCB1F28-3276-B779-172C-41B6C62FCADF}"/>
                    </a:ext>
                  </a:extLst>
                </p14:cNvPr>
                <p14:cNvContentPartPr/>
                <p14:nvPr/>
              </p14:nvContentPartPr>
              <p14:xfrm>
                <a:off x="1131308" y="2510030"/>
                <a:ext cx="5400" cy="3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DCB1F28-3276-B779-172C-41B6C62FCAD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26988" y="2505710"/>
                  <a:ext cx="1404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45674D3-8E0E-5D7D-C26C-CBEEC8EEE96F}"/>
                    </a:ext>
                  </a:extLst>
                </p14:cNvPr>
                <p14:cNvContentPartPr/>
                <p14:nvPr/>
              </p14:nvContentPartPr>
              <p14:xfrm>
                <a:off x="935108" y="2496710"/>
                <a:ext cx="364680" cy="479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45674D3-8E0E-5D7D-C26C-CBEEC8EEE96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0788" y="2492390"/>
                  <a:ext cx="37332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23DDE58-DD1F-7743-42EF-5A829AA0F18B}"/>
                    </a:ext>
                  </a:extLst>
                </p14:cNvPr>
                <p14:cNvContentPartPr/>
                <p14:nvPr/>
              </p14:nvContentPartPr>
              <p14:xfrm>
                <a:off x="1221668" y="2592470"/>
                <a:ext cx="14040" cy="6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23DDE58-DD1F-7743-42EF-5A829AA0F18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217348" y="2588150"/>
                  <a:ext cx="2268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1EC1CB9-1FA9-1539-C029-08B485D86AAB}"/>
                    </a:ext>
                  </a:extLst>
                </p14:cNvPr>
                <p14:cNvContentPartPr/>
                <p14:nvPr/>
              </p14:nvContentPartPr>
              <p14:xfrm>
                <a:off x="1313108" y="2664470"/>
                <a:ext cx="315360" cy="223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1EC1CB9-1FA9-1539-C029-08B485D86AA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308788" y="2660150"/>
                  <a:ext cx="3240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0A7EC6E-6CB3-DD44-2275-F8AF7809C113}"/>
                    </a:ext>
                  </a:extLst>
                </p14:cNvPr>
                <p14:cNvContentPartPr/>
                <p14:nvPr/>
              </p14:nvContentPartPr>
              <p14:xfrm>
                <a:off x="1633508" y="2466470"/>
                <a:ext cx="199080" cy="438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0A7EC6E-6CB3-DD44-2275-F8AF7809C11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29188" y="2462150"/>
                  <a:ext cx="20772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3526333-6ACE-B7C0-996F-00CF234FE081}"/>
                    </a:ext>
                  </a:extLst>
                </p14:cNvPr>
                <p14:cNvContentPartPr/>
                <p14:nvPr/>
              </p14:nvContentPartPr>
              <p14:xfrm>
                <a:off x="1898108" y="2637830"/>
                <a:ext cx="132840" cy="236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3526333-6ACE-B7C0-996F-00CF234FE08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893788" y="2633510"/>
                  <a:ext cx="1414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71E442F-6BD7-6FB2-02CC-E6207790F28E}"/>
                    </a:ext>
                  </a:extLst>
                </p14:cNvPr>
                <p14:cNvContentPartPr/>
                <p14:nvPr/>
              </p14:nvContentPartPr>
              <p14:xfrm>
                <a:off x="2114108" y="2411390"/>
                <a:ext cx="158760" cy="545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71E442F-6BD7-6FB2-02CC-E6207790F28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109788" y="2407070"/>
                  <a:ext cx="167400" cy="55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BB8388F-8AEF-65C3-EEAE-EE6DB0FDBB45}"/>
              </a:ext>
            </a:extLst>
          </p:cNvPr>
          <p:cNvGrpSpPr/>
          <p:nvPr/>
        </p:nvGrpSpPr>
        <p:grpSpPr>
          <a:xfrm>
            <a:off x="2577428" y="2708750"/>
            <a:ext cx="25560" cy="148320"/>
            <a:chOff x="2577428" y="2708750"/>
            <a:chExt cx="2556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C955000-28BE-3ACB-9EC1-BAA7B29590AB}"/>
                    </a:ext>
                  </a:extLst>
                </p14:cNvPr>
                <p14:cNvContentPartPr/>
                <p14:nvPr/>
              </p14:nvContentPartPr>
              <p14:xfrm>
                <a:off x="2577428" y="2830790"/>
                <a:ext cx="12960" cy="26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C955000-28BE-3ACB-9EC1-BAA7B29590A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73108" y="2826470"/>
                  <a:ext cx="216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8E2917E-A05E-5D9E-CD5D-D41F67E491DC}"/>
                    </a:ext>
                  </a:extLst>
                </p14:cNvPr>
                <p14:cNvContentPartPr/>
                <p14:nvPr/>
              </p14:nvContentPartPr>
              <p14:xfrm>
                <a:off x="2602628" y="2708750"/>
                <a:ext cx="360" cy="2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8E2917E-A05E-5D9E-CD5D-D41F67E491D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598308" y="2704430"/>
                  <a:ext cx="9000" cy="1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A96CD1D-35B2-3C11-FCCE-038DDC9B8050}"/>
              </a:ext>
            </a:extLst>
          </p:cNvPr>
          <p:cNvGrpSpPr/>
          <p:nvPr/>
        </p:nvGrpSpPr>
        <p:grpSpPr>
          <a:xfrm>
            <a:off x="3193748" y="2264870"/>
            <a:ext cx="2667600" cy="834120"/>
            <a:chOff x="3193748" y="2264870"/>
            <a:chExt cx="2667600" cy="83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9F7BA32-950D-22C3-6A94-67CF713433AD}"/>
                    </a:ext>
                  </a:extLst>
                </p14:cNvPr>
                <p14:cNvContentPartPr/>
                <p14:nvPr/>
              </p14:nvContentPartPr>
              <p14:xfrm>
                <a:off x="3193748" y="2683910"/>
                <a:ext cx="929520" cy="35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9F7BA32-950D-22C3-6A94-67CF713433A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85108" y="2675270"/>
                  <a:ext cx="947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E597F55-EA3F-0A98-7E82-046F2966EC00}"/>
                    </a:ext>
                  </a:extLst>
                </p14:cNvPr>
                <p14:cNvContentPartPr/>
                <p14:nvPr/>
              </p14:nvContentPartPr>
              <p14:xfrm>
                <a:off x="4127948" y="2264870"/>
                <a:ext cx="735120" cy="834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E597F55-EA3F-0A98-7E82-046F2966EC0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18948" y="2255870"/>
                  <a:ext cx="752760" cy="8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0BD5AB4-C22E-6F55-3B09-C4E003CADB0D}"/>
                    </a:ext>
                  </a:extLst>
                </p14:cNvPr>
                <p14:cNvContentPartPr/>
                <p14:nvPr/>
              </p14:nvContentPartPr>
              <p14:xfrm>
                <a:off x="4862708" y="2635310"/>
                <a:ext cx="998640" cy="42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0BD5AB4-C22E-6F55-3B09-C4E003CADB0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54068" y="2626670"/>
                  <a:ext cx="1016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E02A5FC-C1C1-BBF3-FC27-F5F2A46E0AA3}"/>
                    </a:ext>
                  </a:extLst>
                </p14:cNvPr>
                <p14:cNvContentPartPr/>
                <p14:nvPr/>
              </p14:nvContentPartPr>
              <p14:xfrm>
                <a:off x="4381388" y="2516150"/>
                <a:ext cx="145080" cy="312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E02A5FC-C1C1-BBF3-FC27-F5F2A46E0AA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72748" y="2507150"/>
                  <a:ext cx="1627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A9048F5-40BF-6405-FD71-1D352EBF33C4}"/>
                    </a:ext>
                  </a:extLst>
                </p14:cNvPr>
                <p14:cNvContentPartPr/>
                <p14:nvPr/>
              </p14:nvContentPartPr>
              <p14:xfrm>
                <a:off x="4534748" y="2491310"/>
                <a:ext cx="150480" cy="370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A9048F5-40BF-6405-FD71-1D352EBF33C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25748" y="2482670"/>
                  <a:ext cx="1681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AED029-3718-2F14-5A4F-82E7DBB39481}"/>
                    </a:ext>
                  </a:extLst>
                </p14:cNvPr>
                <p14:cNvContentPartPr/>
                <p14:nvPr/>
              </p14:nvContentPartPr>
              <p14:xfrm>
                <a:off x="4416668" y="2642870"/>
                <a:ext cx="244440" cy="518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AED029-3718-2F14-5A4F-82E7DBB3948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07668" y="2633870"/>
                  <a:ext cx="262080" cy="6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3DE2FE9-97B1-1EAB-F449-5307BD994D33}"/>
                  </a:ext>
                </a:extLst>
              </p14:cNvPr>
              <p14:cNvContentPartPr/>
              <p14:nvPr/>
            </p14:nvContentPartPr>
            <p14:xfrm>
              <a:off x="1036268" y="3092870"/>
              <a:ext cx="1043280" cy="514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3DE2FE9-97B1-1EAB-F449-5307BD994D3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027268" y="3084230"/>
                <a:ext cx="1060920" cy="6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BF11EC3-014C-99EC-505A-551AD92AB879}"/>
              </a:ext>
            </a:extLst>
          </p:cNvPr>
          <p:cNvGrpSpPr/>
          <p:nvPr/>
        </p:nvGrpSpPr>
        <p:grpSpPr>
          <a:xfrm>
            <a:off x="2588588" y="2679950"/>
            <a:ext cx="20880" cy="153360"/>
            <a:chOff x="2588588" y="2679950"/>
            <a:chExt cx="20880" cy="15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CA732E3-88A4-E3AB-94AE-9C6CE16B50BF}"/>
                    </a:ext>
                  </a:extLst>
                </p14:cNvPr>
                <p14:cNvContentPartPr/>
                <p14:nvPr/>
              </p14:nvContentPartPr>
              <p14:xfrm>
                <a:off x="2598668" y="2679950"/>
                <a:ext cx="10800" cy="28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CA732E3-88A4-E3AB-94AE-9C6CE16B50B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89668" y="2670950"/>
                  <a:ext cx="284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6FC55DB-D3C2-AEC9-B377-5FF72F59A7D9}"/>
                    </a:ext>
                  </a:extLst>
                </p14:cNvPr>
                <p14:cNvContentPartPr/>
                <p14:nvPr/>
              </p14:nvContentPartPr>
              <p14:xfrm>
                <a:off x="2588588" y="2826830"/>
                <a:ext cx="1440" cy="6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6FC55DB-D3C2-AEC9-B377-5FF72F59A7D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579948" y="2818190"/>
                  <a:ext cx="1908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79EEB2B-D5E3-EE06-D4BD-C78DA5BF9077}"/>
                  </a:ext>
                </a:extLst>
              </p14:cNvPr>
              <p14:cNvContentPartPr/>
              <p14:nvPr/>
            </p14:nvContentPartPr>
            <p14:xfrm>
              <a:off x="-643852" y="3914390"/>
              <a:ext cx="11520" cy="320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79EEB2B-D5E3-EE06-D4BD-C78DA5BF907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-652852" y="3905390"/>
                <a:ext cx="29160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79C1523-AC8A-4EF0-72A0-FDC34E131641}"/>
              </a:ext>
            </a:extLst>
          </p:cNvPr>
          <p:cNvGrpSpPr/>
          <p:nvPr/>
        </p:nvGrpSpPr>
        <p:grpSpPr>
          <a:xfrm>
            <a:off x="1038068" y="3512630"/>
            <a:ext cx="1213920" cy="475920"/>
            <a:chOff x="1038068" y="3512630"/>
            <a:chExt cx="1213920" cy="47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F95CB1D-14E2-8967-4373-D240E6B5527A}"/>
                    </a:ext>
                  </a:extLst>
                </p14:cNvPr>
                <p14:cNvContentPartPr/>
                <p14:nvPr/>
              </p14:nvContentPartPr>
              <p14:xfrm>
                <a:off x="1049588" y="3648710"/>
                <a:ext cx="3960" cy="3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F95CB1D-14E2-8967-4373-D240E6B5527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40948" y="3640070"/>
                  <a:ext cx="21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9543C1B-D841-B25A-7A5F-4D61D14DBF2F}"/>
                    </a:ext>
                  </a:extLst>
                </p14:cNvPr>
                <p14:cNvContentPartPr/>
                <p14:nvPr/>
              </p14:nvContentPartPr>
              <p14:xfrm>
                <a:off x="1038068" y="3676070"/>
                <a:ext cx="122040" cy="57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9543C1B-D841-B25A-7A5F-4D61D14DBF2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9428" y="3667070"/>
                  <a:ext cx="139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61A367F-3D06-653A-1520-FC3DB65213E4}"/>
                    </a:ext>
                  </a:extLst>
                </p14:cNvPr>
                <p14:cNvContentPartPr/>
                <p14:nvPr/>
              </p14:nvContentPartPr>
              <p14:xfrm>
                <a:off x="1374308" y="3549350"/>
                <a:ext cx="22320" cy="399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61A367F-3D06-653A-1520-FC3DB65213E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365308" y="3540350"/>
                  <a:ext cx="3996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A55325B-8FD3-4FC8-AB3C-83F7DBAD0073}"/>
                    </a:ext>
                  </a:extLst>
                </p14:cNvPr>
                <p14:cNvContentPartPr/>
                <p14:nvPr/>
              </p14:nvContentPartPr>
              <p14:xfrm>
                <a:off x="1359548" y="3512630"/>
                <a:ext cx="190440" cy="475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A55325B-8FD3-4FC8-AB3C-83F7DBAD007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350548" y="3503990"/>
                  <a:ext cx="20808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437851C-32E8-C509-14D2-A3753F9ECDBA}"/>
                    </a:ext>
                  </a:extLst>
                </p14:cNvPr>
                <p14:cNvContentPartPr/>
                <p14:nvPr/>
              </p14:nvContentPartPr>
              <p14:xfrm>
                <a:off x="1616588" y="3716390"/>
                <a:ext cx="248400" cy="267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437851C-32E8-C509-14D2-A3753F9ECDB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607588" y="3707390"/>
                  <a:ext cx="2660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FFA5D11-AC23-2009-ED41-B9C01D28C41F}"/>
                    </a:ext>
                  </a:extLst>
                </p14:cNvPr>
                <p14:cNvContentPartPr/>
                <p14:nvPr/>
              </p14:nvContentPartPr>
              <p14:xfrm>
                <a:off x="1835468" y="3567350"/>
                <a:ext cx="40680" cy="370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FFA5D11-AC23-2009-ED41-B9C01D28C41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826828" y="3558710"/>
                  <a:ext cx="583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39FD288-9B7C-71AD-BF98-E317825943B1}"/>
                    </a:ext>
                  </a:extLst>
                </p14:cNvPr>
                <p14:cNvContentPartPr/>
                <p14:nvPr/>
              </p14:nvContentPartPr>
              <p14:xfrm>
                <a:off x="1776428" y="3723230"/>
                <a:ext cx="162360" cy="25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39FD288-9B7C-71AD-BF98-E317825943B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767788" y="3714590"/>
                  <a:ext cx="180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F53F32D-41DD-F4B4-D2DB-F4CA6FA57FEB}"/>
                    </a:ext>
                  </a:extLst>
                </p14:cNvPr>
                <p14:cNvContentPartPr/>
                <p14:nvPr/>
              </p14:nvContentPartPr>
              <p14:xfrm>
                <a:off x="1952108" y="3683630"/>
                <a:ext cx="138600" cy="268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F53F32D-41DD-F4B4-D2DB-F4CA6FA57FE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943468" y="3674630"/>
                  <a:ext cx="1562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69DDA22-CF8A-7DC1-EF6A-5DFFE9A5D741}"/>
                    </a:ext>
                  </a:extLst>
                </p14:cNvPr>
                <p14:cNvContentPartPr/>
                <p14:nvPr/>
              </p14:nvContentPartPr>
              <p14:xfrm>
                <a:off x="2176748" y="3648710"/>
                <a:ext cx="75240" cy="271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69DDA22-CF8A-7DC1-EF6A-5DFFE9A5D74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168108" y="3640070"/>
                  <a:ext cx="9288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287C41C-C07A-A9BE-848F-095FDF07C0A6}"/>
              </a:ext>
            </a:extLst>
          </p:cNvPr>
          <p:cNvGrpSpPr/>
          <p:nvPr/>
        </p:nvGrpSpPr>
        <p:grpSpPr>
          <a:xfrm>
            <a:off x="2536028" y="3464750"/>
            <a:ext cx="870120" cy="436680"/>
            <a:chOff x="2536028" y="3464750"/>
            <a:chExt cx="870120" cy="43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2CE7007-30D4-FF0B-5CE5-97E7F714BB30}"/>
                    </a:ext>
                  </a:extLst>
                </p14:cNvPr>
                <p14:cNvContentPartPr/>
                <p14:nvPr/>
              </p14:nvContentPartPr>
              <p14:xfrm>
                <a:off x="2536028" y="3464750"/>
                <a:ext cx="194040" cy="398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2CE7007-30D4-FF0B-5CE5-97E7F714BB3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527388" y="3455750"/>
                  <a:ext cx="21168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8408764-D95D-27EC-68B1-07231437A1EB}"/>
                    </a:ext>
                  </a:extLst>
                </p14:cNvPr>
                <p14:cNvContentPartPr/>
                <p14:nvPr/>
              </p14:nvContentPartPr>
              <p14:xfrm>
                <a:off x="2804228" y="3507590"/>
                <a:ext cx="44640" cy="378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8408764-D95D-27EC-68B1-07231437A1E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95588" y="3498950"/>
                  <a:ext cx="622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E35A988-BD3D-E31A-0F79-605C5A674B9D}"/>
                    </a:ext>
                  </a:extLst>
                </p14:cNvPr>
                <p14:cNvContentPartPr/>
                <p14:nvPr/>
              </p14:nvContentPartPr>
              <p14:xfrm>
                <a:off x="2808188" y="3646190"/>
                <a:ext cx="168120" cy="195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E35A988-BD3D-E31A-0F79-605C5A674B9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99188" y="3637190"/>
                  <a:ext cx="1857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AF01120-9FBF-5B86-31A2-DA7FD539C10E}"/>
                    </a:ext>
                  </a:extLst>
                </p14:cNvPr>
                <p14:cNvContentPartPr/>
                <p14:nvPr/>
              </p14:nvContentPartPr>
              <p14:xfrm>
                <a:off x="3040748" y="3630710"/>
                <a:ext cx="172440" cy="270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AF01120-9FBF-5B86-31A2-DA7FD539C10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031748" y="3622070"/>
                  <a:ext cx="1900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BE81904-2DAE-11EB-9C46-17FE60113643}"/>
                    </a:ext>
                  </a:extLst>
                </p14:cNvPr>
                <p14:cNvContentPartPr/>
                <p14:nvPr/>
              </p14:nvContentPartPr>
              <p14:xfrm>
                <a:off x="3279428" y="3637550"/>
                <a:ext cx="126720" cy="231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BE81904-2DAE-11EB-9C46-17FE6011364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270428" y="3628550"/>
                  <a:ext cx="144360" cy="24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8643D7E-D3CF-79C2-C387-DD7D2831396E}"/>
                  </a:ext>
                </a:extLst>
              </p14:cNvPr>
              <p14:cNvContentPartPr/>
              <p14:nvPr/>
            </p14:nvContentPartPr>
            <p14:xfrm>
              <a:off x="1111148" y="4538990"/>
              <a:ext cx="162360" cy="478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8643D7E-D3CF-79C2-C387-DD7D2831396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02148" y="4530350"/>
                <a:ext cx="18000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EE7DBD4-BECF-8695-6D1C-B912C70C0164}"/>
              </a:ext>
            </a:extLst>
          </p:cNvPr>
          <p:cNvGrpSpPr/>
          <p:nvPr/>
        </p:nvGrpSpPr>
        <p:grpSpPr>
          <a:xfrm>
            <a:off x="1515428" y="4239830"/>
            <a:ext cx="553680" cy="652680"/>
            <a:chOff x="1515428" y="4239830"/>
            <a:chExt cx="553680" cy="65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53125BB-EEF0-8D1F-B2B3-BA75A9829D9F}"/>
                    </a:ext>
                  </a:extLst>
                </p14:cNvPr>
                <p14:cNvContentPartPr/>
                <p14:nvPr/>
              </p14:nvContentPartPr>
              <p14:xfrm>
                <a:off x="1515428" y="4239830"/>
                <a:ext cx="79920" cy="481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53125BB-EEF0-8D1F-B2B3-BA75A9829D9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506428" y="4231190"/>
                  <a:ext cx="9756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C38BF21-35EE-EA04-8B67-38BF0616ABE1}"/>
                    </a:ext>
                  </a:extLst>
                </p14:cNvPr>
                <p14:cNvContentPartPr/>
                <p14:nvPr/>
              </p14:nvContentPartPr>
              <p14:xfrm>
                <a:off x="1521908" y="4277270"/>
                <a:ext cx="287640" cy="405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C38BF21-35EE-EA04-8B67-38BF0616ABE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512908" y="4268270"/>
                  <a:ext cx="30528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D82F29B-4D5A-5B3C-03B5-68B2FDF2C597}"/>
                    </a:ext>
                  </a:extLst>
                </p14:cNvPr>
                <p14:cNvContentPartPr/>
                <p14:nvPr/>
              </p14:nvContentPartPr>
              <p14:xfrm>
                <a:off x="1843028" y="4584350"/>
                <a:ext cx="77040" cy="287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D82F29B-4D5A-5B3C-03B5-68B2FDF2C59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34388" y="4575710"/>
                  <a:ext cx="946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4E9AD53-E2EE-AEA2-7A09-57858A5D07F0}"/>
                    </a:ext>
                  </a:extLst>
                </p14:cNvPr>
                <p14:cNvContentPartPr/>
                <p14:nvPr/>
              </p14:nvContentPartPr>
              <p14:xfrm>
                <a:off x="1912148" y="4576430"/>
                <a:ext cx="156960" cy="316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4E9AD53-E2EE-AEA2-7A09-57858A5D07F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03148" y="4567430"/>
                  <a:ext cx="1746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7F8AD6B-84E4-2936-EB83-77E904E5259B}"/>
                    </a:ext>
                  </a:extLst>
                </p14:cNvPr>
                <p14:cNvContentPartPr/>
                <p14:nvPr/>
              </p14:nvContentPartPr>
              <p14:xfrm>
                <a:off x="1855628" y="4739150"/>
                <a:ext cx="178560" cy="28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7F8AD6B-84E4-2936-EB83-77E904E5259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846628" y="4730150"/>
                  <a:ext cx="1962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6CF5F17-09BA-4AB7-B7AC-74C0281B08CD}"/>
              </a:ext>
            </a:extLst>
          </p:cNvPr>
          <p:cNvGrpSpPr/>
          <p:nvPr/>
        </p:nvGrpSpPr>
        <p:grpSpPr>
          <a:xfrm>
            <a:off x="2404268" y="4481390"/>
            <a:ext cx="180000" cy="98640"/>
            <a:chOff x="2404268" y="4481390"/>
            <a:chExt cx="180000" cy="9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1ACD806-DF78-FD2B-8E36-C19A97A89A11}"/>
                    </a:ext>
                  </a:extLst>
                </p14:cNvPr>
                <p14:cNvContentPartPr/>
                <p14:nvPr/>
              </p14:nvContentPartPr>
              <p14:xfrm>
                <a:off x="2411108" y="4481390"/>
                <a:ext cx="136440" cy="14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1ACD806-DF78-FD2B-8E36-C19A97A89A1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02108" y="4472750"/>
                  <a:ext cx="154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3FE4A86-DEC1-F5A5-4407-AA0C714ECF20}"/>
                    </a:ext>
                  </a:extLst>
                </p14:cNvPr>
                <p14:cNvContentPartPr/>
                <p14:nvPr/>
              </p14:nvContentPartPr>
              <p14:xfrm>
                <a:off x="2404268" y="4578590"/>
                <a:ext cx="180000" cy="14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3FE4A86-DEC1-F5A5-4407-AA0C714ECF2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395268" y="4569950"/>
                  <a:ext cx="19764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1D7A92B-83E5-6145-96BB-56BD68294F5C}"/>
              </a:ext>
            </a:extLst>
          </p:cNvPr>
          <p:cNvGrpSpPr/>
          <p:nvPr/>
        </p:nvGrpSpPr>
        <p:grpSpPr>
          <a:xfrm>
            <a:off x="2914028" y="4263590"/>
            <a:ext cx="857520" cy="313200"/>
            <a:chOff x="2914028" y="4263590"/>
            <a:chExt cx="8575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D0C6C27-E72A-1687-AA2F-3B3919550118}"/>
                    </a:ext>
                  </a:extLst>
                </p14:cNvPr>
                <p14:cNvContentPartPr/>
                <p14:nvPr/>
              </p14:nvContentPartPr>
              <p14:xfrm>
                <a:off x="2914028" y="4263590"/>
                <a:ext cx="241920" cy="313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D0C6C27-E72A-1687-AA2F-3B391955011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905028" y="4254590"/>
                  <a:ext cx="2595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1297818-AAA4-92A4-B04C-6017FF0F0791}"/>
                    </a:ext>
                  </a:extLst>
                </p14:cNvPr>
                <p14:cNvContentPartPr/>
                <p14:nvPr/>
              </p14:nvContentPartPr>
              <p14:xfrm>
                <a:off x="3333788" y="4287350"/>
                <a:ext cx="437760" cy="2325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1297818-AAA4-92A4-B04C-6017FF0F079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25148" y="4278350"/>
                  <a:ext cx="45540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0327F5CB-7A24-925D-4A16-69B1CFDDBCD0}"/>
                  </a:ext>
                </a:extLst>
              </p14:cNvPr>
              <p14:cNvContentPartPr/>
              <p14:nvPr/>
            </p14:nvContentPartPr>
            <p14:xfrm>
              <a:off x="4111388" y="4559510"/>
              <a:ext cx="10440" cy="230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0327F5CB-7A24-925D-4A16-69B1CFDDBCD0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102748" y="4550510"/>
                <a:ext cx="280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82BE4964-C218-04B9-0AC6-5C000BD37772}"/>
                  </a:ext>
                </a:extLst>
              </p14:cNvPr>
              <p14:cNvContentPartPr/>
              <p14:nvPr/>
            </p14:nvContentPartPr>
            <p14:xfrm>
              <a:off x="1494908" y="4917710"/>
              <a:ext cx="2221560" cy="1015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82BE4964-C218-04B9-0AC6-5C000BD37772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486268" y="4908710"/>
                <a:ext cx="2239200" cy="11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24314C5-724B-4FE4-DE01-473DA844BC04}"/>
              </a:ext>
            </a:extLst>
          </p:cNvPr>
          <p:cNvGrpSpPr/>
          <p:nvPr/>
        </p:nvGrpSpPr>
        <p:grpSpPr>
          <a:xfrm>
            <a:off x="4262228" y="3964070"/>
            <a:ext cx="1587240" cy="788040"/>
            <a:chOff x="4262228" y="3964070"/>
            <a:chExt cx="1587240" cy="78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17E3732-217A-4CDD-DB40-D6EC7948A3B1}"/>
                    </a:ext>
                  </a:extLst>
                </p14:cNvPr>
                <p14:cNvContentPartPr/>
                <p14:nvPr/>
              </p14:nvContentPartPr>
              <p14:xfrm>
                <a:off x="4262228" y="4001510"/>
                <a:ext cx="183600" cy="645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17E3732-217A-4CDD-DB40-D6EC7948A3B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253228" y="3992510"/>
                  <a:ext cx="20124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2503B45-2C43-D795-926C-992C5B229607}"/>
                    </a:ext>
                  </a:extLst>
                </p14:cNvPr>
                <p14:cNvContentPartPr/>
                <p14:nvPr/>
              </p14:nvContentPartPr>
              <p14:xfrm>
                <a:off x="4590908" y="4305350"/>
                <a:ext cx="26640" cy="2336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2503B45-2C43-D795-926C-992C5B22960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582268" y="4296350"/>
                  <a:ext cx="442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763C9D2-2C47-E4AC-7220-0024AC06C2DC}"/>
                    </a:ext>
                  </a:extLst>
                </p14:cNvPr>
                <p14:cNvContentPartPr/>
                <p14:nvPr/>
              </p14:nvContentPartPr>
              <p14:xfrm>
                <a:off x="4553468" y="4162790"/>
                <a:ext cx="26640" cy="219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763C9D2-2C47-E4AC-7220-0024AC06C2D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544468" y="4154150"/>
                  <a:ext cx="44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EC9DE4F-6B70-1DDC-7AD2-3D307968F79F}"/>
                    </a:ext>
                  </a:extLst>
                </p14:cNvPr>
                <p14:cNvContentPartPr/>
                <p14:nvPr/>
              </p14:nvContentPartPr>
              <p14:xfrm>
                <a:off x="4717628" y="4034630"/>
                <a:ext cx="141480" cy="496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EC9DE4F-6B70-1DDC-7AD2-3D307968F79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708628" y="4025990"/>
                  <a:ext cx="15912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CBBC6BF-9D41-92A4-CFDB-98CEAF4F0133}"/>
                    </a:ext>
                  </a:extLst>
                </p14:cNvPr>
                <p14:cNvContentPartPr/>
                <p14:nvPr/>
              </p14:nvContentPartPr>
              <p14:xfrm>
                <a:off x="4936148" y="4318310"/>
                <a:ext cx="129600" cy="1900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CBBC6BF-9D41-92A4-CFDB-98CEAF4F013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927508" y="4309670"/>
                  <a:ext cx="147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253400B-C8E8-86F1-1FA2-563E68B13230}"/>
                    </a:ext>
                  </a:extLst>
                </p14:cNvPr>
                <p14:cNvContentPartPr/>
                <p14:nvPr/>
              </p14:nvContentPartPr>
              <p14:xfrm>
                <a:off x="5108948" y="4271510"/>
                <a:ext cx="159120" cy="2498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253400B-C8E8-86F1-1FA2-563E68B1323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100308" y="4262510"/>
                  <a:ext cx="176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D62955A-6235-AE56-6D29-AEFA509AD60A}"/>
                    </a:ext>
                  </a:extLst>
                </p14:cNvPr>
                <p14:cNvContentPartPr/>
                <p14:nvPr/>
              </p14:nvContentPartPr>
              <p14:xfrm>
                <a:off x="5360588" y="4109870"/>
                <a:ext cx="183600" cy="460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D62955A-6235-AE56-6D29-AEFA509AD60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351948" y="4100870"/>
                  <a:ext cx="20124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F38E413-3039-222B-DF48-D0FD83387A56}"/>
                    </a:ext>
                  </a:extLst>
                </p14:cNvPr>
                <p14:cNvContentPartPr/>
                <p14:nvPr/>
              </p14:nvContentPartPr>
              <p14:xfrm>
                <a:off x="5645708" y="3964070"/>
                <a:ext cx="203760" cy="788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F38E413-3039-222B-DF48-D0FD83387A5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636708" y="3955070"/>
                  <a:ext cx="221400" cy="80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E946B91-3D7B-5442-34C5-5F58D7B6355B}"/>
              </a:ext>
            </a:extLst>
          </p:cNvPr>
          <p:cNvGrpSpPr/>
          <p:nvPr/>
        </p:nvGrpSpPr>
        <p:grpSpPr>
          <a:xfrm>
            <a:off x="1109708" y="5466350"/>
            <a:ext cx="1760760" cy="627120"/>
            <a:chOff x="1109708" y="5466350"/>
            <a:chExt cx="1760760" cy="62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9400B92-D6FE-F39D-E37F-5EDDB1AAE415}"/>
                    </a:ext>
                  </a:extLst>
                </p14:cNvPr>
                <p14:cNvContentPartPr/>
                <p14:nvPr/>
              </p14:nvContentPartPr>
              <p14:xfrm>
                <a:off x="1150028" y="5518550"/>
                <a:ext cx="74160" cy="420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9400B92-D6FE-F39D-E37F-5EDDB1AAE41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41388" y="5509550"/>
                  <a:ext cx="9180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5C27C5A-1755-748D-FC6C-AC3FEA10CCEB}"/>
                    </a:ext>
                  </a:extLst>
                </p14:cNvPr>
                <p14:cNvContentPartPr/>
                <p14:nvPr/>
              </p14:nvContentPartPr>
              <p14:xfrm>
                <a:off x="1109708" y="5466350"/>
                <a:ext cx="300600" cy="4633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5C27C5A-1755-748D-FC6C-AC3FEA10CCE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00708" y="5457350"/>
                  <a:ext cx="31824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CB5C9AC-F64C-D123-F0CC-B534FC9CF5A6}"/>
                    </a:ext>
                  </a:extLst>
                </p14:cNvPr>
                <p14:cNvContentPartPr/>
                <p14:nvPr/>
              </p14:nvContentPartPr>
              <p14:xfrm>
                <a:off x="1494908" y="5711510"/>
                <a:ext cx="38520" cy="217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CB5C9AC-F64C-D123-F0CC-B534FC9CF5A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485908" y="5702510"/>
                  <a:ext cx="56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4E8FE4D-B3B4-128D-A821-8664AC6A036D}"/>
                    </a:ext>
                  </a:extLst>
                </p14:cNvPr>
                <p14:cNvContentPartPr/>
                <p14:nvPr/>
              </p14:nvContentPartPr>
              <p14:xfrm>
                <a:off x="1468988" y="5632670"/>
                <a:ext cx="360" cy="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4E8FE4D-B3B4-128D-A821-8664AC6A036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459988" y="56240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3A0D0F2-A42D-3E4A-EF84-DD140454C738}"/>
                    </a:ext>
                  </a:extLst>
                </p14:cNvPr>
                <p14:cNvContentPartPr/>
                <p14:nvPr/>
              </p14:nvContentPartPr>
              <p14:xfrm>
                <a:off x="1632068" y="5705030"/>
                <a:ext cx="57240" cy="388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3A0D0F2-A42D-3E4A-EF84-DD140454C73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623428" y="5696390"/>
                  <a:ext cx="7488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F212FA3-253C-95A0-812A-B181E1DB1FAC}"/>
                    </a:ext>
                  </a:extLst>
                </p14:cNvPr>
                <p14:cNvContentPartPr/>
                <p14:nvPr/>
              </p14:nvContentPartPr>
              <p14:xfrm>
                <a:off x="1632068" y="5671910"/>
                <a:ext cx="180000" cy="209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F212FA3-253C-95A0-812A-B181E1DB1FA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623428" y="5662910"/>
                  <a:ext cx="197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ACAF179-4127-E1EE-8979-05BDAD5FBB1F}"/>
                    </a:ext>
                  </a:extLst>
                </p14:cNvPr>
                <p14:cNvContentPartPr/>
                <p14:nvPr/>
              </p14:nvContentPartPr>
              <p14:xfrm>
                <a:off x="1877588" y="5652830"/>
                <a:ext cx="156600" cy="240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ACAF179-4127-E1EE-8979-05BDAD5FBB1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868948" y="5643830"/>
                  <a:ext cx="1742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EF23565-DE49-1840-0C27-713250F2FD50}"/>
                    </a:ext>
                  </a:extLst>
                </p14:cNvPr>
                <p14:cNvContentPartPr/>
                <p14:nvPr/>
              </p14:nvContentPartPr>
              <p14:xfrm>
                <a:off x="2114108" y="5619710"/>
                <a:ext cx="104760" cy="245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EF23565-DE49-1840-0C27-713250F2FD5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105108" y="5611070"/>
                  <a:ext cx="1224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860BB23-49E2-FA35-77E2-79DAD77E8D81}"/>
                    </a:ext>
                  </a:extLst>
                </p14:cNvPr>
                <p14:cNvContentPartPr/>
                <p14:nvPr/>
              </p14:nvContentPartPr>
              <p14:xfrm>
                <a:off x="2251988" y="5621510"/>
                <a:ext cx="171360" cy="250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860BB23-49E2-FA35-77E2-79DAD77E8D8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243348" y="5612870"/>
                  <a:ext cx="1890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D909E5B-5CF1-6D0F-5A24-CBA3015C7C7C}"/>
                    </a:ext>
                  </a:extLst>
                </p14:cNvPr>
                <p14:cNvContentPartPr/>
                <p14:nvPr/>
              </p14:nvContentPartPr>
              <p14:xfrm>
                <a:off x="2471228" y="5640950"/>
                <a:ext cx="180360" cy="2206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D909E5B-5CF1-6D0F-5A24-CBA3015C7C7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462588" y="5631950"/>
                  <a:ext cx="1980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D77F367-41F5-6511-E7F1-4350903F6BE6}"/>
                    </a:ext>
                  </a:extLst>
                </p14:cNvPr>
                <p14:cNvContentPartPr/>
                <p14:nvPr/>
              </p14:nvContentPartPr>
              <p14:xfrm>
                <a:off x="2705588" y="5624030"/>
                <a:ext cx="164880" cy="379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D77F367-41F5-6511-E7F1-4350903F6BE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696588" y="5615390"/>
                  <a:ext cx="182520" cy="39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79765BC-FB9C-B310-D3A3-A465AD2CD4C0}"/>
              </a:ext>
            </a:extLst>
          </p:cNvPr>
          <p:cNvGrpSpPr/>
          <p:nvPr/>
        </p:nvGrpSpPr>
        <p:grpSpPr>
          <a:xfrm>
            <a:off x="3355748" y="5549510"/>
            <a:ext cx="1328760" cy="321480"/>
            <a:chOff x="3355748" y="5549510"/>
            <a:chExt cx="132876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2AE85EE-D521-4B2A-4595-0624E6165D31}"/>
                    </a:ext>
                  </a:extLst>
                </p14:cNvPr>
                <p14:cNvContentPartPr/>
                <p14:nvPr/>
              </p14:nvContentPartPr>
              <p14:xfrm>
                <a:off x="3355748" y="5552390"/>
                <a:ext cx="93600" cy="271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2AE85EE-D521-4B2A-4595-0624E6165D3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346748" y="5543750"/>
                  <a:ext cx="111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2AA9696-0A94-EE9B-1D4D-3373A25E8AA9}"/>
                    </a:ext>
                  </a:extLst>
                </p14:cNvPr>
                <p14:cNvContentPartPr/>
                <p14:nvPr/>
              </p14:nvContentPartPr>
              <p14:xfrm>
                <a:off x="3520988" y="5620070"/>
                <a:ext cx="185400" cy="246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2AA9696-0A94-EE9B-1D4D-3373A25E8AA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512348" y="5611070"/>
                  <a:ext cx="2030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0C06565-5F8B-9197-5278-FC6B4BE6DAC2}"/>
                    </a:ext>
                  </a:extLst>
                </p14:cNvPr>
                <p14:cNvContentPartPr/>
                <p14:nvPr/>
              </p14:nvContentPartPr>
              <p14:xfrm>
                <a:off x="3759308" y="5631590"/>
                <a:ext cx="187920" cy="239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0C06565-5F8B-9197-5278-FC6B4BE6DAC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750668" y="5622950"/>
                  <a:ext cx="2055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F8E7F28-0391-0A32-AD19-67C0E6C4C204}"/>
                    </a:ext>
                  </a:extLst>
                </p14:cNvPr>
                <p14:cNvContentPartPr/>
                <p14:nvPr/>
              </p14:nvContentPartPr>
              <p14:xfrm>
                <a:off x="3988268" y="5576510"/>
                <a:ext cx="201240" cy="2606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F8E7F28-0391-0A32-AD19-67C0E6C4C20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979628" y="5567870"/>
                  <a:ext cx="2188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1C7CBCF-3657-D7C2-13C9-1F646A3A0153}"/>
                    </a:ext>
                  </a:extLst>
                </p14:cNvPr>
                <p14:cNvContentPartPr/>
                <p14:nvPr/>
              </p14:nvContentPartPr>
              <p14:xfrm>
                <a:off x="4243508" y="5572910"/>
                <a:ext cx="208800" cy="273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1C7CBCF-3657-D7C2-13C9-1F646A3A015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234508" y="5563910"/>
                  <a:ext cx="2264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7A4932A-AFAF-E5DA-384A-4959E52AD282}"/>
                    </a:ext>
                  </a:extLst>
                </p14:cNvPr>
                <p14:cNvContentPartPr/>
                <p14:nvPr/>
              </p14:nvContentPartPr>
              <p14:xfrm>
                <a:off x="4505228" y="5549510"/>
                <a:ext cx="179280" cy="2545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7A4932A-AFAF-E5DA-384A-4959E52AD28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496228" y="5540510"/>
                  <a:ext cx="196920" cy="27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24CC81A9-37CF-9D7D-1191-6684A3C72393}"/>
              </a:ext>
            </a:extLst>
          </p:cNvPr>
          <p:cNvGrpSpPr/>
          <p:nvPr/>
        </p:nvGrpSpPr>
        <p:grpSpPr>
          <a:xfrm>
            <a:off x="5291108" y="5321990"/>
            <a:ext cx="697680" cy="461520"/>
            <a:chOff x="5291108" y="5321990"/>
            <a:chExt cx="697680" cy="46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288DD5E-C45E-CAEC-270F-414305DA699A}"/>
                    </a:ext>
                  </a:extLst>
                </p14:cNvPr>
                <p14:cNvContentPartPr/>
                <p14:nvPr/>
              </p14:nvContentPartPr>
              <p14:xfrm>
                <a:off x="5291108" y="5485430"/>
                <a:ext cx="107640" cy="298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288DD5E-C45E-CAEC-270F-414305DA699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282468" y="5476430"/>
                  <a:ext cx="125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C69FB35-264E-048B-43DB-CA4F3F54C7F7}"/>
                    </a:ext>
                  </a:extLst>
                </p14:cNvPr>
                <p14:cNvContentPartPr/>
                <p14:nvPr/>
              </p14:nvContentPartPr>
              <p14:xfrm>
                <a:off x="5478308" y="5475710"/>
                <a:ext cx="185040" cy="256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C69FB35-264E-048B-43DB-CA4F3F54C7F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469668" y="5467070"/>
                  <a:ext cx="2026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D27471D-6905-7F79-A9C6-AB3D3FA2368A}"/>
                    </a:ext>
                  </a:extLst>
                </p14:cNvPr>
                <p14:cNvContentPartPr/>
                <p14:nvPr/>
              </p14:nvContentPartPr>
              <p14:xfrm>
                <a:off x="5668028" y="5489390"/>
                <a:ext cx="162360" cy="2296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D27471D-6905-7F79-A9C6-AB3D3FA2368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659388" y="5480390"/>
                  <a:ext cx="180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264F7E6-470E-1C08-AA70-25BA5FA23217}"/>
                    </a:ext>
                  </a:extLst>
                </p14:cNvPr>
                <p14:cNvContentPartPr/>
                <p14:nvPr/>
              </p14:nvContentPartPr>
              <p14:xfrm>
                <a:off x="5973668" y="5478950"/>
                <a:ext cx="15120" cy="236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264F7E6-470E-1C08-AA70-25BA5FA2321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965028" y="5470310"/>
                  <a:ext cx="327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1328961-C44A-0F05-CB6C-7CD2ADD6FF36}"/>
                    </a:ext>
                  </a:extLst>
                </p14:cNvPr>
                <p14:cNvContentPartPr/>
                <p14:nvPr/>
              </p14:nvContentPartPr>
              <p14:xfrm>
                <a:off x="5906708" y="5321990"/>
                <a:ext cx="52920" cy="20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1328961-C44A-0F05-CB6C-7CD2ADD6FF3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898068" y="5313350"/>
                  <a:ext cx="705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A634056-137B-1CEF-4CC9-0192BAFFC301}"/>
              </a:ext>
            </a:extLst>
          </p:cNvPr>
          <p:cNvGrpSpPr/>
          <p:nvPr/>
        </p:nvGrpSpPr>
        <p:grpSpPr>
          <a:xfrm>
            <a:off x="6452828" y="5199950"/>
            <a:ext cx="703440" cy="453960"/>
            <a:chOff x="6452828" y="5199950"/>
            <a:chExt cx="70344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EC06A22-1843-F5E4-76A2-A86D09E31162}"/>
                    </a:ext>
                  </a:extLst>
                </p14:cNvPr>
                <p14:cNvContentPartPr/>
                <p14:nvPr/>
              </p14:nvContentPartPr>
              <p14:xfrm>
                <a:off x="6514028" y="5207510"/>
                <a:ext cx="74880" cy="409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EC06A22-1843-F5E4-76A2-A86D09E3116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505388" y="5198870"/>
                  <a:ext cx="9252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D27ECB6-E22C-9774-2900-D1AA09A7033E}"/>
                    </a:ext>
                  </a:extLst>
                </p14:cNvPr>
                <p14:cNvContentPartPr/>
                <p14:nvPr/>
              </p14:nvContentPartPr>
              <p14:xfrm>
                <a:off x="6452828" y="5438270"/>
                <a:ext cx="198720" cy="262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D27ECB6-E22C-9774-2900-D1AA09A7033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443828" y="5429630"/>
                  <a:ext cx="2163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09B7674-9D2F-3531-C8FD-A8BDD96A7871}"/>
                    </a:ext>
                  </a:extLst>
                </p14:cNvPr>
                <p14:cNvContentPartPr/>
                <p14:nvPr/>
              </p14:nvContentPartPr>
              <p14:xfrm>
                <a:off x="6697268" y="5208950"/>
                <a:ext cx="209160" cy="444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09B7674-9D2F-3531-C8FD-A8BDD96A787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688268" y="5200310"/>
                  <a:ext cx="22680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FC95728-7B95-10F2-93C8-A69DD026D3BA}"/>
                    </a:ext>
                  </a:extLst>
                </p14:cNvPr>
                <p14:cNvContentPartPr/>
                <p14:nvPr/>
              </p14:nvContentPartPr>
              <p14:xfrm>
                <a:off x="6981308" y="5199950"/>
                <a:ext cx="174960" cy="4528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FC95728-7B95-10F2-93C8-A69DD026D3BA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972308" y="5191310"/>
                  <a:ext cx="192600" cy="47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BABE0510-3C22-D24C-90A4-2563E8A57316}"/>
              </a:ext>
            </a:extLst>
          </p:cNvPr>
          <p:cNvGrpSpPr/>
          <p:nvPr/>
        </p:nvGrpSpPr>
        <p:grpSpPr>
          <a:xfrm>
            <a:off x="7529588" y="5163950"/>
            <a:ext cx="1098000" cy="509760"/>
            <a:chOff x="7529588" y="5163950"/>
            <a:chExt cx="1098000" cy="50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803F5C1-3504-81F1-F5C4-517914E784DF}"/>
                    </a:ext>
                  </a:extLst>
                </p14:cNvPr>
                <p14:cNvContentPartPr/>
                <p14:nvPr/>
              </p14:nvContentPartPr>
              <p14:xfrm>
                <a:off x="7529588" y="5163950"/>
                <a:ext cx="217800" cy="5061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803F5C1-3504-81F1-F5C4-517914E784D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520948" y="5154950"/>
                  <a:ext cx="23544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141CFE4-2809-834F-3039-DDD7B0DE33C3}"/>
                    </a:ext>
                  </a:extLst>
                </p14:cNvPr>
                <p14:cNvContentPartPr/>
                <p14:nvPr/>
              </p14:nvContentPartPr>
              <p14:xfrm>
                <a:off x="7828388" y="5387870"/>
                <a:ext cx="204120" cy="222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141CFE4-2809-834F-3039-DDD7B0DE33C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819388" y="5378870"/>
                  <a:ext cx="221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BD795C7-B34C-16B7-BC56-AB9B76CC9DDF}"/>
                    </a:ext>
                  </a:extLst>
                </p14:cNvPr>
                <p14:cNvContentPartPr/>
                <p14:nvPr/>
              </p14:nvContentPartPr>
              <p14:xfrm>
                <a:off x="7982108" y="5180870"/>
                <a:ext cx="225720" cy="4928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BD795C7-B34C-16B7-BC56-AB9B76CC9DDF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973468" y="5171870"/>
                  <a:ext cx="24336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C23EE8D-CCE3-6773-1072-69A0DF693BDE}"/>
                    </a:ext>
                  </a:extLst>
                </p14:cNvPr>
                <p14:cNvContentPartPr/>
                <p14:nvPr/>
              </p14:nvContentPartPr>
              <p14:xfrm>
                <a:off x="8256068" y="5420270"/>
                <a:ext cx="131400" cy="2397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C23EE8D-CCE3-6773-1072-69A0DF693BD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247428" y="5411630"/>
                  <a:ext cx="149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476C889-C7C2-87CD-179D-316D7D7DEC1E}"/>
                    </a:ext>
                  </a:extLst>
                </p14:cNvPr>
                <p14:cNvContentPartPr/>
                <p14:nvPr/>
              </p14:nvContentPartPr>
              <p14:xfrm>
                <a:off x="8454428" y="5397590"/>
                <a:ext cx="173160" cy="227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476C889-C7C2-87CD-179D-316D7D7DEC1E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445428" y="5388590"/>
                  <a:ext cx="190800" cy="24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AD18F273-BDE0-B88F-543A-BD8430F876A6}"/>
                  </a:ext>
                </a:extLst>
              </p14:cNvPr>
              <p14:cNvContentPartPr/>
              <p14:nvPr/>
            </p14:nvContentPartPr>
            <p14:xfrm>
              <a:off x="8898308" y="5666510"/>
              <a:ext cx="7920" cy="72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AD18F273-BDE0-B88F-543A-BD8430F876A6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8889308" y="5657870"/>
                <a:ext cx="255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90114BF7-B8E8-1AAC-F80E-FB33182D67E6}"/>
                  </a:ext>
                </a:extLst>
              </p14:cNvPr>
              <p14:cNvContentPartPr/>
              <p14:nvPr/>
            </p14:nvContentPartPr>
            <p14:xfrm>
              <a:off x="5310188" y="5924270"/>
              <a:ext cx="753480" cy="309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90114BF7-B8E8-1AAC-F80E-FB33182D67E6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5301548" y="5915270"/>
                <a:ext cx="77112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1375E8B7-F7D8-5FF3-9C15-A8B69C8FF0CD}"/>
              </a:ext>
            </a:extLst>
          </p:cNvPr>
          <p:cNvGrpSpPr/>
          <p:nvPr/>
        </p:nvGrpSpPr>
        <p:grpSpPr>
          <a:xfrm>
            <a:off x="989468" y="6223790"/>
            <a:ext cx="712800" cy="483480"/>
            <a:chOff x="989468" y="6223790"/>
            <a:chExt cx="712800" cy="48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EE81FA3-47B0-F0F6-B3E3-EDFB5E62993B}"/>
                    </a:ext>
                  </a:extLst>
                </p14:cNvPr>
                <p14:cNvContentPartPr/>
                <p14:nvPr/>
              </p14:nvContentPartPr>
              <p14:xfrm>
                <a:off x="1163708" y="6223790"/>
                <a:ext cx="59400" cy="429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EE81FA3-47B0-F0F6-B3E3-EDFB5E62993B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55068" y="6214790"/>
                  <a:ext cx="7704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3A4964D-FDBC-FD73-4DA2-9E202118DD4B}"/>
                    </a:ext>
                  </a:extLst>
                </p14:cNvPr>
                <p14:cNvContentPartPr/>
                <p14:nvPr/>
              </p14:nvContentPartPr>
              <p14:xfrm>
                <a:off x="989468" y="6248630"/>
                <a:ext cx="343080" cy="12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3A4964D-FDBC-FD73-4DA2-9E202118DD4B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80468" y="6239630"/>
                  <a:ext cx="360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6772E06-ACD0-75F3-C9C4-FD0F78F31798}"/>
                    </a:ext>
                  </a:extLst>
                </p14:cNvPr>
                <p14:cNvContentPartPr/>
                <p14:nvPr/>
              </p14:nvContentPartPr>
              <p14:xfrm>
                <a:off x="1381148" y="6455990"/>
                <a:ext cx="24480" cy="233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6772E06-ACD0-75F3-C9C4-FD0F78F31798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372148" y="6447350"/>
                  <a:ext cx="421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C66E98F-B240-F350-3ADE-9B3052E96CD1}"/>
                    </a:ext>
                  </a:extLst>
                </p14:cNvPr>
                <p14:cNvContentPartPr/>
                <p14:nvPr/>
              </p14:nvContentPartPr>
              <p14:xfrm>
                <a:off x="1394828" y="6314150"/>
                <a:ext cx="14040" cy="30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C66E98F-B240-F350-3ADE-9B3052E96CD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386188" y="6305150"/>
                  <a:ext cx="31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BA63B04-E910-5092-4BCD-062E184A35AA}"/>
                    </a:ext>
                  </a:extLst>
                </p14:cNvPr>
                <p14:cNvContentPartPr/>
                <p14:nvPr/>
              </p14:nvContentPartPr>
              <p14:xfrm>
                <a:off x="1530908" y="6303710"/>
                <a:ext cx="171360" cy="4035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BA63B04-E910-5092-4BCD-062E184A35A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522268" y="6295070"/>
                  <a:ext cx="189000" cy="42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B4CC7DED-FE17-116D-78AE-ED88D7BC3742}"/>
              </a:ext>
            </a:extLst>
          </p:cNvPr>
          <p:cNvGrpSpPr/>
          <p:nvPr/>
        </p:nvGrpSpPr>
        <p:grpSpPr>
          <a:xfrm>
            <a:off x="1722428" y="6302270"/>
            <a:ext cx="561600" cy="397440"/>
            <a:chOff x="1722428" y="6302270"/>
            <a:chExt cx="561600" cy="39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D77D3AD-9184-01F9-E79B-85511FAB1B49}"/>
                    </a:ext>
                  </a:extLst>
                </p14:cNvPr>
                <p14:cNvContentPartPr/>
                <p14:nvPr/>
              </p14:nvContentPartPr>
              <p14:xfrm>
                <a:off x="1722428" y="6440510"/>
                <a:ext cx="213840" cy="2592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D77D3AD-9184-01F9-E79B-85511FAB1B4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713788" y="6431870"/>
                  <a:ext cx="2314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5D89BFB-8536-5CC8-1927-1C7E4D7A9517}"/>
                    </a:ext>
                  </a:extLst>
                </p14:cNvPr>
                <p14:cNvContentPartPr/>
                <p14:nvPr/>
              </p14:nvContentPartPr>
              <p14:xfrm>
                <a:off x="2043908" y="6302270"/>
                <a:ext cx="25560" cy="3542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5D89BFB-8536-5CC8-1927-1C7E4D7A9517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034908" y="6293630"/>
                  <a:ext cx="432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AFE84D1-3319-DCB2-1885-F9CA3B7CBA09}"/>
                    </a:ext>
                  </a:extLst>
                </p14:cNvPr>
                <p14:cNvContentPartPr/>
                <p14:nvPr/>
              </p14:nvContentPartPr>
              <p14:xfrm>
                <a:off x="2042828" y="6437270"/>
                <a:ext cx="241200" cy="1990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AFE84D1-3319-DCB2-1885-F9CA3B7CBA0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034188" y="6428270"/>
                  <a:ext cx="25884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CFA2F0AA-9E6C-C371-D6DA-BE8063F199B4}"/>
              </a:ext>
            </a:extLst>
          </p:cNvPr>
          <p:cNvGrpSpPr/>
          <p:nvPr/>
        </p:nvGrpSpPr>
        <p:grpSpPr>
          <a:xfrm>
            <a:off x="2569868" y="6193190"/>
            <a:ext cx="951840" cy="469080"/>
            <a:chOff x="2569868" y="6193190"/>
            <a:chExt cx="951840" cy="46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638FC6A-CF86-143D-83A0-5AB1B43CE472}"/>
                    </a:ext>
                  </a:extLst>
                </p14:cNvPr>
                <p14:cNvContentPartPr/>
                <p14:nvPr/>
              </p14:nvContentPartPr>
              <p14:xfrm>
                <a:off x="2569868" y="6196430"/>
                <a:ext cx="178560" cy="4500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638FC6A-CF86-143D-83A0-5AB1B43CE472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560868" y="6187790"/>
                  <a:ext cx="19620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9F96B0C-A7AA-9509-F40A-717E56CBDBAA}"/>
                    </a:ext>
                  </a:extLst>
                </p14:cNvPr>
                <p14:cNvContentPartPr/>
                <p14:nvPr/>
              </p14:nvContentPartPr>
              <p14:xfrm>
                <a:off x="2800628" y="6414590"/>
                <a:ext cx="136800" cy="2476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9F96B0C-A7AA-9509-F40A-717E56CBDBA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791988" y="6405590"/>
                  <a:ext cx="1544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93BC693-F223-F864-E8E1-ABD86F7C262B}"/>
                    </a:ext>
                  </a:extLst>
                </p14:cNvPr>
                <p14:cNvContentPartPr/>
                <p14:nvPr/>
              </p14:nvContentPartPr>
              <p14:xfrm>
                <a:off x="2997548" y="6262670"/>
                <a:ext cx="37080" cy="3657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93BC693-F223-F864-E8E1-ABD86F7C262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988908" y="6254030"/>
                  <a:ext cx="547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1A0A1B2-A455-CE74-29AB-B301CD4B7A93}"/>
                    </a:ext>
                  </a:extLst>
                </p14:cNvPr>
                <p14:cNvContentPartPr/>
                <p14:nvPr/>
              </p14:nvContentPartPr>
              <p14:xfrm>
                <a:off x="3090788" y="6395510"/>
                <a:ext cx="204840" cy="2440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1A0A1B2-A455-CE74-29AB-B301CD4B7A93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082148" y="6386510"/>
                  <a:ext cx="2224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297CC31-22D1-E97B-396F-9CF2AF94D708}"/>
                    </a:ext>
                  </a:extLst>
                </p14:cNvPr>
                <p14:cNvContentPartPr/>
                <p14:nvPr/>
              </p14:nvContentPartPr>
              <p14:xfrm>
                <a:off x="3275108" y="6193190"/>
                <a:ext cx="246600" cy="4456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297CC31-22D1-E97B-396F-9CF2AF94D70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266468" y="6184190"/>
                  <a:ext cx="264240" cy="46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4EBA5DCD-591D-8DCD-3AA1-C40D1C08A9CE}"/>
              </a:ext>
            </a:extLst>
          </p:cNvPr>
          <p:cNvGrpSpPr/>
          <p:nvPr/>
        </p:nvGrpSpPr>
        <p:grpSpPr>
          <a:xfrm>
            <a:off x="3948308" y="6361670"/>
            <a:ext cx="1864440" cy="375120"/>
            <a:chOff x="3948308" y="6361670"/>
            <a:chExt cx="186444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279575B-18A7-06B2-D166-E2E9D98C8A6F}"/>
                    </a:ext>
                  </a:extLst>
                </p14:cNvPr>
                <p14:cNvContentPartPr/>
                <p14:nvPr/>
              </p14:nvContentPartPr>
              <p14:xfrm>
                <a:off x="3948308" y="6377150"/>
                <a:ext cx="315720" cy="2919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279575B-18A7-06B2-D166-E2E9D98C8A6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939308" y="6368510"/>
                  <a:ext cx="3333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4651982-EF33-99AC-C180-06101A6B7DBF}"/>
                    </a:ext>
                  </a:extLst>
                </p14:cNvPr>
                <p14:cNvContentPartPr/>
                <p14:nvPr/>
              </p14:nvContentPartPr>
              <p14:xfrm>
                <a:off x="4291028" y="6406670"/>
                <a:ext cx="203760" cy="252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4651982-EF33-99AC-C180-06101A6B7DB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282388" y="6397670"/>
                  <a:ext cx="2214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5AC6FAA-DF10-190A-EF13-CCEAF488E214}"/>
                    </a:ext>
                  </a:extLst>
                </p14:cNvPr>
                <p14:cNvContentPartPr/>
                <p14:nvPr/>
              </p14:nvContentPartPr>
              <p14:xfrm>
                <a:off x="4501628" y="6399830"/>
                <a:ext cx="311760" cy="239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5AC6FAA-DF10-190A-EF13-CCEAF488E21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492988" y="6391190"/>
                  <a:ext cx="329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6C3CEE8-A825-9E83-D831-2ABAF5A7AAE5}"/>
                    </a:ext>
                  </a:extLst>
                </p14:cNvPr>
                <p14:cNvContentPartPr/>
                <p14:nvPr/>
              </p14:nvContentPartPr>
              <p14:xfrm>
                <a:off x="4858388" y="6385430"/>
                <a:ext cx="160920" cy="2541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6C3CEE8-A825-9E83-D831-2ABAF5A7AAE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849748" y="6376790"/>
                  <a:ext cx="178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BB361A7-57BB-3745-6BDD-A73219975F47}"/>
                    </a:ext>
                  </a:extLst>
                </p14:cNvPr>
                <p14:cNvContentPartPr/>
                <p14:nvPr/>
              </p14:nvContentPartPr>
              <p14:xfrm>
                <a:off x="5077628" y="6381470"/>
                <a:ext cx="96120" cy="2325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BB361A7-57BB-3745-6BDD-A73219975F4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068988" y="6372470"/>
                  <a:ext cx="113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9914241-75CA-D012-4F7B-6FE97091F20F}"/>
                    </a:ext>
                  </a:extLst>
                </p14:cNvPr>
                <p14:cNvContentPartPr/>
                <p14:nvPr/>
              </p14:nvContentPartPr>
              <p14:xfrm>
                <a:off x="5202188" y="6378230"/>
                <a:ext cx="162360" cy="2293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9914241-75CA-D012-4F7B-6FE97091F20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193548" y="6369590"/>
                  <a:ext cx="1800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36F79A2-1A8C-C0D5-0439-03A3A5F1C0DA}"/>
                    </a:ext>
                  </a:extLst>
                </p14:cNvPr>
                <p14:cNvContentPartPr/>
                <p14:nvPr/>
              </p14:nvContentPartPr>
              <p14:xfrm>
                <a:off x="5400908" y="6361670"/>
                <a:ext cx="160200" cy="254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36F79A2-1A8C-C0D5-0439-03A3A5F1C0D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391908" y="6352670"/>
                  <a:ext cx="1778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AD988DB-19B3-E477-A109-CA0316BAC365}"/>
                    </a:ext>
                  </a:extLst>
                </p14:cNvPr>
                <p14:cNvContentPartPr/>
                <p14:nvPr/>
              </p14:nvContentPartPr>
              <p14:xfrm>
                <a:off x="5623028" y="6378950"/>
                <a:ext cx="189720" cy="357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AD988DB-19B3-E477-A109-CA0316BAC36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614028" y="6370310"/>
                  <a:ext cx="207360" cy="37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8358AF2E-847D-B743-F84B-CA5260C22AAE}"/>
              </a:ext>
            </a:extLst>
          </p:cNvPr>
          <p:cNvGrpSpPr/>
          <p:nvPr/>
        </p:nvGrpSpPr>
        <p:grpSpPr>
          <a:xfrm>
            <a:off x="6230708" y="6209030"/>
            <a:ext cx="2482200" cy="570600"/>
            <a:chOff x="6230708" y="6209030"/>
            <a:chExt cx="2482200" cy="57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E6D3F25-EFC9-E4A6-2EE9-A3315AFAC018}"/>
                    </a:ext>
                  </a:extLst>
                </p14:cNvPr>
                <p14:cNvContentPartPr/>
                <p14:nvPr/>
              </p14:nvContentPartPr>
              <p14:xfrm>
                <a:off x="6230708" y="6238190"/>
                <a:ext cx="127080" cy="3225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E6D3F25-EFC9-E4A6-2EE9-A3315AFAC01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221708" y="6229550"/>
                  <a:ext cx="1447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E938017-8AA3-EAF2-1197-D87449AE7027}"/>
                    </a:ext>
                  </a:extLst>
                </p14:cNvPr>
                <p14:cNvContentPartPr/>
                <p14:nvPr/>
              </p14:nvContentPartPr>
              <p14:xfrm>
                <a:off x="6336188" y="6209030"/>
                <a:ext cx="124200" cy="4194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E938017-8AA3-EAF2-1197-D87449AE702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327188" y="6200030"/>
                  <a:ext cx="1418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6F13200-68F5-6258-D0F9-D06EAF51C857}"/>
                    </a:ext>
                  </a:extLst>
                </p14:cNvPr>
                <p14:cNvContentPartPr/>
                <p14:nvPr/>
              </p14:nvContentPartPr>
              <p14:xfrm>
                <a:off x="6288308" y="6405950"/>
                <a:ext cx="492480" cy="2080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6F13200-68F5-6258-D0F9-D06EAF51C857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279668" y="6396950"/>
                  <a:ext cx="510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CB755F7-8BA0-F738-67FF-86900F34249B}"/>
                    </a:ext>
                  </a:extLst>
                </p14:cNvPr>
                <p14:cNvContentPartPr/>
                <p14:nvPr/>
              </p14:nvContentPartPr>
              <p14:xfrm>
                <a:off x="6826148" y="6369230"/>
                <a:ext cx="155520" cy="4104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CB755F7-8BA0-F738-67FF-86900F34249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817508" y="6360590"/>
                  <a:ext cx="17316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C9B7B5B-9DD8-1FA7-397A-DA107161690E}"/>
                    </a:ext>
                  </a:extLst>
                </p14:cNvPr>
                <p14:cNvContentPartPr/>
                <p14:nvPr/>
              </p14:nvContentPartPr>
              <p14:xfrm>
                <a:off x="7032788" y="6389750"/>
                <a:ext cx="177480" cy="2750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C9B7B5B-9DD8-1FA7-397A-DA107161690E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024148" y="6381110"/>
                  <a:ext cx="1951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3264E14-C955-2E54-59F4-3D4831BF7326}"/>
                    </a:ext>
                  </a:extLst>
                </p14:cNvPr>
                <p14:cNvContentPartPr/>
                <p14:nvPr/>
              </p14:nvContentPartPr>
              <p14:xfrm>
                <a:off x="7185788" y="6414950"/>
                <a:ext cx="171360" cy="207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3264E14-C955-2E54-59F4-3D4831BF7326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177148" y="6406310"/>
                  <a:ext cx="189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5E7DCFB-D541-B0D1-8472-066E65F94C15}"/>
                    </a:ext>
                  </a:extLst>
                </p14:cNvPr>
                <p14:cNvContentPartPr/>
                <p14:nvPr/>
              </p14:nvContentPartPr>
              <p14:xfrm>
                <a:off x="7372988" y="6424670"/>
                <a:ext cx="219960" cy="2167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5E7DCFB-D541-B0D1-8472-066E65F94C1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364348" y="6415670"/>
                  <a:ext cx="2376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A05A058-9CA7-55A4-4EA9-EF9298201053}"/>
                    </a:ext>
                  </a:extLst>
                </p14:cNvPr>
                <p14:cNvContentPartPr/>
                <p14:nvPr/>
              </p14:nvContentPartPr>
              <p14:xfrm>
                <a:off x="7621748" y="6406670"/>
                <a:ext cx="315360" cy="2444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A05A058-9CA7-55A4-4EA9-EF929820105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612748" y="6398030"/>
                  <a:ext cx="3330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A46F2EA-62CB-2942-B678-FB390D71C1A9}"/>
                    </a:ext>
                  </a:extLst>
                </p14:cNvPr>
                <p14:cNvContentPartPr/>
                <p14:nvPr/>
              </p14:nvContentPartPr>
              <p14:xfrm>
                <a:off x="7959068" y="6434030"/>
                <a:ext cx="187560" cy="2728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A46F2EA-62CB-2942-B678-FB390D71C1A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950428" y="6425030"/>
                  <a:ext cx="2052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656D4D1-1A26-2C3B-338B-5FE02B7606D9}"/>
                    </a:ext>
                  </a:extLst>
                </p14:cNvPr>
                <p14:cNvContentPartPr/>
                <p14:nvPr/>
              </p14:nvContentPartPr>
              <p14:xfrm>
                <a:off x="8125028" y="6299030"/>
                <a:ext cx="55440" cy="4028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656D4D1-1A26-2C3B-338B-5FE02B7606D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116028" y="6290030"/>
                  <a:ext cx="730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87C276B-29AA-5CD7-4373-D9A5D2C25778}"/>
                    </a:ext>
                  </a:extLst>
                </p14:cNvPr>
                <p14:cNvContentPartPr/>
                <p14:nvPr/>
              </p14:nvContentPartPr>
              <p14:xfrm>
                <a:off x="8109908" y="6470030"/>
                <a:ext cx="180000" cy="162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87C276B-29AA-5CD7-4373-D9A5D2C2577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101268" y="6461030"/>
                  <a:ext cx="197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D5B8F13-B092-15B1-12CB-953091B0760C}"/>
                    </a:ext>
                  </a:extLst>
                </p14:cNvPr>
                <p14:cNvContentPartPr/>
                <p14:nvPr/>
              </p14:nvContentPartPr>
              <p14:xfrm>
                <a:off x="8312228" y="6432230"/>
                <a:ext cx="187200" cy="2304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D5B8F13-B092-15B1-12CB-953091B0760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303588" y="6423230"/>
                  <a:ext cx="2048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8889031-CDCE-2D73-281B-721A627F82C0}"/>
                    </a:ext>
                  </a:extLst>
                </p14:cNvPr>
                <p14:cNvContentPartPr/>
                <p14:nvPr/>
              </p14:nvContentPartPr>
              <p14:xfrm>
                <a:off x="8515268" y="6414230"/>
                <a:ext cx="197640" cy="236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8889031-CDCE-2D73-281B-721A627F82C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506268" y="6405590"/>
                  <a:ext cx="215280" cy="25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BF6FEBFB-D1A0-9FF1-3103-4F7B912B5660}"/>
                  </a:ext>
                </a:extLst>
              </p14:cNvPr>
              <p14:cNvContentPartPr/>
              <p14:nvPr/>
            </p14:nvContentPartPr>
            <p14:xfrm>
              <a:off x="8995508" y="6359150"/>
              <a:ext cx="91800" cy="2682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BF6FEBFB-D1A0-9FF1-3103-4F7B912B5660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8986508" y="6350150"/>
                <a:ext cx="1094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029B1C6E-9F3C-56BE-A414-66C7CC9E6C52}"/>
                  </a:ext>
                </a:extLst>
              </p14:cNvPr>
              <p14:cNvContentPartPr/>
              <p14:nvPr/>
            </p14:nvContentPartPr>
            <p14:xfrm>
              <a:off x="9130508" y="6377150"/>
              <a:ext cx="161280" cy="20628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029B1C6E-9F3C-56BE-A414-66C7CC9E6C52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9121508" y="6368510"/>
                <a:ext cx="17892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2DAB69AC-DAB9-876C-1EBE-54D477447363}"/>
                  </a:ext>
                </a:extLst>
              </p14:cNvPr>
              <p14:cNvContentPartPr/>
              <p14:nvPr/>
            </p14:nvContentPartPr>
            <p14:xfrm>
              <a:off x="9366308" y="6383270"/>
              <a:ext cx="135000" cy="2246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2DAB69AC-DAB9-876C-1EBE-54D477447363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9357668" y="6374630"/>
                <a:ext cx="15264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1CABC1B9-8E78-7487-D19B-8234E8309B84}"/>
                  </a:ext>
                </a:extLst>
              </p14:cNvPr>
              <p14:cNvContentPartPr/>
              <p14:nvPr/>
            </p14:nvContentPartPr>
            <p14:xfrm>
              <a:off x="9514988" y="6378950"/>
              <a:ext cx="151920" cy="23724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1CABC1B9-8E78-7487-D19B-8234E8309B84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9506348" y="6369950"/>
                <a:ext cx="1695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F1BA55D9-0982-FEC9-F5A7-98DC54EABF95}"/>
                  </a:ext>
                </a:extLst>
              </p14:cNvPr>
              <p14:cNvContentPartPr/>
              <p14:nvPr/>
            </p14:nvContentPartPr>
            <p14:xfrm>
              <a:off x="9710468" y="6404510"/>
              <a:ext cx="149760" cy="1965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F1BA55D9-0982-FEC9-F5A7-98DC54EABF95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9701828" y="6395510"/>
                <a:ext cx="16740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C2223833-27A5-B225-8EAA-723EFCF6CC6B}"/>
                  </a:ext>
                </a:extLst>
              </p14:cNvPr>
              <p14:cNvContentPartPr/>
              <p14:nvPr/>
            </p14:nvContentPartPr>
            <p14:xfrm>
              <a:off x="9888668" y="6409190"/>
              <a:ext cx="131040" cy="19044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C2223833-27A5-B225-8EAA-723EFCF6CC6B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9879668" y="6400190"/>
                <a:ext cx="148680" cy="20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AD564D2-204E-FCFE-7365-27130485EDB6}"/>
              </a:ext>
            </a:extLst>
          </p:cNvPr>
          <p:cNvGrpSpPr/>
          <p:nvPr/>
        </p:nvGrpSpPr>
        <p:grpSpPr>
          <a:xfrm>
            <a:off x="10197548" y="6176270"/>
            <a:ext cx="1631160" cy="415440"/>
            <a:chOff x="10197548" y="6176270"/>
            <a:chExt cx="1631160" cy="41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0477EC1-2D2C-6F28-ABDD-B10B416C8800}"/>
                    </a:ext>
                  </a:extLst>
                </p14:cNvPr>
                <p14:cNvContentPartPr/>
                <p14:nvPr/>
              </p14:nvContentPartPr>
              <p14:xfrm>
                <a:off x="10255148" y="6203270"/>
                <a:ext cx="54720" cy="3884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0477EC1-2D2C-6F28-ABDD-B10B416C880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246148" y="6194630"/>
                  <a:ext cx="723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624004B-ABDF-DFCA-F58A-E6194CD514B0}"/>
                    </a:ext>
                  </a:extLst>
                </p14:cNvPr>
                <p14:cNvContentPartPr/>
                <p14:nvPr/>
              </p14:nvContentPartPr>
              <p14:xfrm>
                <a:off x="10197548" y="6176270"/>
                <a:ext cx="234000" cy="2822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624004B-ABDF-DFCA-F58A-E6194CD514B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188908" y="6167270"/>
                  <a:ext cx="2516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C7B5045-B380-4350-90DD-757D508D483A}"/>
                    </a:ext>
                  </a:extLst>
                </p14:cNvPr>
                <p14:cNvContentPartPr/>
                <p14:nvPr/>
              </p14:nvContentPartPr>
              <p14:xfrm>
                <a:off x="10416068" y="6198590"/>
                <a:ext cx="99360" cy="3621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C7B5045-B380-4350-90DD-757D508D483A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407068" y="6189950"/>
                  <a:ext cx="1170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A0D24CE-B1B4-61BC-684D-CE007E63F8B5}"/>
                    </a:ext>
                  </a:extLst>
                </p14:cNvPr>
                <p14:cNvContentPartPr/>
                <p14:nvPr/>
              </p14:nvContentPartPr>
              <p14:xfrm>
                <a:off x="10495268" y="6183110"/>
                <a:ext cx="117000" cy="3898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A0D24CE-B1B4-61BC-684D-CE007E63F8B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486268" y="6174110"/>
                  <a:ext cx="13464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C20C004-E5A2-378F-BECE-B66EED9A6EE2}"/>
                    </a:ext>
                  </a:extLst>
                </p14:cNvPr>
                <p14:cNvContentPartPr/>
                <p14:nvPr/>
              </p14:nvContentPartPr>
              <p14:xfrm>
                <a:off x="10403468" y="6424670"/>
                <a:ext cx="214920" cy="162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C20C004-E5A2-378F-BECE-B66EED9A6EE2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394828" y="6416030"/>
                  <a:ext cx="232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9E3404F-25CC-440D-338A-55973E6E4B99}"/>
                    </a:ext>
                  </a:extLst>
                </p14:cNvPr>
                <p14:cNvContentPartPr/>
                <p14:nvPr/>
              </p14:nvContentPartPr>
              <p14:xfrm>
                <a:off x="10657268" y="6190310"/>
                <a:ext cx="197280" cy="3477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9E3404F-25CC-440D-338A-55973E6E4B99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648628" y="6181310"/>
                  <a:ext cx="2149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C75AF4A-D754-E8B6-E546-53699C33D714}"/>
                    </a:ext>
                  </a:extLst>
                </p14:cNvPr>
                <p14:cNvContentPartPr/>
                <p14:nvPr/>
              </p14:nvContentPartPr>
              <p14:xfrm>
                <a:off x="10888028" y="6238190"/>
                <a:ext cx="124560" cy="2804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C75AF4A-D754-E8B6-E546-53699C33D714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879388" y="6229550"/>
                  <a:ext cx="1422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31FD69A-7124-BEB1-346F-C2E20388958C}"/>
                    </a:ext>
                  </a:extLst>
                </p14:cNvPr>
                <p14:cNvContentPartPr/>
                <p14:nvPr/>
              </p14:nvContentPartPr>
              <p14:xfrm>
                <a:off x="11009708" y="6240350"/>
                <a:ext cx="70560" cy="299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31FD69A-7124-BEB1-346F-C2E20388958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001068" y="6231710"/>
                  <a:ext cx="882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DF0614F-CDC2-2878-0EB4-47D13E7213B0}"/>
                    </a:ext>
                  </a:extLst>
                </p14:cNvPr>
                <p14:cNvContentPartPr/>
                <p14:nvPr/>
              </p14:nvContentPartPr>
              <p14:xfrm>
                <a:off x="10891988" y="6338990"/>
                <a:ext cx="197280" cy="579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DF0614F-CDC2-2878-0EB4-47D13E7213B0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882988" y="6329990"/>
                  <a:ext cx="214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82BE09B-55FC-F5B6-AE08-AE73F1A4FE59}"/>
                    </a:ext>
                  </a:extLst>
                </p14:cNvPr>
                <p14:cNvContentPartPr/>
                <p14:nvPr/>
              </p14:nvContentPartPr>
              <p14:xfrm>
                <a:off x="11189348" y="6203270"/>
                <a:ext cx="155880" cy="3729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82BE09B-55FC-F5B6-AE08-AE73F1A4FE59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180708" y="6194630"/>
                  <a:ext cx="17352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542FC0D-CDC2-AB64-628A-3AB63C095EA6}"/>
                    </a:ext>
                  </a:extLst>
                </p14:cNvPr>
                <p14:cNvContentPartPr/>
                <p14:nvPr/>
              </p14:nvContentPartPr>
              <p14:xfrm>
                <a:off x="11387708" y="6243590"/>
                <a:ext cx="141120" cy="3358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542FC0D-CDC2-AB64-628A-3AB63C095EA6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1379068" y="6234950"/>
                  <a:ext cx="1587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1D5A99F-3BCC-036C-2FF3-9C3E8D333E44}"/>
                    </a:ext>
                  </a:extLst>
                </p14:cNvPr>
                <p14:cNvContentPartPr/>
                <p14:nvPr/>
              </p14:nvContentPartPr>
              <p14:xfrm>
                <a:off x="11396348" y="6401990"/>
                <a:ext cx="137160" cy="172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1D5A99F-3BCC-036C-2FF3-9C3E8D333E44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387708" y="6393350"/>
                  <a:ext cx="154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6C21516-B991-8D9E-7C3A-EF7169BDE696}"/>
                    </a:ext>
                  </a:extLst>
                </p14:cNvPr>
                <p14:cNvContentPartPr/>
                <p14:nvPr/>
              </p14:nvContentPartPr>
              <p14:xfrm>
                <a:off x="11363948" y="6268790"/>
                <a:ext cx="246240" cy="172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6C21516-B991-8D9E-7C3A-EF7169BDE696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1354948" y="6260150"/>
                  <a:ext cx="2638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56EF34B-3626-30AB-A95E-346F88EB7D31}"/>
                    </a:ext>
                  </a:extLst>
                </p14:cNvPr>
                <p14:cNvContentPartPr/>
                <p14:nvPr/>
              </p14:nvContentPartPr>
              <p14:xfrm>
                <a:off x="11629988" y="6266270"/>
                <a:ext cx="198720" cy="3254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56EF34B-3626-30AB-A95E-346F88EB7D31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621348" y="6257630"/>
                  <a:ext cx="216360" cy="34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1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B7B564E3-3CEE-6065-5C94-1548686944DA}"/>
                  </a:ext>
                </a:extLst>
              </p14:cNvPr>
              <p14:cNvContentPartPr/>
              <p14:nvPr/>
            </p14:nvContentPartPr>
            <p14:xfrm>
              <a:off x="11675348" y="5985470"/>
              <a:ext cx="211320" cy="18792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B7B564E3-3CEE-6065-5C94-1548686944DA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11666348" y="5976470"/>
                <a:ext cx="228960" cy="20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F57E575D-B826-98AB-FAD4-8473500F1756}"/>
              </a:ext>
            </a:extLst>
          </p:cNvPr>
          <p:cNvGrpSpPr/>
          <p:nvPr/>
        </p:nvGrpSpPr>
        <p:grpSpPr>
          <a:xfrm>
            <a:off x="10902068" y="5257910"/>
            <a:ext cx="474840" cy="363960"/>
            <a:chOff x="10902068" y="5257910"/>
            <a:chExt cx="47484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BE639BB-5D8C-F4E2-F422-92F3EC30EA01}"/>
                    </a:ext>
                  </a:extLst>
                </p14:cNvPr>
                <p14:cNvContentPartPr/>
                <p14:nvPr/>
              </p14:nvContentPartPr>
              <p14:xfrm>
                <a:off x="10958228" y="5272310"/>
                <a:ext cx="53280" cy="3495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BE639BB-5D8C-F4E2-F422-92F3EC30EA01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0949588" y="5263670"/>
                  <a:ext cx="709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2810F36-6EEE-BB58-C6AB-57BA69B20AA2}"/>
                    </a:ext>
                  </a:extLst>
                </p14:cNvPr>
                <p14:cNvContentPartPr/>
                <p14:nvPr/>
              </p14:nvContentPartPr>
              <p14:xfrm>
                <a:off x="10902068" y="5428190"/>
                <a:ext cx="124560" cy="10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2810F36-6EEE-BB58-C6AB-57BA69B20AA2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0893068" y="5419550"/>
                  <a:ext cx="142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395EFA6-79C8-F5B6-3D22-1C57A5DD2489}"/>
                    </a:ext>
                  </a:extLst>
                </p14:cNvPr>
                <p14:cNvContentPartPr/>
                <p14:nvPr/>
              </p14:nvContentPartPr>
              <p14:xfrm>
                <a:off x="11031308" y="5278070"/>
                <a:ext cx="173520" cy="3009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395EFA6-79C8-F5B6-3D22-1C57A5DD2489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022308" y="5269070"/>
                  <a:ext cx="1911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9623F80-A844-726C-947A-D997B4C40712}"/>
                    </a:ext>
                  </a:extLst>
                </p14:cNvPr>
                <p14:cNvContentPartPr/>
                <p14:nvPr/>
              </p14:nvContentPartPr>
              <p14:xfrm>
                <a:off x="11237948" y="5257910"/>
                <a:ext cx="138960" cy="3391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9623F80-A844-726C-947A-D997B4C40712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1228948" y="5249270"/>
                  <a:ext cx="156600" cy="35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64D12B14-37BA-F9D5-FCBB-7D79E5E8BD5B}"/>
              </a:ext>
            </a:extLst>
          </p:cNvPr>
          <p:cNvGrpSpPr/>
          <p:nvPr/>
        </p:nvGrpSpPr>
        <p:grpSpPr>
          <a:xfrm>
            <a:off x="11590748" y="5231630"/>
            <a:ext cx="626040" cy="365760"/>
            <a:chOff x="11590748" y="5231630"/>
            <a:chExt cx="62604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DFB1EE2-5E17-FA33-B3AB-4B0F50A86170}"/>
                    </a:ext>
                  </a:extLst>
                </p14:cNvPr>
                <p14:cNvContentPartPr/>
                <p14:nvPr/>
              </p14:nvContentPartPr>
              <p14:xfrm>
                <a:off x="11590748" y="5262230"/>
                <a:ext cx="137880" cy="3265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DFB1EE2-5E17-FA33-B3AB-4B0F50A8617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1581748" y="5253230"/>
                  <a:ext cx="1555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693BB09-A77D-4B06-BB35-566B447F5CC7}"/>
                    </a:ext>
                  </a:extLst>
                </p14:cNvPr>
                <p14:cNvContentPartPr/>
                <p14:nvPr/>
              </p14:nvContentPartPr>
              <p14:xfrm>
                <a:off x="11791628" y="5409830"/>
                <a:ext cx="105840" cy="1472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693BB09-A77D-4B06-BB35-566B447F5CC7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1782988" y="5400830"/>
                  <a:ext cx="123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2E079E8-2A8D-8294-A9AA-B161F22DE117}"/>
                    </a:ext>
                  </a:extLst>
                </p14:cNvPr>
                <p14:cNvContentPartPr/>
                <p14:nvPr/>
              </p14:nvContentPartPr>
              <p14:xfrm>
                <a:off x="11869028" y="5231630"/>
                <a:ext cx="105480" cy="3657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2E079E8-2A8D-8294-A9AA-B161F22DE117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1860028" y="5222990"/>
                  <a:ext cx="1231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C92053F-C74D-2F55-D752-4D4EFB34B829}"/>
                    </a:ext>
                  </a:extLst>
                </p14:cNvPr>
                <p14:cNvContentPartPr/>
                <p14:nvPr/>
              </p14:nvContentPartPr>
              <p14:xfrm>
                <a:off x="11992508" y="5402270"/>
                <a:ext cx="98640" cy="1767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C92053F-C74D-2F55-D752-4D4EFB34B829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1983868" y="5393630"/>
                  <a:ext cx="1162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6C414F9-5B6F-485A-282F-D705DD7EB9F0}"/>
                    </a:ext>
                  </a:extLst>
                </p14:cNvPr>
                <p14:cNvContentPartPr/>
                <p14:nvPr/>
              </p14:nvContentPartPr>
              <p14:xfrm>
                <a:off x="12121028" y="5402270"/>
                <a:ext cx="95760" cy="1771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6C414F9-5B6F-485A-282F-D705DD7EB9F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2112028" y="5393630"/>
                  <a:ext cx="11340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C0988DFD-4EA3-F052-A272-4DEFAFD103C3}"/>
                  </a:ext>
                </a:extLst>
              </p14:cNvPr>
              <p14:cNvContentPartPr/>
              <p14:nvPr/>
            </p14:nvContentPartPr>
            <p14:xfrm>
              <a:off x="1181348" y="6686750"/>
              <a:ext cx="2188080" cy="10080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C0988DFD-4EA3-F052-A272-4DEFAFD103C3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1172708" y="6678110"/>
                <a:ext cx="220572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3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55363503-B956-0FFD-030C-C049783CAD13}"/>
                  </a:ext>
                </a:extLst>
              </p14:cNvPr>
              <p14:cNvContentPartPr/>
              <p14:nvPr/>
            </p14:nvContentPartPr>
            <p14:xfrm>
              <a:off x="10252988" y="6686390"/>
              <a:ext cx="1607040" cy="5364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55363503-B956-0FFD-030C-C049783CAD13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10243988" y="6677390"/>
                <a:ext cx="1624680" cy="7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211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54F6471-FA1F-F95F-D319-443D85769A1D}"/>
                  </a:ext>
                </a:extLst>
              </p14:cNvPr>
              <p14:cNvContentPartPr/>
              <p14:nvPr/>
            </p14:nvContentPartPr>
            <p14:xfrm>
              <a:off x="1026058" y="701416"/>
              <a:ext cx="129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54F6471-FA1F-F95F-D319-443D85769A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7418" y="692776"/>
                <a:ext cx="306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2F4525B-B0B4-228F-D481-29B1B3FD61A9}"/>
                  </a:ext>
                </a:extLst>
              </p14:cNvPr>
              <p14:cNvContentPartPr/>
              <p14:nvPr/>
            </p14:nvContentPartPr>
            <p14:xfrm>
              <a:off x="2689978" y="4144816"/>
              <a:ext cx="5959440" cy="9410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2F4525B-B0B4-228F-D481-29B1B3FD61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0978" y="4136176"/>
                <a:ext cx="5977080" cy="9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55FB0A52-DEE6-CB6C-AE45-949EB7780CBB}"/>
              </a:ext>
            </a:extLst>
          </p:cNvPr>
          <p:cNvGrpSpPr/>
          <p:nvPr/>
        </p:nvGrpSpPr>
        <p:grpSpPr>
          <a:xfrm>
            <a:off x="2022898" y="2643616"/>
            <a:ext cx="313560" cy="347760"/>
            <a:chOff x="2022898" y="2643616"/>
            <a:chExt cx="31356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39573A7-AE32-B54D-5D97-1FCD16DE4174}"/>
                    </a:ext>
                  </a:extLst>
                </p14:cNvPr>
                <p14:cNvContentPartPr/>
                <p14:nvPr/>
              </p14:nvContentPartPr>
              <p14:xfrm>
                <a:off x="2022898" y="2778616"/>
                <a:ext cx="313560" cy="32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39573A7-AE32-B54D-5D97-1FCD16DE417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13898" y="2769616"/>
                  <a:ext cx="331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DD31CE4-7FB8-97A2-7537-920933734A67}"/>
                    </a:ext>
                  </a:extLst>
                </p14:cNvPr>
                <p14:cNvContentPartPr/>
                <p14:nvPr/>
              </p14:nvContentPartPr>
              <p14:xfrm>
                <a:off x="2195338" y="2643616"/>
                <a:ext cx="19080" cy="347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DD31CE4-7FB8-97A2-7537-920933734A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86338" y="2634976"/>
                  <a:ext cx="36720" cy="36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91A2C37-4866-96BD-80CD-01CB8A48BA1E}"/>
                  </a:ext>
                </a:extLst>
              </p14:cNvPr>
              <p14:cNvContentPartPr/>
              <p14:nvPr/>
            </p14:nvContentPartPr>
            <p14:xfrm>
              <a:off x="1888978" y="4612096"/>
              <a:ext cx="317520" cy="327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91A2C37-4866-96BD-80CD-01CB8A48BA1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80338" y="4603096"/>
                <a:ext cx="33516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61287F8E-AC42-785B-97D3-FD1795720494}"/>
              </a:ext>
            </a:extLst>
          </p:cNvPr>
          <p:cNvGrpSpPr/>
          <p:nvPr/>
        </p:nvGrpSpPr>
        <p:grpSpPr>
          <a:xfrm>
            <a:off x="8605138" y="1937656"/>
            <a:ext cx="777600" cy="848520"/>
            <a:chOff x="8605138" y="1937656"/>
            <a:chExt cx="777600" cy="84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D87FA48-2FC7-71AD-947E-1C036878EA68}"/>
                    </a:ext>
                  </a:extLst>
                </p14:cNvPr>
                <p14:cNvContentPartPr/>
                <p14:nvPr/>
              </p14:nvContentPartPr>
              <p14:xfrm>
                <a:off x="8695858" y="1937656"/>
                <a:ext cx="8280" cy="691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D87FA48-2FC7-71AD-947E-1C036878EA6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6858" y="1928656"/>
                  <a:ext cx="2592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9D1F8EF-29C2-0119-C8C8-9E2C5F81F766}"/>
                    </a:ext>
                  </a:extLst>
                </p14:cNvPr>
                <p14:cNvContentPartPr/>
                <p14:nvPr/>
              </p14:nvContentPartPr>
              <p14:xfrm>
                <a:off x="8605138" y="2422216"/>
                <a:ext cx="206640" cy="264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9D1F8EF-29C2-0119-C8C8-9E2C5F81F76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96138" y="2413216"/>
                  <a:ext cx="2242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3CC80AF-17E9-3581-09A4-76502AC36D00}"/>
                    </a:ext>
                  </a:extLst>
                </p14:cNvPr>
                <p14:cNvContentPartPr/>
                <p14:nvPr/>
              </p14:nvContentPartPr>
              <p14:xfrm>
                <a:off x="9046858" y="2171656"/>
                <a:ext cx="28440" cy="481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3CC80AF-17E9-3581-09A4-76502AC36D0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38218" y="2162656"/>
                  <a:ext cx="4608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14A34E1-7666-45F2-D42E-F25756E2068F}"/>
                    </a:ext>
                  </a:extLst>
                </p14:cNvPr>
                <p14:cNvContentPartPr/>
                <p14:nvPr/>
              </p14:nvContentPartPr>
              <p14:xfrm>
                <a:off x="8998618" y="2595016"/>
                <a:ext cx="120600" cy="72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14A34E1-7666-45F2-D42E-F25756E2068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89618" y="2586016"/>
                  <a:ext cx="138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FC60638-B002-7378-EC75-EEEE2B6C5AB8}"/>
                    </a:ext>
                  </a:extLst>
                </p14:cNvPr>
                <p14:cNvContentPartPr/>
                <p14:nvPr/>
              </p14:nvContentPartPr>
              <p14:xfrm>
                <a:off x="8940298" y="2174896"/>
                <a:ext cx="203760" cy="36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FC60638-B002-7378-EC75-EEEE2B6C5A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31658" y="2166256"/>
                  <a:ext cx="2214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A61A0EF-F43F-9885-E142-FC22382AA07F}"/>
                    </a:ext>
                  </a:extLst>
                </p14:cNvPr>
                <p14:cNvContentPartPr/>
                <p14:nvPr/>
              </p14:nvContentPartPr>
              <p14:xfrm>
                <a:off x="9220018" y="2561896"/>
                <a:ext cx="162720" cy="224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A61A0EF-F43F-9885-E142-FC22382AA0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11378" y="2552896"/>
                  <a:ext cx="180360" cy="24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6759048-E021-0DE6-B7B4-A61A2A00AD72}"/>
                  </a:ext>
                </a:extLst>
              </p14:cNvPr>
              <p14:cNvContentPartPr/>
              <p14:nvPr/>
            </p14:nvContentPartPr>
            <p14:xfrm>
              <a:off x="2796178" y="1697176"/>
              <a:ext cx="690120" cy="2181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6759048-E021-0DE6-B7B4-A61A2A00AD7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87178" y="1688176"/>
                <a:ext cx="707760" cy="23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5D5AE114-7DFF-0F76-A567-4FBC68E5B847}"/>
              </a:ext>
            </a:extLst>
          </p:cNvPr>
          <p:cNvGrpSpPr/>
          <p:nvPr/>
        </p:nvGrpSpPr>
        <p:grpSpPr>
          <a:xfrm>
            <a:off x="2885098" y="818056"/>
            <a:ext cx="201600" cy="498960"/>
            <a:chOff x="2885098" y="818056"/>
            <a:chExt cx="201600" cy="49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2119ADD-F28D-2997-129D-681A5E5494B2}"/>
                    </a:ext>
                  </a:extLst>
                </p14:cNvPr>
                <p14:cNvContentPartPr/>
                <p14:nvPr/>
              </p14:nvContentPartPr>
              <p14:xfrm>
                <a:off x="2991298" y="892576"/>
                <a:ext cx="29880" cy="330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2119ADD-F28D-2997-129D-681A5E5494B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82298" y="883576"/>
                  <a:ext cx="475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F66F2ED-7B9E-2BD4-A888-AD81EFA741CF}"/>
                    </a:ext>
                  </a:extLst>
                </p14:cNvPr>
                <p14:cNvContentPartPr/>
                <p14:nvPr/>
              </p14:nvContentPartPr>
              <p14:xfrm>
                <a:off x="2933338" y="1210096"/>
                <a:ext cx="153360" cy="106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F66F2ED-7B9E-2BD4-A888-AD81EFA741C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24698" y="1201096"/>
                  <a:ext cx="171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0F77AEF-7289-4429-2C46-704A4B5794B3}"/>
                    </a:ext>
                  </a:extLst>
                </p14:cNvPr>
                <p14:cNvContentPartPr/>
                <p14:nvPr/>
              </p14:nvContentPartPr>
              <p14:xfrm>
                <a:off x="2885098" y="818056"/>
                <a:ext cx="201600" cy="34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0F77AEF-7289-4429-2C46-704A4B5794B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76098" y="809416"/>
                  <a:ext cx="21924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9C50743-D502-7B5E-15F4-211182C27BF1}"/>
              </a:ext>
            </a:extLst>
          </p:cNvPr>
          <p:cNvGrpSpPr/>
          <p:nvPr/>
        </p:nvGrpSpPr>
        <p:grpSpPr>
          <a:xfrm>
            <a:off x="6498418" y="2083816"/>
            <a:ext cx="559080" cy="792360"/>
            <a:chOff x="6498418" y="2083816"/>
            <a:chExt cx="559080" cy="79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C7A56CD-6DB9-A70F-D195-E5709C8BDAFE}"/>
                    </a:ext>
                  </a:extLst>
                </p14:cNvPr>
                <p14:cNvContentPartPr/>
                <p14:nvPr/>
              </p14:nvContentPartPr>
              <p14:xfrm>
                <a:off x="6560698" y="2083816"/>
                <a:ext cx="33480" cy="618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C7A56CD-6DB9-A70F-D195-E5709C8BDAF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51698" y="2074816"/>
                  <a:ext cx="5112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961B667-0958-EA9E-C698-4B96708E3C17}"/>
                    </a:ext>
                  </a:extLst>
                </p14:cNvPr>
                <p14:cNvContentPartPr/>
                <p14:nvPr/>
              </p14:nvContentPartPr>
              <p14:xfrm>
                <a:off x="6498418" y="2482696"/>
                <a:ext cx="220320" cy="284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961B667-0958-EA9E-C698-4B96708E3C1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89418" y="2473696"/>
                  <a:ext cx="2379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F5504E0-DEEA-BE10-8E0D-E430DBC4C5C5}"/>
                    </a:ext>
                  </a:extLst>
                </p14:cNvPr>
                <p14:cNvContentPartPr/>
                <p14:nvPr/>
              </p14:nvContentPartPr>
              <p14:xfrm>
                <a:off x="6810178" y="2200456"/>
                <a:ext cx="41040" cy="477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F5504E0-DEEA-BE10-8E0D-E430DBC4C5C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01538" y="2191456"/>
                  <a:ext cx="586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5F88B85-E55B-B671-07AE-59369030E236}"/>
                    </a:ext>
                  </a:extLst>
                </p14:cNvPr>
                <p14:cNvContentPartPr/>
                <p14:nvPr/>
              </p14:nvContentPartPr>
              <p14:xfrm>
                <a:off x="6985138" y="2596456"/>
                <a:ext cx="72360" cy="279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5F88B85-E55B-B671-07AE-59369030E23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76498" y="2587456"/>
                  <a:ext cx="900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E7D4820-619A-EE5A-CFBC-29D3C0244983}"/>
                    </a:ext>
                  </a:extLst>
                </p14:cNvPr>
                <p14:cNvContentPartPr/>
                <p14:nvPr/>
              </p14:nvContentPartPr>
              <p14:xfrm>
                <a:off x="6749338" y="2219176"/>
                <a:ext cx="141120" cy="29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E7D4820-619A-EE5A-CFBC-29D3C02449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40338" y="2210176"/>
                  <a:ext cx="1587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DFB82FB-2F01-866F-827C-B4D0A691F3E0}"/>
                    </a:ext>
                  </a:extLst>
                </p14:cNvPr>
                <p14:cNvContentPartPr/>
                <p14:nvPr/>
              </p14:nvContentPartPr>
              <p14:xfrm>
                <a:off x="6821338" y="2655496"/>
                <a:ext cx="128520" cy="18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DFB82FB-2F01-866F-827C-B4D0A691F3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12338" y="2646496"/>
                  <a:ext cx="14616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EC97134-CDC8-0809-20AF-1FF6915ED938}"/>
              </a:ext>
            </a:extLst>
          </p:cNvPr>
          <p:cNvGrpSpPr/>
          <p:nvPr/>
        </p:nvGrpSpPr>
        <p:grpSpPr>
          <a:xfrm>
            <a:off x="2332498" y="1818136"/>
            <a:ext cx="6446160" cy="3379320"/>
            <a:chOff x="2332498" y="1818136"/>
            <a:chExt cx="6446160" cy="337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934C971-05AC-B1FA-B7FC-E5F73F7ADCAF}"/>
                    </a:ext>
                  </a:extLst>
                </p14:cNvPr>
                <p14:cNvContentPartPr/>
                <p14:nvPr/>
              </p14:nvContentPartPr>
              <p14:xfrm>
                <a:off x="3411418" y="1962856"/>
                <a:ext cx="621360" cy="80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934C971-05AC-B1FA-B7FC-E5F73F7ADCA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02418" y="1954216"/>
                  <a:ext cx="6390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C7AD6A4-33CC-2315-A4FE-46063C46BC25}"/>
                    </a:ext>
                  </a:extLst>
                </p14:cNvPr>
                <p14:cNvContentPartPr/>
                <p14:nvPr/>
              </p14:nvContentPartPr>
              <p14:xfrm>
                <a:off x="4013338" y="1818136"/>
                <a:ext cx="51840" cy="400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C7AD6A4-33CC-2315-A4FE-46063C46BC2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04698" y="1809496"/>
                  <a:ext cx="6948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D4A7860-83B6-9248-38B0-DA73FD7085C2}"/>
                    </a:ext>
                  </a:extLst>
                </p14:cNvPr>
                <p14:cNvContentPartPr/>
                <p14:nvPr/>
              </p14:nvContentPartPr>
              <p14:xfrm>
                <a:off x="4031698" y="1830016"/>
                <a:ext cx="1041840" cy="512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D4A7860-83B6-9248-38B0-DA73FD7085C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23058" y="1821016"/>
                  <a:ext cx="105948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F2F88B7-DB52-4AC1-89D7-709AFE6B9C78}"/>
                    </a:ext>
                  </a:extLst>
                </p14:cNvPr>
                <p14:cNvContentPartPr/>
                <p14:nvPr/>
              </p14:nvContentPartPr>
              <p14:xfrm>
                <a:off x="5034298" y="1950256"/>
                <a:ext cx="1303560" cy="83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F2F88B7-DB52-4AC1-89D7-709AFE6B9C7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25298" y="1941256"/>
                  <a:ext cx="1321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780F817-91AD-205C-443B-FA597E7A3B55}"/>
                    </a:ext>
                  </a:extLst>
                </p14:cNvPr>
                <p14:cNvContentPartPr/>
                <p14:nvPr/>
              </p14:nvContentPartPr>
              <p14:xfrm>
                <a:off x="6343618" y="1972936"/>
                <a:ext cx="37440" cy="993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780F817-91AD-205C-443B-FA597E7A3B5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34618" y="1964296"/>
                  <a:ext cx="55080" cy="10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125A830-C88C-D39C-D301-DDD65916ABB3}"/>
                    </a:ext>
                  </a:extLst>
                </p14:cNvPr>
                <p14:cNvContentPartPr/>
                <p14:nvPr/>
              </p14:nvContentPartPr>
              <p14:xfrm>
                <a:off x="6223378" y="3028456"/>
                <a:ext cx="347760" cy="23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125A830-C88C-D39C-D301-DDD65916ABB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14738" y="3019456"/>
                  <a:ext cx="365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965458F-3BAF-07CB-8191-5908C867DD44}"/>
                    </a:ext>
                  </a:extLst>
                </p14:cNvPr>
                <p14:cNvContentPartPr/>
                <p14:nvPr/>
              </p14:nvContentPartPr>
              <p14:xfrm>
                <a:off x="6201778" y="3030616"/>
                <a:ext cx="432000" cy="859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65458F-3BAF-07CB-8191-5908C867DD4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192778" y="3021616"/>
                  <a:ext cx="449640" cy="87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46247CC-CBF5-6F04-40C3-67441A1A800C}"/>
                    </a:ext>
                  </a:extLst>
                </p14:cNvPr>
                <p14:cNvContentPartPr/>
                <p14:nvPr/>
              </p14:nvContentPartPr>
              <p14:xfrm>
                <a:off x="6427858" y="3874456"/>
                <a:ext cx="28440" cy="1097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46247CC-CBF5-6F04-40C3-67441A1A800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19218" y="3865816"/>
                  <a:ext cx="46080" cy="11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000047D-DD8F-3B2C-5322-49BDB0115394}"/>
                    </a:ext>
                  </a:extLst>
                </p14:cNvPr>
                <p14:cNvContentPartPr/>
                <p14:nvPr/>
              </p14:nvContentPartPr>
              <p14:xfrm>
                <a:off x="6338938" y="1873576"/>
                <a:ext cx="2149560" cy="1136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000047D-DD8F-3B2C-5322-49BDB011539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30298" y="1864576"/>
                  <a:ext cx="2167200" cy="11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F438B70-4B3F-D8A1-85BD-54F3C7F03AA4}"/>
                    </a:ext>
                  </a:extLst>
                </p14:cNvPr>
                <p14:cNvContentPartPr/>
                <p14:nvPr/>
              </p14:nvContentPartPr>
              <p14:xfrm>
                <a:off x="8316418" y="3029536"/>
                <a:ext cx="396000" cy="10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F438B70-4B3F-D8A1-85BD-54F3C7F03AA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07778" y="3020896"/>
                  <a:ext cx="413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A63DF8-6F69-448C-AB10-2148FBDA69CB}"/>
                    </a:ext>
                  </a:extLst>
                </p14:cNvPr>
                <p14:cNvContentPartPr/>
                <p14:nvPr/>
              </p14:nvContentPartPr>
              <p14:xfrm>
                <a:off x="8327218" y="3034936"/>
                <a:ext cx="451440" cy="986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A63DF8-6F69-448C-AB10-2148FBDA69C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18578" y="3026296"/>
                  <a:ext cx="469080" cy="10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25B467B-F9CF-38BB-BFD3-9E1022EB02AF}"/>
                    </a:ext>
                  </a:extLst>
                </p14:cNvPr>
                <p14:cNvContentPartPr/>
                <p14:nvPr/>
              </p14:nvContentPartPr>
              <p14:xfrm>
                <a:off x="8605138" y="3948976"/>
                <a:ext cx="19440" cy="1248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25B467B-F9CF-38BB-BFD3-9E1022EB02A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96498" y="3940336"/>
                  <a:ext cx="37080" cy="12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5895A03-F87F-6DA8-06EE-A0010FA50B31}"/>
                    </a:ext>
                  </a:extLst>
                </p14:cNvPr>
                <p14:cNvContentPartPr/>
                <p14:nvPr/>
              </p14:nvContentPartPr>
              <p14:xfrm>
                <a:off x="2692498" y="2031256"/>
                <a:ext cx="770400" cy="904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5895A03-F87F-6DA8-06EE-A0010FA50B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83858" y="2022616"/>
                  <a:ext cx="788040" cy="9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12A049F-9587-D827-1F75-A3FED7EC5302}"/>
                    </a:ext>
                  </a:extLst>
                </p14:cNvPr>
                <p14:cNvContentPartPr/>
                <p14:nvPr/>
              </p14:nvContentPartPr>
              <p14:xfrm>
                <a:off x="2332498" y="2992096"/>
                <a:ext cx="866880" cy="1154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12A049F-9587-D827-1F75-A3FED7EC530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23498" y="2983096"/>
                  <a:ext cx="884520" cy="11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9FCA3F-175A-4787-62D3-007097D83E00}"/>
                    </a:ext>
                  </a:extLst>
                </p14:cNvPr>
                <p14:cNvContentPartPr/>
                <p14:nvPr/>
              </p14:nvContentPartPr>
              <p14:xfrm>
                <a:off x="2533738" y="3380176"/>
                <a:ext cx="271800" cy="15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9FCA3F-175A-4787-62D3-007097D83E0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25098" y="3371176"/>
                  <a:ext cx="2894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8D9AFAA-6885-038A-4795-135581C8FA58}"/>
                    </a:ext>
                  </a:extLst>
                </p14:cNvPr>
                <p14:cNvContentPartPr/>
                <p14:nvPr/>
              </p14:nvContentPartPr>
              <p14:xfrm>
                <a:off x="2697538" y="3269296"/>
                <a:ext cx="16200" cy="352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8D9AFAA-6885-038A-4795-135581C8FA5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88538" y="3260296"/>
                  <a:ext cx="338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183EC2F-4FC4-9F5E-3AF0-C4ABA3B34589}"/>
                    </a:ext>
                  </a:extLst>
                </p14:cNvPr>
                <p14:cNvContentPartPr/>
                <p14:nvPr/>
              </p14:nvContentPartPr>
              <p14:xfrm>
                <a:off x="2657218" y="3926656"/>
                <a:ext cx="279720" cy="54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183EC2F-4FC4-9F5E-3AF0-C4ABA3B3458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48578" y="3917656"/>
                  <a:ext cx="297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417BE78-C093-D37C-AA6B-DFC9494DCF97}"/>
                    </a:ext>
                  </a:extLst>
                </p14:cNvPr>
                <p14:cNvContentPartPr/>
                <p14:nvPr/>
              </p14:nvContentPartPr>
              <p14:xfrm>
                <a:off x="4214938" y="2385496"/>
                <a:ext cx="348480" cy="412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417BE78-C093-D37C-AA6B-DFC9494DCF9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05938" y="2376856"/>
                  <a:ext cx="36612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4823913-0490-16A1-CB0F-F524A8116A5D}"/>
                    </a:ext>
                  </a:extLst>
                </p14:cNvPr>
                <p14:cNvContentPartPr/>
                <p14:nvPr/>
              </p14:nvContentPartPr>
              <p14:xfrm>
                <a:off x="5473858" y="3308176"/>
                <a:ext cx="245880" cy="463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4823913-0490-16A1-CB0F-F524A8116A5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65218" y="3299536"/>
                  <a:ext cx="26352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B3C97EF-BDE9-151B-357D-145DC69255D6}"/>
                    </a:ext>
                  </a:extLst>
                </p14:cNvPr>
                <p14:cNvContentPartPr/>
                <p14:nvPr/>
              </p14:nvContentPartPr>
              <p14:xfrm>
                <a:off x="5812978" y="3618856"/>
                <a:ext cx="42480" cy="239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B3C97EF-BDE9-151B-357D-145DC69255D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04338" y="3610216"/>
                  <a:ext cx="601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F177B24-BF7C-1940-FA08-5E83DA3CD9EB}"/>
                    </a:ext>
                  </a:extLst>
                </p14:cNvPr>
                <p14:cNvContentPartPr/>
                <p14:nvPr/>
              </p14:nvContentPartPr>
              <p14:xfrm>
                <a:off x="7751218" y="3331216"/>
                <a:ext cx="177120" cy="450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F177B24-BF7C-1940-FA08-5E83DA3CD9E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42578" y="3322576"/>
                  <a:ext cx="19476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F6F2130-0091-A162-7957-98BACDEBC856}"/>
                    </a:ext>
                  </a:extLst>
                </p14:cNvPr>
                <p14:cNvContentPartPr/>
                <p14:nvPr/>
              </p14:nvContentPartPr>
              <p14:xfrm>
                <a:off x="8027698" y="3736576"/>
                <a:ext cx="223560" cy="198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F6F2130-0091-A162-7957-98BACDEBC85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19058" y="3727936"/>
                  <a:ext cx="241200" cy="216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2704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3019E23-D842-DD8E-41ED-A55343CED003}"/>
              </a:ext>
            </a:extLst>
          </p:cNvPr>
          <p:cNvGrpSpPr/>
          <p:nvPr/>
        </p:nvGrpSpPr>
        <p:grpSpPr>
          <a:xfrm>
            <a:off x="250618" y="922096"/>
            <a:ext cx="1161720" cy="971280"/>
            <a:chOff x="250618" y="922096"/>
            <a:chExt cx="1161720" cy="97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ED74924-383F-02B9-27AF-6D40FC29FD51}"/>
                    </a:ext>
                  </a:extLst>
                </p14:cNvPr>
                <p14:cNvContentPartPr/>
                <p14:nvPr/>
              </p14:nvContentPartPr>
              <p14:xfrm>
                <a:off x="250618" y="922096"/>
                <a:ext cx="1161720" cy="971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ED74924-383F-02B9-27AF-6D40FC29FD5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1618" y="913096"/>
                  <a:ext cx="1179360" cy="9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063CB0D-5E87-6712-2FD5-86F719964171}"/>
                    </a:ext>
                  </a:extLst>
                </p14:cNvPr>
                <p14:cNvContentPartPr/>
                <p14:nvPr/>
              </p14:nvContentPartPr>
              <p14:xfrm>
                <a:off x="853618" y="1596376"/>
                <a:ext cx="72360" cy="114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063CB0D-5E87-6712-2FD5-86F71996417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4618" y="1587376"/>
                  <a:ext cx="90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614943D-1F6E-1A13-CE6E-088AA421120E}"/>
                    </a:ext>
                  </a:extLst>
                </p14:cNvPr>
                <p14:cNvContentPartPr/>
                <p14:nvPr/>
              </p14:nvContentPartPr>
              <p14:xfrm>
                <a:off x="1049458" y="1596376"/>
                <a:ext cx="77040" cy="115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614943D-1F6E-1A13-CE6E-088AA42112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0818" y="1587376"/>
                  <a:ext cx="946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F3FFF22-C743-15B3-44F0-E941F2EF4824}"/>
                    </a:ext>
                  </a:extLst>
                </p14:cNvPr>
                <p14:cNvContentPartPr/>
                <p14:nvPr/>
              </p14:nvContentPartPr>
              <p14:xfrm>
                <a:off x="765418" y="1280296"/>
                <a:ext cx="159480" cy="20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F3FFF22-C743-15B3-44F0-E941F2EF482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6778" y="1271296"/>
                  <a:ext cx="177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3CDA1B5-4BE3-E0ED-3761-05E71F45CB6B}"/>
                    </a:ext>
                  </a:extLst>
                </p14:cNvPr>
                <p14:cNvContentPartPr/>
                <p14:nvPr/>
              </p14:nvContentPartPr>
              <p14:xfrm>
                <a:off x="834538" y="1194256"/>
                <a:ext cx="7920" cy="141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3CDA1B5-4BE3-E0ED-3761-05E71F45CB6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538" y="1185616"/>
                  <a:ext cx="25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437C149-C8E2-DE59-C9DB-C6AAF71FFA01}"/>
                    </a:ext>
                  </a:extLst>
                </p14:cNvPr>
                <p14:cNvContentPartPr/>
                <p14:nvPr/>
              </p14:nvContentPartPr>
              <p14:xfrm>
                <a:off x="1024618" y="1332136"/>
                <a:ext cx="131400" cy="4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437C149-C8E2-DE59-C9DB-C6AAF71FFA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5978" y="1323496"/>
                  <a:ext cx="14904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08A1D8D-2057-AECE-8D7C-3698BE63D26D}"/>
                  </a:ext>
                </a:extLst>
              </p14:cNvPr>
              <p14:cNvContentPartPr/>
              <p14:nvPr/>
            </p14:nvContentPartPr>
            <p14:xfrm>
              <a:off x="731218" y="1629136"/>
              <a:ext cx="2646000" cy="1152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08A1D8D-2057-AECE-8D7C-3698BE63D26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2218" y="1620136"/>
                <a:ext cx="2663640" cy="11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88426D6-644D-EB8F-DC72-737639D85FBF}"/>
                  </a:ext>
                </a:extLst>
              </p14:cNvPr>
              <p14:cNvContentPartPr/>
              <p14:nvPr/>
            </p14:nvContentPartPr>
            <p14:xfrm>
              <a:off x="3362098" y="1626256"/>
              <a:ext cx="86760" cy="123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88426D6-644D-EB8F-DC72-737639D85FB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53098" y="1617616"/>
                <a:ext cx="10440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DBB274B-D5F6-C7A8-F9D8-F1E50F0555BF}"/>
                  </a:ext>
                </a:extLst>
              </p14:cNvPr>
              <p14:cNvContentPartPr/>
              <p14:nvPr/>
            </p14:nvContentPartPr>
            <p14:xfrm>
              <a:off x="3131698" y="976456"/>
              <a:ext cx="1228680" cy="1125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DBB274B-D5F6-C7A8-F9D8-F1E50F0555B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27378" y="972136"/>
                <a:ext cx="1237320" cy="11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5E5A279-97FD-A274-6C26-2C517AC7B678}"/>
                  </a:ext>
                </a:extLst>
              </p14:cNvPr>
              <p14:cNvContentPartPr/>
              <p14:nvPr/>
            </p14:nvContentPartPr>
            <p14:xfrm>
              <a:off x="6549808" y="1577938"/>
              <a:ext cx="100800" cy="156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5E5A279-97FD-A274-6C26-2C517AC7B67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541168" y="1569298"/>
                <a:ext cx="11844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EF93260-A0A6-68E1-3CD7-A0BFC66B4557}"/>
                  </a:ext>
                </a:extLst>
              </p14:cNvPr>
              <p14:cNvContentPartPr/>
              <p14:nvPr/>
            </p14:nvContentPartPr>
            <p14:xfrm>
              <a:off x="5588338" y="981136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EF93260-A0A6-68E1-3CD7-A0BFC66B455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84018" y="97681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09DC849-ADDA-C6DC-E0D3-6DA9FB3DC7F0}"/>
                  </a:ext>
                </a:extLst>
              </p14:cNvPr>
              <p14:cNvContentPartPr/>
              <p14:nvPr/>
            </p14:nvContentPartPr>
            <p14:xfrm>
              <a:off x="5818738" y="907696"/>
              <a:ext cx="1387440" cy="1161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09DC849-ADDA-C6DC-E0D3-6DA9FB3DC7F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814418" y="903376"/>
                <a:ext cx="1396080" cy="11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8B030C88-2057-5793-5F64-FF5196D4955A}"/>
              </a:ext>
            </a:extLst>
          </p:cNvPr>
          <p:cNvGrpSpPr/>
          <p:nvPr/>
        </p:nvGrpSpPr>
        <p:grpSpPr>
          <a:xfrm>
            <a:off x="5850418" y="2621656"/>
            <a:ext cx="1577160" cy="1242000"/>
            <a:chOff x="5850418" y="2621656"/>
            <a:chExt cx="1577160" cy="12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9DA800-24C3-376F-7B86-A43023F118D1}"/>
                    </a:ext>
                  </a:extLst>
                </p14:cNvPr>
                <p14:cNvContentPartPr/>
                <p14:nvPr/>
              </p14:nvContentPartPr>
              <p14:xfrm>
                <a:off x="5850418" y="2750896"/>
                <a:ext cx="72000" cy="1112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9DA800-24C3-376F-7B86-A43023F118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46098" y="2746576"/>
                  <a:ext cx="80640" cy="11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F12448D-44E9-5306-FF6B-8078E3CD318F}"/>
                    </a:ext>
                  </a:extLst>
                </p14:cNvPr>
                <p14:cNvContentPartPr/>
                <p14:nvPr/>
              </p14:nvContentPartPr>
              <p14:xfrm>
                <a:off x="5917018" y="2621656"/>
                <a:ext cx="1510560" cy="1236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F12448D-44E9-5306-FF6B-8078E3CD31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12698" y="2617336"/>
                  <a:ext cx="1519200" cy="12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1DDAE99-80FD-216D-B8AC-7D1D7F387E88}"/>
                    </a:ext>
                  </a:extLst>
                </p14:cNvPr>
                <p14:cNvContentPartPr/>
                <p14:nvPr/>
              </p14:nvContentPartPr>
              <p14:xfrm>
                <a:off x="6184498" y="3005056"/>
                <a:ext cx="11160" cy="9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1DDAE99-80FD-216D-B8AC-7D1D7F387E8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80178" y="3000736"/>
                  <a:ext cx="19800" cy="1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4E62910-430E-ED34-69A8-413A64C2FEBF}"/>
                  </a:ext>
                </a:extLst>
              </p14:cNvPr>
              <p14:cNvContentPartPr/>
              <p14:nvPr/>
            </p14:nvContentPartPr>
            <p14:xfrm>
              <a:off x="8154058" y="2573776"/>
              <a:ext cx="6480" cy="158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4E62910-430E-ED34-69A8-413A64C2FEB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49738" y="2569456"/>
                <a:ext cx="151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BF33F3B-A198-9548-8C58-8B3D2120CB43}"/>
                  </a:ext>
                </a:extLst>
              </p14:cNvPr>
              <p14:cNvContentPartPr/>
              <p14:nvPr/>
            </p14:nvContentPartPr>
            <p14:xfrm>
              <a:off x="3163018" y="2655136"/>
              <a:ext cx="1464840" cy="13309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BF33F3B-A198-9548-8C58-8B3D2120CB4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158698" y="2650816"/>
                <a:ext cx="1473480" cy="133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5781C2B2-689A-AFE6-852D-A01EDA780988}"/>
              </a:ext>
            </a:extLst>
          </p:cNvPr>
          <p:cNvGrpSpPr/>
          <p:nvPr/>
        </p:nvGrpSpPr>
        <p:grpSpPr>
          <a:xfrm>
            <a:off x="4345618" y="5165596"/>
            <a:ext cx="1850040" cy="186120"/>
            <a:chOff x="4295938" y="3270376"/>
            <a:chExt cx="185004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862B2A3-208E-BBC3-FFD1-735B5D48CD47}"/>
                    </a:ext>
                  </a:extLst>
                </p14:cNvPr>
                <p14:cNvContentPartPr/>
                <p14:nvPr/>
              </p14:nvContentPartPr>
              <p14:xfrm>
                <a:off x="4295938" y="3288736"/>
                <a:ext cx="97920" cy="167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862B2A3-208E-BBC3-FFD1-735B5D48CD4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87298" y="3280096"/>
                  <a:ext cx="1155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D4C437E-EC9B-EBB8-7970-A36675B3E9CF}"/>
                    </a:ext>
                  </a:extLst>
                </p14:cNvPr>
                <p14:cNvContentPartPr/>
                <p14:nvPr/>
              </p14:nvContentPartPr>
              <p14:xfrm>
                <a:off x="6035818" y="3270376"/>
                <a:ext cx="110160" cy="132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D4C437E-EC9B-EBB8-7970-A36675B3E9C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26818" y="3261376"/>
                  <a:ext cx="127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820CE04-DCE7-F5B2-5340-729A90FA24D4}"/>
                    </a:ext>
                  </a:extLst>
                </p14:cNvPr>
                <p14:cNvContentPartPr/>
                <p14:nvPr/>
              </p14:nvContentPartPr>
              <p14:xfrm>
                <a:off x="4314658" y="3297376"/>
                <a:ext cx="1787400" cy="78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820CE04-DCE7-F5B2-5340-729A90FA24D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06018" y="3288376"/>
                  <a:ext cx="1805040" cy="9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7976F4C-2847-BC0B-AD08-FBB9BDC7FE1F}"/>
                  </a:ext>
                </a:extLst>
              </p14:cNvPr>
              <p14:cNvContentPartPr/>
              <p14:nvPr/>
            </p14:nvContentPartPr>
            <p14:xfrm>
              <a:off x="8172418" y="843256"/>
              <a:ext cx="1463400" cy="11977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976F4C-2847-BC0B-AD08-FBB9BDC7FE1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168098" y="838936"/>
                <a:ext cx="1472040" cy="12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AB4B6C2-9D49-DB4B-59DA-B6605F325A81}"/>
                  </a:ext>
                </a:extLst>
              </p14:cNvPr>
              <p14:cNvContentPartPr/>
              <p14:nvPr/>
            </p14:nvContentPartPr>
            <p14:xfrm>
              <a:off x="8921038" y="3254876"/>
              <a:ext cx="95760" cy="129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AB4B6C2-9D49-DB4B-59DA-B6605F325A8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12398" y="3245876"/>
                <a:ext cx="113400" cy="14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D8FFFD31-EA50-5867-6F34-E25515A4F992}"/>
              </a:ext>
            </a:extLst>
          </p:cNvPr>
          <p:cNvGrpSpPr/>
          <p:nvPr/>
        </p:nvGrpSpPr>
        <p:grpSpPr>
          <a:xfrm>
            <a:off x="8252338" y="2686096"/>
            <a:ext cx="1470960" cy="1346760"/>
            <a:chOff x="8252338" y="2686096"/>
            <a:chExt cx="1470960" cy="13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EAC2290-9278-E115-6B38-8AC028033EE1}"/>
                    </a:ext>
                  </a:extLst>
                </p14:cNvPr>
                <p14:cNvContentPartPr/>
                <p14:nvPr/>
              </p14:nvContentPartPr>
              <p14:xfrm>
                <a:off x="8252338" y="2719576"/>
                <a:ext cx="58680" cy="1007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EAC2290-9278-E115-6B38-8AC028033EE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48018" y="2715256"/>
                  <a:ext cx="67320" cy="10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D84EACB-D8FC-A627-E8C2-625EAC6036CC}"/>
                    </a:ext>
                  </a:extLst>
                </p14:cNvPr>
                <p14:cNvContentPartPr/>
                <p14:nvPr/>
              </p14:nvContentPartPr>
              <p14:xfrm>
                <a:off x="8277538" y="2686096"/>
                <a:ext cx="1420200" cy="1149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D84EACB-D8FC-A627-E8C2-625EAC6036C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73218" y="2681776"/>
                  <a:ext cx="1428840" cy="11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692FB60-6F98-88C5-8D21-8A2527479D79}"/>
                    </a:ext>
                  </a:extLst>
                </p14:cNvPr>
                <p14:cNvContentPartPr/>
                <p14:nvPr/>
              </p14:nvContentPartPr>
              <p14:xfrm>
                <a:off x="8283658" y="3668176"/>
                <a:ext cx="1439640" cy="364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692FB60-6F98-88C5-8D21-8A2527479D7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79338" y="3663856"/>
                  <a:ext cx="1448280" cy="37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B3A0C20-D44A-B693-432F-E165DD1B4BB8}"/>
                  </a:ext>
                </a:extLst>
              </p14:cNvPr>
              <p14:cNvContentPartPr/>
              <p14:nvPr/>
            </p14:nvContentPartPr>
            <p14:xfrm>
              <a:off x="8903218" y="3270736"/>
              <a:ext cx="74160" cy="1594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B3A0C20-D44A-B693-432F-E165DD1B4BB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894218" y="3261736"/>
                <a:ext cx="9180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45F049BC-63E2-F574-C50B-F0A53B369DE4}"/>
              </a:ext>
            </a:extLst>
          </p:cNvPr>
          <p:cNvGrpSpPr/>
          <p:nvPr/>
        </p:nvGrpSpPr>
        <p:grpSpPr>
          <a:xfrm>
            <a:off x="7248208" y="5177778"/>
            <a:ext cx="1407960" cy="131400"/>
            <a:chOff x="7175938" y="3387016"/>
            <a:chExt cx="1407960" cy="13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370124A-0B3C-94DC-BCE6-5A09AFD7745B}"/>
                    </a:ext>
                  </a:extLst>
                </p14:cNvPr>
                <p14:cNvContentPartPr/>
                <p14:nvPr/>
              </p14:nvContentPartPr>
              <p14:xfrm>
                <a:off x="7175938" y="3387016"/>
                <a:ext cx="109440" cy="131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370124A-0B3C-94DC-BCE6-5A09AFD7745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66938" y="3378376"/>
                  <a:ext cx="127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5CACAA1-A7A9-77B6-13F8-0B6B8BA2A6BC}"/>
                    </a:ext>
                  </a:extLst>
                </p14:cNvPr>
                <p14:cNvContentPartPr/>
                <p14:nvPr/>
              </p14:nvContentPartPr>
              <p14:xfrm>
                <a:off x="7203658" y="3390976"/>
                <a:ext cx="1380240" cy="126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5CACAA1-A7A9-77B6-13F8-0B6B8BA2A6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194658" y="3382336"/>
                  <a:ext cx="1397880" cy="14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3BB754C-4028-B4BD-1E09-13221DE3FF95}"/>
                  </a:ext>
                </a:extLst>
              </p14:cNvPr>
              <p14:cNvContentPartPr/>
              <p14:nvPr/>
            </p14:nvContentPartPr>
            <p14:xfrm>
              <a:off x="4035298" y="1597816"/>
              <a:ext cx="27000" cy="6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3BB754C-4028-B4BD-1E09-13221DE3FF9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026658" y="1588816"/>
                <a:ext cx="4464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B38FDDF2-0831-18FC-9273-B7E96336F62C}"/>
              </a:ext>
            </a:extLst>
          </p:cNvPr>
          <p:cNvGrpSpPr/>
          <p:nvPr/>
        </p:nvGrpSpPr>
        <p:grpSpPr>
          <a:xfrm>
            <a:off x="4815778" y="939016"/>
            <a:ext cx="321840" cy="1261440"/>
            <a:chOff x="4815778" y="939016"/>
            <a:chExt cx="321840" cy="12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95617F7-0F41-43AE-4FCF-B5A100F560A6}"/>
                    </a:ext>
                  </a:extLst>
                </p14:cNvPr>
                <p14:cNvContentPartPr/>
                <p14:nvPr/>
              </p14:nvContentPartPr>
              <p14:xfrm>
                <a:off x="5137258" y="939016"/>
                <a:ext cx="360" cy="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95617F7-0F41-43AE-4FCF-B5A100F560A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28258" y="9300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EF7A9B0-A96A-41AA-7939-C87D7C569B9E}"/>
                    </a:ext>
                  </a:extLst>
                </p14:cNvPr>
                <p14:cNvContentPartPr/>
                <p14:nvPr/>
              </p14:nvContentPartPr>
              <p14:xfrm>
                <a:off x="4898578" y="1677736"/>
                <a:ext cx="11520" cy="445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EF7A9B0-A96A-41AA-7939-C87D7C569B9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89578" y="1668736"/>
                  <a:ext cx="2916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FD8FEA7-2D58-C79A-CBD0-1936E959C0AA}"/>
                    </a:ext>
                  </a:extLst>
                </p14:cNvPr>
                <p14:cNvContentPartPr/>
                <p14:nvPr/>
              </p14:nvContentPartPr>
              <p14:xfrm>
                <a:off x="4824058" y="2115856"/>
                <a:ext cx="145080" cy="84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FD8FEA7-2D58-C79A-CBD0-1936E959C0A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15058" y="2107216"/>
                  <a:ext cx="162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187E547-BB68-709D-0AEE-B0C14801209A}"/>
                    </a:ext>
                  </a:extLst>
                </p14:cNvPr>
                <p14:cNvContentPartPr/>
                <p14:nvPr/>
              </p14:nvContentPartPr>
              <p14:xfrm>
                <a:off x="4815778" y="1645336"/>
                <a:ext cx="173520" cy="29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187E547-BB68-709D-0AEE-B0C14801209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806778" y="1636696"/>
                  <a:ext cx="19116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95E524C-3565-EFC5-CC16-B99465AF8EE1}"/>
              </a:ext>
            </a:extLst>
          </p:cNvPr>
          <p:cNvGrpSpPr/>
          <p:nvPr/>
        </p:nvGrpSpPr>
        <p:grpSpPr>
          <a:xfrm>
            <a:off x="6603808" y="897616"/>
            <a:ext cx="1910520" cy="954321"/>
            <a:chOff x="6603808" y="897616"/>
            <a:chExt cx="1910520" cy="95432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BBDF945-5E2F-F14C-0E63-CBC2DACDA544}"/>
                    </a:ext>
                  </a:extLst>
                </p14:cNvPr>
                <p14:cNvContentPartPr/>
                <p14:nvPr/>
              </p14:nvContentPartPr>
              <p14:xfrm>
                <a:off x="6603808" y="1553857"/>
                <a:ext cx="646560" cy="108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BBDF945-5E2F-F14C-0E63-CBC2DACDA54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94808" y="1545217"/>
                  <a:ext cx="664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AADD268-02D5-3C59-11FC-0C2945625199}"/>
                    </a:ext>
                  </a:extLst>
                </p14:cNvPr>
                <p14:cNvContentPartPr/>
                <p14:nvPr/>
              </p14:nvContentPartPr>
              <p14:xfrm>
                <a:off x="7233448" y="1427857"/>
                <a:ext cx="61920" cy="413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AADD268-02D5-3C59-11FC-0C294562519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24808" y="1418857"/>
                  <a:ext cx="7956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AB9724E-8915-1DE5-0EB0-9C19CF79C498}"/>
                    </a:ext>
                  </a:extLst>
                </p14:cNvPr>
                <p14:cNvContentPartPr/>
                <p14:nvPr/>
              </p14:nvContentPartPr>
              <p14:xfrm>
                <a:off x="7248208" y="1458457"/>
                <a:ext cx="540360" cy="393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AB9724E-8915-1DE5-0EB0-9C19CF79C49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39568" y="1449457"/>
                  <a:ext cx="5580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F93A33B-A66F-BE46-776E-046C5C81063F}"/>
                    </a:ext>
                  </a:extLst>
                </p14:cNvPr>
                <p14:cNvContentPartPr/>
                <p14:nvPr/>
              </p14:nvContentPartPr>
              <p14:xfrm>
                <a:off x="7750768" y="1586257"/>
                <a:ext cx="709560" cy="69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F93A33B-A66F-BE46-776E-046C5C81063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42128" y="1577617"/>
                  <a:ext cx="7272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491B46F-0D85-8A11-C587-1DF1D5FB7939}"/>
                    </a:ext>
                  </a:extLst>
                </p14:cNvPr>
                <p14:cNvContentPartPr/>
                <p14:nvPr/>
              </p14:nvContentPartPr>
              <p14:xfrm>
                <a:off x="8421808" y="1561057"/>
                <a:ext cx="92520" cy="117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491B46F-0D85-8A11-C587-1DF1D5FB793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413168" y="1552057"/>
                  <a:ext cx="110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CEDB868-BA63-E950-E7F3-F4AF056B4DB5}"/>
                    </a:ext>
                  </a:extLst>
                </p14:cNvPr>
                <p14:cNvContentPartPr/>
                <p14:nvPr/>
              </p14:nvContentPartPr>
              <p14:xfrm>
                <a:off x="7423978" y="897616"/>
                <a:ext cx="401400" cy="391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CEDB868-BA63-E950-E7F3-F4AF056B4DB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14978" y="888976"/>
                  <a:ext cx="419040" cy="40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847333C-8FDA-79D0-95D5-BA1261A0400D}"/>
              </a:ext>
            </a:extLst>
          </p:cNvPr>
          <p:cNvGrpSpPr/>
          <p:nvPr/>
        </p:nvGrpSpPr>
        <p:grpSpPr>
          <a:xfrm>
            <a:off x="8339098" y="3295556"/>
            <a:ext cx="831420" cy="1869120"/>
            <a:chOff x="8277898" y="1581937"/>
            <a:chExt cx="831420" cy="18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1D87F12-1D8A-C7DD-8ACA-574CF3C1B09F}"/>
                    </a:ext>
                  </a:extLst>
                </p14:cNvPr>
                <p14:cNvContentPartPr/>
                <p14:nvPr/>
              </p14:nvContentPartPr>
              <p14:xfrm>
                <a:off x="8856238" y="1581937"/>
                <a:ext cx="73800" cy="115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1D87F12-1D8A-C7DD-8ACA-574CF3C1B09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47598" y="1572937"/>
                  <a:ext cx="91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69C0D40-B5AC-6F1C-99C7-87025405FE66}"/>
                    </a:ext>
                  </a:extLst>
                </p14:cNvPr>
                <p14:cNvContentPartPr/>
                <p14:nvPr/>
              </p14:nvContentPartPr>
              <p14:xfrm>
                <a:off x="8892958" y="1630177"/>
                <a:ext cx="14760" cy="352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69C0D40-B5AC-6F1C-99C7-87025405FE6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83958" y="1621177"/>
                  <a:ext cx="324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FF78EA1-DB21-47E1-3263-74F133761A0E}"/>
                    </a:ext>
                  </a:extLst>
                </p14:cNvPr>
                <p14:cNvContentPartPr/>
                <p14:nvPr/>
              </p14:nvContentPartPr>
              <p14:xfrm>
                <a:off x="8771278" y="1939057"/>
                <a:ext cx="338040" cy="716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FF78EA1-DB21-47E1-3263-74F133761A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62278" y="1930417"/>
                  <a:ext cx="35568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7B2A9A3-33DB-FEDC-B6AD-A05BA80DB3C2}"/>
                    </a:ext>
                  </a:extLst>
                </p14:cNvPr>
                <p14:cNvContentPartPr/>
                <p14:nvPr/>
              </p14:nvContentPartPr>
              <p14:xfrm>
                <a:off x="8894038" y="2582377"/>
                <a:ext cx="90000" cy="868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7B2A9A3-33DB-FEDC-B6AD-A05BA80DB3C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85398" y="2573737"/>
                  <a:ext cx="107640" cy="88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D58FD4A-9F02-AEE3-1DDE-02A500732494}"/>
                    </a:ext>
                  </a:extLst>
                </p14:cNvPr>
                <p14:cNvContentPartPr/>
                <p14:nvPr/>
              </p14:nvContentPartPr>
              <p14:xfrm>
                <a:off x="8277898" y="2129536"/>
                <a:ext cx="277560" cy="385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D58FD4A-9F02-AEE3-1DDE-02A50073249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69258" y="2120896"/>
                  <a:ext cx="2952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B1EFC9F-263F-A44D-73F3-C8FDEDC38204}"/>
                    </a:ext>
                  </a:extLst>
                </p14:cNvPr>
                <p14:cNvContentPartPr/>
                <p14:nvPr/>
              </p14:nvContentPartPr>
              <p14:xfrm>
                <a:off x="8627098" y="2417896"/>
                <a:ext cx="6480" cy="192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B1EFC9F-263F-A44D-73F3-C8FDEDC3820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18098" y="2409256"/>
                  <a:ext cx="2412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1A5E592-9967-A0D4-004F-3825ADBA01CC}"/>
              </a:ext>
            </a:extLst>
          </p:cNvPr>
          <p:cNvGrpSpPr/>
          <p:nvPr/>
        </p:nvGrpSpPr>
        <p:grpSpPr>
          <a:xfrm>
            <a:off x="3324298" y="4623256"/>
            <a:ext cx="1470960" cy="1270800"/>
            <a:chOff x="3324298" y="4623256"/>
            <a:chExt cx="1470960" cy="12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7F3A233-79F4-F32C-D2DE-EE87BEF4D2AC}"/>
                    </a:ext>
                  </a:extLst>
                </p14:cNvPr>
                <p14:cNvContentPartPr/>
                <p14:nvPr/>
              </p14:nvContentPartPr>
              <p14:xfrm>
                <a:off x="3370378" y="4663216"/>
                <a:ext cx="34560" cy="875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7F3A233-79F4-F32C-D2DE-EE87BEF4D2A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66058" y="4658896"/>
                  <a:ext cx="43200" cy="88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CC18375-305B-A97B-22F3-17AAE6855C01}"/>
                    </a:ext>
                  </a:extLst>
                </p14:cNvPr>
                <p14:cNvContentPartPr/>
                <p14:nvPr/>
              </p14:nvContentPartPr>
              <p14:xfrm>
                <a:off x="3324298" y="4623256"/>
                <a:ext cx="1470960" cy="1270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CC18375-305B-A97B-22F3-17AAE6855C0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319978" y="4618936"/>
                  <a:ext cx="1479600" cy="12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6AFD9DB-802C-A1C5-0359-49A4F0E67896}"/>
              </a:ext>
            </a:extLst>
          </p:cNvPr>
          <p:cNvGrpSpPr/>
          <p:nvPr/>
        </p:nvGrpSpPr>
        <p:grpSpPr>
          <a:xfrm>
            <a:off x="6001978" y="4647016"/>
            <a:ext cx="1559520" cy="1191240"/>
            <a:chOff x="6001978" y="4647016"/>
            <a:chExt cx="1559520" cy="11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DB948D5-8F57-03D0-F391-0EFD91C99BC5}"/>
                    </a:ext>
                  </a:extLst>
                </p14:cNvPr>
                <p14:cNvContentPartPr/>
                <p14:nvPr/>
              </p14:nvContentPartPr>
              <p14:xfrm>
                <a:off x="6001978" y="4651336"/>
                <a:ext cx="75600" cy="1080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DB948D5-8F57-03D0-F391-0EFD91C99B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97658" y="4647016"/>
                  <a:ext cx="84240" cy="10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C975EA8-C230-B572-CCAD-77D21F3BA390}"/>
                    </a:ext>
                  </a:extLst>
                </p14:cNvPr>
                <p14:cNvContentPartPr/>
                <p14:nvPr/>
              </p14:nvContentPartPr>
              <p14:xfrm>
                <a:off x="6007378" y="4647016"/>
                <a:ext cx="1554120" cy="1191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C975EA8-C230-B572-CCAD-77D21F3BA39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03058" y="4642696"/>
                  <a:ext cx="1562760" cy="11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DA28DDA-4A34-7D12-E49D-E58D5E25F1E1}"/>
              </a:ext>
            </a:extLst>
          </p:cNvPr>
          <p:cNvGrpSpPr/>
          <p:nvPr/>
        </p:nvGrpSpPr>
        <p:grpSpPr>
          <a:xfrm>
            <a:off x="8403898" y="4567096"/>
            <a:ext cx="1469520" cy="1149480"/>
            <a:chOff x="8403898" y="4567096"/>
            <a:chExt cx="1469520" cy="11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8AEB1EF-22E7-8E5A-EA22-9AA99B3AD4F5}"/>
                    </a:ext>
                  </a:extLst>
                </p14:cNvPr>
                <p14:cNvContentPartPr/>
                <p14:nvPr/>
              </p14:nvContentPartPr>
              <p14:xfrm>
                <a:off x="8416498" y="4640896"/>
                <a:ext cx="89640" cy="999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8AEB1EF-22E7-8E5A-EA22-9AA99B3AD4F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12178" y="4636576"/>
                  <a:ext cx="98280" cy="10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FD04EBC-309F-74A6-58C5-74B487D09306}"/>
                    </a:ext>
                  </a:extLst>
                </p14:cNvPr>
                <p14:cNvContentPartPr/>
                <p14:nvPr/>
              </p14:nvContentPartPr>
              <p14:xfrm>
                <a:off x="8403898" y="4567096"/>
                <a:ext cx="1469520" cy="1135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FD04EBC-309F-74A6-58C5-74B487D0930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99578" y="4562776"/>
                  <a:ext cx="1478160" cy="11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62282B9-C0E4-39BD-E50C-75CF336EA7C3}"/>
                    </a:ext>
                  </a:extLst>
                </p14:cNvPr>
                <p14:cNvContentPartPr/>
                <p14:nvPr/>
              </p14:nvContentPartPr>
              <p14:xfrm>
                <a:off x="8474098" y="5634496"/>
                <a:ext cx="1392840" cy="82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62282B9-C0E4-39BD-E50C-75CF336EA7C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69778" y="5630176"/>
                  <a:ext cx="1401480" cy="9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AA4D0E9-13D6-2422-686A-52530CD6881E}"/>
                  </a:ext>
                </a:extLst>
              </p14:cNvPr>
              <p14:cNvContentPartPr/>
              <p14:nvPr/>
            </p14:nvContentPartPr>
            <p14:xfrm>
              <a:off x="3659098" y="5109256"/>
              <a:ext cx="112680" cy="2250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AA4D0E9-13D6-2422-686A-52530CD6881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650458" y="5100256"/>
                <a:ext cx="13032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7FA350B6-F397-027F-DDF8-6C2590FFB587}"/>
                  </a:ext>
                </a:extLst>
              </p14:cNvPr>
              <p14:cNvContentPartPr/>
              <p14:nvPr/>
            </p14:nvContentPartPr>
            <p14:xfrm>
              <a:off x="1779898" y="4329856"/>
              <a:ext cx="1891800" cy="8798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7FA350B6-F397-027F-DDF8-6C2590FFB58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770898" y="4320856"/>
                <a:ext cx="1909440" cy="89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AD3462D-0686-0E85-CA2D-2BF20B1C1B19}"/>
                  </a:ext>
                </a:extLst>
              </p14:cNvPr>
              <p14:cNvContentPartPr/>
              <p14:nvPr/>
            </p14:nvContentPartPr>
            <p14:xfrm>
              <a:off x="7867498" y="2235376"/>
              <a:ext cx="26280" cy="680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AD3462D-0686-0E85-CA2D-2BF20B1C1B1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858858" y="2226376"/>
                <a:ext cx="43920" cy="8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8BCF9E7-E6B4-A807-DB7A-FEB1B9A3F4D4}"/>
              </a:ext>
            </a:extLst>
          </p:cNvPr>
          <p:cNvGrpSpPr/>
          <p:nvPr/>
        </p:nvGrpSpPr>
        <p:grpSpPr>
          <a:xfrm>
            <a:off x="4082098" y="1535536"/>
            <a:ext cx="2081520" cy="199080"/>
            <a:chOff x="4082098" y="1535536"/>
            <a:chExt cx="208152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D39B7A9-6557-A4E5-ED83-2788FA432F31}"/>
                    </a:ext>
                  </a:extLst>
                </p14:cNvPr>
                <p14:cNvContentPartPr/>
                <p14:nvPr/>
              </p14:nvContentPartPr>
              <p14:xfrm>
                <a:off x="4082098" y="1620856"/>
                <a:ext cx="90720" cy="113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D39B7A9-6557-A4E5-ED83-2788FA432F3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73458" y="1611856"/>
                  <a:ext cx="1083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D885AAB-FAE6-187D-14EA-EEECE36CB4A8}"/>
                    </a:ext>
                  </a:extLst>
                </p14:cNvPr>
                <p14:cNvContentPartPr/>
                <p14:nvPr/>
              </p14:nvContentPartPr>
              <p14:xfrm>
                <a:off x="6044098" y="1535536"/>
                <a:ext cx="119520" cy="156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D885AAB-FAE6-187D-14EA-EEECE36CB4A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35098" y="1526536"/>
                  <a:ext cx="137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7A207D3-358A-B219-5AE1-181261DC47E2}"/>
                    </a:ext>
                  </a:extLst>
                </p14:cNvPr>
                <p14:cNvContentPartPr/>
                <p14:nvPr/>
              </p14:nvContentPartPr>
              <p14:xfrm>
                <a:off x="4144738" y="1610416"/>
                <a:ext cx="1963440" cy="98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7A207D3-358A-B219-5AE1-181261DC47E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135738" y="1601416"/>
                  <a:ext cx="198108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43EC860-C825-D176-2E8A-1AEB9FB96399}"/>
              </a:ext>
            </a:extLst>
          </p:cNvPr>
          <p:cNvGrpSpPr/>
          <p:nvPr/>
        </p:nvGrpSpPr>
        <p:grpSpPr>
          <a:xfrm>
            <a:off x="8185378" y="2172016"/>
            <a:ext cx="245520" cy="527040"/>
            <a:chOff x="8185378" y="2172016"/>
            <a:chExt cx="245520" cy="52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561118-DE83-D5BD-CF77-9DAA503DE0ED}"/>
                    </a:ext>
                  </a:extLst>
                </p14:cNvPr>
                <p14:cNvContentPartPr/>
                <p14:nvPr/>
              </p14:nvContentPartPr>
              <p14:xfrm>
                <a:off x="8272858" y="2227096"/>
                <a:ext cx="13320" cy="295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561118-DE83-D5BD-CF77-9DAA503DE0E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63858" y="2218096"/>
                  <a:ext cx="309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1F48EB4-09D6-72EE-86C3-3F72EF1FE578}"/>
                    </a:ext>
                  </a:extLst>
                </p14:cNvPr>
                <p14:cNvContentPartPr/>
                <p14:nvPr/>
              </p14:nvContentPartPr>
              <p14:xfrm>
                <a:off x="8185378" y="2506456"/>
                <a:ext cx="135360" cy="67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1F48EB4-09D6-72EE-86C3-3F72EF1FE57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176378" y="2497816"/>
                  <a:ext cx="1530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CF62AE1-852A-109E-FAB1-586EBD95ACF2}"/>
                    </a:ext>
                  </a:extLst>
                </p14:cNvPr>
                <p14:cNvContentPartPr/>
                <p14:nvPr/>
              </p14:nvContentPartPr>
              <p14:xfrm>
                <a:off x="8191498" y="2172016"/>
                <a:ext cx="156600" cy="66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CF62AE1-852A-109E-FAB1-586EBD95ACF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182858" y="2163376"/>
                  <a:ext cx="174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9E2D207-9615-E91C-5359-EAD83649E2CA}"/>
                    </a:ext>
                  </a:extLst>
                </p14:cNvPr>
                <p14:cNvContentPartPr/>
                <p14:nvPr/>
              </p14:nvContentPartPr>
              <p14:xfrm>
                <a:off x="8379058" y="2472616"/>
                <a:ext cx="51840" cy="226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9E2D207-9615-E91C-5359-EAD83649E2C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370058" y="2463976"/>
                  <a:ext cx="6948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A084C5E9-F33C-9574-B01B-F3975B0B9C61}"/>
                  </a:ext>
                </a:extLst>
              </p14:cNvPr>
              <p14:cNvContentPartPr/>
              <p14:nvPr/>
            </p14:nvContentPartPr>
            <p14:xfrm>
              <a:off x="1033978" y="1641376"/>
              <a:ext cx="804240" cy="28688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A084C5E9-F33C-9574-B01B-F3975B0B9C6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25338" y="1632736"/>
                <a:ext cx="821880" cy="28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A9D70D3-506E-F3FC-F01D-506B1A1E729C}"/>
                  </a:ext>
                </a:extLst>
              </p14:cNvPr>
              <p14:cNvContentPartPr/>
              <p14:nvPr/>
            </p14:nvContentPartPr>
            <p14:xfrm>
              <a:off x="8769658" y="1579456"/>
              <a:ext cx="78120" cy="1126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A9D70D3-506E-F3FC-F01D-506B1A1E729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760658" y="1570456"/>
                <a:ext cx="95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318A9CA-94CA-78AB-7917-C8BDD6C5FF6C}"/>
                  </a:ext>
                </a:extLst>
              </p14:cNvPr>
              <p14:cNvContentPartPr/>
              <p14:nvPr/>
            </p14:nvContentPartPr>
            <p14:xfrm>
              <a:off x="-1221715" y="363350"/>
              <a:ext cx="12960" cy="1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318A9CA-94CA-78AB-7917-C8BDD6C5FF6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-1226035" y="359030"/>
                <a:ext cx="21600" cy="1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F3BE77DB-5323-D381-AF58-28C8DB6EC776}"/>
              </a:ext>
            </a:extLst>
          </p:cNvPr>
          <p:cNvGrpSpPr/>
          <p:nvPr/>
        </p:nvGrpSpPr>
        <p:grpSpPr>
          <a:xfrm>
            <a:off x="10418165" y="852590"/>
            <a:ext cx="1277280" cy="1252080"/>
            <a:chOff x="10418165" y="852590"/>
            <a:chExt cx="1277280" cy="12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E910CE1-19FC-13C8-1520-917F241AF3EA}"/>
                    </a:ext>
                  </a:extLst>
                </p14:cNvPr>
                <p14:cNvContentPartPr/>
                <p14:nvPr/>
              </p14:nvContentPartPr>
              <p14:xfrm>
                <a:off x="10418165" y="885350"/>
                <a:ext cx="69480" cy="1219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E910CE1-19FC-13C8-1520-917F241AF3E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13845" y="881030"/>
                  <a:ext cx="78120" cy="12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9489B0-483A-29AC-285A-7EB34DDC0925}"/>
                    </a:ext>
                  </a:extLst>
                </p14:cNvPr>
                <p14:cNvContentPartPr/>
                <p14:nvPr/>
              </p14:nvContentPartPr>
              <p14:xfrm>
                <a:off x="10463885" y="852590"/>
                <a:ext cx="1231560" cy="1186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9489B0-483A-29AC-285A-7EB34DDC092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459565" y="848270"/>
                  <a:ext cx="1240200" cy="11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B588ABB-3BF7-7EE1-1B47-333D2EC9EDA4}"/>
                    </a:ext>
                  </a:extLst>
                </p14:cNvPr>
                <p14:cNvContentPartPr/>
                <p14:nvPr/>
              </p14:nvContentPartPr>
              <p14:xfrm>
                <a:off x="10421045" y="2034470"/>
                <a:ext cx="1251720" cy="45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B588ABB-3BF7-7EE1-1B47-333D2EC9EDA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16725" y="2030150"/>
                  <a:ext cx="126036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55C12C5-7AAB-4C4D-BEF2-73448981E4C9}"/>
              </a:ext>
            </a:extLst>
          </p:cNvPr>
          <p:cNvGrpSpPr/>
          <p:nvPr/>
        </p:nvGrpSpPr>
        <p:grpSpPr>
          <a:xfrm>
            <a:off x="10454525" y="2746910"/>
            <a:ext cx="1318680" cy="1214640"/>
            <a:chOff x="10454525" y="2746910"/>
            <a:chExt cx="1318680" cy="12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A3DD25-ADE3-CC61-B9A0-887CFAB21D94}"/>
                    </a:ext>
                  </a:extLst>
                </p14:cNvPr>
                <p14:cNvContentPartPr/>
                <p14:nvPr/>
              </p14:nvContentPartPr>
              <p14:xfrm>
                <a:off x="10499165" y="2746910"/>
                <a:ext cx="51120" cy="1212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A3DD25-ADE3-CC61-B9A0-887CFAB21D9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494845" y="2742590"/>
                  <a:ext cx="59760" cy="12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8350608-4150-BC95-F4C8-13F1A22B28B1}"/>
                    </a:ext>
                  </a:extLst>
                </p14:cNvPr>
                <p14:cNvContentPartPr/>
                <p14:nvPr/>
              </p14:nvContentPartPr>
              <p14:xfrm>
                <a:off x="10454525" y="2768510"/>
                <a:ext cx="1318680" cy="1193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8350608-4150-BC95-F4C8-13F1A22B28B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450205" y="2764190"/>
                  <a:ext cx="1327320" cy="12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76842B4-5DF8-1862-3FC3-B4982770D28A}"/>
              </a:ext>
            </a:extLst>
          </p:cNvPr>
          <p:cNvGrpSpPr/>
          <p:nvPr/>
        </p:nvGrpSpPr>
        <p:grpSpPr>
          <a:xfrm>
            <a:off x="10564685" y="4581830"/>
            <a:ext cx="1327680" cy="1197360"/>
            <a:chOff x="10564685" y="4581830"/>
            <a:chExt cx="1327680" cy="11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FB6253D-6A0D-425D-D104-BD92EBACDAD2}"/>
                    </a:ext>
                  </a:extLst>
                </p14:cNvPr>
                <p14:cNvContentPartPr/>
                <p14:nvPr/>
              </p14:nvContentPartPr>
              <p14:xfrm>
                <a:off x="10564685" y="4630790"/>
                <a:ext cx="56160" cy="1037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FB6253D-6A0D-425D-D104-BD92EBACDAD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560365" y="4626470"/>
                  <a:ext cx="64800" cy="10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58B62F4-F2C1-44D4-31BF-64F8AD158503}"/>
                    </a:ext>
                  </a:extLst>
                </p14:cNvPr>
                <p14:cNvContentPartPr/>
                <p14:nvPr/>
              </p14:nvContentPartPr>
              <p14:xfrm>
                <a:off x="10577645" y="4581830"/>
                <a:ext cx="1314720" cy="1125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58B62F4-F2C1-44D4-31BF-64F8AD15850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573325" y="4577510"/>
                  <a:ext cx="1323360" cy="11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8D88990-E182-C88A-60B3-D82B43F1E8AD}"/>
                    </a:ext>
                  </a:extLst>
                </p14:cNvPr>
                <p14:cNvContentPartPr/>
                <p14:nvPr/>
              </p14:nvContentPartPr>
              <p14:xfrm>
                <a:off x="10566125" y="5591990"/>
                <a:ext cx="1273320" cy="187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8D88990-E182-C88A-60B3-D82B43F1E8A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561805" y="5587670"/>
                  <a:ext cx="128196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A363775-64DA-927A-85DE-3624AD845D6E}"/>
              </a:ext>
            </a:extLst>
          </p:cNvPr>
          <p:cNvGrpSpPr/>
          <p:nvPr/>
        </p:nvGrpSpPr>
        <p:grpSpPr>
          <a:xfrm>
            <a:off x="9663605" y="5195630"/>
            <a:ext cx="1140480" cy="137160"/>
            <a:chOff x="9663605" y="5195630"/>
            <a:chExt cx="1140480" cy="13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A5FB39B-0588-1466-4C14-122A7039686B}"/>
                    </a:ext>
                  </a:extLst>
                </p14:cNvPr>
                <p14:cNvContentPartPr/>
                <p14:nvPr/>
              </p14:nvContentPartPr>
              <p14:xfrm>
                <a:off x="9663605" y="5207870"/>
                <a:ext cx="64800" cy="124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A5FB39B-0588-1466-4C14-122A7039686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54605" y="5199230"/>
                  <a:ext cx="82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C14679B-BD76-8191-5107-47F2F33ED18A}"/>
                    </a:ext>
                  </a:extLst>
                </p14:cNvPr>
                <p14:cNvContentPartPr/>
                <p14:nvPr/>
              </p14:nvContentPartPr>
              <p14:xfrm>
                <a:off x="9738845" y="5195630"/>
                <a:ext cx="1065240" cy="108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C14679B-BD76-8191-5107-47F2F33ED18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730205" y="5186630"/>
                  <a:ext cx="108288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F6AA89B-958E-D3D9-1431-04F942DD2A19}"/>
              </a:ext>
            </a:extLst>
          </p:cNvPr>
          <p:cNvGrpSpPr/>
          <p:nvPr/>
        </p:nvGrpSpPr>
        <p:grpSpPr>
          <a:xfrm>
            <a:off x="8885285" y="1529390"/>
            <a:ext cx="2324880" cy="1485360"/>
            <a:chOff x="8885285" y="1529390"/>
            <a:chExt cx="2324880" cy="148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929EF08-4832-3EA2-162A-86A2F831BBAB}"/>
                    </a:ext>
                  </a:extLst>
                </p14:cNvPr>
                <p14:cNvContentPartPr/>
                <p14:nvPr/>
              </p14:nvContentPartPr>
              <p14:xfrm>
                <a:off x="11051765" y="1529390"/>
                <a:ext cx="87480" cy="129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929EF08-4832-3EA2-162A-86A2F831BBA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043125" y="1520390"/>
                  <a:ext cx="105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C09FAA0-671B-AC4F-F08B-1180115A6398}"/>
                    </a:ext>
                  </a:extLst>
                </p14:cNvPr>
                <p14:cNvContentPartPr/>
                <p14:nvPr/>
              </p14:nvContentPartPr>
              <p14:xfrm>
                <a:off x="9347165" y="1532630"/>
                <a:ext cx="97200" cy="137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C09FAA0-671B-AC4F-F08B-1180115A639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338525" y="1523990"/>
                  <a:ext cx="1148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B39708D-E9C3-D146-6B1D-D1A16B0F284F}"/>
                    </a:ext>
                  </a:extLst>
                </p14:cNvPr>
                <p14:cNvContentPartPr/>
                <p14:nvPr/>
              </p14:nvContentPartPr>
              <p14:xfrm>
                <a:off x="9410165" y="1550990"/>
                <a:ext cx="1285200" cy="138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B39708D-E9C3-D146-6B1D-D1A16B0F284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01165" y="1542350"/>
                  <a:ext cx="1302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59E36E1-8B34-EEB8-D197-CD6358563734}"/>
                    </a:ext>
                  </a:extLst>
                </p14:cNvPr>
                <p14:cNvContentPartPr/>
                <p14:nvPr/>
              </p14:nvContentPartPr>
              <p14:xfrm>
                <a:off x="11110085" y="2890190"/>
                <a:ext cx="100080" cy="124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59E36E1-8B34-EEB8-D197-CD635856373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101085" y="2881550"/>
                  <a:ext cx="117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7F1EBE2-A2BB-18A3-93E1-AFFB15E5846D}"/>
                    </a:ext>
                  </a:extLst>
                </p14:cNvPr>
                <p14:cNvContentPartPr/>
                <p14:nvPr/>
              </p14:nvContentPartPr>
              <p14:xfrm>
                <a:off x="11098565" y="1595630"/>
                <a:ext cx="41760" cy="1294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7F1EBE2-A2BB-18A3-93E1-AFFB15E5846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089565" y="1586990"/>
                  <a:ext cx="59400" cy="13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C61EC3A-53B0-4606-C305-D833D3E91A0A}"/>
                    </a:ext>
                  </a:extLst>
                </p14:cNvPr>
                <p14:cNvContentPartPr/>
                <p14:nvPr/>
              </p14:nvContentPartPr>
              <p14:xfrm>
                <a:off x="8885285" y="2853470"/>
                <a:ext cx="67320" cy="78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C61EC3A-53B0-4606-C305-D833D3E91A0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876285" y="2844470"/>
                  <a:ext cx="8496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2EFFAD0-59D9-EEB1-34D6-6BF2D66DCDD6}"/>
              </a:ext>
            </a:extLst>
          </p:cNvPr>
          <p:cNvGrpSpPr/>
          <p:nvPr/>
        </p:nvGrpSpPr>
        <p:grpSpPr>
          <a:xfrm>
            <a:off x="11069405" y="3324350"/>
            <a:ext cx="864360" cy="1926360"/>
            <a:chOff x="11069405" y="3324350"/>
            <a:chExt cx="864360" cy="19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B45A92E-C24B-3DE8-DCBD-22CB8D3667CC}"/>
                    </a:ext>
                  </a:extLst>
                </p14:cNvPr>
                <p14:cNvContentPartPr/>
                <p14:nvPr/>
              </p14:nvContentPartPr>
              <p14:xfrm>
                <a:off x="11132405" y="3324350"/>
                <a:ext cx="97200" cy="97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B45A92E-C24B-3DE8-DCBD-22CB8D3667C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128085" y="3320030"/>
                  <a:ext cx="105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B6AA639-8734-5752-2CD1-A422D8FC6865}"/>
                    </a:ext>
                  </a:extLst>
                </p14:cNvPr>
                <p14:cNvContentPartPr/>
                <p14:nvPr/>
              </p14:nvContentPartPr>
              <p14:xfrm>
                <a:off x="11207645" y="3402470"/>
                <a:ext cx="12960" cy="320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B6AA639-8734-5752-2CD1-A422D8FC686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203325" y="3398150"/>
                  <a:ext cx="216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66643B4-D35B-F6F8-DFA9-097D247D9EEC}"/>
                    </a:ext>
                  </a:extLst>
                </p14:cNvPr>
                <p14:cNvContentPartPr/>
                <p14:nvPr/>
              </p14:nvContentPartPr>
              <p14:xfrm>
                <a:off x="11069405" y="3685070"/>
                <a:ext cx="271080" cy="16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66643B4-D35B-F6F8-DFA9-097D247D9EE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65085" y="3680750"/>
                  <a:ext cx="279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F217742-3C34-F28A-207F-8707F757F900}"/>
                    </a:ext>
                  </a:extLst>
                </p14:cNvPr>
                <p14:cNvContentPartPr/>
                <p14:nvPr/>
              </p14:nvContentPartPr>
              <p14:xfrm>
                <a:off x="11102165" y="3699830"/>
                <a:ext cx="272880" cy="659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F217742-3C34-F28A-207F-8707F757F90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097845" y="3695510"/>
                  <a:ext cx="28152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3A9CE5D-4320-9ADB-ACDA-6B8D30BC8E5A}"/>
                    </a:ext>
                  </a:extLst>
                </p14:cNvPr>
                <p14:cNvContentPartPr/>
                <p14:nvPr/>
              </p14:nvContentPartPr>
              <p14:xfrm>
                <a:off x="11323205" y="3718910"/>
                <a:ext cx="78120" cy="533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3A9CE5D-4320-9ADB-ACDA-6B8D30BC8E5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318885" y="3714590"/>
                  <a:ext cx="8676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191BB9D-616E-CEC1-BFC2-BD4FC924C3F3}"/>
                    </a:ext>
                  </a:extLst>
                </p14:cNvPr>
                <p14:cNvContentPartPr/>
                <p14:nvPr/>
              </p14:nvContentPartPr>
              <p14:xfrm>
                <a:off x="11189645" y="4301390"/>
                <a:ext cx="117720" cy="949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191BB9D-616E-CEC1-BFC2-BD4FC924C3F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185325" y="4297070"/>
                  <a:ext cx="126360" cy="9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7364712-28DA-BA8B-9745-D5CB51ACAE63}"/>
                    </a:ext>
                  </a:extLst>
                </p14:cNvPr>
                <p14:cNvContentPartPr/>
                <p14:nvPr/>
              </p14:nvContentPartPr>
              <p14:xfrm>
                <a:off x="11547125" y="3946790"/>
                <a:ext cx="174240" cy="322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7364712-28DA-BA8B-9745-D5CB51ACAE6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542805" y="3942470"/>
                  <a:ext cx="1828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8867212-3A46-209C-07C6-D6D9A63F835D}"/>
                    </a:ext>
                  </a:extLst>
                </p14:cNvPr>
                <p14:cNvContentPartPr/>
                <p14:nvPr/>
              </p14:nvContentPartPr>
              <p14:xfrm>
                <a:off x="11755205" y="4224350"/>
                <a:ext cx="178560" cy="176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8867212-3A46-209C-07C6-D6D9A63F835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750885" y="4220030"/>
                  <a:ext cx="18720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6F79FB4-4AAE-1F50-C407-8636D79E67C7}"/>
              </a:ext>
            </a:extLst>
          </p:cNvPr>
          <p:cNvGrpSpPr/>
          <p:nvPr/>
        </p:nvGrpSpPr>
        <p:grpSpPr>
          <a:xfrm>
            <a:off x="621125" y="467390"/>
            <a:ext cx="551520" cy="371160"/>
            <a:chOff x="621125" y="467390"/>
            <a:chExt cx="55152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17C69C3-BECC-8743-A617-DF91229CDB6B}"/>
                    </a:ext>
                  </a:extLst>
                </p14:cNvPr>
                <p14:cNvContentPartPr/>
                <p14:nvPr/>
              </p14:nvContentPartPr>
              <p14:xfrm>
                <a:off x="649565" y="484310"/>
                <a:ext cx="58320" cy="3427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17C69C3-BECC-8743-A617-DF91229CDB6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45245" y="479990"/>
                  <a:ext cx="669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F885572-1CA5-1510-5E97-6C50022DE0EF}"/>
                    </a:ext>
                  </a:extLst>
                </p14:cNvPr>
                <p14:cNvContentPartPr/>
                <p14:nvPr/>
              </p14:nvContentPartPr>
              <p14:xfrm>
                <a:off x="621125" y="467390"/>
                <a:ext cx="181080" cy="2149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F885572-1CA5-1510-5E97-6C50022DE0E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16805" y="463070"/>
                  <a:ext cx="1897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DB23DE8-C009-E10B-EC74-B4FD54CE9952}"/>
                    </a:ext>
                  </a:extLst>
                </p14:cNvPr>
                <p14:cNvContentPartPr/>
                <p14:nvPr/>
              </p14:nvContentPartPr>
              <p14:xfrm>
                <a:off x="876005" y="792830"/>
                <a:ext cx="14040" cy="410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DB23DE8-C009-E10B-EC74-B4FD54CE995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71685" y="788510"/>
                  <a:ext cx="22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E5C7E7A-D9CC-51EF-DEB2-30D928ED1A91}"/>
                    </a:ext>
                  </a:extLst>
                </p14:cNvPr>
                <p14:cNvContentPartPr/>
                <p14:nvPr/>
              </p14:nvContentPartPr>
              <p14:xfrm>
                <a:off x="971405" y="490430"/>
                <a:ext cx="201240" cy="3481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E5C7E7A-D9CC-51EF-DEB2-30D928ED1A9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67085" y="486110"/>
                  <a:ext cx="209880" cy="35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EF4A7998-F0EE-2934-211A-386932027B37}"/>
              </a:ext>
            </a:extLst>
          </p:cNvPr>
          <p:cNvGrpSpPr/>
          <p:nvPr/>
        </p:nvGrpSpPr>
        <p:grpSpPr>
          <a:xfrm>
            <a:off x="11028365" y="2168030"/>
            <a:ext cx="1085040" cy="532080"/>
            <a:chOff x="11028365" y="2168030"/>
            <a:chExt cx="1085040" cy="53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9187554-E05B-9B4E-892A-4155B8F03E0D}"/>
                    </a:ext>
                  </a:extLst>
                </p14:cNvPr>
                <p14:cNvContentPartPr/>
                <p14:nvPr/>
              </p14:nvContentPartPr>
              <p14:xfrm>
                <a:off x="11028365" y="2206190"/>
                <a:ext cx="232560" cy="161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9187554-E05B-9B4E-892A-4155B8F03E0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024045" y="2201870"/>
                  <a:ext cx="241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CBC846F-F459-5F73-AF6A-204934F0154C}"/>
                    </a:ext>
                  </a:extLst>
                </p14:cNvPr>
                <p14:cNvContentPartPr/>
                <p14:nvPr/>
              </p14:nvContentPartPr>
              <p14:xfrm>
                <a:off x="11657285" y="2168030"/>
                <a:ext cx="38160" cy="3841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CBC846F-F459-5F73-AF6A-204934F0154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652965" y="2163710"/>
                  <a:ext cx="468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22AF180-9D6D-F1D1-D18C-DC7FD3675F10}"/>
                    </a:ext>
                  </a:extLst>
                </p14:cNvPr>
                <p14:cNvContentPartPr/>
                <p14:nvPr/>
              </p14:nvContentPartPr>
              <p14:xfrm>
                <a:off x="11616965" y="2504270"/>
                <a:ext cx="141840" cy="331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22AF180-9D6D-F1D1-D18C-DC7FD3675F1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612645" y="2499950"/>
                  <a:ext cx="150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84B4CDA-0F93-F300-3169-176E0F7915AF}"/>
                    </a:ext>
                  </a:extLst>
                </p14:cNvPr>
                <p14:cNvContentPartPr/>
                <p14:nvPr/>
              </p14:nvContentPartPr>
              <p14:xfrm>
                <a:off x="11598245" y="2233190"/>
                <a:ext cx="139680" cy="93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84B4CDA-0F93-F300-3169-176E0F7915A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593925" y="2228870"/>
                  <a:ext cx="148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65756A7-E29B-691D-8ED5-236A640200D8}"/>
                    </a:ext>
                  </a:extLst>
                </p14:cNvPr>
                <p14:cNvContentPartPr/>
                <p14:nvPr/>
              </p14:nvContentPartPr>
              <p14:xfrm>
                <a:off x="11881205" y="2498870"/>
                <a:ext cx="232200" cy="2012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65756A7-E29B-691D-8ED5-236A640200D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876885" y="2494550"/>
                  <a:ext cx="24084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EF6E936-B5F6-2BBF-58EC-C70DF34EF2D5}"/>
              </a:ext>
            </a:extLst>
          </p:cNvPr>
          <p:cNvGrpSpPr/>
          <p:nvPr/>
        </p:nvGrpSpPr>
        <p:grpSpPr>
          <a:xfrm>
            <a:off x="9514205" y="2105750"/>
            <a:ext cx="310320" cy="348840"/>
            <a:chOff x="9514205" y="2105750"/>
            <a:chExt cx="310320" cy="34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1CCD390-C2A1-1D88-AD78-A8245A7A8249}"/>
                    </a:ext>
                  </a:extLst>
                </p14:cNvPr>
                <p14:cNvContentPartPr/>
                <p14:nvPr/>
              </p14:nvContentPartPr>
              <p14:xfrm>
                <a:off x="9514205" y="2105750"/>
                <a:ext cx="310320" cy="3488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1CCD390-C2A1-1D88-AD78-A8245A7A824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505565" y="2097110"/>
                  <a:ext cx="3279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6CA3C60-0A5D-FEBB-2CBF-368D59B08660}"/>
                    </a:ext>
                  </a:extLst>
                </p14:cNvPr>
                <p14:cNvContentPartPr/>
                <p14:nvPr/>
              </p14:nvContentPartPr>
              <p14:xfrm>
                <a:off x="9597005" y="2216270"/>
                <a:ext cx="61920" cy="109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6CA3C60-0A5D-FEBB-2CBF-368D59B0866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588365" y="2207270"/>
                  <a:ext cx="79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89E3833-6A13-83CD-9692-79711A7A0EB6}"/>
                    </a:ext>
                  </a:extLst>
                </p14:cNvPr>
                <p14:cNvContentPartPr/>
                <p14:nvPr/>
              </p14:nvContentPartPr>
              <p14:xfrm>
                <a:off x="9653525" y="2224190"/>
                <a:ext cx="360" cy="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89E3833-6A13-83CD-9692-79711A7A0EB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644885" y="22151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F4053F4-8BB4-D4A5-0449-DD6C30D8A57A}"/>
                    </a:ext>
                  </a:extLst>
                </p14:cNvPr>
                <p14:cNvContentPartPr/>
                <p14:nvPr/>
              </p14:nvContentPartPr>
              <p14:xfrm>
                <a:off x="9607085" y="2189270"/>
                <a:ext cx="93960" cy="117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F4053F4-8BB4-D4A5-0449-DD6C30D8A57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598445" y="2180270"/>
                  <a:ext cx="111600" cy="13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300A805A-0559-5AF0-BD98-ED6981264CF9}"/>
                  </a:ext>
                </a:extLst>
              </p14:cNvPr>
              <p14:cNvContentPartPr/>
              <p14:nvPr/>
            </p14:nvContentPartPr>
            <p14:xfrm>
              <a:off x="8842445" y="1633430"/>
              <a:ext cx="754920" cy="5364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300A805A-0559-5AF0-BD98-ED6981264CF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833805" y="1624430"/>
                <a:ext cx="772560" cy="55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ECBAE3C-7408-5274-3886-8C8EABB7B218}"/>
                  </a:ext>
                </a:extLst>
              </p14:cNvPr>
              <p14:cNvContentPartPr/>
              <p14:nvPr/>
            </p14:nvContentPartPr>
            <p14:xfrm>
              <a:off x="8892485" y="2421830"/>
              <a:ext cx="702360" cy="46512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ECBAE3C-7408-5274-3886-8C8EABB7B218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883845" y="2413190"/>
                <a:ext cx="720000" cy="48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2564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39757B-EF17-85E1-DD68-0BB7EED9F6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448" t="18576" r="4066" b="17615"/>
          <a:stretch/>
        </p:blipFill>
        <p:spPr>
          <a:xfrm>
            <a:off x="370701" y="0"/>
            <a:ext cx="5325763" cy="6622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E1C50D-BB03-A9A4-3531-D2284DA668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312" b="7112"/>
          <a:stretch/>
        </p:blipFill>
        <p:spPr>
          <a:xfrm>
            <a:off x="6218408" y="197707"/>
            <a:ext cx="4902673" cy="66743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8D33D89-DA42-7C2F-3371-D47BBF8AE94D}"/>
                  </a:ext>
                </a:extLst>
              </p14:cNvPr>
              <p14:cNvContentPartPr/>
              <p14:nvPr/>
            </p14:nvContentPartPr>
            <p14:xfrm>
              <a:off x="8775360" y="873000"/>
              <a:ext cx="3279960" cy="1473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8D33D89-DA42-7C2F-3371-D47BBF8AE9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66000" y="863640"/>
                <a:ext cx="3349800" cy="21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9070E87-7F10-BE0C-1B99-B34D958694AF}"/>
                  </a:ext>
                </a:extLst>
              </p14:cNvPr>
              <p14:cNvContentPartPr/>
              <p14:nvPr/>
            </p14:nvContentPartPr>
            <p14:xfrm>
              <a:off x="11197565" y="1348310"/>
              <a:ext cx="141480" cy="296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9070E87-7F10-BE0C-1B99-B34D958694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88925" y="1339670"/>
                <a:ext cx="159120" cy="31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96D3927-4AC3-3ABD-140A-6F79D9DC82BB}"/>
              </a:ext>
            </a:extLst>
          </p:cNvPr>
          <p:cNvGrpSpPr/>
          <p:nvPr/>
        </p:nvGrpSpPr>
        <p:grpSpPr>
          <a:xfrm>
            <a:off x="11521925" y="1371710"/>
            <a:ext cx="495720" cy="266040"/>
            <a:chOff x="11521925" y="1371710"/>
            <a:chExt cx="49572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38684FE-39B2-8C65-0CC9-AD9C2C00684F}"/>
                    </a:ext>
                  </a:extLst>
                </p14:cNvPr>
                <p14:cNvContentPartPr/>
                <p14:nvPr/>
              </p14:nvContentPartPr>
              <p14:xfrm>
                <a:off x="11521925" y="1423190"/>
                <a:ext cx="215640" cy="214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38684FE-39B2-8C65-0CC9-AD9C2C00684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13285" y="1414190"/>
                  <a:ext cx="2332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395713F-813C-AB09-3D1E-E90709ADF1FB}"/>
                    </a:ext>
                  </a:extLst>
                </p14:cNvPr>
                <p14:cNvContentPartPr/>
                <p14:nvPr/>
              </p14:nvContentPartPr>
              <p14:xfrm>
                <a:off x="11797685" y="1375670"/>
                <a:ext cx="123480" cy="250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395713F-813C-AB09-3D1E-E90709ADF1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789045" y="1366670"/>
                  <a:ext cx="1411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07E605A-98ED-6919-B877-415C13425AEB}"/>
                    </a:ext>
                  </a:extLst>
                </p14:cNvPr>
                <p14:cNvContentPartPr/>
                <p14:nvPr/>
              </p14:nvContentPartPr>
              <p14:xfrm>
                <a:off x="11889485" y="1371710"/>
                <a:ext cx="112680" cy="264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07E605A-98ED-6919-B877-415C13425A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880485" y="1363070"/>
                  <a:ext cx="1303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5080A6-7C73-DF92-F5DF-4F2E7374E956}"/>
                    </a:ext>
                  </a:extLst>
                </p14:cNvPr>
                <p14:cNvContentPartPr/>
                <p14:nvPr/>
              </p14:nvContentPartPr>
              <p14:xfrm>
                <a:off x="11810285" y="1496630"/>
                <a:ext cx="207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5080A6-7C73-DF92-F5DF-4F2E7374E95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801645" y="1487630"/>
                  <a:ext cx="225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8463850-1052-C45F-CE9E-A3E92362990A}"/>
                  </a:ext>
                </a:extLst>
              </p14:cNvPr>
              <p14:cNvContentPartPr/>
              <p14:nvPr/>
            </p14:nvContentPartPr>
            <p14:xfrm>
              <a:off x="11217960" y="2536920"/>
              <a:ext cx="1127160" cy="4359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8463850-1052-C45F-CE9E-A3E92362990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208600" y="2527560"/>
                <a:ext cx="1145880" cy="45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2839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30B7AD-CE20-08E2-B9CC-4F63195C2D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44" b="62342"/>
          <a:stretch/>
        </p:blipFill>
        <p:spPr>
          <a:xfrm>
            <a:off x="0" y="0"/>
            <a:ext cx="9524100" cy="58269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8306998-4783-EA85-AB9E-DD8726085CAB}"/>
                  </a:ext>
                </a:extLst>
              </p14:cNvPr>
              <p14:cNvContentPartPr/>
              <p14:nvPr/>
            </p14:nvContentPartPr>
            <p14:xfrm>
              <a:off x="9648360" y="223560"/>
              <a:ext cx="2417400" cy="2540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8306998-4783-EA85-AB9E-DD8726085C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39000" y="214200"/>
                <a:ext cx="2436120" cy="255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2262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25D004-945A-B7AE-5667-0DA13530BF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39" t="9378" r="18898" b="17836"/>
          <a:stretch/>
        </p:blipFill>
        <p:spPr>
          <a:xfrm>
            <a:off x="0" y="333633"/>
            <a:ext cx="4461054" cy="24960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4676935-4747-4B10-6434-982AAA885DA5}"/>
                  </a:ext>
                </a:extLst>
              </p14:cNvPr>
              <p14:cNvContentPartPr/>
              <p14:nvPr/>
            </p14:nvContentPartPr>
            <p14:xfrm>
              <a:off x="164218" y="1697536"/>
              <a:ext cx="246960" cy="323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4676935-4747-4B10-6434-982AAA885D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578" y="1688536"/>
                <a:ext cx="264600" cy="34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E2E88E33-07B1-A974-A622-525F74397B3B}"/>
              </a:ext>
            </a:extLst>
          </p:cNvPr>
          <p:cNvGrpSpPr/>
          <p:nvPr/>
        </p:nvGrpSpPr>
        <p:grpSpPr>
          <a:xfrm>
            <a:off x="581243" y="3228590"/>
            <a:ext cx="183240" cy="608400"/>
            <a:chOff x="581243" y="3228590"/>
            <a:chExt cx="183240" cy="60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C18A189-B3FD-B45F-4694-871A318E481E}"/>
                    </a:ext>
                  </a:extLst>
                </p14:cNvPr>
                <p14:cNvContentPartPr/>
                <p14:nvPr/>
              </p14:nvContentPartPr>
              <p14:xfrm>
                <a:off x="621203" y="3239750"/>
                <a:ext cx="46800" cy="478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C18A189-B3FD-B45F-4694-871A318E481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2563" y="3231110"/>
                  <a:ext cx="6444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98C2D1B-CB49-48FE-1FAE-C73E523337A6}"/>
                    </a:ext>
                  </a:extLst>
                </p14:cNvPr>
                <p14:cNvContentPartPr/>
                <p14:nvPr/>
              </p14:nvContentPartPr>
              <p14:xfrm>
                <a:off x="581243" y="3716750"/>
                <a:ext cx="138600" cy="120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98C2D1B-CB49-48FE-1FAE-C73E523337A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2243" y="3707750"/>
                  <a:ext cx="156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133475F-853D-5C08-E722-281F5FA74648}"/>
                    </a:ext>
                  </a:extLst>
                </p14:cNvPr>
                <p14:cNvContentPartPr/>
                <p14:nvPr/>
              </p14:nvContentPartPr>
              <p14:xfrm>
                <a:off x="601043" y="3228590"/>
                <a:ext cx="163440" cy="43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133475F-853D-5C08-E722-281F5FA7464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92403" y="3219590"/>
                  <a:ext cx="18108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9EE9F11-9620-5643-284A-852F6FD920E0}"/>
                  </a:ext>
                </a:extLst>
              </p14:cNvPr>
              <p14:cNvContentPartPr/>
              <p14:nvPr/>
            </p14:nvContentPartPr>
            <p14:xfrm>
              <a:off x="1036643" y="3561230"/>
              <a:ext cx="114480" cy="13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9EE9F11-9620-5643-284A-852F6FD920E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28003" y="3552590"/>
                <a:ext cx="1321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AD0CC8A-7CF7-C6BD-9CEE-B275132764C1}"/>
                  </a:ext>
                </a:extLst>
              </p14:cNvPr>
              <p14:cNvContentPartPr/>
              <p14:nvPr/>
            </p14:nvContentPartPr>
            <p14:xfrm>
              <a:off x="1035563" y="3682550"/>
              <a:ext cx="100800" cy="25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AD0CC8A-7CF7-C6BD-9CEE-B275132764C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26563" y="3673910"/>
                <a:ext cx="1184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879B9EF-2D9D-9665-5FD9-762024E8FCA8}"/>
                  </a:ext>
                </a:extLst>
              </p14:cNvPr>
              <p14:cNvContentPartPr/>
              <p14:nvPr/>
            </p14:nvContentPartPr>
            <p14:xfrm>
              <a:off x="1677083" y="2990630"/>
              <a:ext cx="312120" cy="313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879B9EF-2D9D-9665-5FD9-762024E8FCA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68083" y="2981990"/>
                <a:ext cx="32976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9E8D0DB-8ADF-8656-6C12-78D8C9FFC53A}"/>
                  </a:ext>
                </a:extLst>
              </p14:cNvPr>
              <p14:cNvContentPartPr/>
              <p14:nvPr/>
            </p14:nvContentPartPr>
            <p14:xfrm>
              <a:off x="1458563" y="3552230"/>
              <a:ext cx="768600" cy="26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9E8D0DB-8ADF-8656-6C12-78D8C9FFC53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49923" y="3543230"/>
                <a:ext cx="78624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41F1BEC-E5A0-BCD5-C999-AA127E0023DC}"/>
              </a:ext>
            </a:extLst>
          </p:cNvPr>
          <p:cNvGrpSpPr/>
          <p:nvPr/>
        </p:nvGrpSpPr>
        <p:grpSpPr>
          <a:xfrm>
            <a:off x="1453523" y="3789830"/>
            <a:ext cx="792720" cy="734760"/>
            <a:chOff x="1453523" y="3789830"/>
            <a:chExt cx="792720" cy="73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50D1731-5F24-D30A-9994-D678BCEEB02D}"/>
                    </a:ext>
                  </a:extLst>
                </p14:cNvPr>
                <p14:cNvContentPartPr/>
                <p14:nvPr/>
              </p14:nvContentPartPr>
              <p14:xfrm>
                <a:off x="1476203" y="3807830"/>
                <a:ext cx="48240" cy="367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50D1731-5F24-D30A-9994-D678BCEEB02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67203" y="3799190"/>
                  <a:ext cx="658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D8477F3-2041-C311-EFEC-0F458D553EB5}"/>
                    </a:ext>
                  </a:extLst>
                </p14:cNvPr>
                <p14:cNvContentPartPr/>
                <p14:nvPr/>
              </p14:nvContentPartPr>
              <p14:xfrm>
                <a:off x="1453523" y="3789830"/>
                <a:ext cx="217440" cy="420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D8477F3-2041-C311-EFEC-0F458D553EB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44883" y="3781190"/>
                  <a:ext cx="23508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D2E0B1-AC52-5647-7DEC-59C60FA6245B}"/>
                    </a:ext>
                  </a:extLst>
                </p14:cNvPr>
                <p14:cNvContentPartPr/>
                <p14:nvPr/>
              </p14:nvContentPartPr>
              <p14:xfrm>
                <a:off x="1835123" y="4128590"/>
                <a:ext cx="15480" cy="33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D2E0B1-AC52-5647-7DEC-59C60FA6245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26123" y="4119950"/>
                  <a:ext cx="3312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98D8BE-E1E7-6F4B-3477-883F764B7A8F}"/>
                    </a:ext>
                  </a:extLst>
                </p14:cNvPr>
                <p14:cNvContentPartPr/>
                <p14:nvPr/>
              </p14:nvContentPartPr>
              <p14:xfrm>
                <a:off x="1754843" y="4318670"/>
                <a:ext cx="241560" cy="155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98D8BE-E1E7-6F4B-3477-883F764B7A8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46203" y="4309670"/>
                  <a:ext cx="2592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BD22E5E-1D81-E619-483E-653E00F933C9}"/>
                    </a:ext>
                  </a:extLst>
                </p14:cNvPr>
                <p14:cNvContentPartPr/>
                <p14:nvPr/>
              </p14:nvContentPartPr>
              <p14:xfrm>
                <a:off x="2066243" y="4131470"/>
                <a:ext cx="46080" cy="393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D22E5E-1D81-E619-483E-653E00F933C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57243" y="4122830"/>
                  <a:ext cx="637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ADFE7C-2B45-FFB7-1E14-16C7C862FC97}"/>
                    </a:ext>
                  </a:extLst>
                </p14:cNvPr>
                <p14:cNvContentPartPr/>
                <p14:nvPr/>
              </p14:nvContentPartPr>
              <p14:xfrm>
                <a:off x="2029883" y="4268990"/>
                <a:ext cx="216360" cy="46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ADFE7C-2B45-FFB7-1E14-16C7C862FC9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020883" y="4260350"/>
                  <a:ext cx="23400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AEAC791-2CAD-25B3-F602-63ABA6D38119}"/>
                  </a:ext>
                </a:extLst>
              </p14:cNvPr>
              <p14:cNvContentPartPr/>
              <p14:nvPr/>
            </p14:nvContentPartPr>
            <p14:xfrm>
              <a:off x="2501843" y="4464470"/>
              <a:ext cx="5400" cy="10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AEAC791-2CAD-25B3-F602-63ABA6D3811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493203" y="4455830"/>
                <a:ext cx="2304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31F7AECB-FD5F-51B4-E20F-AAB14A3B3285}"/>
              </a:ext>
            </a:extLst>
          </p:cNvPr>
          <p:cNvGrpSpPr/>
          <p:nvPr/>
        </p:nvGrpSpPr>
        <p:grpSpPr>
          <a:xfrm>
            <a:off x="253283" y="5207870"/>
            <a:ext cx="810000" cy="794520"/>
            <a:chOff x="253283" y="5207870"/>
            <a:chExt cx="810000" cy="79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60D4F6C-40A8-9077-0E57-B3FA9D95FA77}"/>
                    </a:ext>
                  </a:extLst>
                </p14:cNvPr>
                <p14:cNvContentPartPr/>
                <p14:nvPr/>
              </p14:nvContentPartPr>
              <p14:xfrm>
                <a:off x="302963" y="5207870"/>
                <a:ext cx="41040" cy="478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60D4F6C-40A8-9077-0E57-B3FA9D95FA7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4323" y="5199230"/>
                  <a:ext cx="5868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DDDA084-6BBD-A7E2-D82E-12E7142791DC}"/>
                    </a:ext>
                  </a:extLst>
                </p14:cNvPr>
                <p14:cNvContentPartPr/>
                <p14:nvPr/>
              </p14:nvContentPartPr>
              <p14:xfrm>
                <a:off x="253283" y="5218670"/>
                <a:ext cx="248760" cy="540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DDDA084-6BBD-A7E2-D82E-12E7142791D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4643" y="5209670"/>
                  <a:ext cx="26640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851071-108C-5C85-11F8-8FFB976B60F6}"/>
                    </a:ext>
                  </a:extLst>
                </p14:cNvPr>
                <p14:cNvContentPartPr/>
                <p14:nvPr/>
              </p14:nvContentPartPr>
              <p14:xfrm>
                <a:off x="687803" y="5718710"/>
                <a:ext cx="25560" cy="253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851071-108C-5C85-11F8-8FFB976B60F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79163" y="5709710"/>
                  <a:ext cx="432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9BDC027-0062-BA13-137A-C6C74056F99E}"/>
                    </a:ext>
                  </a:extLst>
                </p14:cNvPr>
                <p14:cNvContentPartPr/>
                <p14:nvPr/>
              </p14:nvContentPartPr>
              <p14:xfrm>
                <a:off x="648923" y="5868110"/>
                <a:ext cx="231480" cy="112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9BDC027-0062-BA13-137A-C6C74056F99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39923" y="5859110"/>
                  <a:ext cx="249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92B2D7A-3FE6-C654-095A-FBCAD0D35EC8}"/>
                    </a:ext>
                  </a:extLst>
                </p14:cNvPr>
                <p14:cNvContentPartPr/>
                <p14:nvPr/>
              </p14:nvContentPartPr>
              <p14:xfrm>
                <a:off x="963923" y="5715110"/>
                <a:ext cx="36720" cy="287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92B2D7A-3FE6-C654-095A-FBCAD0D35EC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5283" y="5706470"/>
                  <a:ext cx="543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0151B3-933A-E7A7-27E6-D4E7C13F8592}"/>
                    </a:ext>
                  </a:extLst>
                </p14:cNvPr>
                <p14:cNvContentPartPr/>
                <p14:nvPr/>
              </p14:nvContentPartPr>
              <p14:xfrm>
                <a:off x="897323" y="5846150"/>
                <a:ext cx="165960" cy="12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0151B3-933A-E7A7-27E6-D4E7C13F859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8683" y="5837510"/>
                  <a:ext cx="18360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15884B1-0F17-EB04-2954-2CDB8006DF3A}"/>
              </a:ext>
            </a:extLst>
          </p:cNvPr>
          <p:cNvGrpSpPr/>
          <p:nvPr/>
        </p:nvGrpSpPr>
        <p:grpSpPr>
          <a:xfrm>
            <a:off x="162923" y="2268110"/>
            <a:ext cx="1041120" cy="755280"/>
            <a:chOff x="162923" y="2268110"/>
            <a:chExt cx="1041120" cy="75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8AB314C-5540-6F7A-736F-85EDA91A9663}"/>
                    </a:ext>
                  </a:extLst>
                </p14:cNvPr>
                <p14:cNvContentPartPr/>
                <p14:nvPr/>
              </p14:nvContentPartPr>
              <p14:xfrm>
                <a:off x="499523" y="2268110"/>
                <a:ext cx="704520" cy="494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8AB314C-5540-6F7A-736F-85EDA91A966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90523" y="2259110"/>
                  <a:ext cx="72216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687FC7A-E542-B007-7707-FFA7D1C94DBE}"/>
                    </a:ext>
                  </a:extLst>
                </p14:cNvPr>
                <p14:cNvContentPartPr/>
                <p14:nvPr/>
              </p14:nvContentPartPr>
              <p14:xfrm>
                <a:off x="162923" y="2726750"/>
                <a:ext cx="135360" cy="296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687FC7A-E542-B007-7707-FFA7D1C94DB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54283" y="2717750"/>
                  <a:ext cx="15300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C8E4AF3-28E2-1441-0AFD-D08B26A93F8D}"/>
              </a:ext>
            </a:extLst>
          </p:cNvPr>
          <p:cNvGrpSpPr/>
          <p:nvPr/>
        </p:nvGrpSpPr>
        <p:grpSpPr>
          <a:xfrm>
            <a:off x="1075883" y="1010630"/>
            <a:ext cx="124560" cy="288720"/>
            <a:chOff x="1075883" y="1010630"/>
            <a:chExt cx="12456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3E3265A-0671-3E13-D93D-13C6D3368DB2}"/>
                    </a:ext>
                  </a:extLst>
                </p14:cNvPr>
                <p14:cNvContentPartPr/>
                <p14:nvPr/>
              </p14:nvContentPartPr>
              <p14:xfrm>
                <a:off x="1088483" y="1010630"/>
                <a:ext cx="19080" cy="28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3E3265A-0671-3E13-D93D-13C6D3368DB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9843" y="1001990"/>
                  <a:ext cx="36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F0FA790-207B-2CEB-5D59-CD764FB2AA6A}"/>
                    </a:ext>
                  </a:extLst>
                </p14:cNvPr>
                <p14:cNvContentPartPr/>
                <p14:nvPr/>
              </p14:nvContentPartPr>
              <p14:xfrm>
                <a:off x="1075883" y="1123670"/>
                <a:ext cx="29160" cy="155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F0FA790-207B-2CEB-5D59-CD764FB2AA6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66883" y="1115030"/>
                  <a:ext cx="46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B81745-100B-C9A8-98AC-F1B83B4082A1}"/>
                    </a:ext>
                  </a:extLst>
                </p14:cNvPr>
                <p14:cNvContentPartPr/>
                <p14:nvPr/>
              </p14:nvContentPartPr>
              <p14:xfrm>
                <a:off x="1105763" y="1153190"/>
                <a:ext cx="93960" cy="146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B81745-100B-C9A8-98AC-F1B83B4082A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97123" y="1144550"/>
                  <a:ext cx="1116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C74BE1C-5841-04A4-9BA6-4FB8D1A0DAF2}"/>
                    </a:ext>
                  </a:extLst>
                </p14:cNvPr>
                <p14:cNvContentPartPr/>
                <p14:nvPr/>
              </p14:nvContentPartPr>
              <p14:xfrm>
                <a:off x="1099643" y="1251470"/>
                <a:ext cx="100800" cy="8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C74BE1C-5841-04A4-9BA6-4FB8D1A0DAF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90643" y="1242470"/>
                  <a:ext cx="11844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959FF2F-2F3A-F248-5AF1-E88417A874A7}"/>
              </a:ext>
            </a:extLst>
          </p:cNvPr>
          <p:cNvGrpSpPr/>
          <p:nvPr/>
        </p:nvGrpSpPr>
        <p:grpSpPr>
          <a:xfrm>
            <a:off x="1132403" y="2489510"/>
            <a:ext cx="115200" cy="315720"/>
            <a:chOff x="1132403" y="2489510"/>
            <a:chExt cx="11520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9A64102-5D16-4C0F-C275-C58ED29AD7DC}"/>
                    </a:ext>
                  </a:extLst>
                </p14:cNvPr>
                <p14:cNvContentPartPr/>
                <p14:nvPr/>
              </p14:nvContentPartPr>
              <p14:xfrm>
                <a:off x="1163363" y="2489510"/>
                <a:ext cx="36360" cy="48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9A64102-5D16-4C0F-C275-C58ED29AD7D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54363" y="2480510"/>
                  <a:ext cx="54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9CBE1D-DE7D-8385-9618-BF3107644E71}"/>
                    </a:ext>
                  </a:extLst>
                </p14:cNvPr>
                <p14:cNvContentPartPr/>
                <p14:nvPr/>
              </p14:nvContentPartPr>
              <p14:xfrm>
                <a:off x="1132403" y="2638550"/>
                <a:ext cx="115200" cy="166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9CBE1D-DE7D-8385-9618-BF3107644E7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23403" y="2629910"/>
                  <a:ext cx="13284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7A9EE98-DE12-38E7-0086-021A7568E3AA}"/>
              </a:ext>
            </a:extLst>
          </p:cNvPr>
          <p:cNvGrpSpPr/>
          <p:nvPr/>
        </p:nvGrpSpPr>
        <p:grpSpPr>
          <a:xfrm>
            <a:off x="314843" y="2904230"/>
            <a:ext cx="290880" cy="214920"/>
            <a:chOff x="314843" y="2904230"/>
            <a:chExt cx="290880" cy="2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C48E3F4-F30F-9A27-9621-1D08A2AF509A}"/>
                    </a:ext>
                  </a:extLst>
                </p14:cNvPr>
                <p14:cNvContentPartPr/>
                <p14:nvPr/>
              </p14:nvContentPartPr>
              <p14:xfrm>
                <a:off x="326363" y="2904230"/>
                <a:ext cx="56880" cy="201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C48E3F4-F30F-9A27-9621-1D08A2AF509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17363" y="2895590"/>
                  <a:ext cx="74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FB4899F-8FBB-FE47-C258-60D53819A385}"/>
                    </a:ext>
                  </a:extLst>
                </p14:cNvPr>
                <p14:cNvContentPartPr/>
                <p14:nvPr/>
              </p14:nvContentPartPr>
              <p14:xfrm>
                <a:off x="376403" y="2938790"/>
                <a:ext cx="88200" cy="180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FB4899F-8FBB-FE47-C258-60D53819A38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67763" y="2930150"/>
                  <a:ext cx="1058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8C2D6D8-25CC-0305-970E-5742C9050574}"/>
                    </a:ext>
                  </a:extLst>
                </p14:cNvPr>
                <p14:cNvContentPartPr/>
                <p14:nvPr/>
              </p14:nvContentPartPr>
              <p14:xfrm>
                <a:off x="314843" y="3028430"/>
                <a:ext cx="100800" cy="36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8C2D6D8-25CC-0305-970E-5742C905057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06203" y="3019790"/>
                  <a:ext cx="118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88C33DA-3FBB-1E30-9909-75184E125A83}"/>
                    </a:ext>
                  </a:extLst>
                </p14:cNvPr>
                <p14:cNvContentPartPr/>
                <p14:nvPr/>
              </p14:nvContentPartPr>
              <p14:xfrm>
                <a:off x="498083" y="2936990"/>
                <a:ext cx="107640" cy="163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88C33DA-3FBB-1E30-9909-75184E125A8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89083" y="2928350"/>
                  <a:ext cx="12528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BBF3CD4-7D95-300E-4D47-417C36B9452F}"/>
              </a:ext>
            </a:extLst>
          </p:cNvPr>
          <p:cNvGrpSpPr/>
          <p:nvPr/>
        </p:nvGrpSpPr>
        <p:grpSpPr>
          <a:xfrm>
            <a:off x="1179923" y="5458790"/>
            <a:ext cx="108360" cy="87480"/>
            <a:chOff x="1179923" y="5458790"/>
            <a:chExt cx="108360" cy="8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075168-B6BE-B28E-6EDD-CC7C78FAB9CA}"/>
                    </a:ext>
                  </a:extLst>
                </p14:cNvPr>
                <p14:cNvContentPartPr/>
                <p14:nvPr/>
              </p14:nvContentPartPr>
              <p14:xfrm>
                <a:off x="1184243" y="5533310"/>
                <a:ext cx="90360" cy="12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075168-B6BE-B28E-6EDD-CC7C78FAB9C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75603" y="5524670"/>
                  <a:ext cx="108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91768FC-5DB9-1390-5560-7D9FFE8B5D58}"/>
                    </a:ext>
                  </a:extLst>
                </p14:cNvPr>
                <p14:cNvContentPartPr/>
                <p14:nvPr/>
              </p14:nvContentPartPr>
              <p14:xfrm>
                <a:off x="1187483" y="5533310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91768FC-5DB9-1390-5560-7D9FFE8B5D5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78483" y="55246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D3D1001-48AF-1F4C-B0E8-F9EFC19914F4}"/>
                    </a:ext>
                  </a:extLst>
                </p14:cNvPr>
                <p14:cNvContentPartPr/>
                <p14:nvPr/>
              </p14:nvContentPartPr>
              <p14:xfrm>
                <a:off x="1179923" y="5458790"/>
                <a:ext cx="108360" cy="74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D3D1001-48AF-1F4C-B0E8-F9EFC19914F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71283" y="5449790"/>
                  <a:ext cx="12600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B5EFA56-F632-D93C-0105-E239CCBF2F13}"/>
              </a:ext>
            </a:extLst>
          </p:cNvPr>
          <p:cNvGrpSpPr/>
          <p:nvPr/>
        </p:nvGrpSpPr>
        <p:grpSpPr>
          <a:xfrm>
            <a:off x="1580243" y="5235230"/>
            <a:ext cx="889200" cy="662040"/>
            <a:chOff x="1580243" y="5235230"/>
            <a:chExt cx="889200" cy="6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3442F59-8F3C-DE60-F163-31B673A27AED}"/>
                    </a:ext>
                  </a:extLst>
                </p14:cNvPr>
                <p14:cNvContentPartPr/>
                <p14:nvPr/>
              </p14:nvContentPartPr>
              <p14:xfrm>
                <a:off x="1580243" y="5235230"/>
                <a:ext cx="236880" cy="361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3442F59-8F3C-DE60-F163-31B673A27AE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571603" y="5226230"/>
                  <a:ext cx="2545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F4FF13-E7A1-FCF8-F1DC-00FB60DF09A5}"/>
                    </a:ext>
                  </a:extLst>
                </p14:cNvPr>
                <p14:cNvContentPartPr/>
                <p14:nvPr/>
              </p14:nvContentPartPr>
              <p14:xfrm>
                <a:off x="1871843" y="5594510"/>
                <a:ext cx="54000" cy="205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1F4FF13-E7A1-FCF8-F1DC-00FB60DF09A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863203" y="5585510"/>
                  <a:ext cx="716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E36EF8D-81B2-69E7-C765-6A30911C17AD}"/>
                    </a:ext>
                  </a:extLst>
                </p14:cNvPr>
                <p14:cNvContentPartPr/>
                <p14:nvPr/>
              </p14:nvContentPartPr>
              <p14:xfrm>
                <a:off x="1913243" y="5600990"/>
                <a:ext cx="89640" cy="260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E36EF8D-81B2-69E7-C765-6A30911C17A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904243" y="5592350"/>
                  <a:ext cx="1072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D2AD4D9-C426-BDB4-0176-D08BB764B302}"/>
                    </a:ext>
                  </a:extLst>
                </p14:cNvPr>
                <p14:cNvContentPartPr/>
                <p14:nvPr/>
              </p14:nvContentPartPr>
              <p14:xfrm>
                <a:off x="1842683" y="5717630"/>
                <a:ext cx="118440" cy="55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D2AD4D9-C426-BDB4-0176-D08BB764B30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834043" y="5708630"/>
                  <a:ext cx="136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2A70C56-2880-12AD-E39B-E4453AE869F9}"/>
                    </a:ext>
                  </a:extLst>
                </p14:cNvPr>
                <p14:cNvContentPartPr/>
                <p14:nvPr/>
              </p14:nvContentPartPr>
              <p14:xfrm>
                <a:off x="2055083" y="5616830"/>
                <a:ext cx="102960" cy="280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2A70C56-2880-12AD-E39B-E4453AE869F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046083" y="5607830"/>
                  <a:ext cx="1206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B6E2C85-FE6F-D35D-3B51-9A91A418A2E1}"/>
                    </a:ext>
                  </a:extLst>
                </p14:cNvPr>
                <p14:cNvContentPartPr/>
                <p14:nvPr/>
              </p14:nvContentPartPr>
              <p14:xfrm>
                <a:off x="2375123" y="5488310"/>
                <a:ext cx="85680" cy="14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B6E2C85-FE6F-D35D-3B51-9A91A418A2E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366123" y="5479310"/>
                  <a:ext cx="103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A601240-4EA5-274A-98C8-BBC5C860A849}"/>
                    </a:ext>
                  </a:extLst>
                </p14:cNvPr>
                <p14:cNvContentPartPr/>
                <p14:nvPr/>
              </p14:nvContentPartPr>
              <p14:xfrm>
                <a:off x="2317163" y="5422790"/>
                <a:ext cx="152280" cy="73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A601240-4EA5-274A-98C8-BBC5C860A84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308523" y="5413790"/>
                  <a:ext cx="16992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1641FD7-597A-9F6B-68C2-A0544F48DBC4}"/>
              </a:ext>
            </a:extLst>
          </p:cNvPr>
          <p:cNvGrpSpPr/>
          <p:nvPr/>
        </p:nvGrpSpPr>
        <p:grpSpPr>
          <a:xfrm>
            <a:off x="2772923" y="5144150"/>
            <a:ext cx="616680" cy="424800"/>
            <a:chOff x="2772923" y="5144150"/>
            <a:chExt cx="61668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A1DA14C-38E5-3555-8A71-C954680683A8}"/>
                    </a:ext>
                  </a:extLst>
                </p14:cNvPr>
                <p14:cNvContentPartPr/>
                <p14:nvPr/>
              </p14:nvContentPartPr>
              <p14:xfrm>
                <a:off x="2814323" y="5179790"/>
                <a:ext cx="40680" cy="365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A1DA14C-38E5-3555-8A71-C954680683A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805683" y="5170790"/>
                  <a:ext cx="583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A289D8F-14C2-3C64-BB16-2085DA27800D}"/>
                    </a:ext>
                  </a:extLst>
                </p14:cNvPr>
                <p14:cNvContentPartPr/>
                <p14:nvPr/>
              </p14:nvContentPartPr>
              <p14:xfrm>
                <a:off x="2772923" y="5144150"/>
                <a:ext cx="289080" cy="424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A289D8F-14C2-3C64-BB16-2085DA27800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764283" y="5135150"/>
                  <a:ext cx="30672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1B9CE41-3BE2-417A-087E-0CAC8F77499A}"/>
                    </a:ext>
                  </a:extLst>
                </p14:cNvPr>
                <p14:cNvContentPartPr/>
                <p14:nvPr/>
              </p14:nvContentPartPr>
              <p14:xfrm>
                <a:off x="3164603" y="5398670"/>
                <a:ext cx="225000" cy="15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1B9CE41-3BE2-417A-087E-0CAC8F77499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155963" y="5390030"/>
                  <a:ext cx="2426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E1B92BB-703B-BE74-E544-C3DF71ECBBD3}"/>
                    </a:ext>
                  </a:extLst>
                </p14:cNvPr>
                <p14:cNvContentPartPr/>
                <p14:nvPr/>
              </p14:nvContentPartPr>
              <p14:xfrm>
                <a:off x="3266483" y="5292470"/>
                <a:ext cx="19080" cy="273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E1B92BB-703B-BE74-E544-C3DF71ECBBD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257483" y="5283470"/>
                  <a:ext cx="36720" cy="29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69B5109-C624-8CB0-D845-DAA02B263E09}"/>
              </a:ext>
            </a:extLst>
          </p:cNvPr>
          <p:cNvGrpSpPr/>
          <p:nvPr/>
        </p:nvGrpSpPr>
        <p:grpSpPr>
          <a:xfrm>
            <a:off x="3597323" y="5008070"/>
            <a:ext cx="1518840" cy="564120"/>
            <a:chOff x="3597323" y="5008070"/>
            <a:chExt cx="1518840" cy="56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6669B54-8B47-AD3E-E5EE-86021CA2281A}"/>
                    </a:ext>
                  </a:extLst>
                </p14:cNvPr>
                <p14:cNvContentPartPr/>
                <p14:nvPr/>
              </p14:nvContentPartPr>
              <p14:xfrm>
                <a:off x="3597323" y="5048750"/>
                <a:ext cx="135000" cy="475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6669B54-8B47-AD3E-E5EE-86021CA2281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588683" y="5039750"/>
                  <a:ext cx="15264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D97ECD9-FAC8-F42A-F8A2-67BBC22ECF72}"/>
                    </a:ext>
                  </a:extLst>
                </p14:cNvPr>
                <p14:cNvContentPartPr/>
                <p14:nvPr/>
              </p14:nvContentPartPr>
              <p14:xfrm>
                <a:off x="3808643" y="5139470"/>
                <a:ext cx="184680" cy="331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D97ECD9-FAC8-F42A-F8A2-67BBC22ECF7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800003" y="5130830"/>
                  <a:ext cx="20232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88B3DAD-78FF-26CA-C675-3B8DF1E95D04}"/>
                    </a:ext>
                  </a:extLst>
                </p14:cNvPr>
                <p14:cNvContentPartPr/>
                <p14:nvPr/>
              </p14:nvContentPartPr>
              <p14:xfrm>
                <a:off x="4099883" y="5415950"/>
                <a:ext cx="40680" cy="156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88B3DAD-78FF-26CA-C675-3B8DF1E95D0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091243" y="5406950"/>
                  <a:ext cx="583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71BD19D-AA77-F875-AEB5-A5D0D36ABC56}"/>
                    </a:ext>
                  </a:extLst>
                </p14:cNvPr>
                <p14:cNvContentPartPr/>
                <p14:nvPr/>
              </p14:nvContentPartPr>
              <p14:xfrm>
                <a:off x="4256843" y="5147030"/>
                <a:ext cx="95760" cy="305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71BD19D-AA77-F875-AEB5-A5D0D36ABC5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248203" y="5138030"/>
                  <a:ext cx="1134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57386DA-15B6-EF6B-81C9-67ECB57D79ED}"/>
                    </a:ext>
                  </a:extLst>
                </p14:cNvPr>
                <p14:cNvContentPartPr/>
                <p14:nvPr/>
              </p14:nvContentPartPr>
              <p14:xfrm>
                <a:off x="4309763" y="5165030"/>
                <a:ext cx="113400" cy="299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57386DA-15B6-EF6B-81C9-67ECB57D79E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300763" y="5156030"/>
                  <a:ext cx="1310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96EB54B-1224-1094-F2BF-689E5BC30CF5}"/>
                    </a:ext>
                  </a:extLst>
                </p14:cNvPr>
                <p14:cNvContentPartPr/>
                <p14:nvPr/>
              </p14:nvContentPartPr>
              <p14:xfrm>
                <a:off x="4531883" y="5136950"/>
                <a:ext cx="160920" cy="3222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96EB54B-1224-1094-F2BF-689E5BC30CF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522883" y="5127950"/>
                  <a:ext cx="1785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D207B5-AFF5-BE43-9B17-BDBD9489B816}"/>
                    </a:ext>
                  </a:extLst>
                </p14:cNvPr>
                <p14:cNvContentPartPr/>
                <p14:nvPr/>
              </p14:nvContentPartPr>
              <p14:xfrm>
                <a:off x="4747163" y="5428190"/>
                <a:ext cx="144000" cy="137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D207B5-AFF5-BE43-9B17-BDBD9489B81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738163" y="5419190"/>
                  <a:ext cx="161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69D37EB-936C-5A49-C010-AAABE26E5177}"/>
                    </a:ext>
                  </a:extLst>
                </p14:cNvPr>
                <p14:cNvContentPartPr/>
                <p14:nvPr/>
              </p14:nvContentPartPr>
              <p14:xfrm>
                <a:off x="4970003" y="5008070"/>
                <a:ext cx="146160" cy="551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69D37EB-936C-5A49-C010-AAABE26E517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961003" y="4999070"/>
                  <a:ext cx="163800" cy="56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24B8B65-5C4B-5D5D-0C67-E6EADDF426A2}"/>
              </a:ext>
            </a:extLst>
          </p:cNvPr>
          <p:cNvGrpSpPr/>
          <p:nvPr/>
        </p:nvGrpSpPr>
        <p:grpSpPr>
          <a:xfrm>
            <a:off x="2923403" y="6025790"/>
            <a:ext cx="590760" cy="411480"/>
            <a:chOff x="2923403" y="6025790"/>
            <a:chExt cx="59076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D66307D-0D5E-E891-E28E-9440B6EDCC16}"/>
                    </a:ext>
                  </a:extLst>
                </p14:cNvPr>
                <p14:cNvContentPartPr/>
                <p14:nvPr/>
              </p14:nvContentPartPr>
              <p14:xfrm>
                <a:off x="2923403" y="6025790"/>
                <a:ext cx="255600" cy="411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D66307D-0D5E-E891-E28E-9440B6EDCC1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914763" y="6016790"/>
                  <a:ext cx="27324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BC961CC-756C-F841-62F8-BCCD31C65EE0}"/>
                    </a:ext>
                  </a:extLst>
                </p14:cNvPr>
                <p14:cNvContentPartPr/>
                <p14:nvPr/>
              </p14:nvContentPartPr>
              <p14:xfrm>
                <a:off x="3313283" y="6225950"/>
                <a:ext cx="200880" cy="3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BC961CC-756C-F841-62F8-BCCD31C65EE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304283" y="6216950"/>
                  <a:ext cx="218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BCEF051-F228-A831-27F9-FE3D72234B0C}"/>
                    </a:ext>
                  </a:extLst>
                </p14:cNvPr>
                <p14:cNvContentPartPr/>
                <p14:nvPr/>
              </p14:nvContentPartPr>
              <p14:xfrm>
                <a:off x="3336683" y="6115070"/>
                <a:ext cx="55440" cy="225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BCEF051-F228-A831-27F9-FE3D72234B0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327683" y="6106430"/>
                  <a:ext cx="7308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39F09AF-E45A-F95F-C636-1054525DA716}"/>
              </a:ext>
            </a:extLst>
          </p:cNvPr>
          <p:cNvGrpSpPr/>
          <p:nvPr/>
        </p:nvGrpSpPr>
        <p:grpSpPr>
          <a:xfrm>
            <a:off x="3876323" y="5816630"/>
            <a:ext cx="1109520" cy="955080"/>
            <a:chOff x="3876323" y="5816630"/>
            <a:chExt cx="1109520" cy="95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4DED209-4B56-D877-CAFA-9D07F217F8B8}"/>
                    </a:ext>
                  </a:extLst>
                </p14:cNvPr>
                <p14:cNvContentPartPr/>
                <p14:nvPr/>
              </p14:nvContentPartPr>
              <p14:xfrm>
                <a:off x="3912683" y="5816630"/>
                <a:ext cx="180000" cy="303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4DED209-4B56-D877-CAFA-9D07F217F8B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903683" y="5807630"/>
                  <a:ext cx="1976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DB2CF37-2A1C-374B-AD97-E8B9D90F6547}"/>
                    </a:ext>
                  </a:extLst>
                </p14:cNvPr>
                <p14:cNvContentPartPr/>
                <p14:nvPr/>
              </p14:nvContentPartPr>
              <p14:xfrm>
                <a:off x="4196723" y="5982230"/>
                <a:ext cx="8640" cy="135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DB2CF37-2A1C-374B-AD97-E8B9D90F654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187723" y="5973590"/>
                  <a:ext cx="26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33CD8EE-69BE-3249-63D4-C4178321EA67}"/>
                    </a:ext>
                  </a:extLst>
                </p14:cNvPr>
                <p14:cNvContentPartPr/>
                <p14:nvPr/>
              </p14:nvContentPartPr>
              <p14:xfrm>
                <a:off x="4348643" y="6049550"/>
                <a:ext cx="11520" cy="10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33CD8EE-69BE-3249-63D4-C4178321EA6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339643" y="6040910"/>
                  <a:ext cx="29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63E7E38-0017-B1D7-FA78-B06679037C4D}"/>
                    </a:ext>
                  </a:extLst>
                </p14:cNvPr>
                <p14:cNvContentPartPr/>
                <p14:nvPr/>
              </p14:nvContentPartPr>
              <p14:xfrm>
                <a:off x="4547003" y="5823470"/>
                <a:ext cx="125640" cy="261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63E7E38-0017-B1D7-FA78-B06679037C4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538363" y="5814830"/>
                  <a:ext cx="143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2664C82-D37C-6062-64D0-2B69960780CF}"/>
                    </a:ext>
                  </a:extLst>
                </p14:cNvPr>
                <p14:cNvContentPartPr/>
                <p14:nvPr/>
              </p14:nvContentPartPr>
              <p14:xfrm>
                <a:off x="4689923" y="6017150"/>
                <a:ext cx="159840" cy="121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2664C82-D37C-6062-64D0-2B69960780C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681283" y="6008510"/>
                  <a:ext cx="177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9EBAD48-C998-DDA1-9A1E-CE6AD448FDC3}"/>
                    </a:ext>
                  </a:extLst>
                </p14:cNvPr>
                <p14:cNvContentPartPr/>
                <p14:nvPr/>
              </p14:nvContentPartPr>
              <p14:xfrm>
                <a:off x="3876323" y="6231710"/>
                <a:ext cx="934200" cy="20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9EBAD48-C998-DDA1-9A1E-CE6AD448FDC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867683" y="6222710"/>
                  <a:ext cx="951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259BD35-D09F-983B-AD86-8227CBABAB4C}"/>
                    </a:ext>
                  </a:extLst>
                </p14:cNvPr>
                <p14:cNvContentPartPr/>
                <p14:nvPr/>
              </p14:nvContentPartPr>
              <p14:xfrm>
                <a:off x="3981803" y="6367070"/>
                <a:ext cx="29160" cy="2444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259BD35-D09F-983B-AD86-8227CBABAB4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973163" y="6358430"/>
                  <a:ext cx="468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049BCBB-D307-10DA-7BC6-BE384F8A261C}"/>
                    </a:ext>
                  </a:extLst>
                </p14:cNvPr>
                <p14:cNvContentPartPr/>
                <p14:nvPr/>
              </p14:nvContentPartPr>
              <p14:xfrm>
                <a:off x="3965603" y="6309110"/>
                <a:ext cx="193680" cy="319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049BCBB-D307-10DA-7BC6-BE384F8A261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956963" y="6300110"/>
                  <a:ext cx="2113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FB8B494-AC24-152C-8554-E29335F75A57}"/>
                    </a:ext>
                  </a:extLst>
                </p14:cNvPr>
                <p14:cNvContentPartPr/>
                <p14:nvPr/>
              </p14:nvContentPartPr>
              <p14:xfrm>
                <a:off x="4302563" y="6502790"/>
                <a:ext cx="111600" cy="15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FB8B494-AC24-152C-8554-E29335F75A5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293563" y="6493790"/>
                  <a:ext cx="129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72A66C7-A225-AED6-55AB-D9DCCAD878DB}"/>
                    </a:ext>
                  </a:extLst>
                </p14:cNvPr>
                <p14:cNvContentPartPr/>
                <p14:nvPr/>
              </p14:nvContentPartPr>
              <p14:xfrm>
                <a:off x="4339643" y="6435830"/>
                <a:ext cx="35640" cy="150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72A66C7-A225-AED6-55AB-D9DCCAD878D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31003" y="6427190"/>
                  <a:ext cx="532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BA33F27-C0A8-E44A-6B32-3197457E3F80}"/>
                    </a:ext>
                  </a:extLst>
                </p14:cNvPr>
                <p14:cNvContentPartPr/>
                <p14:nvPr/>
              </p14:nvContentPartPr>
              <p14:xfrm>
                <a:off x="4621883" y="6387590"/>
                <a:ext cx="7200" cy="209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BA33F27-C0A8-E44A-6B32-3197457E3F8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612883" y="6378590"/>
                  <a:ext cx="248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450673E-4834-FB03-042E-4E39986ABA46}"/>
                    </a:ext>
                  </a:extLst>
                </p14:cNvPr>
                <p14:cNvContentPartPr/>
                <p14:nvPr/>
              </p14:nvContentPartPr>
              <p14:xfrm>
                <a:off x="4601723" y="6344390"/>
                <a:ext cx="169200" cy="271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450673E-4834-FB03-042E-4E39986ABA4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592723" y="6335750"/>
                  <a:ext cx="1868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ACAAAEE-406F-F39B-74D3-DB93F061150E}"/>
                    </a:ext>
                  </a:extLst>
                </p14:cNvPr>
                <p14:cNvContentPartPr/>
                <p14:nvPr/>
              </p14:nvContentPartPr>
              <p14:xfrm>
                <a:off x="4814123" y="6572630"/>
                <a:ext cx="171720" cy="150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ACAAAEE-406F-F39B-74D3-DB93F061150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805483" y="6563630"/>
                  <a:ext cx="189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8CB1880-00F3-8580-74A5-C8CBFB483396}"/>
                    </a:ext>
                  </a:extLst>
                </p14:cNvPr>
                <p14:cNvContentPartPr/>
                <p14:nvPr/>
              </p14:nvContentPartPr>
              <p14:xfrm>
                <a:off x="4224083" y="6588470"/>
                <a:ext cx="12960" cy="183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8CB1880-00F3-8580-74A5-C8CBFB48339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215443" y="6579830"/>
                  <a:ext cx="3060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C8C4A13-04D4-7263-3B39-6676E0568F08}"/>
              </a:ext>
            </a:extLst>
          </p:cNvPr>
          <p:cNvGrpSpPr/>
          <p:nvPr/>
        </p:nvGrpSpPr>
        <p:grpSpPr>
          <a:xfrm>
            <a:off x="1667003" y="6070430"/>
            <a:ext cx="919440" cy="570240"/>
            <a:chOff x="1667003" y="6070430"/>
            <a:chExt cx="919440" cy="57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D7DF557-9725-40D3-F53A-A2416D8AD30A}"/>
                    </a:ext>
                  </a:extLst>
                </p14:cNvPr>
                <p14:cNvContentPartPr/>
                <p14:nvPr/>
              </p14:nvContentPartPr>
              <p14:xfrm>
                <a:off x="2437763" y="6260150"/>
                <a:ext cx="110880" cy="21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D7DF557-9725-40D3-F53A-A2416D8AD30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429123" y="6251510"/>
                  <a:ext cx="128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FEAF206-82EE-E188-B8D3-218B8355FA44}"/>
                    </a:ext>
                  </a:extLst>
                </p14:cNvPr>
                <p14:cNvContentPartPr/>
                <p14:nvPr/>
              </p14:nvContentPartPr>
              <p14:xfrm>
                <a:off x="2426603" y="6344390"/>
                <a:ext cx="159840" cy="29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FEAF206-82EE-E188-B8D3-218B8355FA4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417603" y="6335750"/>
                  <a:ext cx="177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4B26A73-8E8B-C4F5-3EEF-31D8FD9E5022}"/>
                    </a:ext>
                  </a:extLst>
                </p14:cNvPr>
                <p14:cNvContentPartPr/>
                <p14:nvPr/>
              </p14:nvContentPartPr>
              <p14:xfrm>
                <a:off x="1689323" y="6070430"/>
                <a:ext cx="32040" cy="354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4B26A73-8E8B-C4F5-3EEF-31D8FD9E502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680323" y="6061790"/>
                  <a:ext cx="496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316BF0B-D6BB-4EBC-0D80-9406C701FDAB}"/>
                    </a:ext>
                  </a:extLst>
                </p14:cNvPr>
                <p14:cNvContentPartPr/>
                <p14:nvPr/>
              </p14:nvContentPartPr>
              <p14:xfrm>
                <a:off x="1667003" y="6071150"/>
                <a:ext cx="203400" cy="393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316BF0B-D6BB-4EBC-0D80-9406C701FDA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658363" y="6062510"/>
                  <a:ext cx="22104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B6745F2-14FF-5907-2B43-5E26906B9AA2}"/>
                    </a:ext>
                  </a:extLst>
                </p14:cNvPr>
                <p14:cNvContentPartPr/>
                <p14:nvPr/>
              </p14:nvContentPartPr>
              <p14:xfrm>
                <a:off x="1953203" y="6363830"/>
                <a:ext cx="57960" cy="186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B6745F2-14FF-5907-2B43-5E26906B9AA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944563" y="6355190"/>
                  <a:ext cx="756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819F7D2-EECA-2A1A-83AB-B9A578D10C61}"/>
                    </a:ext>
                  </a:extLst>
                </p14:cNvPr>
                <p14:cNvContentPartPr/>
                <p14:nvPr/>
              </p14:nvContentPartPr>
              <p14:xfrm>
                <a:off x="1994603" y="6364910"/>
                <a:ext cx="82440" cy="196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819F7D2-EECA-2A1A-83AB-B9A578D10C6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985963" y="6355910"/>
                  <a:ext cx="100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E09346D-E579-3E2D-0B53-2DA4284745BB}"/>
                    </a:ext>
                  </a:extLst>
                </p14:cNvPr>
                <p14:cNvContentPartPr/>
                <p14:nvPr/>
              </p14:nvContentPartPr>
              <p14:xfrm>
                <a:off x="1940603" y="6467870"/>
                <a:ext cx="118440" cy="43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E09346D-E579-3E2D-0B53-2DA4284745B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931963" y="6458870"/>
                  <a:ext cx="1360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E981B48-ADF0-55DB-C3D4-12C7E1D6E7CD}"/>
                    </a:ext>
                  </a:extLst>
                </p14:cNvPr>
                <p14:cNvContentPartPr/>
                <p14:nvPr/>
              </p14:nvContentPartPr>
              <p14:xfrm>
                <a:off x="2153003" y="6359150"/>
                <a:ext cx="118440" cy="281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E981B48-ADF0-55DB-C3D4-12C7E1D6E7C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144003" y="6350150"/>
                  <a:ext cx="1360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9E0ACA0-30FA-6059-C8C9-8C80EB437C26}"/>
                    </a:ext>
                  </a:extLst>
                </p14:cNvPr>
                <p14:cNvContentPartPr/>
                <p14:nvPr/>
              </p14:nvContentPartPr>
              <p14:xfrm>
                <a:off x="2130323" y="6399830"/>
                <a:ext cx="119160" cy="138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9E0ACA0-30FA-6059-C8C9-8C80EB437C2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121323" y="6391190"/>
                  <a:ext cx="13680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C05F557-BA3C-7430-CAB5-4665E559D8B9}"/>
              </a:ext>
            </a:extLst>
          </p:cNvPr>
          <p:cNvGrpSpPr/>
          <p:nvPr/>
        </p:nvGrpSpPr>
        <p:grpSpPr>
          <a:xfrm>
            <a:off x="1448483" y="5715110"/>
            <a:ext cx="3778920" cy="1050120"/>
            <a:chOff x="1448483" y="5715110"/>
            <a:chExt cx="3778920" cy="10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BD327F2-1BED-B7A1-87C8-9E9FE1FD57F4}"/>
                    </a:ext>
                  </a:extLst>
                </p14:cNvPr>
                <p14:cNvContentPartPr/>
                <p14:nvPr/>
              </p14:nvContentPartPr>
              <p14:xfrm>
                <a:off x="1448483" y="5924990"/>
                <a:ext cx="2425680" cy="840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BD327F2-1BED-B7A1-87C8-9E9FE1FD57F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439843" y="5916350"/>
                  <a:ext cx="2443320" cy="8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EF6797E-3489-36D4-D40B-8B60FA113523}"/>
                    </a:ext>
                  </a:extLst>
                </p14:cNvPr>
                <p14:cNvContentPartPr/>
                <p14:nvPr/>
              </p14:nvContentPartPr>
              <p14:xfrm>
                <a:off x="3885323" y="6656510"/>
                <a:ext cx="25560" cy="5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EF6797E-3489-36D4-D40B-8B60FA11352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876323" y="6647510"/>
                  <a:ext cx="43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0855B9E-DA81-7115-C746-09E9DA70DC0D}"/>
                    </a:ext>
                  </a:extLst>
                </p14:cNvPr>
                <p14:cNvContentPartPr/>
                <p14:nvPr/>
              </p14:nvContentPartPr>
              <p14:xfrm>
                <a:off x="2196923" y="5715110"/>
                <a:ext cx="3030480" cy="886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0855B9E-DA81-7115-C746-09E9DA70DC0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188283" y="5706110"/>
                  <a:ext cx="3048120" cy="90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EC2F3C5-4397-66A9-9557-F7D60AAC2D51}"/>
                  </a:ext>
                </a:extLst>
              </p14:cNvPr>
              <p14:cNvContentPartPr/>
              <p14:nvPr/>
            </p14:nvContentPartPr>
            <p14:xfrm>
              <a:off x="1440923" y="5933630"/>
              <a:ext cx="308880" cy="406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EC2F3C5-4397-66A9-9557-F7D60AAC2D51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432283" y="5924630"/>
                <a:ext cx="32652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A23BFBD-8107-2967-DDB0-B885BFE5C772}"/>
              </a:ext>
            </a:extLst>
          </p:cNvPr>
          <p:cNvGrpSpPr/>
          <p:nvPr/>
        </p:nvGrpSpPr>
        <p:grpSpPr>
          <a:xfrm>
            <a:off x="5270603" y="-4930"/>
            <a:ext cx="156960" cy="6866342"/>
            <a:chOff x="5270603" y="-4930"/>
            <a:chExt cx="156960" cy="686634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40230C2-4D5F-3BFA-27C6-9D70BA27B9E7}"/>
                    </a:ext>
                  </a:extLst>
                </p14:cNvPr>
                <p14:cNvContentPartPr/>
                <p14:nvPr/>
              </p14:nvContentPartPr>
              <p14:xfrm>
                <a:off x="5270603" y="-4930"/>
                <a:ext cx="106560" cy="4764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40230C2-4D5F-3BFA-27C6-9D70BA27B9E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252963" y="-22930"/>
                  <a:ext cx="142200" cy="48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BB9187D-6AE9-996C-C333-91BE30AD086F}"/>
                    </a:ext>
                  </a:extLst>
                </p14:cNvPr>
                <p14:cNvContentPartPr/>
                <p14:nvPr/>
              </p14:nvContentPartPr>
              <p14:xfrm>
                <a:off x="5276363" y="4684492"/>
                <a:ext cx="151200" cy="2176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BB9187D-6AE9-996C-C333-91BE30AD086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258363" y="4666492"/>
                  <a:ext cx="186840" cy="221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BBF4214-C735-DFE5-F78E-B0BBEEC1917E}"/>
              </a:ext>
            </a:extLst>
          </p:cNvPr>
          <p:cNvGrpSpPr/>
          <p:nvPr/>
        </p:nvGrpSpPr>
        <p:grpSpPr>
          <a:xfrm>
            <a:off x="5378603" y="180532"/>
            <a:ext cx="351360" cy="490320"/>
            <a:chOff x="5378603" y="180532"/>
            <a:chExt cx="351360" cy="49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81195DD-DFFC-3364-DDBC-1901B9C12ED8}"/>
                    </a:ext>
                  </a:extLst>
                </p14:cNvPr>
                <p14:cNvContentPartPr/>
                <p14:nvPr/>
              </p14:nvContentPartPr>
              <p14:xfrm>
                <a:off x="5518643" y="273772"/>
                <a:ext cx="41760" cy="213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81195DD-DFFC-3364-DDBC-1901B9C12ED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509643" y="264772"/>
                  <a:ext cx="59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88F3F2D-08B2-0011-14F6-DEE5E9BEC92C}"/>
                    </a:ext>
                  </a:extLst>
                </p14:cNvPr>
                <p14:cNvContentPartPr/>
                <p14:nvPr/>
              </p14:nvContentPartPr>
              <p14:xfrm>
                <a:off x="5378603" y="180532"/>
                <a:ext cx="351360" cy="490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88F3F2D-08B2-0011-14F6-DEE5E9BEC92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369963" y="171892"/>
                  <a:ext cx="369000" cy="50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144C199-BDF0-E2B6-957B-D65EAB376137}"/>
              </a:ext>
            </a:extLst>
          </p:cNvPr>
          <p:cNvGrpSpPr/>
          <p:nvPr/>
        </p:nvGrpSpPr>
        <p:grpSpPr>
          <a:xfrm>
            <a:off x="6181403" y="359452"/>
            <a:ext cx="484920" cy="466920"/>
            <a:chOff x="6181403" y="359452"/>
            <a:chExt cx="484920" cy="46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4DBD802-0CFF-708A-F016-A313F795C4A0}"/>
                    </a:ext>
                  </a:extLst>
                </p14:cNvPr>
                <p14:cNvContentPartPr/>
                <p14:nvPr/>
              </p14:nvContentPartPr>
              <p14:xfrm>
                <a:off x="6261683" y="360532"/>
                <a:ext cx="1440" cy="453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4DBD802-0CFF-708A-F016-A313F795C4A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253043" y="351532"/>
                  <a:ext cx="1908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C92FCAC-17FF-CF4C-7FB7-275FA1C05B8C}"/>
                    </a:ext>
                  </a:extLst>
                </p14:cNvPr>
                <p14:cNvContentPartPr/>
                <p14:nvPr/>
              </p14:nvContentPartPr>
              <p14:xfrm>
                <a:off x="6181403" y="792892"/>
                <a:ext cx="93240" cy="334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C92FCAC-17FF-CF4C-7FB7-275FA1C05B8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172403" y="783892"/>
                  <a:ext cx="1108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31AF5BA-B4E2-F798-5373-E6A2436087A2}"/>
                    </a:ext>
                  </a:extLst>
                </p14:cNvPr>
                <p14:cNvContentPartPr/>
                <p14:nvPr/>
              </p14:nvContentPartPr>
              <p14:xfrm>
                <a:off x="6256643" y="368452"/>
                <a:ext cx="10800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31AF5BA-B4E2-F798-5373-E6A2436087A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248003" y="359812"/>
                  <a:ext cx="125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B08F3C8-8E33-65F7-516E-B34222BDDF34}"/>
                    </a:ext>
                  </a:extLst>
                </p14:cNvPr>
                <p14:cNvContentPartPr/>
                <p14:nvPr/>
              </p14:nvContentPartPr>
              <p14:xfrm>
                <a:off x="6585683" y="646372"/>
                <a:ext cx="78120" cy="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B08F3C8-8E33-65F7-516E-B34222BDDF3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576683" y="637732"/>
                  <a:ext cx="95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EEEF8A8-919C-B3DD-FC2F-EF7C2D06C117}"/>
                    </a:ext>
                  </a:extLst>
                </p14:cNvPr>
                <p14:cNvContentPartPr/>
                <p14:nvPr/>
              </p14:nvContentPartPr>
              <p14:xfrm>
                <a:off x="6585683" y="646372"/>
                <a:ext cx="36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EEEF8A8-919C-B3DD-FC2F-EF7C2D06C11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576683" y="63773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4085072-1535-569B-7023-C7214F6BB767}"/>
                    </a:ext>
                  </a:extLst>
                </p14:cNvPr>
                <p14:cNvContentPartPr/>
                <p14:nvPr/>
              </p14:nvContentPartPr>
              <p14:xfrm>
                <a:off x="6554363" y="646372"/>
                <a:ext cx="111960" cy="89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4085072-1535-569B-7023-C7214F6BB76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545363" y="637732"/>
                  <a:ext cx="129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B11DCC3-46BF-2816-6386-B0FC22409BD2}"/>
                    </a:ext>
                  </a:extLst>
                </p14:cNvPr>
                <p14:cNvContentPartPr/>
                <p14:nvPr/>
              </p14:nvContentPartPr>
              <p14:xfrm>
                <a:off x="6199763" y="359452"/>
                <a:ext cx="110160" cy="18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B11DCC3-46BF-2816-6386-B0FC22409BD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191123" y="350812"/>
                  <a:ext cx="12780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A15799C9-B8FF-B417-7FB5-7D42AA645CBD}"/>
              </a:ext>
            </a:extLst>
          </p:cNvPr>
          <p:cNvGrpSpPr/>
          <p:nvPr/>
        </p:nvGrpSpPr>
        <p:grpSpPr>
          <a:xfrm>
            <a:off x="6912203" y="127972"/>
            <a:ext cx="823680" cy="1381320"/>
            <a:chOff x="6912203" y="127972"/>
            <a:chExt cx="823680" cy="138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0322BB8-A526-16E6-0B00-AE8810412B5F}"/>
                    </a:ext>
                  </a:extLst>
                </p14:cNvPr>
                <p14:cNvContentPartPr/>
                <p14:nvPr/>
              </p14:nvContentPartPr>
              <p14:xfrm>
                <a:off x="7109123" y="127972"/>
                <a:ext cx="294120" cy="373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0322BB8-A526-16E6-0B00-AE8810412B5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100123" y="118972"/>
                  <a:ext cx="31176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09166EF-9CD0-BA85-17E5-E9E4E75F1C60}"/>
                    </a:ext>
                  </a:extLst>
                </p14:cNvPr>
                <p14:cNvContentPartPr/>
                <p14:nvPr/>
              </p14:nvContentPartPr>
              <p14:xfrm>
                <a:off x="6912203" y="670132"/>
                <a:ext cx="723600" cy="19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09166EF-9CD0-BA85-17E5-E9E4E75F1C6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903203" y="661492"/>
                  <a:ext cx="741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2E995B7-A438-A700-19F1-756F3C98AC82}"/>
                    </a:ext>
                  </a:extLst>
                </p14:cNvPr>
                <p14:cNvContentPartPr/>
                <p14:nvPr/>
              </p14:nvContentPartPr>
              <p14:xfrm>
                <a:off x="7066283" y="871372"/>
                <a:ext cx="18000" cy="415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2E995B7-A438-A700-19F1-756F3C98AC8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057643" y="862372"/>
                  <a:ext cx="3564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18CD088-1357-89B7-2AB3-4C2FF9BA5356}"/>
                    </a:ext>
                  </a:extLst>
                </p14:cNvPr>
                <p14:cNvContentPartPr/>
                <p14:nvPr/>
              </p14:nvContentPartPr>
              <p14:xfrm>
                <a:off x="7043963" y="868852"/>
                <a:ext cx="195480" cy="5032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18CD088-1357-89B7-2AB3-4C2FF9BA535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034963" y="860212"/>
                  <a:ext cx="21312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8230B4E-AA60-19CF-CF13-5F289D7C484B}"/>
                    </a:ext>
                  </a:extLst>
                </p14:cNvPr>
                <p14:cNvContentPartPr/>
                <p14:nvPr/>
              </p14:nvContentPartPr>
              <p14:xfrm>
                <a:off x="7358963" y="1136692"/>
                <a:ext cx="8640" cy="315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8230B4E-AA60-19CF-CF13-5F289D7C484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349963" y="1128052"/>
                  <a:ext cx="262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8137535-5A50-CE9D-320D-C506E20DE67F}"/>
                    </a:ext>
                  </a:extLst>
                </p14:cNvPr>
                <p14:cNvContentPartPr/>
                <p14:nvPr/>
              </p14:nvContentPartPr>
              <p14:xfrm>
                <a:off x="7294883" y="1294732"/>
                <a:ext cx="224640" cy="174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8137535-5A50-CE9D-320D-C506E20DE67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286243" y="1286092"/>
                  <a:ext cx="242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24400CD-14D4-CB02-13EE-E04525870765}"/>
                    </a:ext>
                  </a:extLst>
                </p14:cNvPr>
                <p14:cNvContentPartPr/>
                <p14:nvPr/>
              </p14:nvContentPartPr>
              <p14:xfrm>
                <a:off x="7616363" y="1132372"/>
                <a:ext cx="24120" cy="376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24400CD-14D4-CB02-13EE-E0452587076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607363" y="1123372"/>
                  <a:ext cx="417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E3F255F-3C25-EB00-9DDA-FC2FD9E3E30A}"/>
                    </a:ext>
                  </a:extLst>
                </p14:cNvPr>
                <p14:cNvContentPartPr/>
                <p14:nvPr/>
              </p14:nvContentPartPr>
              <p14:xfrm>
                <a:off x="7562363" y="1296172"/>
                <a:ext cx="173520" cy="18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E3F255F-3C25-EB00-9DDA-FC2FD9E3E30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553363" y="1287172"/>
                  <a:ext cx="1911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1C0E145-20FB-B07A-DA74-52579AB9BB71}"/>
                  </a:ext>
                </a:extLst>
              </p14:cNvPr>
              <p14:cNvContentPartPr/>
              <p14:nvPr/>
            </p14:nvContentPartPr>
            <p14:xfrm>
              <a:off x="8005523" y="1470052"/>
              <a:ext cx="1440" cy="298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1C0E145-20FB-B07A-DA74-52579AB9BB71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7996523" y="1461412"/>
                <a:ext cx="1908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784C4C0C-2257-BC69-6101-55BE93B03E0A}"/>
              </a:ext>
            </a:extLst>
          </p:cNvPr>
          <p:cNvGrpSpPr/>
          <p:nvPr/>
        </p:nvGrpSpPr>
        <p:grpSpPr>
          <a:xfrm>
            <a:off x="5416763" y="2096452"/>
            <a:ext cx="531720" cy="693720"/>
            <a:chOff x="5416763" y="2096452"/>
            <a:chExt cx="531720" cy="69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AB6ADED-B4DF-B13F-28F0-36F789B663E0}"/>
                    </a:ext>
                  </a:extLst>
                </p14:cNvPr>
                <p14:cNvContentPartPr/>
                <p14:nvPr/>
              </p14:nvContentPartPr>
              <p14:xfrm>
                <a:off x="5614043" y="2272132"/>
                <a:ext cx="178560" cy="2707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AB6ADED-B4DF-B13F-28F0-36F789B663E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605043" y="2263492"/>
                  <a:ext cx="1962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9880AFF-01FF-C7FE-1B89-BFECF497680A}"/>
                    </a:ext>
                  </a:extLst>
                </p14:cNvPr>
                <p14:cNvContentPartPr/>
                <p14:nvPr/>
              </p14:nvContentPartPr>
              <p14:xfrm>
                <a:off x="5416763" y="2096452"/>
                <a:ext cx="531720" cy="693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9880AFF-01FF-C7FE-1B89-BFECF497680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407763" y="2087812"/>
                  <a:ext cx="549360" cy="71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B02630B-6B76-D10D-2C2A-C1197987A4F0}"/>
              </a:ext>
            </a:extLst>
          </p:cNvPr>
          <p:cNvGrpSpPr/>
          <p:nvPr/>
        </p:nvGrpSpPr>
        <p:grpSpPr>
          <a:xfrm>
            <a:off x="6326843" y="2214532"/>
            <a:ext cx="338400" cy="673920"/>
            <a:chOff x="6326843" y="2214532"/>
            <a:chExt cx="338400" cy="67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A7D2E00-173C-BF55-4F3B-D986D431E58D}"/>
                    </a:ext>
                  </a:extLst>
                </p14:cNvPr>
                <p14:cNvContentPartPr/>
                <p14:nvPr/>
              </p14:nvContentPartPr>
              <p14:xfrm>
                <a:off x="6395963" y="2214532"/>
                <a:ext cx="68400" cy="399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A7D2E00-173C-BF55-4F3B-D986D431E58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386963" y="2205892"/>
                  <a:ext cx="860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48E535D-9A9F-6252-8A31-C1518D120BD1}"/>
                    </a:ext>
                  </a:extLst>
                </p14:cNvPr>
                <p14:cNvContentPartPr/>
                <p14:nvPr/>
              </p14:nvContentPartPr>
              <p14:xfrm>
                <a:off x="6340523" y="2610172"/>
                <a:ext cx="186480" cy="44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48E535D-9A9F-6252-8A31-C1518D120BD1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331883" y="2601172"/>
                  <a:ext cx="204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06CB9CE-13AB-D09C-1A26-3541EB810604}"/>
                    </a:ext>
                  </a:extLst>
                </p14:cNvPr>
                <p14:cNvContentPartPr/>
                <p14:nvPr/>
              </p14:nvContentPartPr>
              <p14:xfrm>
                <a:off x="6326843" y="2223532"/>
                <a:ext cx="171000" cy="20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06CB9CE-13AB-D09C-1A26-3541EB81060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318203" y="2214892"/>
                  <a:ext cx="188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97F3D83-358E-B67D-E487-978E64DFFF29}"/>
                    </a:ext>
                  </a:extLst>
                </p14:cNvPr>
                <p14:cNvContentPartPr/>
                <p14:nvPr/>
              </p14:nvContentPartPr>
              <p14:xfrm>
                <a:off x="6643283" y="2618092"/>
                <a:ext cx="21960" cy="270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97F3D83-358E-B67D-E487-978E64DFFF2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634643" y="2609092"/>
                  <a:ext cx="39600" cy="28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1FE50D8-C7E4-CEC0-5E1F-EFE487FCCE9A}"/>
              </a:ext>
            </a:extLst>
          </p:cNvPr>
          <p:cNvGrpSpPr/>
          <p:nvPr/>
        </p:nvGrpSpPr>
        <p:grpSpPr>
          <a:xfrm>
            <a:off x="6995003" y="2435932"/>
            <a:ext cx="106920" cy="106920"/>
            <a:chOff x="6995003" y="2435932"/>
            <a:chExt cx="106920" cy="10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9EA484A-72CF-A85C-027E-D357CB5AC501}"/>
                    </a:ext>
                  </a:extLst>
                </p14:cNvPr>
                <p14:cNvContentPartPr/>
                <p14:nvPr/>
              </p14:nvContentPartPr>
              <p14:xfrm>
                <a:off x="6995003" y="2511892"/>
                <a:ext cx="103680" cy="30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9EA484A-72CF-A85C-027E-D357CB5AC50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986003" y="2502892"/>
                  <a:ext cx="1213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ABAD524-D8E3-9F32-5F7B-EB940E4857ED}"/>
                    </a:ext>
                  </a:extLst>
                </p14:cNvPr>
                <p14:cNvContentPartPr/>
                <p14:nvPr/>
              </p14:nvContentPartPr>
              <p14:xfrm>
                <a:off x="6995003" y="2435932"/>
                <a:ext cx="106920" cy="1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ABAD524-D8E3-9F32-5F7B-EB940E4857E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986003" y="2426932"/>
                  <a:ext cx="12456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EA12A30-47F4-6277-A296-34CD1CF95698}"/>
              </a:ext>
            </a:extLst>
          </p:cNvPr>
          <p:cNvGrpSpPr/>
          <p:nvPr/>
        </p:nvGrpSpPr>
        <p:grpSpPr>
          <a:xfrm>
            <a:off x="7433843" y="1835452"/>
            <a:ext cx="1164240" cy="627480"/>
            <a:chOff x="7433843" y="1835452"/>
            <a:chExt cx="1164240" cy="62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1D8C039-02D0-9204-51CC-D25063AE4D89}"/>
                    </a:ext>
                  </a:extLst>
                </p14:cNvPr>
                <p14:cNvContentPartPr/>
                <p14:nvPr/>
              </p14:nvContentPartPr>
              <p14:xfrm>
                <a:off x="7848563" y="1868932"/>
                <a:ext cx="31680" cy="329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1D8C039-02D0-9204-51CC-D25063AE4D8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839563" y="1860292"/>
                  <a:ext cx="493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932F517-891C-732D-C774-1E80CA99950A}"/>
                    </a:ext>
                  </a:extLst>
                </p14:cNvPr>
                <p14:cNvContentPartPr/>
                <p14:nvPr/>
              </p14:nvContentPartPr>
              <p14:xfrm>
                <a:off x="7843163" y="1835452"/>
                <a:ext cx="171000" cy="3960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932F517-891C-732D-C774-1E80CA99950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834523" y="1826452"/>
                  <a:ext cx="18864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65C132E-D8A2-7A56-7643-6FA16462B823}"/>
                    </a:ext>
                  </a:extLst>
                </p14:cNvPr>
                <p14:cNvContentPartPr/>
                <p14:nvPr/>
              </p14:nvContentPartPr>
              <p14:xfrm>
                <a:off x="8059523" y="2133172"/>
                <a:ext cx="153360" cy="179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65C132E-D8A2-7A56-7643-6FA16462B82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050523" y="2124172"/>
                  <a:ext cx="1710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53342EA-A12C-66F1-6220-76A016529153}"/>
                    </a:ext>
                  </a:extLst>
                </p14:cNvPr>
                <p14:cNvContentPartPr/>
                <p14:nvPr/>
              </p14:nvContentPartPr>
              <p14:xfrm>
                <a:off x="7433843" y="2434852"/>
                <a:ext cx="1164240" cy="28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53342EA-A12C-66F1-6220-76A01652915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424843" y="2426212"/>
                  <a:ext cx="118188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20F3C329-82CD-338D-A544-DD2A1F6F080E}"/>
              </a:ext>
            </a:extLst>
          </p:cNvPr>
          <p:cNvGrpSpPr/>
          <p:nvPr/>
        </p:nvGrpSpPr>
        <p:grpSpPr>
          <a:xfrm>
            <a:off x="7439243" y="2597212"/>
            <a:ext cx="1191240" cy="509040"/>
            <a:chOff x="7439243" y="2597212"/>
            <a:chExt cx="1191240" cy="50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DEB2EA8-5D3C-C87C-6410-DE8940F996D0}"/>
                    </a:ext>
                  </a:extLst>
                </p14:cNvPr>
                <p14:cNvContentPartPr/>
                <p14:nvPr/>
              </p14:nvContentPartPr>
              <p14:xfrm>
                <a:off x="7477763" y="2667412"/>
                <a:ext cx="9720" cy="372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DEB2EA8-5D3C-C87C-6410-DE8940F996D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469123" y="2658412"/>
                  <a:ext cx="273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7C44E1A-352D-7BE0-8039-A35C52CB59AD}"/>
                    </a:ext>
                  </a:extLst>
                </p14:cNvPr>
                <p14:cNvContentPartPr/>
                <p14:nvPr/>
              </p14:nvContentPartPr>
              <p14:xfrm>
                <a:off x="7439243" y="2645812"/>
                <a:ext cx="219960" cy="417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7C44E1A-352D-7BE0-8039-A35C52CB59A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430603" y="2637172"/>
                  <a:ext cx="2376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AC9D903-01D8-699D-2E3B-C45AA4084618}"/>
                    </a:ext>
                  </a:extLst>
                </p14:cNvPr>
                <p14:cNvContentPartPr/>
                <p14:nvPr/>
              </p14:nvContentPartPr>
              <p14:xfrm>
                <a:off x="7735523" y="2976292"/>
                <a:ext cx="50400" cy="1299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AC9D903-01D8-699D-2E3B-C45AA408461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726883" y="2967292"/>
                  <a:ext cx="68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1063C30-5D76-E0E2-5675-5F4776DDDBD8}"/>
                    </a:ext>
                  </a:extLst>
                </p14:cNvPr>
                <p14:cNvContentPartPr/>
                <p14:nvPr/>
              </p14:nvContentPartPr>
              <p14:xfrm>
                <a:off x="7901123" y="2788732"/>
                <a:ext cx="195120" cy="104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1063C30-5D76-E0E2-5675-5F4776DDDBD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892483" y="2779732"/>
                  <a:ext cx="212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F9F7CCF-6ED8-07E7-2F4E-6388E0308E13}"/>
                    </a:ext>
                  </a:extLst>
                </p14:cNvPr>
                <p14:cNvContentPartPr/>
                <p14:nvPr/>
              </p14:nvContentPartPr>
              <p14:xfrm>
                <a:off x="7991483" y="2691532"/>
                <a:ext cx="48240" cy="255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F9F7CCF-6ED8-07E7-2F4E-6388E0308E1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982843" y="2682532"/>
                  <a:ext cx="658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45DD9A3-32FF-6460-9316-CD3726EABC9C}"/>
                    </a:ext>
                  </a:extLst>
                </p14:cNvPr>
                <p14:cNvContentPartPr/>
                <p14:nvPr/>
              </p14:nvContentPartPr>
              <p14:xfrm>
                <a:off x="8252843" y="2597212"/>
                <a:ext cx="166320" cy="375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45DD9A3-32FF-6460-9316-CD3726EABC9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243843" y="2588572"/>
                  <a:ext cx="1839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CB50A9C-F147-450F-DFFC-AAB1BAAB3C05}"/>
                    </a:ext>
                  </a:extLst>
                </p14:cNvPr>
                <p14:cNvContentPartPr/>
                <p14:nvPr/>
              </p14:nvContentPartPr>
              <p14:xfrm>
                <a:off x="8482163" y="2896732"/>
                <a:ext cx="148320" cy="2005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CB50A9C-F147-450F-DFFC-AAB1BAAB3C0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473523" y="2887732"/>
                  <a:ext cx="16596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E84FDE9-BD8A-09D6-6A09-DBED18EE85A4}"/>
              </a:ext>
            </a:extLst>
          </p:cNvPr>
          <p:cNvGrpSpPr/>
          <p:nvPr/>
        </p:nvGrpSpPr>
        <p:grpSpPr>
          <a:xfrm>
            <a:off x="2117723" y="733852"/>
            <a:ext cx="383400" cy="173160"/>
            <a:chOff x="2117723" y="733852"/>
            <a:chExt cx="38340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C884940-CE44-EFA0-C684-CF5C303903E8}"/>
                    </a:ext>
                  </a:extLst>
                </p14:cNvPr>
                <p14:cNvContentPartPr/>
                <p14:nvPr/>
              </p14:nvContentPartPr>
              <p14:xfrm>
                <a:off x="2117723" y="780652"/>
                <a:ext cx="357840" cy="244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C884940-CE44-EFA0-C684-CF5C303903E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108723" y="771652"/>
                  <a:ext cx="375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81BF2A8-0865-CE1C-7C36-143A4F61FAEC}"/>
                    </a:ext>
                  </a:extLst>
                </p14:cNvPr>
                <p14:cNvContentPartPr/>
                <p14:nvPr/>
              </p14:nvContentPartPr>
              <p14:xfrm>
                <a:off x="2392043" y="733852"/>
                <a:ext cx="109080" cy="1731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81BF2A8-0865-CE1C-7C36-143A4F61FAE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383043" y="724852"/>
                  <a:ext cx="12672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41D7301-761C-BD4A-C39C-D9D839F1571F}"/>
              </a:ext>
            </a:extLst>
          </p:cNvPr>
          <p:cNvGrpSpPr/>
          <p:nvPr/>
        </p:nvGrpSpPr>
        <p:grpSpPr>
          <a:xfrm>
            <a:off x="2166683" y="357292"/>
            <a:ext cx="168480" cy="252000"/>
            <a:chOff x="2166683" y="357292"/>
            <a:chExt cx="168480" cy="25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01C59F5-EB87-8750-328E-1DB798C4B09F}"/>
                    </a:ext>
                  </a:extLst>
                </p14:cNvPr>
                <p14:cNvContentPartPr/>
                <p14:nvPr/>
              </p14:nvContentPartPr>
              <p14:xfrm>
                <a:off x="2219243" y="382492"/>
                <a:ext cx="40320" cy="215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01C59F5-EB87-8750-328E-1DB798C4B09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210603" y="373852"/>
                  <a:ext cx="57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8875460-2088-CC3C-9E42-59B0DEA46BA1}"/>
                    </a:ext>
                  </a:extLst>
                </p14:cNvPr>
                <p14:cNvContentPartPr/>
                <p14:nvPr/>
              </p14:nvContentPartPr>
              <p14:xfrm>
                <a:off x="2213123" y="602092"/>
                <a:ext cx="80640" cy="72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8875460-2088-CC3C-9E42-59B0DEA46BA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204123" y="593452"/>
                  <a:ext cx="98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C3CCD12-6072-61A3-C072-CDE887FA2E7D}"/>
                    </a:ext>
                  </a:extLst>
                </p14:cNvPr>
                <p14:cNvContentPartPr/>
                <p14:nvPr/>
              </p14:nvContentPartPr>
              <p14:xfrm>
                <a:off x="2166683" y="357292"/>
                <a:ext cx="168480" cy="32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C3CCD12-6072-61A3-C072-CDE887FA2E7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157683" y="348292"/>
                  <a:ext cx="1861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5CE7A91B-7207-4E08-66BE-DEAE289A75CD}"/>
              </a:ext>
            </a:extLst>
          </p:cNvPr>
          <p:cNvGrpSpPr/>
          <p:nvPr/>
        </p:nvGrpSpPr>
        <p:grpSpPr>
          <a:xfrm>
            <a:off x="8670803" y="2080252"/>
            <a:ext cx="479880" cy="506520"/>
            <a:chOff x="8670803" y="2080252"/>
            <a:chExt cx="479880" cy="50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0FDBF87-429D-D7E6-99C7-A796B8B9EE9B}"/>
                    </a:ext>
                  </a:extLst>
                </p14:cNvPr>
                <p14:cNvContentPartPr/>
                <p14:nvPr/>
              </p14:nvContentPartPr>
              <p14:xfrm>
                <a:off x="8718683" y="2413612"/>
                <a:ext cx="83520" cy="914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0FDBF87-429D-D7E6-99C7-A796B8B9EE9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709683" y="2404612"/>
                  <a:ext cx="1011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CD30EEB-B0C0-2882-54B7-AB005BF9628E}"/>
                    </a:ext>
                  </a:extLst>
                </p14:cNvPr>
                <p14:cNvContentPartPr/>
                <p14:nvPr/>
              </p14:nvContentPartPr>
              <p14:xfrm>
                <a:off x="8688443" y="2384092"/>
                <a:ext cx="92160" cy="1296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CD30EEB-B0C0-2882-54B7-AB005BF9628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679443" y="2375452"/>
                  <a:ext cx="109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8646C44-090F-2EEC-F9EC-69C2E9B68FC9}"/>
                    </a:ext>
                  </a:extLst>
                </p14:cNvPr>
                <p14:cNvContentPartPr/>
                <p14:nvPr/>
              </p14:nvContentPartPr>
              <p14:xfrm>
                <a:off x="8670803" y="2386252"/>
                <a:ext cx="123480" cy="92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8646C44-090F-2EEC-F9EC-69C2E9B68FC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662163" y="2377612"/>
                  <a:ext cx="141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DC27E04-59A7-9970-BC31-1E96FD741513}"/>
                    </a:ext>
                  </a:extLst>
                </p14:cNvPr>
                <p14:cNvContentPartPr/>
                <p14:nvPr/>
              </p14:nvContentPartPr>
              <p14:xfrm>
                <a:off x="9061043" y="2149372"/>
                <a:ext cx="13320" cy="4190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DC27E04-59A7-9970-BC31-1E96FD74151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052403" y="2140732"/>
                  <a:ext cx="3096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D290721-9B47-196A-B002-D17C2723A61B}"/>
                    </a:ext>
                  </a:extLst>
                </p14:cNvPr>
                <p14:cNvContentPartPr/>
                <p14:nvPr/>
              </p14:nvContentPartPr>
              <p14:xfrm>
                <a:off x="8975003" y="2520892"/>
                <a:ext cx="144000" cy="658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D290721-9B47-196A-B002-D17C2723A61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966363" y="2511892"/>
                  <a:ext cx="161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9F31AB2-ABF3-450B-E39C-6E18BCD63292}"/>
                    </a:ext>
                  </a:extLst>
                </p14:cNvPr>
                <p14:cNvContentPartPr/>
                <p14:nvPr/>
              </p14:nvContentPartPr>
              <p14:xfrm>
                <a:off x="9004523" y="2080252"/>
                <a:ext cx="146160" cy="18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9F31AB2-ABF3-450B-E39C-6E18BCD63292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995883" y="2071252"/>
                  <a:ext cx="16380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0ADB8BA6-1B34-317D-55DF-C5C1924D41A1}"/>
                  </a:ext>
                </a:extLst>
              </p14:cNvPr>
              <p14:cNvContentPartPr/>
              <p14:nvPr/>
            </p14:nvContentPartPr>
            <p14:xfrm>
              <a:off x="9381443" y="2672092"/>
              <a:ext cx="10440" cy="1620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0ADB8BA6-1B34-317D-55DF-C5C1924D41A1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9372443" y="2663452"/>
                <a:ext cx="2808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7A567138-C489-F0C4-1611-4E3CF1D281CF}"/>
              </a:ext>
            </a:extLst>
          </p:cNvPr>
          <p:cNvGrpSpPr/>
          <p:nvPr/>
        </p:nvGrpSpPr>
        <p:grpSpPr>
          <a:xfrm>
            <a:off x="6413603" y="3513772"/>
            <a:ext cx="2276280" cy="1262520"/>
            <a:chOff x="6413603" y="3513772"/>
            <a:chExt cx="2276280" cy="12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3A04D9F-DEC4-E0C3-0DDD-7E67A7EE658A}"/>
                    </a:ext>
                  </a:extLst>
                </p14:cNvPr>
                <p14:cNvContentPartPr/>
                <p14:nvPr/>
              </p14:nvContentPartPr>
              <p14:xfrm>
                <a:off x="6507563" y="3945412"/>
                <a:ext cx="39600" cy="3697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3A04D9F-DEC4-E0C3-0DDD-7E67A7EE658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498923" y="3936772"/>
                  <a:ext cx="572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912EDBF-EFA5-BF4B-1B64-725A364B7517}"/>
                    </a:ext>
                  </a:extLst>
                </p14:cNvPr>
                <p14:cNvContentPartPr/>
                <p14:nvPr/>
              </p14:nvContentPartPr>
              <p14:xfrm>
                <a:off x="6439883" y="4341052"/>
                <a:ext cx="139320" cy="489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912EDBF-EFA5-BF4B-1B64-725A364B751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431243" y="4332052"/>
                  <a:ext cx="1569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65FC0D3-5076-A183-0471-4B82D2701511}"/>
                    </a:ext>
                  </a:extLst>
                </p14:cNvPr>
                <p14:cNvContentPartPr/>
                <p14:nvPr/>
              </p14:nvContentPartPr>
              <p14:xfrm>
                <a:off x="6413603" y="3921652"/>
                <a:ext cx="183600" cy="34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65FC0D3-5076-A183-0471-4B82D270151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404963" y="3913012"/>
                  <a:ext cx="201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6C169FE-D39D-1259-E7C2-BF2C4507F94D}"/>
                    </a:ext>
                  </a:extLst>
                </p14:cNvPr>
                <p14:cNvContentPartPr/>
                <p14:nvPr/>
              </p14:nvContentPartPr>
              <p14:xfrm>
                <a:off x="6650483" y="4347172"/>
                <a:ext cx="158760" cy="2214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6C169FE-D39D-1259-E7C2-BF2C4507F94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641843" y="4338172"/>
                  <a:ext cx="176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8F76FD5-8EB4-61A3-82A3-8019CCC12575}"/>
                    </a:ext>
                  </a:extLst>
                </p14:cNvPr>
                <p14:cNvContentPartPr/>
                <p14:nvPr/>
              </p14:nvContentPartPr>
              <p14:xfrm>
                <a:off x="7723643" y="3513772"/>
                <a:ext cx="244440" cy="385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8F76FD5-8EB4-61A3-82A3-8019CCC1257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715003" y="3505132"/>
                  <a:ext cx="2620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B82FAE5-8602-B567-90EF-F507685647E7}"/>
                    </a:ext>
                  </a:extLst>
                </p14:cNvPr>
                <p14:cNvContentPartPr/>
                <p14:nvPr/>
              </p14:nvContentPartPr>
              <p14:xfrm>
                <a:off x="8004083" y="3759292"/>
                <a:ext cx="38160" cy="1821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B82FAE5-8602-B567-90EF-F507685647E7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995443" y="3750292"/>
                  <a:ext cx="558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BB1264B-3A0F-8473-5FDF-377A17AE6A38}"/>
                    </a:ext>
                  </a:extLst>
                </p14:cNvPr>
                <p14:cNvContentPartPr/>
                <p14:nvPr/>
              </p14:nvContentPartPr>
              <p14:xfrm>
                <a:off x="7042523" y="4204252"/>
                <a:ext cx="98280" cy="9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BB1264B-3A0F-8473-5FDF-377A17AE6A3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033883" y="4195612"/>
                  <a:ext cx="115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A27382C-70B4-2DE9-A6B1-C693C92286DD}"/>
                    </a:ext>
                  </a:extLst>
                </p14:cNvPr>
                <p14:cNvContentPartPr/>
                <p14:nvPr/>
              </p14:nvContentPartPr>
              <p14:xfrm>
                <a:off x="7021643" y="4094812"/>
                <a:ext cx="113760" cy="15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A27382C-70B4-2DE9-A6B1-C693C92286D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013003" y="4085812"/>
                  <a:ext cx="131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DCD4423-5098-B914-4BBA-C50819DFBDBA}"/>
                    </a:ext>
                  </a:extLst>
                </p14:cNvPr>
                <p14:cNvContentPartPr/>
                <p14:nvPr/>
              </p14:nvContentPartPr>
              <p14:xfrm>
                <a:off x="7299203" y="4104892"/>
                <a:ext cx="1300680" cy="277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DCD4423-5098-B914-4BBA-C50819DFBDB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290203" y="4095892"/>
                  <a:ext cx="13183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DBEE084-AB8A-0754-396B-4EB8CC4F9978}"/>
                    </a:ext>
                  </a:extLst>
                </p14:cNvPr>
                <p14:cNvContentPartPr/>
                <p14:nvPr/>
              </p14:nvContentPartPr>
              <p14:xfrm>
                <a:off x="7361123" y="4283452"/>
                <a:ext cx="38880" cy="3823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DBEE084-AB8A-0754-396B-4EB8CC4F997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352123" y="4274812"/>
                  <a:ext cx="565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36FAB30-2C10-3542-400A-2BFECBF57336}"/>
                    </a:ext>
                  </a:extLst>
                </p14:cNvPr>
                <p14:cNvContentPartPr/>
                <p14:nvPr/>
              </p14:nvContentPartPr>
              <p14:xfrm>
                <a:off x="7347803" y="4285612"/>
                <a:ext cx="204840" cy="378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36FAB30-2C10-3542-400A-2BFECBF5733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339163" y="4276612"/>
                  <a:ext cx="22248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BCC2E2E-B6C5-33DF-E692-11EBF12363CC}"/>
                    </a:ext>
                  </a:extLst>
                </p14:cNvPr>
                <p14:cNvContentPartPr/>
                <p14:nvPr/>
              </p14:nvContentPartPr>
              <p14:xfrm>
                <a:off x="7653803" y="4612132"/>
                <a:ext cx="30600" cy="1641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BCC2E2E-B6C5-33DF-E692-11EBF12363C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645163" y="4603132"/>
                  <a:ext cx="48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4D718A5-1E1C-CB0F-5FED-A4B9054551F2}"/>
                    </a:ext>
                  </a:extLst>
                </p14:cNvPr>
                <p14:cNvContentPartPr/>
                <p14:nvPr/>
              </p14:nvContentPartPr>
              <p14:xfrm>
                <a:off x="7871243" y="4431412"/>
                <a:ext cx="163440" cy="18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4D718A5-1E1C-CB0F-5FED-A4B9054551F2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862243" y="4422412"/>
                  <a:ext cx="181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49AC755-9009-C190-671E-9E7E6EAF9D80}"/>
                    </a:ext>
                  </a:extLst>
                </p14:cNvPr>
                <p14:cNvContentPartPr/>
                <p14:nvPr/>
              </p14:nvContentPartPr>
              <p14:xfrm>
                <a:off x="7962683" y="4355812"/>
                <a:ext cx="21600" cy="2174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49AC755-9009-C190-671E-9E7E6EAF9D8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954043" y="4346812"/>
                  <a:ext cx="39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FC67F8D-41AE-4298-0A81-61999EC154B7}"/>
                    </a:ext>
                  </a:extLst>
                </p14:cNvPr>
                <p14:cNvContentPartPr/>
                <p14:nvPr/>
              </p14:nvContentPartPr>
              <p14:xfrm>
                <a:off x="8235203" y="4253572"/>
                <a:ext cx="196200" cy="3618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FC67F8D-41AE-4298-0A81-61999EC154B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226203" y="4244572"/>
                  <a:ext cx="2138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889E4BE-ECDC-06BC-6758-880258D424F0}"/>
                    </a:ext>
                  </a:extLst>
                </p14:cNvPr>
                <p14:cNvContentPartPr/>
                <p14:nvPr/>
              </p14:nvContentPartPr>
              <p14:xfrm>
                <a:off x="8522843" y="4555972"/>
                <a:ext cx="167040" cy="1764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889E4BE-ECDC-06BC-6758-880258D424F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513843" y="4546972"/>
                  <a:ext cx="18468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C639481A-06DA-52BF-E71E-66F3A1A47E18}"/>
              </a:ext>
            </a:extLst>
          </p:cNvPr>
          <p:cNvGrpSpPr/>
          <p:nvPr/>
        </p:nvGrpSpPr>
        <p:grpSpPr>
          <a:xfrm>
            <a:off x="8838923" y="4032532"/>
            <a:ext cx="63000" cy="86040"/>
            <a:chOff x="8838923" y="4032532"/>
            <a:chExt cx="63000" cy="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D03FF46-F709-2B3D-9F81-EEA8D4EC99C9}"/>
                    </a:ext>
                  </a:extLst>
                </p14:cNvPr>
                <p14:cNvContentPartPr/>
                <p14:nvPr/>
              </p14:nvContentPartPr>
              <p14:xfrm>
                <a:off x="8838923" y="4032532"/>
                <a:ext cx="34560" cy="666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D03FF46-F709-2B3D-9F81-EEA8D4EC99C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830283" y="4023532"/>
                  <a:ext cx="52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FA77255-C958-0203-5BA6-4AC9B92AC778}"/>
                    </a:ext>
                  </a:extLst>
                </p14:cNvPr>
                <p14:cNvContentPartPr/>
                <p14:nvPr/>
              </p14:nvContentPartPr>
              <p14:xfrm>
                <a:off x="8843963" y="4033612"/>
                <a:ext cx="57960" cy="849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FA77255-C958-0203-5BA6-4AC9B92AC77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835323" y="4024972"/>
                  <a:ext cx="7560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2B461CDF-55B2-E384-3568-CC0D112DF075}"/>
              </a:ext>
            </a:extLst>
          </p:cNvPr>
          <p:cNvGrpSpPr/>
          <p:nvPr/>
        </p:nvGrpSpPr>
        <p:grpSpPr>
          <a:xfrm>
            <a:off x="9150323" y="3861892"/>
            <a:ext cx="181080" cy="432000"/>
            <a:chOff x="9150323" y="3861892"/>
            <a:chExt cx="181080" cy="4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D3A2C54-26F8-FD10-75C5-9DECE7D7D097}"/>
                    </a:ext>
                  </a:extLst>
                </p14:cNvPr>
                <p14:cNvContentPartPr/>
                <p14:nvPr/>
              </p14:nvContentPartPr>
              <p14:xfrm>
                <a:off x="9209363" y="3877732"/>
                <a:ext cx="49320" cy="351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D3A2C54-26F8-FD10-75C5-9DECE7D7D09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200723" y="3869092"/>
                  <a:ext cx="669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EA8F02E-EE33-7ADB-316D-60266E0D4192}"/>
                    </a:ext>
                  </a:extLst>
                </p14:cNvPr>
                <p14:cNvContentPartPr/>
                <p14:nvPr/>
              </p14:nvContentPartPr>
              <p14:xfrm>
                <a:off x="9169043" y="4246012"/>
                <a:ext cx="137160" cy="478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EA8F02E-EE33-7ADB-316D-60266E0D4192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160403" y="4237372"/>
                  <a:ext cx="1548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4B17375-AB55-A23B-DB95-D56BF1AE39AB}"/>
                    </a:ext>
                  </a:extLst>
                </p14:cNvPr>
                <p14:cNvContentPartPr/>
                <p14:nvPr/>
              </p14:nvContentPartPr>
              <p14:xfrm>
                <a:off x="9150323" y="3861892"/>
                <a:ext cx="181080" cy="183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4B17375-AB55-A23B-DB95-D56BF1AE39A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141683" y="3853252"/>
                  <a:ext cx="19872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8F875A15-C468-919A-78D3-1063002E4E5B}"/>
                  </a:ext>
                </a:extLst>
              </p14:cNvPr>
              <p14:cNvContentPartPr/>
              <p14:nvPr/>
            </p14:nvContentPartPr>
            <p14:xfrm>
              <a:off x="9588443" y="4248172"/>
              <a:ext cx="2880" cy="230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8F875A15-C468-919A-78D3-1063002E4E5B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9579803" y="4239532"/>
                <a:ext cx="205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07F41C05-9C0F-B2AD-0933-5B2178CA8B28}"/>
                  </a:ext>
                </a:extLst>
              </p14:cNvPr>
              <p14:cNvContentPartPr/>
              <p14:nvPr/>
            </p14:nvContentPartPr>
            <p14:xfrm>
              <a:off x="5784683" y="4044506"/>
              <a:ext cx="139680" cy="2998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07F41C05-9C0F-B2AD-0933-5B2178CA8B28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5776043" y="4035506"/>
                <a:ext cx="15732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592D8587-6689-0F3A-6C2C-74C305EA30EA}"/>
                  </a:ext>
                </a:extLst>
              </p14:cNvPr>
              <p14:cNvContentPartPr/>
              <p14:nvPr/>
            </p14:nvContentPartPr>
            <p14:xfrm>
              <a:off x="5556803" y="3901586"/>
              <a:ext cx="540720" cy="6429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592D8587-6689-0F3A-6C2C-74C305EA30EA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5548163" y="3892946"/>
                <a:ext cx="558360" cy="66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29105A4-79C9-0DC3-9D4B-EB6F8F62E1C4}"/>
                  </a:ext>
                </a:extLst>
              </p14:cNvPr>
              <p14:cNvContentPartPr/>
              <p14:nvPr/>
            </p14:nvContentPartPr>
            <p14:xfrm>
              <a:off x="5625720" y="2141640"/>
              <a:ext cx="6468480" cy="43776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29105A4-79C9-0DC3-9D4B-EB6F8F62E1C4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5616360" y="2132280"/>
                <a:ext cx="6487200" cy="439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4132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FC46AAF-EC99-7A61-F07B-6254F9F74DF1}"/>
              </a:ext>
            </a:extLst>
          </p:cNvPr>
          <p:cNvGrpSpPr/>
          <p:nvPr/>
        </p:nvGrpSpPr>
        <p:grpSpPr>
          <a:xfrm>
            <a:off x="2032618" y="95176"/>
            <a:ext cx="4046040" cy="2433960"/>
            <a:chOff x="2032618" y="95176"/>
            <a:chExt cx="4046040" cy="243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9768F26-FFA5-6D3E-F139-04C9F85F2B42}"/>
                    </a:ext>
                  </a:extLst>
                </p14:cNvPr>
                <p14:cNvContentPartPr/>
                <p14:nvPr/>
              </p14:nvContentPartPr>
              <p14:xfrm>
                <a:off x="2032618" y="1101736"/>
                <a:ext cx="118440" cy="12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9768F26-FFA5-6D3E-F139-04C9F85F2B4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28298" y="1097416"/>
                  <a:ext cx="1270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AF87D58-0A37-37F1-EAB6-A2EFB621E14C}"/>
                    </a:ext>
                  </a:extLst>
                </p14:cNvPr>
                <p14:cNvContentPartPr/>
                <p14:nvPr/>
              </p14:nvContentPartPr>
              <p14:xfrm>
                <a:off x="2063938" y="985096"/>
                <a:ext cx="168840" cy="3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AF87D58-0A37-37F1-EAB6-A2EFB621E14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59618" y="980776"/>
                  <a:ext cx="17748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8697B4E-2382-1537-3F6A-E30D4A9729F2}"/>
                    </a:ext>
                  </a:extLst>
                </p14:cNvPr>
                <p14:cNvContentPartPr/>
                <p14:nvPr/>
              </p14:nvContentPartPr>
              <p14:xfrm>
                <a:off x="3142498" y="95176"/>
                <a:ext cx="36360" cy="354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8697B4E-2382-1537-3F6A-E30D4A9729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38178" y="90856"/>
                  <a:ext cx="450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7A764B-24AB-A851-D62C-00CC678C71D6}"/>
                    </a:ext>
                  </a:extLst>
                </p14:cNvPr>
                <p14:cNvContentPartPr/>
                <p14:nvPr/>
              </p14:nvContentPartPr>
              <p14:xfrm>
                <a:off x="3095698" y="141256"/>
                <a:ext cx="395280" cy="622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7A764B-24AB-A851-D62C-00CC678C71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91378" y="136936"/>
                  <a:ext cx="40392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12E102D-4F22-F47F-3DC2-1E460879BA9E}"/>
                    </a:ext>
                  </a:extLst>
                </p14:cNvPr>
                <p14:cNvContentPartPr/>
                <p14:nvPr/>
              </p14:nvContentPartPr>
              <p14:xfrm>
                <a:off x="3382978" y="417376"/>
                <a:ext cx="239400" cy="392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12E102D-4F22-F47F-3DC2-1E460879BA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78658" y="413056"/>
                  <a:ext cx="24804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D41916F-3E7C-3E11-7DBC-F9205209F337}"/>
                    </a:ext>
                  </a:extLst>
                </p14:cNvPr>
                <p14:cNvContentPartPr/>
                <p14:nvPr/>
              </p14:nvContentPartPr>
              <p14:xfrm>
                <a:off x="3719938" y="690256"/>
                <a:ext cx="181440" cy="252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D41916F-3E7C-3E11-7DBC-F9205209F3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15618" y="685936"/>
                  <a:ext cx="1900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65BAAB9-DFAD-F34C-9ED4-1C5D2F84A309}"/>
                    </a:ext>
                  </a:extLst>
                </p14:cNvPr>
                <p14:cNvContentPartPr/>
                <p14:nvPr/>
              </p14:nvContentPartPr>
              <p14:xfrm>
                <a:off x="2486938" y="1090576"/>
                <a:ext cx="2057760" cy="140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65BAAB9-DFAD-F34C-9ED4-1C5D2F84A3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82618" y="1086256"/>
                  <a:ext cx="2066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B228364-4427-7725-04B9-1A71F41BCF85}"/>
                    </a:ext>
                  </a:extLst>
                </p14:cNvPr>
                <p14:cNvContentPartPr/>
                <p14:nvPr/>
              </p14:nvContentPartPr>
              <p14:xfrm>
                <a:off x="2575858" y="1350496"/>
                <a:ext cx="15840" cy="291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B228364-4427-7725-04B9-1A71F41BCF8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71538" y="1346176"/>
                  <a:ext cx="244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C241D20-4044-D62E-EB2B-1735A5EEFF45}"/>
                    </a:ext>
                  </a:extLst>
                </p14:cNvPr>
                <p14:cNvContentPartPr/>
                <p14:nvPr/>
              </p14:nvContentPartPr>
              <p14:xfrm>
                <a:off x="2325298" y="1849456"/>
                <a:ext cx="457560" cy="11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C241D20-4044-D62E-EB2B-1735A5EEFF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20978" y="1845136"/>
                  <a:ext cx="4662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5730CD6-30AA-FED8-EFF2-CD3D76733C69}"/>
                    </a:ext>
                  </a:extLst>
                </p14:cNvPr>
                <p14:cNvContentPartPr/>
                <p14:nvPr/>
              </p14:nvContentPartPr>
              <p14:xfrm>
                <a:off x="2326018" y="2040976"/>
                <a:ext cx="205920" cy="383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5730CD6-30AA-FED8-EFF2-CD3D76733C6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21698" y="2036656"/>
                  <a:ext cx="2145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10204CB-9C41-BD8A-2A31-7D2EBF1D2B66}"/>
                    </a:ext>
                  </a:extLst>
                </p14:cNvPr>
                <p14:cNvContentPartPr/>
                <p14:nvPr/>
              </p14:nvContentPartPr>
              <p14:xfrm>
                <a:off x="2672698" y="2295856"/>
                <a:ext cx="17640" cy="19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10204CB-9C41-BD8A-2A31-7D2EBF1D2B6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68378" y="2291536"/>
                  <a:ext cx="262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1F229BD-A71E-7457-051F-F341F18F0F4D}"/>
                    </a:ext>
                  </a:extLst>
                </p14:cNvPr>
                <p14:cNvContentPartPr/>
                <p14:nvPr/>
              </p14:nvContentPartPr>
              <p14:xfrm>
                <a:off x="2988058" y="1856296"/>
                <a:ext cx="212760" cy="44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1F229BD-A71E-7457-051F-F341F18F0F4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83738" y="1851976"/>
                  <a:ext cx="2214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1A09574-F123-7C30-A611-08EE994CB3EE}"/>
                    </a:ext>
                  </a:extLst>
                </p14:cNvPr>
                <p14:cNvContentPartPr/>
                <p14:nvPr/>
              </p14:nvContentPartPr>
              <p14:xfrm>
                <a:off x="3105058" y="1797256"/>
                <a:ext cx="25200" cy="240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1A09574-F123-7C30-A611-08EE994CB3E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00738" y="1792936"/>
                  <a:ext cx="338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688588-3DBB-7799-97CC-5630C98C7B28}"/>
                    </a:ext>
                  </a:extLst>
                </p14:cNvPr>
                <p14:cNvContentPartPr/>
                <p14:nvPr/>
              </p14:nvContentPartPr>
              <p14:xfrm>
                <a:off x="3571618" y="1470016"/>
                <a:ext cx="37800" cy="361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688588-3DBB-7799-97CC-5630C98C7B2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67298" y="1465696"/>
                  <a:ext cx="464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FE3C2C4-9FDC-60EA-4814-0ADA3FE56C27}"/>
                    </a:ext>
                  </a:extLst>
                </p14:cNvPr>
                <p14:cNvContentPartPr/>
                <p14:nvPr/>
              </p14:nvContentPartPr>
              <p14:xfrm>
                <a:off x="3467218" y="1860256"/>
                <a:ext cx="451440" cy="35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FE3C2C4-9FDC-60EA-4814-0ADA3FE56C2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62898" y="1855936"/>
                  <a:ext cx="4600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BD505BB-D008-D26B-67AC-97F67AE43AAF}"/>
                    </a:ext>
                  </a:extLst>
                </p14:cNvPr>
                <p14:cNvContentPartPr/>
                <p14:nvPr/>
              </p14:nvContentPartPr>
              <p14:xfrm>
                <a:off x="3585658" y="1991656"/>
                <a:ext cx="216360" cy="467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BD505BB-D008-D26B-67AC-97F67AE43A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81338" y="1987336"/>
                  <a:ext cx="22500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F51549-6718-1535-1648-BE1FD5A5A574}"/>
                    </a:ext>
                  </a:extLst>
                </p14:cNvPr>
                <p14:cNvContentPartPr/>
                <p14:nvPr/>
              </p14:nvContentPartPr>
              <p14:xfrm>
                <a:off x="3830818" y="2255176"/>
                <a:ext cx="276480" cy="207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F51549-6718-1535-1648-BE1FD5A5A57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26498" y="2250856"/>
                  <a:ext cx="2851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1E7B4C3-A5D5-B054-35C5-ACB2952289DA}"/>
                    </a:ext>
                  </a:extLst>
                </p14:cNvPr>
                <p14:cNvContentPartPr/>
                <p14:nvPr/>
              </p14:nvContentPartPr>
              <p14:xfrm>
                <a:off x="4186858" y="1835056"/>
                <a:ext cx="181440" cy="6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1E7B4C3-A5D5-B054-35C5-ACB2952289D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82538" y="1830736"/>
                  <a:ext cx="19008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3FBD2B8-474B-1439-E4BE-BA5D28EA9A1B}"/>
                    </a:ext>
                  </a:extLst>
                </p14:cNvPr>
                <p14:cNvContentPartPr/>
                <p14:nvPr/>
              </p14:nvContentPartPr>
              <p14:xfrm>
                <a:off x="4278658" y="1736776"/>
                <a:ext cx="29880" cy="275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3FBD2B8-474B-1439-E4BE-BA5D28EA9A1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74338" y="1732456"/>
                  <a:ext cx="385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EC6AB5C-A516-36A1-E278-F190B84F3408}"/>
                    </a:ext>
                  </a:extLst>
                </p14:cNvPr>
                <p14:cNvContentPartPr/>
                <p14:nvPr/>
              </p14:nvContentPartPr>
              <p14:xfrm>
                <a:off x="4598698" y="1835056"/>
                <a:ext cx="9720" cy="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EC6AB5C-A516-36A1-E278-F190B84F34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94378" y="1830736"/>
                  <a:ext cx="183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2F066F5-AA69-79C1-6B31-31DF3B858EB7}"/>
                    </a:ext>
                  </a:extLst>
                </p14:cNvPr>
                <p14:cNvContentPartPr/>
                <p14:nvPr/>
              </p14:nvContentPartPr>
              <p14:xfrm>
                <a:off x="4770418" y="1777456"/>
                <a:ext cx="220320" cy="28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2F066F5-AA69-79C1-6B31-31DF3B858EB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66098" y="1773136"/>
                  <a:ext cx="228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20B54C8-C9C5-6132-0F44-DFF447475421}"/>
                    </a:ext>
                  </a:extLst>
                </p14:cNvPr>
                <p14:cNvContentPartPr/>
                <p14:nvPr/>
              </p14:nvContentPartPr>
              <p14:xfrm>
                <a:off x="5191978" y="1770616"/>
                <a:ext cx="165960" cy="17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20B54C8-C9C5-6132-0F44-DFF44747542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87658" y="1766296"/>
                  <a:ext cx="174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714083D-96E9-ABC9-64E7-251EA7564458}"/>
                    </a:ext>
                  </a:extLst>
                </p14:cNvPr>
                <p14:cNvContentPartPr/>
                <p14:nvPr/>
              </p14:nvContentPartPr>
              <p14:xfrm>
                <a:off x="5279098" y="1665136"/>
                <a:ext cx="19080" cy="212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714083D-96E9-ABC9-64E7-251EA756445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74778" y="1660816"/>
                  <a:ext cx="27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15669D4-FF43-177E-96FD-D4F8CE8FA28E}"/>
                    </a:ext>
                  </a:extLst>
                </p14:cNvPr>
                <p14:cNvContentPartPr/>
                <p14:nvPr/>
              </p14:nvContentPartPr>
              <p14:xfrm>
                <a:off x="5694178" y="1316656"/>
                <a:ext cx="30240" cy="303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15669D4-FF43-177E-96FD-D4F8CE8FA28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89858" y="1312336"/>
                  <a:ext cx="388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4CBA6BA-13A6-2351-8B96-B4AD18AB6D27}"/>
                    </a:ext>
                  </a:extLst>
                </p14:cNvPr>
                <p14:cNvContentPartPr/>
                <p14:nvPr/>
              </p14:nvContentPartPr>
              <p14:xfrm>
                <a:off x="5533618" y="1716976"/>
                <a:ext cx="440280" cy="52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4CBA6BA-13A6-2351-8B96-B4AD18AB6D2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29298" y="1712656"/>
                  <a:ext cx="448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C4DDFB-A3B1-849E-D247-F4589D2CFFD3}"/>
                    </a:ext>
                  </a:extLst>
                </p14:cNvPr>
                <p14:cNvContentPartPr/>
                <p14:nvPr/>
              </p14:nvContentPartPr>
              <p14:xfrm>
                <a:off x="5600938" y="1958536"/>
                <a:ext cx="242280" cy="524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C4DDFB-A3B1-849E-D247-F4589D2CFFD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96618" y="1954216"/>
                  <a:ext cx="25092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74EA264-EF39-37C8-F91A-1C22088A8B17}"/>
                    </a:ext>
                  </a:extLst>
                </p14:cNvPr>
                <p14:cNvContentPartPr/>
                <p14:nvPr/>
              </p14:nvContentPartPr>
              <p14:xfrm>
                <a:off x="5882818" y="2256256"/>
                <a:ext cx="195840" cy="272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74EA264-EF39-37C8-F91A-1C22088A8B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878498" y="2251936"/>
                  <a:ext cx="204480" cy="28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62B7505-ABDC-FE3A-4BD4-6358D3ECBA25}"/>
                  </a:ext>
                </a:extLst>
              </p14:cNvPr>
              <p14:cNvContentPartPr/>
              <p14:nvPr/>
            </p14:nvContentPartPr>
            <p14:xfrm>
              <a:off x="4481698" y="1185976"/>
              <a:ext cx="1294200" cy="579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62B7505-ABDC-FE3A-4BD4-6358D3ECBA2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477378" y="1181656"/>
                <a:ext cx="130284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4CD2DB58-F4BA-8B9F-4025-CC2589887AD7}"/>
              </a:ext>
            </a:extLst>
          </p:cNvPr>
          <p:cNvGrpSpPr/>
          <p:nvPr/>
        </p:nvGrpSpPr>
        <p:grpSpPr>
          <a:xfrm>
            <a:off x="6156418" y="1146736"/>
            <a:ext cx="170640" cy="155160"/>
            <a:chOff x="6156418" y="1146736"/>
            <a:chExt cx="170640" cy="1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44DD09F-249D-76C6-90F2-69811398B291}"/>
                    </a:ext>
                  </a:extLst>
                </p14:cNvPr>
                <p14:cNvContentPartPr/>
                <p14:nvPr/>
              </p14:nvContentPartPr>
              <p14:xfrm>
                <a:off x="6180178" y="1153936"/>
                <a:ext cx="132480" cy="147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44DD09F-249D-76C6-90F2-69811398B2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5858" y="1149616"/>
                  <a:ext cx="141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3D79DDC-F4D8-8605-BC3A-60CC8550DB25}"/>
                    </a:ext>
                  </a:extLst>
                </p14:cNvPr>
                <p14:cNvContentPartPr/>
                <p14:nvPr/>
              </p14:nvContentPartPr>
              <p14:xfrm>
                <a:off x="6156418" y="1146736"/>
                <a:ext cx="170640" cy="150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3D79DDC-F4D8-8605-BC3A-60CC8550DB2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52098" y="1142416"/>
                  <a:ext cx="17928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8631FFE-D40D-B442-E201-5B70A18F4D02}"/>
              </a:ext>
            </a:extLst>
          </p:cNvPr>
          <p:cNvGrpSpPr/>
          <p:nvPr/>
        </p:nvGrpSpPr>
        <p:grpSpPr>
          <a:xfrm>
            <a:off x="6738538" y="781336"/>
            <a:ext cx="242280" cy="733680"/>
            <a:chOff x="6738538" y="781336"/>
            <a:chExt cx="242280" cy="73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2FC9239-790A-FFD6-AC97-1E1D19BDA461}"/>
                    </a:ext>
                  </a:extLst>
                </p14:cNvPr>
                <p14:cNvContentPartPr/>
                <p14:nvPr/>
              </p14:nvContentPartPr>
              <p14:xfrm>
                <a:off x="6822778" y="781336"/>
                <a:ext cx="45720" cy="664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2FC9239-790A-FFD6-AC97-1E1D19BDA46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18458" y="777016"/>
                  <a:ext cx="54360" cy="6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6022EE1-4538-ECA5-9789-AAE18FAB6580}"/>
                    </a:ext>
                  </a:extLst>
                </p14:cNvPr>
                <p14:cNvContentPartPr/>
                <p14:nvPr/>
              </p14:nvContentPartPr>
              <p14:xfrm>
                <a:off x="6738538" y="1431856"/>
                <a:ext cx="156600" cy="83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6022EE1-4538-ECA5-9789-AAE18FAB658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34218" y="1427536"/>
                  <a:ext cx="165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D958C8-498B-F1CA-3035-C3C30B7D2B2E}"/>
                    </a:ext>
                  </a:extLst>
                </p14:cNvPr>
                <p14:cNvContentPartPr/>
                <p14:nvPr/>
              </p14:nvContentPartPr>
              <p14:xfrm>
                <a:off x="6751138" y="819136"/>
                <a:ext cx="229680" cy="14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D958C8-498B-F1CA-3035-C3C30B7D2B2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46818" y="814816"/>
                  <a:ext cx="23832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AD87BA2-B0F0-074F-5256-6B39315E6A11}"/>
                  </a:ext>
                </a:extLst>
              </p14:cNvPr>
              <p14:cNvContentPartPr/>
              <p14:nvPr/>
            </p14:nvContentPartPr>
            <p14:xfrm>
              <a:off x="7364578" y="1752256"/>
              <a:ext cx="3600" cy="46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AD87BA2-B0F0-074F-5256-6B39315E6A1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360258" y="1747936"/>
                <a:ext cx="1224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E668FCEC-DBEA-0A4B-2FFE-6F9A32DE1169}"/>
              </a:ext>
            </a:extLst>
          </p:cNvPr>
          <p:cNvGrpSpPr/>
          <p:nvPr/>
        </p:nvGrpSpPr>
        <p:grpSpPr>
          <a:xfrm>
            <a:off x="977818" y="683416"/>
            <a:ext cx="464040" cy="776160"/>
            <a:chOff x="977818" y="683416"/>
            <a:chExt cx="464040" cy="77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3527E3A-E944-B96C-C001-ED68EE12E4B5}"/>
                    </a:ext>
                  </a:extLst>
                </p14:cNvPr>
                <p14:cNvContentPartPr/>
                <p14:nvPr/>
              </p14:nvContentPartPr>
              <p14:xfrm>
                <a:off x="1033258" y="683416"/>
                <a:ext cx="54000" cy="586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3527E3A-E944-B96C-C001-ED68EE12E4B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8938" y="679096"/>
                  <a:ext cx="6264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8BCB35F-5508-2E5A-5BF1-E9C1295C7ADF}"/>
                    </a:ext>
                  </a:extLst>
                </p14:cNvPr>
                <p14:cNvContentPartPr/>
                <p14:nvPr/>
              </p14:nvContentPartPr>
              <p14:xfrm>
                <a:off x="1005898" y="1197496"/>
                <a:ext cx="156600" cy="115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8BCB35F-5508-2E5A-5BF1-E9C1295C7AD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01578" y="1193176"/>
                  <a:ext cx="165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1C12E7C-20AB-EA0E-2E87-7105A7D4B949}"/>
                    </a:ext>
                  </a:extLst>
                </p14:cNvPr>
                <p14:cNvContentPartPr/>
                <p14:nvPr/>
              </p14:nvContentPartPr>
              <p14:xfrm>
                <a:off x="977818" y="696016"/>
                <a:ext cx="148680" cy="32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1C12E7C-20AB-EA0E-2E87-7105A7D4B94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73498" y="691696"/>
                  <a:ext cx="157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B6185C7-B452-78D0-2B4C-B67B964CAA25}"/>
                    </a:ext>
                  </a:extLst>
                </p14:cNvPr>
                <p14:cNvContentPartPr/>
                <p14:nvPr/>
              </p14:nvContentPartPr>
              <p14:xfrm>
                <a:off x="1230178" y="1170496"/>
                <a:ext cx="211680" cy="289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B6185C7-B452-78D0-2B4C-B67B964CAA2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25858" y="1166176"/>
                  <a:ext cx="22032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3AAD7DF-0826-85B4-2488-CFB028794064}"/>
              </a:ext>
            </a:extLst>
          </p:cNvPr>
          <p:cNvGrpSpPr/>
          <p:nvPr/>
        </p:nvGrpSpPr>
        <p:grpSpPr>
          <a:xfrm>
            <a:off x="996538" y="3857536"/>
            <a:ext cx="573120" cy="968760"/>
            <a:chOff x="996538" y="3857536"/>
            <a:chExt cx="573120" cy="96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34B1059-3F69-A5A7-0089-D1C057E41D67}"/>
                    </a:ext>
                  </a:extLst>
                </p14:cNvPr>
                <p14:cNvContentPartPr/>
                <p14:nvPr/>
              </p14:nvContentPartPr>
              <p14:xfrm>
                <a:off x="1084018" y="3889936"/>
                <a:ext cx="41040" cy="573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34B1059-3F69-A5A7-0089-D1C057E41D6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9698" y="3885616"/>
                  <a:ext cx="4968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68C80CB-C61B-9A78-13BD-3E71E2D21637}"/>
                    </a:ext>
                  </a:extLst>
                </p14:cNvPr>
                <p14:cNvContentPartPr/>
                <p14:nvPr/>
              </p14:nvContentPartPr>
              <p14:xfrm>
                <a:off x="1044058" y="4479976"/>
                <a:ext cx="149760" cy="62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68C80CB-C61B-9A78-13BD-3E71E2D2163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9738" y="4475656"/>
                  <a:ext cx="1584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36A096D-F2F9-8CF5-69EA-8CE3216127E5}"/>
                    </a:ext>
                  </a:extLst>
                </p14:cNvPr>
                <p14:cNvContentPartPr/>
                <p14:nvPr/>
              </p14:nvContentPartPr>
              <p14:xfrm>
                <a:off x="996538" y="3857536"/>
                <a:ext cx="262440" cy="60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36A096D-F2F9-8CF5-69EA-8CE3216127E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92218" y="3853216"/>
                  <a:ext cx="271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B2722A8-EB78-4BAF-C7FF-52D57EF7765E}"/>
                    </a:ext>
                  </a:extLst>
                </p14:cNvPr>
                <p14:cNvContentPartPr/>
                <p14:nvPr/>
              </p14:nvContentPartPr>
              <p14:xfrm>
                <a:off x="1354018" y="4514896"/>
                <a:ext cx="215640" cy="311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B2722A8-EB78-4BAF-C7FF-52D57EF7765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49698" y="4510576"/>
                  <a:ext cx="224280" cy="32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9A35374-6D8A-1DDE-2E61-5C0DADF65A73}"/>
              </a:ext>
            </a:extLst>
          </p:cNvPr>
          <p:cNvGrpSpPr/>
          <p:nvPr/>
        </p:nvGrpSpPr>
        <p:grpSpPr>
          <a:xfrm>
            <a:off x="8477338" y="3376"/>
            <a:ext cx="2742480" cy="2379960"/>
            <a:chOff x="8477338" y="3376"/>
            <a:chExt cx="2742480" cy="237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3A24129-5A3F-1CDC-C09C-6693149F30FA}"/>
                    </a:ext>
                  </a:extLst>
                </p14:cNvPr>
                <p14:cNvContentPartPr/>
                <p14:nvPr/>
              </p14:nvContentPartPr>
              <p14:xfrm>
                <a:off x="8752018" y="343216"/>
                <a:ext cx="738720" cy="1929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3A24129-5A3F-1CDC-C09C-6693149F30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47698" y="338896"/>
                  <a:ext cx="747360" cy="19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CADB9EC-6A03-EDE7-C3EE-779C5FE74156}"/>
                    </a:ext>
                  </a:extLst>
                </p14:cNvPr>
                <p14:cNvContentPartPr/>
                <p14:nvPr/>
              </p14:nvContentPartPr>
              <p14:xfrm>
                <a:off x="8520898" y="347176"/>
                <a:ext cx="2037960" cy="2036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CADB9EC-6A03-EDE7-C3EE-779C5FE7415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16578" y="342856"/>
                  <a:ext cx="2046600" cy="20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5198FE5-0E5C-DFEF-A006-8FF1152D3676}"/>
                    </a:ext>
                  </a:extLst>
                </p14:cNvPr>
                <p14:cNvContentPartPr/>
                <p14:nvPr/>
              </p14:nvContentPartPr>
              <p14:xfrm>
                <a:off x="9557338" y="1305496"/>
                <a:ext cx="147240" cy="397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198FE5-0E5C-DFEF-A006-8FF1152D367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53018" y="1301176"/>
                  <a:ext cx="1558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C4F7593-9D42-C869-E147-0240EF2573C2}"/>
                    </a:ext>
                  </a:extLst>
                </p14:cNvPr>
                <p14:cNvContentPartPr/>
                <p14:nvPr/>
              </p14:nvContentPartPr>
              <p14:xfrm>
                <a:off x="9833458" y="1607536"/>
                <a:ext cx="11160" cy="235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C4F7593-9D42-C869-E147-0240EF2573C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829138" y="1603216"/>
                  <a:ext cx="19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58B4F57-BB27-6617-F51B-344EB35097BF}"/>
                    </a:ext>
                  </a:extLst>
                </p14:cNvPr>
                <p14:cNvContentPartPr/>
                <p14:nvPr/>
              </p14:nvContentPartPr>
              <p14:xfrm>
                <a:off x="10724098" y="1190296"/>
                <a:ext cx="197640" cy="500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58B4F57-BB27-6617-F51B-344EB35097B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719778" y="1185976"/>
                  <a:ext cx="20628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5C6AD6B-F321-3174-D85D-2E3A8672EAC4}"/>
                    </a:ext>
                  </a:extLst>
                </p14:cNvPr>
                <p14:cNvContentPartPr/>
                <p14:nvPr/>
              </p14:nvContentPartPr>
              <p14:xfrm>
                <a:off x="11007058" y="1597096"/>
                <a:ext cx="212760" cy="221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5C6AD6B-F321-3174-D85D-2E3A8672EAC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02738" y="1592776"/>
                  <a:ext cx="221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3E30EBA-BF30-F842-565F-9D37D206B607}"/>
                    </a:ext>
                  </a:extLst>
                </p14:cNvPr>
                <p14:cNvContentPartPr/>
                <p14:nvPr/>
              </p14:nvContentPartPr>
              <p14:xfrm>
                <a:off x="9376258" y="448696"/>
                <a:ext cx="19080" cy="487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3E30EBA-BF30-F842-565F-9D37D206B60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71938" y="444376"/>
                  <a:ext cx="2772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C2583E7-B7F4-7BFA-C56E-A4B2E9E996F0}"/>
                    </a:ext>
                  </a:extLst>
                </p14:cNvPr>
                <p14:cNvContentPartPr/>
                <p14:nvPr/>
              </p14:nvContentPartPr>
              <p14:xfrm>
                <a:off x="9309658" y="733816"/>
                <a:ext cx="185760" cy="250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C2583E7-B7F4-7BFA-C56E-A4B2E9E996F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05338" y="729496"/>
                  <a:ext cx="1944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1DB6C9-3012-BF5A-1D9F-3A2E434EF638}"/>
                    </a:ext>
                  </a:extLst>
                </p14:cNvPr>
                <p14:cNvContentPartPr/>
                <p14:nvPr/>
              </p14:nvContentPartPr>
              <p14:xfrm>
                <a:off x="9613138" y="667216"/>
                <a:ext cx="6840" cy="394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1DB6C9-3012-BF5A-1D9F-3A2E434EF63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08818" y="662896"/>
                  <a:ext cx="154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AD93A94-189F-93E2-4883-34865158EB37}"/>
                    </a:ext>
                  </a:extLst>
                </p14:cNvPr>
                <p14:cNvContentPartPr/>
                <p14:nvPr/>
              </p14:nvContentPartPr>
              <p14:xfrm>
                <a:off x="9745978" y="957016"/>
                <a:ext cx="42480" cy="229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AD93A94-189F-93E2-4883-34865158EB3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41658" y="952696"/>
                  <a:ext cx="511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9CA6C85-5B82-F546-D592-155553FF5289}"/>
                    </a:ext>
                  </a:extLst>
                </p14:cNvPr>
                <p14:cNvContentPartPr/>
                <p14:nvPr/>
              </p14:nvContentPartPr>
              <p14:xfrm>
                <a:off x="10426738" y="397936"/>
                <a:ext cx="28440" cy="518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9CA6C85-5B82-F546-D592-155553FF528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422418" y="393616"/>
                  <a:ext cx="3708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8C878DA-8F03-1A1A-3B65-62BB9126B5FB}"/>
                    </a:ext>
                  </a:extLst>
                </p14:cNvPr>
                <p14:cNvContentPartPr/>
                <p14:nvPr/>
              </p14:nvContentPartPr>
              <p14:xfrm>
                <a:off x="10331338" y="699976"/>
                <a:ext cx="198720" cy="272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8C878DA-8F03-1A1A-3B65-62BB9126B5F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27018" y="695656"/>
                  <a:ext cx="2073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A183A73-99D8-440F-3577-C9147E78E406}"/>
                    </a:ext>
                  </a:extLst>
                </p14:cNvPr>
                <p14:cNvContentPartPr/>
                <p14:nvPr/>
              </p14:nvContentPartPr>
              <p14:xfrm>
                <a:off x="10682698" y="562456"/>
                <a:ext cx="23760" cy="341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A183A73-99D8-440F-3577-C9147E78E40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678378" y="558136"/>
                  <a:ext cx="324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03E63BC-CC15-F4A2-96AB-0CA25EB83573}"/>
                    </a:ext>
                  </a:extLst>
                </p14:cNvPr>
                <p14:cNvContentPartPr/>
                <p14:nvPr/>
              </p14:nvContentPartPr>
              <p14:xfrm>
                <a:off x="10831018" y="727336"/>
                <a:ext cx="292320" cy="270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03E63BC-CC15-F4A2-96AB-0CA25EB8357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826338" y="723016"/>
                  <a:ext cx="3009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7F74A30-7748-A061-0763-2C13C691459E}"/>
                    </a:ext>
                  </a:extLst>
                </p14:cNvPr>
                <p14:cNvContentPartPr/>
                <p14:nvPr/>
              </p14:nvContentPartPr>
              <p14:xfrm>
                <a:off x="8477338" y="72136"/>
                <a:ext cx="419040" cy="160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7F74A30-7748-A061-0763-2C13C691459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73018" y="67816"/>
                  <a:ext cx="427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9BEB335-86BE-B1EB-E8F9-07937FA174D3}"/>
                    </a:ext>
                  </a:extLst>
                </p14:cNvPr>
                <p14:cNvContentPartPr/>
                <p14:nvPr/>
              </p14:nvContentPartPr>
              <p14:xfrm>
                <a:off x="9037498" y="3376"/>
                <a:ext cx="23760" cy="300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9BEB335-86BE-B1EB-E8F9-07937FA174D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33178" y="-944"/>
                  <a:ext cx="32400" cy="30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CC29B29-7377-AB51-CF08-AF256D0C1F9B}"/>
              </a:ext>
            </a:extLst>
          </p:cNvPr>
          <p:cNvGrpSpPr/>
          <p:nvPr/>
        </p:nvGrpSpPr>
        <p:grpSpPr>
          <a:xfrm>
            <a:off x="1786378" y="4200256"/>
            <a:ext cx="236160" cy="97200"/>
            <a:chOff x="1786378" y="4200256"/>
            <a:chExt cx="236160" cy="9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D8FB942-325A-C350-DBFF-CFECEDD37E6C}"/>
                    </a:ext>
                  </a:extLst>
                </p14:cNvPr>
                <p14:cNvContentPartPr/>
                <p14:nvPr/>
              </p14:nvContentPartPr>
              <p14:xfrm>
                <a:off x="1819138" y="4274776"/>
                <a:ext cx="179640" cy="22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D8FB942-325A-C350-DBFF-CFECEDD37E6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14818" y="4270456"/>
                  <a:ext cx="1882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7DC9434-3C47-7AF1-4DED-7945E2276638}"/>
                    </a:ext>
                  </a:extLst>
                </p14:cNvPr>
                <p14:cNvContentPartPr/>
                <p14:nvPr/>
              </p14:nvContentPartPr>
              <p14:xfrm>
                <a:off x="1786378" y="4200256"/>
                <a:ext cx="236160" cy="42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7DC9434-3C47-7AF1-4DED-7945E227663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782058" y="4195936"/>
                  <a:ext cx="2448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4BBF1F8-3F43-E813-348F-FB9C3D97488E}"/>
              </a:ext>
            </a:extLst>
          </p:cNvPr>
          <p:cNvGrpSpPr/>
          <p:nvPr/>
        </p:nvGrpSpPr>
        <p:grpSpPr>
          <a:xfrm>
            <a:off x="2395138" y="4291696"/>
            <a:ext cx="2542680" cy="1097280"/>
            <a:chOff x="2395138" y="4291696"/>
            <a:chExt cx="2542680" cy="10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32AB4FC-BF09-B498-CE21-B849101D9871}"/>
                    </a:ext>
                  </a:extLst>
                </p14:cNvPr>
                <p14:cNvContentPartPr/>
                <p14:nvPr/>
              </p14:nvContentPartPr>
              <p14:xfrm>
                <a:off x="2395138" y="4291696"/>
                <a:ext cx="2542680" cy="97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32AB4FC-BF09-B498-CE21-B849101D987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90818" y="4287376"/>
                  <a:ext cx="2551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07EA079-D4C8-07E2-FFF1-98A791D43327}"/>
                    </a:ext>
                  </a:extLst>
                </p14:cNvPr>
                <p14:cNvContentPartPr/>
                <p14:nvPr/>
              </p14:nvContentPartPr>
              <p14:xfrm>
                <a:off x="2638498" y="4458376"/>
                <a:ext cx="45720" cy="252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07EA079-D4C8-07E2-FFF1-98A791D4332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34178" y="4454056"/>
                  <a:ext cx="543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5E59107-3132-926A-9F3D-3EE5B11ED7E8}"/>
                    </a:ext>
                  </a:extLst>
                </p14:cNvPr>
                <p14:cNvContentPartPr/>
                <p14:nvPr/>
              </p14:nvContentPartPr>
              <p14:xfrm>
                <a:off x="2485498" y="4804336"/>
                <a:ext cx="360720" cy="41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5E59107-3132-926A-9F3D-3EE5B11ED7E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81178" y="4800016"/>
                  <a:ext cx="3693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E3FA669-2F73-5F4E-49DE-5B148EA9CF3B}"/>
                    </a:ext>
                  </a:extLst>
                </p14:cNvPr>
                <p14:cNvContentPartPr/>
                <p14:nvPr/>
              </p14:nvContentPartPr>
              <p14:xfrm>
                <a:off x="2566498" y="4954816"/>
                <a:ext cx="173520" cy="393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E3FA669-2F73-5F4E-49DE-5B148EA9CF3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62178" y="4950496"/>
                  <a:ext cx="18216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30294A5-B5E1-32DA-4689-49DC548673EE}"/>
                    </a:ext>
                  </a:extLst>
                </p14:cNvPr>
                <p14:cNvContentPartPr/>
                <p14:nvPr/>
              </p14:nvContentPartPr>
              <p14:xfrm>
                <a:off x="2689978" y="4934296"/>
                <a:ext cx="220680" cy="428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30294A5-B5E1-32DA-4689-49DC548673E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85658" y="4929976"/>
                  <a:ext cx="2293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72C8698-E470-F1BD-A68F-6B37C8F2FD9C}"/>
                    </a:ext>
                  </a:extLst>
                </p14:cNvPr>
                <p14:cNvContentPartPr/>
                <p14:nvPr/>
              </p14:nvContentPartPr>
              <p14:xfrm>
                <a:off x="3106858" y="5265136"/>
                <a:ext cx="27000" cy="123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72C8698-E470-F1BD-A68F-6B37C8F2FD9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02538" y="5260816"/>
                  <a:ext cx="35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85C5435-CBC4-C7D8-7577-241847772D4F}"/>
                    </a:ext>
                  </a:extLst>
                </p14:cNvPr>
                <p14:cNvContentPartPr/>
                <p14:nvPr/>
              </p14:nvContentPartPr>
              <p14:xfrm>
                <a:off x="3568738" y="4770856"/>
                <a:ext cx="222840" cy="7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85C5435-CBC4-C7D8-7577-241847772D4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64418" y="4766536"/>
                  <a:ext cx="2314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53B3913-2944-4181-1559-31F45BB2739F}"/>
                    </a:ext>
                  </a:extLst>
                </p14:cNvPr>
                <p14:cNvContentPartPr/>
                <p14:nvPr/>
              </p14:nvContentPartPr>
              <p14:xfrm>
                <a:off x="3679618" y="4644136"/>
                <a:ext cx="19080" cy="263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53B3913-2944-4181-1559-31F45BB2739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75298" y="4639816"/>
                  <a:ext cx="27720" cy="27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9A18039-07D8-DE97-A0C8-8A5A7646B8DA}"/>
                  </a:ext>
                </a:extLst>
              </p14:cNvPr>
              <p14:cNvContentPartPr/>
              <p14:nvPr/>
            </p14:nvContentPartPr>
            <p14:xfrm>
              <a:off x="4513018" y="4392856"/>
              <a:ext cx="50400" cy="2714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9A18039-07D8-DE97-A0C8-8A5A7646B8D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508698" y="4388536"/>
                <a:ext cx="590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CE29CB50-5083-A2D8-AED8-F6D5135946E3}"/>
                  </a:ext>
                </a:extLst>
              </p14:cNvPr>
              <p14:cNvContentPartPr/>
              <p14:nvPr/>
            </p14:nvContentPartPr>
            <p14:xfrm>
              <a:off x="4300618" y="4811536"/>
              <a:ext cx="529560" cy="817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CE29CB50-5083-A2D8-AED8-F6D5135946E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296298" y="4807216"/>
                <a:ext cx="538200" cy="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B3592428-DBD6-DB57-AEBC-708059F835F5}"/>
              </a:ext>
            </a:extLst>
          </p:cNvPr>
          <p:cNvGrpSpPr/>
          <p:nvPr/>
        </p:nvGrpSpPr>
        <p:grpSpPr>
          <a:xfrm>
            <a:off x="4392058" y="5065696"/>
            <a:ext cx="575280" cy="468360"/>
            <a:chOff x="4392058" y="5065696"/>
            <a:chExt cx="575280" cy="46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E7321B5-8C57-4C9A-0E7F-4EA939B7B66D}"/>
                    </a:ext>
                  </a:extLst>
                </p14:cNvPr>
                <p14:cNvContentPartPr/>
                <p14:nvPr/>
              </p14:nvContentPartPr>
              <p14:xfrm>
                <a:off x="4392058" y="5065696"/>
                <a:ext cx="275760" cy="452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E7321B5-8C57-4C9A-0E7F-4EA939B7B66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387738" y="5061376"/>
                  <a:ext cx="2844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DCD88DA-ED7C-C18D-6EF8-D53C4E582BED}"/>
                    </a:ext>
                  </a:extLst>
                </p14:cNvPr>
                <p14:cNvContentPartPr/>
                <p14:nvPr/>
              </p14:nvContentPartPr>
              <p14:xfrm>
                <a:off x="4756378" y="5323816"/>
                <a:ext cx="210960" cy="210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DCD88DA-ED7C-C18D-6EF8-D53C4E582BE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752058" y="5319496"/>
                  <a:ext cx="21960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9AFE51A-0A31-4174-639F-46FC9BF28B82}"/>
              </a:ext>
            </a:extLst>
          </p:cNvPr>
          <p:cNvGrpSpPr/>
          <p:nvPr/>
        </p:nvGrpSpPr>
        <p:grpSpPr>
          <a:xfrm>
            <a:off x="2913178" y="3405016"/>
            <a:ext cx="914760" cy="766080"/>
            <a:chOff x="2913178" y="3405016"/>
            <a:chExt cx="914760" cy="76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55199E3-450B-EC5C-53A9-F589CA086CDB}"/>
                    </a:ext>
                  </a:extLst>
                </p14:cNvPr>
                <p14:cNvContentPartPr/>
                <p14:nvPr/>
              </p14:nvContentPartPr>
              <p14:xfrm>
                <a:off x="2913178" y="3405016"/>
                <a:ext cx="20520" cy="217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55199E3-450B-EC5C-53A9-F589CA086CD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908858" y="3400696"/>
                  <a:ext cx="29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40B9DBC-22D5-0EDA-EFE7-F49A2E6AF213}"/>
                    </a:ext>
                  </a:extLst>
                </p14:cNvPr>
                <p14:cNvContentPartPr/>
                <p14:nvPr/>
              </p14:nvContentPartPr>
              <p14:xfrm>
                <a:off x="2933338" y="3440296"/>
                <a:ext cx="178560" cy="517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40B9DBC-22D5-0EDA-EFE7-F49A2E6AF21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929018" y="3435976"/>
                  <a:ext cx="18720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0205979-B1E5-EEC2-E49E-A07936B1D594}"/>
                    </a:ext>
                  </a:extLst>
                </p14:cNvPr>
                <p14:cNvContentPartPr/>
                <p14:nvPr/>
              </p14:nvContentPartPr>
              <p14:xfrm>
                <a:off x="3181738" y="3651256"/>
                <a:ext cx="198720" cy="380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0205979-B1E5-EEC2-E49E-A07936B1D59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77418" y="3646936"/>
                  <a:ext cx="20736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52C320C-03CE-DCD0-99B0-88449DB06FC7}"/>
                    </a:ext>
                  </a:extLst>
                </p14:cNvPr>
                <p14:cNvContentPartPr/>
                <p14:nvPr/>
              </p14:nvContentPartPr>
              <p14:xfrm>
                <a:off x="3476578" y="3940696"/>
                <a:ext cx="50400" cy="34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52C320C-03CE-DCD0-99B0-88449DB06FC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72258" y="3936376"/>
                  <a:ext cx="590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BF9AED2-D980-1545-4B00-E345202609DF}"/>
                    </a:ext>
                  </a:extLst>
                </p14:cNvPr>
                <p14:cNvContentPartPr/>
                <p14:nvPr/>
              </p14:nvContentPartPr>
              <p14:xfrm>
                <a:off x="3560818" y="3965176"/>
                <a:ext cx="267120" cy="205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BF9AED2-D980-1545-4B00-E345202609D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556498" y="3960856"/>
                  <a:ext cx="27576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9F4EEAB-86DD-B1AC-A869-764CE7D89319}"/>
              </a:ext>
            </a:extLst>
          </p:cNvPr>
          <p:cNvGrpSpPr/>
          <p:nvPr/>
        </p:nvGrpSpPr>
        <p:grpSpPr>
          <a:xfrm>
            <a:off x="5187298" y="4054456"/>
            <a:ext cx="429480" cy="542160"/>
            <a:chOff x="5187298" y="4054456"/>
            <a:chExt cx="429480" cy="54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18B1BD2-FCC5-8080-DA25-B04A2A87F150}"/>
                    </a:ext>
                  </a:extLst>
                </p14:cNvPr>
                <p14:cNvContentPartPr/>
                <p14:nvPr/>
              </p14:nvContentPartPr>
              <p14:xfrm>
                <a:off x="5187298" y="4361896"/>
                <a:ext cx="8280" cy="187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18B1BD2-FCC5-8080-DA25-B04A2A87F15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182978" y="4357576"/>
                  <a:ext cx="16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4C9D912-09F2-5325-D1C0-EB8A9209825D}"/>
                    </a:ext>
                  </a:extLst>
                </p14:cNvPr>
                <p14:cNvContentPartPr/>
                <p14:nvPr/>
              </p14:nvContentPartPr>
              <p14:xfrm>
                <a:off x="5369818" y="4054456"/>
                <a:ext cx="133200" cy="518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4C9D912-09F2-5325-D1C0-EB8A9209825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365498" y="4050136"/>
                  <a:ext cx="14184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AF03E46-43A4-E854-CBB5-AFB26A7ED2B5}"/>
                    </a:ext>
                  </a:extLst>
                </p14:cNvPr>
                <p14:cNvContentPartPr/>
                <p14:nvPr/>
              </p14:nvContentPartPr>
              <p14:xfrm>
                <a:off x="5418058" y="4573936"/>
                <a:ext cx="165960" cy="22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AF03E46-43A4-E854-CBB5-AFB26A7ED2B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413738" y="4569616"/>
                  <a:ext cx="1746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C59AA91-2F7B-BFF0-03D4-0FAA25DDAFDC}"/>
                    </a:ext>
                  </a:extLst>
                </p14:cNvPr>
                <p14:cNvContentPartPr/>
                <p14:nvPr/>
              </p14:nvContentPartPr>
              <p14:xfrm>
                <a:off x="5385298" y="4161016"/>
                <a:ext cx="231480" cy="4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C59AA91-2F7B-BFF0-03D4-0FAA25DDAFD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380978" y="4156696"/>
                  <a:ext cx="240120" cy="1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A0AE9CE-5944-4A99-869D-7F4664C11687}"/>
                  </a:ext>
                </a:extLst>
              </p14:cNvPr>
              <p14:cNvContentPartPr/>
              <p14:nvPr/>
            </p14:nvContentPartPr>
            <p14:xfrm>
              <a:off x="6034738" y="4285936"/>
              <a:ext cx="178200" cy="1407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A0AE9CE-5944-4A99-869D-7F4664C1168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030418" y="4281616"/>
                <a:ext cx="186840" cy="14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0531ABB-59F6-AE33-F4A0-286F4BBF7446}"/>
              </a:ext>
            </a:extLst>
          </p:cNvPr>
          <p:cNvGrpSpPr/>
          <p:nvPr/>
        </p:nvGrpSpPr>
        <p:grpSpPr>
          <a:xfrm>
            <a:off x="6811618" y="4312936"/>
            <a:ext cx="2663640" cy="820440"/>
            <a:chOff x="6811618" y="4312936"/>
            <a:chExt cx="2663640" cy="82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90E04B1-3F83-E390-BD5F-95F2992DB35B}"/>
                    </a:ext>
                  </a:extLst>
                </p14:cNvPr>
                <p14:cNvContentPartPr/>
                <p14:nvPr/>
              </p14:nvContentPartPr>
              <p14:xfrm>
                <a:off x="6811618" y="4312936"/>
                <a:ext cx="2663640" cy="53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90E04B1-3F83-E390-BD5F-95F2992DB35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07298" y="4308616"/>
                  <a:ext cx="26722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743A7BC-6A6D-6EB7-2BE9-61F72B69F8BB}"/>
                    </a:ext>
                  </a:extLst>
                </p14:cNvPr>
                <p14:cNvContentPartPr/>
                <p14:nvPr/>
              </p14:nvContentPartPr>
              <p14:xfrm>
                <a:off x="7303378" y="4488256"/>
                <a:ext cx="254880" cy="470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743A7BC-6A6D-6EB7-2BE9-61F72B69F8B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299058" y="4483936"/>
                  <a:ext cx="26352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1B38009-4B51-A966-7BFD-C7CD09018F6C}"/>
                    </a:ext>
                  </a:extLst>
                </p14:cNvPr>
                <p14:cNvContentPartPr/>
                <p14:nvPr/>
              </p14:nvContentPartPr>
              <p14:xfrm>
                <a:off x="7726378" y="4833856"/>
                <a:ext cx="48600" cy="299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1B38009-4B51-A966-7BFD-C7CD09018F6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722058" y="4829536"/>
                  <a:ext cx="572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7AA445B-F0A3-9290-2742-150BF2E3A4BA}"/>
                    </a:ext>
                  </a:extLst>
                </p14:cNvPr>
                <p14:cNvContentPartPr/>
                <p14:nvPr/>
              </p14:nvContentPartPr>
              <p14:xfrm>
                <a:off x="7980898" y="4701736"/>
                <a:ext cx="283680" cy="49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7AA445B-F0A3-9290-2742-150BF2E3A4B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76578" y="4697416"/>
                  <a:ext cx="292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F72DA2D-8886-DC09-B186-3B74DFD7E8D0}"/>
                    </a:ext>
                  </a:extLst>
                </p14:cNvPr>
                <p14:cNvContentPartPr/>
                <p14:nvPr/>
              </p14:nvContentPartPr>
              <p14:xfrm>
                <a:off x="8160538" y="4586536"/>
                <a:ext cx="22320" cy="341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F72DA2D-8886-DC09-B186-3B74DFD7E8D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156218" y="4582216"/>
                  <a:ext cx="309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7C23FD3-946E-7870-0939-06510B44EED6}"/>
                    </a:ext>
                  </a:extLst>
                </p14:cNvPr>
                <p14:cNvContentPartPr/>
                <p14:nvPr/>
              </p14:nvContentPartPr>
              <p14:xfrm>
                <a:off x="8538178" y="4499416"/>
                <a:ext cx="197280" cy="413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7C23FD3-946E-7870-0939-06510B44EED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533858" y="4495096"/>
                  <a:ext cx="20592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9F9C87E-E5EF-EB7B-2890-9BF9AA4F0BDC}"/>
                    </a:ext>
                  </a:extLst>
                </p14:cNvPr>
                <p14:cNvContentPartPr/>
                <p14:nvPr/>
              </p14:nvContentPartPr>
              <p14:xfrm>
                <a:off x="8770378" y="4762576"/>
                <a:ext cx="275400" cy="276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9F9C87E-E5EF-EB7B-2890-9BF9AA4F0BD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66058" y="4758256"/>
                  <a:ext cx="284040" cy="28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A8C7D68-6654-80F9-B9E3-A8D8286C2FCE}"/>
                  </a:ext>
                </a:extLst>
              </p14:cNvPr>
              <p14:cNvContentPartPr/>
              <p14:nvPr/>
            </p14:nvContentPartPr>
            <p14:xfrm>
              <a:off x="7297258" y="5234176"/>
              <a:ext cx="1788840" cy="241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A8C7D68-6654-80F9-B9E3-A8D8286C2FC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292938" y="5229856"/>
                <a:ext cx="1797480" cy="3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D1C2B75-8E15-AEE7-8203-0F2D669839F8}"/>
              </a:ext>
            </a:extLst>
          </p:cNvPr>
          <p:cNvGrpSpPr/>
          <p:nvPr/>
        </p:nvGrpSpPr>
        <p:grpSpPr>
          <a:xfrm>
            <a:off x="9622858" y="3993976"/>
            <a:ext cx="529560" cy="639360"/>
            <a:chOff x="9622858" y="3993976"/>
            <a:chExt cx="529560" cy="63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70536A0-2AF3-671F-FB19-01F0ACD5BCA1}"/>
                    </a:ext>
                  </a:extLst>
                </p14:cNvPr>
                <p14:cNvContentPartPr/>
                <p14:nvPr/>
              </p14:nvContentPartPr>
              <p14:xfrm>
                <a:off x="9622858" y="4285936"/>
                <a:ext cx="43920" cy="34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70536A0-2AF3-671F-FB19-01F0ACD5BCA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618538" y="4281616"/>
                  <a:ext cx="52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851A85C-EDC0-C812-EC96-B905DE6E033C}"/>
                    </a:ext>
                  </a:extLst>
                </p14:cNvPr>
                <p14:cNvContentPartPr/>
                <p14:nvPr/>
              </p14:nvContentPartPr>
              <p14:xfrm>
                <a:off x="9939658" y="3993976"/>
                <a:ext cx="73800" cy="590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851A85C-EDC0-C812-EC96-B905DE6E033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935338" y="3989656"/>
                  <a:ext cx="8244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0A29202-D1C3-0F67-B3F6-8E30C8371EB2}"/>
                    </a:ext>
                  </a:extLst>
                </p14:cNvPr>
                <p14:cNvContentPartPr/>
                <p14:nvPr/>
              </p14:nvContentPartPr>
              <p14:xfrm>
                <a:off x="9913018" y="4589416"/>
                <a:ext cx="182880" cy="43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0A29202-D1C3-0F67-B3F6-8E30C8371EB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908698" y="4585096"/>
                  <a:ext cx="1915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AD24900-E9D5-396F-F631-0A240324571B}"/>
                    </a:ext>
                  </a:extLst>
                </p14:cNvPr>
                <p14:cNvContentPartPr/>
                <p14:nvPr/>
              </p14:nvContentPartPr>
              <p14:xfrm>
                <a:off x="9928858" y="4047256"/>
                <a:ext cx="223560" cy="50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AD24900-E9D5-396F-F631-0A240324571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924538" y="4042936"/>
                  <a:ext cx="23220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7DC33F1-911D-8C6A-7B59-4C1C431455F5}"/>
              </a:ext>
            </a:extLst>
          </p:cNvPr>
          <p:cNvGrpSpPr/>
          <p:nvPr/>
        </p:nvGrpSpPr>
        <p:grpSpPr>
          <a:xfrm>
            <a:off x="7854538" y="3103336"/>
            <a:ext cx="821160" cy="1007640"/>
            <a:chOff x="7854538" y="3103336"/>
            <a:chExt cx="821160" cy="100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080C993-4A89-CE25-13E4-0FC2E8565E0E}"/>
                    </a:ext>
                  </a:extLst>
                </p14:cNvPr>
                <p14:cNvContentPartPr/>
                <p14:nvPr/>
              </p14:nvContentPartPr>
              <p14:xfrm>
                <a:off x="7864258" y="3103336"/>
                <a:ext cx="108000" cy="312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080C993-4A89-CE25-13E4-0FC2E8565E0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59938" y="3099016"/>
                  <a:ext cx="1166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16C2086-4F0C-562B-015D-43D6874F9508}"/>
                    </a:ext>
                  </a:extLst>
                </p14:cNvPr>
                <p14:cNvContentPartPr/>
                <p14:nvPr/>
              </p14:nvContentPartPr>
              <p14:xfrm>
                <a:off x="7854538" y="3140056"/>
                <a:ext cx="349920" cy="732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16C2086-4F0C-562B-015D-43D6874F950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850218" y="3135736"/>
                  <a:ext cx="358560" cy="7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49ADD62-939E-D585-F22F-0BF103AA6610}"/>
                    </a:ext>
                  </a:extLst>
                </p14:cNvPr>
                <p14:cNvContentPartPr/>
                <p14:nvPr/>
              </p14:nvContentPartPr>
              <p14:xfrm>
                <a:off x="8124538" y="3479896"/>
                <a:ext cx="228240" cy="479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49ADD62-939E-D585-F22F-0BF103AA661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20218" y="3475576"/>
                  <a:ext cx="23688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DD65692-5B7F-5488-B361-64DBDFD3E546}"/>
                    </a:ext>
                  </a:extLst>
                </p14:cNvPr>
                <p14:cNvContentPartPr/>
                <p14:nvPr/>
              </p14:nvContentPartPr>
              <p14:xfrm>
                <a:off x="8392738" y="3826936"/>
                <a:ext cx="244080" cy="281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DD65692-5B7F-5488-B361-64DBDFD3E54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388418" y="3822616"/>
                  <a:ext cx="2527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25FF130-7785-5764-CBF6-34E49A2D6C6E}"/>
                    </a:ext>
                  </a:extLst>
                </p14:cNvPr>
                <p14:cNvContentPartPr/>
                <p14:nvPr/>
              </p14:nvContentPartPr>
              <p14:xfrm>
                <a:off x="8096458" y="3477016"/>
                <a:ext cx="579240" cy="633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25FF130-7785-5764-CBF6-34E49A2D6C6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092138" y="3472696"/>
                  <a:ext cx="587880" cy="64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F2EBC12-1295-E580-E844-F0AF9175FC9C}"/>
              </a:ext>
            </a:extLst>
          </p:cNvPr>
          <p:cNvGrpSpPr/>
          <p:nvPr/>
        </p:nvGrpSpPr>
        <p:grpSpPr>
          <a:xfrm>
            <a:off x="7639258" y="5426776"/>
            <a:ext cx="1757160" cy="617400"/>
            <a:chOff x="7639258" y="5426776"/>
            <a:chExt cx="1757160" cy="61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09690F7-3F89-AD8E-17BB-A5EA0F89E12F}"/>
                    </a:ext>
                  </a:extLst>
                </p14:cNvPr>
                <p14:cNvContentPartPr/>
                <p14:nvPr/>
              </p14:nvContentPartPr>
              <p14:xfrm>
                <a:off x="7642138" y="5465296"/>
                <a:ext cx="11520" cy="4636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09690F7-3F89-AD8E-17BB-A5EA0F89E12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637818" y="5460976"/>
                  <a:ext cx="2016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BF1F811-19A8-CEA9-5B7C-828C834F994D}"/>
                    </a:ext>
                  </a:extLst>
                </p14:cNvPr>
                <p14:cNvContentPartPr/>
                <p14:nvPr/>
              </p14:nvContentPartPr>
              <p14:xfrm>
                <a:off x="7639258" y="5426776"/>
                <a:ext cx="243000" cy="4608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BF1F811-19A8-CEA9-5B7C-828C834F994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634938" y="5422456"/>
                  <a:ext cx="25164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6A7E491-EF6B-3DFD-F3F2-A5BF9CFF728E}"/>
                    </a:ext>
                  </a:extLst>
                </p14:cNvPr>
                <p14:cNvContentPartPr/>
                <p14:nvPr/>
              </p14:nvContentPartPr>
              <p14:xfrm>
                <a:off x="8020858" y="5808736"/>
                <a:ext cx="29160" cy="235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6A7E491-EF6B-3DFD-F3F2-A5BF9CFF728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016538" y="5804416"/>
                  <a:ext cx="37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2E35416-3A84-A98D-922D-86D25CBF6441}"/>
                    </a:ext>
                  </a:extLst>
                </p14:cNvPr>
                <p14:cNvContentPartPr/>
                <p14:nvPr/>
              </p14:nvContentPartPr>
              <p14:xfrm>
                <a:off x="8296618" y="5692096"/>
                <a:ext cx="30240" cy="46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2E35416-3A84-A98D-922D-86D25CBF644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92298" y="5687776"/>
                  <a:ext cx="388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D8EE6F4-8495-2455-7C00-33E0F4616300}"/>
                    </a:ext>
                  </a:extLst>
                </p14:cNvPr>
                <p14:cNvContentPartPr/>
                <p14:nvPr/>
              </p14:nvContentPartPr>
              <p14:xfrm>
                <a:off x="8719258" y="5428216"/>
                <a:ext cx="215640" cy="441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D8EE6F4-8495-2455-7C00-33E0F461630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714938" y="5423896"/>
                  <a:ext cx="22428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5BF2C57-3136-AAEE-8F41-0346382A2465}"/>
                    </a:ext>
                  </a:extLst>
                </p14:cNvPr>
                <p14:cNvContentPartPr/>
                <p14:nvPr/>
              </p14:nvContentPartPr>
              <p14:xfrm>
                <a:off x="9063778" y="5745376"/>
                <a:ext cx="332640" cy="2606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5BF2C57-3136-AAEE-8F41-0346382A246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059458" y="5741056"/>
                  <a:ext cx="3412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C58FAF9-E337-8612-2ECA-6972F3FD10EE}"/>
                    </a:ext>
                  </a:extLst>
                </p14:cNvPr>
                <p14:cNvContentPartPr/>
                <p14:nvPr/>
              </p14:nvContentPartPr>
              <p14:xfrm>
                <a:off x="8662018" y="5457376"/>
                <a:ext cx="473400" cy="479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C58FAF9-E337-8612-2ECA-6972F3FD10E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657698" y="5453056"/>
                  <a:ext cx="482040" cy="48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9D50B79-E730-3E6B-04B6-C7F6F5721DBB}"/>
              </a:ext>
            </a:extLst>
          </p:cNvPr>
          <p:cNvGrpSpPr/>
          <p:nvPr/>
        </p:nvGrpSpPr>
        <p:grpSpPr>
          <a:xfrm>
            <a:off x="1016698" y="5845096"/>
            <a:ext cx="590400" cy="867960"/>
            <a:chOff x="1016698" y="5845096"/>
            <a:chExt cx="590400" cy="86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5C35618-AE56-5E93-7096-76C4A136C09B}"/>
                    </a:ext>
                  </a:extLst>
                </p14:cNvPr>
                <p14:cNvContentPartPr/>
                <p14:nvPr/>
              </p14:nvContentPartPr>
              <p14:xfrm>
                <a:off x="1116778" y="5926096"/>
                <a:ext cx="47160" cy="507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5C35618-AE56-5E93-7096-76C4A136C09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12458" y="5921776"/>
                  <a:ext cx="5580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E135490-3B15-4F05-8A9A-758897CD6822}"/>
                    </a:ext>
                  </a:extLst>
                </p14:cNvPr>
                <p14:cNvContentPartPr/>
                <p14:nvPr/>
              </p14:nvContentPartPr>
              <p14:xfrm>
                <a:off x="1043698" y="6505336"/>
                <a:ext cx="156240" cy="56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E135490-3B15-4F05-8A9A-758897CD682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39378" y="6501016"/>
                  <a:ext cx="164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24610D8-D323-0962-9116-52991BCE57B0}"/>
                    </a:ext>
                  </a:extLst>
                </p14:cNvPr>
                <p14:cNvContentPartPr/>
                <p14:nvPr/>
              </p14:nvContentPartPr>
              <p14:xfrm>
                <a:off x="1016698" y="5845096"/>
                <a:ext cx="315720" cy="111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24610D8-D323-0962-9116-52991BCE57B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12378" y="5840776"/>
                  <a:ext cx="3243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97B443C-D2E7-314B-90E6-588B54BA9432}"/>
                    </a:ext>
                  </a:extLst>
                </p14:cNvPr>
                <p14:cNvContentPartPr/>
                <p14:nvPr/>
              </p14:nvContentPartPr>
              <p14:xfrm>
                <a:off x="1366258" y="6492376"/>
                <a:ext cx="240840" cy="2206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97B443C-D2E7-314B-90E6-588B54BA943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361938" y="6488056"/>
                  <a:ext cx="249480" cy="22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2DE8C991-A90C-BE53-5C8F-76B7A722EBC2}"/>
                  </a:ext>
                </a:extLst>
              </p14:cNvPr>
              <p14:cNvContentPartPr/>
              <p14:nvPr/>
            </p14:nvContentPartPr>
            <p14:xfrm>
              <a:off x="2020378" y="6520816"/>
              <a:ext cx="198720" cy="255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2DE8C991-A90C-BE53-5C8F-76B7A722EBC2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016058" y="6516496"/>
                <a:ext cx="2073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2AF5BB6-44F3-49A1-9005-955F6A6CE86B}"/>
                  </a:ext>
                </a:extLst>
              </p14:cNvPr>
              <p14:cNvContentPartPr/>
              <p14:nvPr/>
            </p14:nvContentPartPr>
            <p14:xfrm>
              <a:off x="2035858" y="6393016"/>
              <a:ext cx="245520" cy="32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2AF5BB6-44F3-49A1-9005-955F6A6CE86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031538" y="6388696"/>
                <a:ext cx="25416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4BC4E974-F70A-F81D-55C9-EB50BA034D82}"/>
                  </a:ext>
                </a:extLst>
              </p14:cNvPr>
              <p14:cNvContentPartPr/>
              <p14:nvPr/>
            </p14:nvContentPartPr>
            <p14:xfrm>
              <a:off x="3528058" y="5708656"/>
              <a:ext cx="211320" cy="43668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4BC4E974-F70A-F81D-55C9-EB50BA034D82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523738" y="5704336"/>
                <a:ext cx="219960" cy="44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9E545CC3-D810-D6F2-3BA8-C3850A6B2EEE}"/>
              </a:ext>
            </a:extLst>
          </p:cNvPr>
          <p:cNvGrpSpPr/>
          <p:nvPr/>
        </p:nvGrpSpPr>
        <p:grpSpPr>
          <a:xfrm>
            <a:off x="2736778" y="5954176"/>
            <a:ext cx="2639520" cy="856800"/>
            <a:chOff x="2736778" y="5954176"/>
            <a:chExt cx="2639520" cy="85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4DA04C8-BABC-2620-3228-127CDE9EF6DC}"/>
                    </a:ext>
                  </a:extLst>
                </p14:cNvPr>
                <p14:cNvContentPartPr/>
                <p14:nvPr/>
              </p14:nvContentPartPr>
              <p14:xfrm>
                <a:off x="3836938" y="5954176"/>
                <a:ext cx="34560" cy="246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4DA04C8-BABC-2620-3228-127CDE9EF6D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832618" y="5949856"/>
                  <a:ext cx="432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02A707C-E386-99D7-7413-DA5041C17965}"/>
                    </a:ext>
                  </a:extLst>
                </p14:cNvPr>
                <p14:cNvContentPartPr/>
                <p14:nvPr/>
              </p14:nvContentPartPr>
              <p14:xfrm>
                <a:off x="2736778" y="6371776"/>
                <a:ext cx="1719720" cy="47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02A707C-E386-99D7-7413-DA5041C1796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732458" y="6367456"/>
                  <a:ext cx="17283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9C1C41E-3896-E40D-9234-F5826BC579B8}"/>
                    </a:ext>
                  </a:extLst>
                </p14:cNvPr>
                <p14:cNvContentPartPr/>
                <p14:nvPr/>
              </p14:nvContentPartPr>
              <p14:xfrm>
                <a:off x="2941258" y="6452056"/>
                <a:ext cx="199440" cy="272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9C1C41E-3896-E40D-9234-F5826BC579B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936938" y="6447736"/>
                  <a:ext cx="2080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81BC350-4EDB-AB65-A5FA-40441BA5765B}"/>
                    </a:ext>
                  </a:extLst>
                </p14:cNvPr>
                <p14:cNvContentPartPr/>
                <p14:nvPr/>
              </p14:nvContentPartPr>
              <p14:xfrm>
                <a:off x="3265978" y="6645736"/>
                <a:ext cx="20520" cy="142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81BC350-4EDB-AB65-A5FA-40441BA5765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261658" y="6641416"/>
                  <a:ext cx="291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D18BE32-FE5E-7297-45CA-18F150A53B4B}"/>
                    </a:ext>
                  </a:extLst>
                </p14:cNvPr>
                <p14:cNvContentPartPr/>
                <p14:nvPr/>
              </p14:nvContentPartPr>
              <p14:xfrm>
                <a:off x="3568738" y="6626296"/>
                <a:ext cx="200160" cy="6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D18BE32-FE5E-7297-45CA-18F150A53B4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64418" y="6621976"/>
                  <a:ext cx="2088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EF95DF1-2EE2-CCEF-C241-1D960DC15A2C}"/>
                    </a:ext>
                  </a:extLst>
                </p14:cNvPr>
                <p14:cNvContentPartPr/>
                <p14:nvPr/>
              </p14:nvContentPartPr>
              <p14:xfrm>
                <a:off x="3676378" y="6520816"/>
                <a:ext cx="36360" cy="247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EF95DF1-2EE2-CCEF-C241-1D960DC15A2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72058" y="6516496"/>
                  <a:ext cx="450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F69DA46-A9E2-5727-3D0B-0775B3D6984B}"/>
                    </a:ext>
                  </a:extLst>
                </p14:cNvPr>
                <p14:cNvContentPartPr/>
                <p14:nvPr/>
              </p14:nvContentPartPr>
              <p14:xfrm>
                <a:off x="3960418" y="6450256"/>
                <a:ext cx="237600" cy="3380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F69DA46-A9E2-5727-3D0B-0775B3D6984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956098" y="6445936"/>
                  <a:ext cx="2462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C45FD46-3163-7B77-9C21-75CC99FA62F0}"/>
                    </a:ext>
                  </a:extLst>
                </p14:cNvPr>
                <p14:cNvContentPartPr/>
                <p14:nvPr/>
              </p14:nvContentPartPr>
              <p14:xfrm>
                <a:off x="4250578" y="6624856"/>
                <a:ext cx="218880" cy="1861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C45FD46-3163-7B77-9C21-75CC99FA62F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246258" y="6620536"/>
                  <a:ext cx="2275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737D9B7-0742-2233-4646-5FA64A71A945}"/>
                    </a:ext>
                  </a:extLst>
                </p14:cNvPr>
                <p14:cNvContentPartPr/>
                <p14:nvPr/>
              </p14:nvContentPartPr>
              <p14:xfrm>
                <a:off x="4694098" y="6325696"/>
                <a:ext cx="129960" cy="1674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737D9B7-0742-2233-4646-5FA64A71A94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689778" y="6321376"/>
                  <a:ext cx="138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0E3139C-A1ED-496D-0410-3E7BEB17947E}"/>
                    </a:ext>
                  </a:extLst>
                </p14:cNvPr>
                <p14:cNvContentPartPr/>
                <p14:nvPr/>
              </p14:nvContentPartPr>
              <p14:xfrm>
                <a:off x="4637938" y="6327136"/>
                <a:ext cx="201600" cy="137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0E3139C-A1ED-496D-0410-3E7BEB17947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633618" y="6322816"/>
                  <a:ext cx="2102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4847168-A0D2-E2F8-5A5F-AEE9CA297F34}"/>
                    </a:ext>
                  </a:extLst>
                </p14:cNvPr>
                <p14:cNvContentPartPr/>
                <p14:nvPr/>
              </p14:nvContentPartPr>
              <p14:xfrm>
                <a:off x="5186578" y="6135976"/>
                <a:ext cx="49320" cy="3852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4847168-A0D2-E2F8-5A5F-AEE9CA297F3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182258" y="6131656"/>
                  <a:ext cx="579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3C7EBDF-2180-7770-90B0-4817F4216073}"/>
                    </a:ext>
                  </a:extLst>
                </p14:cNvPr>
                <p14:cNvContentPartPr/>
                <p14:nvPr/>
              </p14:nvContentPartPr>
              <p14:xfrm>
                <a:off x="5188738" y="6480136"/>
                <a:ext cx="173880" cy="24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3C7EBDF-2180-7770-90B0-4817F421607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184418" y="6475816"/>
                  <a:ext cx="182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C9E9385-70B0-8544-5D66-3E296E06D387}"/>
                    </a:ext>
                  </a:extLst>
                </p14:cNvPr>
                <p14:cNvContentPartPr/>
                <p14:nvPr/>
              </p14:nvContentPartPr>
              <p14:xfrm>
                <a:off x="5099818" y="6026536"/>
                <a:ext cx="276480" cy="88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C9E9385-70B0-8544-5D66-3E296E06D38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095498" y="6022216"/>
                  <a:ext cx="28512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4F8EFB62-44BF-089E-1C64-085C057AF63C}"/>
                  </a:ext>
                </a:extLst>
              </p14:cNvPr>
              <p14:cNvContentPartPr/>
              <p14:nvPr/>
            </p14:nvContentPartPr>
            <p14:xfrm>
              <a:off x="520618" y="5542696"/>
              <a:ext cx="73800" cy="120456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4F8EFB62-44BF-089E-1C64-085C057AF63C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511618" y="5534056"/>
                <a:ext cx="91440" cy="12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A42A5E35-C25C-915D-040A-4F0AF0344456}"/>
                  </a:ext>
                </a:extLst>
              </p14:cNvPr>
              <p14:cNvContentPartPr/>
              <p14:nvPr/>
            </p14:nvContentPartPr>
            <p14:xfrm>
              <a:off x="522058" y="5557096"/>
              <a:ext cx="5158080" cy="125892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A42A5E35-C25C-915D-040A-4F0AF0344456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513418" y="5548456"/>
                <a:ext cx="5175720" cy="127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6149972-3070-AAD3-AF27-538ADA6FC21A}"/>
              </a:ext>
            </a:extLst>
          </p:cNvPr>
          <p:cNvGrpSpPr/>
          <p:nvPr/>
        </p:nvGrpSpPr>
        <p:grpSpPr>
          <a:xfrm>
            <a:off x="9145138" y="2438776"/>
            <a:ext cx="2607480" cy="1034640"/>
            <a:chOff x="9145138" y="2438776"/>
            <a:chExt cx="2607480" cy="103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3A0453C-84FB-D653-812A-4F54A862AC46}"/>
                    </a:ext>
                  </a:extLst>
                </p14:cNvPr>
                <p14:cNvContentPartPr/>
                <p14:nvPr/>
              </p14:nvContentPartPr>
              <p14:xfrm>
                <a:off x="9145138" y="2438776"/>
                <a:ext cx="1415880" cy="270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3A0453C-84FB-D653-812A-4F54A862AC4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136498" y="2430136"/>
                  <a:ext cx="14335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5EBC22E-3054-F951-C699-CE9BF8341F7B}"/>
                    </a:ext>
                  </a:extLst>
                </p14:cNvPr>
                <p14:cNvContentPartPr/>
                <p14:nvPr/>
              </p14:nvContentPartPr>
              <p14:xfrm>
                <a:off x="9858658" y="2952136"/>
                <a:ext cx="242280" cy="2361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5EBC22E-3054-F951-C699-CE9BF8341F7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849658" y="2943136"/>
                  <a:ext cx="2599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D8864DB-B1E5-FFBF-693F-0357DACF78CE}"/>
                    </a:ext>
                  </a:extLst>
                </p14:cNvPr>
                <p14:cNvContentPartPr/>
                <p14:nvPr/>
              </p14:nvContentPartPr>
              <p14:xfrm>
                <a:off x="10243858" y="2967976"/>
                <a:ext cx="201960" cy="218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D8864DB-B1E5-FFBF-693F-0357DACF78C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235218" y="2958976"/>
                  <a:ext cx="2196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8250136-0B5F-0D41-F2D0-5C3CD38BF6FB}"/>
                    </a:ext>
                  </a:extLst>
                </p14:cNvPr>
                <p14:cNvContentPartPr/>
                <p14:nvPr/>
              </p14:nvContentPartPr>
              <p14:xfrm>
                <a:off x="10468498" y="2941696"/>
                <a:ext cx="183240" cy="2372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8250136-0B5F-0D41-F2D0-5C3CD38BF6F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459858" y="2932696"/>
                  <a:ext cx="2008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FFCBCA5-57D4-F35F-240A-543D98850A2A}"/>
                    </a:ext>
                  </a:extLst>
                </p14:cNvPr>
                <p14:cNvContentPartPr/>
                <p14:nvPr/>
              </p14:nvContentPartPr>
              <p14:xfrm>
                <a:off x="10766938" y="2732536"/>
                <a:ext cx="214560" cy="4806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FFCBCA5-57D4-F35F-240A-543D98850A2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757938" y="2723896"/>
                  <a:ext cx="23220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F8DA001-5BCC-EB91-BA0B-FBCCD312E9E7}"/>
                    </a:ext>
                  </a:extLst>
                </p14:cNvPr>
                <p14:cNvContentPartPr/>
                <p14:nvPr/>
              </p14:nvContentPartPr>
              <p14:xfrm>
                <a:off x="11044498" y="2945296"/>
                <a:ext cx="201960" cy="2656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F8DA001-5BCC-EB91-BA0B-FBCCD312E9E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035858" y="2936296"/>
                  <a:ext cx="2196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F0A29F3-14F7-D30A-FA75-DC761B23C166}"/>
                    </a:ext>
                  </a:extLst>
                </p14:cNvPr>
                <p14:cNvContentPartPr/>
                <p14:nvPr/>
              </p14:nvContentPartPr>
              <p14:xfrm>
                <a:off x="11326738" y="2943136"/>
                <a:ext cx="156960" cy="2912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F0A29F3-14F7-D30A-FA75-DC761B23C16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317738" y="2934496"/>
                  <a:ext cx="1746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371ACC6-6EDD-2705-BCCC-31A96B2DE221}"/>
                    </a:ext>
                  </a:extLst>
                </p14:cNvPr>
                <p14:cNvContentPartPr/>
                <p14:nvPr/>
              </p14:nvContentPartPr>
              <p14:xfrm>
                <a:off x="11540938" y="3017656"/>
                <a:ext cx="211680" cy="4557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371ACC6-6EDD-2705-BCCC-31A96B2DE22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532298" y="3008656"/>
                  <a:ext cx="229320" cy="47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9B7A1814-AE26-84F1-E7EB-00BE81676059}"/>
                  </a:ext>
                </a:extLst>
              </p14:cNvPr>
              <p14:cNvContentPartPr/>
              <p14:nvPr/>
            </p14:nvContentPartPr>
            <p14:xfrm>
              <a:off x="431338" y="8776"/>
              <a:ext cx="6903720" cy="271908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9B7A1814-AE26-84F1-E7EB-00BE81676059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22698" y="-224"/>
                <a:ext cx="6921360" cy="27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852C637F-6419-B5D6-7C0D-EAC6D1886C86}"/>
              </a:ext>
            </a:extLst>
          </p:cNvPr>
          <p:cNvGrpSpPr/>
          <p:nvPr/>
        </p:nvGrpSpPr>
        <p:grpSpPr>
          <a:xfrm>
            <a:off x="9396418" y="5392936"/>
            <a:ext cx="2716200" cy="1410840"/>
            <a:chOff x="9396418" y="5392936"/>
            <a:chExt cx="2716200" cy="141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5AF1CE3-DA01-750B-A039-B9A10E8623F7}"/>
                    </a:ext>
                  </a:extLst>
                </p14:cNvPr>
                <p14:cNvContentPartPr/>
                <p14:nvPr/>
              </p14:nvContentPartPr>
              <p14:xfrm>
                <a:off x="9480658" y="5970376"/>
                <a:ext cx="19440" cy="4410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5AF1CE3-DA01-750B-A039-B9A10E8623F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472018" y="5961736"/>
                  <a:ext cx="370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F666EBE-DC15-1651-DB62-0E5AE153A690}"/>
                    </a:ext>
                  </a:extLst>
                </p14:cNvPr>
                <p14:cNvContentPartPr/>
                <p14:nvPr/>
              </p14:nvContentPartPr>
              <p14:xfrm>
                <a:off x="9436738" y="6415696"/>
                <a:ext cx="168480" cy="1098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F666EBE-DC15-1651-DB62-0E5AE153A69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428098" y="6406696"/>
                  <a:ext cx="1861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F798868-6EA5-963F-275B-AA99057B4A55}"/>
                    </a:ext>
                  </a:extLst>
                </p14:cNvPr>
                <p14:cNvContentPartPr/>
                <p14:nvPr/>
              </p14:nvContentPartPr>
              <p14:xfrm>
                <a:off x="9396418" y="5980096"/>
                <a:ext cx="182880" cy="579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F798868-6EA5-963F-275B-AA99057B4A5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387778" y="5971096"/>
                  <a:ext cx="2005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3835D9C-3C74-31F5-1D29-133269453F97}"/>
                    </a:ext>
                  </a:extLst>
                </p14:cNvPr>
                <p14:cNvContentPartPr/>
                <p14:nvPr/>
              </p14:nvContentPartPr>
              <p14:xfrm>
                <a:off x="9743098" y="6391576"/>
                <a:ext cx="39240" cy="239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3835D9C-3C74-31F5-1D29-133269453F9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734098" y="6382576"/>
                  <a:ext cx="56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D7A1704-8A33-43FD-4735-96D068C67C0C}"/>
                    </a:ext>
                  </a:extLst>
                </p14:cNvPr>
                <p14:cNvContentPartPr/>
                <p14:nvPr/>
              </p14:nvContentPartPr>
              <p14:xfrm>
                <a:off x="10001938" y="6377536"/>
                <a:ext cx="108000" cy="1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D7A1704-8A33-43FD-4735-96D068C67C0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993298" y="6368896"/>
                  <a:ext cx="1256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1C8F43C-627A-A0A0-E57D-17C0954AB9EF}"/>
                    </a:ext>
                  </a:extLst>
                </p14:cNvPr>
                <p14:cNvContentPartPr/>
                <p14:nvPr/>
              </p14:nvContentPartPr>
              <p14:xfrm>
                <a:off x="10008418" y="6240016"/>
                <a:ext cx="154800" cy="201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1C8F43C-627A-A0A0-E57D-17C0954AB9E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999418" y="6231016"/>
                  <a:ext cx="172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29146A3-585A-9591-81D7-3EFCC266E435}"/>
                    </a:ext>
                  </a:extLst>
                </p14:cNvPr>
                <p14:cNvContentPartPr/>
                <p14:nvPr/>
              </p14:nvContentPartPr>
              <p14:xfrm>
                <a:off x="10690258" y="5392936"/>
                <a:ext cx="290520" cy="4874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29146A3-585A-9591-81D7-3EFCC266E43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681618" y="5383936"/>
                  <a:ext cx="30816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11856EB-984D-CB99-AA6B-30DF6D43BEC7}"/>
                    </a:ext>
                  </a:extLst>
                </p14:cNvPr>
                <p14:cNvContentPartPr/>
                <p14:nvPr/>
              </p14:nvContentPartPr>
              <p14:xfrm>
                <a:off x="11044498" y="5773096"/>
                <a:ext cx="207000" cy="1864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11856EB-984D-CB99-AA6B-30DF6D43BEC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035858" y="5764096"/>
                  <a:ext cx="2246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89C1AAA-27AA-C106-6E7B-95CE7041E708}"/>
                    </a:ext>
                  </a:extLst>
                </p14:cNvPr>
                <p14:cNvContentPartPr/>
                <p14:nvPr/>
              </p14:nvContentPartPr>
              <p14:xfrm>
                <a:off x="10449058" y="6193216"/>
                <a:ext cx="1398240" cy="72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89C1AAA-27AA-C106-6E7B-95CE7041E70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440058" y="6184216"/>
                  <a:ext cx="1415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508976A-54B3-DBA8-131A-2E97F0EDC1B7}"/>
                    </a:ext>
                  </a:extLst>
                </p14:cNvPr>
                <p14:cNvContentPartPr/>
                <p14:nvPr/>
              </p14:nvContentPartPr>
              <p14:xfrm>
                <a:off x="10507738" y="6374656"/>
                <a:ext cx="205200" cy="3160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508976A-54B3-DBA8-131A-2E97F0EDC1B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499098" y="6366016"/>
                  <a:ext cx="2228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48D3732-133F-DA28-F15D-EE95AC9DBDC3}"/>
                    </a:ext>
                  </a:extLst>
                </p14:cNvPr>
                <p14:cNvContentPartPr/>
                <p14:nvPr/>
              </p14:nvContentPartPr>
              <p14:xfrm>
                <a:off x="10795018" y="6581296"/>
                <a:ext cx="62640" cy="174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48D3732-133F-DA28-F15D-EE95AC9DBDC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786018" y="6572296"/>
                  <a:ext cx="80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DE12DD2-0C2F-5F24-545F-151B60D111A0}"/>
                    </a:ext>
                  </a:extLst>
                </p14:cNvPr>
                <p14:cNvContentPartPr/>
                <p14:nvPr/>
              </p14:nvContentPartPr>
              <p14:xfrm>
                <a:off x="10958818" y="6515416"/>
                <a:ext cx="192240" cy="3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DE12DD2-0C2F-5F24-545F-151B60D111A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950178" y="6506416"/>
                  <a:ext cx="209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15D8F40-0FAE-0FE1-5FCA-4AC9668069F9}"/>
                    </a:ext>
                  </a:extLst>
                </p14:cNvPr>
                <p14:cNvContentPartPr/>
                <p14:nvPr/>
              </p14:nvContentPartPr>
              <p14:xfrm>
                <a:off x="11061778" y="6411376"/>
                <a:ext cx="6480" cy="254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15D8F40-0FAE-0FE1-5FCA-4AC9668069F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053138" y="6402376"/>
                  <a:ext cx="241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13C9E90-F375-617B-A0FA-D15E84C52E83}"/>
                    </a:ext>
                  </a:extLst>
                </p14:cNvPr>
                <p14:cNvContentPartPr/>
                <p14:nvPr/>
              </p14:nvContentPartPr>
              <p14:xfrm>
                <a:off x="11230258" y="6351256"/>
                <a:ext cx="192600" cy="3326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13C9E90-F375-617B-A0FA-D15E84C52E8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221258" y="6342256"/>
                  <a:ext cx="2102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34DE4DB-4D46-BA08-402E-98468270C2C0}"/>
                    </a:ext>
                  </a:extLst>
                </p14:cNvPr>
                <p14:cNvContentPartPr/>
                <p14:nvPr/>
              </p14:nvContentPartPr>
              <p14:xfrm>
                <a:off x="11397298" y="6630976"/>
                <a:ext cx="203400" cy="1728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34DE4DB-4D46-BA08-402E-98468270C2C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388658" y="6622336"/>
                  <a:ext cx="221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90B7F47-D75A-A6DD-58ED-8697C1188ADC}"/>
                    </a:ext>
                  </a:extLst>
                </p14:cNvPr>
                <p14:cNvContentPartPr/>
                <p14:nvPr/>
              </p14:nvContentPartPr>
              <p14:xfrm>
                <a:off x="11798338" y="6150736"/>
                <a:ext cx="98640" cy="90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90B7F47-D75A-A6DD-58ED-8697C1188AD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789698" y="6142096"/>
                  <a:ext cx="1162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E4350DD-850A-2FA8-0320-D02B19590129}"/>
                    </a:ext>
                  </a:extLst>
                </p14:cNvPr>
                <p14:cNvContentPartPr/>
                <p14:nvPr/>
              </p14:nvContentPartPr>
              <p14:xfrm>
                <a:off x="11758018" y="6089536"/>
                <a:ext cx="140400" cy="1731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E4350DD-850A-2FA8-0320-D02B1959012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749018" y="6080896"/>
                  <a:ext cx="158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3670DA9-A9F3-A8A8-583E-52A06B108845}"/>
                    </a:ext>
                  </a:extLst>
                </p14:cNvPr>
                <p14:cNvContentPartPr/>
                <p14:nvPr/>
              </p14:nvContentPartPr>
              <p14:xfrm>
                <a:off x="12004618" y="5958856"/>
                <a:ext cx="11160" cy="3852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3670DA9-A9F3-A8A8-583E-52A06B10884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995978" y="5950216"/>
                  <a:ext cx="2880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C161403-452B-F606-3BF9-9A58EBC21936}"/>
                    </a:ext>
                  </a:extLst>
                </p14:cNvPr>
                <p14:cNvContentPartPr/>
                <p14:nvPr/>
              </p14:nvContentPartPr>
              <p14:xfrm>
                <a:off x="11948458" y="6359176"/>
                <a:ext cx="134280" cy="25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C161403-452B-F606-3BF9-9A58EBC2193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939818" y="6350536"/>
                  <a:ext cx="151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945397C-6F4D-EACE-CAE0-8B391731FDAD}"/>
                    </a:ext>
                  </a:extLst>
                </p14:cNvPr>
                <p14:cNvContentPartPr/>
                <p14:nvPr/>
              </p14:nvContentPartPr>
              <p14:xfrm>
                <a:off x="11918578" y="5943736"/>
                <a:ext cx="194040" cy="342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945397C-6F4D-EACE-CAE0-8B391731FDA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909938" y="5934736"/>
                  <a:ext cx="21168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5AFD028D-D3A0-3BFF-6934-9CA6AEB5B240}"/>
              </a:ext>
            </a:extLst>
          </p:cNvPr>
          <p:cNvGrpSpPr/>
          <p:nvPr/>
        </p:nvGrpSpPr>
        <p:grpSpPr>
          <a:xfrm>
            <a:off x="9093658" y="5221576"/>
            <a:ext cx="3050280" cy="1634400"/>
            <a:chOff x="9093658" y="5221576"/>
            <a:chExt cx="3050280" cy="163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9D8F4C7-FF00-7C20-4C80-749070A8E6FA}"/>
                    </a:ext>
                  </a:extLst>
                </p14:cNvPr>
                <p14:cNvContentPartPr/>
                <p14:nvPr/>
              </p14:nvContentPartPr>
              <p14:xfrm>
                <a:off x="9093658" y="5397256"/>
                <a:ext cx="345600" cy="14587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9D8F4C7-FF00-7C20-4C80-749070A8E6F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085018" y="5388256"/>
                  <a:ext cx="363240" cy="14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C403147-7E27-FE92-56CF-F94232ED8242}"/>
                    </a:ext>
                  </a:extLst>
                </p14:cNvPr>
                <p14:cNvContentPartPr/>
                <p14:nvPr/>
              </p14:nvContentPartPr>
              <p14:xfrm>
                <a:off x="9459058" y="5221576"/>
                <a:ext cx="2684880" cy="1494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C403147-7E27-FE92-56CF-F94232ED824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450058" y="5212936"/>
                  <a:ext cx="2702520" cy="16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543CCAB8-3F69-314F-C6ED-8B3D5B3E3004}"/>
                  </a:ext>
                </a:extLst>
              </p14:cNvPr>
              <p14:cNvContentPartPr/>
              <p14:nvPr/>
            </p14:nvContentPartPr>
            <p14:xfrm>
              <a:off x="9140458" y="6733936"/>
              <a:ext cx="1141200" cy="5760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543CCAB8-3F69-314F-C6ED-8B3D5B3E3004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9131818" y="6725296"/>
                <a:ext cx="11588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BF532871-4658-60CF-49D8-4CB1D03D7294}"/>
                  </a:ext>
                </a:extLst>
              </p14:cNvPr>
              <p14:cNvContentPartPr/>
              <p14:nvPr/>
            </p14:nvContentPartPr>
            <p14:xfrm>
              <a:off x="11750818" y="6736816"/>
              <a:ext cx="480240" cy="2916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BF532871-4658-60CF-49D8-4CB1D03D7294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1742178" y="6728176"/>
                <a:ext cx="497880" cy="4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1172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87BF74DE-38E8-5940-599A-5834A76EB8A0}"/>
              </a:ext>
            </a:extLst>
          </p:cNvPr>
          <p:cNvGrpSpPr/>
          <p:nvPr/>
        </p:nvGrpSpPr>
        <p:grpSpPr>
          <a:xfrm>
            <a:off x="538763" y="751070"/>
            <a:ext cx="6032160" cy="150480"/>
            <a:chOff x="538763" y="751070"/>
            <a:chExt cx="6032160" cy="1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E064FF3-E982-7A47-8DF9-39607F5687D4}"/>
                    </a:ext>
                  </a:extLst>
                </p14:cNvPr>
                <p14:cNvContentPartPr/>
                <p14:nvPr/>
              </p14:nvContentPartPr>
              <p14:xfrm>
                <a:off x="538763" y="765470"/>
                <a:ext cx="2708640" cy="136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E064FF3-E982-7A47-8DF9-39607F5687D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9763" y="756830"/>
                  <a:ext cx="2726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1F93053-6941-2C93-0EFC-B1CC5EABBF8D}"/>
                    </a:ext>
                  </a:extLst>
                </p14:cNvPr>
                <p14:cNvContentPartPr/>
                <p14:nvPr/>
              </p14:nvContentPartPr>
              <p14:xfrm>
                <a:off x="3483563" y="751070"/>
                <a:ext cx="3087360" cy="118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1F93053-6941-2C93-0EFC-B1CC5EABBF8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74563" y="742430"/>
                  <a:ext cx="310500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32627AF-BC51-08B6-E490-49CAC597C31E}"/>
              </a:ext>
            </a:extLst>
          </p:cNvPr>
          <p:cNvGrpSpPr/>
          <p:nvPr/>
        </p:nvGrpSpPr>
        <p:grpSpPr>
          <a:xfrm>
            <a:off x="445883" y="190550"/>
            <a:ext cx="6146280" cy="650880"/>
            <a:chOff x="445883" y="190550"/>
            <a:chExt cx="6146280" cy="65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B6AA36D-676B-A738-76CA-C7599CC51DF3}"/>
                    </a:ext>
                  </a:extLst>
                </p14:cNvPr>
                <p14:cNvContentPartPr/>
                <p14:nvPr/>
              </p14:nvContentPartPr>
              <p14:xfrm>
                <a:off x="478283" y="306830"/>
                <a:ext cx="54360" cy="3823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B6AA36D-676B-A738-76CA-C7599CC51DF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9283" y="298190"/>
                  <a:ext cx="7200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2EFDDC8-018C-AA57-038A-A02A70C2E163}"/>
                    </a:ext>
                  </a:extLst>
                </p14:cNvPr>
                <p14:cNvContentPartPr/>
                <p14:nvPr/>
              </p14:nvContentPartPr>
              <p14:xfrm>
                <a:off x="445883" y="286670"/>
                <a:ext cx="229680" cy="407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2EFDDC8-018C-AA57-038A-A02A70C2E1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7243" y="277670"/>
                  <a:ext cx="2473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E768AD-5A16-0DFC-AAA9-0BA6949408FD}"/>
                    </a:ext>
                  </a:extLst>
                </p14:cNvPr>
                <p14:cNvContentPartPr/>
                <p14:nvPr/>
              </p14:nvContentPartPr>
              <p14:xfrm>
                <a:off x="690323" y="486470"/>
                <a:ext cx="181080" cy="216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E768AD-5A16-0DFC-AAA9-0BA6949408F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1683" y="477470"/>
                  <a:ext cx="198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4B099A1-184B-C2F4-B63B-47A784845904}"/>
                    </a:ext>
                  </a:extLst>
                </p14:cNvPr>
                <p14:cNvContentPartPr/>
                <p14:nvPr/>
              </p14:nvContentPartPr>
              <p14:xfrm>
                <a:off x="914243" y="440030"/>
                <a:ext cx="81720" cy="251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4B099A1-184B-C2F4-B63B-47A78484590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5243" y="431390"/>
                  <a:ext cx="993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1027FC8-C9B1-4F73-1772-B50117C92864}"/>
                    </a:ext>
                  </a:extLst>
                </p14:cNvPr>
                <p14:cNvContentPartPr/>
                <p14:nvPr/>
              </p14:nvContentPartPr>
              <p14:xfrm>
                <a:off x="1029083" y="463430"/>
                <a:ext cx="128520" cy="202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1027FC8-C9B1-4F73-1772-B50117C9286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20083" y="454430"/>
                  <a:ext cx="1461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23E702-39BB-579F-2507-D83138706503}"/>
                    </a:ext>
                  </a:extLst>
                </p14:cNvPr>
                <p14:cNvContentPartPr/>
                <p14:nvPr/>
              </p14:nvContentPartPr>
              <p14:xfrm>
                <a:off x="1205123" y="435710"/>
                <a:ext cx="36720" cy="18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23E702-39BB-579F-2507-D8313870650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96123" y="426710"/>
                  <a:ext cx="543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5F89038-6A3E-FC68-C993-257A730383F6}"/>
                    </a:ext>
                  </a:extLst>
                </p14:cNvPr>
                <p14:cNvContentPartPr/>
                <p14:nvPr/>
              </p14:nvContentPartPr>
              <p14:xfrm>
                <a:off x="1157243" y="36551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5F89038-6A3E-FC68-C993-257A730383F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48603" y="3568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913FFAD-89AB-E97E-5552-694B381D4646}"/>
                    </a:ext>
                  </a:extLst>
                </p14:cNvPr>
                <p14:cNvContentPartPr/>
                <p14:nvPr/>
              </p14:nvContentPartPr>
              <p14:xfrm>
                <a:off x="1305203" y="440030"/>
                <a:ext cx="171360" cy="220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913FFAD-89AB-E97E-5552-694B381D464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96563" y="431390"/>
                  <a:ext cx="189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D73C69-0385-1BB1-E8D4-48E0613C20E0}"/>
                    </a:ext>
                  </a:extLst>
                </p14:cNvPr>
                <p14:cNvContentPartPr/>
                <p14:nvPr/>
              </p14:nvContentPartPr>
              <p14:xfrm>
                <a:off x="1697603" y="396110"/>
                <a:ext cx="91440" cy="269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D73C69-0385-1BB1-E8D4-48E0613C20E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88963" y="387470"/>
                  <a:ext cx="1090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631077-E3F8-8110-8C4E-EAF5C787E5A7}"/>
                    </a:ext>
                  </a:extLst>
                </p14:cNvPr>
                <p14:cNvContentPartPr/>
                <p14:nvPr/>
              </p14:nvContentPartPr>
              <p14:xfrm>
                <a:off x="1835123" y="464510"/>
                <a:ext cx="111960" cy="192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631077-E3F8-8110-8C4E-EAF5C787E5A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26483" y="455870"/>
                  <a:ext cx="129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5E3F87F-9DFC-C762-C2D1-DD9B202EE79B}"/>
                    </a:ext>
                  </a:extLst>
                </p14:cNvPr>
                <p14:cNvContentPartPr/>
                <p14:nvPr/>
              </p14:nvContentPartPr>
              <p14:xfrm>
                <a:off x="1957883" y="396110"/>
                <a:ext cx="3240" cy="68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5E3F87F-9DFC-C762-C2D1-DD9B202EE79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48883" y="387470"/>
                  <a:ext cx="20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1C36C5D-5EA0-CBBD-8244-A5C7CA27053D}"/>
                    </a:ext>
                  </a:extLst>
                </p14:cNvPr>
                <p14:cNvContentPartPr/>
                <p14:nvPr/>
              </p14:nvContentPartPr>
              <p14:xfrm>
                <a:off x="1941323" y="321590"/>
                <a:ext cx="135720" cy="336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1C36C5D-5EA0-CBBD-8244-A5C7CA27053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32323" y="312590"/>
                  <a:ext cx="1533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B0A2791-E225-3532-A5A8-2936FAD5EE78}"/>
                    </a:ext>
                  </a:extLst>
                </p14:cNvPr>
                <p14:cNvContentPartPr/>
                <p14:nvPr/>
              </p14:nvContentPartPr>
              <p14:xfrm>
                <a:off x="2115203" y="446870"/>
                <a:ext cx="92520" cy="192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B0A2791-E225-3532-A5A8-2936FAD5EE7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06203" y="438230"/>
                  <a:ext cx="1101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6065DA-EC15-0120-24CE-6AF6974ADFF8}"/>
                    </a:ext>
                  </a:extLst>
                </p14:cNvPr>
                <p14:cNvContentPartPr/>
                <p14:nvPr/>
              </p14:nvContentPartPr>
              <p14:xfrm>
                <a:off x="2264243" y="424190"/>
                <a:ext cx="117360" cy="201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6065DA-EC15-0120-24CE-6AF6974ADFF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55603" y="415550"/>
                  <a:ext cx="1350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AD0A69E-BE65-59EA-C686-D7EE561C14F2}"/>
                    </a:ext>
                  </a:extLst>
                </p14:cNvPr>
                <p14:cNvContentPartPr/>
                <p14:nvPr/>
              </p14:nvContentPartPr>
              <p14:xfrm>
                <a:off x="2400323" y="227630"/>
                <a:ext cx="163800" cy="408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AD0A69E-BE65-59EA-C686-D7EE561C14F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91323" y="218990"/>
                  <a:ext cx="1814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6ABC606-844B-3162-5709-B655F2A47A77}"/>
                    </a:ext>
                  </a:extLst>
                </p14:cNvPr>
                <p14:cNvContentPartPr/>
                <p14:nvPr/>
              </p14:nvContentPartPr>
              <p14:xfrm>
                <a:off x="2783003" y="301070"/>
                <a:ext cx="92160" cy="288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6ABC606-844B-3162-5709-B655F2A47A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74363" y="292430"/>
                  <a:ext cx="1098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9F7270B-CFFA-4E0B-5185-165C5557381E}"/>
                    </a:ext>
                  </a:extLst>
                </p14:cNvPr>
                <p14:cNvContentPartPr/>
                <p14:nvPr/>
              </p14:nvContentPartPr>
              <p14:xfrm>
                <a:off x="2883443" y="298910"/>
                <a:ext cx="108000" cy="353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9F7270B-CFFA-4E0B-5185-165C5557381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74803" y="290270"/>
                  <a:ext cx="1256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1E02239-BDE6-BDE5-8925-07B648ECECE5}"/>
                    </a:ext>
                  </a:extLst>
                </p14:cNvPr>
                <p14:cNvContentPartPr/>
                <p14:nvPr/>
              </p14:nvContentPartPr>
              <p14:xfrm>
                <a:off x="2810723" y="464870"/>
                <a:ext cx="148320" cy="56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1E02239-BDE6-BDE5-8925-07B648ECECE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01723" y="456230"/>
                  <a:ext cx="1659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A61E1F4-5894-FC1E-9030-E7A243FEA76B}"/>
                    </a:ext>
                  </a:extLst>
                </p14:cNvPr>
                <p14:cNvContentPartPr/>
                <p14:nvPr/>
              </p14:nvContentPartPr>
              <p14:xfrm>
                <a:off x="3034283" y="431390"/>
                <a:ext cx="240120" cy="174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A61E1F4-5894-FC1E-9030-E7A243FEA76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25283" y="422390"/>
                  <a:ext cx="257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13C821A-4F98-DCA3-8994-8085355F1E4B}"/>
                    </a:ext>
                  </a:extLst>
                </p14:cNvPr>
                <p14:cNvContentPartPr/>
                <p14:nvPr/>
              </p14:nvContentPartPr>
              <p14:xfrm>
                <a:off x="3314003" y="417350"/>
                <a:ext cx="146160" cy="424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13C821A-4F98-DCA3-8994-8085355F1E4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05363" y="408710"/>
                  <a:ext cx="1638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12A295B-6918-0EC9-21DA-49B485E1D2AF}"/>
                    </a:ext>
                  </a:extLst>
                </p14:cNvPr>
                <p14:cNvContentPartPr/>
                <p14:nvPr/>
              </p14:nvContentPartPr>
              <p14:xfrm>
                <a:off x="3514163" y="455870"/>
                <a:ext cx="121680" cy="192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12A295B-6918-0EC9-21DA-49B485E1D2A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05163" y="446870"/>
                  <a:ext cx="139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76A9036-1180-C489-31BF-09CCC50EEF82}"/>
                    </a:ext>
                  </a:extLst>
                </p14:cNvPr>
                <p14:cNvContentPartPr/>
                <p14:nvPr/>
              </p14:nvContentPartPr>
              <p14:xfrm>
                <a:off x="3663203" y="430670"/>
                <a:ext cx="111600" cy="246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76A9036-1180-C489-31BF-09CCC50EEF8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54203" y="421670"/>
                  <a:ext cx="1292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193E3E-FCFE-E1E0-412C-EC6A5C44290F}"/>
                    </a:ext>
                  </a:extLst>
                </p14:cNvPr>
                <p14:cNvContentPartPr/>
                <p14:nvPr/>
              </p14:nvContentPartPr>
              <p14:xfrm>
                <a:off x="3860123" y="448670"/>
                <a:ext cx="223920" cy="225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A193E3E-FCFE-E1E0-412C-EC6A5C44290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51483" y="440030"/>
                  <a:ext cx="2415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2E48D91-1874-7E49-2FE0-4F1092CB5F4B}"/>
                    </a:ext>
                  </a:extLst>
                </p14:cNvPr>
                <p14:cNvContentPartPr/>
                <p14:nvPr/>
              </p14:nvContentPartPr>
              <p14:xfrm>
                <a:off x="4137683" y="431390"/>
                <a:ext cx="141120" cy="210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2E48D91-1874-7E49-2FE0-4F1092CB5F4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28683" y="422390"/>
                  <a:ext cx="1587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638CE89-9F6E-6116-C6EE-86220894F12B}"/>
                    </a:ext>
                  </a:extLst>
                </p14:cNvPr>
                <p14:cNvContentPartPr/>
                <p14:nvPr/>
              </p14:nvContentPartPr>
              <p14:xfrm>
                <a:off x="4273043" y="324470"/>
                <a:ext cx="59040" cy="334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638CE89-9F6E-6116-C6EE-86220894F12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64403" y="315470"/>
                  <a:ext cx="766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CCF4F23-723C-BE10-5018-D60D136F84E9}"/>
                    </a:ext>
                  </a:extLst>
                </p14:cNvPr>
                <p14:cNvContentPartPr/>
                <p14:nvPr/>
              </p14:nvContentPartPr>
              <p14:xfrm>
                <a:off x="4233083" y="434630"/>
                <a:ext cx="128520" cy="23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CCF4F23-723C-BE10-5018-D60D136F84E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24083" y="425630"/>
                  <a:ext cx="146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E5579AC-1BB3-AD38-A390-37894AEDAA72}"/>
                    </a:ext>
                  </a:extLst>
                </p14:cNvPr>
                <p14:cNvContentPartPr/>
                <p14:nvPr/>
              </p14:nvContentPartPr>
              <p14:xfrm>
                <a:off x="4433963" y="433550"/>
                <a:ext cx="169920" cy="192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E5579AC-1BB3-AD38-A390-37894AEDAA7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24963" y="424550"/>
                  <a:ext cx="187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8F94CA-C113-2500-939B-52D829EFA33B}"/>
                    </a:ext>
                  </a:extLst>
                </p14:cNvPr>
                <p14:cNvContentPartPr/>
                <p14:nvPr/>
              </p14:nvContentPartPr>
              <p14:xfrm>
                <a:off x="4595603" y="432110"/>
                <a:ext cx="135720" cy="208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8F94CA-C113-2500-939B-52D829EFA33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86963" y="423470"/>
                  <a:ext cx="153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375DCE-7E77-0778-CB3F-A980FF0F13FB}"/>
                    </a:ext>
                  </a:extLst>
                </p14:cNvPr>
                <p14:cNvContentPartPr/>
                <p14:nvPr/>
              </p14:nvContentPartPr>
              <p14:xfrm>
                <a:off x="5008883" y="427070"/>
                <a:ext cx="84600" cy="220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375DCE-7E77-0778-CB3F-A980FF0F13F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99883" y="418070"/>
                  <a:ext cx="1022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E0552C5-7597-52E8-D2E3-84BA4EFAD3B4}"/>
                    </a:ext>
                  </a:extLst>
                </p14:cNvPr>
                <p14:cNvContentPartPr/>
                <p14:nvPr/>
              </p14:nvContentPartPr>
              <p14:xfrm>
                <a:off x="5145683" y="429590"/>
                <a:ext cx="133560" cy="184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E0552C5-7597-52E8-D2E3-84BA4EFAD3B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37043" y="420950"/>
                  <a:ext cx="1512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D40CA83-4E00-006F-A4AF-D7F43173D4BA}"/>
                    </a:ext>
                  </a:extLst>
                </p14:cNvPr>
                <p14:cNvContentPartPr/>
                <p14:nvPr/>
              </p14:nvContentPartPr>
              <p14:xfrm>
                <a:off x="5301923" y="190550"/>
                <a:ext cx="129240" cy="468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D40CA83-4E00-006F-A4AF-D7F43173D4B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93283" y="181550"/>
                  <a:ext cx="14688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33C74A-4357-B428-782A-A4B9F3EAF039}"/>
                    </a:ext>
                  </a:extLst>
                </p14:cNvPr>
                <p14:cNvContentPartPr/>
                <p14:nvPr/>
              </p14:nvContentPartPr>
              <p14:xfrm>
                <a:off x="5525483" y="417350"/>
                <a:ext cx="119160" cy="212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33C74A-4357-B428-782A-A4B9F3EAF03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16483" y="408710"/>
                  <a:ext cx="136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FBDD4FE-B87C-2B40-EE57-AE1F49E9402F}"/>
                    </a:ext>
                  </a:extLst>
                </p14:cNvPr>
                <p14:cNvContentPartPr/>
                <p14:nvPr/>
              </p14:nvContentPartPr>
              <p14:xfrm>
                <a:off x="5671643" y="429950"/>
                <a:ext cx="88200" cy="201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FBDD4FE-B87C-2B40-EE57-AE1F49E940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63003" y="421310"/>
                  <a:ext cx="105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D84A70C-DC1E-7315-EDE5-E3D440C7D325}"/>
                    </a:ext>
                  </a:extLst>
                </p14:cNvPr>
                <p14:cNvContentPartPr/>
                <p14:nvPr/>
              </p14:nvContentPartPr>
              <p14:xfrm>
                <a:off x="5803403" y="218630"/>
                <a:ext cx="167400" cy="432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D84A70C-DC1E-7315-EDE5-E3D440C7D32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94763" y="209990"/>
                  <a:ext cx="18504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ADF7E5A-D92A-0177-3BA9-B7092F6AFA12}"/>
                    </a:ext>
                  </a:extLst>
                </p14:cNvPr>
                <p14:cNvContentPartPr/>
                <p14:nvPr/>
              </p14:nvContentPartPr>
              <p14:xfrm>
                <a:off x="6039923" y="417350"/>
                <a:ext cx="143280" cy="229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ADF7E5A-D92A-0177-3BA9-B7092F6AFA1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30923" y="408710"/>
                  <a:ext cx="1609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EC47795-5205-EC8F-4032-10C296EF552A}"/>
                    </a:ext>
                  </a:extLst>
                </p14:cNvPr>
                <p14:cNvContentPartPr/>
                <p14:nvPr/>
              </p14:nvContentPartPr>
              <p14:xfrm>
                <a:off x="6231443" y="398270"/>
                <a:ext cx="154800" cy="248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EC47795-5205-EC8F-4032-10C296EF552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222803" y="389630"/>
                  <a:ext cx="1724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2EC58BC-9D15-74E3-4C7F-9D009A5AAD3B}"/>
                    </a:ext>
                  </a:extLst>
                </p14:cNvPr>
                <p14:cNvContentPartPr/>
                <p14:nvPr/>
              </p14:nvContentPartPr>
              <p14:xfrm>
                <a:off x="6459323" y="406190"/>
                <a:ext cx="132840" cy="244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2EC58BC-9D15-74E3-4C7F-9D009A5AAD3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50683" y="397550"/>
                  <a:ext cx="1504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4C35F5A-9459-2149-E2AD-EE6ACC421BB9}"/>
                    </a:ext>
                  </a:extLst>
                </p14:cNvPr>
                <p14:cNvContentPartPr/>
                <p14:nvPr/>
              </p14:nvContentPartPr>
              <p14:xfrm>
                <a:off x="3729443" y="414110"/>
                <a:ext cx="97920" cy="258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4C35F5A-9459-2149-E2AD-EE6ACC421BB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20803" y="405470"/>
                  <a:ext cx="115560" cy="27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6363D38-CA1E-6829-99D7-F61BB8224DBD}"/>
                  </a:ext>
                </a:extLst>
              </p14:cNvPr>
              <p14:cNvContentPartPr/>
              <p14:nvPr/>
            </p14:nvContentPartPr>
            <p14:xfrm>
              <a:off x="2084963" y="1347590"/>
              <a:ext cx="25560" cy="14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6363D38-CA1E-6829-99D7-F61BB8224DB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076323" y="1338590"/>
                <a:ext cx="4320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6B0E1128-98F1-E705-903A-F16B3ACD83DF}"/>
              </a:ext>
            </a:extLst>
          </p:cNvPr>
          <p:cNvGrpSpPr/>
          <p:nvPr/>
        </p:nvGrpSpPr>
        <p:grpSpPr>
          <a:xfrm>
            <a:off x="587363" y="1177670"/>
            <a:ext cx="1177920" cy="472320"/>
            <a:chOff x="587363" y="1177670"/>
            <a:chExt cx="1177920" cy="47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6CE8B1E-E3FE-55CC-5380-15A6981CCA32}"/>
                    </a:ext>
                  </a:extLst>
                </p14:cNvPr>
                <p14:cNvContentPartPr/>
                <p14:nvPr/>
              </p14:nvContentPartPr>
              <p14:xfrm>
                <a:off x="601043" y="1228070"/>
                <a:ext cx="82080" cy="306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6CE8B1E-E3FE-55CC-5380-15A6981CCA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2403" y="1219430"/>
                  <a:ext cx="997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613901D-2ADF-EA07-1C9E-679DFC86B35F}"/>
                    </a:ext>
                  </a:extLst>
                </p14:cNvPr>
                <p14:cNvContentPartPr/>
                <p14:nvPr/>
              </p14:nvContentPartPr>
              <p14:xfrm>
                <a:off x="587363" y="1177670"/>
                <a:ext cx="197640" cy="443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613901D-2ADF-EA07-1C9E-679DFC86B35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8723" y="1168670"/>
                  <a:ext cx="21528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CFF9320-A996-FA41-4265-1D4189F80203}"/>
                    </a:ext>
                  </a:extLst>
                </p14:cNvPr>
                <p14:cNvContentPartPr/>
                <p14:nvPr/>
              </p14:nvContentPartPr>
              <p14:xfrm>
                <a:off x="901283" y="1445870"/>
                <a:ext cx="44280" cy="149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CFF9320-A996-FA41-4265-1D4189F8020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92283" y="1436870"/>
                  <a:ext cx="619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21C10AD-68CB-CEB9-1550-FF2743294F88}"/>
                    </a:ext>
                  </a:extLst>
                </p14:cNvPr>
                <p14:cNvContentPartPr/>
                <p14:nvPr/>
              </p14:nvContentPartPr>
              <p14:xfrm>
                <a:off x="896243" y="1351910"/>
                <a:ext cx="36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21C10AD-68CB-CEB9-1550-FF2743294F8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7243" y="13432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9AAF29D-CBE0-49D8-4175-6F42224D1956}"/>
                    </a:ext>
                  </a:extLst>
                </p14:cNvPr>
                <p14:cNvContentPartPr/>
                <p14:nvPr/>
              </p14:nvContentPartPr>
              <p14:xfrm>
                <a:off x="1016843" y="1218710"/>
                <a:ext cx="124920" cy="403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9AAF29D-CBE0-49D8-4175-6F42224D195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07843" y="1209710"/>
                  <a:ext cx="1425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D490AD8-A9B5-9A94-8220-7E6DD74AE80C}"/>
                    </a:ext>
                  </a:extLst>
                </p14:cNvPr>
                <p14:cNvContentPartPr/>
                <p14:nvPr/>
              </p14:nvContentPartPr>
              <p14:xfrm>
                <a:off x="1211243" y="1454870"/>
                <a:ext cx="111960" cy="181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D490AD8-A9B5-9A94-8220-7E6DD74AE80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202603" y="1445870"/>
                  <a:ext cx="129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34E4C1C-8BEB-0752-7253-ECB8D97FF278}"/>
                    </a:ext>
                  </a:extLst>
                </p14:cNvPr>
                <p14:cNvContentPartPr/>
                <p14:nvPr/>
              </p14:nvContentPartPr>
              <p14:xfrm>
                <a:off x="1388003" y="1443350"/>
                <a:ext cx="194040" cy="206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34E4C1C-8BEB-0752-7253-ECB8D97FF27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79363" y="1434710"/>
                  <a:ext cx="211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FCB4A6D-804D-EC27-ACA4-AFD538C93DCD}"/>
                    </a:ext>
                  </a:extLst>
                </p14:cNvPr>
                <p14:cNvContentPartPr/>
                <p14:nvPr/>
              </p14:nvContentPartPr>
              <p14:xfrm>
                <a:off x="1620563" y="1266230"/>
                <a:ext cx="57240" cy="374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FCB4A6D-804D-EC27-ACA4-AFD538C93DC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611923" y="1257230"/>
                  <a:ext cx="748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32E7DEC-FBB9-3A0E-0B37-42EA22FA80FF}"/>
                    </a:ext>
                  </a:extLst>
                </p14:cNvPr>
                <p14:cNvContentPartPr/>
                <p14:nvPr/>
              </p14:nvContentPartPr>
              <p14:xfrm>
                <a:off x="1586723" y="1434350"/>
                <a:ext cx="1785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32E7DEC-FBB9-3A0E-0B37-42EA22FA80F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77723" y="1425710"/>
                  <a:ext cx="1962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09DF904-D7FA-C841-BA7A-0279F81F0FF2}"/>
              </a:ext>
            </a:extLst>
          </p:cNvPr>
          <p:cNvGrpSpPr/>
          <p:nvPr/>
        </p:nvGrpSpPr>
        <p:grpSpPr>
          <a:xfrm>
            <a:off x="2028803" y="950150"/>
            <a:ext cx="7044120" cy="822960"/>
            <a:chOff x="2028803" y="950150"/>
            <a:chExt cx="7044120" cy="82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FB9E74B-6E4C-0B41-BED7-FC971B51DBAA}"/>
                    </a:ext>
                  </a:extLst>
                </p14:cNvPr>
                <p14:cNvContentPartPr/>
                <p14:nvPr/>
              </p14:nvContentPartPr>
              <p14:xfrm>
                <a:off x="2028803" y="1208630"/>
                <a:ext cx="155160" cy="371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FB9E74B-6E4C-0B41-BED7-FC971B51DBA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20163" y="1199630"/>
                  <a:ext cx="17280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C5A2B6B-D07A-B2B2-02F7-90D9CE7E163E}"/>
                    </a:ext>
                  </a:extLst>
                </p14:cNvPr>
                <p14:cNvContentPartPr/>
                <p14:nvPr/>
              </p14:nvContentPartPr>
              <p14:xfrm>
                <a:off x="2222843" y="1339670"/>
                <a:ext cx="185760" cy="232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C5A2B6B-D07A-B2B2-02F7-90D9CE7E163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14203" y="1331030"/>
                  <a:ext cx="2034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34827E4-A0B4-4B91-5063-D24C8EE3014A}"/>
                    </a:ext>
                  </a:extLst>
                </p14:cNvPr>
                <p14:cNvContentPartPr/>
                <p14:nvPr/>
              </p14:nvContentPartPr>
              <p14:xfrm>
                <a:off x="2436683" y="1352990"/>
                <a:ext cx="165960" cy="164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34827E4-A0B4-4B91-5063-D24C8EE3014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27683" y="1344350"/>
                  <a:ext cx="183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B26FF4C-6BE6-4471-103E-E77FCA9B0D0C}"/>
                    </a:ext>
                  </a:extLst>
                </p14:cNvPr>
                <p14:cNvContentPartPr/>
                <p14:nvPr/>
              </p14:nvContentPartPr>
              <p14:xfrm>
                <a:off x="2715323" y="1294310"/>
                <a:ext cx="106920" cy="219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B26FF4C-6BE6-4471-103E-E77FCA9B0D0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06323" y="1285670"/>
                  <a:ext cx="124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2DEB323-9059-2733-8254-C895FD50050D}"/>
                    </a:ext>
                  </a:extLst>
                </p14:cNvPr>
                <p14:cNvContentPartPr/>
                <p14:nvPr/>
              </p14:nvContentPartPr>
              <p14:xfrm>
                <a:off x="2610923" y="1337150"/>
                <a:ext cx="39240" cy="207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2DEB323-9059-2733-8254-C895FD50050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602283" y="1328510"/>
                  <a:ext cx="568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AE5C89F-752F-D955-DEA5-3B605DA0ECF4}"/>
                    </a:ext>
                  </a:extLst>
                </p14:cNvPr>
                <p14:cNvContentPartPr/>
                <p14:nvPr/>
              </p14:nvContentPartPr>
              <p14:xfrm>
                <a:off x="2583563" y="1185950"/>
                <a:ext cx="360" cy="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AE5C89F-752F-D955-DEA5-3B605DA0ECF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74563" y="11769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6F17870-94A3-2BC2-CF97-7D318304B451}"/>
                    </a:ext>
                  </a:extLst>
                </p14:cNvPr>
                <p14:cNvContentPartPr/>
                <p14:nvPr/>
              </p14:nvContentPartPr>
              <p14:xfrm>
                <a:off x="2850683" y="1336070"/>
                <a:ext cx="157320" cy="196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6F17870-94A3-2BC2-CF97-7D318304B45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842043" y="1327430"/>
                  <a:ext cx="1749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9DEFAA6-75FC-4AAD-B34B-2B024E6A424C}"/>
                    </a:ext>
                  </a:extLst>
                </p14:cNvPr>
                <p14:cNvContentPartPr/>
                <p14:nvPr/>
              </p14:nvContentPartPr>
              <p14:xfrm>
                <a:off x="2948603" y="1177670"/>
                <a:ext cx="169920" cy="402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9DEFAA6-75FC-4AAD-B34B-2B024E6A424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939963" y="1168670"/>
                  <a:ext cx="18756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07E0AD1-AA33-75DE-1239-2CA79A90401E}"/>
                    </a:ext>
                  </a:extLst>
                </p14:cNvPr>
                <p14:cNvContentPartPr/>
                <p14:nvPr/>
              </p14:nvContentPartPr>
              <p14:xfrm>
                <a:off x="3166043" y="1342910"/>
                <a:ext cx="101880" cy="195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07E0AD1-AA33-75DE-1239-2CA79A90401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157043" y="1333910"/>
                  <a:ext cx="119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1D25CC-FFC5-6A47-C36A-ADB4D331117F}"/>
                    </a:ext>
                  </a:extLst>
                </p14:cNvPr>
                <p14:cNvContentPartPr/>
                <p14:nvPr/>
              </p14:nvContentPartPr>
              <p14:xfrm>
                <a:off x="3266483" y="1325630"/>
                <a:ext cx="147240" cy="224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1D25CC-FFC5-6A47-C36A-ADB4D331117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257483" y="1316630"/>
                  <a:ext cx="1648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16A47A8-EDF9-D5E2-1396-5D355D6B6F9B}"/>
                    </a:ext>
                  </a:extLst>
                </p14:cNvPr>
                <p14:cNvContentPartPr/>
                <p14:nvPr/>
              </p14:nvContentPartPr>
              <p14:xfrm>
                <a:off x="3389243" y="1188110"/>
                <a:ext cx="210240" cy="356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16A47A8-EDF9-D5E2-1396-5D355D6B6F9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380603" y="1179470"/>
                  <a:ext cx="2278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5189852-D783-1B60-7752-1C702F913947}"/>
                    </a:ext>
                  </a:extLst>
                </p14:cNvPr>
                <p14:cNvContentPartPr/>
                <p14:nvPr/>
              </p14:nvContentPartPr>
              <p14:xfrm>
                <a:off x="3812243" y="1276310"/>
                <a:ext cx="135000" cy="496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5189852-D783-1B60-7752-1C702F91394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803603" y="1267670"/>
                  <a:ext cx="15264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8F1653A-650A-5355-0F0F-56E3E4CCEC5B}"/>
                    </a:ext>
                  </a:extLst>
                </p14:cNvPr>
                <p14:cNvContentPartPr/>
                <p14:nvPr/>
              </p14:nvContentPartPr>
              <p14:xfrm>
                <a:off x="4001243" y="1309070"/>
                <a:ext cx="147960" cy="227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8F1653A-650A-5355-0F0F-56E3E4CCEC5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992603" y="1300070"/>
                  <a:ext cx="1656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F0DF3DD-0537-D045-F738-BF4E24A9D022}"/>
                    </a:ext>
                  </a:extLst>
                </p14:cNvPr>
                <p14:cNvContentPartPr/>
                <p14:nvPr/>
              </p14:nvContentPartPr>
              <p14:xfrm>
                <a:off x="4182683" y="1060310"/>
                <a:ext cx="50040" cy="441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F0DF3DD-0537-D045-F738-BF4E24A9D02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174043" y="1051670"/>
                  <a:ext cx="676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9255BA4-CCA2-149F-E349-AA2DF27F1E99}"/>
                    </a:ext>
                  </a:extLst>
                </p14:cNvPr>
                <p14:cNvContentPartPr/>
                <p14:nvPr/>
              </p14:nvContentPartPr>
              <p14:xfrm>
                <a:off x="4239203" y="1306190"/>
                <a:ext cx="150840" cy="205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9255BA4-CCA2-149F-E349-AA2DF27F1E9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230563" y="1297190"/>
                  <a:ext cx="1684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D7AD71A-A0C8-F3DB-5183-A7E0B0E0DD85}"/>
                    </a:ext>
                  </a:extLst>
                </p14:cNvPr>
                <p14:cNvContentPartPr/>
                <p14:nvPr/>
              </p14:nvContentPartPr>
              <p14:xfrm>
                <a:off x="4442243" y="1314470"/>
                <a:ext cx="165240" cy="222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D7AD71A-A0C8-F3DB-5183-A7E0B0E0DD8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433603" y="1305830"/>
                  <a:ext cx="182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21A6F47-C184-A2C9-F098-CD5930092A81}"/>
                    </a:ext>
                  </a:extLst>
                </p14:cNvPr>
                <p14:cNvContentPartPr/>
                <p14:nvPr/>
              </p14:nvContentPartPr>
              <p14:xfrm>
                <a:off x="4632323" y="1281710"/>
                <a:ext cx="149760" cy="214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21A6F47-C184-A2C9-F098-CD5930092A8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623323" y="1273070"/>
                  <a:ext cx="1674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F6252EA-FF9D-439A-91A7-309F55813D93}"/>
                    </a:ext>
                  </a:extLst>
                </p14:cNvPr>
                <p14:cNvContentPartPr/>
                <p14:nvPr/>
              </p14:nvContentPartPr>
              <p14:xfrm>
                <a:off x="4847603" y="1266590"/>
                <a:ext cx="101160" cy="203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F6252EA-FF9D-439A-91A7-309F55813D9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838963" y="1257950"/>
                  <a:ext cx="118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43BB2F1-BB48-EE4F-12EA-001AD34B6060}"/>
                    </a:ext>
                  </a:extLst>
                </p14:cNvPr>
                <p14:cNvContentPartPr/>
                <p14:nvPr/>
              </p14:nvContentPartPr>
              <p14:xfrm>
                <a:off x="5082683" y="1275590"/>
                <a:ext cx="224280" cy="211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43BB2F1-BB48-EE4F-12EA-001AD34B606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073683" y="1266590"/>
                  <a:ext cx="2419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E9A70D6-9A6F-ABB4-C5D6-1543805D63BF}"/>
                    </a:ext>
                  </a:extLst>
                </p14:cNvPr>
                <p14:cNvContentPartPr/>
                <p14:nvPr/>
              </p14:nvContentPartPr>
              <p14:xfrm>
                <a:off x="5410643" y="1240310"/>
                <a:ext cx="177480" cy="213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E9A70D6-9A6F-ABB4-C5D6-1543805D63B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401643" y="1231670"/>
                  <a:ext cx="1951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CAA98D4-C7EC-A92E-13BF-4F9F029E5A9D}"/>
                    </a:ext>
                  </a:extLst>
                </p14:cNvPr>
                <p14:cNvContentPartPr/>
                <p14:nvPr/>
              </p14:nvContentPartPr>
              <p14:xfrm>
                <a:off x="5585243" y="1106750"/>
                <a:ext cx="43200" cy="380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CAA98D4-C7EC-A92E-13BF-4F9F029E5A9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576243" y="1098110"/>
                  <a:ext cx="608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DEA836E-283D-C1F5-9032-BF5062D43ECE}"/>
                    </a:ext>
                  </a:extLst>
                </p14:cNvPr>
                <p14:cNvContentPartPr/>
                <p14:nvPr/>
              </p14:nvContentPartPr>
              <p14:xfrm>
                <a:off x="5533763" y="1269470"/>
                <a:ext cx="124560" cy="25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DEA836E-283D-C1F5-9032-BF5062D43EC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524763" y="1260470"/>
                  <a:ext cx="142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3B829E3-82B8-7F55-FE46-636FB25B5321}"/>
                    </a:ext>
                  </a:extLst>
                </p14:cNvPr>
                <p14:cNvContentPartPr/>
                <p14:nvPr/>
              </p14:nvContentPartPr>
              <p14:xfrm>
                <a:off x="5702963" y="1246430"/>
                <a:ext cx="147240" cy="222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3B829E3-82B8-7F55-FE46-636FB25B532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694323" y="1237790"/>
                  <a:ext cx="164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D21CD47-E7D8-63BC-5AB5-7695A10AE442}"/>
                    </a:ext>
                  </a:extLst>
                </p14:cNvPr>
                <p14:cNvContentPartPr/>
                <p14:nvPr/>
              </p14:nvContentPartPr>
              <p14:xfrm>
                <a:off x="5842283" y="1283870"/>
                <a:ext cx="153720" cy="187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D21CD47-E7D8-63BC-5AB5-7695A10AE44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833283" y="1275230"/>
                  <a:ext cx="1713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47C7BD0-A236-6D5D-F535-891EC2FA0251}"/>
                    </a:ext>
                  </a:extLst>
                </p14:cNvPr>
                <p14:cNvContentPartPr/>
                <p14:nvPr/>
              </p14:nvContentPartPr>
              <p14:xfrm>
                <a:off x="6206603" y="950150"/>
                <a:ext cx="155880" cy="453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47C7BD0-A236-6D5D-F535-891EC2FA025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197603" y="941150"/>
                  <a:ext cx="17352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1ACD083-7C8F-A2C9-2572-C310A333EA0D}"/>
                    </a:ext>
                  </a:extLst>
                </p14:cNvPr>
                <p14:cNvContentPartPr/>
                <p14:nvPr/>
              </p14:nvContentPartPr>
              <p14:xfrm>
                <a:off x="6455003" y="1040870"/>
                <a:ext cx="29520" cy="464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1ACD083-7C8F-A2C9-2572-C310A333EA0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446003" y="1031870"/>
                  <a:ext cx="4716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E63D6D9-371E-B2C8-32E8-334262626E94}"/>
                    </a:ext>
                  </a:extLst>
                </p14:cNvPr>
                <p14:cNvContentPartPr/>
                <p14:nvPr/>
              </p14:nvContentPartPr>
              <p14:xfrm>
                <a:off x="6438083" y="1205030"/>
                <a:ext cx="158040" cy="217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E63D6D9-371E-B2C8-32E8-334262626E9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429083" y="1196390"/>
                  <a:ext cx="1756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C611858-ABA5-F147-62E1-0AC263E57747}"/>
                    </a:ext>
                  </a:extLst>
                </p14:cNvPr>
                <p14:cNvContentPartPr/>
                <p14:nvPr/>
              </p14:nvContentPartPr>
              <p14:xfrm>
                <a:off x="6651923" y="1193870"/>
                <a:ext cx="124920" cy="221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C611858-ABA5-F147-62E1-0AC263E5774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642923" y="1184870"/>
                  <a:ext cx="1425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8EFAF4B-5A73-3691-1CFC-2B6A5F3A8963}"/>
                    </a:ext>
                  </a:extLst>
                </p14:cNvPr>
                <p14:cNvContentPartPr/>
                <p14:nvPr/>
              </p14:nvContentPartPr>
              <p14:xfrm>
                <a:off x="6859283" y="1203590"/>
                <a:ext cx="212400" cy="218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8EFAF4B-5A73-3691-1CFC-2B6A5F3A896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850643" y="1194950"/>
                  <a:ext cx="2300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D04EC87-1BF6-934B-C8C9-7073B53BA6B7}"/>
                    </a:ext>
                  </a:extLst>
                </p14:cNvPr>
                <p14:cNvContentPartPr/>
                <p14:nvPr/>
              </p14:nvContentPartPr>
              <p14:xfrm>
                <a:off x="7165643" y="1198190"/>
                <a:ext cx="129600" cy="402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D04EC87-1BF6-934B-C8C9-7073B53BA6B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156643" y="1189550"/>
                  <a:ext cx="14724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1A7D884-2A0B-8F8B-F7BD-18D7E6F532F7}"/>
                    </a:ext>
                  </a:extLst>
                </p14:cNvPr>
                <p14:cNvContentPartPr/>
                <p14:nvPr/>
              </p14:nvContentPartPr>
              <p14:xfrm>
                <a:off x="7319003" y="1186310"/>
                <a:ext cx="163440" cy="245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1A7D884-2A0B-8F8B-F7BD-18D7E6F532F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310003" y="1177310"/>
                  <a:ext cx="1810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500C76-1A6E-BBE2-2BA5-C09ED899BD81}"/>
                    </a:ext>
                  </a:extLst>
                </p14:cNvPr>
                <p14:cNvContentPartPr/>
                <p14:nvPr/>
              </p14:nvContentPartPr>
              <p14:xfrm>
                <a:off x="7526003" y="1214030"/>
                <a:ext cx="95400" cy="239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500C76-1A6E-BBE2-2BA5-C09ED899BD8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517363" y="1205390"/>
                  <a:ext cx="113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02D2CC0-ABF6-5494-B325-164C39C97D97}"/>
                    </a:ext>
                  </a:extLst>
                </p14:cNvPr>
                <p14:cNvContentPartPr/>
                <p14:nvPr/>
              </p14:nvContentPartPr>
              <p14:xfrm>
                <a:off x="7646243" y="1234190"/>
                <a:ext cx="161280" cy="217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02D2CC0-ABF6-5494-B325-164C39C97D9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637603" y="1225190"/>
                  <a:ext cx="1789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F653C04-1B76-9F84-8CBA-1914FA46A728}"/>
                    </a:ext>
                  </a:extLst>
                </p14:cNvPr>
                <p14:cNvContentPartPr/>
                <p14:nvPr/>
              </p14:nvContentPartPr>
              <p14:xfrm>
                <a:off x="7840643" y="1227710"/>
                <a:ext cx="133560" cy="233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F653C04-1B76-9F84-8CBA-1914FA46A72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832003" y="1218710"/>
                  <a:ext cx="1512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0809251-E792-0C73-3C9F-044691221470}"/>
                    </a:ext>
                  </a:extLst>
                </p14:cNvPr>
                <p14:cNvContentPartPr/>
                <p14:nvPr/>
              </p14:nvContentPartPr>
              <p14:xfrm>
                <a:off x="8138723" y="1206110"/>
                <a:ext cx="231120" cy="243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0809251-E792-0C73-3C9F-04469122147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130083" y="1197110"/>
                  <a:ext cx="2487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2D09D73-01F0-756A-1A82-55F591204AEF}"/>
                    </a:ext>
                  </a:extLst>
                </p14:cNvPr>
                <p14:cNvContentPartPr/>
                <p14:nvPr/>
              </p14:nvContentPartPr>
              <p14:xfrm>
                <a:off x="8485043" y="1184510"/>
                <a:ext cx="176400" cy="263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2D09D73-01F0-756A-1A82-55F591204AE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476043" y="1175870"/>
                  <a:ext cx="1940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447186C-5211-9224-8F6F-4F3847FDD25E}"/>
                    </a:ext>
                  </a:extLst>
                </p14:cNvPr>
                <p14:cNvContentPartPr/>
                <p14:nvPr/>
              </p14:nvContentPartPr>
              <p14:xfrm>
                <a:off x="8627963" y="1086230"/>
                <a:ext cx="54360" cy="353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447186C-5211-9224-8F6F-4F3847FDD25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619323" y="1077230"/>
                  <a:ext cx="720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A297D53-35E4-E726-656D-31DC2146C5E9}"/>
                    </a:ext>
                  </a:extLst>
                </p14:cNvPr>
                <p14:cNvContentPartPr/>
                <p14:nvPr/>
              </p14:nvContentPartPr>
              <p14:xfrm>
                <a:off x="8626883" y="1220870"/>
                <a:ext cx="122040" cy="8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A297D53-35E4-E726-656D-31DC2146C5E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617883" y="1212230"/>
                  <a:ext cx="139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8D5DEF9-1C3B-FEFA-960D-C335B3374D0F}"/>
                    </a:ext>
                  </a:extLst>
                </p14:cNvPr>
                <p14:cNvContentPartPr/>
                <p14:nvPr/>
              </p14:nvContentPartPr>
              <p14:xfrm>
                <a:off x="8779883" y="1179110"/>
                <a:ext cx="117000" cy="236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8D5DEF9-1C3B-FEFA-960D-C335B3374D0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771243" y="1170110"/>
                  <a:ext cx="1346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F6A954B-28E3-B318-3ABA-3687E28C5CFE}"/>
                    </a:ext>
                  </a:extLst>
                </p14:cNvPr>
                <p14:cNvContentPartPr/>
                <p14:nvPr/>
              </p14:nvContentPartPr>
              <p14:xfrm>
                <a:off x="8935763" y="1187030"/>
                <a:ext cx="137160" cy="252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F6A954B-28E3-B318-3ABA-3687E28C5CF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926763" y="1178030"/>
                  <a:ext cx="154800" cy="26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AACEBA9-7946-C46F-F738-E993A5B17A00}"/>
                  </a:ext>
                </a:extLst>
              </p14:cNvPr>
              <p14:cNvContentPartPr/>
              <p14:nvPr/>
            </p14:nvContentPartPr>
            <p14:xfrm>
              <a:off x="9318443" y="1376390"/>
              <a:ext cx="66600" cy="1904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AACEBA9-7946-C46F-F738-E993A5B17A00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9309803" y="1367750"/>
                <a:ext cx="84240" cy="20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889C6B6-2E09-5963-E2EA-288A3F9A7560}"/>
              </a:ext>
            </a:extLst>
          </p:cNvPr>
          <p:cNvGrpSpPr/>
          <p:nvPr/>
        </p:nvGrpSpPr>
        <p:grpSpPr>
          <a:xfrm>
            <a:off x="9832163" y="982550"/>
            <a:ext cx="430920" cy="454680"/>
            <a:chOff x="9832163" y="982550"/>
            <a:chExt cx="430920" cy="45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4C22234-3A48-F218-5604-1D6D98D4D4D1}"/>
                    </a:ext>
                  </a:extLst>
                </p14:cNvPr>
                <p14:cNvContentPartPr/>
                <p14:nvPr/>
              </p14:nvContentPartPr>
              <p14:xfrm>
                <a:off x="9832163" y="1158230"/>
                <a:ext cx="68040" cy="223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4C22234-3A48-F218-5604-1D6D98D4D4D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823163" y="1149590"/>
                  <a:ext cx="85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3D2276B-0733-8573-950A-A2FEE906005F}"/>
                    </a:ext>
                  </a:extLst>
                </p14:cNvPr>
                <p14:cNvContentPartPr/>
                <p14:nvPr/>
              </p14:nvContentPartPr>
              <p14:xfrm>
                <a:off x="9948803" y="1210790"/>
                <a:ext cx="167400" cy="179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3D2276B-0733-8573-950A-A2FEE906005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939803" y="1201790"/>
                  <a:ext cx="185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A0B8CB9-3EAA-B459-EE52-68FB53E7A0D3}"/>
                    </a:ext>
                  </a:extLst>
                </p14:cNvPr>
                <p14:cNvContentPartPr/>
                <p14:nvPr/>
              </p14:nvContentPartPr>
              <p14:xfrm>
                <a:off x="10082003" y="982550"/>
                <a:ext cx="181080" cy="454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A0B8CB9-3EAA-B459-EE52-68FB53E7A0D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073003" y="973550"/>
                  <a:ext cx="198720" cy="47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A2FC80C-C828-5307-C048-EC26CB698FEE}"/>
              </a:ext>
            </a:extLst>
          </p:cNvPr>
          <p:cNvGrpSpPr/>
          <p:nvPr/>
        </p:nvGrpSpPr>
        <p:grpSpPr>
          <a:xfrm>
            <a:off x="10321763" y="1004870"/>
            <a:ext cx="1580760" cy="490320"/>
            <a:chOff x="10321763" y="1004870"/>
            <a:chExt cx="1580760" cy="49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A9A8986-BC7A-09FD-CECD-452733C48F4F}"/>
                    </a:ext>
                  </a:extLst>
                </p14:cNvPr>
                <p14:cNvContentPartPr/>
                <p14:nvPr/>
              </p14:nvContentPartPr>
              <p14:xfrm>
                <a:off x="10321763" y="1207190"/>
                <a:ext cx="148680" cy="189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A9A8986-BC7A-09FD-CECD-452733C48F4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312763" y="1198550"/>
                  <a:ext cx="1663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4CB2CEC-27E0-014F-C7C3-50DC94820FBC}"/>
                    </a:ext>
                  </a:extLst>
                </p14:cNvPr>
                <p14:cNvContentPartPr/>
                <p14:nvPr/>
              </p14:nvContentPartPr>
              <p14:xfrm>
                <a:off x="10517243" y="1176950"/>
                <a:ext cx="202680" cy="195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4CB2CEC-27E0-014F-C7C3-50DC94820FB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508603" y="1167950"/>
                  <a:ext cx="2203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B33081-35A1-C5C9-A48C-AFF86E8E0119}"/>
                    </a:ext>
                  </a:extLst>
                </p14:cNvPr>
                <p14:cNvContentPartPr/>
                <p14:nvPr/>
              </p14:nvContentPartPr>
              <p14:xfrm>
                <a:off x="10683203" y="1004870"/>
                <a:ext cx="159840" cy="328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B33081-35A1-C5C9-A48C-AFF86E8E011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674563" y="996230"/>
                  <a:ext cx="1774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99F761C-7F83-7B20-77BB-87FD6626F98D}"/>
                    </a:ext>
                  </a:extLst>
                </p14:cNvPr>
                <p14:cNvContentPartPr/>
                <p14:nvPr/>
              </p14:nvContentPartPr>
              <p14:xfrm>
                <a:off x="10926563" y="1141310"/>
                <a:ext cx="150120" cy="224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99F761C-7F83-7B20-77BB-87FD6626F98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917923" y="1132670"/>
                  <a:ext cx="1677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A2B4009-70EA-C371-C9B1-14BEAE25D3A8}"/>
                    </a:ext>
                  </a:extLst>
                </p14:cNvPr>
                <p14:cNvContentPartPr/>
                <p14:nvPr/>
              </p14:nvContentPartPr>
              <p14:xfrm>
                <a:off x="11096123" y="1139510"/>
                <a:ext cx="225000" cy="2196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A2B4009-70EA-C371-C9B1-14BEAE25D3A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087483" y="1130870"/>
                  <a:ext cx="2426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EACB788-5A8F-290F-6BDC-19E3A84E2174}"/>
                    </a:ext>
                  </a:extLst>
                </p14:cNvPr>
                <p14:cNvContentPartPr/>
                <p14:nvPr/>
              </p14:nvContentPartPr>
              <p14:xfrm>
                <a:off x="11368643" y="1146350"/>
                <a:ext cx="112680" cy="348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EACB788-5A8F-290F-6BDC-19E3A84E217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360003" y="1137350"/>
                  <a:ext cx="130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48A9327-7D15-2140-1C4F-7ACB1FB692BC}"/>
                    </a:ext>
                  </a:extLst>
                </p14:cNvPr>
                <p14:cNvContentPartPr/>
                <p14:nvPr/>
              </p14:nvContentPartPr>
              <p14:xfrm>
                <a:off x="11519123" y="1158590"/>
                <a:ext cx="119520" cy="211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48A9327-7D15-2140-1C4F-7ACB1FB692B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510483" y="1149590"/>
                  <a:ext cx="1371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50B14C3-A95F-A2BA-DF3F-1B505F66D638}"/>
                    </a:ext>
                  </a:extLst>
                </p14:cNvPr>
                <p14:cNvContentPartPr/>
                <p14:nvPr/>
              </p14:nvContentPartPr>
              <p14:xfrm>
                <a:off x="11629643" y="1173350"/>
                <a:ext cx="118440" cy="214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50B14C3-A95F-A2BA-DF3F-1B505F66D63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621003" y="1164710"/>
                  <a:ext cx="1360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EE30D88-3B1D-C261-6963-5D6155287942}"/>
                    </a:ext>
                  </a:extLst>
                </p14:cNvPr>
                <p14:cNvContentPartPr/>
                <p14:nvPr/>
              </p14:nvContentPartPr>
              <p14:xfrm>
                <a:off x="11784083" y="1172270"/>
                <a:ext cx="118440" cy="209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EE30D88-3B1D-C261-6963-5D615528794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775443" y="1163270"/>
                  <a:ext cx="13608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463E648-AA2C-D001-C2F2-8BDE460BD2E6}"/>
              </a:ext>
            </a:extLst>
          </p:cNvPr>
          <p:cNvGrpSpPr/>
          <p:nvPr/>
        </p:nvGrpSpPr>
        <p:grpSpPr>
          <a:xfrm>
            <a:off x="638483" y="1872830"/>
            <a:ext cx="841680" cy="375120"/>
            <a:chOff x="638483" y="1872830"/>
            <a:chExt cx="84168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C1FDD22-CACD-5421-9DE8-6264D10AC6DA}"/>
                    </a:ext>
                  </a:extLst>
                </p14:cNvPr>
                <p14:cNvContentPartPr/>
                <p14:nvPr/>
              </p14:nvContentPartPr>
              <p14:xfrm>
                <a:off x="638483" y="1890830"/>
                <a:ext cx="236880" cy="305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C1FDD22-CACD-5421-9DE8-6264D10AC6D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29483" y="1882190"/>
                  <a:ext cx="254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A59A2E2-8102-6D72-7F93-8CD2CCE9CEC9}"/>
                    </a:ext>
                  </a:extLst>
                </p14:cNvPr>
                <p14:cNvContentPartPr/>
                <p14:nvPr/>
              </p14:nvContentPartPr>
              <p14:xfrm>
                <a:off x="903083" y="2019710"/>
                <a:ext cx="187920" cy="214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A59A2E2-8102-6D72-7F93-8CD2CCE9CEC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94443" y="2010710"/>
                  <a:ext cx="205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62966EA-75AC-9C99-242E-F5369BAF9A3E}"/>
                    </a:ext>
                  </a:extLst>
                </p14:cNvPr>
                <p14:cNvContentPartPr/>
                <p14:nvPr/>
              </p14:nvContentPartPr>
              <p14:xfrm>
                <a:off x="1069043" y="1872830"/>
                <a:ext cx="27000" cy="348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62966EA-75AC-9C99-242E-F5369BAF9A3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60403" y="1863830"/>
                  <a:ext cx="446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CA74654-9784-EB6C-11A1-6999D34405E3}"/>
                    </a:ext>
                  </a:extLst>
                </p14:cNvPr>
                <p14:cNvContentPartPr/>
                <p14:nvPr/>
              </p14:nvContentPartPr>
              <p14:xfrm>
                <a:off x="994163" y="2024030"/>
                <a:ext cx="134640" cy="27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CA74654-9784-EB6C-11A1-6999D34405E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85163" y="2015390"/>
                  <a:ext cx="152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2D8C56C-BC6F-2FC4-0B9C-616CC97F3CD3}"/>
                    </a:ext>
                  </a:extLst>
                </p14:cNvPr>
                <p14:cNvContentPartPr/>
                <p14:nvPr/>
              </p14:nvContentPartPr>
              <p14:xfrm>
                <a:off x="1148243" y="2023670"/>
                <a:ext cx="146520" cy="209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2D8C56C-BC6F-2FC4-0B9C-616CC97F3CD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39243" y="2015030"/>
                  <a:ext cx="1641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D913C00-29D8-F50A-0B42-E4E7341C5936}"/>
                    </a:ext>
                  </a:extLst>
                </p14:cNvPr>
                <p14:cNvContentPartPr/>
                <p14:nvPr/>
              </p14:nvContentPartPr>
              <p14:xfrm>
                <a:off x="1277843" y="2040950"/>
                <a:ext cx="202320" cy="207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D913C00-29D8-F50A-0B42-E4E7341C593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269203" y="2032310"/>
                  <a:ext cx="21996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C03814C-73E8-5699-EA05-DF9B70BDB719}"/>
              </a:ext>
            </a:extLst>
          </p:cNvPr>
          <p:cNvGrpSpPr/>
          <p:nvPr/>
        </p:nvGrpSpPr>
        <p:grpSpPr>
          <a:xfrm>
            <a:off x="1675283" y="1777070"/>
            <a:ext cx="1539000" cy="502200"/>
            <a:chOff x="1675283" y="1777070"/>
            <a:chExt cx="1539000" cy="50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1C8D042-E9CB-C983-AA39-9D09EC2B619E}"/>
                    </a:ext>
                  </a:extLst>
                </p14:cNvPr>
                <p14:cNvContentPartPr/>
                <p14:nvPr/>
              </p14:nvContentPartPr>
              <p14:xfrm>
                <a:off x="1675283" y="2028710"/>
                <a:ext cx="90720" cy="2080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1C8D042-E9CB-C983-AA39-9D09EC2B619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666643" y="2019710"/>
                  <a:ext cx="108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4D45F2B-0C4C-6626-8C6F-6B36222DEE02}"/>
                    </a:ext>
                  </a:extLst>
                </p14:cNvPr>
                <p14:cNvContentPartPr/>
                <p14:nvPr/>
              </p14:nvContentPartPr>
              <p14:xfrm>
                <a:off x="1804883" y="2053550"/>
                <a:ext cx="151560" cy="192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4D45F2B-0C4C-6626-8C6F-6B36222DEE0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795883" y="2044550"/>
                  <a:ext cx="1692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84DB073-0A8D-10A4-F9DC-AE5B423739F5}"/>
                    </a:ext>
                  </a:extLst>
                </p14:cNvPr>
                <p14:cNvContentPartPr/>
                <p14:nvPr/>
              </p14:nvContentPartPr>
              <p14:xfrm>
                <a:off x="1957883" y="1777070"/>
                <a:ext cx="149040" cy="476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84DB073-0A8D-10A4-F9DC-AE5B423739F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949243" y="1768430"/>
                  <a:ext cx="1666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D11FED0-98AC-A8C5-08C5-4FCBACC80CCA}"/>
                    </a:ext>
                  </a:extLst>
                </p14:cNvPr>
                <p14:cNvContentPartPr/>
                <p14:nvPr/>
              </p14:nvContentPartPr>
              <p14:xfrm>
                <a:off x="2142563" y="2028710"/>
                <a:ext cx="133560" cy="204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D11FED0-98AC-A8C5-08C5-4FCBACC80CC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133563" y="2019710"/>
                  <a:ext cx="1512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317A092-059C-3F16-DDA9-773F2D617F5B}"/>
                    </a:ext>
                  </a:extLst>
                </p14:cNvPr>
                <p14:cNvContentPartPr/>
                <p14:nvPr/>
              </p14:nvContentPartPr>
              <p14:xfrm>
                <a:off x="2280803" y="2037710"/>
                <a:ext cx="146160" cy="208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317A092-059C-3F16-DDA9-773F2D617F5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272163" y="2029070"/>
                  <a:ext cx="163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76730AD-E290-0E49-9FC5-0922C10608E2}"/>
                    </a:ext>
                  </a:extLst>
                </p14:cNvPr>
                <p14:cNvContentPartPr/>
                <p14:nvPr/>
              </p14:nvContentPartPr>
              <p14:xfrm>
                <a:off x="2455763" y="1807310"/>
                <a:ext cx="170280" cy="4719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76730AD-E290-0E49-9FC5-0922C10608E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447123" y="1798310"/>
                  <a:ext cx="1879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0EF1DB5-0FDB-8232-5E64-9C91D73EEE59}"/>
                    </a:ext>
                  </a:extLst>
                </p14:cNvPr>
                <p14:cNvContentPartPr/>
                <p14:nvPr/>
              </p14:nvContentPartPr>
              <p14:xfrm>
                <a:off x="2651243" y="1992350"/>
                <a:ext cx="135000" cy="250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0EF1DB5-0FDB-8232-5E64-9C91D73EEE5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642243" y="1983710"/>
                  <a:ext cx="152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CA3981D-1BD1-E001-4EAE-D2F22DB9F345}"/>
                    </a:ext>
                  </a:extLst>
                </p14:cNvPr>
                <p14:cNvContentPartPr/>
                <p14:nvPr/>
              </p14:nvContentPartPr>
              <p14:xfrm>
                <a:off x="2858243" y="2009630"/>
                <a:ext cx="155880" cy="223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CA3981D-1BD1-E001-4EAE-D2F22DB9F34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849603" y="2000630"/>
                  <a:ext cx="1735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99FCA7D-1A68-6B6F-67C4-8EAEFC832D7C}"/>
                    </a:ext>
                  </a:extLst>
                </p14:cNvPr>
                <p14:cNvContentPartPr/>
                <p14:nvPr/>
              </p14:nvContentPartPr>
              <p14:xfrm>
                <a:off x="3060923" y="2005670"/>
                <a:ext cx="153360" cy="200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99FCA7D-1A68-6B6F-67C4-8EAEFC832D7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051923" y="1996670"/>
                  <a:ext cx="17100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213C1EB-FBEF-8B3F-4BB4-8C70F4EC845B}"/>
              </a:ext>
            </a:extLst>
          </p:cNvPr>
          <p:cNvGrpSpPr/>
          <p:nvPr/>
        </p:nvGrpSpPr>
        <p:grpSpPr>
          <a:xfrm>
            <a:off x="3495083" y="1757630"/>
            <a:ext cx="985680" cy="669240"/>
            <a:chOff x="3495083" y="1757630"/>
            <a:chExt cx="985680" cy="66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E395C8C-586E-494B-7918-88AE4A5A708A}"/>
                    </a:ext>
                  </a:extLst>
                </p14:cNvPr>
                <p14:cNvContentPartPr/>
                <p14:nvPr/>
              </p14:nvContentPartPr>
              <p14:xfrm>
                <a:off x="3495083" y="1757630"/>
                <a:ext cx="149400" cy="441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E395C8C-586E-494B-7918-88AE4A5A708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486443" y="1748990"/>
                  <a:ext cx="1670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479F6E4-29A4-D2EC-0671-F31163DE85D6}"/>
                    </a:ext>
                  </a:extLst>
                </p14:cNvPr>
                <p14:cNvContentPartPr/>
                <p14:nvPr/>
              </p14:nvContentPartPr>
              <p14:xfrm>
                <a:off x="3746003" y="1924670"/>
                <a:ext cx="223920" cy="256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479F6E4-29A4-D2EC-0671-F31163DE85D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737003" y="1916030"/>
                  <a:ext cx="2415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A7BA028-96C8-C963-600B-FEA60009AB7F}"/>
                    </a:ext>
                  </a:extLst>
                </p14:cNvPr>
                <p14:cNvContentPartPr/>
                <p14:nvPr/>
              </p14:nvContentPartPr>
              <p14:xfrm>
                <a:off x="3958403" y="1879310"/>
                <a:ext cx="151560" cy="547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A7BA028-96C8-C963-600B-FEA60009AB7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949763" y="1870310"/>
                  <a:ext cx="16920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F97570E-BE6B-8836-4D23-A17D4496AD19}"/>
                    </a:ext>
                  </a:extLst>
                </p14:cNvPr>
                <p14:cNvContentPartPr/>
                <p14:nvPr/>
              </p14:nvContentPartPr>
              <p14:xfrm>
                <a:off x="4163243" y="1944110"/>
                <a:ext cx="185760" cy="234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F97570E-BE6B-8836-4D23-A17D4496AD1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154243" y="1935470"/>
                  <a:ext cx="2034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9316308-FCC0-F11C-3839-71B99E274CD7}"/>
                    </a:ext>
                  </a:extLst>
                </p14:cNvPr>
                <p14:cNvContentPartPr/>
                <p14:nvPr/>
              </p14:nvContentPartPr>
              <p14:xfrm>
                <a:off x="4368443" y="1774550"/>
                <a:ext cx="48960" cy="3888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9316308-FCC0-F11C-3839-71B99E274CD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359803" y="1765910"/>
                  <a:ext cx="66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18FC321-BD3F-931D-FCDF-DA1839C74FEF}"/>
                    </a:ext>
                  </a:extLst>
                </p14:cNvPr>
                <p14:cNvContentPartPr/>
                <p14:nvPr/>
              </p14:nvContentPartPr>
              <p14:xfrm>
                <a:off x="4315883" y="1932590"/>
                <a:ext cx="164880" cy="38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18FC321-BD3F-931D-FCDF-DA1839C74FE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307243" y="1923950"/>
                  <a:ext cx="18252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5FF29382-5A22-338F-BDC7-3602CF680F04}"/>
              </a:ext>
            </a:extLst>
          </p:cNvPr>
          <p:cNvGrpSpPr/>
          <p:nvPr/>
        </p:nvGrpSpPr>
        <p:grpSpPr>
          <a:xfrm>
            <a:off x="4702523" y="1715870"/>
            <a:ext cx="948240" cy="479520"/>
            <a:chOff x="4702523" y="1715870"/>
            <a:chExt cx="948240" cy="47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678098D-BA6B-F88F-15A0-6078779C18CB}"/>
                    </a:ext>
                  </a:extLst>
                </p14:cNvPr>
                <p14:cNvContentPartPr/>
                <p14:nvPr/>
              </p14:nvContentPartPr>
              <p14:xfrm>
                <a:off x="4702523" y="1715870"/>
                <a:ext cx="100080" cy="479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678098D-BA6B-F88F-15A0-6078779C18C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693523" y="1706870"/>
                  <a:ext cx="11772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FADB277-268F-C0DE-1992-256DA095E1C7}"/>
                    </a:ext>
                  </a:extLst>
                </p14:cNvPr>
                <p14:cNvContentPartPr/>
                <p14:nvPr/>
              </p14:nvContentPartPr>
              <p14:xfrm>
                <a:off x="4880723" y="1920350"/>
                <a:ext cx="41760" cy="220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FADB277-268F-C0DE-1992-256DA095E1C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872083" y="1911350"/>
                  <a:ext cx="594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D0F82F8-1073-50EA-3843-FD6FAA1DDD1C}"/>
                    </a:ext>
                  </a:extLst>
                </p14:cNvPr>
                <p14:cNvContentPartPr/>
                <p14:nvPr/>
              </p14:nvContentPartPr>
              <p14:xfrm>
                <a:off x="4870643" y="1806230"/>
                <a:ext cx="59400" cy="1144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D0F82F8-1073-50EA-3843-FD6FAA1DDD1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862003" y="1797230"/>
                  <a:ext cx="77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9DEC774-CD04-BFF4-2615-6DF4BF8E02C8}"/>
                    </a:ext>
                  </a:extLst>
                </p14:cNvPr>
                <p14:cNvContentPartPr/>
                <p14:nvPr/>
              </p14:nvContentPartPr>
              <p14:xfrm>
                <a:off x="4977563" y="1755110"/>
                <a:ext cx="145080" cy="394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9DEC774-CD04-BFF4-2615-6DF4BF8E02C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968563" y="1746470"/>
                  <a:ext cx="16272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CF1C4B5-D5A4-F1ED-35A4-5FB7FA9AAF05}"/>
                    </a:ext>
                  </a:extLst>
                </p14:cNvPr>
                <p14:cNvContentPartPr/>
                <p14:nvPr/>
              </p14:nvContentPartPr>
              <p14:xfrm>
                <a:off x="5161883" y="1920710"/>
                <a:ext cx="111240" cy="244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CF1C4B5-D5A4-F1ED-35A4-5FB7FA9AAF0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153243" y="1912070"/>
                  <a:ext cx="1288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B2C6282-77A0-CA23-D3E5-89C8EA2B05D0}"/>
                    </a:ext>
                  </a:extLst>
                </p14:cNvPr>
                <p14:cNvContentPartPr/>
                <p14:nvPr/>
              </p14:nvContentPartPr>
              <p14:xfrm>
                <a:off x="5310563" y="1914950"/>
                <a:ext cx="174600" cy="217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B2C6282-77A0-CA23-D3E5-89C8EA2B05D0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301563" y="1905950"/>
                  <a:ext cx="1922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0B4ECDC-6B22-16FE-CB8E-EE254EEF2ED3}"/>
                    </a:ext>
                  </a:extLst>
                </p14:cNvPr>
                <p14:cNvContentPartPr/>
                <p14:nvPr/>
              </p14:nvContentPartPr>
              <p14:xfrm>
                <a:off x="5544923" y="1763030"/>
                <a:ext cx="47520" cy="362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0B4ECDC-6B22-16FE-CB8E-EE254EEF2ED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535923" y="1754390"/>
                  <a:ext cx="6516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8088FFB-6B79-B1D7-5427-678753A55E57}"/>
                    </a:ext>
                  </a:extLst>
                </p14:cNvPr>
                <p14:cNvContentPartPr/>
                <p14:nvPr/>
              </p14:nvContentPartPr>
              <p14:xfrm>
                <a:off x="5467163" y="1897670"/>
                <a:ext cx="183600" cy="320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8088FFB-6B79-B1D7-5427-678753A55E5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458163" y="1888670"/>
                  <a:ext cx="20124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E53A2691-6C58-ED90-A4BB-B9AFD8244616}"/>
                  </a:ext>
                </a:extLst>
              </p14:cNvPr>
              <p14:cNvContentPartPr/>
              <p14:nvPr/>
            </p14:nvContentPartPr>
            <p14:xfrm>
              <a:off x="5959283" y="2106830"/>
              <a:ext cx="3960" cy="36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E53A2691-6C58-ED90-A4BB-B9AFD824461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950283" y="2097830"/>
                <a:ext cx="2160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30499343-9B3A-1B52-3056-2F29A340F707}"/>
              </a:ext>
            </a:extLst>
          </p:cNvPr>
          <p:cNvGrpSpPr/>
          <p:nvPr/>
        </p:nvGrpSpPr>
        <p:grpSpPr>
          <a:xfrm>
            <a:off x="513203" y="2601830"/>
            <a:ext cx="1968840" cy="584280"/>
            <a:chOff x="513203" y="2601830"/>
            <a:chExt cx="1968840" cy="58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5992EBD-3174-77B8-1CFE-5416A971C3A5}"/>
                    </a:ext>
                  </a:extLst>
                </p14:cNvPr>
                <p14:cNvContentPartPr/>
                <p14:nvPr/>
              </p14:nvContentPartPr>
              <p14:xfrm>
                <a:off x="513203" y="2740430"/>
                <a:ext cx="70920" cy="427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5992EBD-3174-77B8-1CFE-5416A971C3A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04563" y="2731790"/>
                  <a:ext cx="885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22BCFC8-A1DA-71AF-9D9E-D6F6B7BD5A87}"/>
                    </a:ext>
                  </a:extLst>
                </p14:cNvPr>
                <p14:cNvContentPartPr/>
                <p14:nvPr/>
              </p14:nvContentPartPr>
              <p14:xfrm>
                <a:off x="560363" y="2718470"/>
                <a:ext cx="236880" cy="4676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22BCFC8-A1DA-71AF-9D9E-D6F6B7BD5A8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51723" y="2709470"/>
                  <a:ext cx="25452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862794E-6990-9CB4-990C-4CDE177561BD}"/>
                    </a:ext>
                  </a:extLst>
                </p14:cNvPr>
                <p14:cNvContentPartPr/>
                <p14:nvPr/>
              </p14:nvContentPartPr>
              <p14:xfrm>
                <a:off x="803363" y="2941670"/>
                <a:ext cx="117360" cy="175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862794E-6990-9CB4-990C-4CDE177561B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94363" y="2932670"/>
                  <a:ext cx="1350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DA6B1D6-2AFC-0602-FCF1-E548428356C3}"/>
                    </a:ext>
                  </a:extLst>
                </p14:cNvPr>
                <p14:cNvContentPartPr/>
                <p14:nvPr/>
              </p14:nvContentPartPr>
              <p14:xfrm>
                <a:off x="980483" y="2904590"/>
                <a:ext cx="52200" cy="199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DA6B1D6-2AFC-0602-FCF1-E548428356C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71483" y="2895950"/>
                  <a:ext cx="698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5E06904-C18F-5D7A-B42E-08B363188984}"/>
                    </a:ext>
                  </a:extLst>
                </p14:cNvPr>
                <p14:cNvContentPartPr/>
                <p14:nvPr/>
              </p14:nvContentPartPr>
              <p14:xfrm>
                <a:off x="970403" y="2800190"/>
                <a:ext cx="360" cy="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5E06904-C18F-5D7A-B42E-08B36318898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1403" y="27915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C65E6AE-4CE4-5D9B-BAEA-2060E30BE441}"/>
                    </a:ext>
                  </a:extLst>
                </p14:cNvPr>
                <p14:cNvContentPartPr/>
                <p14:nvPr/>
              </p14:nvContentPartPr>
              <p14:xfrm>
                <a:off x="1117283" y="2707670"/>
                <a:ext cx="188640" cy="447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C65E6AE-4CE4-5D9B-BAEA-2060E30BE44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08283" y="2699030"/>
                  <a:ext cx="20628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CE6CC0A-2DC5-BC66-BD83-91B048AA8CBE}"/>
                    </a:ext>
                  </a:extLst>
                </p14:cNvPr>
                <p14:cNvContentPartPr/>
                <p14:nvPr/>
              </p14:nvContentPartPr>
              <p14:xfrm>
                <a:off x="1470083" y="2889470"/>
                <a:ext cx="5400" cy="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CE6CC0A-2DC5-BC66-BD83-91B048AA8CB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61083" y="2880830"/>
                  <a:ext cx="23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1E59749-93D2-6E9C-AEBC-17B1019994C1}"/>
                    </a:ext>
                  </a:extLst>
                </p14:cNvPr>
                <p14:cNvContentPartPr/>
                <p14:nvPr/>
              </p14:nvContentPartPr>
              <p14:xfrm>
                <a:off x="1456403" y="2816390"/>
                <a:ext cx="281520" cy="222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1E59749-93D2-6E9C-AEBC-17B1019994C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447403" y="2807390"/>
                  <a:ext cx="2991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B56D6D0-E710-0A11-87F7-E0096677AD9B}"/>
                    </a:ext>
                  </a:extLst>
                </p14:cNvPr>
                <p14:cNvContentPartPr/>
                <p14:nvPr/>
              </p14:nvContentPartPr>
              <p14:xfrm>
                <a:off x="1782563" y="2772110"/>
                <a:ext cx="173880" cy="2808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B56D6D0-E710-0A11-87F7-E0096677AD9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773563" y="2763110"/>
                  <a:ext cx="1915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52B6929-B1BF-3CF9-94A3-0633A9FD6122}"/>
                    </a:ext>
                  </a:extLst>
                </p14:cNvPr>
                <p14:cNvContentPartPr/>
                <p14:nvPr/>
              </p14:nvContentPartPr>
              <p14:xfrm>
                <a:off x="1920083" y="2601830"/>
                <a:ext cx="92520" cy="427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52B6929-B1BF-3CF9-94A3-0633A9FD612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911443" y="2592830"/>
                  <a:ext cx="1101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3E53938-D185-43A1-36D5-C0F7A61B7022}"/>
                    </a:ext>
                  </a:extLst>
                </p14:cNvPr>
                <p14:cNvContentPartPr/>
                <p14:nvPr/>
              </p14:nvContentPartPr>
              <p14:xfrm>
                <a:off x="1909283" y="2843390"/>
                <a:ext cx="157320" cy="61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3E53938-D185-43A1-36D5-C0F7A61B702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900643" y="2834390"/>
                  <a:ext cx="174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E321B4C-67F6-F493-897F-3594FA7DF417}"/>
                    </a:ext>
                  </a:extLst>
                </p14:cNvPr>
                <p14:cNvContentPartPr/>
                <p14:nvPr/>
              </p14:nvContentPartPr>
              <p14:xfrm>
                <a:off x="2092163" y="2790470"/>
                <a:ext cx="210240" cy="2606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E321B4C-67F6-F493-897F-3594FA7DF41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083523" y="2781470"/>
                  <a:ext cx="2278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BD674D8-51F2-ABAA-4946-61A4DB77656D}"/>
                    </a:ext>
                  </a:extLst>
                </p14:cNvPr>
                <p14:cNvContentPartPr/>
                <p14:nvPr/>
              </p14:nvContentPartPr>
              <p14:xfrm>
                <a:off x="2272163" y="2819630"/>
                <a:ext cx="209880" cy="242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BD674D8-51F2-ABAA-4946-61A4DB77656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263163" y="2810630"/>
                  <a:ext cx="22752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134EA7ED-56BE-BC3D-F479-47AA0F22974A}"/>
              </a:ext>
            </a:extLst>
          </p:cNvPr>
          <p:cNvGrpSpPr/>
          <p:nvPr/>
        </p:nvGrpSpPr>
        <p:grpSpPr>
          <a:xfrm>
            <a:off x="2794163" y="2634590"/>
            <a:ext cx="365400" cy="812160"/>
            <a:chOff x="2794163" y="2634590"/>
            <a:chExt cx="365400" cy="81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797F4A6-0D3B-70D7-DD88-495EB845DDEF}"/>
                    </a:ext>
                  </a:extLst>
                </p14:cNvPr>
                <p14:cNvContentPartPr/>
                <p14:nvPr/>
              </p14:nvContentPartPr>
              <p14:xfrm>
                <a:off x="2794163" y="2634590"/>
                <a:ext cx="117360" cy="4262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797F4A6-0D3B-70D7-DD88-495EB845DDE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785523" y="2625590"/>
                  <a:ext cx="1350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854E034-FFD8-3C23-5186-B6B786BEE497}"/>
                    </a:ext>
                  </a:extLst>
                </p14:cNvPr>
                <p14:cNvContentPartPr/>
                <p14:nvPr/>
              </p14:nvContentPartPr>
              <p14:xfrm>
                <a:off x="2926643" y="2835110"/>
                <a:ext cx="232920" cy="6116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854E034-FFD8-3C23-5186-B6B786BEE49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917643" y="2826110"/>
                  <a:ext cx="250560" cy="62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DFB1280D-B640-EA17-0F6E-DE83CDC454C7}"/>
              </a:ext>
            </a:extLst>
          </p:cNvPr>
          <p:cNvGrpSpPr/>
          <p:nvPr/>
        </p:nvGrpSpPr>
        <p:grpSpPr>
          <a:xfrm>
            <a:off x="3519923" y="2519030"/>
            <a:ext cx="495360" cy="612360"/>
            <a:chOff x="3519923" y="2519030"/>
            <a:chExt cx="495360" cy="61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8E2C710-8B4F-1635-657C-9D152F749692}"/>
                    </a:ext>
                  </a:extLst>
                </p14:cNvPr>
                <p14:cNvContentPartPr/>
                <p14:nvPr/>
              </p14:nvContentPartPr>
              <p14:xfrm>
                <a:off x="3567803" y="2538110"/>
                <a:ext cx="45720" cy="345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8E2C710-8B4F-1635-657C-9D152F74969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558803" y="2529470"/>
                  <a:ext cx="633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EE4C244-01C0-293D-8241-66E6E3C2A82E}"/>
                    </a:ext>
                  </a:extLst>
                </p14:cNvPr>
                <p14:cNvContentPartPr/>
                <p14:nvPr/>
              </p14:nvContentPartPr>
              <p14:xfrm>
                <a:off x="3519923" y="2862470"/>
                <a:ext cx="138600" cy="727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EE4C244-01C0-293D-8241-66E6E3C2A82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511283" y="2853830"/>
                  <a:ext cx="156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039A4EC-57B9-5B02-C6CD-DCDC1CB80188}"/>
                    </a:ext>
                  </a:extLst>
                </p14:cNvPr>
                <p14:cNvContentPartPr/>
                <p14:nvPr/>
              </p14:nvContentPartPr>
              <p14:xfrm>
                <a:off x="3528923" y="2519030"/>
                <a:ext cx="159840" cy="12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039A4EC-57B9-5B02-C6CD-DCDC1CB8018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519923" y="2510390"/>
                  <a:ext cx="177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FE9CDAB-281C-E78B-B439-4DAA36794413}"/>
                    </a:ext>
                  </a:extLst>
                </p14:cNvPr>
                <p14:cNvContentPartPr/>
                <p14:nvPr/>
              </p14:nvContentPartPr>
              <p14:xfrm>
                <a:off x="3801083" y="2868230"/>
                <a:ext cx="11880" cy="2502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FE9CDAB-281C-E78B-B439-4DAA3679441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792443" y="2859230"/>
                  <a:ext cx="29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E8CA3FB-B180-FD3D-CE5B-53A386258A5A}"/>
                    </a:ext>
                  </a:extLst>
                </p14:cNvPr>
                <p14:cNvContentPartPr/>
                <p14:nvPr/>
              </p14:nvContentPartPr>
              <p14:xfrm>
                <a:off x="3752123" y="2842670"/>
                <a:ext cx="158400" cy="126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E8CA3FB-B180-FD3D-CE5B-53A386258A5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743483" y="2833670"/>
                  <a:ext cx="176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B7CBCF9-0D99-F3CA-F86E-B4A58DD14D90}"/>
                    </a:ext>
                  </a:extLst>
                </p14:cNvPr>
                <p14:cNvContentPartPr/>
                <p14:nvPr/>
              </p14:nvContentPartPr>
              <p14:xfrm>
                <a:off x="3761123" y="2958590"/>
                <a:ext cx="165960" cy="27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B7CBCF9-0D99-F3CA-F86E-B4A58DD14D9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752123" y="2949590"/>
                  <a:ext cx="183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A9E33B8-9967-775B-2CC4-0BDFCE22CC9C}"/>
                    </a:ext>
                  </a:extLst>
                </p14:cNvPr>
                <p14:cNvContentPartPr/>
                <p14:nvPr/>
              </p14:nvContentPartPr>
              <p14:xfrm>
                <a:off x="3923123" y="2850230"/>
                <a:ext cx="92160" cy="2811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A9E33B8-9967-775B-2CC4-0BDFCE22CC9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914123" y="2841230"/>
                  <a:ext cx="10980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C2726B52-9242-2C88-E1FF-87EB9659E174}"/>
              </a:ext>
            </a:extLst>
          </p:cNvPr>
          <p:cNvGrpSpPr/>
          <p:nvPr/>
        </p:nvGrpSpPr>
        <p:grpSpPr>
          <a:xfrm>
            <a:off x="4273043" y="2753030"/>
            <a:ext cx="104400" cy="82440"/>
            <a:chOff x="4273043" y="2753030"/>
            <a:chExt cx="104400" cy="8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CD90BAE-6786-07B7-95F5-3D375EE668C3}"/>
                    </a:ext>
                  </a:extLst>
                </p14:cNvPr>
                <p14:cNvContentPartPr/>
                <p14:nvPr/>
              </p14:nvContentPartPr>
              <p14:xfrm>
                <a:off x="4273043" y="2816030"/>
                <a:ext cx="75600" cy="194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CD90BAE-6786-07B7-95F5-3D375EE668C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264403" y="2807390"/>
                  <a:ext cx="93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065DB60-D1F4-1D93-DAB3-2F63AADDC3A2}"/>
                    </a:ext>
                  </a:extLst>
                </p14:cNvPr>
                <p14:cNvContentPartPr/>
                <p14:nvPr/>
              </p14:nvContentPartPr>
              <p14:xfrm>
                <a:off x="4273043" y="2753030"/>
                <a:ext cx="104400" cy="637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065DB60-D1F4-1D93-DAB3-2F63AADDC3A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264403" y="2744030"/>
                  <a:ext cx="12204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D95AFC1D-0648-EEA6-99DE-6BD0ECEDD29B}"/>
              </a:ext>
            </a:extLst>
          </p:cNvPr>
          <p:cNvGrpSpPr/>
          <p:nvPr/>
        </p:nvGrpSpPr>
        <p:grpSpPr>
          <a:xfrm>
            <a:off x="4706483" y="2484110"/>
            <a:ext cx="1297080" cy="614880"/>
            <a:chOff x="4706483" y="2484110"/>
            <a:chExt cx="1297080" cy="61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A19F643-D687-E09E-53E3-3F3AAD33B911}"/>
                    </a:ext>
                  </a:extLst>
                </p14:cNvPr>
                <p14:cNvContentPartPr/>
                <p14:nvPr/>
              </p14:nvContentPartPr>
              <p14:xfrm>
                <a:off x="4706483" y="2543150"/>
                <a:ext cx="73440" cy="2732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A19F643-D687-E09E-53E3-3F3AAD33B91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697483" y="2534510"/>
                  <a:ext cx="910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8439FAA-C38D-98A1-6953-E8CB1ABABE60}"/>
                    </a:ext>
                  </a:extLst>
                </p14:cNvPr>
                <p14:cNvContentPartPr/>
                <p14:nvPr/>
              </p14:nvContentPartPr>
              <p14:xfrm>
                <a:off x="4953443" y="2669150"/>
                <a:ext cx="100800" cy="4298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8439FAA-C38D-98A1-6953-E8CB1ABABE6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944803" y="2660510"/>
                  <a:ext cx="11844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64F0C74-2763-DC35-F071-6B4BEBCB8AA4}"/>
                    </a:ext>
                  </a:extLst>
                </p14:cNvPr>
                <p14:cNvContentPartPr/>
                <p14:nvPr/>
              </p14:nvContentPartPr>
              <p14:xfrm>
                <a:off x="5054963" y="2568710"/>
                <a:ext cx="178920" cy="265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64F0C74-2763-DC35-F071-6B4BEBCB8AA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045963" y="2560070"/>
                  <a:ext cx="1965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F89758F-4F0B-54DA-DFEB-8ECF3214AB6C}"/>
                    </a:ext>
                  </a:extLst>
                </p14:cNvPr>
                <p14:cNvContentPartPr/>
                <p14:nvPr/>
              </p14:nvContentPartPr>
              <p14:xfrm>
                <a:off x="5411723" y="2484110"/>
                <a:ext cx="110880" cy="3330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F89758F-4F0B-54DA-DFEB-8ECF3214AB6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403083" y="2475110"/>
                  <a:ext cx="1285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C7B9C3D-4B41-0DE8-6E75-059D8F38B564}"/>
                    </a:ext>
                  </a:extLst>
                </p14:cNvPr>
                <p14:cNvContentPartPr/>
                <p14:nvPr/>
              </p14:nvContentPartPr>
              <p14:xfrm>
                <a:off x="5495963" y="2488430"/>
                <a:ext cx="107640" cy="352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C7B9C3D-4B41-0DE8-6E75-059D8F38B56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486963" y="2479790"/>
                  <a:ext cx="1252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D0A4649-3B9B-B346-8D00-027A5ADBA9F3}"/>
                    </a:ext>
                  </a:extLst>
                </p14:cNvPr>
                <p14:cNvContentPartPr/>
                <p14:nvPr/>
              </p14:nvContentPartPr>
              <p14:xfrm>
                <a:off x="5418203" y="2698670"/>
                <a:ext cx="585360" cy="227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D0A4649-3B9B-B346-8D00-027A5ADBA9F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409203" y="2689670"/>
                  <a:ext cx="603000" cy="24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BB9BB841-5560-FC37-7DCB-1319DE15B836}"/>
                  </a:ext>
                </a:extLst>
              </p14:cNvPr>
              <p14:cNvContentPartPr/>
              <p14:nvPr/>
            </p14:nvContentPartPr>
            <p14:xfrm>
              <a:off x="5969003" y="2827550"/>
              <a:ext cx="61560" cy="1299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BB9BB841-5560-FC37-7DCB-1319DE15B836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5960003" y="2818550"/>
                <a:ext cx="792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A1EA87A0-984C-4909-FA52-752585061B13}"/>
                  </a:ext>
                </a:extLst>
              </p14:cNvPr>
              <p14:cNvContentPartPr/>
              <p14:nvPr/>
            </p14:nvContentPartPr>
            <p14:xfrm>
              <a:off x="5996723" y="2582390"/>
              <a:ext cx="18000" cy="1836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A1EA87A0-984C-4909-FA52-752585061B13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5988083" y="2573390"/>
                <a:ext cx="3564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D389B1B-FA31-5D09-2E11-9E8D8538C983}"/>
              </a:ext>
            </a:extLst>
          </p:cNvPr>
          <p:cNvGrpSpPr/>
          <p:nvPr/>
        </p:nvGrpSpPr>
        <p:grpSpPr>
          <a:xfrm>
            <a:off x="6486683" y="2421110"/>
            <a:ext cx="587520" cy="597600"/>
            <a:chOff x="6486683" y="2421110"/>
            <a:chExt cx="587520" cy="59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9EBEB04-BD15-7C34-7C20-5BD844F9E04C}"/>
                    </a:ext>
                  </a:extLst>
                </p14:cNvPr>
                <p14:cNvContentPartPr/>
                <p14:nvPr/>
              </p14:nvContentPartPr>
              <p14:xfrm>
                <a:off x="6518003" y="2439110"/>
                <a:ext cx="31680" cy="4179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9EBEB04-BD15-7C34-7C20-5BD844F9E04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509003" y="2430470"/>
                  <a:ext cx="4932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38D18C9-5D8A-3488-C402-3991AAD45000}"/>
                    </a:ext>
                  </a:extLst>
                </p14:cNvPr>
                <p14:cNvContentPartPr/>
                <p14:nvPr/>
              </p14:nvContentPartPr>
              <p14:xfrm>
                <a:off x="6486683" y="2421110"/>
                <a:ext cx="245160" cy="4183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38D18C9-5D8A-3488-C402-3991AAD4500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477683" y="2412110"/>
                  <a:ext cx="2628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934DC1A-4E9D-9587-7809-F726F828C659}"/>
                    </a:ext>
                  </a:extLst>
                </p14:cNvPr>
                <p14:cNvContentPartPr/>
                <p14:nvPr/>
              </p14:nvContentPartPr>
              <p14:xfrm>
                <a:off x="6840563" y="2782190"/>
                <a:ext cx="233640" cy="236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934DC1A-4E9D-9587-7809-F726F828C65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831563" y="2773550"/>
                  <a:ext cx="25128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844B948E-E7B5-AF09-9ABF-AB043867237F}"/>
              </a:ext>
            </a:extLst>
          </p:cNvPr>
          <p:cNvGrpSpPr/>
          <p:nvPr/>
        </p:nvGrpSpPr>
        <p:grpSpPr>
          <a:xfrm>
            <a:off x="7380203" y="2672750"/>
            <a:ext cx="128160" cy="84960"/>
            <a:chOff x="7380203" y="2672750"/>
            <a:chExt cx="128160" cy="8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0D7E768-E1DB-BDB6-4D66-0ED39562FA3C}"/>
                    </a:ext>
                  </a:extLst>
                </p14:cNvPr>
                <p14:cNvContentPartPr/>
                <p14:nvPr/>
              </p14:nvContentPartPr>
              <p14:xfrm>
                <a:off x="7380203" y="2672750"/>
                <a:ext cx="108360" cy="82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0D7E768-E1DB-BDB6-4D66-0ED39562FA3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371203" y="2663750"/>
                  <a:ext cx="126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FCEA17E-55D9-6414-2ED5-B66319FE7960}"/>
                    </a:ext>
                  </a:extLst>
                </p14:cNvPr>
                <p14:cNvContentPartPr/>
                <p14:nvPr/>
              </p14:nvContentPartPr>
              <p14:xfrm>
                <a:off x="7385243" y="2672750"/>
                <a:ext cx="360" cy="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FCEA17E-55D9-6414-2ED5-B66319FE796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76603" y="26637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4FBD3E9-8EE3-8E0A-1109-2936536FB911}"/>
                    </a:ext>
                  </a:extLst>
                </p14:cNvPr>
                <p14:cNvContentPartPr/>
                <p14:nvPr/>
              </p14:nvContentPartPr>
              <p14:xfrm>
                <a:off x="7385243" y="2672750"/>
                <a:ext cx="123120" cy="849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4FBD3E9-8EE3-8E0A-1109-2936536FB91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376603" y="2663750"/>
                  <a:ext cx="14076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B1FDB023-E39D-09D3-AD35-79D6C54B9FD3}"/>
              </a:ext>
            </a:extLst>
          </p:cNvPr>
          <p:cNvGrpSpPr/>
          <p:nvPr/>
        </p:nvGrpSpPr>
        <p:grpSpPr>
          <a:xfrm>
            <a:off x="7827323" y="2448830"/>
            <a:ext cx="290160" cy="296280"/>
            <a:chOff x="7827323" y="2448830"/>
            <a:chExt cx="29016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CA0FD78-82A4-EE96-A44A-27A58316BB22}"/>
                    </a:ext>
                  </a:extLst>
                </p14:cNvPr>
                <p14:cNvContentPartPr/>
                <p14:nvPr/>
              </p14:nvContentPartPr>
              <p14:xfrm>
                <a:off x="7827323" y="2448830"/>
                <a:ext cx="44280" cy="296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CA0FD78-82A4-EE96-A44A-27A58316BB2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818323" y="2440190"/>
                  <a:ext cx="619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1DFAC16-B6D6-FC8C-B35B-29E9FE304FD5}"/>
                    </a:ext>
                  </a:extLst>
                </p14:cNvPr>
                <p14:cNvContentPartPr/>
                <p14:nvPr/>
              </p14:nvContentPartPr>
              <p14:xfrm>
                <a:off x="7987883" y="2460350"/>
                <a:ext cx="9360" cy="2520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1DFAC16-B6D6-FC8C-B35B-29E9FE304FD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979243" y="2451710"/>
                  <a:ext cx="270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B216604-7C01-7D7E-79B0-350CBDF89B24}"/>
                    </a:ext>
                  </a:extLst>
                </p14:cNvPr>
                <p14:cNvContentPartPr/>
                <p14:nvPr/>
              </p14:nvContentPartPr>
              <p14:xfrm>
                <a:off x="7948283" y="2463590"/>
                <a:ext cx="169200" cy="2638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B216604-7C01-7D7E-79B0-350CBDF89B24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939283" y="2454950"/>
                  <a:ext cx="186840" cy="28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D0DCA812-2C66-1FFB-C22A-1A8A9329A30A}"/>
                  </a:ext>
                </a:extLst>
              </p14:cNvPr>
              <p14:cNvContentPartPr/>
              <p14:nvPr/>
            </p14:nvContentPartPr>
            <p14:xfrm>
              <a:off x="8306843" y="2473670"/>
              <a:ext cx="425880" cy="28764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D0DCA812-2C66-1FFB-C22A-1A8A9329A30A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8297843" y="2465030"/>
                <a:ext cx="44352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D9179AA2-F7CF-A104-F7C9-FD3775BC7798}"/>
                  </a:ext>
                </a:extLst>
              </p14:cNvPr>
              <p14:cNvContentPartPr/>
              <p14:nvPr/>
            </p14:nvContentPartPr>
            <p14:xfrm>
              <a:off x="9105323" y="2809550"/>
              <a:ext cx="20520" cy="3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D9179AA2-F7CF-A104-F7C9-FD3775BC7798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9096323" y="2800550"/>
                <a:ext cx="381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BB5BD6D2-B76E-8D3F-E4FB-D887220D51B5}"/>
                  </a:ext>
                </a:extLst>
              </p14:cNvPr>
              <p14:cNvContentPartPr/>
              <p14:nvPr/>
            </p14:nvContentPartPr>
            <p14:xfrm>
              <a:off x="9057443" y="2763110"/>
              <a:ext cx="78120" cy="12348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BB5BD6D2-B76E-8D3F-E4FB-D887220D51B5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9048803" y="2754110"/>
                <a:ext cx="95760" cy="14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3E8090A-E735-F3D1-CD3D-23774AFBCC23}"/>
              </a:ext>
            </a:extLst>
          </p:cNvPr>
          <p:cNvGrpSpPr/>
          <p:nvPr/>
        </p:nvGrpSpPr>
        <p:grpSpPr>
          <a:xfrm>
            <a:off x="9413843" y="2374310"/>
            <a:ext cx="421200" cy="376560"/>
            <a:chOff x="9413843" y="2374310"/>
            <a:chExt cx="421200" cy="37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FEDC2B2-48B5-7B38-2CD2-61F333621BB1}"/>
                    </a:ext>
                  </a:extLst>
                </p14:cNvPr>
                <p14:cNvContentPartPr/>
                <p14:nvPr/>
              </p14:nvContentPartPr>
              <p14:xfrm>
                <a:off x="9413843" y="2531630"/>
                <a:ext cx="174960" cy="2174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FEDC2B2-48B5-7B38-2CD2-61F333621BB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405203" y="2522630"/>
                  <a:ext cx="1926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DCFF4F6-498A-F57E-5451-E7AFC147FEDB}"/>
                    </a:ext>
                  </a:extLst>
                </p14:cNvPr>
                <p14:cNvContentPartPr/>
                <p14:nvPr/>
              </p14:nvContentPartPr>
              <p14:xfrm>
                <a:off x="9642443" y="2374310"/>
                <a:ext cx="21600" cy="3567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DCFF4F6-498A-F57E-5451-E7AFC147FED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633803" y="2365670"/>
                  <a:ext cx="392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5987B19-FF30-4F4F-CE24-16E85571795D}"/>
                    </a:ext>
                  </a:extLst>
                </p14:cNvPr>
                <p14:cNvContentPartPr/>
                <p14:nvPr/>
              </p14:nvContentPartPr>
              <p14:xfrm>
                <a:off x="9675923" y="2519030"/>
                <a:ext cx="159120" cy="231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5987B19-FF30-4F4F-CE24-16E85571795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666923" y="2510390"/>
                  <a:ext cx="17676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F03D740C-D448-B31D-44F6-E5AAE54AC74A}"/>
              </a:ext>
            </a:extLst>
          </p:cNvPr>
          <p:cNvGrpSpPr/>
          <p:nvPr/>
        </p:nvGrpSpPr>
        <p:grpSpPr>
          <a:xfrm>
            <a:off x="9841523" y="2523350"/>
            <a:ext cx="380160" cy="243000"/>
            <a:chOff x="9841523" y="2523350"/>
            <a:chExt cx="380160" cy="24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1E0F9D0-44EE-9A17-4DD7-1046719C6E13}"/>
                    </a:ext>
                  </a:extLst>
                </p14:cNvPr>
                <p14:cNvContentPartPr/>
                <p14:nvPr/>
              </p14:nvContentPartPr>
              <p14:xfrm>
                <a:off x="9841523" y="2523350"/>
                <a:ext cx="128880" cy="1980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1E0F9D0-44EE-9A17-4DD7-1046719C6E1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832523" y="2514350"/>
                  <a:ext cx="1465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EAB7CD4-C3B7-AC31-3CE1-1ED99FB62A50}"/>
                    </a:ext>
                  </a:extLst>
                </p14:cNvPr>
                <p14:cNvContentPartPr/>
                <p14:nvPr/>
              </p14:nvContentPartPr>
              <p14:xfrm>
                <a:off x="10027283" y="2524430"/>
                <a:ext cx="194400" cy="2419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EAB7CD4-C3B7-AC31-3CE1-1ED99FB62A5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018643" y="2515790"/>
                  <a:ext cx="21204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21305BBC-09B8-ED55-1B15-0AF925DC031B}"/>
              </a:ext>
            </a:extLst>
          </p:cNvPr>
          <p:cNvGrpSpPr/>
          <p:nvPr/>
        </p:nvGrpSpPr>
        <p:grpSpPr>
          <a:xfrm>
            <a:off x="10419683" y="2242190"/>
            <a:ext cx="1147680" cy="502920"/>
            <a:chOff x="10419683" y="2242190"/>
            <a:chExt cx="1147680" cy="50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1D34EE6-6C3D-C21F-7556-818099868D34}"/>
                    </a:ext>
                  </a:extLst>
                </p14:cNvPr>
                <p14:cNvContentPartPr/>
                <p14:nvPr/>
              </p14:nvContentPartPr>
              <p14:xfrm>
                <a:off x="10419683" y="2263070"/>
                <a:ext cx="153360" cy="4762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1D34EE6-6C3D-C21F-7556-818099868D3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411043" y="2254070"/>
                  <a:ext cx="17100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EDB2F68-2DBA-B3AB-8DBC-1A1C7E8549C2}"/>
                    </a:ext>
                  </a:extLst>
                </p14:cNvPr>
                <p14:cNvContentPartPr/>
                <p14:nvPr/>
              </p14:nvContentPartPr>
              <p14:xfrm>
                <a:off x="10651883" y="2504270"/>
                <a:ext cx="44280" cy="2408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EDB2F68-2DBA-B3AB-8DBC-1A1C7E8549C2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642883" y="2495630"/>
                  <a:ext cx="619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3C90F04-4606-2FC9-F2E8-01951FC31946}"/>
                    </a:ext>
                  </a:extLst>
                </p14:cNvPr>
                <p14:cNvContentPartPr/>
                <p14:nvPr/>
              </p14:nvContentPartPr>
              <p14:xfrm>
                <a:off x="10651883" y="2421830"/>
                <a:ext cx="59400" cy="82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3C90F04-4606-2FC9-F2E8-01951FC3194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642883" y="2413190"/>
                  <a:ext cx="77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B5F3D1D-BA79-02B7-379F-52449E20EEA6}"/>
                    </a:ext>
                  </a:extLst>
                </p14:cNvPr>
                <p14:cNvContentPartPr/>
                <p14:nvPr/>
              </p14:nvContentPartPr>
              <p14:xfrm>
                <a:off x="10768523" y="2481590"/>
                <a:ext cx="122040" cy="2530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B5F3D1D-BA79-02B7-379F-52449E20EEA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759523" y="2472950"/>
                  <a:ext cx="1396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597801E-B022-C20B-7ED1-FD2B61AE2817}"/>
                    </a:ext>
                  </a:extLst>
                </p14:cNvPr>
                <p14:cNvContentPartPr/>
                <p14:nvPr/>
              </p14:nvContentPartPr>
              <p14:xfrm>
                <a:off x="10989563" y="2255150"/>
                <a:ext cx="148320" cy="4496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597801E-B022-C20B-7ED1-FD2B61AE2817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980563" y="2246510"/>
                  <a:ext cx="1659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966C6C0-E25A-DA8E-B77C-6506DDE94212}"/>
                    </a:ext>
                  </a:extLst>
                </p14:cNvPr>
                <p14:cNvContentPartPr/>
                <p14:nvPr/>
              </p14:nvContentPartPr>
              <p14:xfrm>
                <a:off x="11176403" y="2476190"/>
                <a:ext cx="122400" cy="2509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966C6C0-E25A-DA8E-B77C-6506DDE9421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1167403" y="2467190"/>
                  <a:ext cx="1400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FF1EB8F-806F-575F-CD98-4C05D40D54FF}"/>
                    </a:ext>
                  </a:extLst>
                </p14:cNvPr>
                <p14:cNvContentPartPr/>
                <p14:nvPr/>
              </p14:nvContentPartPr>
              <p14:xfrm>
                <a:off x="11378723" y="2242190"/>
                <a:ext cx="188640" cy="4651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FF1EB8F-806F-575F-CD98-4C05D40D54F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1369723" y="2233550"/>
                  <a:ext cx="206280" cy="48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85C27BC2-7B9D-FF2B-08AC-4DCE697033CD}"/>
              </a:ext>
            </a:extLst>
          </p:cNvPr>
          <p:cNvGrpSpPr/>
          <p:nvPr/>
        </p:nvGrpSpPr>
        <p:grpSpPr>
          <a:xfrm>
            <a:off x="523283" y="3339470"/>
            <a:ext cx="1182960" cy="681840"/>
            <a:chOff x="523283" y="3339470"/>
            <a:chExt cx="1182960" cy="68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D522601-DD8E-B746-4E0A-250DA19B5AAC}"/>
                    </a:ext>
                  </a:extLst>
                </p14:cNvPr>
                <p14:cNvContentPartPr/>
                <p14:nvPr/>
              </p14:nvContentPartPr>
              <p14:xfrm>
                <a:off x="523283" y="3489950"/>
                <a:ext cx="385920" cy="2642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D522601-DD8E-B746-4E0A-250DA19B5AA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14643" y="3481310"/>
                  <a:ext cx="4035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F1357E2-DA9B-BD29-3E1A-D7E8904B7D47}"/>
                    </a:ext>
                  </a:extLst>
                </p14:cNvPr>
                <p14:cNvContentPartPr/>
                <p14:nvPr/>
              </p14:nvContentPartPr>
              <p14:xfrm>
                <a:off x="899843" y="3564110"/>
                <a:ext cx="172440" cy="2077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F1357E2-DA9B-BD29-3E1A-D7E8904B7D4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91203" y="3555110"/>
                  <a:ext cx="1900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59AF041-8DBB-FB71-A9A0-472550A31ADC}"/>
                    </a:ext>
                  </a:extLst>
                </p14:cNvPr>
                <p14:cNvContentPartPr/>
                <p14:nvPr/>
              </p14:nvContentPartPr>
              <p14:xfrm>
                <a:off x="1029443" y="3620630"/>
                <a:ext cx="156240" cy="4006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59AF041-8DBB-FB71-A9A0-472550A31AD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20443" y="3611630"/>
                  <a:ext cx="17388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DDB6CAB-8876-F3C4-1B0A-BA14382DD51D}"/>
                    </a:ext>
                  </a:extLst>
                </p14:cNvPr>
                <p14:cNvContentPartPr/>
                <p14:nvPr/>
              </p14:nvContentPartPr>
              <p14:xfrm>
                <a:off x="1088123" y="3504350"/>
                <a:ext cx="52920" cy="14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DDB6CAB-8876-F3C4-1B0A-BA14382DD51D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79483" y="3495350"/>
                  <a:ext cx="70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4C09371-7632-A2CC-FD65-029CC89DE266}"/>
                    </a:ext>
                  </a:extLst>
                </p14:cNvPr>
                <p14:cNvContentPartPr/>
                <p14:nvPr/>
              </p14:nvContentPartPr>
              <p14:xfrm>
                <a:off x="1205123" y="3557630"/>
                <a:ext cx="140760" cy="1929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4C09371-7632-A2CC-FD65-029CC89DE266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96123" y="3548630"/>
                  <a:ext cx="1584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B8BD13C-5698-9AFE-0821-2962DF9C856F}"/>
                    </a:ext>
                  </a:extLst>
                </p14:cNvPr>
                <p14:cNvContentPartPr/>
                <p14:nvPr/>
              </p14:nvContentPartPr>
              <p14:xfrm>
                <a:off x="1412123" y="3481670"/>
                <a:ext cx="137160" cy="2502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B8BD13C-5698-9AFE-0821-2962DF9C856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403483" y="3472670"/>
                  <a:ext cx="154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12CE6FA-B455-49B5-0500-3892DA4A6E2A}"/>
                    </a:ext>
                  </a:extLst>
                </p14:cNvPr>
                <p14:cNvContentPartPr/>
                <p14:nvPr/>
              </p14:nvContentPartPr>
              <p14:xfrm>
                <a:off x="1491323" y="3339470"/>
                <a:ext cx="65520" cy="4129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12CE6FA-B455-49B5-0500-3892DA4A6E2A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482323" y="3330470"/>
                  <a:ext cx="831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DBDA0E8-226F-582F-DF6C-F20B44820DD0}"/>
                    </a:ext>
                  </a:extLst>
                </p14:cNvPr>
                <p14:cNvContentPartPr/>
                <p14:nvPr/>
              </p14:nvContentPartPr>
              <p14:xfrm>
                <a:off x="1635683" y="3564110"/>
                <a:ext cx="43200" cy="1440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DBDA0E8-226F-582F-DF6C-F20B44820DD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626683" y="3555110"/>
                  <a:ext cx="60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63CEA74-11C2-284D-7AD1-163CD07A2585}"/>
                    </a:ext>
                  </a:extLst>
                </p14:cNvPr>
                <p14:cNvContentPartPr/>
                <p14:nvPr/>
              </p14:nvContentPartPr>
              <p14:xfrm>
                <a:off x="1626683" y="3439910"/>
                <a:ext cx="79560" cy="284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63CEA74-11C2-284D-7AD1-163CD07A258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618043" y="3430910"/>
                  <a:ext cx="972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4059DF06-8778-E49B-18EB-65D205FA7EF2}"/>
              </a:ext>
            </a:extLst>
          </p:cNvPr>
          <p:cNvGrpSpPr/>
          <p:nvPr/>
        </p:nvGrpSpPr>
        <p:grpSpPr>
          <a:xfrm>
            <a:off x="2005403" y="3324710"/>
            <a:ext cx="2176560" cy="567720"/>
            <a:chOff x="2005403" y="3324710"/>
            <a:chExt cx="2176560" cy="56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32C5810-8431-986F-403A-5AD9DB80798C}"/>
                    </a:ext>
                  </a:extLst>
                </p14:cNvPr>
                <p14:cNvContentPartPr/>
                <p14:nvPr/>
              </p14:nvContentPartPr>
              <p14:xfrm>
                <a:off x="2005403" y="3445310"/>
                <a:ext cx="119160" cy="2268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32C5810-8431-986F-403A-5AD9DB80798C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996403" y="3436310"/>
                  <a:ext cx="136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77E50C5-3263-266F-0983-0927CAC4503B}"/>
                    </a:ext>
                  </a:extLst>
                </p14:cNvPr>
                <p14:cNvContentPartPr/>
                <p14:nvPr/>
              </p14:nvContentPartPr>
              <p14:xfrm>
                <a:off x="2117723" y="3473750"/>
                <a:ext cx="24120" cy="2016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77E50C5-3263-266F-0983-0927CAC4503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108723" y="3464750"/>
                  <a:ext cx="417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0AF5C8A-927C-FBC0-AEF2-26541DC441AD}"/>
                    </a:ext>
                  </a:extLst>
                </p14:cNvPr>
                <p14:cNvContentPartPr/>
                <p14:nvPr/>
              </p14:nvContentPartPr>
              <p14:xfrm>
                <a:off x="2235803" y="3466190"/>
                <a:ext cx="248760" cy="2271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0AF5C8A-927C-FBC0-AEF2-26541DC441A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226803" y="3457190"/>
                  <a:ext cx="2664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D345C5A-9C33-7E98-9CB9-D99B6D847FDE}"/>
                    </a:ext>
                  </a:extLst>
                </p14:cNvPr>
                <p14:cNvContentPartPr/>
                <p14:nvPr/>
              </p14:nvContentPartPr>
              <p14:xfrm>
                <a:off x="2518403" y="3481670"/>
                <a:ext cx="109440" cy="4107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D345C5A-9C33-7E98-9CB9-D99B6D847FDE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509763" y="3472670"/>
                  <a:ext cx="1270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917833F-E3C7-A7A3-E043-181A740C5EAD}"/>
                    </a:ext>
                  </a:extLst>
                </p14:cNvPr>
                <p14:cNvContentPartPr/>
                <p14:nvPr/>
              </p14:nvContentPartPr>
              <p14:xfrm>
                <a:off x="2680043" y="3505430"/>
                <a:ext cx="148320" cy="1785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917833F-E3C7-A7A3-E043-181A740C5EA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671403" y="3496430"/>
                  <a:ext cx="165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C1A9FF9-BF2C-FF92-0331-CEDD3170CD40}"/>
                    </a:ext>
                  </a:extLst>
                </p14:cNvPr>
                <p14:cNvContentPartPr/>
                <p14:nvPr/>
              </p14:nvContentPartPr>
              <p14:xfrm>
                <a:off x="2847083" y="3495350"/>
                <a:ext cx="126000" cy="2142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C1A9FF9-BF2C-FF92-0331-CEDD3170CD4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838083" y="3486350"/>
                  <a:ext cx="1436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4D7538B-EBD2-A847-08B7-F6ADA9CFB5A4}"/>
                    </a:ext>
                  </a:extLst>
                </p14:cNvPr>
                <p14:cNvContentPartPr/>
                <p14:nvPr/>
              </p14:nvContentPartPr>
              <p14:xfrm>
                <a:off x="3017723" y="3467990"/>
                <a:ext cx="136080" cy="1897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4D7538B-EBD2-A847-08B7-F6ADA9CFB5A4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009083" y="3459350"/>
                  <a:ext cx="153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8AA6C7A-455B-127F-37E4-093349E3955E}"/>
                    </a:ext>
                  </a:extLst>
                </p14:cNvPr>
                <p14:cNvContentPartPr/>
                <p14:nvPr/>
              </p14:nvContentPartPr>
              <p14:xfrm>
                <a:off x="3273683" y="3478070"/>
                <a:ext cx="216360" cy="2098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8AA6C7A-455B-127F-37E4-093349E3955E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264683" y="3469430"/>
                  <a:ext cx="2340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12E72A4-7EA5-AD1E-7BA8-8FFC95BB7016}"/>
                    </a:ext>
                  </a:extLst>
                </p14:cNvPr>
                <p14:cNvContentPartPr/>
                <p14:nvPr/>
              </p14:nvContentPartPr>
              <p14:xfrm>
                <a:off x="3570323" y="3465830"/>
                <a:ext cx="165960" cy="1947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12E72A4-7EA5-AD1E-7BA8-8FFC95BB7016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561323" y="3456830"/>
                  <a:ext cx="1836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7CAD5F2-DDAE-E5D5-FE03-E3DFD2BCAAD1}"/>
                    </a:ext>
                  </a:extLst>
                </p14:cNvPr>
                <p14:cNvContentPartPr/>
                <p14:nvPr/>
              </p14:nvContentPartPr>
              <p14:xfrm>
                <a:off x="3748523" y="3324710"/>
                <a:ext cx="41040" cy="3877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7CAD5F2-DDAE-E5D5-FE03-E3DFD2BCAAD1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3739523" y="3315710"/>
                  <a:ext cx="586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C0C951C-9F8C-5E03-8319-A6B7FD60758B}"/>
                    </a:ext>
                  </a:extLst>
                </p14:cNvPr>
                <p14:cNvContentPartPr/>
                <p14:nvPr/>
              </p14:nvContentPartPr>
              <p14:xfrm>
                <a:off x="3730883" y="3475910"/>
                <a:ext cx="123480" cy="61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C0C951C-9F8C-5E03-8319-A6B7FD60758B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3721883" y="3467270"/>
                  <a:ext cx="141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59922BB-C935-6320-93EB-B830E29BFC11}"/>
                    </a:ext>
                  </a:extLst>
                </p14:cNvPr>
                <p14:cNvContentPartPr/>
                <p14:nvPr/>
              </p14:nvContentPartPr>
              <p14:xfrm>
                <a:off x="3881363" y="3455750"/>
                <a:ext cx="141120" cy="2293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59922BB-C935-6320-93EB-B830E29BFC11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3872723" y="3446750"/>
                  <a:ext cx="158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F18B6A5-E0A3-1228-0ED5-1A24D128AAD5}"/>
                    </a:ext>
                  </a:extLst>
                </p14:cNvPr>
                <p14:cNvContentPartPr/>
                <p14:nvPr/>
              </p14:nvContentPartPr>
              <p14:xfrm>
                <a:off x="4023203" y="3484910"/>
                <a:ext cx="158760" cy="1782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F18B6A5-E0A3-1228-0ED5-1A24D128AAD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4014563" y="3476270"/>
                  <a:ext cx="17640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B266C4C1-D3C8-E3CA-B77F-D1283A529440}"/>
              </a:ext>
            </a:extLst>
          </p:cNvPr>
          <p:cNvGrpSpPr/>
          <p:nvPr/>
        </p:nvGrpSpPr>
        <p:grpSpPr>
          <a:xfrm>
            <a:off x="4544123" y="3223550"/>
            <a:ext cx="426240" cy="678600"/>
            <a:chOff x="4544123" y="3223550"/>
            <a:chExt cx="426240" cy="67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3AAA545-2398-9180-B24D-128A5CB716CE}"/>
                    </a:ext>
                  </a:extLst>
                </p14:cNvPr>
                <p14:cNvContentPartPr/>
                <p14:nvPr/>
              </p14:nvContentPartPr>
              <p14:xfrm>
                <a:off x="4544123" y="3344870"/>
                <a:ext cx="141120" cy="2505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3AAA545-2398-9180-B24D-128A5CB716CE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4535483" y="3336230"/>
                  <a:ext cx="1587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DEF0B78-D18E-634C-A625-30D04C0CC987}"/>
                    </a:ext>
                  </a:extLst>
                </p14:cNvPr>
                <p14:cNvContentPartPr/>
                <p14:nvPr/>
              </p14:nvContentPartPr>
              <p14:xfrm>
                <a:off x="4657883" y="3223550"/>
                <a:ext cx="24840" cy="4266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DEF0B78-D18E-634C-A625-30D04C0CC98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4649243" y="3214550"/>
                  <a:ext cx="4248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4136D62-103A-807A-4B30-B7AA59E251D2}"/>
                    </a:ext>
                  </a:extLst>
                </p14:cNvPr>
                <p14:cNvContentPartPr/>
                <p14:nvPr/>
              </p14:nvContentPartPr>
              <p14:xfrm>
                <a:off x="4763723" y="3412550"/>
                <a:ext cx="206640" cy="4896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4136D62-103A-807A-4B30-B7AA59E251D2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4755083" y="3403910"/>
                  <a:ext cx="224280" cy="50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5AB82401-65DA-1DFD-31D3-3DFDF7259431}"/>
              </a:ext>
            </a:extLst>
          </p:cNvPr>
          <p:cNvGrpSpPr/>
          <p:nvPr/>
        </p:nvGrpSpPr>
        <p:grpSpPr>
          <a:xfrm>
            <a:off x="5248283" y="3209510"/>
            <a:ext cx="1976760" cy="448920"/>
            <a:chOff x="5248283" y="3209510"/>
            <a:chExt cx="1976760" cy="4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8BCE75A-F0FF-6F5E-AA58-230D9183EE12}"/>
                    </a:ext>
                  </a:extLst>
                </p14:cNvPr>
                <p14:cNvContentPartPr/>
                <p14:nvPr/>
              </p14:nvContentPartPr>
              <p14:xfrm>
                <a:off x="5248283" y="3209510"/>
                <a:ext cx="52200" cy="3528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8BCE75A-F0FF-6F5E-AA58-230D9183EE12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5239643" y="3200510"/>
                  <a:ext cx="6984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1CFB203-676D-6B15-ED73-BB79E5DCD866}"/>
                    </a:ext>
                  </a:extLst>
                </p14:cNvPr>
                <p14:cNvContentPartPr/>
                <p14:nvPr/>
              </p14:nvContentPartPr>
              <p14:xfrm>
                <a:off x="5262323" y="3216350"/>
                <a:ext cx="212760" cy="4291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1CFB203-676D-6B15-ED73-BB79E5DCD866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5253683" y="3207350"/>
                  <a:ext cx="2304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23539D2-B214-6176-7144-5CBFCE2F9974}"/>
                    </a:ext>
                  </a:extLst>
                </p14:cNvPr>
                <p14:cNvContentPartPr/>
                <p14:nvPr/>
              </p14:nvContentPartPr>
              <p14:xfrm>
                <a:off x="5567603" y="3421190"/>
                <a:ext cx="182520" cy="2275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23539D2-B214-6176-7144-5CBFCE2F997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5558603" y="3412190"/>
                  <a:ext cx="200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578E6F7-42BD-1D47-3F89-DB868A0105E8}"/>
                    </a:ext>
                  </a:extLst>
                </p14:cNvPr>
                <p14:cNvContentPartPr/>
                <p14:nvPr/>
              </p14:nvContentPartPr>
              <p14:xfrm>
                <a:off x="5786843" y="3264590"/>
                <a:ext cx="34560" cy="3866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578E6F7-42BD-1D47-3F89-DB868A0105E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5777843" y="3255950"/>
                  <a:ext cx="5220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2481D02-D3FA-81F5-3768-9B20F582C270}"/>
                    </a:ext>
                  </a:extLst>
                </p14:cNvPr>
                <p14:cNvContentPartPr/>
                <p14:nvPr/>
              </p14:nvContentPartPr>
              <p14:xfrm>
                <a:off x="5748323" y="3410390"/>
                <a:ext cx="101880" cy="50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2481D02-D3FA-81F5-3768-9B20F582C270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739323" y="3401750"/>
                  <a:ext cx="1195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829594E-B7B9-A78C-AA62-596F5104C191}"/>
                    </a:ext>
                  </a:extLst>
                </p14:cNvPr>
                <p14:cNvContentPartPr/>
                <p14:nvPr/>
              </p14:nvContentPartPr>
              <p14:xfrm>
                <a:off x="5898083" y="3415070"/>
                <a:ext cx="111960" cy="2361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829594E-B7B9-A78C-AA62-596F5104C191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889083" y="3406070"/>
                  <a:ext cx="1296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148A707-37AD-3A0C-FDB7-68746E6A864C}"/>
                    </a:ext>
                  </a:extLst>
                </p14:cNvPr>
                <p14:cNvContentPartPr/>
                <p14:nvPr/>
              </p14:nvContentPartPr>
              <p14:xfrm>
                <a:off x="6060803" y="3419390"/>
                <a:ext cx="95760" cy="2160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148A707-37AD-3A0C-FDB7-68746E6A864C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6052163" y="3410750"/>
                  <a:ext cx="1134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B6E23DF-C60C-16A3-8243-FE6A9FD6678B}"/>
                    </a:ext>
                  </a:extLst>
                </p14:cNvPr>
                <p14:cNvContentPartPr/>
                <p14:nvPr/>
              </p14:nvContentPartPr>
              <p14:xfrm>
                <a:off x="6114803" y="3404630"/>
                <a:ext cx="114480" cy="104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B6E23DF-C60C-16A3-8243-FE6A9FD6678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106163" y="3395990"/>
                  <a:ext cx="132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8876CF3-7D09-2D94-201D-768E41F4274F}"/>
                    </a:ext>
                  </a:extLst>
                </p14:cNvPr>
                <p14:cNvContentPartPr/>
                <p14:nvPr/>
              </p14:nvContentPartPr>
              <p14:xfrm>
                <a:off x="6317843" y="3254510"/>
                <a:ext cx="173880" cy="4039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8876CF3-7D09-2D94-201D-768E41F4274F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309203" y="3245870"/>
                  <a:ext cx="1915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596D637-8812-5AB8-A9C8-85CB78FA3A76}"/>
                    </a:ext>
                  </a:extLst>
                </p14:cNvPr>
                <p14:cNvContentPartPr/>
                <p14:nvPr/>
              </p14:nvContentPartPr>
              <p14:xfrm>
                <a:off x="6607283" y="3321470"/>
                <a:ext cx="26640" cy="3218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596D637-8812-5AB8-A9C8-85CB78FA3A76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6598283" y="3312470"/>
                  <a:ext cx="442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8597B87-139E-35D4-B3A8-ECE72791463C}"/>
                    </a:ext>
                  </a:extLst>
                </p14:cNvPr>
                <p14:cNvContentPartPr/>
                <p14:nvPr/>
              </p14:nvContentPartPr>
              <p14:xfrm>
                <a:off x="6633203" y="3400310"/>
                <a:ext cx="118440" cy="1908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8597B87-139E-35D4-B3A8-ECE72791463C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6624563" y="3391310"/>
                  <a:ext cx="136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7869800-C0C1-A7DD-9999-0777B3AD89CB}"/>
                    </a:ext>
                  </a:extLst>
                </p14:cNvPr>
                <p14:cNvContentPartPr/>
                <p14:nvPr/>
              </p14:nvContentPartPr>
              <p14:xfrm>
                <a:off x="6834803" y="3424070"/>
                <a:ext cx="111240" cy="1936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7869800-C0C1-A7DD-9999-0777B3AD89CB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6826163" y="3415070"/>
                  <a:ext cx="1288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9F37FE1-E940-4CB1-562B-653A5B28C2C0}"/>
                    </a:ext>
                  </a:extLst>
                </p14:cNvPr>
                <p14:cNvContentPartPr/>
                <p14:nvPr/>
              </p14:nvContentPartPr>
              <p14:xfrm>
                <a:off x="7031363" y="3385550"/>
                <a:ext cx="193680" cy="2239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9F37FE1-E940-4CB1-562B-653A5B28C2C0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022363" y="3376910"/>
                  <a:ext cx="21132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BFDC411C-6DA2-EC97-443B-D84A2F71AEFE}"/>
              </a:ext>
            </a:extLst>
          </p:cNvPr>
          <p:cNvGrpSpPr/>
          <p:nvPr/>
        </p:nvGrpSpPr>
        <p:grpSpPr>
          <a:xfrm>
            <a:off x="7703123" y="3217070"/>
            <a:ext cx="420840" cy="461520"/>
            <a:chOff x="7703123" y="3217070"/>
            <a:chExt cx="420840" cy="46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B8DD7D7-C52E-9439-0DA4-CA10E4B37FB6}"/>
                    </a:ext>
                  </a:extLst>
                </p14:cNvPr>
                <p14:cNvContentPartPr/>
                <p14:nvPr/>
              </p14:nvContentPartPr>
              <p14:xfrm>
                <a:off x="7703123" y="3217070"/>
                <a:ext cx="136080" cy="3164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B8DD7D7-C52E-9439-0DA4-CA10E4B37FB6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694483" y="3208430"/>
                  <a:ext cx="1537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6DE3D0B-9C53-232B-135C-D8136649C49D}"/>
                    </a:ext>
                  </a:extLst>
                </p14:cNvPr>
                <p14:cNvContentPartPr/>
                <p14:nvPr/>
              </p14:nvContentPartPr>
              <p14:xfrm>
                <a:off x="7901123" y="3540350"/>
                <a:ext cx="57960" cy="1382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6DE3D0B-9C53-232B-135C-D8136649C49D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892483" y="3531710"/>
                  <a:ext cx="756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C309E1E-5625-EE00-4806-72AF4C87DB75}"/>
                    </a:ext>
                  </a:extLst>
                </p14:cNvPr>
                <p14:cNvContentPartPr/>
                <p14:nvPr/>
              </p14:nvContentPartPr>
              <p14:xfrm>
                <a:off x="8083283" y="3276110"/>
                <a:ext cx="40680" cy="280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C309E1E-5625-EE00-4806-72AF4C87DB75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074643" y="3267110"/>
                  <a:ext cx="58320" cy="29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B0690478-3B08-9738-EB82-87C765467C63}"/>
              </a:ext>
            </a:extLst>
          </p:cNvPr>
          <p:cNvGrpSpPr/>
          <p:nvPr/>
        </p:nvGrpSpPr>
        <p:grpSpPr>
          <a:xfrm>
            <a:off x="8359403" y="3214910"/>
            <a:ext cx="585720" cy="378360"/>
            <a:chOff x="8359403" y="3214910"/>
            <a:chExt cx="58572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A876EC8-D0CE-BAEF-8C5F-C18ACED1375D}"/>
                    </a:ext>
                  </a:extLst>
                </p14:cNvPr>
                <p14:cNvContentPartPr/>
                <p14:nvPr/>
              </p14:nvContentPartPr>
              <p14:xfrm>
                <a:off x="8359403" y="3351710"/>
                <a:ext cx="261720" cy="2415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A876EC8-D0CE-BAEF-8C5F-C18ACED1375D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350763" y="3342710"/>
                  <a:ext cx="279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7825869-F0D2-B6DA-DCAF-E9AADF8C3B2D}"/>
                    </a:ext>
                  </a:extLst>
                </p14:cNvPr>
                <p14:cNvContentPartPr/>
                <p14:nvPr/>
              </p14:nvContentPartPr>
              <p14:xfrm>
                <a:off x="8761163" y="3214910"/>
                <a:ext cx="93240" cy="3261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7825869-F0D2-B6DA-DCAF-E9AADF8C3B2D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752523" y="3206270"/>
                  <a:ext cx="1108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10128A3-CC42-40AC-208E-AD8A93CC6DD8}"/>
                    </a:ext>
                  </a:extLst>
                </p14:cNvPr>
                <p14:cNvContentPartPr/>
                <p14:nvPr/>
              </p14:nvContentPartPr>
              <p14:xfrm>
                <a:off x="8855483" y="3216710"/>
                <a:ext cx="83160" cy="3373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10128A3-CC42-40AC-208E-AD8A93CC6DD8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846483" y="3208070"/>
                  <a:ext cx="1008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9C6BB11-7F5B-AE50-F54F-D426D78201E0}"/>
                    </a:ext>
                  </a:extLst>
                </p14:cNvPr>
                <p14:cNvContentPartPr/>
                <p14:nvPr/>
              </p14:nvContentPartPr>
              <p14:xfrm>
                <a:off x="8772683" y="3427310"/>
                <a:ext cx="172440" cy="82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9C6BB11-7F5B-AE50-F54F-D426D78201E0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8763683" y="3418670"/>
                  <a:ext cx="19008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EB131FB5-01FD-1186-A537-929485FC786E}"/>
              </a:ext>
            </a:extLst>
          </p:cNvPr>
          <p:cNvGrpSpPr/>
          <p:nvPr/>
        </p:nvGrpSpPr>
        <p:grpSpPr>
          <a:xfrm>
            <a:off x="9323483" y="3358550"/>
            <a:ext cx="57960" cy="217080"/>
            <a:chOff x="9323483" y="3358550"/>
            <a:chExt cx="57960" cy="2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3C5748F-2C05-D7FA-C2D3-A80003785189}"/>
                    </a:ext>
                  </a:extLst>
                </p14:cNvPr>
                <p14:cNvContentPartPr/>
                <p14:nvPr/>
              </p14:nvContentPartPr>
              <p14:xfrm>
                <a:off x="9323483" y="3475910"/>
                <a:ext cx="54360" cy="997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3C5748F-2C05-D7FA-C2D3-A80003785189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9314843" y="3466910"/>
                  <a:ext cx="720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1A9247B-AEEB-4707-F76A-7384EF676AF7}"/>
                    </a:ext>
                  </a:extLst>
                </p14:cNvPr>
                <p14:cNvContentPartPr/>
                <p14:nvPr/>
              </p14:nvContentPartPr>
              <p14:xfrm>
                <a:off x="9374963" y="3358550"/>
                <a:ext cx="6480" cy="3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1A9247B-AEEB-4707-F76A-7384EF676AF7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366323" y="3349550"/>
                  <a:ext cx="241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0D20BEB9-8612-D86E-665E-25BA52478CCB}"/>
              </a:ext>
            </a:extLst>
          </p:cNvPr>
          <p:cNvGrpSpPr/>
          <p:nvPr/>
        </p:nvGrpSpPr>
        <p:grpSpPr>
          <a:xfrm>
            <a:off x="9718043" y="3204110"/>
            <a:ext cx="1172880" cy="417960"/>
            <a:chOff x="9718043" y="3204110"/>
            <a:chExt cx="1172880" cy="41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DE35F1A-18A6-E723-0FF4-1BA4F3A514FC}"/>
                    </a:ext>
                  </a:extLst>
                </p14:cNvPr>
                <p14:cNvContentPartPr/>
                <p14:nvPr/>
              </p14:nvContentPartPr>
              <p14:xfrm>
                <a:off x="9718043" y="3262430"/>
                <a:ext cx="130680" cy="2700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DE35F1A-18A6-E723-0FF4-1BA4F3A514FC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709043" y="3253790"/>
                  <a:ext cx="1483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10167D76-6A86-AC74-FDD5-84B72988B235}"/>
                    </a:ext>
                  </a:extLst>
                </p14:cNvPr>
                <p14:cNvContentPartPr/>
                <p14:nvPr/>
              </p14:nvContentPartPr>
              <p14:xfrm>
                <a:off x="9948803" y="3476990"/>
                <a:ext cx="11520" cy="1450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10167D76-6A86-AC74-FDD5-84B72988B235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9939803" y="3468350"/>
                  <a:ext cx="291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60B83969-0594-6B95-DCD0-56924A95491F}"/>
                    </a:ext>
                  </a:extLst>
                </p14:cNvPr>
                <p14:cNvContentPartPr/>
                <p14:nvPr/>
              </p14:nvContentPartPr>
              <p14:xfrm>
                <a:off x="10064363" y="3252350"/>
                <a:ext cx="127080" cy="2714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60B83969-0594-6B95-DCD0-56924A95491F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0055363" y="3243350"/>
                  <a:ext cx="1447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51849407-00D1-93C9-19AD-7D9E768F1A10}"/>
                    </a:ext>
                  </a:extLst>
                </p14:cNvPr>
                <p14:cNvContentPartPr/>
                <p14:nvPr/>
              </p14:nvContentPartPr>
              <p14:xfrm>
                <a:off x="10320323" y="3321110"/>
                <a:ext cx="245520" cy="2034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51849407-00D1-93C9-19AD-7D9E768F1A10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0311323" y="3312470"/>
                  <a:ext cx="2631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2E688411-BD15-C6B2-B059-D11E759FDADD}"/>
                    </a:ext>
                  </a:extLst>
                </p14:cNvPr>
                <p14:cNvContentPartPr/>
                <p14:nvPr/>
              </p14:nvContentPartPr>
              <p14:xfrm>
                <a:off x="10683203" y="3204110"/>
                <a:ext cx="109800" cy="2894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2E688411-BD15-C6B2-B059-D11E759FDADD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0674563" y="3195470"/>
                  <a:ext cx="1274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2006B3FC-7A30-498D-0B88-A2AEDC710333}"/>
                    </a:ext>
                  </a:extLst>
                </p14:cNvPr>
                <p14:cNvContentPartPr/>
                <p14:nvPr/>
              </p14:nvContentPartPr>
              <p14:xfrm>
                <a:off x="10786883" y="3204830"/>
                <a:ext cx="104040" cy="3020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2006B3FC-7A30-498D-0B88-A2AEDC710333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0777883" y="3195830"/>
                  <a:ext cx="1216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C62F24C-DDED-E8EC-60A2-BDD9018F93D5}"/>
                    </a:ext>
                  </a:extLst>
                </p14:cNvPr>
                <p14:cNvContentPartPr/>
                <p14:nvPr/>
              </p14:nvContentPartPr>
              <p14:xfrm>
                <a:off x="10710923" y="3359630"/>
                <a:ext cx="176040" cy="93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C62F24C-DDED-E8EC-60A2-BDD9018F93D5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0701923" y="3350630"/>
                  <a:ext cx="19368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FD943368-E9F0-83C5-3D21-318F4764F096}"/>
              </a:ext>
            </a:extLst>
          </p:cNvPr>
          <p:cNvGrpSpPr/>
          <p:nvPr/>
        </p:nvGrpSpPr>
        <p:grpSpPr>
          <a:xfrm>
            <a:off x="11062283" y="3349550"/>
            <a:ext cx="30600" cy="195840"/>
            <a:chOff x="11062283" y="3349550"/>
            <a:chExt cx="3060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C9E8F6B7-938A-033E-CCED-0D6677966737}"/>
                    </a:ext>
                  </a:extLst>
                </p14:cNvPr>
                <p14:cNvContentPartPr/>
                <p14:nvPr/>
              </p14:nvContentPartPr>
              <p14:xfrm>
                <a:off x="11062283" y="3447830"/>
                <a:ext cx="28440" cy="975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C9E8F6B7-938A-033E-CCED-0D6677966737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1053643" y="3438830"/>
                  <a:ext cx="46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55FCFA1-1BA1-A94D-DF46-2A2B0C473458}"/>
                    </a:ext>
                  </a:extLst>
                </p14:cNvPr>
                <p14:cNvContentPartPr/>
                <p14:nvPr/>
              </p14:nvContentPartPr>
              <p14:xfrm>
                <a:off x="11092523" y="3349550"/>
                <a:ext cx="360" cy="3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55FCFA1-1BA1-A94D-DF46-2A2B0C47345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083523" y="33405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E9A38BCF-B84D-B69B-DAE0-A782BB08184C}"/>
              </a:ext>
            </a:extLst>
          </p:cNvPr>
          <p:cNvGrpSpPr/>
          <p:nvPr/>
        </p:nvGrpSpPr>
        <p:grpSpPr>
          <a:xfrm>
            <a:off x="11344883" y="3173510"/>
            <a:ext cx="646920" cy="369720"/>
            <a:chOff x="11344883" y="3173510"/>
            <a:chExt cx="646920" cy="36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3C4763F-E75E-7551-9E0F-0B8CB3233F37}"/>
                    </a:ext>
                  </a:extLst>
                </p14:cNvPr>
                <p14:cNvContentPartPr/>
                <p14:nvPr/>
              </p14:nvContentPartPr>
              <p14:xfrm>
                <a:off x="11344883" y="3238670"/>
                <a:ext cx="45720" cy="2898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3C4763F-E75E-7551-9E0F-0B8CB3233F3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1335883" y="3229670"/>
                  <a:ext cx="633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E404DD0-17FB-8C42-6FF7-9F7BB3214178}"/>
                    </a:ext>
                  </a:extLst>
                </p14:cNvPr>
                <p14:cNvContentPartPr/>
                <p14:nvPr/>
              </p14:nvContentPartPr>
              <p14:xfrm>
                <a:off x="11476283" y="3289790"/>
                <a:ext cx="264240" cy="2250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E404DD0-17FB-8C42-6FF7-9F7BB321417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1467643" y="3281150"/>
                  <a:ext cx="2818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D4843ED-F3A2-C94C-5702-A0B64E878213}"/>
                    </a:ext>
                  </a:extLst>
                </p14:cNvPr>
                <p14:cNvContentPartPr/>
                <p14:nvPr/>
              </p14:nvContentPartPr>
              <p14:xfrm>
                <a:off x="11818283" y="3173510"/>
                <a:ext cx="112320" cy="3020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D4843ED-F3A2-C94C-5702-A0B64E878213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1809643" y="3164870"/>
                  <a:ext cx="1299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7DC8F2A-EC3D-10B7-E7FF-68F64732CE3C}"/>
                    </a:ext>
                  </a:extLst>
                </p14:cNvPr>
                <p14:cNvContentPartPr/>
                <p14:nvPr/>
              </p14:nvContentPartPr>
              <p14:xfrm>
                <a:off x="11934923" y="3194750"/>
                <a:ext cx="50040" cy="3484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7DC8F2A-EC3D-10B7-E7FF-68F64732CE3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1925923" y="3185750"/>
                  <a:ext cx="676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D5D55BD7-34F1-514A-F33E-E05BEF14780A}"/>
                    </a:ext>
                  </a:extLst>
                </p14:cNvPr>
                <p14:cNvContentPartPr/>
                <p14:nvPr/>
              </p14:nvContentPartPr>
              <p14:xfrm>
                <a:off x="11806763" y="3371870"/>
                <a:ext cx="185040" cy="162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D5D55BD7-34F1-514A-F33E-E05BEF14780A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1798123" y="3363230"/>
                  <a:ext cx="20268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E32F59A7-FD90-A7E4-A35B-EA11F6E8702C}"/>
              </a:ext>
            </a:extLst>
          </p:cNvPr>
          <p:cNvGrpSpPr/>
          <p:nvPr/>
        </p:nvGrpSpPr>
        <p:grpSpPr>
          <a:xfrm>
            <a:off x="555683" y="3943550"/>
            <a:ext cx="521640" cy="375120"/>
            <a:chOff x="555683" y="3943550"/>
            <a:chExt cx="52164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8D3FDC9-3B9F-7BD2-BB7A-1420E896335B}"/>
                    </a:ext>
                  </a:extLst>
                </p14:cNvPr>
                <p14:cNvContentPartPr/>
                <p14:nvPr/>
              </p14:nvContentPartPr>
              <p14:xfrm>
                <a:off x="555683" y="3943550"/>
                <a:ext cx="149760" cy="3722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8D3FDC9-3B9F-7BD2-BB7A-1420E896335B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547043" y="3934910"/>
                  <a:ext cx="1674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7E2FB70-FDD3-FD9E-2749-24B053BCC35D}"/>
                    </a:ext>
                  </a:extLst>
                </p14:cNvPr>
                <p14:cNvContentPartPr/>
                <p14:nvPr/>
              </p14:nvContentPartPr>
              <p14:xfrm>
                <a:off x="742883" y="4085390"/>
                <a:ext cx="123480" cy="2332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7E2FB70-FDD3-FD9E-2749-24B053BCC35D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33883" y="4076750"/>
                  <a:ext cx="1411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873AC7B-E7E2-BE26-AD53-4BA356036664}"/>
                    </a:ext>
                  </a:extLst>
                </p14:cNvPr>
                <p14:cNvContentPartPr/>
                <p14:nvPr/>
              </p14:nvContentPartPr>
              <p14:xfrm>
                <a:off x="926123" y="4087190"/>
                <a:ext cx="151200" cy="2030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873AC7B-E7E2-BE26-AD53-4BA356036664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917123" y="4078550"/>
                  <a:ext cx="16884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CDCE99DD-ACCB-ADAE-7D2B-2F372A03DF84}"/>
              </a:ext>
            </a:extLst>
          </p:cNvPr>
          <p:cNvGrpSpPr/>
          <p:nvPr/>
        </p:nvGrpSpPr>
        <p:grpSpPr>
          <a:xfrm>
            <a:off x="1355243" y="3981710"/>
            <a:ext cx="1114560" cy="326160"/>
            <a:chOff x="1355243" y="3981710"/>
            <a:chExt cx="1114560" cy="32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8910413-09C1-30CC-BF56-D9DD5B81E259}"/>
                    </a:ext>
                  </a:extLst>
                </p14:cNvPr>
                <p14:cNvContentPartPr/>
                <p14:nvPr/>
              </p14:nvContentPartPr>
              <p14:xfrm>
                <a:off x="1355243" y="4032830"/>
                <a:ext cx="151560" cy="2750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8910413-09C1-30CC-BF56-D9DD5B81E25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346243" y="4024190"/>
                  <a:ext cx="1692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59CA268-6FE7-A8C4-9124-AD1F4167F9E1}"/>
                    </a:ext>
                  </a:extLst>
                </p14:cNvPr>
                <p14:cNvContentPartPr/>
                <p14:nvPr/>
              </p14:nvContentPartPr>
              <p14:xfrm>
                <a:off x="1614443" y="4108790"/>
                <a:ext cx="270360" cy="1897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59CA268-6FE7-A8C4-9124-AD1F4167F9E1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605443" y="4099790"/>
                  <a:ext cx="2880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FD6C9694-4D57-ECDB-4D65-8770C4445BC8}"/>
                    </a:ext>
                  </a:extLst>
                </p14:cNvPr>
                <p14:cNvContentPartPr/>
                <p14:nvPr/>
              </p14:nvContentPartPr>
              <p14:xfrm>
                <a:off x="2033123" y="3995750"/>
                <a:ext cx="72360" cy="2332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FD6C9694-4D57-ECDB-4D65-8770C4445BC8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2024483" y="3986750"/>
                  <a:ext cx="900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D043EFC5-2238-6F7D-0A52-AFA7342077BB}"/>
                    </a:ext>
                  </a:extLst>
                </p14:cNvPr>
                <p14:cNvContentPartPr/>
                <p14:nvPr/>
              </p14:nvContentPartPr>
              <p14:xfrm>
                <a:off x="2095763" y="3981710"/>
                <a:ext cx="86040" cy="2854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D043EFC5-2238-6F7D-0A52-AFA7342077BB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2087123" y="3973070"/>
                  <a:ext cx="1036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46A02E8-105D-FDB3-9C3A-C521AE223FEB}"/>
                    </a:ext>
                  </a:extLst>
                </p14:cNvPr>
                <p14:cNvContentPartPr/>
                <p14:nvPr/>
              </p14:nvContentPartPr>
              <p14:xfrm>
                <a:off x="2042483" y="4101950"/>
                <a:ext cx="427320" cy="1335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46A02E8-105D-FDB3-9C3A-C521AE223FEB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2033483" y="4092950"/>
                  <a:ext cx="44496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8CA0B949-82F6-0718-0DA4-5B6244E7FD0A}"/>
              </a:ext>
            </a:extLst>
          </p:cNvPr>
          <p:cNvGrpSpPr/>
          <p:nvPr/>
        </p:nvGrpSpPr>
        <p:grpSpPr>
          <a:xfrm>
            <a:off x="300803" y="4760390"/>
            <a:ext cx="730080" cy="548640"/>
            <a:chOff x="300803" y="4760390"/>
            <a:chExt cx="730080" cy="54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B72AC8F6-BBD7-C3D7-5453-E2D1F5D6FC88}"/>
                    </a:ext>
                  </a:extLst>
                </p14:cNvPr>
                <p14:cNvContentPartPr/>
                <p14:nvPr/>
              </p14:nvContentPartPr>
              <p14:xfrm>
                <a:off x="373163" y="4760390"/>
                <a:ext cx="222840" cy="356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B72AC8F6-BBD7-C3D7-5453-E2D1F5D6FC88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364163" y="4751390"/>
                  <a:ext cx="240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9C9E2137-6AFD-4228-F7AD-8AACD8AA4893}"/>
                    </a:ext>
                  </a:extLst>
                </p14:cNvPr>
                <p14:cNvContentPartPr/>
                <p14:nvPr/>
              </p14:nvContentPartPr>
              <p14:xfrm>
                <a:off x="300803" y="4774070"/>
                <a:ext cx="211680" cy="5176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9C9E2137-6AFD-4228-F7AD-8AACD8AA4893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92163" y="4765430"/>
                  <a:ext cx="22932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5DF6573E-D913-0CE8-D71B-15245042960D}"/>
                    </a:ext>
                  </a:extLst>
                </p14:cNvPr>
                <p14:cNvContentPartPr/>
                <p14:nvPr/>
              </p14:nvContentPartPr>
              <p14:xfrm>
                <a:off x="484403" y="5087270"/>
                <a:ext cx="181080" cy="2217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5DF6573E-D913-0CE8-D71B-15245042960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475763" y="5078630"/>
                  <a:ext cx="1987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2D7B840C-1CF2-7D90-CB71-35A5912923D5}"/>
                    </a:ext>
                  </a:extLst>
                </p14:cNvPr>
                <p14:cNvContentPartPr/>
                <p14:nvPr/>
              </p14:nvContentPartPr>
              <p14:xfrm>
                <a:off x="726683" y="5055590"/>
                <a:ext cx="304200" cy="2462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2D7B840C-1CF2-7D90-CB71-35A5912923D5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18043" y="5046950"/>
                  <a:ext cx="321840" cy="26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0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306043C3-B53F-340B-04D3-DBD6FD8EA26A}"/>
                  </a:ext>
                </a:extLst>
              </p14:cNvPr>
              <p14:cNvContentPartPr/>
              <p14:nvPr/>
            </p14:nvContentPartPr>
            <p14:xfrm>
              <a:off x="348683" y="5460950"/>
              <a:ext cx="633240" cy="4788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306043C3-B53F-340B-04D3-DBD6FD8EA26A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340043" y="5452310"/>
                <a:ext cx="65088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0630107E-4C34-8A38-2CB7-1BF58586D2DE}"/>
                  </a:ext>
                </a:extLst>
              </p14:cNvPr>
              <p14:cNvContentPartPr/>
              <p14:nvPr/>
            </p14:nvContentPartPr>
            <p14:xfrm>
              <a:off x="1296563" y="5227310"/>
              <a:ext cx="2880" cy="1944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0630107E-4C34-8A38-2CB7-1BF58586D2DE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1287923" y="5218310"/>
                <a:ext cx="205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4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DF511B34-F0DB-0A0A-E681-D75FD3A7A6AF}"/>
                  </a:ext>
                </a:extLst>
              </p14:cNvPr>
              <p14:cNvContentPartPr/>
              <p14:nvPr/>
            </p14:nvContentPartPr>
            <p14:xfrm>
              <a:off x="1290443" y="5080430"/>
              <a:ext cx="360" cy="1044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DF511B34-F0DB-0A0A-E681-D75FD3A7A6AF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1281443" y="5071430"/>
                <a:ext cx="1800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6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82453ED3-2304-9E74-817E-F2A4D37421EB}"/>
                  </a:ext>
                </a:extLst>
              </p14:cNvPr>
              <p14:cNvContentPartPr/>
              <p14:nvPr/>
            </p14:nvContentPartPr>
            <p14:xfrm>
              <a:off x="396563" y="4537910"/>
              <a:ext cx="84600" cy="612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82453ED3-2304-9E74-817E-F2A4D37421EB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387923" y="4529270"/>
                <a:ext cx="1022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8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A96003D7-F7E3-AD5B-4709-F128080097C3}"/>
                  </a:ext>
                </a:extLst>
              </p14:cNvPr>
              <p14:cNvContentPartPr/>
              <p14:nvPr/>
            </p14:nvContentPartPr>
            <p14:xfrm>
              <a:off x="3144443" y="5391110"/>
              <a:ext cx="360" cy="36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A96003D7-F7E3-AD5B-4709-F128080097C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35803" y="538211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1" name="Group 330">
            <a:extLst>
              <a:ext uri="{FF2B5EF4-FFF2-40B4-BE49-F238E27FC236}">
                <a16:creationId xmlns:a16="http://schemas.microsoft.com/office/drawing/2014/main" id="{79E02B9A-761F-9A04-7D39-336285512DFE}"/>
              </a:ext>
            </a:extLst>
          </p:cNvPr>
          <p:cNvGrpSpPr/>
          <p:nvPr/>
        </p:nvGrpSpPr>
        <p:grpSpPr>
          <a:xfrm>
            <a:off x="2255243" y="4552670"/>
            <a:ext cx="1089360" cy="426240"/>
            <a:chOff x="2255243" y="4552670"/>
            <a:chExt cx="108936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BCFDEB42-BA76-8392-FDFE-C642F3FCD135}"/>
                    </a:ext>
                  </a:extLst>
                </p14:cNvPr>
                <p14:cNvContentPartPr/>
                <p14:nvPr/>
              </p14:nvContentPartPr>
              <p14:xfrm>
                <a:off x="2387723" y="4672550"/>
                <a:ext cx="956880" cy="885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BCFDEB42-BA76-8392-FDFE-C642F3FCD135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2378723" y="4663550"/>
                  <a:ext cx="9745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4E8E315-28B1-02CC-3947-218B119B5CE6}"/>
                    </a:ext>
                  </a:extLst>
                </p14:cNvPr>
                <p14:cNvContentPartPr/>
                <p14:nvPr/>
              </p14:nvContentPartPr>
              <p14:xfrm>
                <a:off x="2371883" y="4678670"/>
                <a:ext cx="81000" cy="1159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4E8E315-28B1-02CC-3947-218B119B5CE6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2363243" y="4669670"/>
                  <a:ext cx="98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0E5E5E3-4BB8-CFED-41BF-9BB5733A4CE8}"/>
                    </a:ext>
                  </a:extLst>
                </p14:cNvPr>
                <p14:cNvContentPartPr/>
                <p14:nvPr/>
              </p14:nvContentPartPr>
              <p14:xfrm>
                <a:off x="2255243" y="4552670"/>
                <a:ext cx="93960" cy="4262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0E5E5E3-4BB8-CFED-41BF-9BB5733A4CE8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2246243" y="4544030"/>
                  <a:ext cx="111600" cy="44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CC289350-6C84-23AD-12FD-C7AE7CCCDCFE}"/>
              </a:ext>
            </a:extLst>
          </p:cNvPr>
          <p:cNvGrpSpPr/>
          <p:nvPr/>
        </p:nvGrpSpPr>
        <p:grpSpPr>
          <a:xfrm>
            <a:off x="2262083" y="6089510"/>
            <a:ext cx="1214280" cy="351720"/>
            <a:chOff x="2262083" y="6089510"/>
            <a:chExt cx="1214280" cy="3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DE9E293-EA22-A9E3-F72E-63D2190B8FCB}"/>
                    </a:ext>
                  </a:extLst>
                </p14:cNvPr>
                <p14:cNvContentPartPr/>
                <p14:nvPr/>
              </p14:nvContentPartPr>
              <p14:xfrm>
                <a:off x="2416883" y="6209030"/>
                <a:ext cx="59400" cy="907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DE9E293-EA22-A9E3-F72E-63D2190B8FCB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2408243" y="6200030"/>
                  <a:ext cx="770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D3F7F2C-5A99-53EE-6421-9041AF491F6D}"/>
                    </a:ext>
                  </a:extLst>
                </p14:cNvPr>
                <p14:cNvContentPartPr/>
                <p14:nvPr/>
              </p14:nvContentPartPr>
              <p14:xfrm>
                <a:off x="2262083" y="6089510"/>
                <a:ext cx="101880" cy="3517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D3F7F2C-5A99-53EE-6421-9041AF491F6D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2253083" y="6080510"/>
                  <a:ext cx="1195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1FD69095-C1A3-1583-3BD4-11D2A7B73103}"/>
                    </a:ext>
                  </a:extLst>
                </p14:cNvPr>
                <p14:cNvContentPartPr/>
                <p14:nvPr/>
              </p14:nvContentPartPr>
              <p14:xfrm>
                <a:off x="2429483" y="6256550"/>
                <a:ext cx="1046880" cy="457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1FD69095-C1A3-1583-3BD4-11D2A7B73103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2420483" y="6247550"/>
                  <a:ext cx="106452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8DF59AE2-FD70-E933-66A7-12F39B79C837}"/>
              </a:ext>
            </a:extLst>
          </p:cNvPr>
          <p:cNvGrpSpPr/>
          <p:nvPr/>
        </p:nvGrpSpPr>
        <p:grpSpPr>
          <a:xfrm>
            <a:off x="3319043" y="4682270"/>
            <a:ext cx="1242000" cy="1621800"/>
            <a:chOff x="3319043" y="4682270"/>
            <a:chExt cx="1242000" cy="162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949EE728-BFB4-F073-6D5C-815D01400919}"/>
                    </a:ext>
                  </a:extLst>
                </p14:cNvPr>
                <p14:cNvContentPartPr/>
                <p14:nvPr/>
              </p14:nvContentPartPr>
              <p14:xfrm>
                <a:off x="3319043" y="4682270"/>
                <a:ext cx="950760" cy="4975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949EE728-BFB4-F073-6D5C-815D01400919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3310403" y="4673630"/>
                  <a:ext cx="9684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3A2437D-6F61-0B0E-1A2B-555F693F8FF4}"/>
                    </a:ext>
                  </a:extLst>
                </p14:cNvPr>
                <p14:cNvContentPartPr/>
                <p14:nvPr/>
              </p14:nvContentPartPr>
              <p14:xfrm>
                <a:off x="3964523" y="5107790"/>
                <a:ext cx="596520" cy="6307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3A2437D-6F61-0B0E-1A2B-555F693F8FF4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3955523" y="5098790"/>
                  <a:ext cx="61416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41289C04-72EF-85BD-8086-29C3D88B698C}"/>
                    </a:ext>
                  </a:extLst>
                </p14:cNvPr>
                <p14:cNvContentPartPr/>
                <p14:nvPr/>
              </p14:nvContentPartPr>
              <p14:xfrm>
                <a:off x="4068563" y="5269790"/>
                <a:ext cx="382320" cy="7848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41289C04-72EF-85BD-8086-29C3D88B698C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4059923" y="5261150"/>
                  <a:ext cx="399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6B8FD18C-771D-5F22-AD84-7415371055E7}"/>
                    </a:ext>
                  </a:extLst>
                </p14:cNvPr>
                <p14:cNvContentPartPr/>
                <p14:nvPr/>
              </p14:nvContentPartPr>
              <p14:xfrm>
                <a:off x="4176563" y="5375270"/>
                <a:ext cx="120960" cy="1656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6B8FD18C-771D-5F22-AD84-7415371055E7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4167563" y="5366270"/>
                  <a:ext cx="138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8924A215-3A35-EA6F-2840-F2B8980134D6}"/>
                    </a:ext>
                  </a:extLst>
                </p14:cNvPr>
                <p14:cNvContentPartPr/>
                <p14:nvPr/>
              </p14:nvContentPartPr>
              <p14:xfrm>
                <a:off x="4245683" y="5347910"/>
                <a:ext cx="101880" cy="975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8924A215-3A35-EA6F-2840-F2B8980134D6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4236683" y="5339270"/>
                  <a:ext cx="1195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87346DE-C728-6DAD-299F-65D8B3ABB4CD}"/>
                    </a:ext>
                  </a:extLst>
                </p14:cNvPr>
                <p14:cNvContentPartPr/>
                <p14:nvPr/>
              </p14:nvContentPartPr>
              <p14:xfrm>
                <a:off x="4258283" y="5702870"/>
                <a:ext cx="5400" cy="5576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87346DE-C728-6DAD-299F-65D8B3ABB4CD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4249283" y="5693870"/>
                  <a:ext cx="2304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0E4E0BC-AFE4-21CD-45C8-0F8418C7788F}"/>
                    </a:ext>
                  </a:extLst>
                </p14:cNvPr>
                <p14:cNvContentPartPr/>
                <p14:nvPr/>
              </p14:nvContentPartPr>
              <p14:xfrm>
                <a:off x="3465923" y="6252950"/>
                <a:ext cx="783360" cy="511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0E4E0BC-AFE4-21CD-45C8-0F8418C7788F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3457283" y="6244310"/>
                  <a:ext cx="80100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9AC88C70-1DC0-599F-F029-0EBE56077BBE}"/>
              </a:ext>
            </a:extLst>
          </p:cNvPr>
          <p:cNvGrpSpPr/>
          <p:nvPr/>
        </p:nvGrpSpPr>
        <p:grpSpPr>
          <a:xfrm>
            <a:off x="4717643" y="5265470"/>
            <a:ext cx="417240" cy="441000"/>
            <a:chOff x="4717643" y="5265470"/>
            <a:chExt cx="417240" cy="44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8983CB54-93C3-6186-E3B9-EAE555A29F6E}"/>
                    </a:ext>
                  </a:extLst>
                </p14:cNvPr>
                <p14:cNvContentPartPr/>
                <p14:nvPr/>
              </p14:nvContentPartPr>
              <p14:xfrm>
                <a:off x="4749683" y="5282390"/>
                <a:ext cx="28800" cy="2829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8983CB54-93C3-6186-E3B9-EAE555A29F6E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4740683" y="5273750"/>
                  <a:ext cx="464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5D2F36FF-47F9-4616-3B6B-EA730B8C240B}"/>
                    </a:ext>
                  </a:extLst>
                </p14:cNvPr>
                <p14:cNvContentPartPr/>
                <p14:nvPr/>
              </p14:nvContentPartPr>
              <p14:xfrm>
                <a:off x="4717643" y="5526470"/>
                <a:ext cx="79560" cy="522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5D2F36FF-47F9-4616-3B6B-EA730B8C240B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4708643" y="5517830"/>
                  <a:ext cx="97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5E8E774-4B4D-FBAA-5F92-C60AE198D334}"/>
                    </a:ext>
                  </a:extLst>
                </p14:cNvPr>
                <p14:cNvContentPartPr/>
                <p14:nvPr/>
              </p14:nvContentPartPr>
              <p14:xfrm>
                <a:off x="4734563" y="5265470"/>
                <a:ext cx="100080" cy="172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5E8E774-4B4D-FBAA-5F92-C60AE198D334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4725923" y="5256830"/>
                  <a:ext cx="117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C38CE6D9-95BD-2306-C7B2-E241B5C9E111}"/>
                    </a:ext>
                  </a:extLst>
                </p14:cNvPr>
                <p14:cNvContentPartPr/>
                <p14:nvPr/>
              </p14:nvContentPartPr>
              <p14:xfrm>
                <a:off x="4897283" y="5526470"/>
                <a:ext cx="12960" cy="1800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C38CE6D9-95BD-2306-C7B2-E241B5C9E111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4888283" y="5517830"/>
                  <a:ext cx="30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77EB7D26-0DAE-26F7-48A3-43F47E7A88AC}"/>
                    </a:ext>
                  </a:extLst>
                </p14:cNvPr>
                <p14:cNvContentPartPr/>
                <p14:nvPr/>
              </p14:nvContentPartPr>
              <p14:xfrm>
                <a:off x="4904483" y="5539070"/>
                <a:ext cx="95760" cy="360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77EB7D26-0DAE-26F7-48A3-43F47E7A88AC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4895843" y="5530070"/>
                  <a:ext cx="113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35B0009-94C1-757D-9480-C2C06E9D0DB1}"/>
                    </a:ext>
                  </a:extLst>
                </p14:cNvPr>
                <p14:cNvContentPartPr/>
                <p14:nvPr/>
              </p14:nvContentPartPr>
              <p14:xfrm>
                <a:off x="4904483" y="5599190"/>
                <a:ext cx="101880" cy="115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35B0009-94C1-757D-9480-C2C06E9D0DB1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4895843" y="5590190"/>
                  <a:ext cx="119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E96AF514-0692-9182-D6A1-10CBB2D0FA55}"/>
                    </a:ext>
                  </a:extLst>
                </p14:cNvPr>
                <p14:cNvContentPartPr/>
                <p14:nvPr/>
              </p14:nvContentPartPr>
              <p14:xfrm>
                <a:off x="5029043" y="5551670"/>
                <a:ext cx="105840" cy="1515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E96AF514-0692-9182-D6A1-10CBB2D0FA55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5020043" y="5543030"/>
                  <a:ext cx="12348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0D9F743A-9F73-EE8B-D1F9-35971C019E0A}"/>
              </a:ext>
            </a:extLst>
          </p:cNvPr>
          <p:cNvGrpSpPr/>
          <p:nvPr/>
        </p:nvGrpSpPr>
        <p:grpSpPr>
          <a:xfrm>
            <a:off x="4761563" y="5862350"/>
            <a:ext cx="345600" cy="371880"/>
            <a:chOff x="4761563" y="5862350"/>
            <a:chExt cx="34560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2E547277-9031-3D1E-C316-5A99EFC9575D}"/>
                    </a:ext>
                  </a:extLst>
                </p14:cNvPr>
                <p14:cNvContentPartPr/>
                <p14:nvPr/>
              </p14:nvContentPartPr>
              <p14:xfrm>
                <a:off x="4761563" y="5862350"/>
                <a:ext cx="148320" cy="2808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2E547277-9031-3D1E-C316-5A99EFC9575D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4752923" y="5853710"/>
                  <a:ext cx="1659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6C69D220-F403-1CB7-08E3-BE8F5B4D2AD7}"/>
                    </a:ext>
                  </a:extLst>
                </p14:cNvPr>
                <p14:cNvContentPartPr/>
                <p14:nvPr/>
              </p14:nvContentPartPr>
              <p14:xfrm>
                <a:off x="4975043" y="6085190"/>
                <a:ext cx="132120" cy="1288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6C69D220-F403-1CB7-08E3-BE8F5B4D2AD7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4966403" y="6076190"/>
                  <a:ext cx="149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27EF972-B711-F4B3-8782-24764020787F}"/>
                    </a:ext>
                  </a:extLst>
                </p14:cNvPr>
                <p14:cNvContentPartPr/>
                <p14:nvPr/>
              </p14:nvContentPartPr>
              <p14:xfrm>
                <a:off x="5042723" y="6086630"/>
                <a:ext cx="360" cy="1476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27EF972-B711-F4B3-8782-24764020787F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5034083" y="6077990"/>
                  <a:ext cx="1800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6116D89A-5B2F-E026-662D-64B9F78A4B31}"/>
              </a:ext>
            </a:extLst>
          </p:cNvPr>
          <p:cNvGrpSpPr/>
          <p:nvPr/>
        </p:nvGrpSpPr>
        <p:grpSpPr>
          <a:xfrm>
            <a:off x="5250083" y="5332070"/>
            <a:ext cx="146880" cy="87480"/>
            <a:chOff x="5250083" y="5332070"/>
            <a:chExt cx="146880" cy="8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B0C3AAD-F6EC-23D6-E700-7560DAC9703F}"/>
                    </a:ext>
                  </a:extLst>
                </p14:cNvPr>
                <p14:cNvContentPartPr/>
                <p14:nvPr/>
              </p14:nvContentPartPr>
              <p14:xfrm>
                <a:off x="5250083" y="5332070"/>
                <a:ext cx="129600" cy="720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B0C3AAD-F6EC-23D6-E700-7560DAC9703F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5241443" y="5323430"/>
                  <a:ext cx="147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A7CC3616-65DF-1A89-5323-643E12B70303}"/>
                    </a:ext>
                  </a:extLst>
                </p14:cNvPr>
                <p14:cNvContentPartPr/>
                <p14:nvPr/>
              </p14:nvContentPartPr>
              <p14:xfrm>
                <a:off x="5257643" y="5410550"/>
                <a:ext cx="139320" cy="90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A7CC3616-65DF-1A89-5323-643E12B70303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5249003" y="5401550"/>
                  <a:ext cx="15696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3EBDDF5B-929C-795F-1A58-DB3D6B927EE7}"/>
              </a:ext>
            </a:extLst>
          </p:cNvPr>
          <p:cNvGrpSpPr/>
          <p:nvPr/>
        </p:nvGrpSpPr>
        <p:grpSpPr>
          <a:xfrm>
            <a:off x="5650403" y="5171150"/>
            <a:ext cx="806400" cy="509400"/>
            <a:chOff x="5650403" y="5171150"/>
            <a:chExt cx="806400" cy="50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B82E0D96-4D91-7358-E8CB-107C4CB63CCF}"/>
                    </a:ext>
                  </a:extLst>
                </p14:cNvPr>
                <p14:cNvContentPartPr/>
                <p14:nvPr/>
              </p14:nvContentPartPr>
              <p14:xfrm>
                <a:off x="5650403" y="5293910"/>
                <a:ext cx="69480" cy="2556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B82E0D96-4D91-7358-E8CB-107C4CB63CCF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5641403" y="5284910"/>
                  <a:ext cx="871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0B3E49AF-3218-D681-D5FF-F51EC0A318F9}"/>
                    </a:ext>
                  </a:extLst>
                </p14:cNvPr>
                <p14:cNvContentPartPr/>
                <p14:nvPr/>
              </p14:nvContentPartPr>
              <p14:xfrm>
                <a:off x="5883683" y="5318750"/>
                <a:ext cx="199800" cy="36180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0B3E49AF-3218-D681-D5FF-F51EC0A318F9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5875043" y="5309750"/>
                  <a:ext cx="2174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C1F67DE-94F7-B426-D8AB-0CEEB60AA59A}"/>
                    </a:ext>
                  </a:extLst>
                </p14:cNvPr>
                <p14:cNvContentPartPr/>
                <p14:nvPr/>
              </p14:nvContentPartPr>
              <p14:xfrm>
                <a:off x="6230363" y="5180870"/>
                <a:ext cx="128520" cy="2872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C1F67DE-94F7-B426-D8AB-0CEEB60AA59A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6221363" y="5171870"/>
                  <a:ext cx="1461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16F4D7A0-7BF5-0445-92DE-3DFB6BEEC976}"/>
                    </a:ext>
                  </a:extLst>
                </p14:cNvPr>
                <p14:cNvContentPartPr/>
                <p14:nvPr/>
              </p14:nvContentPartPr>
              <p14:xfrm>
                <a:off x="6338363" y="5171150"/>
                <a:ext cx="118440" cy="2710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16F4D7A0-7BF5-0445-92DE-3DFB6BEEC976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6329363" y="5162150"/>
                  <a:ext cx="1360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1B10BCD3-9464-8114-07A1-2946D706B059}"/>
                    </a:ext>
                  </a:extLst>
                </p14:cNvPr>
                <p14:cNvContentPartPr/>
                <p14:nvPr/>
              </p14:nvContentPartPr>
              <p14:xfrm>
                <a:off x="6287963" y="5312990"/>
                <a:ext cx="146160" cy="4428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1B10BCD3-9464-8114-07A1-2946D706B059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6279323" y="5304350"/>
                  <a:ext cx="16380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9F785EEC-18EA-5AEF-CBF0-D1D1946152E3}"/>
              </a:ext>
            </a:extLst>
          </p:cNvPr>
          <p:cNvGrpSpPr/>
          <p:nvPr/>
        </p:nvGrpSpPr>
        <p:grpSpPr>
          <a:xfrm>
            <a:off x="5330363" y="6082310"/>
            <a:ext cx="136080" cy="69120"/>
            <a:chOff x="5330363" y="6082310"/>
            <a:chExt cx="136080" cy="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A989B6C9-E425-84F4-A58A-BBE88833E470}"/>
                    </a:ext>
                  </a:extLst>
                </p14:cNvPr>
                <p14:cNvContentPartPr/>
                <p14:nvPr/>
              </p14:nvContentPartPr>
              <p14:xfrm>
                <a:off x="5332883" y="6147830"/>
                <a:ext cx="109440" cy="360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A989B6C9-E425-84F4-A58A-BBE88833E470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5323883" y="6139190"/>
                  <a:ext cx="127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0D0A7FAD-C8E5-6AA2-540D-6B294FF01AF2}"/>
                    </a:ext>
                  </a:extLst>
                </p14:cNvPr>
                <p14:cNvContentPartPr/>
                <p14:nvPr/>
              </p14:nvContentPartPr>
              <p14:xfrm>
                <a:off x="5332883" y="6147830"/>
                <a:ext cx="360" cy="3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0D0A7FAD-C8E5-6AA2-540D-6B294FF01AF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23883" y="61391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26E14940-AC6E-013D-2E64-987F4E2D9D6D}"/>
                    </a:ext>
                  </a:extLst>
                </p14:cNvPr>
                <p14:cNvContentPartPr/>
                <p14:nvPr/>
              </p14:nvContentPartPr>
              <p14:xfrm>
                <a:off x="5330363" y="6082310"/>
                <a:ext cx="136080" cy="658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26E14940-AC6E-013D-2E64-987F4E2D9D6D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5321363" y="6073670"/>
                  <a:ext cx="15372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638BA6DD-7582-F471-EC50-701C8E0ABF29}"/>
              </a:ext>
            </a:extLst>
          </p:cNvPr>
          <p:cNvGrpSpPr/>
          <p:nvPr/>
        </p:nvGrpSpPr>
        <p:grpSpPr>
          <a:xfrm>
            <a:off x="5724563" y="5957030"/>
            <a:ext cx="784800" cy="270000"/>
            <a:chOff x="5724563" y="5957030"/>
            <a:chExt cx="78480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877D11F2-EB4F-5E15-8D57-9B232382DDDF}"/>
                    </a:ext>
                  </a:extLst>
                </p14:cNvPr>
                <p14:cNvContentPartPr/>
                <p14:nvPr/>
              </p14:nvContentPartPr>
              <p14:xfrm>
                <a:off x="5724563" y="5957030"/>
                <a:ext cx="53280" cy="2487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877D11F2-EB4F-5E15-8D57-9B232382DDDF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5715563" y="5948030"/>
                  <a:ext cx="709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B12F7CB1-1A0F-C309-3999-45CCBE7C8E22}"/>
                    </a:ext>
                  </a:extLst>
                </p14:cNvPr>
                <p14:cNvContentPartPr/>
                <p14:nvPr/>
              </p14:nvContentPartPr>
              <p14:xfrm>
                <a:off x="5881523" y="5961350"/>
                <a:ext cx="3960" cy="2358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B12F7CB1-1A0F-C309-3999-45CCBE7C8E22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5872523" y="5952350"/>
                  <a:ext cx="21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1A030546-E73C-6661-1113-647095AD195A}"/>
                    </a:ext>
                  </a:extLst>
                </p14:cNvPr>
                <p14:cNvContentPartPr/>
                <p14:nvPr/>
              </p14:nvContentPartPr>
              <p14:xfrm>
                <a:off x="5869643" y="5981870"/>
                <a:ext cx="158040" cy="22752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1A030546-E73C-6661-1113-647095AD195A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5861003" y="5973230"/>
                  <a:ext cx="175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83283070-4B97-ED0F-C718-0047C87C10B6}"/>
                    </a:ext>
                  </a:extLst>
                </p14:cNvPr>
                <p14:cNvContentPartPr/>
                <p14:nvPr/>
              </p14:nvContentPartPr>
              <p14:xfrm>
                <a:off x="6103643" y="5993390"/>
                <a:ext cx="405720" cy="2336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83283070-4B97-ED0F-C718-0047C87C10B6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6094643" y="5984750"/>
                  <a:ext cx="423360" cy="25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2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8F4291D4-35FB-4606-4926-A073C0CD432C}"/>
                  </a:ext>
                </a:extLst>
              </p14:cNvPr>
              <p14:cNvContentPartPr/>
              <p14:nvPr/>
            </p14:nvContentPartPr>
            <p14:xfrm>
              <a:off x="7689083" y="3724670"/>
              <a:ext cx="1198800" cy="4788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8F4291D4-35FB-4606-4926-A073C0CD432C}"/>
                  </a:ext>
                </a:extLst>
              </p:cNvPr>
              <p:cNvPicPr/>
              <p:nvPr/>
            </p:nvPicPr>
            <p:blipFill>
              <a:blip r:embed="rId603"/>
              <a:stretch>
                <a:fillRect/>
              </a:stretch>
            </p:blipFill>
            <p:spPr>
              <a:xfrm>
                <a:off x="7680443" y="3715670"/>
                <a:ext cx="121644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9" name="Group 408">
            <a:extLst>
              <a:ext uri="{FF2B5EF4-FFF2-40B4-BE49-F238E27FC236}">
                <a16:creationId xmlns:a16="http://schemas.microsoft.com/office/drawing/2014/main" id="{EDE99096-186C-AF68-C3E1-1B701ECF2FA2}"/>
              </a:ext>
            </a:extLst>
          </p:cNvPr>
          <p:cNvGrpSpPr/>
          <p:nvPr/>
        </p:nvGrpSpPr>
        <p:grpSpPr>
          <a:xfrm>
            <a:off x="1430123" y="4695950"/>
            <a:ext cx="1894680" cy="1625040"/>
            <a:chOff x="1430123" y="4695950"/>
            <a:chExt cx="1894680" cy="16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95E786C-A28E-283C-EDFF-99C3598007FD}"/>
                    </a:ext>
                  </a:extLst>
                </p14:cNvPr>
                <p14:cNvContentPartPr/>
                <p14:nvPr/>
              </p14:nvContentPartPr>
              <p14:xfrm>
                <a:off x="1702283" y="5397590"/>
                <a:ext cx="15840" cy="2851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95E786C-A28E-283C-EDFF-99C3598007FD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693283" y="5388950"/>
                  <a:ext cx="334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F4E9521-6681-3BF2-76D2-59D42506EF6C}"/>
                    </a:ext>
                  </a:extLst>
                </p14:cNvPr>
                <p14:cNvContentPartPr/>
                <p14:nvPr/>
              </p14:nvContentPartPr>
              <p14:xfrm>
                <a:off x="1619483" y="5379230"/>
                <a:ext cx="204480" cy="1357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F4E9521-6681-3BF2-76D2-59D42506EF6C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610843" y="5370590"/>
                  <a:ext cx="2221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BD4E8FA-7BBC-2DE5-D61F-81D61032B66E}"/>
                    </a:ext>
                  </a:extLst>
                </p14:cNvPr>
                <p14:cNvContentPartPr/>
                <p14:nvPr/>
              </p14:nvContentPartPr>
              <p14:xfrm>
                <a:off x="1430123" y="5258630"/>
                <a:ext cx="525960" cy="6231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BD4E8FA-7BBC-2DE5-D61F-81D61032B66E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421123" y="5249990"/>
                  <a:ext cx="54360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70012254-9FC4-6D8B-B444-B7EE1A6C60A2}"/>
                    </a:ext>
                  </a:extLst>
                </p14:cNvPr>
                <p14:cNvContentPartPr/>
                <p14:nvPr/>
              </p14:nvContentPartPr>
              <p14:xfrm>
                <a:off x="1667003" y="4699190"/>
                <a:ext cx="530280" cy="5205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70012254-9FC4-6D8B-B444-B7EE1A6C60A2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658363" y="4690190"/>
                  <a:ext cx="54792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50E7E76-6764-8008-BA65-C3C0A516333F}"/>
                    </a:ext>
                  </a:extLst>
                </p14:cNvPr>
                <p14:cNvContentPartPr/>
                <p14:nvPr/>
              </p14:nvContentPartPr>
              <p14:xfrm>
                <a:off x="1758803" y="5869550"/>
                <a:ext cx="399600" cy="4255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50E7E76-6764-8008-BA65-C3C0A516333F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749803" y="5860910"/>
                  <a:ext cx="41724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121A5E1-0AFE-3D97-1897-D547B389292E}"/>
                    </a:ext>
                  </a:extLst>
                </p14:cNvPr>
                <p14:cNvContentPartPr/>
                <p14:nvPr/>
              </p14:nvContentPartPr>
              <p14:xfrm>
                <a:off x="2052563" y="5406950"/>
                <a:ext cx="9720" cy="2746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121A5E1-0AFE-3D97-1897-D547B389292E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2043563" y="5397950"/>
                  <a:ext cx="273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502BFD58-B77D-2DFD-C7BC-7D398CE847FB}"/>
                    </a:ext>
                  </a:extLst>
                </p14:cNvPr>
                <p14:cNvContentPartPr/>
                <p14:nvPr/>
              </p14:nvContentPartPr>
              <p14:xfrm>
                <a:off x="2037083" y="5637350"/>
                <a:ext cx="48240" cy="295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502BFD58-B77D-2DFD-C7BC-7D398CE847FB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2028443" y="5628350"/>
                  <a:ext cx="65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85564D3-5DE7-DAA6-7B26-6F9D871387BB}"/>
                    </a:ext>
                  </a:extLst>
                </p14:cNvPr>
                <p14:cNvContentPartPr/>
                <p14:nvPr/>
              </p14:nvContentPartPr>
              <p14:xfrm>
                <a:off x="2040323" y="5395430"/>
                <a:ext cx="73440" cy="23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85564D3-5DE7-DAA6-7B26-6F9D871387BB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2031683" y="5386790"/>
                  <a:ext cx="91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8476F8F-3E42-5C76-5F37-50766F280E6E}"/>
                    </a:ext>
                  </a:extLst>
                </p14:cNvPr>
                <p14:cNvContentPartPr/>
                <p14:nvPr/>
              </p14:nvContentPartPr>
              <p14:xfrm>
                <a:off x="2131403" y="5586590"/>
                <a:ext cx="71280" cy="1810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8476F8F-3E42-5C76-5F37-50766F280E6E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2122403" y="5577590"/>
                  <a:ext cx="88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D4AC34FA-F194-6DA3-FD2A-4A26CDAC32A7}"/>
                    </a:ext>
                  </a:extLst>
                </p14:cNvPr>
                <p14:cNvContentPartPr/>
                <p14:nvPr/>
              </p14:nvContentPartPr>
              <p14:xfrm>
                <a:off x="2233283" y="5600990"/>
                <a:ext cx="132480" cy="2149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D4AC34FA-F194-6DA3-FD2A-4A26CDAC32A7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2224283" y="5592350"/>
                  <a:ext cx="1501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EE370938-235F-D1C6-2ED1-C8D20496029F}"/>
                    </a:ext>
                  </a:extLst>
                </p14:cNvPr>
                <p14:cNvContentPartPr/>
                <p14:nvPr/>
              </p14:nvContentPartPr>
              <p14:xfrm>
                <a:off x="2174603" y="4695950"/>
                <a:ext cx="47520" cy="1069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EE370938-235F-D1C6-2ED1-C8D20496029F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2165603" y="4686950"/>
                  <a:ext cx="65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A8A389C-1D8B-17AF-2456-70B61C881F52}"/>
                    </a:ext>
                  </a:extLst>
                </p14:cNvPr>
                <p14:cNvContentPartPr/>
                <p14:nvPr/>
              </p14:nvContentPartPr>
              <p14:xfrm>
                <a:off x="2165243" y="6241430"/>
                <a:ext cx="78120" cy="795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A8A389C-1D8B-17AF-2456-70B61C881F52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2156603" y="6232430"/>
                  <a:ext cx="957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166459D7-6CE1-41CC-CA78-8222F88F12F4}"/>
                    </a:ext>
                  </a:extLst>
                </p14:cNvPr>
                <p14:cNvContentPartPr/>
                <p14:nvPr/>
              </p14:nvContentPartPr>
              <p14:xfrm>
                <a:off x="2421563" y="5604590"/>
                <a:ext cx="75600" cy="129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166459D7-6CE1-41CC-CA78-8222F88F12F4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2412563" y="5595590"/>
                  <a:ext cx="932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1324D89D-88BA-6A87-B7C9-98678D7B677F}"/>
                    </a:ext>
                  </a:extLst>
                </p14:cNvPr>
                <p14:cNvContentPartPr/>
                <p14:nvPr/>
              </p14:nvContentPartPr>
              <p14:xfrm>
                <a:off x="2424083" y="5647430"/>
                <a:ext cx="78840" cy="151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1324D89D-88BA-6A87-B7C9-98678D7B677F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2415083" y="5638430"/>
                  <a:ext cx="96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51CE27A2-E7AF-91E1-C3CB-AA92BFCC0882}"/>
                    </a:ext>
                  </a:extLst>
                </p14:cNvPr>
                <p14:cNvContentPartPr/>
                <p14:nvPr/>
              </p14:nvContentPartPr>
              <p14:xfrm>
                <a:off x="2588603" y="5538350"/>
                <a:ext cx="94680" cy="2023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51CE27A2-E7AF-91E1-C3CB-AA92BFCC0882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579603" y="5529350"/>
                  <a:ext cx="112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97CF9500-628B-70BA-E6AA-E5E1EE80ADDD}"/>
                    </a:ext>
                  </a:extLst>
                </p14:cNvPr>
                <p14:cNvContentPartPr/>
                <p14:nvPr/>
              </p14:nvContentPartPr>
              <p14:xfrm>
                <a:off x="2671403" y="5708630"/>
                <a:ext cx="31680" cy="748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97CF9500-628B-70BA-E6AA-E5E1EE80ADDD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662403" y="5699630"/>
                  <a:ext cx="493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39BF84E5-F073-7E11-433A-1E515862421B}"/>
                    </a:ext>
                  </a:extLst>
                </p14:cNvPr>
                <p14:cNvContentPartPr/>
                <p14:nvPr/>
              </p14:nvContentPartPr>
              <p14:xfrm>
                <a:off x="2779403" y="5513870"/>
                <a:ext cx="19080" cy="2142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39BF84E5-F073-7E11-433A-1E515862421B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770403" y="5505230"/>
                  <a:ext cx="36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2645D010-708C-E8B0-51E5-798C71E5266E}"/>
                    </a:ext>
                  </a:extLst>
                </p14:cNvPr>
                <p14:cNvContentPartPr/>
                <p14:nvPr/>
              </p14:nvContentPartPr>
              <p14:xfrm>
                <a:off x="2906123" y="5531150"/>
                <a:ext cx="220320" cy="2106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2645D010-708C-E8B0-51E5-798C71E5266E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897123" y="5522150"/>
                  <a:ext cx="2379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B3FAAC91-C25C-C0F4-E2A7-CF77097E13A9}"/>
                    </a:ext>
                  </a:extLst>
                </p14:cNvPr>
                <p14:cNvContentPartPr/>
                <p14:nvPr/>
              </p14:nvContentPartPr>
              <p14:xfrm>
                <a:off x="3228683" y="5493350"/>
                <a:ext cx="96120" cy="2606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B3FAAC91-C25C-C0F4-E2A7-CF77097E13A9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3220043" y="5484350"/>
                  <a:ext cx="1137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D70585BB-839E-7269-D8E7-B4FE172D769A}"/>
                    </a:ext>
                  </a:extLst>
                </p14:cNvPr>
                <p14:cNvContentPartPr/>
                <p14:nvPr/>
              </p14:nvContentPartPr>
              <p14:xfrm>
                <a:off x="3232643" y="5665430"/>
                <a:ext cx="87120" cy="194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D70585BB-839E-7269-D8E7-B4FE172D769A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3223643" y="5656790"/>
                  <a:ext cx="104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44C9F644-FC6B-CD54-9C05-063F1C0C7A55}"/>
                    </a:ext>
                  </a:extLst>
                </p14:cNvPr>
                <p14:cNvContentPartPr/>
                <p14:nvPr/>
              </p14:nvContentPartPr>
              <p14:xfrm>
                <a:off x="1822523" y="4878110"/>
                <a:ext cx="400680" cy="1519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44C9F644-FC6B-CD54-9C05-063F1C0C7A55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813883" y="4869110"/>
                  <a:ext cx="4183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9E0AE4B8-2DCB-7AAA-2828-4EE025443DB4}"/>
                    </a:ext>
                  </a:extLst>
                </p14:cNvPr>
                <p14:cNvContentPartPr/>
                <p14:nvPr/>
              </p14:nvContentPartPr>
              <p14:xfrm>
                <a:off x="1969403" y="5056310"/>
                <a:ext cx="122760" cy="17856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9E0AE4B8-2DCB-7AAA-2828-4EE025443DB4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960763" y="5047310"/>
                  <a:ext cx="1404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C1004774-C442-D3EB-FC86-1B4D13CCDF0D}"/>
                    </a:ext>
                  </a:extLst>
                </p14:cNvPr>
                <p14:cNvContentPartPr/>
                <p14:nvPr/>
              </p14:nvContentPartPr>
              <p14:xfrm>
                <a:off x="2142923" y="5185190"/>
                <a:ext cx="49320" cy="748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C1004774-C442-D3EB-FC86-1B4D13CCDF0D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133923" y="5176550"/>
                  <a:ext cx="669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E165AFD4-3553-4FFA-7E65-429B0C3ECDCD}"/>
                    </a:ext>
                  </a:extLst>
                </p14:cNvPr>
                <p14:cNvContentPartPr/>
                <p14:nvPr/>
              </p14:nvContentPartPr>
              <p14:xfrm>
                <a:off x="2255963" y="5028230"/>
                <a:ext cx="38160" cy="2073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E165AFD4-3553-4FFA-7E65-429B0C3ECDCD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246963" y="5019590"/>
                  <a:ext cx="558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7449FC56-9DAB-CDF1-7084-695926AC58A5}"/>
                    </a:ext>
                  </a:extLst>
                </p14:cNvPr>
                <p14:cNvContentPartPr/>
                <p14:nvPr/>
              </p14:nvContentPartPr>
              <p14:xfrm>
                <a:off x="2397803" y="5089430"/>
                <a:ext cx="176040" cy="15660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7449FC56-9DAB-CDF1-7084-695926AC58A5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2388803" y="5080790"/>
                  <a:ext cx="1936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C54A0370-B1EA-3483-BD54-031243C6DC24}"/>
                    </a:ext>
                  </a:extLst>
                </p14:cNvPr>
                <p14:cNvContentPartPr/>
                <p14:nvPr/>
              </p14:nvContentPartPr>
              <p14:xfrm>
                <a:off x="2678243" y="5078990"/>
                <a:ext cx="49320" cy="13752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C54A0370-B1EA-3483-BD54-031243C6DC24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2669603" y="5069990"/>
                  <a:ext cx="669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13871B34-DE01-DD3E-44B8-1C0A4A9C9EA0}"/>
                    </a:ext>
                  </a:extLst>
                </p14:cNvPr>
                <p14:cNvContentPartPr/>
                <p14:nvPr/>
              </p14:nvContentPartPr>
              <p14:xfrm>
                <a:off x="2718923" y="5051270"/>
                <a:ext cx="64440" cy="19872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13871B34-DE01-DD3E-44B8-1C0A4A9C9EA0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2710283" y="5042630"/>
                  <a:ext cx="82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DF651AE1-67CF-B062-5140-C7460E734C96}"/>
                    </a:ext>
                  </a:extLst>
                </p14:cNvPr>
                <p14:cNvContentPartPr/>
                <p14:nvPr/>
              </p14:nvContentPartPr>
              <p14:xfrm>
                <a:off x="2684003" y="5166110"/>
                <a:ext cx="114480" cy="2520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DF651AE1-67CF-B062-5140-C7460E734C96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2675003" y="5157470"/>
                  <a:ext cx="13212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06C9DF8B-14FB-319A-05B7-209328F70873}"/>
              </a:ext>
            </a:extLst>
          </p:cNvPr>
          <p:cNvGrpSpPr/>
          <p:nvPr/>
        </p:nvGrpSpPr>
        <p:grpSpPr>
          <a:xfrm>
            <a:off x="3530003" y="4685870"/>
            <a:ext cx="250920" cy="1638720"/>
            <a:chOff x="3530003" y="4685870"/>
            <a:chExt cx="250920" cy="16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5FB48D4C-01CB-5006-9457-649B7366E1D1}"/>
                    </a:ext>
                  </a:extLst>
                </p14:cNvPr>
                <p14:cNvContentPartPr/>
                <p14:nvPr/>
              </p14:nvContentPartPr>
              <p14:xfrm>
                <a:off x="3596603" y="4685870"/>
                <a:ext cx="38160" cy="2887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5FB48D4C-01CB-5006-9457-649B7366E1D1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587603" y="4677230"/>
                  <a:ext cx="558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3CD2BF79-14CC-0DFF-1BFD-4FBEBB5E2A1B}"/>
                    </a:ext>
                  </a:extLst>
                </p14:cNvPr>
                <p14:cNvContentPartPr/>
                <p14:nvPr/>
              </p14:nvContentPartPr>
              <p14:xfrm>
                <a:off x="3530003" y="4990070"/>
                <a:ext cx="235080" cy="5331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3CD2BF79-14CC-0DFF-1BFD-4FBEBB5E2A1B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521363" y="4981070"/>
                  <a:ext cx="25272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88DB79DA-047C-C80B-AECF-4B9FC56DAC33}"/>
                    </a:ext>
                  </a:extLst>
                </p14:cNvPr>
                <p14:cNvContentPartPr/>
                <p14:nvPr/>
              </p14:nvContentPartPr>
              <p14:xfrm>
                <a:off x="3727283" y="5001230"/>
                <a:ext cx="53640" cy="47700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88DB79DA-047C-C80B-AECF-4B9FC56DAC33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3718283" y="4992230"/>
                  <a:ext cx="7128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162D92A7-D8A8-0AE2-98D4-8F1DFA5F8BBB}"/>
                    </a:ext>
                  </a:extLst>
                </p14:cNvPr>
                <p14:cNvContentPartPr/>
                <p14:nvPr/>
              </p14:nvContentPartPr>
              <p14:xfrm>
                <a:off x="3681563" y="5509550"/>
                <a:ext cx="45720" cy="8150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162D92A7-D8A8-0AE2-98D4-8F1DFA5F8BBB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3672923" y="5500910"/>
                  <a:ext cx="63360" cy="83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8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82A01590-6A24-F204-E7F4-2DC5C30787DC}"/>
                  </a:ext>
                </a:extLst>
              </p14:cNvPr>
              <p14:cNvContentPartPr/>
              <p14:nvPr/>
            </p14:nvContentPartPr>
            <p14:xfrm>
              <a:off x="3552683" y="4681550"/>
              <a:ext cx="39600" cy="86400"/>
            </p14:xfrm>
          </p:contentPart>
        </mc:Choice>
        <mc:Fallback xmlns=""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82A01590-6A24-F204-E7F4-2DC5C30787DC}"/>
                  </a:ext>
                </a:extLst>
              </p:cNvPr>
              <p:cNvPicPr/>
              <p:nvPr/>
            </p:nvPicPr>
            <p:blipFill>
              <a:blip r:embed="rId669"/>
              <a:stretch>
                <a:fillRect/>
              </a:stretch>
            </p:blipFill>
            <p:spPr>
              <a:xfrm>
                <a:off x="3543683" y="4672550"/>
                <a:ext cx="5724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9" name="Group 418">
            <a:extLst>
              <a:ext uri="{FF2B5EF4-FFF2-40B4-BE49-F238E27FC236}">
                <a16:creationId xmlns:a16="http://schemas.microsoft.com/office/drawing/2014/main" id="{C5322574-2D5D-62FF-6BF0-D9BBC4508BF8}"/>
              </a:ext>
            </a:extLst>
          </p:cNvPr>
          <p:cNvGrpSpPr/>
          <p:nvPr/>
        </p:nvGrpSpPr>
        <p:grpSpPr>
          <a:xfrm>
            <a:off x="3763643" y="5658590"/>
            <a:ext cx="307800" cy="417600"/>
            <a:chOff x="3763643" y="5658590"/>
            <a:chExt cx="307800" cy="41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64768CF1-EC0C-939D-AE39-40249D5713B9}"/>
                    </a:ext>
                  </a:extLst>
                </p14:cNvPr>
                <p14:cNvContentPartPr/>
                <p14:nvPr/>
              </p14:nvContentPartPr>
              <p14:xfrm>
                <a:off x="3763643" y="5658590"/>
                <a:ext cx="124560" cy="3358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64768CF1-EC0C-939D-AE39-40249D5713B9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754643" y="5649950"/>
                  <a:ext cx="1422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C8B2C28B-65D6-00FC-F1E6-64310803987F}"/>
                    </a:ext>
                  </a:extLst>
                </p14:cNvPr>
                <p14:cNvContentPartPr/>
                <p14:nvPr/>
              </p14:nvContentPartPr>
              <p14:xfrm>
                <a:off x="3915923" y="5914190"/>
                <a:ext cx="61200" cy="15624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C8B2C28B-65D6-00FC-F1E6-64310803987F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907283" y="5905190"/>
                  <a:ext cx="78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A8214F86-0C75-3611-8A06-E75DEAB1B1BE}"/>
                    </a:ext>
                  </a:extLst>
                </p14:cNvPr>
                <p14:cNvContentPartPr/>
                <p14:nvPr/>
              </p14:nvContentPartPr>
              <p14:xfrm>
                <a:off x="3990083" y="5838230"/>
                <a:ext cx="81360" cy="2379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A8214F86-0C75-3611-8A06-E75DEAB1B1BE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3981443" y="5829590"/>
                  <a:ext cx="9900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A11FA777-9A47-F634-4B7C-2FA47480E165}"/>
              </a:ext>
            </a:extLst>
          </p:cNvPr>
          <p:cNvGrpSpPr/>
          <p:nvPr/>
        </p:nvGrpSpPr>
        <p:grpSpPr>
          <a:xfrm>
            <a:off x="7125323" y="4361870"/>
            <a:ext cx="635040" cy="508680"/>
            <a:chOff x="7125323" y="4361870"/>
            <a:chExt cx="635040" cy="50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686F6135-5383-D2A6-4B30-29E2A67A427F}"/>
                    </a:ext>
                  </a:extLst>
                </p14:cNvPr>
                <p14:cNvContentPartPr/>
                <p14:nvPr/>
              </p14:nvContentPartPr>
              <p14:xfrm>
                <a:off x="7125323" y="4361870"/>
                <a:ext cx="54360" cy="31572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686F6135-5383-D2A6-4B30-29E2A67A427F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7116683" y="4352870"/>
                  <a:ext cx="720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20B0BB0B-A6A4-654D-5862-0F25659D61B8}"/>
                    </a:ext>
                  </a:extLst>
                </p14:cNvPr>
                <p14:cNvContentPartPr/>
                <p14:nvPr/>
              </p14:nvContentPartPr>
              <p14:xfrm>
                <a:off x="7170683" y="4406510"/>
                <a:ext cx="72000" cy="2674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20B0BB0B-A6A4-654D-5862-0F25659D61B8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7161683" y="4397510"/>
                  <a:ext cx="896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1A07FAB5-7A4D-2B97-0526-D7EB0DA90163}"/>
                    </a:ext>
                  </a:extLst>
                </p14:cNvPr>
                <p14:cNvContentPartPr/>
                <p14:nvPr/>
              </p14:nvContentPartPr>
              <p14:xfrm>
                <a:off x="7161683" y="4558430"/>
                <a:ext cx="92160" cy="2196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1A07FAB5-7A4D-2B97-0526-D7EB0DA90163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7153043" y="4549430"/>
                  <a:ext cx="109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97F9AA17-1F61-6076-2E38-21ACDB66F0CE}"/>
                    </a:ext>
                  </a:extLst>
                </p14:cNvPr>
                <p14:cNvContentPartPr/>
                <p14:nvPr/>
              </p14:nvContentPartPr>
              <p14:xfrm>
                <a:off x="7318283" y="4510910"/>
                <a:ext cx="95040" cy="3596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97F9AA17-1F61-6076-2E38-21ACDB66F0CE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7309643" y="4502270"/>
                  <a:ext cx="11268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F3B9BDCC-02B6-7251-1A07-FBA1BD6E25D5}"/>
                    </a:ext>
                  </a:extLst>
                </p14:cNvPr>
                <p14:cNvContentPartPr/>
                <p14:nvPr/>
              </p14:nvContentPartPr>
              <p14:xfrm>
                <a:off x="7472363" y="4516670"/>
                <a:ext cx="114120" cy="1976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F3B9BDCC-02B6-7251-1A07-FBA1BD6E25D5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7463363" y="4507670"/>
                  <a:ext cx="1317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65668626-09E5-20D9-E8F4-85FDB67BFE35}"/>
                    </a:ext>
                  </a:extLst>
                </p14:cNvPr>
                <p14:cNvContentPartPr/>
                <p14:nvPr/>
              </p14:nvContentPartPr>
              <p14:xfrm>
                <a:off x="7627523" y="4549070"/>
                <a:ext cx="132840" cy="1969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65668626-09E5-20D9-E8F4-85FDB67BFE35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7618883" y="4540430"/>
                  <a:ext cx="15048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8" name="Group 457">
            <a:extLst>
              <a:ext uri="{FF2B5EF4-FFF2-40B4-BE49-F238E27FC236}">
                <a16:creationId xmlns:a16="http://schemas.microsoft.com/office/drawing/2014/main" id="{A58A0EA2-140B-D39A-6E14-4CC38326C8B8}"/>
              </a:ext>
            </a:extLst>
          </p:cNvPr>
          <p:cNvGrpSpPr/>
          <p:nvPr/>
        </p:nvGrpSpPr>
        <p:grpSpPr>
          <a:xfrm>
            <a:off x="10037363" y="4231910"/>
            <a:ext cx="1602720" cy="536040"/>
            <a:chOff x="10037363" y="4231910"/>
            <a:chExt cx="1602720" cy="53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172F2EDF-5121-4CDC-C517-C5390D3C67B5}"/>
                    </a:ext>
                  </a:extLst>
                </p14:cNvPr>
                <p14:cNvContentPartPr/>
                <p14:nvPr/>
              </p14:nvContentPartPr>
              <p14:xfrm>
                <a:off x="10037363" y="4370870"/>
                <a:ext cx="284760" cy="2106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172F2EDF-5121-4CDC-C517-C5390D3C67B5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10028363" y="4361870"/>
                  <a:ext cx="3024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11DFBD1B-BAA5-20B8-6FD4-739B257BA7AB}"/>
                    </a:ext>
                  </a:extLst>
                </p14:cNvPr>
                <p14:cNvContentPartPr/>
                <p14:nvPr/>
              </p14:nvContentPartPr>
              <p14:xfrm>
                <a:off x="10424723" y="4378070"/>
                <a:ext cx="173520" cy="1936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11DFBD1B-BAA5-20B8-6FD4-739B257BA7AB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0415723" y="4369070"/>
                  <a:ext cx="1911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677E90AB-14CD-9DB7-E87E-A457B8C8DC23}"/>
                    </a:ext>
                  </a:extLst>
                </p14:cNvPr>
                <p14:cNvContentPartPr/>
                <p14:nvPr/>
              </p14:nvContentPartPr>
              <p14:xfrm>
                <a:off x="10586003" y="4386710"/>
                <a:ext cx="142920" cy="18540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677E90AB-14CD-9DB7-E87E-A457B8C8DC23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10577003" y="4377710"/>
                  <a:ext cx="1605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E298B6DC-51C1-D2BD-13E4-38B7C7F93169}"/>
                    </a:ext>
                  </a:extLst>
                </p14:cNvPr>
                <p14:cNvContentPartPr/>
                <p14:nvPr/>
              </p14:nvContentPartPr>
              <p14:xfrm>
                <a:off x="10833683" y="4352870"/>
                <a:ext cx="91080" cy="16344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E298B6DC-51C1-D2BD-13E4-38B7C7F93169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0824683" y="4343870"/>
                  <a:ext cx="1087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F9D15432-0E3E-C444-E6A9-AF9F371D47BC}"/>
                    </a:ext>
                  </a:extLst>
                </p14:cNvPr>
                <p14:cNvContentPartPr/>
                <p14:nvPr/>
              </p14:nvContentPartPr>
              <p14:xfrm>
                <a:off x="10826483" y="4413710"/>
                <a:ext cx="117360" cy="35424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F9D15432-0E3E-C444-E6A9-AF9F371D47BC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0817483" y="4405070"/>
                  <a:ext cx="1350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1145DE58-4F56-AF70-F3DD-43165EA2D353}"/>
                    </a:ext>
                  </a:extLst>
                </p14:cNvPr>
                <p14:cNvContentPartPr/>
                <p14:nvPr/>
              </p14:nvContentPartPr>
              <p14:xfrm>
                <a:off x="11015123" y="4362950"/>
                <a:ext cx="144360" cy="19224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1145DE58-4F56-AF70-F3DD-43165EA2D353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11006123" y="4353950"/>
                  <a:ext cx="1620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EA11DEBF-8D9D-E4CE-CE98-4849022C65DE}"/>
                    </a:ext>
                  </a:extLst>
                </p14:cNvPr>
                <p14:cNvContentPartPr/>
                <p14:nvPr/>
              </p14:nvContentPartPr>
              <p14:xfrm>
                <a:off x="11213123" y="4231910"/>
                <a:ext cx="23040" cy="30852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EA11DEBF-8D9D-E4CE-CE98-4849022C65DE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11204123" y="4222910"/>
                  <a:ext cx="406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13E41628-355B-59B1-9ED8-77E6F4AA7AB2}"/>
                    </a:ext>
                  </a:extLst>
                </p14:cNvPr>
                <p14:cNvContentPartPr/>
                <p14:nvPr/>
              </p14:nvContentPartPr>
              <p14:xfrm>
                <a:off x="11297003" y="4356110"/>
                <a:ext cx="28080" cy="19008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13E41628-355B-59B1-9ED8-77E6F4AA7AB2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11288363" y="4347110"/>
                  <a:ext cx="45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023BB3DA-B199-504C-D940-EEA42D1BC339}"/>
                    </a:ext>
                  </a:extLst>
                </p14:cNvPr>
                <p14:cNvContentPartPr/>
                <p14:nvPr/>
              </p14:nvContentPartPr>
              <p14:xfrm>
                <a:off x="11295923" y="4288430"/>
                <a:ext cx="360" cy="36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023BB3DA-B199-504C-D940-EEA42D1BC33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286923" y="42794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758CD7AB-091D-B05D-86E7-4986DA430F0A}"/>
                    </a:ext>
                  </a:extLst>
                </p14:cNvPr>
                <p14:cNvContentPartPr/>
                <p14:nvPr/>
              </p14:nvContentPartPr>
              <p14:xfrm>
                <a:off x="11445323" y="4355030"/>
                <a:ext cx="194760" cy="18828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758CD7AB-091D-B05D-86E7-4986DA430F0A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11436683" y="4346030"/>
                  <a:ext cx="21240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8695251E-88B1-8891-90E1-D2583F9A3220}"/>
              </a:ext>
            </a:extLst>
          </p:cNvPr>
          <p:cNvGrpSpPr/>
          <p:nvPr/>
        </p:nvGrpSpPr>
        <p:grpSpPr>
          <a:xfrm>
            <a:off x="7916963" y="3957230"/>
            <a:ext cx="1782360" cy="923040"/>
            <a:chOff x="7916963" y="3957230"/>
            <a:chExt cx="1782360" cy="92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47A53998-CCFC-1FDA-F5DB-CFE4F04E3FAD}"/>
                    </a:ext>
                  </a:extLst>
                </p14:cNvPr>
                <p14:cNvContentPartPr/>
                <p14:nvPr/>
              </p14:nvContentPartPr>
              <p14:xfrm>
                <a:off x="7916963" y="4461950"/>
                <a:ext cx="141480" cy="24372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47A53998-CCFC-1FDA-F5DB-CFE4F04E3FAD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7907963" y="4453310"/>
                  <a:ext cx="1591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282C220B-785F-157E-9345-11014FDE0C78}"/>
                    </a:ext>
                  </a:extLst>
                </p14:cNvPr>
                <p14:cNvContentPartPr/>
                <p14:nvPr/>
              </p14:nvContentPartPr>
              <p14:xfrm>
                <a:off x="8074643" y="4460510"/>
                <a:ext cx="105840" cy="19656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282C220B-785F-157E-9345-11014FDE0C78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8065643" y="4451510"/>
                  <a:ext cx="123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A6A61670-4B4E-D256-0F93-1C4A7AC86483}"/>
                    </a:ext>
                  </a:extLst>
                </p14:cNvPr>
                <p14:cNvContentPartPr/>
                <p14:nvPr/>
              </p14:nvContentPartPr>
              <p14:xfrm>
                <a:off x="8241323" y="4431710"/>
                <a:ext cx="147600" cy="2512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A6A61670-4B4E-D256-0F93-1C4A7AC86483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8232323" y="4423070"/>
                  <a:ext cx="1652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75126A42-4BDE-AA7A-4CD7-4B9D843C11C6}"/>
                    </a:ext>
                  </a:extLst>
                </p14:cNvPr>
                <p14:cNvContentPartPr/>
                <p14:nvPr/>
              </p14:nvContentPartPr>
              <p14:xfrm>
                <a:off x="8438603" y="4469150"/>
                <a:ext cx="115920" cy="2127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75126A42-4BDE-AA7A-4CD7-4B9D843C11C6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8429603" y="4460150"/>
                  <a:ext cx="1335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26EB19C9-A4DD-AECF-2904-492F637DA2E8}"/>
                    </a:ext>
                  </a:extLst>
                </p14:cNvPr>
                <p14:cNvContentPartPr/>
                <p14:nvPr/>
              </p14:nvContentPartPr>
              <p14:xfrm>
                <a:off x="8486123" y="4481390"/>
                <a:ext cx="133560" cy="1152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26EB19C9-A4DD-AECF-2904-492F637DA2E8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8477483" y="4472750"/>
                  <a:ext cx="151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DF0DFF8B-1987-4873-A8F3-8D57577536FC}"/>
                    </a:ext>
                  </a:extLst>
                </p14:cNvPr>
                <p14:cNvContentPartPr/>
                <p14:nvPr/>
              </p14:nvContentPartPr>
              <p14:xfrm>
                <a:off x="8826323" y="4258910"/>
                <a:ext cx="112320" cy="4194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DF0DFF8B-1987-4873-A8F3-8D57577536FC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8817683" y="4249910"/>
                  <a:ext cx="12996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EF01518B-D902-87D1-1D89-4AD4F75A6D08}"/>
                    </a:ext>
                  </a:extLst>
                </p14:cNvPr>
                <p14:cNvContentPartPr/>
                <p14:nvPr/>
              </p14:nvContentPartPr>
              <p14:xfrm>
                <a:off x="9005963" y="4428470"/>
                <a:ext cx="139680" cy="21636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EF01518B-D902-87D1-1D89-4AD4F75A6D08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8996963" y="4419470"/>
                  <a:ext cx="1573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CDB48E01-71DD-B4BB-4E45-0DB00102E900}"/>
                    </a:ext>
                  </a:extLst>
                </p14:cNvPr>
                <p14:cNvContentPartPr/>
                <p14:nvPr/>
              </p14:nvContentPartPr>
              <p14:xfrm>
                <a:off x="9185603" y="4416230"/>
                <a:ext cx="126360" cy="4640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CDB48E01-71DD-B4BB-4E45-0DB00102E900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9176603" y="4407590"/>
                  <a:ext cx="14400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B29C780-19F1-4CA1-5471-D969A891801F}"/>
                    </a:ext>
                  </a:extLst>
                </p14:cNvPr>
                <p14:cNvContentPartPr/>
                <p14:nvPr/>
              </p14:nvContentPartPr>
              <p14:xfrm>
                <a:off x="9360923" y="4436030"/>
                <a:ext cx="189000" cy="19872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B29C780-19F1-4CA1-5471-D969A891801F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9352283" y="4427030"/>
                  <a:ext cx="2066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D6702858-41D1-152C-6F46-2EFD8F4F6A1C}"/>
                    </a:ext>
                  </a:extLst>
                </p14:cNvPr>
                <p14:cNvContentPartPr/>
                <p14:nvPr/>
              </p14:nvContentPartPr>
              <p14:xfrm>
                <a:off x="9582323" y="4270070"/>
                <a:ext cx="31680" cy="35604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D6702858-41D1-152C-6F46-2EFD8F4F6A1C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9573323" y="4261430"/>
                  <a:ext cx="493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F2650D0E-C0D0-1E28-F3D8-D04381A5EA0D}"/>
                    </a:ext>
                  </a:extLst>
                </p14:cNvPr>
                <p14:cNvContentPartPr/>
                <p14:nvPr/>
              </p14:nvContentPartPr>
              <p14:xfrm>
                <a:off x="9549563" y="4387790"/>
                <a:ext cx="149760" cy="284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F2650D0E-C0D0-1E28-F3D8-D04381A5EA0D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9540923" y="4378790"/>
                  <a:ext cx="167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6B22D4ED-7EF3-27C6-1FFE-6246C95ECDDA}"/>
                    </a:ext>
                  </a:extLst>
                </p14:cNvPr>
                <p14:cNvContentPartPr/>
                <p14:nvPr/>
              </p14:nvContentPartPr>
              <p14:xfrm>
                <a:off x="8610683" y="4257830"/>
                <a:ext cx="63000" cy="1605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6B22D4ED-7EF3-27C6-1FFE-6246C95ECDDA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8601683" y="4248830"/>
                  <a:ext cx="80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1FFFFE7E-47D8-2362-9316-ED25DEC5F4A4}"/>
                    </a:ext>
                  </a:extLst>
                </p14:cNvPr>
                <p14:cNvContentPartPr/>
                <p14:nvPr/>
              </p14:nvContentPartPr>
              <p14:xfrm>
                <a:off x="8697803" y="4003670"/>
                <a:ext cx="107640" cy="23760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1FFFFE7E-47D8-2362-9316-ED25DEC5F4A4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8689163" y="3994670"/>
                  <a:ext cx="1252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2F35C70F-37BF-A60F-5675-CD143D4DDB22}"/>
                    </a:ext>
                  </a:extLst>
                </p14:cNvPr>
                <p14:cNvContentPartPr/>
                <p14:nvPr/>
              </p14:nvContentPartPr>
              <p14:xfrm>
                <a:off x="8849003" y="4018070"/>
                <a:ext cx="99360" cy="14652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2F35C70F-37BF-A60F-5675-CD143D4DDB22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8840363" y="4009430"/>
                  <a:ext cx="117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0E65A226-81DB-BD5A-4BD9-AE04FDD58F03}"/>
                    </a:ext>
                  </a:extLst>
                </p14:cNvPr>
                <p14:cNvContentPartPr/>
                <p14:nvPr/>
              </p14:nvContentPartPr>
              <p14:xfrm>
                <a:off x="8926763" y="3957230"/>
                <a:ext cx="55800" cy="21276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0E65A226-81DB-BD5A-4BD9-AE04FDD58F03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8917763" y="3948590"/>
                  <a:ext cx="73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8D5920BE-6312-AA5A-4630-11CEA143BB89}"/>
                    </a:ext>
                  </a:extLst>
                </p14:cNvPr>
                <p14:cNvContentPartPr/>
                <p14:nvPr/>
              </p14:nvContentPartPr>
              <p14:xfrm>
                <a:off x="9098843" y="4149470"/>
                <a:ext cx="1440" cy="936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8D5920BE-6312-AA5A-4630-11CEA143BB89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9090203" y="4140470"/>
                  <a:ext cx="19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F22944C6-5E2E-2C10-477A-B9DCA87B8B43}"/>
                    </a:ext>
                  </a:extLst>
                </p14:cNvPr>
                <p14:cNvContentPartPr/>
                <p14:nvPr/>
              </p14:nvContentPartPr>
              <p14:xfrm>
                <a:off x="8875283" y="4192310"/>
                <a:ext cx="360" cy="2520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F22944C6-5E2E-2C10-477A-B9DCA87B8B43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8866643" y="4183310"/>
                  <a:ext cx="180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A331330C-5FD5-4943-B66A-0F105846C759}"/>
              </a:ext>
            </a:extLst>
          </p:cNvPr>
          <p:cNvGrpSpPr/>
          <p:nvPr/>
        </p:nvGrpSpPr>
        <p:grpSpPr>
          <a:xfrm>
            <a:off x="7199123" y="4987550"/>
            <a:ext cx="354600" cy="312840"/>
            <a:chOff x="7199123" y="4987550"/>
            <a:chExt cx="35460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463485D5-EE66-CCD8-4565-83ECB24983B5}"/>
                    </a:ext>
                  </a:extLst>
                </p14:cNvPr>
                <p14:cNvContentPartPr/>
                <p14:nvPr/>
              </p14:nvContentPartPr>
              <p14:xfrm>
                <a:off x="7199123" y="4987550"/>
                <a:ext cx="33480" cy="31284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463485D5-EE66-CCD8-4565-83ECB24983B5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7190123" y="4978910"/>
                  <a:ext cx="511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A0D78A2E-B204-067D-98A3-8CCD891E9EDD}"/>
                    </a:ext>
                  </a:extLst>
                </p14:cNvPr>
                <p14:cNvContentPartPr/>
                <p14:nvPr/>
              </p14:nvContentPartPr>
              <p14:xfrm>
                <a:off x="7216763" y="5104190"/>
                <a:ext cx="118800" cy="14616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A0D78A2E-B204-067D-98A3-8CCD891E9EDD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7207763" y="5095190"/>
                  <a:ext cx="136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DAB6EC80-EAD1-0888-A5F2-78C5E83F4F08}"/>
                    </a:ext>
                  </a:extLst>
                </p14:cNvPr>
                <p14:cNvContentPartPr/>
                <p14:nvPr/>
              </p14:nvContentPartPr>
              <p14:xfrm>
                <a:off x="7372643" y="5081510"/>
                <a:ext cx="181080" cy="19224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DAB6EC80-EAD1-0888-A5F2-78C5E83F4F08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7364003" y="5072510"/>
                  <a:ext cx="19872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1F574AAA-8964-692C-7733-A2F958A69819}"/>
              </a:ext>
            </a:extLst>
          </p:cNvPr>
          <p:cNvGrpSpPr/>
          <p:nvPr/>
        </p:nvGrpSpPr>
        <p:grpSpPr>
          <a:xfrm>
            <a:off x="7748123" y="4954430"/>
            <a:ext cx="1570680" cy="495360"/>
            <a:chOff x="7748123" y="4954430"/>
            <a:chExt cx="1570680" cy="49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08DD7D66-89D7-1337-8FEB-706B0C2AA289}"/>
                    </a:ext>
                  </a:extLst>
                </p14:cNvPr>
                <p14:cNvContentPartPr/>
                <p14:nvPr/>
              </p14:nvContentPartPr>
              <p14:xfrm>
                <a:off x="7748123" y="5060990"/>
                <a:ext cx="167400" cy="1836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08DD7D66-89D7-1337-8FEB-706B0C2AA289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7739123" y="5052350"/>
                  <a:ext cx="1850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6DEE3604-3371-5A01-3AA7-6D789DBD4776}"/>
                    </a:ext>
                  </a:extLst>
                </p14:cNvPr>
                <p14:cNvContentPartPr/>
                <p14:nvPr/>
              </p14:nvContentPartPr>
              <p14:xfrm>
                <a:off x="7960523" y="5046230"/>
                <a:ext cx="139320" cy="18756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6DEE3604-3371-5A01-3AA7-6D789DBD4776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7951523" y="5037590"/>
                  <a:ext cx="1569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E37CF2D7-6433-C9A0-328B-C6E8CD4225C9}"/>
                    </a:ext>
                  </a:extLst>
                </p14:cNvPr>
                <p14:cNvContentPartPr/>
                <p14:nvPr/>
              </p14:nvContentPartPr>
              <p14:xfrm>
                <a:off x="8133683" y="5060990"/>
                <a:ext cx="143640" cy="17316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E37CF2D7-6433-C9A0-328B-C6E8CD4225C9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8124683" y="5052350"/>
                  <a:ext cx="1612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3436202F-5B90-2275-9F4C-2E1986DA827A}"/>
                    </a:ext>
                  </a:extLst>
                </p14:cNvPr>
                <p14:cNvContentPartPr/>
                <p14:nvPr/>
              </p14:nvContentPartPr>
              <p14:xfrm>
                <a:off x="8316563" y="5032910"/>
                <a:ext cx="99720" cy="41688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3436202F-5B90-2275-9F4C-2E1986DA827A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8307923" y="5023910"/>
                  <a:ext cx="1173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5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ED797E05-2A13-B109-73ED-BD34E6234D5C}"/>
                    </a:ext>
                  </a:extLst>
                </p14:cNvPr>
                <p14:cNvContentPartPr/>
                <p14:nvPr/>
              </p14:nvContentPartPr>
              <p14:xfrm>
                <a:off x="8506283" y="4954430"/>
                <a:ext cx="23040" cy="33552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ED797E05-2A13-B109-73ED-BD34E6234D5C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8497643" y="4945790"/>
                  <a:ext cx="406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8D433DB0-55B5-DE44-EF4B-AA6E2BDE8826}"/>
                    </a:ext>
                  </a:extLst>
                </p14:cNvPr>
                <p14:cNvContentPartPr/>
                <p14:nvPr/>
              </p14:nvContentPartPr>
              <p14:xfrm>
                <a:off x="8522483" y="5046230"/>
                <a:ext cx="112320" cy="15300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8D433DB0-55B5-DE44-EF4B-AA6E2BDE8826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8513483" y="5037590"/>
                  <a:ext cx="129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78797FEA-555E-A979-E399-88D5B20AD791}"/>
                    </a:ext>
                  </a:extLst>
                </p14:cNvPr>
                <p14:cNvContentPartPr/>
                <p14:nvPr/>
              </p14:nvContentPartPr>
              <p14:xfrm>
                <a:off x="8686283" y="5041190"/>
                <a:ext cx="102600" cy="20448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78797FEA-555E-A979-E399-88D5B20AD791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8677643" y="5032190"/>
                  <a:ext cx="1202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B4BCC5DF-B08E-06E3-79D3-808A41217AAF}"/>
                    </a:ext>
                  </a:extLst>
                </p14:cNvPr>
                <p14:cNvContentPartPr/>
                <p14:nvPr/>
              </p14:nvContentPartPr>
              <p14:xfrm>
                <a:off x="8847923" y="5055590"/>
                <a:ext cx="29160" cy="15840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B4BCC5DF-B08E-06E3-79D3-808A41217AAF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8838923" y="5046590"/>
                  <a:ext cx="46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F6068E2C-B805-F09E-E2C1-75BDFEC87608}"/>
                    </a:ext>
                  </a:extLst>
                </p14:cNvPr>
                <p14:cNvContentPartPr/>
                <p14:nvPr/>
              </p14:nvContentPartPr>
              <p14:xfrm>
                <a:off x="8868083" y="4979630"/>
                <a:ext cx="360" cy="36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F6068E2C-B805-F09E-E2C1-75BDFEC8760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59083" y="49709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AF4245FB-B92D-D14F-3414-82449B40D6EB}"/>
                    </a:ext>
                  </a:extLst>
                </p14:cNvPr>
                <p14:cNvContentPartPr/>
                <p14:nvPr/>
              </p14:nvContentPartPr>
              <p14:xfrm>
                <a:off x="8966723" y="5009510"/>
                <a:ext cx="149040" cy="2203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AF4245FB-B92D-D14F-3414-82449B40D6EB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8957723" y="5000870"/>
                  <a:ext cx="1666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D5CB4386-A207-827B-3BE6-4D3996F28578}"/>
                    </a:ext>
                  </a:extLst>
                </p14:cNvPr>
                <p14:cNvContentPartPr/>
                <p14:nvPr/>
              </p14:nvContentPartPr>
              <p14:xfrm>
                <a:off x="9167963" y="5044070"/>
                <a:ext cx="150840" cy="1918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D5CB4386-A207-827B-3BE6-4D3996F28578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9158963" y="5035430"/>
                  <a:ext cx="168480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8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93E38597-4F7D-CB64-BFD8-5B67DFFB6BB8}"/>
                  </a:ext>
                </a:extLst>
              </p14:cNvPr>
              <p14:cNvContentPartPr/>
              <p14:nvPr/>
            </p14:nvContentPartPr>
            <p14:xfrm>
              <a:off x="9484403" y="5241710"/>
              <a:ext cx="10440" cy="75960"/>
            </p14:xfrm>
          </p:contentPart>
        </mc:Choice>
        <mc:Fallback xmlns=""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93E38597-4F7D-CB64-BFD8-5B67DFFB6BB8}"/>
                  </a:ext>
                </a:extLst>
              </p:cNvPr>
              <p:cNvPicPr/>
              <p:nvPr/>
            </p:nvPicPr>
            <p:blipFill>
              <a:blip r:embed="rId769"/>
              <a:stretch>
                <a:fillRect/>
              </a:stretch>
            </p:blipFill>
            <p:spPr>
              <a:xfrm>
                <a:off x="9475403" y="5233070"/>
                <a:ext cx="28080" cy="9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8" name="Group 487">
            <a:extLst>
              <a:ext uri="{FF2B5EF4-FFF2-40B4-BE49-F238E27FC236}">
                <a16:creationId xmlns:a16="http://schemas.microsoft.com/office/drawing/2014/main" id="{C71AC13B-20FC-E274-310F-D727BAE5430D}"/>
              </a:ext>
            </a:extLst>
          </p:cNvPr>
          <p:cNvGrpSpPr/>
          <p:nvPr/>
        </p:nvGrpSpPr>
        <p:grpSpPr>
          <a:xfrm>
            <a:off x="9891923" y="4824470"/>
            <a:ext cx="835200" cy="380160"/>
            <a:chOff x="9891923" y="4824470"/>
            <a:chExt cx="83520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42AF2D2A-00A4-D387-5BE3-C43CAF6EAA51}"/>
                    </a:ext>
                  </a:extLst>
                </p14:cNvPr>
                <p14:cNvContentPartPr/>
                <p14:nvPr/>
              </p14:nvContentPartPr>
              <p14:xfrm>
                <a:off x="9891923" y="5005550"/>
                <a:ext cx="245880" cy="19908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42AF2D2A-00A4-D387-5BE3-C43CAF6EAA51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9882923" y="4996910"/>
                  <a:ext cx="263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016699D2-886A-E04E-54DC-020CEDA5A336}"/>
                    </a:ext>
                  </a:extLst>
                </p14:cNvPr>
                <p14:cNvContentPartPr/>
                <p14:nvPr/>
              </p14:nvContentPartPr>
              <p14:xfrm>
                <a:off x="10226003" y="4980350"/>
                <a:ext cx="127440" cy="19404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016699D2-886A-E04E-54DC-020CEDA5A336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10217003" y="4971710"/>
                  <a:ext cx="1450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24358C76-8AD8-03B9-929F-6F494FAAFBD9}"/>
                    </a:ext>
                  </a:extLst>
                </p14:cNvPr>
                <p14:cNvContentPartPr/>
                <p14:nvPr/>
              </p14:nvContentPartPr>
              <p14:xfrm>
                <a:off x="10413563" y="4824470"/>
                <a:ext cx="26640" cy="3733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24358C76-8AD8-03B9-929F-6F494FAAFBD9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10404563" y="4815830"/>
                  <a:ext cx="4428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14386BBD-C504-D5DA-0069-50C49721A2FB}"/>
                    </a:ext>
                  </a:extLst>
                </p14:cNvPr>
                <p14:cNvContentPartPr/>
                <p14:nvPr/>
              </p14:nvContentPartPr>
              <p14:xfrm>
                <a:off x="10458563" y="4976750"/>
                <a:ext cx="114840" cy="17064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14386BBD-C504-D5DA-0069-50C49721A2FB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10449563" y="4967750"/>
                  <a:ext cx="1324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31F896B-19EC-0383-D8BC-2BD5737F9B12}"/>
                    </a:ext>
                  </a:extLst>
                </p14:cNvPr>
                <p14:cNvContentPartPr/>
                <p14:nvPr/>
              </p14:nvContentPartPr>
              <p14:xfrm>
                <a:off x="10607603" y="4969550"/>
                <a:ext cx="119520" cy="19044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31F896B-19EC-0383-D8BC-2BD5737F9B12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10598963" y="4960910"/>
                  <a:ext cx="13716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8A11EC52-ADD2-A3AA-6C5C-408DFC32B40B}"/>
              </a:ext>
            </a:extLst>
          </p:cNvPr>
          <p:cNvGrpSpPr/>
          <p:nvPr/>
        </p:nvGrpSpPr>
        <p:grpSpPr>
          <a:xfrm>
            <a:off x="11119523" y="4689110"/>
            <a:ext cx="284760" cy="401760"/>
            <a:chOff x="11119523" y="4689110"/>
            <a:chExt cx="284760" cy="40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D1C91289-E502-17D4-7F5D-37BB68AEB220}"/>
                    </a:ext>
                  </a:extLst>
                </p14:cNvPr>
                <p14:cNvContentPartPr/>
                <p14:nvPr/>
              </p14:nvContentPartPr>
              <p14:xfrm>
                <a:off x="11119523" y="4872350"/>
                <a:ext cx="137520" cy="2185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D1C91289-E502-17D4-7F5D-37BB68AEB220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11110883" y="4863710"/>
                  <a:ext cx="1551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0C4B5F73-3CB2-45FD-D2F8-A0E67DB7A31C}"/>
                    </a:ext>
                  </a:extLst>
                </p14:cNvPr>
                <p14:cNvContentPartPr/>
                <p14:nvPr/>
              </p14:nvContentPartPr>
              <p14:xfrm>
                <a:off x="11243003" y="4689110"/>
                <a:ext cx="4320" cy="38592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0C4B5F73-3CB2-45FD-D2F8-A0E67DB7A31C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11234003" y="4680110"/>
                  <a:ext cx="2196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0535928A-049C-7638-0D3B-766BCA67A08C}"/>
                    </a:ext>
                  </a:extLst>
                </p14:cNvPr>
                <p14:cNvContentPartPr/>
                <p14:nvPr/>
              </p14:nvContentPartPr>
              <p14:xfrm>
                <a:off x="11345963" y="4922030"/>
                <a:ext cx="12960" cy="1213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0535928A-049C-7638-0D3B-766BCA67A08C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11337323" y="4913390"/>
                  <a:ext cx="306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53283543-87B9-E3CE-CFD3-E554DC66F67F}"/>
                    </a:ext>
                  </a:extLst>
                </p14:cNvPr>
                <p14:cNvContentPartPr/>
                <p14:nvPr/>
              </p14:nvContentPartPr>
              <p14:xfrm>
                <a:off x="11339843" y="4810430"/>
                <a:ext cx="64440" cy="1044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53283543-87B9-E3CE-CFD3-E554DC66F67F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11330843" y="4801430"/>
                  <a:ext cx="8208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82EBEAD5-4669-C5A3-9885-F8856B063050}"/>
              </a:ext>
            </a:extLst>
          </p:cNvPr>
          <p:cNvGrpSpPr/>
          <p:nvPr/>
        </p:nvGrpSpPr>
        <p:grpSpPr>
          <a:xfrm>
            <a:off x="7228283" y="5443670"/>
            <a:ext cx="1825560" cy="400680"/>
            <a:chOff x="7228283" y="5443670"/>
            <a:chExt cx="182556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63BB3C44-5729-A105-0CF7-9CF9961EA118}"/>
                    </a:ext>
                  </a:extLst>
                </p14:cNvPr>
                <p14:cNvContentPartPr/>
                <p14:nvPr/>
              </p14:nvContentPartPr>
              <p14:xfrm>
                <a:off x="7278683" y="5443670"/>
                <a:ext cx="34200" cy="34992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63BB3C44-5729-A105-0CF7-9CF9961EA118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7269683" y="5435030"/>
                  <a:ext cx="518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FAF09EB2-151C-3A92-1F43-7D9B986CBD41}"/>
                    </a:ext>
                  </a:extLst>
                </p14:cNvPr>
                <p14:cNvContentPartPr/>
                <p14:nvPr/>
              </p14:nvContentPartPr>
              <p14:xfrm>
                <a:off x="7228283" y="5616830"/>
                <a:ext cx="131040" cy="828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FAF09EB2-151C-3A92-1F43-7D9B986CBD41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7219643" y="5608190"/>
                  <a:ext cx="148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387D12FE-2728-DA19-621D-A1B88302AF5F}"/>
                    </a:ext>
                  </a:extLst>
                </p14:cNvPr>
                <p14:cNvContentPartPr/>
                <p14:nvPr/>
              </p14:nvContentPartPr>
              <p14:xfrm>
                <a:off x="7412603" y="5603150"/>
                <a:ext cx="122400" cy="2113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387D12FE-2728-DA19-621D-A1B88302AF5F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7403963" y="5594510"/>
                  <a:ext cx="1400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B6A7874E-DC8E-14F4-1B05-28F49438237B}"/>
                    </a:ext>
                  </a:extLst>
                </p14:cNvPr>
                <p14:cNvContentPartPr/>
                <p14:nvPr/>
              </p14:nvContentPartPr>
              <p14:xfrm>
                <a:off x="7503323" y="5631590"/>
                <a:ext cx="75600" cy="19692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B6A7874E-DC8E-14F4-1B05-28F49438237B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7494323" y="5622950"/>
                  <a:ext cx="93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AFCF8AFA-20E6-0620-BFFB-4184041B495D}"/>
                    </a:ext>
                  </a:extLst>
                </p14:cNvPr>
                <p14:cNvContentPartPr/>
                <p14:nvPr/>
              </p14:nvContentPartPr>
              <p14:xfrm>
                <a:off x="7595123" y="5631590"/>
                <a:ext cx="246240" cy="18612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AFCF8AFA-20E6-0620-BFFB-4184041B495D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7586123" y="5622950"/>
                  <a:ext cx="2638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DF06731A-0982-5E22-0F13-9A146240A384}"/>
                    </a:ext>
                  </a:extLst>
                </p14:cNvPr>
                <p14:cNvContentPartPr/>
                <p14:nvPr/>
              </p14:nvContentPartPr>
              <p14:xfrm>
                <a:off x="7896083" y="5471030"/>
                <a:ext cx="163800" cy="35316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DF06731A-0982-5E22-0F13-9A146240A384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7887443" y="5462390"/>
                  <a:ext cx="1814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FEA8A182-D7D4-F234-1A7D-A9CE4E80A7E4}"/>
                    </a:ext>
                  </a:extLst>
                </p14:cNvPr>
                <p14:cNvContentPartPr/>
                <p14:nvPr/>
              </p14:nvContentPartPr>
              <p14:xfrm>
                <a:off x="8132963" y="5603510"/>
                <a:ext cx="126360" cy="22284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FEA8A182-D7D4-F234-1A7D-A9CE4E80A7E4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8124323" y="5594870"/>
                  <a:ext cx="144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4594EC75-D380-0777-5BFC-5703B99D8325}"/>
                    </a:ext>
                  </a:extLst>
                </p14:cNvPr>
                <p14:cNvContentPartPr/>
                <p14:nvPr/>
              </p14:nvContentPartPr>
              <p14:xfrm>
                <a:off x="8250323" y="5617910"/>
                <a:ext cx="23040" cy="17100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4594EC75-D380-0777-5BFC-5703B99D8325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8241323" y="5609270"/>
                  <a:ext cx="40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E39D90EB-0184-03AE-72AB-1B0C1B024C71}"/>
                    </a:ext>
                  </a:extLst>
                </p14:cNvPr>
                <p14:cNvContentPartPr/>
                <p14:nvPr/>
              </p14:nvContentPartPr>
              <p14:xfrm>
                <a:off x="8302883" y="5464550"/>
                <a:ext cx="138600" cy="33948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E39D90EB-0184-03AE-72AB-1B0C1B024C71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8294243" y="5455550"/>
                  <a:ext cx="1562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2F29BF20-DB3C-47BA-932D-14E0C12852ED}"/>
                    </a:ext>
                  </a:extLst>
                </p14:cNvPr>
                <p14:cNvContentPartPr/>
                <p14:nvPr/>
              </p14:nvContentPartPr>
              <p14:xfrm>
                <a:off x="8523203" y="5536910"/>
                <a:ext cx="9720" cy="30744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2F29BF20-DB3C-47BA-932D-14E0C12852ED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8514563" y="5527910"/>
                  <a:ext cx="273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20FD3E53-0815-38DB-DC4B-62452B53AFD0}"/>
                    </a:ext>
                  </a:extLst>
                </p14:cNvPr>
                <p14:cNvContentPartPr/>
                <p14:nvPr/>
              </p14:nvContentPartPr>
              <p14:xfrm>
                <a:off x="8551643" y="5632670"/>
                <a:ext cx="135720" cy="13608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20FD3E53-0815-38DB-DC4B-62452B53AFD0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8543003" y="5624030"/>
                  <a:ext cx="1533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0E20E9C6-8596-3465-583A-CB8C1C192CAC}"/>
                    </a:ext>
                  </a:extLst>
                </p14:cNvPr>
                <p14:cNvContentPartPr/>
                <p14:nvPr/>
              </p14:nvContentPartPr>
              <p14:xfrm>
                <a:off x="8680523" y="5604590"/>
                <a:ext cx="137520" cy="19584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0E20E9C6-8596-3465-583A-CB8C1C192CAC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8671523" y="5595590"/>
                  <a:ext cx="1551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2CEDE124-3BBD-F795-8810-82AD2D4EA5B0}"/>
                    </a:ext>
                  </a:extLst>
                </p14:cNvPr>
                <p14:cNvContentPartPr/>
                <p14:nvPr/>
              </p14:nvContentPartPr>
              <p14:xfrm>
                <a:off x="8872763" y="5589830"/>
                <a:ext cx="181080" cy="21384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2CEDE124-3BBD-F795-8810-82AD2D4EA5B0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8864123" y="5581190"/>
                  <a:ext cx="198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56F87821-5998-92A6-C5D9-A7933AC2F16B}"/>
                    </a:ext>
                  </a:extLst>
                </p14:cNvPr>
                <p14:cNvContentPartPr/>
                <p14:nvPr/>
              </p14:nvContentPartPr>
              <p14:xfrm>
                <a:off x="8908043" y="5667950"/>
                <a:ext cx="360" cy="36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56F87821-5998-92A6-C5D9-A7933AC2F16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99403" y="56589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7A8CA822-0976-AD40-5F57-CADCD06355A1}"/>
                    </a:ext>
                  </a:extLst>
                </p14:cNvPr>
                <p14:cNvContentPartPr/>
                <p14:nvPr/>
              </p14:nvContentPartPr>
              <p14:xfrm>
                <a:off x="8969963" y="5588750"/>
                <a:ext cx="75240" cy="8172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7A8CA822-0976-AD40-5F57-CADCD06355A1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8961323" y="5579750"/>
                  <a:ext cx="9288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129638BE-638B-8D3E-2372-352AB98486C7}"/>
              </a:ext>
            </a:extLst>
          </p:cNvPr>
          <p:cNvGrpSpPr/>
          <p:nvPr/>
        </p:nvGrpSpPr>
        <p:grpSpPr>
          <a:xfrm>
            <a:off x="9365963" y="5559230"/>
            <a:ext cx="970920" cy="237600"/>
            <a:chOff x="9365963" y="5559230"/>
            <a:chExt cx="97092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84623B13-AE50-DFEF-9214-D7BB7CE5679C}"/>
                    </a:ext>
                  </a:extLst>
                </p14:cNvPr>
                <p14:cNvContentPartPr/>
                <p14:nvPr/>
              </p14:nvContentPartPr>
              <p14:xfrm>
                <a:off x="9365963" y="5559230"/>
                <a:ext cx="65880" cy="21240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84623B13-AE50-DFEF-9214-D7BB7CE5679C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9357323" y="5550590"/>
                  <a:ext cx="835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F3EF2A30-178B-0FC6-4B00-1130280D7FD5}"/>
                    </a:ext>
                  </a:extLst>
                </p14:cNvPr>
                <p14:cNvContentPartPr/>
                <p14:nvPr/>
              </p14:nvContentPartPr>
              <p14:xfrm>
                <a:off x="9511763" y="5568950"/>
                <a:ext cx="119880" cy="19908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F3EF2A30-178B-0FC6-4B00-1130280D7FD5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9502763" y="5560310"/>
                  <a:ext cx="137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0CA54E70-8036-DE90-0CB0-669B706DF519}"/>
                    </a:ext>
                  </a:extLst>
                </p14:cNvPr>
                <p14:cNvContentPartPr/>
                <p14:nvPr/>
              </p14:nvContentPartPr>
              <p14:xfrm>
                <a:off x="9676283" y="5578310"/>
                <a:ext cx="136080" cy="2055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0CA54E70-8036-DE90-0CB0-669B706DF519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9667283" y="5569310"/>
                  <a:ext cx="153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D6D684B7-CC18-A4C2-1977-CC42D7445809}"/>
                    </a:ext>
                  </a:extLst>
                </p14:cNvPr>
                <p14:cNvContentPartPr/>
                <p14:nvPr/>
              </p14:nvContentPartPr>
              <p14:xfrm>
                <a:off x="9836123" y="5560670"/>
                <a:ext cx="89280" cy="20232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D6D684B7-CC18-A4C2-1977-CC42D7445809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9827123" y="5552030"/>
                  <a:ext cx="1069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C631A7E7-1127-FA6E-0594-F9C9185062FA}"/>
                    </a:ext>
                  </a:extLst>
                </p14:cNvPr>
                <p14:cNvContentPartPr/>
                <p14:nvPr/>
              </p14:nvContentPartPr>
              <p14:xfrm>
                <a:off x="9920003" y="5591990"/>
                <a:ext cx="63000" cy="20484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C631A7E7-1127-FA6E-0594-F9C9185062FA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9911003" y="5583350"/>
                  <a:ext cx="806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B18160CA-AE7E-874C-774C-6380D94D05B4}"/>
                    </a:ext>
                  </a:extLst>
                </p14:cNvPr>
                <p14:cNvContentPartPr/>
                <p14:nvPr/>
              </p14:nvContentPartPr>
              <p14:xfrm>
                <a:off x="10035563" y="5595230"/>
                <a:ext cx="142200" cy="17496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B18160CA-AE7E-874C-774C-6380D94D05B4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026563" y="5586590"/>
                  <a:ext cx="159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E53C8D9D-7FB3-1BA9-CAE0-FF9DAFC861F4}"/>
                    </a:ext>
                  </a:extLst>
                </p14:cNvPr>
                <p14:cNvContentPartPr/>
                <p14:nvPr/>
              </p14:nvContentPartPr>
              <p14:xfrm>
                <a:off x="10184603" y="5561390"/>
                <a:ext cx="152280" cy="21960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E53C8D9D-7FB3-1BA9-CAE0-FF9DAFC861F4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0175963" y="5552750"/>
                  <a:ext cx="1699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39D4DDD5-915F-7CFA-7FD4-ED57FAB995A7}"/>
              </a:ext>
            </a:extLst>
          </p:cNvPr>
          <p:cNvGrpSpPr/>
          <p:nvPr/>
        </p:nvGrpSpPr>
        <p:grpSpPr>
          <a:xfrm>
            <a:off x="10684283" y="5345750"/>
            <a:ext cx="1312200" cy="318960"/>
            <a:chOff x="10684283" y="5345750"/>
            <a:chExt cx="13122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85122CC7-A85B-A90C-F8D4-C59ADF315D3F}"/>
                    </a:ext>
                  </a:extLst>
                </p14:cNvPr>
                <p14:cNvContentPartPr/>
                <p14:nvPr/>
              </p14:nvContentPartPr>
              <p14:xfrm>
                <a:off x="10684283" y="5345750"/>
                <a:ext cx="18360" cy="28728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85122CC7-A85B-A90C-F8D4-C59ADF315D3F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0675283" y="5337110"/>
                  <a:ext cx="360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6D0B888A-DE58-0CA5-291E-8B29383B16E8}"/>
                    </a:ext>
                  </a:extLst>
                </p14:cNvPr>
                <p14:cNvContentPartPr/>
                <p14:nvPr/>
              </p14:nvContentPartPr>
              <p14:xfrm>
                <a:off x="10693283" y="5354390"/>
                <a:ext cx="112680" cy="16020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6D0B888A-DE58-0CA5-291E-8B29383B16E8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684283" y="5345750"/>
                  <a:ext cx="130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F58D3159-48E6-2D77-F8FC-E8538469A083}"/>
                    </a:ext>
                  </a:extLst>
                </p14:cNvPr>
                <p14:cNvContentPartPr/>
                <p14:nvPr/>
              </p14:nvContentPartPr>
              <p14:xfrm>
                <a:off x="10840163" y="5402270"/>
                <a:ext cx="122040" cy="21528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F58D3159-48E6-2D77-F8FC-E8538469A083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0831163" y="5393630"/>
                  <a:ext cx="1396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F7F3CBD3-8298-1517-13DF-ADD3E9F71AFE}"/>
                    </a:ext>
                  </a:extLst>
                </p14:cNvPr>
                <p14:cNvContentPartPr/>
                <p14:nvPr/>
              </p14:nvContentPartPr>
              <p14:xfrm>
                <a:off x="10919363" y="5384270"/>
                <a:ext cx="64440" cy="25056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F7F3CBD3-8298-1517-13DF-ADD3E9F71AFE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0910363" y="5375270"/>
                  <a:ext cx="82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B3A0906C-7E0A-49EA-1DEA-1086AEF15F56}"/>
                    </a:ext>
                  </a:extLst>
                </p14:cNvPr>
                <p14:cNvContentPartPr/>
                <p14:nvPr/>
              </p14:nvContentPartPr>
              <p14:xfrm>
                <a:off x="10867883" y="5501630"/>
                <a:ext cx="162360" cy="720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B3A0906C-7E0A-49EA-1DEA-1086AEF15F56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10858883" y="5492990"/>
                  <a:ext cx="180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1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1548EE70-5EC2-F094-FEB5-0EC21D8812EA}"/>
                    </a:ext>
                  </a:extLst>
                </p14:cNvPr>
                <p14:cNvContentPartPr/>
                <p14:nvPr/>
              </p14:nvContentPartPr>
              <p14:xfrm>
                <a:off x="11053643" y="5387510"/>
                <a:ext cx="143640" cy="27288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1548EE70-5EC2-F094-FEB5-0EC21D8812EA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1044643" y="5378870"/>
                  <a:ext cx="1612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3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05B7E0C4-8BFB-CD98-522F-06C50C7A4854}"/>
                    </a:ext>
                  </a:extLst>
                </p14:cNvPr>
                <p14:cNvContentPartPr/>
                <p14:nvPr/>
              </p14:nvContentPartPr>
              <p14:xfrm>
                <a:off x="11275763" y="5397950"/>
                <a:ext cx="132120" cy="23364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05B7E0C4-8BFB-CD98-522F-06C50C7A4854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1266763" y="5389310"/>
                  <a:ext cx="1497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5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0837032D-DFCD-D5AA-17A9-7BDB3C5EA95A}"/>
                    </a:ext>
                  </a:extLst>
                </p14:cNvPr>
                <p14:cNvContentPartPr/>
                <p14:nvPr/>
              </p14:nvContentPartPr>
              <p14:xfrm>
                <a:off x="11283323" y="5484710"/>
                <a:ext cx="133560" cy="2736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0837032D-DFCD-D5AA-17A9-7BDB3C5EA95A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1274323" y="5476070"/>
                  <a:ext cx="151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7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8D7E69CD-150A-AF2F-AC6E-5E3746882E88}"/>
                    </a:ext>
                  </a:extLst>
                </p14:cNvPr>
                <p14:cNvContentPartPr/>
                <p14:nvPr/>
              </p14:nvContentPartPr>
              <p14:xfrm>
                <a:off x="11507243" y="5392550"/>
                <a:ext cx="73800" cy="25092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8D7E69CD-150A-AF2F-AC6E-5E3746882E88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1498603" y="5383550"/>
                  <a:ext cx="914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9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199B98AB-8B13-146D-E093-BF679A8141EC}"/>
                    </a:ext>
                  </a:extLst>
                </p14:cNvPr>
                <p14:cNvContentPartPr/>
                <p14:nvPr/>
              </p14:nvContentPartPr>
              <p14:xfrm>
                <a:off x="11675003" y="5408030"/>
                <a:ext cx="89640" cy="22068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199B98AB-8B13-146D-E093-BF679A8141EC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1666003" y="5399030"/>
                  <a:ext cx="1072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1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B146E45A-A1BF-AF1A-0063-C58CC76A0795}"/>
                    </a:ext>
                  </a:extLst>
                </p14:cNvPr>
                <p14:cNvContentPartPr/>
                <p14:nvPr/>
              </p14:nvContentPartPr>
              <p14:xfrm>
                <a:off x="11692643" y="5485790"/>
                <a:ext cx="90720" cy="1836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B146E45A-A1BF-AF1A-0063-C58CC76A0795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1683643" y="5477150"/>
                  <a:ext cx="108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FC1BD418-EB39-F500-A4CA-B68DAB2D9660}"/>
                    </a:ext>
                  </a:extLst>
                </p14:cNvPr>
                <p14:cNvContentPartPr/>
                <p14:nvPr/>
              </p14:nvContentPartPr>
              <p14:xfrm>
                <a:off x="11692643" y="5411270"/>
                <a:ext cx="101880" cy="8496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FC1BD418-EB39-F500-A4CA-B68DAB2D9660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1683643" y="5402630"/>
                  <a:ext cx="119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200C3095-2481-9B01-7495-ED6EE291ADA0}"/>
                    </a:ext>
                  </a:extLst>
                </p14:cNvPr>
                <p14:cNvContentPartPr/>
                <p14:nvPr/>
              </p14:nvContentPartPr>
              <p14:xfrm>
                <a:off x="11887043" y="5413430"/>
                <a:ext cx="109440" cy="25128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200C3095-2481-9B01-7495-ED6EE291ADA0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1878403" y="5404790"/>
                  <a:ext cx="12708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9" name="Group 568">
            <a:extLst>
              <a:ext uri="{FF2B5EF4-FFF2-40B4-BE49-F238E27FC236}">
                <a16:creationId xmlns:a16="http://schemas.microsoft.com/office/drawing/2014/main" id="{56EA9DC0-F5AB-E88B-4D8C-30500BF51EA7}"/>
              </a:ext>
            </a:extLst>
          </p:cNvPr>
          <p:cNvGrpSpPr/>
          <p:nvPr/>
        </p:nvGrpSpPr>
        <p:grpSpPr>
          <a:xfrm>
            <a:off x="9054923" y="5987270"/>
            <a:ext cx="993240" cy="412920"/>
            <a:chOff x="9054923" y="5987270"/>
            <a:chExt cx="993240" cy="41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9EA10E31-A053-BA9C-A2E8-A5F296B50EA1}"/>
                    </a:ext>
                  </a:extLst>
                </p14:cNvPr>
                <p14:cNvContentPartPr/>
                <p14:nvPr/>
              </p14:nvContentPartPr>
              <p14:xfrm>
                <a:off x="9054923" y="6172310"/>
                <a:ext cx="65880" cy="20196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9EA10E31-A053-BA9C-A2E8-A5F296B50EA1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9045923" y="6163310"/>
                  <a:ext cx="835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A00E66BC-8F24-DF24-AAF1-9E005635CEB0}"/>
                    </a:ext>
                  </a:extLst>
                </p14:cNvPr>
                <p14:cNvContentPartPr/>
                <p14:nvPr/>
              </p14:nvContentPartPr>
              <p14:xfrm>
                <a:off x="9151763" y="6188150"/>
                <a:ext cx="153360" cy="16776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A00E66BC-8F24-DF24-AAF1-9E005635CEB0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9142763" y="6179150"/>
                  <a:ext cx="1710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9A741BBB-FE52-BE1D-63CD-1807057C3337}"/>
                    </a:ext>
                  </a:extLst>
                </p14:cNvPr>
                <p14:cNvContentPartPr/>
                <p14:nvPr/>
              </p14:nvContentPartPr>
              <p14:xfrm>
                <a:off x="9300083" y="5987270"/>
                <a:ext cx="127440" cy="38772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9A741BBB-FE52-BE1D-63CD-1807057C3337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9291083" y="5978630"/>
                  <a:ext cx="1450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9388DA2C-414C-285A-6E40-F1C708AE3DA3}"/>
                    </a:ext>
                  </a:extLst>
                </p14:cNvPr>
                <p14:cNvContentPartPr/>
                <p14:nvPr/>
              </p14:nvContentPartPr>
              <p14:xfrm>
                <a:off x="9490163" y="6183110"/>
                <a:ext cx="155160" cy="19548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9388DA2C-414C-285A-6E40-F1C708AE3DA3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9481523" y="6174110"/>
                  <a:ext cx="172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97B49E5F-24DB-4E96-EB64-C90A59BD95C9}"/>
                    </a:ext>
                  </a:extLst>
                </p14:cNvPr>
                <p14:cNvContentPartPr/>
                <p14:nvPr/>
              </p14:nvContentPartPr>
              <p14:xfrm>
                <a:off x="9657203" y="6205430"/>
                <a:ext cx="164880" cy="17640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97B49E5F-24DB-4E96-EB64-C90A59BD95C9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9648563" y="6196790"/>
                  <a:ext cx="182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7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7829F56C-D032-AA92-A010-5B06E3D70452}"/>
                    </a:ext>
                  </a:extLst>
                </p14:cNvPr>
                <p14:cNvContentPartPr/>
                <p14:nvPr/>
              </p14:nvContentPartPr>
              <p14:xfrm>
                <a:off x="9856283" y="6040550"/>
                <a:ext cx="191880" cy="35964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7829F56C-D032-AA92-A010-5B06E3D70452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9847283" y="6031910"/>
                  <a:ext cx="209520" cy="37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ACE19658-E48C-A581-27B9-7121EEBA057F}"/>
              </a:ext>
            </a:extLst>
          </p:cNvPr>
          <p:cNvGrpSpPr/>
          <p:nvPr/>
        </p:nvGrpSpPr>
        <p:grpSpPr>
          <a:xfrm>
            <a:off x="10229963" y="5981870"/>
            <a:ext cx="1790280" cy="347040"/>
            <a:chOff x="10229963" y="5981870"/>
            <a:chExt cx="179028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9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DA7B97D8-767B-553B-8915-0E28809F822F}"/>
                    </a:ext>
                  </a:extLst>
                </p14:cNvPr>
                <p14:cNvContentPartPr/>
                <p14:nvPr/>
              </p14:nvContentPartPr>
              <p14:xfrm>
                <a:off x="10229963" y="6134870"/>
                <a:ext cx="201240" cy="19404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DA7B97D8-767B-553B-8915-0E28809F822F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0221323" y="6126230"/>
                  <a:ext cx="2188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B9207751-D324-6483-8535-EE2DC569914B}"/>
                    </a:ext>
                  </a:extLst>
                </p14:cNvPr>
                <p14:cNvContentPartPr/>
                <p14:nvPr/>
              </p14:nvContentPartPr>
              <p14:xfrm>
                <a:off x="10502483" y="6129830"/>
                <a:ext cx="172440" cy="19476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B9207751-D324-6483-8535-EE2DC569914B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0493483" y="6121190"/>
                  <a:ext cx="1900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E704A165-2C94-5D9B-7D13-21412BF6F388}"/>
                    </a:ext>
                  </a:extLst>
                </p14:cNvPr>
                <p14:cNvContentPartPr/>
                <p14:nvPr/>
              </p14:nvContentPartPr>
              <p14:xfrm>
                <a:off x="10699763" y="6082310"/>
                <a:ext cx="201240" cy="21780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E704A165-2C94-5D9B-7D13-21412BF6F388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10690763" y="6073670"/>
                  <a:ext cx="2188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587B08E4-B57A-9C5B-DC44-B226AEB10C19}"/>
                    </a:ext>
                  </a:extLst>
                </p14:cNvPr>
                <p14:cNvContentPartPr/>
                <p14:nvPr/>
              </p14:nvContentPartPr>
              <p14:xfrm>
                <a:off x="10886603" y="6049550"/>
                <a:ext cx="360" cy="36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587B08E4-B57A-9C5B-DC44-B226AEB10C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77603" y="60409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6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307BC119-DC74-49B9-9EDD-91D0DE2DB543}"/>
                    </a:ext>
                  </a:extLst>
                </p14:cNvPr>
                <p14:cNvContentPartPr/>
                <p14:nvPr/>
              </p14:nvContentPartPr>
              <p14:xfrm>
                <a:off x="10910363" y="6102830"/>
                <a:ext cx="82080" cy="15408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307BC119-DC74-49B9-9EDD-91D0DE2DB543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10901723" y="6093830"/>
                  <a:ext cx="997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8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7C767C73-E76A-B3A2-BA28-1CDBEC552A05}"/>
                    </a:ext>
                  </a:extLst>
                </p14:cNvPr>
                <p14:cNvContentPartPr/>
                <p14:nvPr/>
              </p14:nvContentPartPr>
              <p14:xfrm>
                <a:off x="11044643" y="5981870"/>
                <a:ext cx="146160" cy="30204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7C767C73-E76A-B3A2-BA28-1CDBEC552A05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11036003" y="5972870"/>
                  <a:ext cx="1638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0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25744235-01CA-F4CC-8D90-EEB09A424425}"/>
                    </a:ext>
                  </a:extLst>
                </p14:cNvPr>
                <p14:cNvContentPartPr/>
                <p14:nvPr/>
              </p14:nvContentPartPr>
              <p14:xfrm>
                <a:off x="11228963" y="6091310"/>
                <a:ext cx="162720" cy="20124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25744235-01CA-F4CC-8D90-EEB09A424425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11219963" y="6082670"/>
                  <a:ext cx="180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2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98998E1B-86A8-BB24-302A-EE1BD6018F8C}"/>
                    </a:ext>
                  </a:extLst>
                </p14:cNvPr>
                <p14:cNvContentPartPr/>
                <p14:nvPr/>
              </p14:nvContentPartPr>
              <p14:xfrm>
                <a:off x="11448923" y="6086990"/>
                <a:ext cx="152280" cy="18684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98998E1B-86A8-BB24-302A-EE1BD6018F8C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11440283" y="6077990"/>
                  <a:ext cx="169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4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6BF451CE-AC59-1DAB-7E53-0A78AB401988}"/>
                    </a:ext>
                  </a:extLst>
                </p14:cNvPr>
                <p14:cNvContentPartPr/>
                <p14:nvPr/>
              </p14:nvContentPartPr>
              <p14:xfrm>
                <a:off x="11649803" y="6080150"/>
                <a:ext cx="182520" cy="22176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6BF451CE-AC59-1DAB-7E53-0A78AB401988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11641163" y="6071510"/>
                  <a:ext cx="2001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6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952D9320-10E3-7E78-2CD4-9E6B44BDE501}"/>
                    </a:ext>
                  </a:extLst>
                </p14:cNvPr>
                <p14:cNvContentPartPr/>
                <p14:nvPr/>
              </p14:nvContentPartPr>
              <p14:xfrm>
                <a:off x="11855723" y="6019310"/>
                <a:ext cx="30600" cy="1836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952D9320-10E3-7E78-2CD4-9E6B44BDE501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11847083" y="6010310"/>
                  <a:ext cx="48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8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33CFA543-CE5F-11C2-226F-F73FDC6F9864}"/>
                    </a:ext>
                  </a:extLst>
                </p14:cNvPr>
                <p14:cNvContentPartPr/>
                <p14:nvPr/>
              </p14:nvContentPartPr>
              <p14:xfrm>
                <a:off x="12011243" y="6268790"/>
                <a:ext cx="9000" cy="252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33CFA543-CE5F-11C2-226F-F73FDC6F9864}"/>
                    </a:ext>
                  </a:extLst>
                </p:cNvPr>
                <p:cNvPicPr/>
                <p:nvPr/>
              </p:nvPicPr>
              <p:blipFill>
                <a:blip r:embed="rId889"/>
                <a:stretch>
                  <a:fillRect/>
                </a:stretch>
              </p:blipFill>
              <p:spPr>
                <a:xfrm>
                  <a:off x="12002603" y="6260150"/>
                  <a:ext cx="2664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0" name="Group 579">
            <a:extLst>
              <a:ext uri="{FF2B5EF4-FFF2-40B4-BE49-F238E27FC236}">
                <a16:creationId xmlns:a16="http://schemas.microsoft.com/office/drawing/2014/main" id="{2C12453A-5149-9693-A0C0-1E97E333BD75}"/>
              </a:ext>
            </a:extLst>
          </p:cNvPr>
          <p:cNvGrpSpPr/>
          <p:nvPr/>
        </p:nvGrpSpPr>
        <p:grpSpPr>
          <a:xfrm>
            <a:off x="7134323" y="6034790"/>
            <a:ext cx="1678320" cy="763920"/>
            <a:chOff x="7134323" y="6034790"/>
            <a:chExt cx="1678320" cy="76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0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69490009-2580-519E-81D8-1BB1481D58A0}"/>
                    </a:ext>
                  </a:extLst>
                </p14:cNvPr>
                <p14:cNvContentPartPr/>
                <p14:nvPr/>
              </p14:nvContentPartPr>
              <p14:xfrm>
                <a:off x="7275083" y="6034790"/>
                <a:ext cx="30240" cy="32580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69490009-2580-519E-81D8-1BB1481D58A0}"/>
                    </a:ext>
                  </a:extLst>
                </p:cNvPr>
                <p:cNvPicPr/>
                <p:nvPr/>
              </p:nvPicPr>
              <p:blipFill>
                <a:blip r:embed="rId891"/>
                <a:stretch>
                  <a:fillRect/>
                </a:stretch>
              </p:blipFill>
              <p:spPr>
                <a:xfrm>
                  <a:off x="7266083" y="6026150"/>
                  <a:ext cx="478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2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4D515521-25D3-F97F-4F90-D9E07A6BAD7C}"/>
                    </a:ext>
                  </a:extLst>
                </p14:cNvPr>
                <p14:cNvContentPartPr/>
                <p14:nvPr/>
              </p14:nvContentPartPr>
              <p14:xfrm>
                <a:off x="7207043" y="6158270"/>
                <a:ext cx="85680" cy="2304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4D515521-25D3-F97F-4F90-D9E07A6BAD7C}"/>
                    </a:ext>
                  </a:extLst>
                </p:cNvPr>
                <p:cNvPicPr/>
                <p:nvPr/>
              </p:nvPicPr>
              <p:blipFill>
                <a:blip r:embed="rId893"/>
                <a:stretch>
                  <a:fillRect/>
                </a:stretch>
              </p:blipFill>
              <p:spPr>
                <a:xfrm>
                  <a:off x="7198043" y="6149270"/>
                  <a:ext cx="103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4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C09C5DFD-6DE3-A74B-E72B-8DBC94ED3176}"/>
                    </a:ext>
                  </a:extLst>
                </p14:cNvPr>
                <p14:cNvContentPartPr/>
                <p14:nvPr/>
              </p14:nvContentPartPr>
              <p14:xfrm>
                <a:off x="7346003" y="6059990"/>
                <a:ext cx="131400" cy="30996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C09C5DFD-6DE3-A74B-E72B-8DBC94ED3176}"/>
                    </a:ext>
                  </a:extLst>
                </p:cNvPr>
                <p:cNvPicPr/>
                <p:nvPr/>
              </p:nvPicPr>
              <p:blipFill>
                <a:blip r:embed="rId895"/>
                <a:stretch>
                  <a:fillRect/>
                </a:stretch>
              </p:blipFill>
              <p:spPr>
                <a:xfrm>
                  <a:off x="7337003" y="6050990"/>
                  <a:ext cx="1490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6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0A70E3B5-53F1-5F6A-3083-4B265ADB6151}"/>
                    </a:ext>
                  </a:extLst>
                </p14:cNvPr>
                <p14:cNvContentPartPr/>
                <p14:nvPr/>
              </p14:nvContentPartPr>
              <p14:xfrm>
                <a:off x="7527803" y="6061430"/>
                <a:ext cx="128160" cy="37836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0A70E3B5-53F1-5F6A-3083-4B265ADB6151}"/>
                    </a:ext>
                  </a:extLst>
                </p:cNvPr>
                <p:cNvPicPr/>
                <p:nvPr/>
              </p:nvPicPr>
              <p:blipFill>
                <a:blip r:embed="rId897"/>
                <a:stretch>
                  <a:fillRect/>
                </a:stretch>
              </p:blipFill>
              <p:spPr>
                <a:xfrm>
                  <a:off x="7518803" y="6052790"/>
                  <a:ext cx="1458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8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1B29D07F-8E5F-C7BC-93EF-EB5AE8FBD661}"/>
                    </a:ext>
                  </a:extLst>
                </p14:cNvPr>
                <p14:cNvContentPartPr/>
                <p14:nvPr/>
              </p14:nvContentPartPr>
              <p14:xfrm>
                <a:off x="7904723" y="6180230"/>
                <a:ext cx="200160" cy="23040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1B29D07F-8E5F-C7BC-93EF-EB5AE8FBD661}"/>
                    </a:ext>
                  </a:extLst>
                </p:cNvPr>
                <p:cNvPicPr/>
                <p:nvPr/>
              </p:nvPicPr>
              <p:blipFill>
                <a:blip r:embed="rId899"/>
                <a:stretch>
                  <a:fillRect/>
                </a:stretch>
              </p:blipFill>
              <p:spPr>
                <a:xfrm>
                  <a:off x="7895723" y="6171230"/>
                  <a:ext cx="2178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0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B47B945C-9DFB-289F-B5C9-CDC9CF32DE55}"/>
                    </a:ext>
                  </a:extLst>
                </p14:cNvPr>
                <p14:cNvContentPartPr/>
                <p14:nvPr/>
              </p14:nvContentPartPr>
              <p14:xfrm>
                <a:off x="8144483" y="6190670"/>
                <a:ext cx="177480" cy="21600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B47B945C-9DFB-289F-B5C9-CDC9CF32DE55}"/>
                    </a:ext>
                  </a:extLst>
                </p:cNvPr>
                <p:cNvPicPr/>
                <p:nvPr/>
              </p:nvPicPr>
              <p:blipFill>
                <a:blip r:embed="rId901"/>
                <a:stretch>
                  <a:fillRect/>
                </a:stretch>
              </p:blipFill>
              <p:spPr>
                <a:xfrm>
                  <a:off x="8135843" y="6181670"/>
                  <a:ext cx="1951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2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A7842E51-0CE9-AF16-4FD0-F49E9A8A64DF}"/>
                    </a:ext>
                  </a:extLst>
                </p14:cNvPr>
                <p14:cNvContentPartPr/>
                <p14:nvPr/>
              </p14:nvContentPartPr>
              <p14:xfrm>
                <a:off x="8328803" y="6055310"/>
                <a:ext cx="17280" cy="31428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A7842E51-0CE9-AF16-4FD0-F49E9A8A64DF}"/>
                    </a:ext>
                  </a:extLst>
                </p:cNvPr>
                <p:cNvPicPr/>
                <p:nvPr/>
              </p:nvPicPr>
              <p:blipFill>
                <a:blip r:embed="rId903"/>
                <a:stretch>
                  <a:fillRect/>
                </a:stretch>
              </p:blipFill>
              <p:spPr>
                <a:xfrm>
                  <a:off x="8319803" y="6046670"/>
                  <a:ext cx="349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4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9A811DB9-C5A5-5941-C79A-F2211E4F3129}"/>
                    </a:ext>
                  </a:extLst>
                </p14:cNvPr>
                <p14:cNvContentPartPr/>
                <p14:nvPr/>
              </p14:nvContentPartPr>
              <p14:xfrm>
                <a:off x="8266523" y="6201110"/>
                <a:ext cx="141120" cy="612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9A811DB9-C5A5-5941-C79A-F2211E4F3129}"/>
                    </a:ext>
                  </a:extLst>
                </p:cNvPr>
                <p:cNvPicPr/>
                <p:nvPr/>
              </p:nvPicPr>
              <p:blipFill>
                <a:blip r:embed="rId905"/>
                <a:stretch>
                  <a:fillRect/>
                </a:stretch>
              </p:blipFill>
              <p:spPr>
                <a:xfrm>
                  <a:off x="8257883" y="6192110"/>
                  <a:ext cx="158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6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3ED16DD7-79F0-9648-8FDA-4B33FC45DE9E}"/>
                    </a:ext>
                  </a:extLst>
                </p14:cNvPr>
                <p14:cNvContentPartPr/>
                <p14:nvPr/>
              </p14:nvContentPartPr>
              <p14:xfrm>
                <a:off x="8427083" y="6201110"/>
                <a:ext cx="171360" cy="16164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3ED16DD7-79F0-9648-8FDA-4B33FC45DE9E}"/>
                    </a:ext>
                  </a:extLst>
                </p:cNvPr>
                <p:cNvPicPr/>
                <p:nvPr/>
              </p:nvPicPr>
              <p:blipFill>
                <a:blip r:embed="rId907"/>
                <a:stretch>
                  <a:fillRect/>
                </a:stretch>
              </p:blipFill>
              <p:spPr>
                <a:xfrm>
                  <a:off x="8418443" y="6192110"/>
                  <a:ext cx="1890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8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B3F22A3E-A497-B7D4-80F1-80B4AD6A62C2}"/>
                    </a:ext>
                  </a:extLst>
                </p14:cNvPr>
                <p14:cNvContentPartPr/>
                <p14:nvPr/>
              </p14:nvContentPartPr>
              <p14:xfrm>
                <a:off x="8605643" y="6197510"/>
                <a:ext cx="207000" cy="20736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B3F22A3E-A497-B7D4-80F1-80B4AD6A62C2}"/>
                    </a:ext>
                  </a:extLst>
                </p:cNvPr>
                <p:cNvPicPr/>
                <p:nvPr/>
              </p:nvPicPr>
              <p:blipFill>
                <a:blip r:embed="rId909"/>
                <a:stretch>
                  <a:fillRect/>
                </a:stretch>
              </p:blipFill>
              <p:spPr>
                <a:xfrm>
                  <a:off x="8596643" y="6188510"/>
                  <a:ext cx="2246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0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7B7D4746-FF65-6928-702F-3F6B1908B578}"/>
                    </a:ext>
                  </a:extLst>
                </p14:cNvPr>
                <p14:cNvContentPartPr/>
                <p14:nvPr/>
              </p14:nvContentPartPr>
              <p14:xfrm>
                <a:off x="7134323" y="6631670"/>
                <a:ext cx="95760" cy="2052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7B7D4746-FF65-6928-702F-3F6B1908B578}"/>
                    </a:ext>
                  </a:extLst>
                </p:cNvPr>
                <p:cNvPicPr/>
                <p:nvPr/>
              </p:nvPicPr>
              <p:blipFill>
                <a:blip r:embed="rId911"/>
                <a:stretch>
                  <a:fillRect/>
                </a:stretch>
              </p:blipFill>
              <p:spPr>
                <a:xfrm>
                  <a:off x="7125323" y="6622670"/>
                  <a:ext cx="113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2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C0F1B9DB-6F2F-75A2-3AFC-A6F1FC31CA60}"/>
                    </a:ext>
                  </a:extLst>
                </p14:cNvPr>
                <p14:cNvContentPartPr/>
                <p14:nvPr/>
              </p14:nvContentPartPr>
              <p14:xfrm>
                <a:off x="7144403" y="6716270"/>
                <a:ext cx="122040" cy="360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C0F1B9DB-6F2F-75A2-3AFC-A6F1FC31CA60}"/>
                    </a:ext>
                  </a:extLst>
                </p:cNvPr>
                <p:cNvPicPr/>
                <p:nvPr/>
              </p:nvPicPr>
              <p:blipFill>
                <a:blip r:embed="rId913"/>
                <a:stretch>
                  <a:fillRect/>
                </a:stretch>
              </p:blipFill>
              <p:spPr>
                <a:xfrm>
                  <a:off x="7135403" y="6707270"/>
                  <a:ext cx="1396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4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9C4A45A3-7EFF-18E2-76E5-6C38C3F00E42}"/>
                    </a:ext>
                  </a:extLst>
                </p14:cNvPr>
                <p14:cNvContentPartPr/>
                <p14:nvPr/>
              </p14:nvContentPartPr>
              <p14:xfrm>
                <a:off x="7454363" y="6436550"/>
                <a:ext cx="190080" cy="28584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9C4A45A3-7EFF-18E2-76E5-6C38C3F00E42}"/>
                    </a:ext>
                  </a:extLst>
                </p:cNvPr>
                <p:cNvPicPr/>
                <p:nvPr/>
              </p:nvPicPr>
              <p:blipFill>
                <a:blip r:embed="rId915"/>
                <a:stretch>
                  <a:fillRect/>
                </a:stretch>
              </p:blipFill>
              <p:spPr>
                <a:xfrm>
                  <a:off x="7445363" y="6427550"/>
                  <a:ext cx="2077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6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73D0A026-7E93-B8CF-B09F-49D9BD6431B9}"/>
                    </a:ext>
                  </a:extLst>
                </p14:cNvPr>
                <p14:cNvContentPartPr/>
                <p14:nvPr/>
              </p14:nvContentPartPr>
              <p14:xfrm>
                <a:off x="7666403" y="6605390"/>
                <a:ext cx="83160" cy="16776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73D0A026-7E93-B8CF-B09F-49D9BD6431B9}"/>
                    </a:ext>
                  </a:extLst>
                </p:cNvPr>
                <p:cNvPicPr/>
                <p:nvPr/>
              </p:nvPicPr>
              <p:blipFill>
                <a:blip r:embed="rId917"/>
                <a:stretch>
                  <a:fillRect/>
                </a:stretch>
              </p:blipFill>
              <p:spPr>
                <a:xfrm>
                  <a:off x="7657763" y="6596750"/>
                  <a:ext cx="100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8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60553397-B16C-7A35-ED0F-A2EF91FD788D}"/>
                    </a:ext>
                  </a:extLst>
                </p14:cNvPr>
                <p14:cNvContentPartPr/>
                <p14:nvPr/>
              </p14:nvContentPartPr>
              <p14:xfrm>
                <a:off x="7775843" y="6513230"/>
                <a:ext cx="113400" cy="27612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60553397-B16C-7A35-ED0F-A2EF91FD788D}"/>
                    </a:ext>
                  </a:extLst>
                </p:cNvPr>
                <p:cNvPicPr/>
                <p:nvPr/>
              </p:nvPicPr>
              <p:blipFill>
                <a:blip r:embed="rId919"/>
                <a:stretch>
                  <a:fillRect/>
                </a:stretch>
              </p:blipFill>
              <p:spPr>
                <a:xfrm>
                  <a:off x="7766843" y="6504590"/>
                  <a:ext cx="1310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0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E023CD42-76FB-BF99-A299-86D0D0EDC8A8}"/>
                    </a:ext>
                  </a:extLst>
                </p14:cNvPr>
                <p14:cNvContentPartPr/>
                <p14:nvPr/>
              </p14:nvContentPartPr>
              <p14:xfrm>
                <a:off x="7933883" y="6633830"/>
                <a:ext cx="97200" cy="16488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E023CD42-76FB-BF99-A299-86D0D0EDC8A8}"/>
                    </a:ext>
                  </a:extLst>
                </p:cNvPr>
                <p:cNvPicPr/>
                <p:nvPr/>
              </p:nvPicPr>
              <p:blipFill>
                <a:blip r:embed="rId921"/>
                <a:stretch>
                  <a:fillRect/>
                </a:stretch>
              </p:blipFill>
              <p:spPr>
                <a:xfrm>
                  <a:off x="7925243" y="6624830"/>
                  <a:ext cx="1148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2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DA052B3E-27DB-C3B6-7504-BE59E440A88C}"/>
                    </a:ext>
                  </a:extLst>
                </p14:cNvPr>
                <p14:cNvContentPartPr/>
                <p14:nvPr/>
              </p14:nvContentPartPr>
              <p14:xfrm>
                <a:off x="8085803" y="6625550"/>
                <a:ext cx="131040" cy="14832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DA052B3E-27DB-C3B6-7504-BE59E440A88C}"/>
                    </a:ext>
                  </a:extLst>
                </p:cNvPr>
                <p:cNvPicPr/>
                <p:nvPr/>
              </p:nvPicPr>
              <p:blipFill>
                <a:blip r:embed="rId923"/>
                <a:stretch>
                  <a:fillRect/>
                </a:stretch>
              </p:blipFill>
              <p:spPr>
                <a:xfrm>
                  <a:off x="8077163" y="6616550"/>
                  <a:ext cx="1486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4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6057F57A-AD05-CFC4-4DC8-3CAC84ABE543}"/>
                    </a:ext>
                  </a:extLst>
                </p14:cNvPr>
                <p14:cNvContentPartPr/>
                <p14:nvPr/>
              </p14:nvContentPartPr>
              <p14:xfrm>
                <a:off x="8275523" y="6491990"/>
                <a:ext cx="54720" cy="28008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6057F57A-AD05-CFC4-4DC8-3CAC84ABE543}"/>
                    </a:ext>
                  </a:extLst>
                </p:cNvPr>
                <p:cNvPicPr/>
                <p:nvPr/>
              </p:nvPicPr>
              <p:blipFill>
                <a:blip r:embed="rId925"/>
                <a:stretch>
                  <a:fillRect/>
                </a:stretch>
              </p:blipFill>
              <p:spPr>
                <a:xfrm>
                  <a:off x="8266523" y="6482990"/>
                  <a:ext cx="723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6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9F3791B3-E026-D4B9-769E-CE39826798A0}"/>
                    </a:ext>
                  </a:extLst>
                </p14:cNvPr>
                <p14:cNvContentPartPr/>
                <p14:nvPr/>
              </p14:nvContentPartPr>
              <p14:xfrm>
                <a:off x="8226563" y="6617990"/>
                <a:ext cx="137160" cy="612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9F3791B3-E026-D4B9-769E-CE39826798A0}"/>
                    </a:ext>
                  </a:extLst>
                </p:cNvPr>
                <p:cNvPicPr/>
                <p:nvPr/>
              </p:nvPicPr>
              <p:blipFill>
                <a:blip r:embed="rId927"/>
                <a:stretch>
                  <a:fillRect/>
                </a:stretch>
              </p:blipFill>
              <p:spPr>
                <a:xfrm>
                  <a:off x="8217563" y="6608990"/>
                  <a:ext cx="154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8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1A565045-0DC9-7375-66CD-FB776C388F4E}"/>
                    </a:ext>
                  </a:extLst>
                </p14:cNvPr>
                <p14:cNvContentPartPr/>
                <p14:nvPr/>
              </p14:nvContentPartPr>
              <p14:xfrm>
                <a:off x="8615723" y="6783950"/>
                <a:ext cx="7920" cy="1404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1A565045-0DC9-7375-66CD-FB776C388F4E}"/>
                    </a:ext>
                  </a:extLst>
                </p:cNvPr>
                <p:cNvPicPr/>
                <p:nvPr/>
              </p:nvPicPr>
              <p:blipFill>
                <a:blip r:embed="rId929"/>
                <a:stretch>
                  <a:fillRect/>
                </a:stretch>
              </p:blipFill>
              <p:spPr>
                <a:xfrm>
                  <a:off x="8606723" y="6775310"/>
                  <a:ext cx="2556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3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7F0708F-7E4A-D07D-03E2-FA531DF320C6}"/>
                  </a:ext>
                </a:extLst>
              </p14:cNvPr>
              <p14:cNvContentPartPr/>
              <p14:nvPr/>
            </p14:nvContentPartPr>
            <p14:xfrm>
              <a:off x="2988720" y="4630320"/>
              <a:ext cx="2392920" cy="674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7F0708F-7E4A-D07D-03E2-FA531DF320C6}"/>
                  </a:ext>
                </a:extLst>
              </p:cNvPr>
              <p:cNvPicPr/>
              <p:nvPr/>
            </p:nvPicPr>
            <p:blipFill>
              <a:blip r:embed="rId931"/>
              <a:stretch>
                <a:fillRect/>
              </a:stretch>
            </p:blipFill>
            <p:spPr>
              <a:xfrm>
                <a:off x="2979360" y="4620960"/>
                <a:ext cx="2411640" cy="69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072BB99-7EC2-CF1F-E77D-AA069C27575B}"/>
                  </a:ext>
                </a:extLst>
              </p14:cNvPr>
              <p14:cNvContentPartPr/>
              <p14:nvPr/>
            </p14:nvContentPartPr>
            <p14:xfrm>
              <a:off x="3411000" y="6336000"/>
              <a:ext cx="2976120" cy="465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072BB99-7EC2-CF1F-E77D-AA069C27575B}"/>
                  </a:ext>
                </a:extLst>
              </p:cNvPr>
              <p:cNvPicPr/>
              <p:nvPr/>
            </p:nvPicPr>
            <p:blipFill>
              <a:blip r:embed="rId933"/>
              <a:stretch>
                <a:fillRect/>
              </a:stretch>
            </p:blipFill>
            <p:spPr>
              <a:xfrm>
                <a:off x="3401640" y="6326640"/>
                <a:ext cx="2994840" cy="48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252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C5FE413-EFE4-4EEF-26D7-A24DA3923583}"/>
              </a:ext>
            </a:extLst>
          </p:cNvPr>
          <p:cNvGrpSpPr/>
          <p:nvPr/>
        </p:nvGrpSpPr>
        <p:grpSpPr>
          <a:xfrm>
            <a:off x="926338" y="822376"/>
            <a:ext cx="866520" cy="788400"/>
            <a:chOff x="926338" y="822376"/>
            <a:chExt cx="866520" cy="78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3097920-9AC1-CDA6-24EA-AC555F9AE533}"/>
                    </a:ext>
                  </a:extLst>
                </p14:cNvPr>
                <p14:cNvContentPartPr/>
                <p14:nvPr/>
              </p14:nvContentPartPr>
              <p14:xfrm>
                <a:off x="1021018" y="848296"/>
                <a:ext cx="45720" cy="516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3097920-9AC1-CDA6-24EA-AC555F9AE53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12018" y="839296"/>
                  <a:ext cx="6336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7F4F93A-1DCD-5DD4-AEDD-A8E33DC38A7E}"/>
                    </a:ext>
                  </a:extLst>
                </p14:cNvPr>
                <p14:cNvContentPartPr/>
                <p14:nvPr/>
              </p14:nvContentPartPr>
              <p14:xfrm>
                <a:off x="926338" y="1319536"/>
                <a:ext cx="187560" cy="93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7F4F93A-1DCD-5DD4-AEDD-A8E33DC38A7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7338" y="1310896"/>
                  <a:ext cx="205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D53E6EE-DC7F-E7E7-52D3-35ED5ED11F28}"/>
                    </a:ext>
                  </a:extLst>
                </p14:cNvPr>
                <p14:cNvContentPartPr/>
                <p14:nvPr/>
              </p14:nvContentPartPr>
              <p14:xfrm>
                <a:off x="963778" y="822376"/>
                <a:ext cx="204840" cy="86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D53E6EE-DC7F-E7E7-52D3-35ED5ED11F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4778" y="813376"/>
                  <a:ext cx="222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13745C2-305D-4FE5-E972-8DA675869F04}"/>
                    </a:ext>
                  </a:extLst>
                </p14:cNvPr>
                <p14:cNvContentPartPr/>
                <p14:nvPr/>
              </p14:nvContentPartPr>
              <p14:xfrm>
                <a:off x="1288138" y="1293256"/>
                <a:ext cx="219960" cy="317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13745C2-305D-4FE5-E972-8DA675869F0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9498" y="1284256"/>
                  <a:ext cx="2376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73E7EE-6D24-C28C-BE6F-474E6CED8685}"/>
                    </a:ext>
                  </a:extLst>
                </p14:cNvPr>
                <p14:cNvContentPartPr/>
                <p14:nvPr/>
              </p14:nvContentPartPr>
              <p14:xfrm>
                <a:off x="1594138" y="1323856"/>
                <a:ext cx="198720" cy="261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73E7EE-6D24-C28C-BE6F-474E6CED868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85498" y="1314856"/>
                  <a:ext cx="21636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E5536C0-304A-B47E-B7D1-2513FE1E1899}"/>
              </a:ext>
            </a:extLst>
          </p:cNvPr>
          <p:cNvGrpSpPr/>
          <p:nvPr/>
        </p:nvGrpSpPr>
        <p:grpSpPr>
          <a:xfrm>
            <a:off x="2153938" y="1124416"/>
            <a:ext cx="145800" cy="139320"/>
            <a:chOff x="2153938" y="1124416"/>
            <a:chExt cx="145800" cy="13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3460CDD-396B-A27E-D292-6970DCB50680}"/>
                    </a:ext>
                  </a:extLst>
                </p14:cNvPr>
                <p14:cNvContentPartPr/>
                <p14:nvPr/>
              </p14:nvContentPartPr>
              <p14:xfrm>
                <a:off x="2153938" y="1124416"/>
                <a:ext cx="139320" cy="39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3460CDD-396B-A27E-D292-6970DCB5068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44938" y="1115416"/>
                  <a:ext cx="1569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7615A0C-75C2-5D1A-F920-68D125649132}"/>
                    </a:ext>
                  </a:extLst>
                </p14:cNvPr>
                <p14:cNvContentPartPr/>
                <p14:nvPr/>
              </p14:nvContentPartPr>
              <p14:xfrm>
                <a:off x="2156098" y="1232416"/>
                <a:ext cx="143640" cy="31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7615A0C-75C2-5D1A-F920-68D12564913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47098" y="1223776"/>
                  <a:ext cx="16128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0597004-33CF-A037-4FC9-C29130ED4E55}"/>
              </a:ext>
            </a:extLst>
          </p:cNvPr>
          <p:cNvGrpSpPr/>
          <p:nvPr/>
        </p:nvGrpSpPr>
        <p:grpSpPr>
          <a:xfrm>
            <a:off x="2845858" y="696016"/>
            <a:ext cx="696960" cy="725400"/>
            <a:chOff x="2845858" y="696016"/>
            <a:chExt cx="696960" cy="7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413310F-1BBD-F97B-B8C5-E09B20D19C29}"/>
                    </a:ext>
                  </a:extLst>
                </p14:cNvPr>
                <p14:cNvContentPartPr/>
                <p14:nvPr/>
              </p14:nvContentPartPr>
              <p14:xfrm>
                <a:off x="2945938" y="749656"/>
                <a:ext cx="42480" cy="382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413310F-1BBD-F97B-B8C5-E09B20D19C2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36938" y="740656"/>
                  <a:ext cx="601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CA65A95-B948-D046-C9C5-B6C1B39A7979}"/>
                    </a:ext>
                  </a:extLst>
                </p14:cNvPr>
                <p14:cNvContentPartPr/>
                <p14:nvPr/>
              </p14:nvContentPartPr>
              <p14:xfrm>
                <a:off x="2845858" y="1130896"/>
                <a:ext cx="176760" cy="3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CA65A95-B948-D046-C9C5-B6C1B39A797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37218" y="1122256"/>
                  <a:ext cx="194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8D3F3BA-31E2-FA83-7CC7-35BCE8AA6A56}"/>
                    </a:ext>
                  </a:extLst>
                </p14:cNvPr>
                <p14:cNvContentPartPr/>
                <p14:nvPr/>
              </p14:nvContentPartPr>
              <p14:xfrm>
                <a:off x="2893018" y="696016"/>
                <a:ext cx="218880" cy="59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8D3F3BA-31E2-FA83-7CC7-35BCE8AA6A5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84018" y="687016"/>
                  <a:ext cx="236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47F617C-AD41-18C6-485D-D0CDF5B2E542}"/>
                    </a:ext>
                  </a:extLst>
                </p14:cNvPr>
                <p14:cNvContentPartPr/>
                <p14:nvPr/>
              </p14:nvContentPartPr>
              <p14:xfrm>
                <a:off x="3155818" y="1187056"/>
                <a:ext cx="87120" cy="214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47F617C-AD41-18C6-485D-D0CDF5B2E54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46818" y="1178416"/>
                  <a:ext cx="104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1A4D199-8163-630D-D329-7E6DBCAABF7A}"/>
                    </a:ext>
                  </a:extLst>
                </p14:cNvPr>
                <p14:cNvContentPartPr/>
                <p14:nvPr/>
              </p14:nvContentPartPr>
              <p14:xfrm>
                <a:off x="3334378" y="1040176"/>
                <a:ext cx="208440" cy="381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1A4D199-8163-630D-D329-7E6DBCAABF7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25738" y="1031176"/>
                  <a:ext cx="226080" cy="39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84454B4-ADF9-0199-2234-B2516FF08413}"/>
              </a:ext>
            </a:extLst>
          </p:cNvPr>
          <p:cNvGrpSpPr/>
          <p:nvPr/>
        </p:nvGrpSpPr>
        <p:grpSpPr>
          <a:xfrm>
            <a:off x="3929458" y="900856"/>
            <a:ext cx="204840" cy="294120"/>
            <a:chOff x="3929458" y="900856"/>
            <a:chExt cx="20484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BC23ACA-5586-FCCA-7271-B178D449AC5C}"/>
                    </a:ext>
                  </a:extLst>
                </p14:cNvPr>
                <p14:cNvContentPartPr/>
                <p14:nvPr/>
              </p14:nvContentPartPr>
              <p14:xfrm>
                <a:off x="3929458" y="990856"/>
                <a:ext cx="204840" cy="36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BC23ACA-5586-FCCA-7271-B178D449AC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20458" y="982216"/>
                  <a:ext cx="222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394066E-E4E3-C2D9-1793-58416F90BFD9}"/>
                    </a:ext>
                  </a:extLst>
                </p14:cNvPr>
                <p14:cNvContentPartPr/>
                <p14:nvPr/>
              </p14:nvContentPartPr>
              <p14:xfrm>
                <a:off x="4044658" y="900856"/>
                <a:ext cx="39240" cy="294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394066E-E4E3-C2D9-1793-58416F90BF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36018" y="892216"/>
                  <a:ext cx="56880" cy="31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E01AEB9-F1B8-866E-95F4-74B4FEA6AB35}"/>
              </a:ext>
            </a:extLst>
          </p:cNvPr>
          <p:cNvGrpSpPr/>
          <p:nvPr/>
        </p:nvGrpSpPr>
        <p:grpSpPr>
          <a:xfrm>
            <a:off x="4541098" y="625816"/>
            <a:ext cx="880920" cy="719640"/>
            <a:chOff x="4541098" y="625816"/>
            <a:chExt cx="880920" cy="71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66BBAC3-D85A-1B97-8483-02FB2E724858}"/>
                    </a:ext>
                  </a:extLst>
                </p14:cNvPr>
                <p14:cNvContentPartPr/>
                <p14:nvPr/>
              </p14:nvContentPartPr>
              <p14:xfrm>
                <a:off x="4637578" y="634096"/>
                <a:ext cx="46440" cy="507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66BBAC3-D85A-1B97-8483-02FB2E72485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28938" y="625456"/>
                  <a:ext cx="6408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3B4818D-A975-5455-52A1-E62B76ECD7C6}"/>
                    </a:ext>
                  </a:extLst>
                </p14:cNvPr>
                <p14:cNvContentPartPr/>
                <p14:nvPr/>
              </p14:nvContentPartPr>
              <p14:xfrm>
                <a:off x="4541098" y="1100296"/>
                <a:ext cx="218880" cy="72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3B4818D-A975-5455-52A1-E62B76ECD7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32098" y="1091656"/>
                  <a:ext cx="236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7DAB8B-E4CD-BC17-31C2-80A941D5F63B}"/>
                    </a:ext>
                  </a:extLst>
                </p14:cNvPr>
                <p14:cNvContentPartPr/>
                <p14:nvPr/>
              </p14:nvContentPartPr>
              <p14:xfrm>
                <a:off x="4620658" y="625816"/>
                <a:ext cx="196920" cy="86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7DAB8B-E4CD-BC17-31C2-80A941D5F63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11658" y="616816"/>
                  <a:ext cx="214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33A3D5-1A06-E6C6-1ECD-B34E3F12F6D7}"/>
                    </a:ext>
                  </a:extLst>
                </p14:cNvPr>
                <p14:cNvContentPartPr/>
                <p14:nvPr/>
              </p14:nvContentPartPr>
              <p14:xfrm>
                <a:off x="4940698" y="1030816"/>
                <a:ext cx="17640" cy="314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33A3D5-1A06-E6C6-1ECD-B34E3F12F6D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31698" y="1022176"/>
                  <a:ext cx="352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B03192D-5303-72F3-6732-DF17EAE5C984}"/>
                    </a:ext>
                  </a:extLst>
                </p14:cNvPr>
                <p14:cNvContentPartPr/>
                <p14:nvPr/>
              </p14:nvContentPartPr>
              <p14:xfrm>
                <a:off x="4934218" y="1040176"/>
                <a:ext cx="214200" cy="20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B03192D-5303-72F3-6732-DF17EAE5C98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25578" y="1031176"/>
                  <a:ext cx="231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F88C31F-4B67-0FDA-A39B-07DA2DDDB47E}"/>
                    </a:ext>
                  </a:extLst>
                </p14:cNvPr>
                <p14:cNvContentPartPr/>
                <p14:nvPr/>
              </p14:nvContentPartPr>
              <p14:xfrm>
                <a:off x="4956178" y="1137016"/>
                <a:ext cx="148320" cy="22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F88C31F-4B67-0FDA-A39B-07DA2DDDB47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47178" y="1128016"/>
                  <a:ext cx="165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5753A50-76FC-5415-E029-CF98ACEF9019}"/>
                    </a:ext>
                  </a:extLst>
                </p14:cNvPr>
                <p14:cNvContentPartPr/>
                <p14:nvPr/>
              </p14:nvContentPartPr>
              <p14:xfrm>
                <a:off x="5244898" y="1026136"/>
                <a:ext cx="177120" cy="313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5753A50-76FC-5415-E029-CF98ACEF901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36258" y="1017136"/>
                  <a:ext cx="194760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9253A4D-E0F9-DADC-D141-A4ABF73A6D14}"/>
              </a:ext>
            </a:extLst>
          </p:cNvPr>
          <p:cNvGrpSpPr/>
          <p:nvPr/>
        </p:nvGrpSpPr>
        <p:grpSpPr>
          <a:xfrm>
            <a:off x="1007338" y="2024776"/>
            <a:ext cx="975960" cy="760320"/>
            <a:chOff x="1007338" y="2024776"/>
            <a:chExt cx="975960" cy="76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C2347B2-F9F4-C419-6709-96797B6288C2}"/>
                    </a:ext>
                  </a:extLst>
                </p14:cNvPr>
                <p14:cNvContentPartPr/>
                <p14:nvPr/>
              </p14:nvContentPartPr>
              <p14:xfrm>
                <a:off x="1007338" y="2024776"/>
                <a:ext cx="270360" cy="513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C2347B2-F9F4-C419-6709-96797B6288C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98698" y="2016136"/>
                  <a:ext cx="28800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03079AC-C647-24C9-CE9D-2D1878E4E4C3}"/>
                    </a:ext>
                  </a:extLst>
                </p14:cNvPr>
                <p14:cNvContentPartPr/>
                <p14:nvPr/>
              </p14:nvContentPartPr>
              <p14:xfrm>
                <a:off x="1271218" y="2363176"/>
                <a:ext cx="214200" cy="358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03079AC-C647-24C9-CE9D-2D1878E4E4C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62578" y="2354536"/>
                  <a:ext cx="2318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CB4BAA4-05E2-6061-4C8A-65847E2FEAFC}"/>
                    </a:ext>
                  </a:extLst>
                </p14:cNvPr>
                <p14:cNvContentPartPr/>
                <p14:nvPr/>
              </p14:nvContentPartPr>
              <p14:xfrm>
                <a:off x="1600618" y="2576656"/>
                <a:ext cx="70560" cy="208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CB4BAA4-05E2-6061-4C8A-65847E2FEAF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91618" y="2567656"/>
                  <a:ext cx="88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C1DE5E9-AE43-FBD9-0BD3-401934937111}"/>
                    </a:ext>
                  </a:extLst>
                </p14:cNvPr>
                <p14:cNvContentPartPr/>
                <p14:nvPr/>
              </p14:nvContentPartPr>
              <p14:xfrm>
                <a:off x="1842538" y="2367496"/>
                <a:ext cx="140760" cy="382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C1DE5E9-AE43-FBD9-0BD3-4019349371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33538" y="2358496"/>
                  <a:ext cx="15840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6FFB32F-7030-B209-58DA-54812A08478D}"/>
              </a:ext>
            </a:extLst>
          </p:cNvPr>
          <p:cNvGrpSpPr/>
          <p:nvPr/>
        </p:nvGrpSpPr>
        <p:grpSpPr>
          <a:xfrm>
            <a:off x="2398018" y="2145376"/>
            <a:ext cx="140760" cy="108720"/>
            <a:chOff x="2398018" y="2145376"/>
            <a:chExt cx="140760" cy="10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DDC407B-9083-9218-AFBF-56CF0EE10EC6}"/>
                    </a:ext>
                  </a:extLst>
                </p14:cNvPr>
                <p14:cNvContentPartPr/>
                <p14:nvPr/>
              </p14:nvContentPartPr>
              <p14:xfrm>
                <a:off x="2398018" y="2225656"/>
                <a:ext cx="105840" cy="28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DDC407B-9083-9218-AFBF-56CF0EE10EC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89378" y="2216656"/>
                  <a:ext cx="123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56E83BB-CEDC-DBB4-D2B8-F5393CBF6B2D}"/>
                    </a:ext>
                  </a:extLst>
                </p14:cNvPr>
                <p14:cNvContentPartPr/>
                <p14:nvPr/>
              </p14:nvContentPartPr>
              <p14:xfrm>
                <a:off x="2398018" y="2145376"/>
                <a:ext cx="140760" cy="21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56E83BB-CEDC-DBB4-D2B8-F5393CBF6B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89378" y="2136736"/>
                  <a:ext cx="1584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BE128E0-ACFF-B34F-CD34-8A7E7EC82AA1}"/>
              </a:ext>
            </a:extLst>
          </p:cNvPr>
          <p:cNvGrpSpPr/>
          <p:nvPr/>
        </p:nvGrpSpPr>
        <p:grpSpPr>
          <a:xfrm>
            <a:off x="2871058" y="1927576"/>
            <a:ext cx="654840" cy="749160"/>
            <a:chOff x="2871058" y="1927576"/>
            <a:chExt cx="654840" cy="74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8BF8134-5076-4B9A-B8D6-9A46688DBDF2}"/>
                    </a:ext>
                  </a:extLst>
                </p14:cNvPr>
                <p14:cNvContentPartPr/>
                <p14:nvPr/>
              </p14:nvContentPartPr>
              <p14:xfrm>
                <a:off x="2871058" y="1927576"/>
                <a:ext cx="295200" cy="511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8BF8134-5076-4B9A-B8D6-9A46688DBDF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62058" y="1918936"/>
                  <a:ext cx="31284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67A9DFE-333C-7D56-ABCF-1FEFB984084C}"/>
                    </a:ext>
                  </a:extLst>
                </p14:cNvPr>
                <p14:cNvContentPartPr/>
                <p14:nvPr/>
              </p14:nvContentPartPr>
              <p14:xfrm>
                <a:off x="3239338" y="2422576"/>
                <a:ext cx="286560" cy="245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67A9DFE-333C-7D56-ABCF-1FEFB98408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30698" y="2413576"/>
                  <a:ext cx="304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E0A1197-BE54-2C68-9EEB-B8D172A44208}"/>
                    </a:ext>
                  </a:extLst>
                </p14:cNvPr>
                <p14:cNvContentPartPr/>
                <p14:nvPr/>
              </p14:nvContentPartPr>
              <p14:xfrm>
                <a:off x="3375058" y="2406736"/>
                <a:ext cx="18000" cy="270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E0A1197-BE54-2C68-9EEB-B8D172A4420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66418" y="2397736"/>
                  <a:ext cx="3564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3A2A331-0B5B-84D8-62B2-ECF2C3108D04}"/>
              </a:ext>
            </a:extLst>
          </p:cNvPr>
          <p:cNvGrpSpPr/>
          <p:nvPr/>
        </p:nvGrpSpPr>
        <p:grpSpPr>
          <a:xfrm>
            <a:off x="3926218" y="2190376"/>
            <a:ext cx="176040" cy="87840"/>
            <a:chOff x="3926218" y="2190376"/>
            <a:chExt cx="176040" cy="8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94E843F-71F1-4CA5-5332-FA76B34AF113}"/>
                    </a:ext>
                  </a:extLst>
                </p14:cNvPr>
                <p14:cNvContentPartPr/>
                <p14:nvPr/>
              </p14:nvContentPartPr>
              <p14:xfrm>
                <a:off x="3928018" y="2190376"/>
                <a:ext cx="117000" cy="10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94E843F-71F1-4CA5-5332-FA76B34AF1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19018" y="2181736"/>
                  <a:ext cx="134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B65992B-785F-04CA-70F6-B49FD7A9C899}"/>
                    </a:ext>
                  </a:extLst>
                </p14:cNvPr>
                <p14:cNvContentPartPr/>
                <p14:nvPr/>
              </p14:nvContentPartPr>
              <p14:xfrm>
                <a:off x="3926218" y="2249416"/>
                <a:ext cx="176040" cy="28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B65992B-785F-04CA-70F6-B49FD7A9C89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917218" y="2240416"/>
                  <a:ext cx="19368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D11C7C8-3885-912D-317D-29C2F60AAB28}"/>
                  </a:ext>
                </a:extLst>
              </p14:cNvPr>
              <p14:cNvContentPartPr/>
              <p14:nvPr/>
            </p14:nvContentPartPr>
            <p14:xfrm>
              <a:off x="6061018" y="2498176"/>
              <a:ext cx="14400" cy="100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D11C7C8-3885-912D-317D-29C2F60AAB2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052378" y="2489176"/>
                <a:ext cx="3204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A90F2058-2547-53B0-6919-14FCBC815252}"/>
              </a:ext>
            </a:extLst>
          </p:cNvPr>
          <p:cNvGrpSpPr/>
          <p:nvPr/>
        </p:nvGrpSpPr>
        <p:grpSpPr>
          <a:xfrm>
            <a:off x="4489618" y="1858816"/>
            <a:ext cx="589320" cy="576360"/>
            <a:chOff x="4489618" y="1858816"/>
            <a:chExt cx="589320" cy="57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EEFA4FA-C57F-D7A1-F81D-0B0B26A64391}"/>
                    </a:ext>
                  </a:extLst>
                </p14:cNvPr>
                <p14:cNvContentPartPr/>
                <p14:nvPr/>
              </p14:nvContentPartPr>
              <p14:xfrm>
                <a:off x="4565938" y="1944496"/>
                <a:ext cx="32760" cy="311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EEFA4FA-C57F-D7A1-F81D-0B0B26A6439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57298" y="1935856"/>
                  <a:ext cx="504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46A5090-5C8C-28A3-42B1-6EF663A2603A}"/>
                    </a:ext>
                  </a:extLst>
                </p14:cNvPr>
                <p14:cNvContentPartPr/>
                <p14:nvPr/>
              </p14:nvContentPartPr>
              <p14:xfrm>
                <a:off x="4504018" y="2308456"/>
                <a:ext cx="143640" cy="52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46A5090-5C8C-28A3-42B1-6EF663A2603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95018" y="2299456"/>
                  <a:ext cx="1612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5113BCE-ED42-4C35-2CE2-4A9662A8959C}"/>
                    </a:ext>
                  </a:extLst>
                </p14:cNvPr>
                <p14:cNvContentPartPr/>
                <p14:nvPr/>
              </p14:nvContentPartPr>
              <p14:xfrm>
                <a:off x="4489618" y="1858816"/>
                <a:ext cx="172080" cy="34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5113BCE-ED42-4C35-2CE2-4A9662A8959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480618" y="1850176"/>
                  <a:ext cx="189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EA35D3C-FB82-1C7D-9D5A-54F4A80AA825}"/>
                    </a:ext>
                  </a:extLst>
                </p14:cNvPr>
                <p14:cNvContentPartPr/>
                <p14:nvPr/>
              </p14:nvContentPartPr>
              <p14:xfrm>
                <a:off x="4776538" y="2156536"/>
                <a:ext cx="3600" cy="278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EA35D3C-FB82-1C7D-9D5A-54F4A80AA82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67898" y="2147896"/>
                  <a:ext cx="212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909F824-69CE-7206-2187-4842736D0557}"/>
                    </a:ext>
                  </a:extLst>
                </p14:cNvPr>
                <p14:cNvContentPartPr/>
                <p14:nvPr/>
              </p14:nvContentPartPr>
              <p14:xfrm>
                <a:off x="4742338" y="2155096"/>
                <a:ext cx="154080" cy="24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909F824-69CE-7206-2187-4842736D055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33698" y="2146456"/>
                  <a:ext cx="171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DD08F54-8FAE-C422-1ED0-B17D6133F4BF}"/>
                    </a:ext>
                  </a:extLst>
                </p14:cNvPr>
                <p14:cNvContentPartPr/>
                <p14:nvPr/>
              </p14:nvContentPartPr>
              <p14:xfrm>
                <a:off x="4740898" y="2260216"/>
                <a:ext cx="167040" cy="11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DD08F54-8FAE-C422-1ED0-B17D6133F4B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31898" y="2251576"/>
                  <a:ext cx="184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BE74847-6F0F-1DA0-A15F-37EFAFEA8EF8}"/>
                    </a:ext>
                  </a:extLst>
                </p14:cNvPr>
                <p14:cNvContentPartPr/>
                <p14:nvPr/>
              </p14:nvContentPartPr>
              <p14:xfrm>
                <a:off x="4964098" y="2130976"/>
                <a:ext cx="114840" cy="268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BE74847-6F0F-1DA0-A15F-37EFAFEA8EF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55098" y="2121976"/>
                  <a:ext cx="132480" cy="28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CEC8649-437B-E086-3C90-648C6C94FDD0}"/>
                  </a:ext>
                </a:extLst>
              </p14:cNvPr>
              <p14:cNvContentPartPr/>
              <p14:nvPr/>
            </p14:nvContentPartPr>
            <p14:xfrm>
              <a:off x="5318338" y="2151136"/>
              <a:ext cx="8280" cy="32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CEC8649-437B-E086-3C90-648C6C94FDD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309338" y="2142136"/>
                <a:ext cx="2592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24976431-BAD0-7A07-FCA1-53654C3D2BC2}"/>
              </a:ext>
            </a:extLst>
          </p:cNvPr>
          <p:cNvGrpSpPr/>
          <p:nvPr/>
        </p:nvGrpSpPr>
        <p:grpSpPr>
          <a:xfrm>
            <a:off x="5628298" y="1810936"/>
            <a:ext cx="542880" cy="627120"/>
            <a:chOff x="5628298" y="1810936"/>
            <a:chExt cx="542880" cy="62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71B1701-95C6-3CF4-A0E7-746427B93789}"/>
                    </a:ext>
                  </a:extLst>
                </p14:cNvPr>
                <p14:cNvContentPartPr/>
                <p14:nvPr/>
              </p14:nvContentPartPr>
              <p14:xfrm>
                <a:off x="5628298" y="1810936"/>
                <a:ext cx="239760" cy="471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71B1701-95C6-3CF4-A0E7-746427B9378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19298" y="1801936"/>
                  <a:ext cx="2574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1181835-DE65-898C-81CD-FB941DAE0FC1}"/>
                    </a:ext>
                  </a:extLst>
                </p14:cNvPr>
                <p14:cNvContentPartPr/>
                <p14:nvPr/>
              </p14:nvContentPartPr>
              <p14:xfrm>
                <a:off x="5944018" y="2188936"/>
                <a:ext cx="227160" cy="211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1181835-DE65-898C-81CD-FB941DAE0FC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35378" y="2179936"/>
                  <a:ext cx="2448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AB6790-3A31-2A99-A98D-A983480282B7}"/>
                    </a:ext>
                  </a:extLst>
                </p14:cNvPr>
                <p14:cNvContentPartPr/>
                <p14:nvPr/>
              </p14:nvContentPartPr>
              <p14:xfrm>
                <a:off x="6014218" y="2194696"/>
                <a:ext cx="39240" cy="243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AB6790-3A31-2A99-A98D-A983480282B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05578" y="2185696"/>
                  <a:ext cx="56880" cy="26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90871CE-3C36-6F2F-8083-9A8B78731A71}"/>
                  </a:ext>
                </a:extLst>
              </p14:cNvPr>
              <p14:cNvContentPartPr/>
              <p14:nvPr/>
            </p14:nvContentPartPr>
            <p14:xfrm>
              <a:off x="2955298" y="2748016"/>
              <a:ext cx="3173400" cy="1180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90871CE-3C36-6F2F-8083-9A8B78731A7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946298" y="2739016"/>
                <a:ext cx="319104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3C8F867B-A1FF-A6C4-F7DA-DBCECCD506CA}"/>
              </a:ext>
            </a:extLst>
          </p:cNvPr>
          <p:cNvGrpSpPr/>
          <p:nvPr/>
        </p:nvGrpSpPr>
        <p:grpSpPr>
          <a:xfrm>
            <a:off x="2878978" y="3158056"/>
            <a:ext cx="970920" cy="857160"/>
            <a:chOff x="2878978" y="3158056"/>
            <a:chExt cx="970920" cy="85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79E4EF4-8143-6D9A-D606-7FED611002E0}"/>
                    </a:ext>
                  </a:extLst>
                </p14:cNvPr>
                <p14:cNvContentPartPr/>
                <p14:nvPr/>
              </p14:nvContentPartPr>
              <p14:xfrm>
                <a:off x="2878978" y="3158056"/>
                <a:ext cx="335880" cy="515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79E4EF4-8143-6D9A-D606-7FED611002E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69978" y="3149416"/>
                  <a:ext cx="35352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F71D3B5-AF55-F004-0BF2-90DED8B810D8}"/>
                    </a:ext>
                  </a:extLst>
                </p14:cNvPr>
                <p14:cNvContentPartPr/>
                <p14:nvPr/>
              </p14:nvContentPartPr>
              <p14:xfrm>
                <a:off x="3213778" y="3537496"/>
                <a:ext cx="236880" cy="363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F71D3B5-AF55-F004-0BF2-90DED8B810D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204778" y="3528496"/>
                  <a:ext cx="25452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0FF47A2-98CB-26A1-030B-CFD2CAC5C498}"/>
                    </a:ext>
                  </a:extLst>
                </p14:cNvPr>
                <p14:cNvContentPartPr/>
                <p14:nvPr/>
              </p14:nvContentPartPr>
              <p14:xfrm>
                <a:off x="3479098" y="3745216"/>
                <a:ext cx="88560" cy="270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0FF47A2-98CB-26A1-030B-CFD2CAC5C49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70458" y="3736576"/>
                  <a:ext cx="1062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4183043-7A2C-D7B4-AC06-74E829566506}"/>
                    </a:ext>
                  </a:extLst>
                </p14:cNvPr>
                <p14:cNvContentPartPr/>
                <p14:nvPr/>
              </p14:nvContentPartPr>
              <p14:xfrm>
                <a:off x="3643618" y="3548656"/>
                <a:ext cx="206280" cy="401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4183043-7A2C-D7B4-AC06-74E82956650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34618" y="3540016"/>
                  <a:ext cx="223920" cy="41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236A02C-172A-47EA-192A-15DDA6F326C2}"/>
              </a:ext>
            </a:extLst>
          </p:cNvPr>
          <p:cNvGrpSpPr/>
          <p:nvPr/>
        </p:nvGrpSpPr>
        <p:grpSpPr>
          <a:xfrm>
            <a:off x="4083538" y="3380176"/>
            <a:ext cx="134640" cy="94320"/>
            <a:chOff x="4083538" y="3380176"/>
            <a:chExt cx="134640" cy="9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11D8227-C83D-DBAB-D7E5-5060F2C47340}"/>
                    </a:ext>
                  </a:extLst>
                </p14:cNvPr>
                <p14:cNvContentPartPr/>
                <p14:nvPr/>
              </p14:nvContentPartPr>
              <p14:xfrm>
                <a:off x="4090018" y="3380176"/>
                <a:ext cx="126720" cy="3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11D8227-C83D-DBAB-D7E5-5060F2C4734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81018" y="3371176"/>
                  <a:ext cx="1443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F047B5A-46D8-5D9C-4C9E-52D8E64895D5}"/>
                    </a:ext>
                  </a:extLst>
                </p14:cNvPr>
                <p14:cNvContentPartPr/>
                <p14:nvPr/>
              </p14:nvContentPartPr>
              <p14:xfrm>
                <a:off x="4083538" y="3380176"/>
                <a:ext cx="134640" cy="94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F047B5A-46D8-5D9C-4C9E-52D8E64895D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74898" y="3371176"/>
                  <a:ext cx="15228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2A526CC-D7D5-C807-3B22-6B3E125D7F6E}"/>
              </a:ext>
            </a:extLst>
          </p:cNvPr>
          <p:cNvGrpSpPr/>
          <p:nvPr/>
        </p:nvGrpSpPr>
        <p:grpSpPr>
          <a:xfrm>
            <a:off x="4682938" y="3137176"/>
            <a:ext cx="560880" cy="711000"/>
            <a:chOff x="4682938" y="3137176"/>
            <a:chExt cx="560880" cy="71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144AA51-AD0F-D90A-96C5-0F6B23FCA8F2}"/>
                    </a:ext>
                  </a:extLst>
                </p14:cNvPr>
                <p14:cNvContentPartPr/>
                <p14:nvPr/>
              </p14:nvContentPartPr>
              <p14:xfrm>
                <a:off x="4787698" y="3154096"/>
                <a:ext cx="14400" cy="428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144AA51-AD0F-D90A-96C5-0F6B23FCA8F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78698" y="3145096"/>
                  <a:ext cx="3204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088B87F-2639-411C-CBE1-110E79385948}"/>
                    </a:ext>
                  </a:extLst>
                </p14:cNvPr>
                <p14:cNvContentPartPr/>
                <p14:nvPr/>
              </p14:nvContentPartPr>
              <p14:xfrm>
                <a:off x="4709578" y="3524896"/>
                <a:ext cx="160200" cy="67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088B87F-2639-411C-CBE1-110E7938594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00578" y="3515896"/>
                  <a:ext cx="1778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EF36AD5-E81A-FC17-D64F-A6FB54BA0326}"/>
                    </a:ext>
                  </a:extLst>
                </p14:cNvPr>
                <p14:cNvContentPartPr/>
                <p14:nvPr/>
              </p14:nvContentPartPr>
              <p14:xfrm>
                <a:off x="4682938" y="3137176"/>
                <a:ext cx="229680" cy="80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EF36AD5-E81A-FC17-D64F-A6FB54BA032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674298" y="3128176"/>
                  <a:ext cx="247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66CF342-553C-B1B0-063E-F21380AC5264}"/>
                    </a:ext>
                  </a:extLst>
                </p14:cNvPr>
                <p14:cNvContentPartPr/>
                <p14:nvPr/>
              </p14:nvContentPartPr>
              <p14:xfrm>
                <a:off x="4915498" y="3512296"/>
                <a:ext cx="125280" cy="264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66CF342-553C-B1B0-063E-F21380AC526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06858" y="3503296"/>
                  <a:ext cx="1429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6A407B7-BDF7-BCE9-DECB-664F71BB06C1}"/>
                    </a:ext>
                  </a:extLst>
                </p14:cNvPr>
                <p14:cNvContentPartPr/>
                <p14:nvPr/>
              </p14:nvContentPartPr>
              <p14:xfrm>
                <a:off x="5126458" y="3367576"/>
                <a:ext cx="117360" cy="480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6A407B7-BDF7-BCE9-DECB-664F71BB06C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17458" y="3358576"/>
                  <a:ext cx="135000" cy="49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3F21609-5ADB-04CB-C9BD-529891E1DC78}"/>
                  </a:ext>
                </a:extLst>
              </p14:cNvPr>
              <p14:cNvContentPartPr/>
              <p14:nvPr/>
            </p14:nvContentPartPr>
            <p14:xfrm>
              <a:off x="5505538" y="3467296"/>
              <a:ext cx="11160" cy="705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3F21609-5ADB-04CB-C9BD-529891E1DC7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496898" y="3458296"/>
                <a:ext cx="2880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C66F7D62-F77C-ADDB-B8B6-11B1A38EFC8A}"/>
              </a:ext>
            </a:extLst>
          </p:cNvPr>
          <p:cNvGrpSpPr/>
          <p:nvPr/>
        </p:nvGrpSpPr>
        <p:grpSpPr>
          <a:xfrm>
            <a:off x="5825578" y="3012256"/>
            <a:ext cx="652320" cy="680400"/>
            <a:chOff x="5825578" y="3012256"/>
            <a:chExt cx="652320" cy="68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BA704EA-707D-C72C-587D-F28E307DD1D0}"/>
                    </a:ext>
                  </a:extLst>
                </p14:cNvPr>
                <p14:cNvContentPartPr/>
                <p14:nvPr/>
              </p14:nvContentPartPr>
              <p14:xfrm>
                <a:off x="5848978" y="3012256"/>
                <a:ext cx="28440" cy="501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BA704EA-707D-C72C-587D-F28E307DD1D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39978" y="3003256"/>
                  <a:ext cx="4608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1AB95E6-E053-B318-97F9-8A5D7F994E92}"/>
                    </a:ext>
                  </a:extLst>
                </p14:cNvPr>
                <p14:cNvContentPartPr/>
                <p14:nvPr/>
              </p14:nvContentPartPr>
              <p14:xfrm>
                <a:off x="5825578" y="3072376"/>
                <a:ext cx="268200" cy="521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1AB95E6-E053-B318-97F9-8A5D7F994E9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16578" y="3063736"/>
                  <a:ext cx="28584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C53D588-9333-7EA2-C677-A3362A0F10A7}"/>
                    </a:ext>
                  </a:extLst>
                </p14:cNvPr>
                <p14:cNvContentPartPr/>
                <p14:nvPr/>
              </p14:nvContentPartPr>
              <p14:xfrm>
                <a:off x="6131218" y="3459736"/>
                <a:ext cx="72000" cy="232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C53D588-9333-7EA2-C677-A3362A0F10A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122578" y="3451096"/>
                  <a:ext cx="896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3FF4C32-D2E3-B065-C726-55B27AEECDA0}"/>
                    </a:ext>
                  </a:extLst>
                </p14:cNvPr>
                <p14:cNvContentPartPr/>
                <p14:nvPr/>
              </p14:nvContentPartPr>
              <p14:xfrm>
                <a:off x="6334258" y="3193336"/>
                <a:ext cx="143640" cy="479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3FF4C32-D2E3-B065-C726-55B27AEECDA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325618" y="3184336"/>
                  <a:ext cx="161280" cy="49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F8714AF6-BA20-FF3C-D543-E8758274894E}"/>
                  </a:ext>
                </a:extLst>
              </p14:cNvPr>
              <p14:cNvContentPartPr/>
              <p14:nvPr/>
            </p14:nvContentPartPr>
            <p14:xfrm>
              <a:off x="6723058" y="3794536"/>
              <a:ext cx="11160" cy="115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F8714AF6-BA20-FF3C-D543-E8758274894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714058" y="3785536"/>
                <a:ext cx="2880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CFEE624-C07E-6C42-6DC1-F876D1B6B1DE}"/>
              </a:ext>
            </a:extLst>
          </p:cNvPr>
          <p:cNvGrpSpPr/>
          <p:nvPr/>
        </p:nvGrpSpPr>
        <p:grpSpPr>
          <a:xfrm>
            <a:off x="5844298" y="766216"/>
            <a:ext cx="607320" cy="263160"/>
            <a:chOff x="5844298" y="766216"/>
            <a:chExt cx="60732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8F75667-FD32-B905-CCC4-3B87258522F8}"/>
                    </a:ext>
                  </a:extLst>
                </p14:cNvPr>
                <p14:cNvContentPartPr/>
                <p14:nvPr/>
              </p14:nvContentPartPr>
              <p14:xfrm>
                <a:off x="5844298" y="823816"/>
                <a:ext cx="549720" cy="138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8F75667-FD32-B905-CCC4-3B87258522F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35298" y="814816"/>
                  <a:ext cx="567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B904203-7C8D-15A9-5D65-F2F8667B22BF}"/>
                    </a:ext>
                  </a:extLst>
                </p14:cNvPr>
                <p14:cNvContentPartPr/>
                <p14:nvPr/>
              </p14:nvContentPartPr>
              <p14:xfrm>
                <a:off x="6306178" y="766216"/>
                <a:ext cx="145440" cy="263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B904203-7C8D-15A9-5D65-F2F8667B22B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97538" y="757216"/>
                  <a:ext cx="163080" cy="28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38E66DA-9297-5743-A2FD-DD1F76BF56AD}"/>
              </a:ext>
            </a:extLst>
          </p:cNvPr>
          <p:cNvGrpSpPr/>
          <p:nvPr/>
        </p:nvGrpSpPr>
        <p:grpSpPr>
          <a:xfrm>
            <a:off x="6754018" y="146656"/>
            <a:ext cx="2642760" cy="879480"/>
            <a:chOff x="6754018" y="146656"/>
            <a:chExt cx="2642760" cy="87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4FDB5D0-13C3-B2C6-8AF1-73628C65D2D2}"/>
                    </a:ext>
                  </a:extLst>
                </p14:cNvPr>
                <p14:cNvContentPartPr/>
                <p14:nvPr/>
              </p14:nvContentPartPr>
              <p14:xfrm>
                <a:off x="8052538" y="954496"/>
                <a:ext cx="360" cy="7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4FDB5D0-13C3-B2C6-8AF1-73628C65D2D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43898" y="945496"/>
                  <a:ext cx="18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1D8CF30-27F3-2ECF-50AD-39687A1B0079}"/>
                    </a:ext>
                  </a:extLst>
                </p14:cNvPr>
                <p14:cNvContentPartPr/>
                <p14:nvPr/>
              </p14:nvContentPartPr>
              <p14:xfrm>
                <a:off x="6852658" y="352576"/>
                <a:ext cx="53280" cy="583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1D8CF30-27F3-2ECF-50AD-39687A1B007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43658" y="343936"/>
                  <a:ext cx="7092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347B2F1-E0C7-2D9D-1059-B26D2F8182C9}"/>
                    </a:ext>
                  </a:extLst>
                </p14:cNvPr>
                <p14:cNvContentPartPr/>
                <p14:nvPr/>
              </p14:nvContentPartPr>
              <p14:xfrm>
                <a:off x="6766618" y="889696"/>
                <a:ext cx="120600" cy="76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347B2F1-E0C7-2D9D-1059-B26D2F8182C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57978" y="881056"/>
                  <a:ext cx="138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6390F35-7311-D053-23C0-ACEFC36709BA}"/>
                    </a:ext>
                  </a:extLst>
                </p14:cNvPr>
                <p14:cNvContentPartPr/>
                <p14:nvPr/>
              </p14:nvContentPartPr>
              <p14:xfrm>
                <a:off x="6754018" y="378496"/>
                <a:ext cx="147240" cy="50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6390F35-7311-D053-23C0-ACEFC36709B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745378" y="369496"/>
                  <a:ext cx="1648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589B2ED-1347-A3DF-382B-D5F6A89AF44C}"/>
                    </a:ext>
                  </a:extLst>
                </p14:cNvPr>
                <p14:cNvContentPartPr/>
                <p14:nvPr/>
              </p14:nvContentPartPr>
              <p14:xfrm>
                <a:off x="7013218" y="718336"/>
                <a:ext cx="82080" cy="249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589B2ED-1347-A3DF-382B-D5F6A89AF44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04578" y="709696"/>
                  <a:ext cx="997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B2ECF6C-D6B0-6A5E-921F-0CE25A6AEADF}"/>
                    </a:ext>
                  </a:extLst>
                </p14:cNvPr>
                <p14:cNvContentPartPr/>
                <p14:nvPr/>
              </p14:nvContentPartPr>
              <p14:xfrm>
                <a:off x="7142818" y="577936"/>
                <a:ext cx="151920" cy="448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B2ECF6C-D6B0-6A5E-921F-0CE25A6AEAD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33818" y="568936"/>
                  <a:ext cx="16956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CF45E0C-93E1-4317-13CE-4FCA9AB39CFC}"/>
                    </a:ext>
                  </a:extLst>
                </p14:cNvPr>
                <p14:cNvContentPartPr/>
                <p14:nvPr/>
              </p14:nvContentPartPr>
              <p14:xfrm>
                <a:off x="7510018" y="679096"/>
                <a:ext cx="93240" cy="15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CF45E0C-93E1-4317-13CE-4FCA9AB39CF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501378" y="670096"/>
                  <a:ext cx="110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5523DC5-B97F-6C81-526A-18F7F54AB6DD}"/>
                    </a:ext>
                  </a:extLst>
                </p14:cNvPr>
                <p14:cNvContentPartPr/>
                <p14:nvPr/>
              </p14:nvContentPartPr>
              <p14:xfrm>
                <a:off x="7454938" y="551296"/>
                <a:ext cx="161280" cy="32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5523DC5-B97F-6C81-526A-18F7F54AB6D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45938" y="542296"/>
                  <a:ext cx="178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8BF064E-A89A-FF73-62B8-70343DD87505}"/>
                    </a:ext>
                  </a:extLst>
                </p14:cNvPr>
                <p14:cNvContentPartPr/>
                <p14:nvPr/>
              </p14:nvContentPartPr>
              <p14:xfrm>
                <a:off x="7918618" y="298216"/>
                <a:ext cx="42120" cy="466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8BF064E-A89A-FF73-62B8-70343DD8750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909618" y="289216"/>
                  <a:ext cx="5976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281E97F-6BAB-9CE5-090F-D6DDCE7E78D3}"/>
                    </a:ext>
                  </a:extLst>
                </p14:cNvPr>
                <p14:cNvContentPartPr/>
                <p14:nvPr/>
              </p14:nvContentPartPr>
              <p14:xfrm>
                <a:off x="7826458" y="735256"/>
                <a:ext cx="181440" cy="31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281E97F-6BAB-9CE5-090F-D6DDCE7E78D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817458" y="726256"/>
                  <a:ext cx="1990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F0E323F-CC82-0479-D856-838DDB49C655}"/>
                    </a:ext>
                  </a:extLst>
                </p14:cNvPr>
                <p14:cNvContentPartPr/>
                <p14:nvPr/>
              </p14:nvContentPartPr>
              <p14:xfrm>
                <a:off x="7782538" y="258976"/>
                <a:ext cx="228240" cy="14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F0E323F-CC82-0479-D856-838DDB49C65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773898" y="250336"/>
                  <a:ext cx="245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162991A-BCA2-B72E-1874-EDA7701CA7E5}"/>
                    </a:ext>
                  </a:extLst>
                </p14:cNvPr>
                <p14:cNvContentPartPr/>
                <p14:nvPr/>
              </p14:nvContentPartPr>
              <p14:xfrm>
                <a:off x="8116618" y="513496"/>
                <a:ext cx="141480" cy="310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162991A-BCA2-B72E-1874-EDA7701CA7E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107978" y="504496"/>
                  <a:ext cx="1591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BEFDF74-CC6C-62F1-0D84-B515F13FF48A}"/>
                    </a:ext>
                  </a:extLst>
                </p14:cNvPr>
                <p14:cNvContentPartPr/>
                <p14:nvPr/>
              </p14:nvContentPartPr>
              <p14:xfrm>
                <a:off x="8344138" y="559216"/>
                <a:ext cx="177120" cy="308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BEFDF74-CC6C-62F1-0D84-B515F13FF48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335138" y="550216"/>
                  <a:ext cx="1947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CBAD21E-930E-D847-B128-6B96AFEAD121}"/>
                    </a:ext>
                  </a:extLst>
                </p14:cNvPr>
                <p14:cNvContentPartPr/>
                <p14:nvPr/>
              </p14:nvContentPartPr>
              <p14:xfrm>
                <a:off x="8635018" y="440416"/>
                <a:ext cx="154800" cy="18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CBAD21E-930E-D847-B128-6B96AFEAD12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626018" y="431416"/>
                  <a:ext cx="172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EE5DBDA-9BF1-A224-82AC-47C61B2880B2}"/>
                    </a:ext>
                  </a:extLst>
                </p14:cNvPr>
                <p14:cNvContentPartPr/>
                <p14:nvPr/>
              </p14:nvContentPartPr>
              <p14:xfrm>
                <a:off x="8961178" y="235216"/>
                <a:ext cx="8280" cy="384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EE5DBDA-9BF1-A224-82AC-47C61B2880B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952178" y="226216"/>
                  <a:ext cx="2592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03F3F7B-425E-DA90-2405-04F72BAD5B6D}"/>
                    </a:ext>
                  </a:extLst>
                </p14:cNvPr>
                <p14:cNvContentPartPr/>
                <p14:nvPr/>
              </p14:nvContentPartPr>
              <p14:xfrm>
                <a:off x="8895658" y="556696"/>
                <a:ext cx="145440" cy="76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03F3F7B-425E-DA90-2405-04F72BAD5B6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86658" y="548056"/>
                  <a:ext cx="163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F217316-F035-6E0F-9698-D31C04963BE9}"/>
                    </a:ext>
                  </a:extLst>
                </p14:cNvPr>
                <p14:cNvContentPartPr/>
                <p14:nvPr/>
              </p14:nvContentPartPr>
              <p14:xfrm>
                <a:off x="8870458" y="146656"/>
                <a:ext cx="159480" cy="59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217316-F035-6E0F-9698-D31C04963BE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61818" y="138016"/>
                  <a:ext cx="1771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ECDC3C6-0CF5-D6FD-E4E2-D54ED54A6884}"/>
                    </a:ext>
                  </a:extLst>
                </p14:cNvPr>
                <p14:cNvContentPartPr/>
                <p14:nvPr/>
              </p14:nvContentPartPr>
              <p14:xfrm>
                <a:off x="9132898" y="408016"/>
                <a:ext cx="19080" cy="307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ECDC3C6-0CF5-D6FD-E4E2-D54ED54A688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123898" y="399016"/>
                  <a:ext cx="367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6DF2BCF-2AD4-66AD-AE2B-6E4B453D3A3B}"/>
                    </a:ext>
                  </a:extLst>
                </p14:cNvPr>
                <p14:cNvContentPartPr/>
                <p14:nvPr/>
              </p14:nvContentPartPr>
              <p14:xfrm>
                <a:off x="9109498" y="426376"/>
                <a:ext cx="156600" cy="22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6DF2BCF-2AD4-66AD-AE2B-6E4B453D3A3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100498" y="417376"/>
                  <a:ext cx="174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8F8CB8F-BEEC-A30B-A585-AA3C5CEA4639}"/>
                    </a:ext>
                  </a:extLst>
                </p14:cNvPr>
                <p14:cNvContentPartPr/>
                <p14:nvPr/>
              </p14:nvContentPartPr>
              <p14:xfrm>
                <a:off x="9135778" y="531496"/>
                <a:ext cx="137880" cy="20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8F8CB8F-BEEC-A30B-A585-AA3C5CEA463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127138" y="522856"/>
                  <a:ext cx="155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C3A16D8-3C4F-8AB5-0D15-F04E846D0CF6}"/>
                    </a:ext>
                  </a:extLst>
                </p14:cNvPr>
                <p14:cNvContentPartPr/>
                <p14:nvPr/>
              </p14:nvContentPartPr>
              <p14:xfrm>
                <a:off x="9304258" y="430336"/>
                <a:ext cx="92520" cy="249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C3A16D8-3C4F-8AB5-0D15-F04E846D0CF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295618" y="421696"/>
                  <a:ext cx="11016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C4FBDC7A-73FB-7EFD-E48B-0E4A9AB665F0}"/>
              </a:ext>
            </a:extLst>
          </p:cNvPr>
          <p:cNvGrpSpPr/>
          <p:nvPr/>
        </p:nvGrpSpPr>
        <p:grpSpPr>
          <a:xfrm>
            <a:off x="6930058" y="1575136"/>
            <a:ext cx="1274400" cy="1032480"/>
            <a:chOff x="6930058" y="1575136"/>
            <a:chExt cx="1274400" cy="10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E850022-1A2B-EB98-273D-E8D92F571F75}"/>
                    </a:ext>
                  </a:extLst>
                </p14:cNvPr>
                <p14:cNvContentPartPr/>
                <p14:nvPr/>
              </p14:nvContentPartPr>
              <p14:xfrm>
                <a:off x="6961738" y="1854856"/>
                <a:ext cx="392040" cy="722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E850022-1A2B-EB98-273D-E8D92F571F7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943738" y="1836856"/>
                  <a:ext cx="427680" cy="75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03ED83B-A3AC-375B-979A-0E4968A39EA1}"/>
                    </a:ext>
                  </a:extLst>
                </p14:cNvPr>
                <p14:cNvContentPartPr/>
                <p14:nvPr/>
              </p14:nvContentPartPr>
              <p14:xfrm>
                <a:off x="6930058" y="2363176"/>
                <a:ext cx="252000" cy="244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03ED83B-A3AC-375B-979A-0E4968A39EA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912418" y="2345536"/>
                  <a:ext cx="2876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01EB849-0D8D-CBCD-6863-A6B415BF2438}"/>
                    </a:ext>
                  </a:extLst>
                </p14:cNvPr>
                <p14:cNvContentPartPr/>
                <p14:nvPr/>
              </p14:nvContentPartPr>
              <p14:xfrm>
                <a:off x="7473658" y="1575136"/>
                <a:ext cx="56160" cy="4474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01EB849-0D8D-CBCD-6863-A6B415BF243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55658" y="1557496"/>
                  <a:ext cx="9180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3AFF331-2065-183A-C60A-532F9A085BBE}"/>
                    </a:ext>
                  </a:extLst>
                </p14:cNvPr>
                <p14:cNvContentPartPr/>
                <p14:nvPr/>
              </p14:nvContentPartPr>
              <p14:xfrm>
                <a:off x="7539898" y="1766656"/>
                <a:ext cx="142920" cy="151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3AFF331-2065-183A-C60A-532F9A085BB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522258" y="1749016"/>
                  <a:ext cx="178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05F33DB-432F-6C07-9806-9D5BF07090CD}"/>
                    </a:ext>
                  </a:extLst>
                </p14:cNvPr>
                <p14:cNvContentPartPr/>
                <p14:nvPr/>
              </p14:nvContentPartPr>
              <p14:xfrm>
                <a:off x="7794778" y="1743616"/>
                <a:ext cx="196920" cy="245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05F33DB-432F-6C07-9806-9D5BF07090C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77138" y="1725976"/>
                  <a:ext cx="2325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7A815D3-BE89-138A-32E2-FE372B90EC96}"/>
                    </a:ext>
                  </a:extLst>
                </p14:cNvPr>
                <p14:cNvContentPartPr/>
                <p14:nvPr/>
              </p14:nvContentPartPr>
              <p14:xfrm>
                <a:off x="8032738" y="1713016"/>
                <a:ext cx="65520" cy="2224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7A815D3-BE89-138A-32E2-FE372B90EC9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15098" y="1695016"/>
                  <a:ext cx="1011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F6CBA92-4AA3-BB4E-B40D-25DEE1789258}"/>
                    </a:ext>
                  </a:extLst>
                </p14:cNvPr>
                <p14:cNvContentPartPr/>
                <p14:nvPr/>
              </p14:nvContentPartPr>
              <p14:xfrm>
                <a:off x="8035618" y="1713016"/>
                <a:ext cx="168840" cy="249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F6CBA92-4AA3-BB4E-B40D-25DEE178925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17618" y="1695016"/>
                  <a:ext cx="20448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37FAB3D-1AC9-CF82-6C7C-F544105A4B40}"/>
              </a:ext>
            </a:extLst>
          </p:cNvPr>
          <p:cNvGrpSpPr/>
          <p:nvPr/>
        </p:nvGrpSpPr>
        <p:grpSpPr>
          <a:xfrm>
            <a:off x="8403898" y="1389736"/>
            <a:ext cx="1289880" cy="491760"/>
            <a:chOff x="8403898" y="1389736"/>
            <a:chExt cx="1289880" cy="49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1F991B3-56A9-36FE-38CF-8221E1AC3030}"/>
                    </a:ext>
                  </a:extLst>
                </p14:cNvPr>
                <p14:cNvContentPartPr/>
                <p14:nvPr/>
              </p14:nvContentPartPr>
              <p14:xfrm>
                <a:off x="8474098" y="1490896"/>
                <a:ext cx="54720" cy="386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1F991B3-56A9-36FE-38CF-8221E1AC303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56458" y="1473256"/>
                  <a:ext cx="903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BF0EB21-C83E-B919-4B32-8E20A8589D1A}"/>
                    </a:ext>
                  </a:extLst>
                </p14:cNvPr>
                <p14:cNvContentPartPr/>
                <p14:nvPr/>
              </p14:nvContentPartPr>
              <p14:xfrm>
                <a:off x="8403898" y="1715536"/>
                <a:ext cx="164160" cy="36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BF0EB21-C83E-B919-4B32-8E20A8589D1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85898" y="1697896"/>
                  <a:ext cx="1998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E69483B-FEDD-09AD-F9ED-69E52CDCD69B}"/>
                    </a:ext>
                  </a:extLst>
                </p14:cNvPr>
                <p14:cNvContentPartPr/>
                <p14:nvPr/>
              </p14:nvContentPartPr>
              <p14:xfrm>
                <a:off x="8603338" y="1598896"/>
                <a:ext cx="159840" cy="246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E69483B-FEDD-09AD-F9ED-69E52CDCD69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585338" y="1580896"/>
                  <a:ext cx="1954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860057F-0349-A3DD-2FE6-5586D702626E}"/>
                    </a:ext>
                  </a:extLst>
                </p14:cNvPr>
                <p14:cNvContentPartPr/>
                <p14:nvPr/>
              </p14:nvContentPartPr>
              <p14:xfrm>
                <a:off x="8770738" y="1618336"/>
                <a:ext cx="164160" cy="243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860057F-0349-A3DD-2FE6-5586D702626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52738" y="1600336"/>
                  <a:ext cx="1998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37EBBB8-25B9-8049-D26C-881B2B6EC55C}"/>
                    </a:ext>
                  </a:extLst>
                </p14:cNvPr>
                <p14:cNvContentPartPr/>
                <p14:nvPr/>
              </p14:nvContentPartPr>
              <p14:xfrm>
                <a:off x="8960458" y="1394056"/>
                <a:ext cx="153720" cy="4554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37EBBB8-25B9-8049-D26C-881B2B6EC55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42818" y="1376056"/>
                  <a:ext cx="18936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8DC50CA-02C5-E32B-5E3E-3E21B47FBF5A}"/>
                    </a:ext>
                  </a:extLst>
                </p14:cNvPr>
                <p14:cNvContentPartPr/>
                <p14:nvPr/>
              </p14:nvContentPartPr>
              <p14:xfrm>
                <a:off x="9209578" y="1597096"/>
                <a:ext cx="171720" cy="230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8DC50CA-02C5-E32B-5E3E-3E21B47FBF5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191938" y="1579096"/>
                  <a:ext cx="2073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B5A723C-1D03-79DD-EDDE-1A962514C433}"/>
                    </a:ext>
                  </a:extLst>
                </p14:cNvPr>
                <p14:cNvContentPartPr/>
                <p14:nvPr/>
              </p14:nvContentPartPr>
              <p14:xfrm>
                <a:off x="9487138" y="1389736"/>
                <a:ext cx="206640" cy="4917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B5A723C-1D03-79DD-EDDE-1A962514C43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469138" y="1372096"/>
                  <a:ext cx="242280" cy="52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7DD63F4C-6CDC-946F-D126-DA580BCBAA7D}"/>
              </a:ext>
            </a:extLst>
          </p:cNvPr>
          <p:cNvGrpSpPr/>
          <p:nvPr/>
        </p:nvGrpSpPr>
        <p:grpSpPr>
          <a:xfrm>
            <a:off x="9990058" y="1497736"/>
            <a:ext cx="1234440" cy="331920"/>
            <a:chOff x="9990058" y="1497736"/>
            <a:chExt cx="123444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B2850E2-1500-0B57-3D05-96A8F6B0FB50}"/>
                    </a:ext>
                  </a:extLst>
                </p14:cNvPr>
                <p14:cNvContentPartPr/>
                <p14:nvPr/>
              </p14:nvContentPartPr>
              <p14:xfrm>
                <a:off x="9990058" y="1524016"/>
                <a:ext cx="93960" cy="283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B2850E2-1500-0B57-3D05-96A8F6B0FB5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972418" y="1506016"/>
                  <a:ext cx="1296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811B0AF-F24F-93EC-84DB-735FC0CB5B77}"/>
                    </a:ext>
                  </a:extLst>
                </p14:cNvPr>
                <p14:cNvContentPartPr/>
                <p14:nvPr/>
              </p14:nvContentPartPr>
              <p14:xfrm>
                <a:off x="10186258" y="1504576"/>
                <a:ext cx="167400" cy="283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811B0AF-F24F-93EC-84DB-735FC0CB5B7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168258" y="1486576"/>
                  <a:ext cx="2030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16E5A26-A35F-2F7E-297A-19EC65C36697}"/>
                    </a:ext>
                  </a:extLst>
                </p14:cNvPr>
                <p14:cNvContentPartPr/>
                <p14:nvPr/>
              </p14:nvContentPartPr>
              <p14:xfrm>
                <a:off x="10426738" y="1530136"/>
                <a:ext cx="154440" cy="2480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16E5A26-A35F-2F7E-297A-19EC65C3669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09098" y="1512136"/>
                  <a:ext cx="1900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4FF5C3F-2E6B-17BE-9A3A-B24295157F84}"/>
                    </a:ext>
                  </a:extLst>
                </p14:cNvPr>
                <p14:cNvContentPartPr/>
                <p14:nvPr/>
              </p14:nvContentPartPr>
              <p14:xfrm>
                <a:off x="10598458" y="1497736"/>
                <a:ext cx="217080" cy="291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4FF5C3F-2E6B-17BE-9A3A-B24295157F8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580818" y="1479736"/>
                  <a:ext cx="2527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8321297-4CA2-4C18-E775-626A60C086B6}"/>
                    </a:ext>
                  </a:extLst>
                </p14:cNvPr>
                <p14:cNvContentPartPr/>
                <p14:nvPr/>
              </p14:nvContentPartPr>
              <p14:xfrm>
                <a:off x="10848298" y="1540936"/>
                <a:ext cx="165600" cy="2678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8321297-4CA2-4C18-E775-626A60C086B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830298" y="1523296"/>
                  <a:ext cx="2012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1275BF1-27D2-3D70-C693-A6281D61D98C}"/>
                    </a:ext>
                  </a:extLst>
                </p14:cNvPr>
                <p14:cNvContentPartPr/>
                <p14:nvPr/>
              </p14:nvContentPartPr>
              <p14:xfrm>
                <a:off x="11034058" y="1530136"/>
                <a:ext cx="127800" cy="2192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1275BF1-27D2-3D70-C693-A6281D61D98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016418" y="1512136"/>
                  <a:ext cx="1634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C2FFA0F-FA4A-9FB2-E344-1C8DDA1AB795}"/>
                    </a:ext>
                  </a:extLst>
                </p14:cNvPr>
                <p14:cNvContentPartPr/>
                <p14:nvPr/>
              </p14:nvContentPartPr>
              <p14:xfrm>
                <a:off x="11152498" y="1562536"/>
                <a:ext cx="72000" cy="267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C2FFA0F-FA4A-9FB2-E344-1C8DDA1AB79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134498" y="1544896"/>
                  <a:ext cx="10764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3D3CD2C-D543-7197-98B5-CD786836F9C5}"/>
              </a:ext>
            </a:extLst>
          </p:cNvPr>
          <p:cNvGrpSpPr/>
          <p:nvPr/>
        </p:nvGrpSpPr>
        <p:grpSpPr>
          <a:xfrm>
            <a:off x="8449258" y="2054296"/>
            <a:ext cx="1476720" cy="900360"/>
            <a:chOff x="8449258" y="2054296"/>
            <a:chExt cx="1476720" cy="90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CD60F07-EBDF-8CB4-ACC6-4918950E2762}"/>
                    </a:ext>
                  </a:extLst>
                </p14:cNvPr>
                <p14:cNvContentPartPr/>
                <p14:nvPr/>
              </p14:nvContentPartPr>
              <p14:xfrm>
                <a:off x="8449258" y="2406376"/>
                <a:ext cx="214200" cy="548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CD60F07-EBDF-8CB4-ACC6-4918950E276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431258" y="2388376"/>
                  <a:ext cx="24984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374A28A-7BAD-AC00-F649-9ED97316BBD5}"/>
                    </a:ext>
                  </a:extLst>
                </p14:cNvPr>
                <p14:cNvContentPartPr/>
                <p14:nvPr/>
              </p14:nvContentPartPr>
              <p14:xfrm>
                <a:off x="8706298" y="2385856"/>
                <a:ext cx="191520" cy="254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374A28A-7BAD-AC00-F649-9ED97316BBD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688658" y="2367856"/>
                  <a:ext cx="2271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992EC07-5DE4-0E15-73D4-05B3472ADB11}"/>
                    </a:ext>
                  </a:extLst>
                </p14:cNvPr>
                <p14:cNvContentPartPr/>
                <p14:nvPr/>
              </p14:nvContentPartPr>
              <p14:xfrm>
                <a:off x="8990698" y="2362096"/>
                <a:ext cx="200880" cy="2473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992EC07-5DE4-0E15-73D4-05B3472ADB1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973058" y="2344096"/>
                  <a:ext cx="2365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3ECEEFB-9790-B2FB-4EB3-5D2A4F69671A}"/>
                    </a:ext>
                  </a:extLst>
                </p14:cNvPr>
                <p14:cNvContentPartPr/>
                <p14:nvPr/>
              </p14:nvContentPartPr>
              <p14:xfrm>
                <a:off x="9202738" y="2326456"/>
                <a:ext cx="173520" cy="2415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3ECEEFB-9790-B2FB-4EB3-5D2A4F69671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185098" y="2308816"/>
                  <a:ext cx="2091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719058E-663C-DFB3-D98D-A5A1CEBC0404}"/>
                    </a:ext>
                  </a:extLst>
                </p14:cNvPr>
                <p14:cNvContentPartPr/>
                <p14:nvPr/>
              </p14:nvContentPartPr>
              <p14:xfrm>
                <a:off x="9356098" y="2294416"/>
                <a:ext cx="117360" cy="254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719058E-663C-DFB3-D98D-A5A1CEBC040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338098" y="2276416"/>
                  <a:ext cx="1530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71DBA6B-E70E-FC40-1FA9-F32898A558FF}"/>
                    </a:ext>
                  </a:extLst>
                </p14:cNvPr>
                <p14:cNvContentPartPr/>
                <p14:nvPr/>
              </p14:nvContentPartPr>
              <p14:xfrm>
                <a:off x="9494698" y="2111896"/>
                <a:ext cx="69120" cy="371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71DBA6B-E70E-FC40-1FA9-F32898A558F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77058" y="2093896"/>
                  <a:ext cx="10476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7F2AC08-E17E-E4E7-D980-BD3F55C0E456}"/>
                    </a:ext>
                  </a:extLst>
                </p14:cNvPr>
                <p14:cNvContentPartPr/>
                <p14:nvPr/>
              </p14:nvContentPartPr>
              <p14:xfrm>
                <a:off x="9580738" y="2054296"/>
                <a:ext cx="345240" cy="497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7F2AC08-E17E-E4E7-D980-BD3F55C0E45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562738" y="2036296"/>
                  <a:ext cx="380880" cy="53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BC74176-BF9D-C1AD-80B2-3EEFEF8214E2}"/>
                  </a:ext>
                </a:extLst>
              </p14:cNvPr>
              <p14:cNvContentPartPr/>
              <p14:nvPr/>
            </p14:nvContentPartPr>
            <p14:xfrm>
              <a:off x="10239178" y="2618776"/>
              <a:ext cx="360" cy="61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BC74176-BF9D-C1AD-80B2-3EEFEF8214E2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0221538" y="2601136"/>
                <a:ext cx="3600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04F95DD-F411-1751-B5DF-CCC18BE6F371}"/>
              </a:ext>
            </a:extLst>
          </p:cNvPr>
          <p:cNvGrpSpPr/>
          <p:nvPr/>
        </p:nvGrpSpPr>
        <p:grpSpPr>
          <a:xfrm>
            <a:off x="2224858" y="4610656"/>
            <a:ext cx="786960" cy="851760"/>
            <a:chOff x="2224858" y="4610656"/>
            <a:chExt cx="786960" cy="85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37B6A61-7141-DCAB-F731-6B74C5666E31}"/>
                    </a:ext>
                  </a:extLst>
                </p14:cNvPr>
                <p14:cNvContentPartPr/>
                <p14:nvPr/>
              </p14:nvContentPartPr>
              <p14:xfrm>
                <a:off x="2321338" y="4671856"/>
                <a:ext cx="25920" cy="6116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37B6A61-7141-DCAB-F731-6B74C5666E3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312338" y="4663216"/>
                  <a:ext cx="4356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86BD7B1-D31A-F2A3-6BF4-A1A740EF6937}"/>
                    </a:ext>
                  </a:extLst>
                </p14:cNvPr>
                <p14:cNvContentPartPr/>
                <p14:nvPr/>
              </p14:nvContentPartPr>
              <p14:xfrm>
                <a:off x="2224858" y="4610656"/>
                <a:ext cx="332640" cy="696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86BD7B1-D31A-F2A3-6BF4-A1A740EF693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215858" y="4601656"/>
                  <a:ext cx="35028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6381639-CCE1-E8EB-003D-EABFA0A0332C}"/>
                    </a:ext>
                  </a:extLst>
                </p14:cNvPr>
                <p14:cNvContentPartPr/>
                <p14:nvPr/>
              </p14:nvContentPartPr>
              <p14:xfrm>
                <a:off x="2627698" y="5173696"/>
                <a:ext cx="114840" cy="2685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6381639-CCE1-E8EB-003D-EABFA0A0332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618698" y="5165056"/>
                  <a:ext cx="132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0FE9224-E772-C515-F094-9C1D0BFC82BA}"/>
                    </a:ext>
                  </a:extLst>
                </p14:cNvPr>
                <p14:cNvContentPartPr/>
                <p14:nvPr/>
              </p14:nvContentPartPr>
              <p14:xfrm>
                <a:off x="2811658" y="4908016"/>
                <a:ext cx="200160" cy="554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0FE9224-E772-C515-F094-9C1D0BFC82B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803018" y="4899376"/>
                  <a:ext cx="217800" cy="57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90D5FC7A-AEEF-DF9C-5DC4-B46B79C96971}"/>
                  </a:ext>
                </a:extLst>
              </p14:cNvPr>
              <p14:cNvContentPartPr/>
              <p14:nvPr/>
            </p14:nvContentPartPr>
            <p14:xfrm>
              <a:off x="3342298" y="5014936"/>
              <a:ext cx="189360" cy="187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90D5FC7A-AEEF-DF9C-5DC4-B46B79C96971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3333658" y="5006296"/>
                <a:ext cx="2070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2B7FFA86-A097-69B6-C728-BAA67C70D775}"/>
                  </a:ext>
                </a:extLst>
              </p14:cNvPr>
              <p14:cNvContentPartPr/>
              <p14:nvPr/>
            </p14:nvContentPartPr>
            <p14:xfrm>
              <a:off x="3350218" y="4868056"/>
              <a:ext cx="223200" cy="72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2B7FFA86-A097-69B6-C728-BAA67C70D775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341218" y="4859056"/>
                <a:ext cx="24084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CA2D08B3-3450-843C-B53D-46324A510479}"/>
              </a:ext>
            </a:extLst>
          </p:cNvPr>
          <p:cNvGrpSpPr/>
          <p:nvPr/>
        </p:nvGrpSpPr>
        <p:grpSpPr>
          <a:xfrm>
            <a:off x="4452178" y="4114216"/>
            <a:ext cx="1008360" cy="604800"/>
            <a:chOff x="4452178" y="4114216"/>
            <a:chExt cx="1008360" cy="60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991B436-50B0-8890-AE05-181D3AEE7818}"/>
                    </a:ext>
                  </a:extLst>
                </p14:cNvPr>
                <p14:cNvContentPartPr/>
                <p14:nvPr/>
              </p14:nvContentPartPr>
              <p14:xfrm>
                <a:off x="4452178" y="4184056"/>
                <a:ext cx="9720" cy="367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991B436-50B0-8890-AE05-181D3AEE781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443178" y="4175056"/>
                  <a:ext cx="27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5AE3B27-E99E-3B9B-2291-762234F386DC}"/>
                    </a:ext>
                  </a:extLst>
                </p14:cNvPr>
                <p14:cNvContentPartPr/>
                <p14:nvPr/>
              </p14:nvContentPartPr>
              <p14:xfrm>
                <a:off x="4464418" y="4114216"/>
                <a:ext cx="370080" cy="5032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5AE3B27-E99E-3B9B-2291-762234F386D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455778" y="4105216"/>
                  <a:ext cx="38772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FD009E3-D43C-0483-C6B8-8E3A8B86350D}"/>
                    </a:ext>
                  </a:extLst>
                </p14:cNvPr>
                <p14:cNvContentPartPr/>
                <p14:nvPr/>
              </p14:nvContentPartPr>
              <p14:xfrm>
                <a:off x="4848178" y="4382416"/>
                <a:ext cx="191160" cy="298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FD009E3-D43C-0483-C6B8-8E3A8B86350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839538" y="4373776"/>
                  <a:ext cx="2088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0384A9D-8B0F-3853-E1FA-33E7A2311C95}"/>
                    </a:ext>
                  </a:extLst>
                </p14:cNvPr>
                <p14:cNvContentPartPr/>
                <p14:nvPr/>
              </p14:nvContentPartPr>
              <p14:xfrm>
                <a:off x="5081098" y="4492576"/>
                <a:ext cx="128880" cy="2109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0384A9D-8B0F-3853-E1FA-33E7A2311C9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072098" y="4483936"/>
                  <a:ext cx="1465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95ADD9D-D386-82A5-BA8A-2FB661F2FB8F}"/>
                    </a:ext>
                  </a:extLst>
                </p14:cNvPr>
                <p14:cNvContentPartPr/>
                <p14:nvPr/>
              </p14:nvContentPartPr>
              <p14:xfrm>
                <a:off x="5235538" y="4240576"/>
                <a:ext cx="225000" cy="478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95ADD9D-D386-82A5-BA8A-2FB661F2FB8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226898" y="4231936"/>
                  <a:ext cx="242640" cy="49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446DE5F6-C17F-FE07-D45D-8CB1B2A05E81}"/>
                  </a:ext>
                </a:extLst>
              </p14:cNvPr>
              <p14:cNvContentPartPr/>
              <p14:nvPr/>
            </p14:nvContentPartPr>
            <p14:xfrm>
              <a:off x="4533178" y="4887136"/>
              <a:ext cx="1008720" cy="4392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446DE5F6-C17F-FE07-D45D-8CB1B2A05E81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4524538" y="4878496"/>
                <a:ext cx="102636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ACB7DCE4-0079-7BC2-43E8-B04EBC698B59}"/>
              </a:ext>
            </a:extLst>
          </p:cNvPr>
          <p:cNvGrpSpPr/>
          <p:nvPr/>
        </p:nvGrpSpPr>
        <p:grpSpPr>
          <a:xfrm>
            <a:off x="4715698" y="5211856"/>
            <a:ext cx="603360" cy="535320"/>
            <a:chOff x="4715698" y="5211856"/>
            <a:chExt cx="603360" cy="53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7E19E20-A251-1D17-4BCD-3A29683E4D9F}"/>
                    </a:ext>
                  </a:extLst>
                </p14:cNvPr>
                <p14:cNvContentPartPr/>
                <p14:nvPr/>
              </p14:nvContentPartPr>
              <p14:xfrm>
                <a:off x="4834138" y="5227336"/>
                <a:ext cx="24120" cy="405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7E19E20-A251-1D17-4BCD-3A29683E4D9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825498" y="5218336"/>
                  <a:ext cx="4176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D582ED3-0995-A6FB-9E8F-D2A2AF58D4DB}"/>
                    </a:ext>
                  </a:extLst>
                </p14:cNvPr>
                <p14:cNvContentPartPr/>
                <p14:nvPr/>
              </p14:nvContentPartPr>
              <p14:xfrm>
                <a:off x="4771858" y="5543416"/>
                <a:ext cx="153360" cy="777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D582ED3-0995-A6FB-9E8F-D2A2AF58D4D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63218" y="5534416"/>
                  <a:ext cx="171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619B200-648B-9E48-FEA4-D1055592D0D4}"/>
                    </a:ext>
                  </a:extLst>
                </p14:cNvPr>
                <p14:cNvContentPartPr/>
                <p14:nvPr/>
              </p14:nvContentPartPr>
              <p14:xfrm>
                <a:off x="4715698" y="5211856"/>
                <a:ext cx="195480" cy="342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619B200-648B-9E48-FEA4-D1055592D0D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707058" y="5202856"/>
                  <a:ext cx="2131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80911AF-925A-AA07-D3FC-2369AFBF78C5}"/>
                    </a:ext>
                  </a:extLst>
                </p14:cNvPr>
                <p14:cNvContentPartPr/>
                <p14:nvPr/>
              </p14:nvContentPartPr>
              <p14:xfrm>
                <a:off x="4936018" y="5471776"/>
                <a:ext cx="159480" cy="245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80911AF-925A-AA07-D3FC-2369AFBF78C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927018" y="5462776"/>
                  <a:ext cx="1771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C70A473-5C14-F741-9B86-96FA67BA6818}"/>
                    </a:ext>
                  </a:extLst>
                </p14:cNvPr>
                <p14:cNvContentPartPr/>
                <p14:nvPr/>
              </p14:nvContentPartPr>
              <p14:xfrm>
                <a:off x="5117098" y="5286376"/>
                <a:ext cx="201960" cy="4608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C70A473-5C14-F741-9B86-96FA67BA681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108098" y="5277376"/>
                  <a:ext cx="219600" cy="47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B95AE812-168F-1E02-D4A9-BF9A5C5307F6}"/>
              </a:ext>
            </a:extLst>
          </p:cNvPr>
          <p:cNvGrpSpPr/>
          <p:nvPr/>
        </p:nvGrpSpPr>
        <p:grpSpPr>
          <a:xfrm>
            <a:off x="5900458" y="4926736"/>
            <a:ext cx="133200" cy="136800"/>
            <a:chOff x="5900458" y="4926736"/>
            <a:chExt cx="133200" cy="1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034D381-6635-2219-F0B7-559C9EA23A2B}"/>
                    </a:ext>
                  </a:extLst>
                </p14:cNvPr>
                <p14:cNvContentPartPr/>
                <p14:nvPr/>
              </p14:nvContentPartPr>
              <p14:xfrm>
                <a:off x="5923858" y="5041936"/>
                <a:ext cx="108000" cy="21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034D381-6635-2219-F0B7-559C9EA23A2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914858" y="5032936"/>
                  <a:ext cx="125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19C085B-4BAA-634C-3726-E83DC95F9A53}"/>
                    </a:ext>
                  </a:extLst>
                </p14:cNvPr>
                <p14:cNvContentPartPr/>
                <p14:nvPr/>
              </p14:nvContentPartPr>
              <p14:xfrm>
                <a:off x="5900458" y="4926736"/>
                <a:ext cx="133200" cy="1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19C085B-4BAA-634C-3726-E83DC95F9A5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891458" y="4917736"/>
                  <a:ext cx="15084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4EA54897-4EF7-8CCA-7606-EE08F222A839}"/>
              </a:ext>
            </a:extLst>
          </p:cNvPr>
          <p:cNvGrpSpPr/>
          <p:nvPr/>
        </p:nvGrpSpPr>
        <p:grpSpPr>
          <a:xfrm>
            <a:off x="6552778" y="4194496"/>
            <a:ext cx="629280" cy="522000"/>
            <a:chOff x="6552778" y="4194496"/>
            <a:chExt cx="629280" cy="52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C037184-EE73-E07A-2214-69AD398706C1}"/>
                    </a:ext>
                  </a:extLst>
                </p14:cNvPr>
                <p14:cNvContentPartPr/>
                <p14:nvPr/>
              </p14:nvContentPartPr>
              <p14:xfrm>
                <a:off x="6552778" y="4194496"/>
                <a:ext cx="311400" cy="432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C037184-EE73-E07A-2214-69AD398706C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544138" y="4185496"/>
                  <a:ext cx="32904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EF085CD-C5AA-430D-E838-D2AA69768EC3}"/>
                    </a:ext>
                  </a:extLst>
                </p14:cNvPr>
                <p14:cNvContentPartPr/>
                <p14:nvPr/>
              </p14:nvContentPartPr>
              <p14:xfrm>
                <a:off x="6883618" y="4487536"/>
                <a:ext cx="298440" cy="228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EF085CD-C5AA-430D-E838-D2AA69768EC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874978" y="4478536"/>
                  <a:ext cx="31608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259130F3-FC31-C998-2A66-7455E1595C3E}"/>
                  </a:ext>
                </a:extLst>
              </p14:cNvPr>
              <p14:cNvContentPartPr/>
              <p14:nvPr/>
            </p14:nvContentPartPr>
            <p14:xfrm>
              <a:off x="6549538" y="4869136"/>
              <a:ext cx="804240" cy="4932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259130F3-FC31-C998-2A66-7455E1595C3E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6540898" y="4860496"/>
                <a:ext cx="82188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8029E80-F531-4877-2747-76B140D2B792}"/>
              </a:ext>
            </a:extLst>
          </p:cNvPr>
          <p:cNvGrpSpPr/>
          <p:nvPr/>
        </p:nvGrpSpPr>
        <p:grpSpPr>
          <a:xfrm>
            <a:off x="6505978" y="5118976"/>
            <a:ext cx="644760" cy="572040"/>
            <a:chOff x="6505978" y="5118976"/>
            <a:chExt cx="644760" cy="57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A0F1DDB-3855-CE03-7340-B07BAEFEA76D}"/>
                    </a:ext>
                  </a:extLst>
                </p14:cNvPr>
                <p14:cNvContentPartPr/>
                <p14:nvPr/>
              </p14:nvContentPartPr>
              <p14:xfrm>
                <a:off x="6604258" y="5122216"/>
                <a:ext cx="22320" cy="516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A0F1DDB-3855-CE03-7340-B07BAEFEA76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595618" y="5113216"/>
                  <a:ext cx="3996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FC9B9F2-F19B-3F1D-63D5-EE27B9CA61EC}"/>
                    </a:ext>
                  </a:extLst>
                </p14:cNvPr>
                <p14:cNvContentPartPr/>
                <p14:nvPr/>
              </p14:nvContentPartPr>
              <p14:xfrm>
                <a:off x="6527938" y="5567176"/>
                <a:ext cx="200160" cy="37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FC9B9F2-F19B-3F1D-63D5-EE27B9CA61E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518938" y="5558176"/>
                  <a:ext cx="217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D8FF8DB-5261-5324-F906-EAFE019BF4A8}"/>
                    </a:ext>
                  </a:extLst>
                </p14:cNvPr>
                <p14:cNvContentPartPr/>
                <p14:nvPr/>
              </p14:nvContentPartPr>
              <p14:xfrm>
                <a:off x="6505978" y="5118976"/>
                <a:ext cx="273600" cy="31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D8FF8DB-5261-5324-F906-EAFE019BF4A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497338" y="5110336"/>
                  <a:ext cx="291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6F19B34-D016-C55D-3D8E-950C3D2812A9}"/>
                    </a:ext>
                  </a:extLst>
                </p14:cNvPr>
                <p14:cNvContentPartPr/>
                <p14:nvPr/>
              </p14:nvContentPartPr>
              <p14:xfrm>
                <a:off x="6774538" y="5415256"/>
                <a:ext cx="121680" cy="275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6F19B34-D016-C55D-3D8E-950C3D2812A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765538" y="5406616"/>
                  <a:ext cx="1393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649BE59-A369-0EB4-D01C-768E8178A50D}"/>
                    </a:ext>
                  </a:extLst>
                </p14:cNvPr>
                <p14:cNvContentPartPr/>
                <p14:nvPr/>
              </p14:nvContentPartPr>
              <p14:xfrm>
                <a:off x="6927178" y="5199616"/>
                <a:ext cx="223560" cy="471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649BE59-A369-0EB4-D01C-768E8178A50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918538" y="5190616"/>
                  <a:ext cx="241200" cy="48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07C36135-5C26-BE50-3C7F-FF6B68C12237}"/>
              </a:ext>
            </a:extLst>
          </p:cNvPr>
          <p:cNvGrpSpPr/>
          <p:nvPr/>
        </p:nvGrpSpPr>
        <p:grpSpPr>
          <a:xfrm>
            <a:off x="7629898" y="4830976"/>
            <a:ext cx="156600" cy="166320"/>
            <a:chOff x="7629898" y="4830976"/>
            <a:chExt cx="15660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A5EE8C0-7A3F-4549-DDB1-843BE3703778}"/>
                    </a:ext>
                  </a:extLst>
                </p14:cNvPr>
                <p14:cNvContentPartPr/>
                <p14:nvPr/>
              </p14:nvContentPartPr>
              <p14:xfrm>
                <a:off x="7657978" y="4953376"/>
                <a:ext cx="97200" cy="43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A5EE8C0-7A3F-4549-DDB1-843BE370377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648978" y="4944376"/>
                  <a:ext cx="1148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3444D88-175A-85DB-B5E5-694434AA129D}"/>
                    </a:ext>
                  </a:extLst>
                </p14:cNvPr>
                <p14:cNvContentPartPr/>
                <p14:nvPr/>
              </p14:nvContentPartPr>
              <p14:xfrm>
                <a:off x="7629898" y="4830976"/>
                <a:ext cx="156600" cy="396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3444D88-175A-85DB-B5E5-694434AA129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620898" y="4822336"/>
                  <a:ext cx="17424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4FA703F2-776D-696B-5030-E4F8CD3B5A77}"/>
              </a:ext>
            </a:extLst>
          </p:cNvPr>
          <p:cNvGrpSpPr/>
          <p:nvPr/>
        </p:nvGrpSpPr>
        <p:grpSpPr>
          <a:xfrm>
            <a:off x="8249458" y="4113496"/>
            <a:ext cx="2681640" cy="1608480"/>
            <a:chOff x="8249458" y="4113496"/>
            <a:chExt cx="2681640" cy="160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5648898-1AF3-C321-3FDF-80841E604AE0}"/>
                    </a:ext>
                  </a:extLst>
                </p14:cNvPr>
                <p14:cNvContentPartPr/>
                <p14:nvPr/>
              </p14:nvContentPartPr>
              <p14:xfrm>
                <a:off x="8353858" y="4148056"/>
                <a:ext cx="71640" cy="447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5648898-1AF3-C321-3FDF-80841E604AE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345218" y="4139056"/>
                  <a:ext cx="8928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6B3B563-22B9-56D0-A3EC-CAC8EFEB3977}"/>
                    </a:ext>
                  </a:extLst>
                </p14:cNvPr>
                <p14:cNvContentPartPr/>
                <p14:nvPr/>
              </p14:nvContentPartPr>
              <p14:xfrm>
                <a:off x="8305618" y="4587976"/>
                <a:ext cx="195480" cy="57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6B3B563-22B9-56D0-A3EC-CAC8EFEB397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296618" y="4579336"/>
                  <a:ext cx="2131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798F32D-9A18-CF6C-8E08-56090CF26AA6}"/>
                    </a:ext>
                  </a:extLst>
                </p14:cNvPr>
                <p14:cNvContentPartPr/>
                <p14:nvPr/>
              </p14:nvContentPartPr>
              <p14:xfrm>
                <a:off x="8249458" y="4171096"/>
                <a:ext cx="273600" cy="943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798F32D-9A18-CF6C-8E08-56090CF26AA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240458" y="4162096"/>
                  <a:ext cx="291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FDDCFC9-1589-3F21-BD34-08EDB804F1C7}"/>
                    </a:ext>
                  </a:extLst>
                </p14:cNvPr>
                <p14:cNvContentPartPr/>
                <p14:nvPr/>
              </p14:nvContentPartPr>
              <p14:xfrm>
                <a:off x="8645458" y="4489696"/>
                <a:ext cx="17640" cy="2786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FDDCFC9-1589-3F21-BD34-08EDB804F1C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636818" y="4481056"/>
                  <a:ext cx="352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3A95AE9-A312-960B-F721-DD42D5C9E2D4}"/>
                    </a:ext>
                  </a:extLst>
                </p14:cNvPr>
                <p14:cNvContentPartPr/>
                <p14:nvPr/>
              </p14:nvContentPartPr>
              <p14:xfrm>
                <a:off x="8623858" y="4458376"/>
                <a:ext cx="195480" cy="138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3A95AE9-A312-960B-F721-DD42D5C9E2D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615218" y="4449376"/>
                  <a:ext cx="2131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03557FE-AD11-3975-E8F4-B24E0403B4BA}"/>
                    </a:ext>
                  </a:extLst>
                </p14:cNvPr>
                <p14:cNvContentPartPr/>
                <p14:nvPr/>
              </p14:nvContentPartPr>
              <p14:xfrm>
                <a:off x="8885218" y="4469896"/>
                <a:ext cx="129960" cy="3070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03557FE-AD11-3975-E8F4-B24E0403B4B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876218" y="4461256"/>
                  <a:ext cx="1476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D0DA09D-8A51-733F-42F7-830346C229A2}"/>
                    </a:ext>
                  </a:extLst>
                </p14:cNvPr>
                <p14:cNvContentPartPr/>
                <p14:nvPr/>
              </p14:nvContentPartPr>
              <p14:xfrm>
                <a:off x="9277978" y="4561336"/>
                <a:ext cx="9720" cy="241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D0DA09D-8A51-733F-42F7-830346C229A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268978" y="4552696"/>
                  <a:ext cx="27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FA4A133-B2B6-55EF-C4F0-36A8B2356812}"/>
                    </a:ext>
                  </a:extLst>
                </p14:cNvPr>
                <p14:cNvContentPartPr/>
                <p14:nvPr/>
              </p14:nvContentPartPr>
              <p14:xfrm>
                <a:off x="9616738" y="4113496"/>
                <a:ext cx="248400" cy="475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FA4A133-B2B6-55EF-C4F0-36A8B235681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607738" y="4104496"/>
                  <a:ext cx="26604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40DA25C-2021-C90F-4631-B2DF38A69CF9}"/>
                    </a:ext>
                  </a:extLst>
                </p14:cNvPr>
                <p14:cNvContentPartPr/>
                <p14:nvPr/>
              </p14:nvContentPartPr>
              <p14:xfrm>
                <a:off x="9967738" y="4375936"/>
                <a:ext cx="347040" cy="2329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40DA25C-2021-C90F-4631-B2DF38A69CF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958738" y="4367296"/>
                  <a:ext cx="364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CD584FD-A4EC-8084-8C1E-2C4C3350B1A7}"/>
                    </a:ext>
                  </a:extLst>
                </p14:cNvPr>
                <p14:cNvContentPartPr/>
                <p14:nvPr/>
              </p14:nvContentPartPr>
              <p14:xfrm>
                <a:off x="8255578" y="4865896"/>
                <a:ext cx="2297880" cy="60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CD584FD-A4EC-8084-8C1E-2C4C3350B1A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246938" y="4856896"/>
                  <a:ext cx="23155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E792745-70E2-B5CE-8361-062E0B790103}"/>
                    </a:ext>
                  </a:extLst>
                </p14:cNvPr>
                <p14:cNvContentPartPr/>
                <p14:nvPr/>
              </p14:nvContentPartPr>
              <p14:xfrm>
                <a:off x="8713858" y="4986136"/>
                <a:ext cx="35280" cy="4968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E792745-70E2-B5CE-8361-062E0B79010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705218" y="4977496"/>
                  <a:ext cx="5292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431215A-3849-ED26-F0CB-444BA0A21BF5}"/>
                    </a:ext>
                  </a:extLst>
                </p14:cNvPr>
                <p14:cNvContentPartPr/>
                <p14:nvPr/>
              </p14:nvContentPartPr>
              <p14:xfrm>
                <a:off x="8613058" y="5405536"/>
                <a:ext cx="184680" cy="777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431215A-3849-ED26-F0CB-444BA0A21BF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604058" y="5396896"/>
                  <a:ext cx="202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187D8E8-7DA2-2731-B6C4-DE8C2DD1440F}"/>
                    </a:ext>
                  </a:extLst>
                </p14:cNvPr>
                <p14:cNvContentPartPr/>
                <p14:nvPr/>
              </p14:nvContentPartPr>
              <p14:xfrm>
                <a:off x="8594338" y="4984336"/>
                <a:ext cx="182880" cy="284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187D8E8-7DA2-2731-B6C4-DE8C2DD1440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585338" y="4975336"/>
                  <a:ext cx="200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6451AD1-B052-D74B-0EED-2D92B56309C8}"/>
                    </a:ext>
                  </a:extLst>
                </p14:cNvPr>
                <p14:cNvContentPartPr/>
                <p14:nvPr/>
              </p14:nvContentPartPr>
              <p14:xfrm>
                <a:off x="8853178" y="5341816"/>
                <a:ext cx="219240" cy="339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6451AD1-B052-D74B-0EED-2D92B56309C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844538" y="5332816"/>
                  <a:ext cx="2368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8CCFB3C-207C-69B1-D11E-A543B5573315}"/>
                    </a:ext>
                  </a:extLst>
                </p14:cNvPr>
                <p14:cNvContentPartPr/>
                <p14:nvPr/>
              </p14:nvContentPartPr>
              <p14:xfrm>
                <a:off x="9149098" y="5399776"/>
                <a:ext cx="218160" cy="2556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8CCFB3C-207C-69B1-D11E-A543B557331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140098" y="5390776"/>
                  <a:ext cx="2358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8D4EC9A-F04F-AB3A-6349-FD8A0895A271}"/>
                    </a:ext>
                  </a:extLst>
                </p14:cNvPr>
                <p14:cNvContentPartPr/>
                <p14:nvPr/>
              </p14:nvContentPartPr>
              <p14:xfrm>
                <a:off x="9577498" y="5294656"/>
                <a:ext cx="242280" cy="28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8D4EC9A-F04F-AB3A-6349-FD8A0895A27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568858" y="5285656"/>
                  <a:ext cx="259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B0F5134-479C-751B-CB7C-F35126BDA8E1}"/>
                    </a:ext>
                  </a:extLst>
                </p14:cNvPr>
                <p14:cNvContentPartPr/>
                <p14:nvPr/>
              </p14:nvContentPartPr>
              <p14:xfrm>
                <a:off x="10075018" y="5076136"/>
                <a:ext cx="33480" cy="4464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B0F5134-479C-751B-CB7C-F35126BDA8E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066018" y="5067136"/>
                  <a:ext cx="511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8234306-F20A-7121-6349-35B0C6AB1F82}"/>
                    </a:ext>
                  </a:extLst>
                </p14:cNvPr>
                <p14:cNvContentPartPr/>
                <p14:nvPr/>
              </p14:nvContentPartPr>
              <p14:xfrm>
                <a:off x="9987898" y="5460256"/>
                <a:ext cx="181440" cy="763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8234306-F20A-7121-6349-35B0C6AB1F8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979258" y="5451616"/>
                  <a:ext cx="199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1B9CD12-65B2-B93C-DE59-4794AB080619}"/>
                    </a:ext>
                  </a:extLst>
                </p14:cNvPr>
                <p14:cNvContentPartPr/>
                <p14:nvPr/>
              </p14:nvContentPartPr>
              <p14:xfrm>
                <a:off x="9967738" y="5048776"/>
                <a:ext cx="242280" cy="496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1B9CD12-65B2-B93C-DE59-4794AB08061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959098" y="5040136"/>
                  <a:ext cx="2599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CC1F8CF-1B3D-7671-4A80-5E0E63B99589}"/>
                    </a:ext>
                  </a:extLst>
                </p14:cNvPr>
                <p14:cNvContentPartPr/>
                <p14:nvPr/>
              </p14:nvContentPartPr>
              <p14:xfrm>
                <a:off x="10326658" y="5342536"/>
                <a:ext cx="34560" cy="306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CC1F8CF-1B3D-7671-4A80-5E0E63B9958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318018" y="5333536"/>
                  <a:ext cx="522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F5C094D-0D74-C7DD-B4A5-477E93829795}"/>
                    </a:ext>
                  </a:extLst>
                </p14:cNvPr>
                <p14:cNvContentPartPr/>
                <p14:nvPr/>
              </p14:nvContentPartPr>
              <p14:xfrm>
                <a:off x="10298578" y="5324176"/>
                <a:ext cx="206280" cy="270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F5C094D-0D74-C7DD-B4A5-477E9382979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289938" y="5315176"/>
                  <a:ext cx="223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6FA0CC5-0F6E-DD17-F218-D6DCAA6D8CFF}"/>
                    </a:ext>
                  </a:extLst>
                </p14:cNvPr>
                <p14:cNvContentPartPr/>
                <p14:nvPr/>
              </p14:nvContentPartPr>
              <p14:xfrm>
                <a:off x="10329898" y="5414176"/>
                <a:ext cx="170640" cy="216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6FA0CC5-0F6E-DD17-F218-D6DCAA6D8CF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320898" y="5405176"/>
                  <a:ext cx="188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8066498-DAA6-878F-6D13-16A2FC27E0EF}"/>
                    </a:ext>
                  </a:extLst>
                </p14:cNvPr>
                <p14:cNvContentPartPr/>
                <p14:nvPr/>
              </p14:nvContentPartPr>
              <p14:xfrm>
                <a:off x="10513498" y="5331016"/>
                <a:ext cx="172440" cy="317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8066498-DAA6-878F-6D13-16A2FC27E0E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504858" y="5322376"/>
                  <a:ext cx="1900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4C4B870-C0B1-CAFC-A405-2A24B3930DE9}"/>
                    </a:ext>
                  </a:extLst>
                </p14:cNvPr>
                <p14:cNvContentPartPr/>
                <p14:nvPr/>
              </p14:nvContentPartPr>
              <p14:xfrm>
                <a:off x="10915258" y="5715856"/>
                <a:ext cx="15840" cy="6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4C4B870-C0B1-CAFC-A405-2A24B3930DE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906258" y="5707216"/>
                  <a:ext cx="3348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3E142143-D3D1-4210-0C79-653FD15F0199}"/>
              </a:ext>
            </a:extLst>
          </p:cNvPr>
          <p:cNvGrpSpPr/>
          <p:nvPr/>
        </p:nvGrpSpPr>
        <p:grpSpPr>
          <a:xfrm>
            <a:off x="5166418" y="6067216"/>
            <a:ext cx="787320" cy="636840"/>
            <a:chOff x="5166418" y="6067216"/>
            <a:chExt cx="787320" cy="63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7EC5A53-62E6-9763-726D-1C090A008D79}"/>
                    </a:ext>
                  </a:extLst>
                </p14:cNvPr>
                <p14:cNvContentPartPr/>
                <p14:nvPr/>
              </p14:nvContentPartPr>
              <p14:xfrm>
                <a:off x="5166418" y="6067216"/>
                <a:ext cx="353880" cy="505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7EC5A53-62E6-9763-726D-1C090A008D7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157418" y="6058216"/>
                  <a:ext cx="37152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AC84865-FF93-DA54-EB55-2F6119D6FF15}"/>
                    </a:ext>
                  </a:extLst>
                </p14:cNvPr>
                <p14:cNvContentPartPr/>
                <p14:nvPr/>
              </p14:nvContentPartPr>
              <p14:xfrm>
                <a:off x="5553418" y="6428296"/>
                <a:ext cx="141120" cy="2476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AC84865-FF93-DA54-EB55-2F6119D6FF1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544418" y="6419296"/>
                  <a:ext cx="158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3464804-A2B0-AC2E-F4D6-08E81078AE84}"/>
                    </a:ext>
                  </a:extLst>
                </p14:cNvPr>
                <p14:cNvContentPartPr/>
                <p14:nvPr/>
              </p14:nvContentPartPr>
              <p14:xfrm>
                <a:off x="5751778" y="6252256"/>
                <a:ext cx="201960" cy="4518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3464804-A2B0-AC2E-F4D6-08E81078AE8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743138" y="6243256"/>
                  <a:ext cx="219600" cy="46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5881CA6E-364A-F9CC-A48A-F93DF5FE5F0D}"/>
              </a:ext>
            </a:extLst>
          </p:cNvPr>
          <p:cNvGrpSpPr/>
          <p:nvPr/>
        </p:nvGrpSpPr>
        <p:grpSpPr>
          <a:xfrm>
            <a:off x="6226618" y="6305896"/>
            <a:ext cx="151920" cy="102960"/>
            <a:chOff x="6226618" y="6305896"/>
            <a:chExt cx="151920" cy="10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3724E3A-493A-B04F-BC9C-DABD4FB189EA}"/>
                    </a:ext>
                  </a:extLst>
                </p14:cNvPr>
                <p14:cNvContentPartPr/>
                <p14:nvPr/>
              </p14:nvContentPartPr>
              <p14:xfrm>
                <a:off x="6273058" y="6394456"/>
                <a:ext cx="105120" cy="144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3724E3A-493A-B04F-BC9C-DABD4FB189E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264418" y="6385456"/>
                  <a:ext cx="1227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9FA9930-76A1-26AD-7BB3-2FFB8008DFCD}"/>
                    </a:ext>
                  </a:extLst>
                </p14:cNvPr>
                <p14:cNvContentPartPr/>
                <p14:nvPr/>
              </p14:nvContentPartPr>
              <p14:xfrm>
                <a:off x="6226618" y="6305896"/>
                <a:ext cx="151920" cy="889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9FA9930-76A1-26AD-7BB3-2FFB8008DFC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217978" y="6297256"/>
                  <a:ext cx="16956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8445419-AE47-329B-61F1-B870B56D8853}"/>
              </a:ext>
            </a:extLst>
          </p:cNvPr>
          <p:cNvGrpSpPr/>
          <p:nvPr/>
        </p:nvGrpSpPr>
        <p:grpSpPr>
          <a:xfrm>
            <a:off x="6758698" y="6047416"/>
            <a:ext cx="651240" cy="614880"/>
            <a:chOff x="6758698" y="6047416"/>
            <a:chExt cx="651240" cy="61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5BB841C-037D-50DF-C40C-F6AE6D3C3745}"/>
                    </a:ext>
                  </a:extLst>
                </p14:cNvPr>
                <p14:cNvContentPartPr/>
                <p14:nvPr/>
              </p14:nvContentPartPr>
              <p14:xfrm>
                <a:off x="6758698" y="6047416"/>
                <a:ext cx="237600" cy="514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5BB841C-037D-50DF-C40C-F6AE6D3C374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750058" y="6038416"/>
                  <a:ext cx="25524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91F1966-3036-5EC6-F683-5FE35B446DAB}"/>
                    </a:ext>
                  </a:extLst>
                </p14:cNvPr>
                <p14:cNvContentPartPr/>
                <p14:nvPr/>
              </p14:nvContentPartPr>
              <p14:xfrm>
                <a:off x="7081978" y="6411376"/>
                <a:ext cx="327960" cy="2509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91F1966-3036-5EC6-F683-5FE35B446DA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072978" y="6402376"/>
                  <a:ext cx="345600" cy="26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BE19DC8C-79D5-06DC-739D-4894598E87CA}"/>
                  </a:ext>
                </a:extLst>
              </p14:cNvPr>
              <p14:cNvContentPartPr/>
              <p14:nvPr/>
            </p14:nvContentPartPr>
            <p14:xfrm>
              <a:off x="7674898" y="6428296"/>
              <a:ext cx="1800" cy="75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BE19DC8C-79D5-06DC-739D-4894598E87CA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7666258" y="6419296"/>
                <a:ext cx="1944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" name="Group 255">
            <a:extLst>
              <a:ext uri="{FF2B5EF4-FFF2-40B4-BE49-F238E27FC236}">
                <a16:creationId xmlns:a16="http://schemas.microsoft.com/office/drawing/2014/main" id="{40B0A8C6-B60A-3A0E-2EF7-4929BEA4894D}"/>
              </a:ext>
            </a:extLst>
          </p:cNvPr>
          <p:cNvGrpSpPr/>
          <p:nvPr/>
        </p:nvGrpSpPr>
        <p:grpSpPr>
          <a:xfrm>
            <a:off x="7968298" y="5855176"/>
            <a:ext cx="1511280" cy="1024560"/>
            <a:chOff x="7968298" y="5855176"/>
            <a:chExt cx="1511280" cy="102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5375949-C788-12E2-1E71-979A323D2485}"/>
                    </a:ext>
                  </a:extLst>
                </p14:cNvPr>
                <p14:cNvContentPartPr/>
                <p14:nvPr/>
              </p14:nvContentPartPr>
              <p14:xfrm>
                <a:off x="8393098" y="5896936"/>
                <a:ext cx="55080" cy="3729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5375949-C788-12E2-1E71-979A323D248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384098" y="5888296"/>
                  <a:ext cx="7272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9015BA0-FD3A-D7C9-8B20-0B79068FC2DD}"/>
                    </a:ext>
                  </a:extLst>
                </p14:cNvPr>
                <p14:cNvContentPartPr/>
                <p14:nvPr/>
              </p14:nvContentPartPr>
              <p14:xfrm>
                <a:off x="8316418" y="6268096"/>
                <a:ext cx="159480" cy="187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9015BA0-FD3A-D7C9-8B20-0B79068FC2D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307778" y="6259096"/>
                  <a:ext cx="177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A5806B8-F96E-3BEF-047B-86723A13036F}"/>
                    </a:ext>
                  </a:extLst>
                </p14:cNvPr>
                <p14:cNvContentPartPr/>
                <p14:nvPr/>
              </p14:nvContentPartPr>
              <p14:xfrm>
                <a:off x="8247658" y="5855176"/>
                <a:ext cx="292320" cy="129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A5806B8-F96E-3BEF-047B-86723A13036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239018" y="5846176"/>
                  <a:ext cx="3099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F032E9D-2122-A7E7-E33A-E3AE7A0E2F92}"/>
                    </a:ext>
                  </a:extLst>
                </p14:cNvPr>
                <p14:cNvContentPartPr/>
                <p14:nvPr/>
              </p14:nvContentPartPr>
              <p14:xfrm>
                <a:off x="8566258" y="6023656"/>
                <a:ext cx="161280" cy="2700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F032E9D-2122-A7E7-E33A-E3AE7A0E2F9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557258" y="6014656"/>
                  <a:ext cx="1789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400B315-D850-D3DE-7123-D3DFB5080B40}"/>
                    </a:ext>
                  </a:extLst>
                </p14:cNvPr>
                <p14:cNvContentPartPr/>
                <p14:nvPr/>
              </p14:nvContentPartPr>
              <p14:xfrm>
                <a:off x="8603698" y="6127696"/>
                <a:ext cx="176760" cy="38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400B315-D850-D3DE-7123-D3DFB5080B4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594698" y="6118696"/>
                  <a:ext cx="1944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B0769E1-EF9F-4EF6-6618-74E71D2017DD}"/>
                    </a:ext>
                  </a:extLst>
                </p14:cNvPr>
                <p14:cNvContentPartPr/>
                <p14:nvPr/>
              </p14:nvContentPartPr>
              <p14:xfrm>
                <a:off x="8786218" y="6033736"/>
                <a:ext cx="147240" cy="264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B0769E1-EF9F-4EF6-6618-74E71D2017D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777578" y="6024736"/>
                  <a:ext cx="1648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22FF80F-0F87-B07A-130E-E11E809C5E31}"/>
                    </a:ext>
                  </a:extLst>
                </p14:cNvPr>
                <p14:cNvContentPartPr/>
                <p14:nvPr/>
              </p14:nvContentPartPr>
              <p14:xfrm>
                <a:off x="7968298" y="6377176"/>
                <a:ext cx="1283400" cy="262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22FF80F-0F87-B07A-130E-E11E809C5E3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959658" y="6368176"/>
                  <a:ext cx="1301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AD96EC0-A7E5-B079-0EB8-6A6F5D807DA5}"/>
                    </a:ext>
                  </a:extLst>
                </p14:cNvPr>
                <p14:cNvContentPartPr/>
                <p14:nvPr/>
              </p14:nvContentPartPr>
              <p14:xfrm>
                <a:off x="7980898" y="6489856"/>
                <a:ext cx="63360" cy="3582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AD96EC0-A7E5-B079-0EB8-6A6F5D807DA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972258" y="6481216"/>
                  <a:ext cx="810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EBF2C5E-30DB-02B6-D9D5-1945CABFE8C1}"/>
                    </a:ext>
                  </a:extLst>
                </p14:cNvPr>
                <p14:cNvContentPartPr/>
                <p14:nvPr/>
              </p14:nvContentPartPr>
              <p14:xfrm>
                <a:off x="8134258" y="6641776"/>
                <a:ext cx="155880" cy="2286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EBF2C5E-30DB-02B6-D9D5-1945CABFE8C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125618" y="6632776"/>
                  <a:ext cx="173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9AB4C89-9C1B-4D48-4AB2-7DDCFA09537C}"/>
                    </a:ext>
                  </a:extLst>
                </p14:cNvPr>
                <p14:cNvContentPartPr/>
                <p14:nvPr/>
              </p14:nvContentPartPr>
              <p14:xfrm>
                <a:off x="8350258" y="6655096"/>
                <a:ext cx="186480" cy="2246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9AB4C89-9C1B-4D48-4AB2-7DDCFA09537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341258" y="6646096"/>
                  <a:ext cx="204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018DCB23-B598-C8AD-214A-D723728868B6}"/>
                    </a:ext>
                  </a:extLst>
                </p14:cNvPr>
                <p14:cNvContentPartPr/>
                <p14:nvPr/>
              </p14:nvContentPartPr>
              <p14:xfrm>
                <a:off x="8649058" y="6630256"/>
                <a:ext cx="162720" cy="226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018DCB23-B598-C8AD-214A-D723728868B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640058" y="6621616"/>
                  <a:ext cx="180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D1860E4-B1C1-306C-A474-47A0133D3ECD}"/>
                    </a:ext>
                  </a:extLst>
                </p14:cNvPr>
                <p14:cNvContentPartPr/>
                <p14:nvPr/>
              </p14:nvContentPartPr>
              <p14:xfrm>
                <a:off x="8976298" y="6486976"/>
                <a:ext cx="38160" cy="2887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D1860E4-B1C1-306C-A474-47A0133D3EC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967658" y="6478336"/>
                  <a:ext cx="558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E5E8E7E-BB9A-4F4E-2438-7C709AD5364F}"/>
                    </a:ext>
                  </a:extLst>
                </p14:cNvPr>
                <p14:cNvContentPartPr/>
                <p14:nvPr/>
              </p14:nvContentPartPr>
              <p14:xfrm>
                <a:off x="8931298" y="6749776"/>
                <a:ext cx="79560" cy="75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E5E8E7E-BB9A-4F4E-2438-7C709AD5364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922298" y="6741136"/>
                  <a:ext cx="97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99B46C6-2107-3C77-663B-9C0A82616955}"/>
                    </a:ext>
                  </a:extLst>
                </p14:cNvPr>
                <p14:cNvContentPartPr/>
                <p14:nvPr/>
              </p14:nvContentPartPr>
              <p14:xfrm>
                <a:off x="8911138" y="6438016"/>
                <a:ext cx="167400" cy="216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99B46C6-2107-3C77-663B-9C0A8261695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902138" y="6429016"/>
                  <a:ext cx="185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418040B-B606-4C23-64D7-66C5697BC2D6}"/>
                    </a:ext>
                  </a:extLst>
                </p14:cNvPr>
                <p14:cNvContentPartPr/>
                <p14:nvPr/>
              </p14:nvContentPartPr>
              <p14:xfrm>
                <a:off x="9165658" y="6591016"/>
                <a:ext cx="18000" cy="2016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418040B-B606-4C23-64D7-66C5697BC2D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156658" y="6582376"/>
                  <a:ext cx="356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009E230-C392-183A-F7CC-47A6684BA226}"/>
                    </a:ext>
                  </a:extLst>
                </p14:cNvPr>
                <p14:cNvContentPartPr/>
                <p14:nvPr/>
              </p14:nvContentPartPr>
              <p14:xfrm>
                <a:off x="9116698" y="6572296"/>
                <a:ext cx="183240" cy="345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009E230-C392-183A-F7CC-47A6684BA22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108058" y="6563296"/>
                  <a:ext cx="2008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00A0375-87E8-EA21-06E5-49E49B5A119B}"/>
                    </a:ext>
                  </a:extLst>
                </p14:cNvPr>
                <p14:cNvContentPartPr/>
                <p14:nvPr/>
              </p14:nvContentPartPr>
              <p14:xfrm>
                <a:off x="9142258" y="6655816"/>
                <a:ext cx="150120" cy="75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00A0375-87E8-EA21-06E5-49E49B5A119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133258" y="6646816"/>
                  <a:ext cx="167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F7E04CA-94FB-1B6E-3FE6-E6EC49B4B230}"/>
                    </a:ext>
                  </a:extLst>
                </p14:cNvPr>
                <p14:cNvContentPartPr/>
                <p14:nvPr/>
              </p14:nvContentPartPr>
              <p14:xfrm>
                <a:off x="9285538" y="6567616"/>
                <a:ext cx="194040" cy="2361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F7E04CA-94FB-1B6E-3FE6-E6EC49B4B23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276898" y="6558616"/>
                  <a:ext cx="211680" cy="25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A9DEA454-9D4F-F503-1BFF-0E116872FC61}"/>
                  </a:ext>
                </a:extLst>
              </p14:cNvPr>
              <p14:cNvContentPartPr/>
              <p14:nvPr/>
            </p14:nvContentPartPr>
            <p14:xfrm>
              <a:off x="4829458" y="5880376"/>
              <a:ext cx="24120" cy="8726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A9DEA454-9D4F-F503-1BFF-0E116872FC61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4820458" y="5871376"/>
                <a:ext cx="41760" cy="89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ECAA55F4-78E4-E91F-E949-760B3BB6CDD2}"/>
                  </a:ext>
                </a:extLst>
              </p14:cNvPr>
              <p14:cNvContentPartPr/>
              <p14:nvPr/>
            </p14:nvContentPartPr>
            <p14:xfrm>
              <a:off x="4859338" y="5748256"/>
              <a:ext cx="4732920" cy="107640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ECAA55F4-78E4-E91F-E949-760B3BB6CDD2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4850698" y="5739616"/>
                <a:ext cx="4750560" cy="10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A7CBACFD-66F1-5832-FE4E-AA269BB67F77}"/>
                  </a:ext>
                </a:extLst>
              </p14:cNvPr>
              <p14:cNvContentPartPr/>
              <p14:nvPr/>
            </p14:nvContentPartPr>
            <p14:xfrm>
              <a:off x="4826578" y="6727456"/>
              <a:ext cx="2993400" cy="8604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A7CBACFD-66F1-5832-FE4E-AA269BB67F77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4817938" y="6718456"/>
                <a:ext cx="3011040" cy="10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9593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CCC069-5ABB-C2AE-D7C4-C30DE1831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266" y="493350"/>
            <a:ext cx="9829597" cy="47335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A6042BD-0375-893E-A0D4-16CFC85D7AF1}"/>
                  </a:ext>
                </a:extLst>
              </p14:cNvPr>
              <p14:cNvContentPartPr/>
              <p14:nvPr/>
            </p14:nvContentPartPr>
            <p14:xfrm>
              <a:off x="6549178" y="5593816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A6042BD-0375-893E-A0D4-16CFC85D7A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40538" y="558481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6EE60BDB-90CB-2D9C-EFED-63AA9E9789B8}"/>
              </a:ext>
            </a:extLst>
          </p:cNvPr>
          <p:cNvGrpSpPr/>
          <p:nvPr/>
        </p:nvGrpSpPr>
        <p:grpSpPr>
          <a:xfrm>
            <a:off x="2497378" y="5307256"/>
            <a:ext cx="660960" cy="755640"/>
            <a:chOff x="2497378" y="5307256"/>
            <a:chExt cx="660960" cy="75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8D8AAB5-D8A6-4524-7F27-FE3E38F8840F}"/>
                    </a:ext>
                  </a:extLst>
                </p14:cNvPr>
                <p14:cNvContentPartPr/>
                <p14:nvPr/>
              </p14:nvContentPartPr>
              <p14:xfrm>
                <a:off x="2497378" y="5307256"/>
                <a:ext cx="416880" cy="500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8D8AAB5-D8A6-4524-7F27-FE3E38F8840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88738" y="5298616"/>
                  <a:ext cx="43452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8C03E72-964D-3C4C-1A55-5166B365E598}"/>
                    </a:ext>
                  </a:extLst>
                </p14:cNvPr>
                <p14:cNvContentPartPr/>
                <p14:nvPr/>
              </p14:nvContentPartPr>
              <p14:xfrm>
                <a:off x="2880418" y="5830336"/>
                <a:ext cx="145080" cy="219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8C03E72-964D-3C4C-1A55-5166B365E5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871418" y="5821696"/>
                  <a:ext cx="1627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A5F5D0A-BF92-2D92-F31A-27AD705E9A5A}"/>
                    </a:ext>
                  </a:extLst>
                </p14:cNvPr>
                <p14:cNvContentPartPr/>
                <p14:nvPr/>
              </p14:nvContentPartPr>
              <p14:xfrm>
                <a:off x="3014698" y="5839336"/>
                <a:ext cx="141840" cy="223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A5F5D0A-BF92-2D92-F31A-27AD705E9A5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05698" y="5830336"/>
                  <a:ext cx="1594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1314E67-8794-EB10-4052-C9A86056A5DB}"/>
                    </a:ext>
                  </a:extLst>
                </p14:cNvPr>
                <p14:cNvContentPartPr/>
                <p14:nvPr/>
              </p14:nvContentPartPr>
              <p14:xfrm>
                <a:off x="2902018" y="5964616"/>
                <a:ext cx="256320" cy="21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1314E67-8794-EB10-4052-C9A86056A5D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93378" y="5955976"/>
                  <a:ext cx="27396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C4D0637-FC8A-C7FB-E3DD-BE5514CD4A4D}"/>
              </a:ext>
            </a:extLst>
          </p:cNvPr>
          <p:cNvGrpSpPr/>
          <p:nvPr/>
        </p:nvGrpSpPr>
        <p:grpSpPr>
          <a:xfrm>
            <a:off x="3574498" y="5590936"/>
            <a:ext cx="170280" cy="83160"/>
            <a:chOff x="3574498" y="5590936"/>
            <a:chExt cx="170280" cy="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901D6EF-9DA8-C824-5543-A53C9291C703}"/>
                    </a:ext>
                  </a:extLst>
                </p14:cNvPr>
                <p14:cNvContentPartPr/>
                <p14:nvPr/>
              </p14:nvContentPartPr>
              <p14:xfrm>
                <a:off x="3574498" y="5590936"/>
                <a:ext cx="158400" cy="24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901D6EF-9DA8-C824-5543-A53C9291C70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65858" y="5582296"/>
                  <a:ext cx="176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D2ABCD8-6D66-C863-8ECB-5FBDE7CB385D}"/>
                    </a:ext>
                  </a:extLst>
                </p14:cNvPr>
                <p14:cNvContentPartPr/>
                <p14:nvPr/>
              </p14:nvContentPartPr>
              <p14:xfrm>
                <a:off x="3607618" y="5645656"/>
                <a:ext cx="137160" cy="28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D2ABCD8-6D66-C863-8ECB-5FBDE7CB385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98978" y="5637016"/>
                  <a:ext cx="1548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47EE805-81E0-3342-760E-FD33B0FF86A4}"/>
              </a:ext>
            </a:extLst>
          </p:cNvPr>
          <p:cNvGrpSpPr/>
          <p:nvPr/>
        </p:nvGrpSpPr>
        <p:grpSpPr>
          <a:xfrm>
            <a:off x="4313578" y="5336056"/>
            <a:ext cx="1900800" cy="536040"/>
            <a:chOff x="4313578" y="5336056"/>
            <a:chExt cx="1900800" cy="53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C6E18D-FCE3-9C25-84FA-B8C1BA549ED9}"/>
                    </a:ext>
                  </a:extLst>
                </p14:cNvPr>
                <p14:cNvContentPartPr/>
                <p14:nvPr/>
              </p14:nvContentPartPr>
              <p14:xfrm>
                <a:off x="4313578" y="5336056"/>
                <a:ext cx="65520" cy="477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C6E18D-FCE3-9C25-84FA-B8C1BA549ED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04578" y="5327056"/>
                  <a:ext cx="8316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F5FD38-03F8-A895-4C0E-549DB69F77DC}"/>
                    </a:ext>
                  </a:extLst>
                </p14:cNvPr>
                <p14:cNvContentPartPr/>
                <p14:nvPr/>
              </p14:nvContentPartPr>
              <p14:xfrm>
                <a:off x="4313938" y="5337136"/>
                <a:ext cx="323640" cy="509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2F5FD38-03F8-A895-4C0E-549DB69F77D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05298" y="5328136"/>
                  <a:ext cx="34128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1977217-8D2A-55F2-7AE1-51F4180A9EC2}"/>
                    </a:ext>
                  </a:extLst>
                </p14:cNvPr>
                <p14:cNvContentPartPr/>
                <p14:nvPr/>
              </p14:nvContentPartPr>
              <p14:xfrm>
                <a:off x="4666018" y="5641696"/>
                <a:ext cx="144000" cy="177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1977217-8D2A-55F2-7AE1-51F4180A9EC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57018" y="5632696"/>
                  <a:ext cx="161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5F6FAED-B628-9E30-C0D5-7F5E3A09F2A8}"/>
                    </a:ext>
                  </a:extLst>
                </p14:cNvPr>
                <p14:cNvContentPartPr/>
                <p14:nvPr/>
              </p14:nvContentPartPr>
              <p14:xfrm>
                <a:off x="4821178" y="5635936"/>
                <a:ext cx="218520" cy="236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5F6FAED-B628-9E30-C0D5-7F5E3A09F2A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812538" y="5627296"/>
                  <a:ext cx="2361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1CA5FF6-7B50-2214-32A9-7D943B1A3F1A}"/>
                    </a:ext>
                  </a:extLst>
                </p14:cNvPr>
                <p14:cNvContentPartPr/>
                <p14:nvPr/>
              </p14:nvContentPartPr>
              <p14:xfrm>
                <a:off x="5013058" y="5541976"/>
                <a:ext cx="360" cy="25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1CA5FF6-7B50-2214-32A9-7D943B1A3F1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004058" y="5532976"/>
                  <a:ext cx="18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899550B-8AA0-186C-E53B-D9DB0160D1A7}"/>
                    </a:ext>
                  </a:extLst>
                </p14:cNvPr>
                <p14:cNvContentPartPr/>
                <p14:nvPr/>
              </p14:nvContentPartPr>
              <p14:xfrm>
                <a:off x="5069578" y="5657896"/>
                <a:ext cx="125280" cy="186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899550B-8AA0-186C-E53B-D9DB0160D1A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060938" y="5649256"/>
                  <a:ext cx="1429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3E1A09-28C9-B119-1F9E-16F89523B72D}"/>
                    </a:ext>
                  </a:extLst>
                </p14:cNvPr>
                <p14:cNvContentPartPr/>
                <p14:nvPr/>
              </p14:nvContentPartPr>
              <p14:xfrm>
                <a:off x="5297818" y="5449096"/>
                <a:ext cx="29160" cy="405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3E1A09-28C9-B119-1F9E-16F89523B72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288818" y="5440456"/>
                  <a:ext cx="4680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84E6D81-786A-0B1A-F38D-78B85335D7B3}"/>
                    </a:ext>
                  </a:extLst>
                </p14:cNvPr>
                <p14:cNvContentPartPr/>
                <p14:nvPr/>
              </p14:nvContentPartPr>
              <p14:xfrm>
                <a:off x="5149138" y="5617576"/>
                <a:ext cx="218160" cy="22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84E6D81-786A-0B1A-F38D-78B85335D7B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40498" y="5608936"/>
                  <a:ext cx="235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7EF72F5-48C2-3F85-F0A2-AD5F09F08AA7}"/>
                    </a:ext>
                  </a:extLst>
                </p14:cNvPr>
                <p14:cNvContentPartPr/>
                <p14:nvPr/>
              </p14:nvContentPartPr>
              <p14:xfrm>
                <a:off x="5406898" y="5568976"/>
                <a:ext cx="216360" cy="263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7EF72F5-48C2-3F85-F0A2-AD5F09F08AA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98258" y="5559976"/>
                  <a:ext cx="2340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2240D4A-57AF-6AF2-A0AE-D813E1015F32}"/>
                    </a:ext>
                  </a:extLst>
                </p14:cNvPr>
                <p14:cNvContentPartPr/>
                <p14:nvPr/>
              </p14:nvContentPartPr>
              <p14:xfrm>
                <a:off x="5628298" y="5593816"/>
                <a:ext cx="222120" cy="232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2240D4A-57AF-6AF2-A0AE-D813E1015F3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619658" y="5584816"/>
                  <a:ext cx="2397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0F94EBD-74E5-27B9-A334-FCA8ABD8C7D7}"/>
                    </a:ext>
                  </a:extLst>
                </p14:cNvPr>
                <p14:cNvContentPartPr/>
                <p14:nvPr/>
              </p14:nvContentPartPr>
              <p14:xfrm>
                <a:off x="5871658" y="5582296"/>
                <a:ext cx="342720" cy="245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0F94EBD-74E5-27B9-A334-FCA8ABD8C7D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863018" y="5573656"/>
                  <a:ext cx="3603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A41F693-4848-E5DA-C4AA-46F212D7727C}"/>
                    </a:ext>
                  </a:extLst>
                </p14:cNvPr>
                <p14:cNvContentPartPr/>
                <p14:nvPr/>
              </p14:nvContentPartPr>
              <p14:xfrm>
                <a:off x="6099538" y="5430736"/>
                <a:ext cx="7560" cy="36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A41F693-4848-E5DA-C4AA-46F212D7727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090538" y="5422096"/>
                  <a:ext cx="2520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9ACE2FF-3C28-96B1-048B-4A2F1BFFDE7D}"/>
              </a:ext>
            </a:extLst>
          </p:cNvPr>
          <p:cNvGrpSpPr/>
          <p:nvPr/>
        </p:nvGrpSpPr>
        <p:grpSpPr>
          <a:xfrm>
            <a:off x="6593818" y="5296816"/>
            <a:ext cx="1279440" cy="499680"/>
            <a:chOff x="6593818" y="5296816"/>
            <a:chExt cx="1279440" cy="49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FCFBFD2-31E9-6575-8745-C308CA0D1025}"/>
                    </a:ext>
                  </a:extLst>
                </p14:cNvPr>
                <p14:cNvContentPartPr/>
                <p14:nvPr/>
              </p14:nvContentPartPr>
              <p14:xfrm>
                <a:off x="6593818" y="5296816"/>
                <a:ext cx="140040" cy="499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FCFBFD2-31E9-6575-8745-C308CA0D102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84818" y="5288176"/>
                  <a:ext cx="15768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9E53BB3-1927-948A-7BF3-3AF8AE26C05E}"/>
                    </a:ext>
                  </a:extLst>
                </p14:cNvPr>
                <p14:cNvContentPartPr/>
                <p14:nvPr/>
              </p14:nvContentPartPr>
              <p14:xfrm>
                <a:off x="6800098" y="5526496"/>
                <a:ext cx="196920" cy="194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9E53BB3-1927-948A-7BF3-3AF8AE26C05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791098" y="5517496"/>
                  <a:ext cx="2145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5C401A0-3BB9-D95B-10C6-47596A1C5078}"/>
                    </a:ext>
                  </a:extLst>
                </p14:cNvPr>
                <p14:cNvContentPartPr/>
                <p14:nvPr/>
              </p14:nvContentPartPr>
              <p14:xfrm>
                <a:off x="6951298" y="5316976"/>
                <a:ext cx="103320" cy="400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5C401A0-3BB9-D95B-10C6-47596A1C507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942658" y="5308336"/>
                  <a:ext cx="12096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1117F8E-5398-6CC8-1F82-594ACC602E75}"/>
                    </a:ext>
                  </a:extLst>
                </p14:cNvPr>
                <p14:cNvContentPartPr/>
                <p14:nvPr/>
              </p14:nvContentPartPr>
              <p14:xfrm>
                <a:off x="7144978" y="5512096"/>
                <a:ext cx="182520" cy="209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1117F8E-5398-6CC8-1F82-594ACC602E7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135978" y="5503456"/>
                  <a:ext cx="2001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DD47E16-18FD-0C94-363C-3A0509B779F0}"/>
                    </a:ext>
                  </a:extLst>
                </p14:cNvPr>
                <p14:cNvContentPartPr/>
                <p14:nvPr/>
              </p14:nvContentPartPr>
              <p14:xfrm>
                <a:off x="7431538" y="5475736"/>
                <a:ext cx="441720" cy="235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DD47E16-18FD-0C94-363C-3A0509B779F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422538" y="5467096"/>
                  <a:ext cx="45936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DEBA0EF-465E-968C-858D-980B191EC7F1}"/>
              </a:ext>
            </a:extLst>
          </p:cNvPr>
          <p:cNvGrpSpPr/>
          <p:nvPr/>
        </p:nvGrpSpPr>
        <p:grpSpPr>
          <a:xfrm>
            <a:off x="8181418" y="5288896"/>
            <a:ext cx="2585160" cy="632520"/>
            <a:chOff x="8181418" y="5288896"/>
            <a:chExt cx="2585160" cy="63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3233CB7-44DA-4F54-F602-1621B7906D8F}"/>
                    </a:ext>
                  </a:extLst>
                </p14:cNvPr>
                <p14:cNvContentPartPr/>
                <p14:nvPr/>
              </p14:nvContentPartPr>
              <p14:xfrm>
                <a:off x="8229298" y="5349376"/>
                <a:ext cx="141480" cy="352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3233CB7-44DA-4F54-F602-1621B7906D8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20298" y="5340736"/>
                  <a:ext cx="1591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06E2107-BB1A-B188-19D4-8AA297E19C3A}"/>
                    </a:ext>
                  </a:extLst>
                </p14:cNvPr>
                <p14:cNvContentPartPr/>
                <p14:nvPr/>
              </p14:nvContentPartPr>
              <p14:xfrm>
                <a:off x="8308138" y="5372776"/>
                <a:ext cx="139320" cy="338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06E2107-BB1A-B188-19D4-8AA297E19C3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99498" y="5364136"/>
                  <a:ext cx="1569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295DD24-2E91-9A52-2F61-8B45933BED9C}"/>
                    </a:ext>
                  </a:extLst>
                </p14:cNvPr>
                <p14:cNvContentPartPr/>
                <p14:nvPr/>
              </p14:nvContentPartPr>
              <p14:xfrm>
                <a:off x="8181418" y="5589496"/>
                <a:ext cx="241920" cy="24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295DD24-2E91-9A52-2F61-8B45933BED9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172418" y="5580856"/>
                  <a:ext cx="259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002BEA-C6A2-FCD4-65A5-5563D03B251E}"/>
                    </a:ext>
                  </a:extLst>
                </p14:cNvPr>
                <p14:cNvContentPartPr/>
                <p14:nvPr/>
              </p14:nvContentPartPr>
              <p14:xfrm>
                <a:off x="8514058" y="5499496"/>
                <a:ext cx="232560" cy="207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002BEA-C6A2-FCD4-65A5-5563D03B251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505418" y="5490856"/>
                  <a:ext cx="2502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7D330B1-755B-6649-F83E-2C8ABB2255B5}"/>
                    </a:ext>
                  </a:extLst>
                </p14:cNvPr>
                <p14:cNvContentPartPr/>
                <p14:nvPr/>
              </p14:nvContentPartPr>
              <p14:xfrm>
                <a:off x="8827618" y="5480056"/>
                <a:ext cx="63000" cy="441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7D330B1-755B-6649-F83E-2C8ABB2255B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818618" y="5471056"/>
                  <a:ext cx="806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443DABC-CA79-A400-D86E-7300B623548F}"/>
                    </a:ext>
                  </a:extLst>
                </p14:cNvPr>
                <p14:cNvContentPartPr/>
                <p14:nvPr/>
              </p14:nvContentPartPr>
              <p14:xfrm>
                <a:off x="8791618" y="5473936"/>
                <a:ext cx="196920" cy="179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443DABC-CA79-A400-D86E-7300B623548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82618" y="5465296"/>
                  <a:ext cx="214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58576FA-B2D6-C24E-46CE-CE3F8C79965F}"/>
                    </a:ext>
                  </a:extLst>
                </p14:cNvPr>
                <p14:cNvContentPartPr/>
                <p14:nvPr/>
              </p14:nvContentPartPr>
              <p14:xfrm>
                <a:off x="8964058" y="5447656"/>
                <a:ext cx="225360" cy="203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58576FA-B2D6-C24E-46CE-CE3F8C79965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955058" y="5439016"/>
                  <a:ext cx="2430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9F95032-ED44-3138-50A5-A2E2D9C2E017}"/>
                    </a:ext>
                  </a:extLst>
                </p14:cNvPr>
                <p14:cNvContentPartPr/>
                <p14:nvPr/>
              </p14:nvContentPartPr>
              <p14:xfrm>
                <a:off x="9188698" y="5463856"/>
                <a:ext cx="137160" cy="186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9F95032-ED44-3138-50A5-A2E2D9C2E01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79698" y="5455216"/>
                  <a:ext cx="154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0235426-94F2-F9BE-4BB4-2D13BCACB505}"/>
                    </a:ext>
                  </a:extLst>
                </p14:cNvPr>
                <p14:cNvContentPartPr/>
                <p14:nvPr/>
              </p14:nvContentPartPr>
              <p14:xfrm>
                <a:off x="9349258" y="5441896"/>
                <a:ext cx="206280" cy="195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0235426-94F2-F9BE-4BB4-2D13BCACB50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340258" y="5432896"/>
                  <a:ext cx="2239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AB46AC1-5CA7-B516-DDA6-777CCE14C487}"/>
                    </a:ext>
                  </a:extLst>
                </p14:cNvPr>
                <p14:cNvContentPartPr/>
                <p14:nvPr/>
              </p14:nvContentPartPr>
              <p14:xfrm>
                <a:off x="9583258" y="5430016"/>
                <a:ext cx="278280" cy="203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AB46AC1-5CA7-B516-DDA6-777CCE14C48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574618" y="5421376"/>
                  <a:ext cx="2959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4FF4C0D-6272-F598-1E38-059C55CED720}"/>
                    </a:ext>
                  </a:extLst>
                </p14:cNvPr>
                <p14:cNvContentPartPr/>
                <p14:nvPr/>
              </p14:nvContentPartPr>
              <p14:xfrm>
                <a:off x="9918778" y="5457016"/>
                <a:ext cx="237240" cy="214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4FF4C0D-6272-F598-1E38-059C55CED72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910138" y="5448376"/>
                  <a:ext cx="2548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277F2FC-D3D3-88FE-980D-897AFF74EB4C}"/>
                    </a:ext>
                  </a:extLst>
                </p14:cNvPr>
                <p14:cNvContentPartPr/>
                <p14:nvPr/>
              </p14:nvContentPartPr>
              <p14:xfrm>
                <a:off x="10097698" y="5288896"/>
                <a:ext cx="44640" cy="397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277F2FC-D3D3-88FE-980D-897AFF74EB4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088698" y="5280256"/>
                  <a:ext cx="6228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8EB4265-99A3-D608-E03C-9A6736E7F4C8}"/>
                    </a:ext>
                  </a:extLst>
                </p14:cNvPr>
                <p14:cNvContentPartPr/>
                <p14:nvPr/>
              </p14:nvContentPartPr>
              <p14:xfrm>
                <a:off x="10028938" y="5435056"/>
                <a:ext cx="237240" cy="8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8EB4265-99A3-D608-E03C-9A6736E7F4C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019938" y="5426416"/>
                  <a:ext cx="2548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E18C780-E6E6-A792-5804-340C9B4FC029}"/>
                    </a:ext>
                  </a:extLst>
                </p14:cNvPr>
                <p14:cNvContentPartPr/>
                <p14:nvPr/>
              </p14:nvContentPartPr>
              <p14:xfrm>
                <a:off x="10306138" y="5419576"/>
                <a:ext cx="247320" cy="248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E18C780-E6E6-A792-5804-340C9B4FC02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297498" y="5410936"/>
                  <a:ext cx="2649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1C38731-5B54-7875-C579-6735B333AFF2}"/>
                    </a:ext>
                  </a:extLst>
                </p14:cNvPr>
                <p14:cNvContentPartPr/>
                <p14:nvPr/>
              </p14:nvContentPartPr>
              <p14:xfrm>
                <a:off x="10530778" y="5442256"/>
                <a:ext cx="235800" cy="228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1C38731-5B54-7875-C579-6735B333AFF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22138" y="5433256"/>
                  <a:ext cx="25344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447BC95A-2EA4-CA8E-88BB-96D5979DEBC1}"/>
                  </a:ext>
                </a:extLst>
              </p14:cNvPr>
              <p14:cNvContentPartPr/>
              <p14:nvPr/>
            </p14:nvContentPartPr>
            <p14:xfrm>
              <a:off x="10734480" y="3445920"/>
              <a:ext cx="1135440" cy="2865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447BC95A-2EA4-CA8E-88BB-96D5979DEBC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725120" y="3436560"/>
                <a:ext cx="1154160" cy="30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9096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E44FEF1-2C1A-C4C3-7FF8-6A407037B881}"/>
                  </a:ext>
                </a:extLst>
              </p14:cNvPr>
              <p14:cNvContentPartPr/>
              <p14:nvPr/>
            </p14:nvContentPartPr>
            <p14:xfrm>
              <a:off x="3776885" y="1654670"/>
              <a:ext cx="109800" cy="129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E44FEF1-2C1A-C4C3-7FF8-6A407037B8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8245" y="1646030"/>
                <a:ext cx="12744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8DB4CE0-5CE7-350E-D6B2-C34D2D98044E}"/>
                  </a:ext>
                </a:extLst>
              </p14:cNvPr>
              <p14:cNvContentPartPr/>
              <p14:nvPr/>
            </p14:nvContentPartPr>
            <p14:xfrm>
              <a:off x="3811445" y="1758710"/>
              <a:ext cx="246240" cy="2174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8DB4CE0-5CE7-350E-D6B2-C34D2D9804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2805" y="1750070"/>
                <a:ext cx="263880" cy="21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C50E4E8-CB07-0950-0B92-A85605CAD0E4}"/>
                  </a:ext>
                </a:extLst>
              </p14:cNvPr>
              <p14:cNvContentPartPr/>
              <p14:nvPr/>
            </p14:nvContentPartPr>
            <p14:xfrm>
              <a:off x="4448285" y="1432190"/>
              <a:ext cx="96120" cy="123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C50E4E8-CB07-0950-0B92-A85605CAD0E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39645" y="1423190"/>
                <a:ext cx="1137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931E3CC-6838-15AF-1D02-DDFA400CCC37}"/>
                  </a:ext>
                </a:extLst>
              </p14:cNvPr>
              <p14:cNvContentPartPr/>
              <p14:nvPr/>
            </p14:nvContentPartPr>
            <p14:xfrm>
              <a:off x="4539725" y="1511390"/>
              <a:ext cx="460800" cy="2444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931E3CC-6838-15AF-1D02-DDFA400CCC3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30725" y="1502390"/>
                <a:ext cx="478440" cy="246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2C19835-2BA8-F19E-29A8-66F53D453F25}"/>
              </a:ext>
            </a:extLst>
          </p:cNvPr>
          <p:cNvGrpSpPr/>
          <p:nvPr/>
        </p:nvGrpSpPr>
        <p:grpSpPr>
          <a:xfrm>
            <a:off x="2635325" y="1108550"/>
            <a:ext cx="648000" cy="2720160"/>
            <a:chOff x="2635325" y="1108550"/>
            <a:chExt cx="648000" cy="272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30B71FB-CE7F-3E63-3DE0-413BB7513579}"/>
                    </a:ext>
                  </a:extLst>
                </p14:cNvPr>
                <p14:cNvContentPartPr/>
                <p14:nvPr/>
              </p14:nvContentPartPr>
              <p14:xfrm>
                <a:off x="3008645" y="1108550"/>
                <a:ext cx="78120" cy="96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30B71FB-CE7F-3E63-3DE0-413BB751357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00005" y="1099550"/>
                  <a:ext cx="957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0F9920-6ACA-41BD-7C84-4F8715976473}"/>
                    </a:ext>
                  </a:extLst>
                </p14:cNvPr>
                <p14:cNvContentPartPr/>
                <p14:nvPr/>
              </p14:nvContentPartPr>
              <p14:xfrm>
                <a:off x="3202685" y="1495550"/>
                <a:ext cx="80640" cy="95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0F9920-6ACA-41BD-7C84-4F87159764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93685" y="1486550"/>
                  <a:ext cx="98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9520329-2D25-EB5D-B78C-9BC32435E8A8}"/>
                    </a:ext>
                  </a:extLst>
                </p14:cNvPr>
                <p14:cNvContentPartPr/>
                <p14:nvPr/>
              </p14:nvContentPartPr>
              <p14:xfrm>
                <a:off x="2834405" y="1550630"/>
                <a:ext cx="389520" cy="430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9520329-2D25-EB5D-B78C-9BC32435E8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25405" y="1541990"/>
                  <a:ext cx="4071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D05B93-A2BD-6F4D-4396-4ED45D577E5A}"/>
                    </a:ext>
                  </a:extLst>
                </p14:cNvPr>
                <p14:cNvContentPartPr/>
                <p14:nvPr/>
              </p14:nvContentPartPr>
              <p14:xfrm>
                <a:off x="2635325" y="1964270"/>
                <a:ext cx="331200" cy="1864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D05B93-A2BD-6F4D-4396-4ED45D577E5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26685" y="1955270"/>
                  <a:ext cx="348840" cy="188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5720639-EDB9-17EB-2E26-725D3803132C}"/>
                  </a:ext>
                </a:extLst>
              </p14:cNvPr>
              <p14:cNvContentPartPr/>
              <p14:nvPr/>
            </p14:nvContentPartPr>
            <p14:xfrm>
              <a:off x="2176325" y="1146350"/>
              <a:ext cx="885240" cy="2706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5720639-EDB9-17EB-2E26-725D3803132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67685" y="1137350"/>
                <a:ext cx="902880" cy="27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DF45DB1-BA88-ACAD-540E-774B560C6331}"/>
                  </a:ext>
                </a:extLst>
              </p14:cNvPr>
              <p14:cNvContentPartPr/>
              <p14:nvPr/>
            </p14:nvContentPartPr>
            <p14:xfrm>
              <a:off x="2248325" y="3760670"/>
              <a:ext cx="2737800" cy="50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F45DB1-BA88-ACAD-540E-774B560C633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39685" y="3752030"/>
                <a:ext cx="275544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0A7F90F-DDC8-AD37-033F-378BFF0427B7}"/>
                  </a:ext>
                </a:extLst>
              </p14:cNvPr>
              <p14:cNvContentPartPr/>
              <p14:nvPr/>
            </p14:nvContentPartPr>
            <p14:xfrm>
              <a:off x="3882005" y="689870"/>
              <a:ext cx="2961360" cy="103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0A7F90F-DDC8-AD37-033F-378BFF0427B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73365" y="681230"/>
                <a:ext cx="297900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BFBB937-0756-B1A2-8968-75863E7E35D5}"/>
                  </a:ext>
                </a:extLst>
              </p14:cNvPr>
              <p14:cNvContentPartPr/>
              <p14:nvPr/>
            </p14:nvContentPartPr>
            <p14:xfrm>
              <a:off x="6853805" y="699950"/>
              <a:ext cx="53280" cy="10368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BFBB937-0756-B1A2-8968-75863E7E35D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844805" y="691310"/>
                <a:ext cx="70920" cy="10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2175D18-740F-D7CF-E8D9-4069F72B1A74}"/>
                  </a:ext>
                </a:extLst>
              </p14:cNvPr>
              <p14:cNvContentPartPr/>
              <p14:nvPr/>
            </p14:nvContentPartPr>
            <p14:xfrm>
              <a:off x="6498485" y="1672670"/>
              <a:ext cx="844920" cy="855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2175D18-740F-D7CF-E8D9-4069F72B1A7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89485" y="1664030"/>
                <a:ext cx="862560" cy="87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6437231-D99C-3D9F-0D60-B71860948F02}"/>
                  </a:ext>
                </a:extLst>
              </p14:cNvPr>
              <p14:cNvContentPartPr/>
              <p14:nvPr/>
            </p14:nvContentPartPr>
            <p14:xfrm>
              <a:off x="6636725" y="1912430"/>
              <a:ext cx="545040" cy="1393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6437231-D99C-3D9F-0D60-B71860948F0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28085" y="1903430"/>
                <a:ext cx="56268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F0BA269-8D92-1E86-CCCB-060B517B14A9}"/>
                  </a:ext>
                </a:extLst>
              </p14:cNvPr>
              <p14:cNvContentPartPr/>
              <p14:nvPr/>
            </p14:nvContentPartPr>
            <p14:xfrm>
              <a:off x="6924365" y="2070830"/>
              <a:ext cx="173520" cy="3052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F0BA269-8D92-1E86-CCCB-060B517B14A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15725" y="2061830"/>
                <a:ext cx="19116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B13BF9B-89C9-7BAB-5DE8-4B63182177EA}"/>
                  </a:ext>
                </a:extLst>
              </p14:cNvPr>
              <p14:cNvContentPartPr/>
              <p14:nvPr/>
            </p14:nvContentPartPr>
            <p14:xfrm>
              <a:off x="4884245" y="3749510"/>
              <a:ext cx="2080800" cy="608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B13BF9B-89C9-7BAB-5DE8-4B63182177E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75605" y="3740510"/>
                <a:ext cx="20984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84EA61C-C142-DC03-85D1-9D4D9F4A33BC}"/>
                  </a:ext>
                </a:extLst>
              </p14:cNvPr>
              <p14:cNvContentPartPr/>
              <p14:nvPr/>
            </p14:nvContentPartPr>
            <p14:xfrm>
              <a:off x="6903125" y="2528030"/>
              <a:ext cx="19080" cy="12625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84EA61C-C142-DC03-85D1-9D4D9F4A33B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94125" y="2519390"/>
                <a:ext cx="36720" cy="128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A351DC37-CB42-DA5C-6667-52238808529F}"/>
              </a:ext>
            </a:extLst>
          </p:cNvPr>
          <p:cNvGrpSpPr/>
          <p:nvPr/>
        </p:nvGrpSpPr>
        <p:grpSpPr>
          <a:xfrm>
            <a:off x="819125" y="3587870"/>
            <a:ext cx="1522440" cy="450000"/>
            <a:chOff x="819125" y="3587870"/>
            <a:chExt cx="152244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C11A78-AD13-A250-2A2F-73747C6FA34F}"/>
                    </a:ext>
                  </a:extLst>
                </p14:cNvPr>
                <p14:cNvContentPartPr/>
                <p14:nvPr/>
              </p14:nvContentPartPr>
              <p14:xfrm>
                <a:off x="1020365" y="3780830"/>
                <a:ext cx="1321200" cy="54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C11A78-AD13-A250-2A2F-73747C6FA34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1365" y="3772190"/>
                  <a:ext cx="1338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E308E46-7FE7-631F-53C5-8F5DCC6F1C12}"/>
                    </a:ext>
                  </a:extLst>
                </p14:cNvPr>
                <p14:cNvContentPartPr/>
                <p14:nvPr/>
              </p14:nvContentPartPr>
              <p14:xfrm>
                <a:off x="1001285" y="3731870"/>
                <a:ext cx="80280" cy="100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E308E46-7FE7-631F-53C5-8F5DCC6F1C1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2645" y="3723230"/>
                  <a:ext cx="979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7CB80AE-C292-15D6-5C52-4D8DAA06B287}"/>
                    </a:ext>
                  </a:extLst>
                </p14:cNvPr>
                <p14:cNvContentPartPr/>
                <p14:nvPr/>
              </p14:nvContentPartPr>
              <p14:xfrm>
                <a:off x="819125" y="3587870"/>
                <a:ext cx="154800" cy="450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7CB80AE-C292-15D6-5C52-4D8DAA06B28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0485" y="3578870"/>
                  <a:ext cx="172440" cy="46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4EB27ED-C38C-9353-B5EE-1CE9BEF5BD4B}"/>
              </a:ext>
            </a:extLst>
          </p:cNvPr>
          <p:cNvGrpSpPr/>
          <p:nvPr/>
        </p:nvGrpSpPr>
        <p:grpSpPr>
          <a:xfrm>
            <a:off x="780245" y="619670"/>
            <a:ext cx="3151800" cy="332640"/>
            <a:chOff x="780245" y="619670"/>
            <a:chExt cx="315180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4537E68-BF45-002E-BD33-345E1593BA27}"/>
                    </a:ext>
                  </a:extLst>
                </p14:cNvPr>
                <p14:cNvContentPartPr/>
                <p14:nvPr/>
              </p14:nvContentPartPr>
              <p14:xfrm>
                <a:off x="1074365" y="773390"/>
                <a:ext cx="2880" cy="14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4537E68-BF45-002E-BD33-345E1593BA2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65365" y="764750"/>
                  <a:ext cx="205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2548675-AE8C-3A1A-86AD-D37961818622}"/>
                    </a:ext>
                  </a:extLst>
                </p14:cNvPr>
                <p14:cNvContentPartPr/>
                <p14:nvPr/>
              </p14:nvContentPartPr>
              <p14:xfrm>
                <a:off x="1032965" y="727310"/>
                <a:ext cx="2847600" cy="114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2548675-AE8C-3A1A-86AD-D3796181862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3965" y="718310"/>
                  <a:ext cx="28652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7BB9C05-32B2-B0BF-9BC7-215644C94564}"/>
                    </a:ext>
                  </a:extLst>
                </p14:cNvPr>
                <p14:cNvContentPartPr/>
                <p14:nvPr/>
              </p14:nvContentPartPr>
              <p14:xfrm>
                <a:off x="962405" y="718310"/>
                <a:ext cx="81360" cy="118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7BB9C05-32B2-B0BF-9BC7-215644C945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3765" y="709310"/>
                  <a:ext cx="990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89221AA-F6A3-F58B-F4F5-02F59E45A338}"/>
                    </a:ext>
                  </a:extLst>
                </p14:cNvPr>
                <p14:cNvContentPartPr/>
                <p14:nvPr/>
              </p14:nvContentPartPr>
              <p14:xfrm>
                <a:off x="3878765" y="735230"/>
                <a:ext cx="30600" cy="23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89221AA-F6A3-F58B-F4F5-02F59E45A33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70125" y="726230"/>
                  <a:ext cx="482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2C1B58-5A4C-5F15-0FAC-141A171D0A07}"/>
                    </a:ext>
                  </a:extLst>
                </p14:cNvPr>
                <p14:cNvContentPartPr/>
                <p14:nvPr/>
              </p14:nvContentPartPr>
              <p14:xfrm>
                <a:off x="3909005" y="735230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2C1B58-5A4C-5F15-0FAC-141A171D0A0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00005" y="7262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3BB763E-30BD-1554-D435-2B4A5B925098}"/>
                    </a:ext>
                  </a:extLst>
                </p14:cNvPr>
                <p14:cNvContentPartPr/>
                <p14:nvPr/>
              </p14:nvContentPartPr>
              <p14:xfrm>
                <a:off x="3844925" y="735230"/>
                <a:ext cx="64440" cy="117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BB763E-30BD-1554-D435-2B4A5B92509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35925" y="726230"/>
                  <a:ext cx="82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5C17661-0D20-3DF4-3234-D79B5C1F8017}"/>
                    </a:ext>
                  </a:extLst>
                </p14:cNvPr>
                <p14:cNvContentPartPr/>
                <p14:nvPr/>
              </p14:nvContentPartPr>
              <p14:xfrm>
                <a:off x="3832325" y="800030"/>
                <a:ext cx="99720" cy="80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5C17661-0D20-3DF4-3234-D79B5C1F80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23685" y="791030"/>
                  <a:ext cx="117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38BD022-17D9-FFF6-02B8-C5A5BF9872C8}"/>
                    </a:ext>
                  </a:extLst>
                </p14:cNvPr>
                <p14:cNvContentPartPr/>
                <p14:nvPr/>
              </p14:nvContentPartPr>
              <p14:xfrm>
                <a:off x="780245" y="619670"/>
                <a:ext cx="114840" cy="332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38BD022-17D9-FFF6-02B8-C5A5BF9872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1605" y="611030"/>
                  <a:ext cx="132480" cy="35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4BA77E1-870B-AF25-54E9-2A49865ED618}"/>
                  </a:ext>
                </a:extLst>
              </p14:cNvPr>
              <p14:cNvContentPartPr/>
              <p14:nvPr/>
            </p14:nvContentPartPr>
            <p14:xfrm>
              <a:off x="-2063035" y="744230"/>
              <a:ext cx="46800" cy="23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4BA77E1-870B-AF25-54E9-2A49865ED61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-2067355" y="739910"/>
                <a:ext cx="55440" cy="3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599A4330-F492-516D-1551-04DBA301B969}"/>
              </a:ext>
            </a:extLst>
          </p:cNvPr>
          <p:cNvGrpSpPr/>
          <p:nvPr/>
        </p:nvGrpSpPr>
        <p:grpSpPr>
          <a:xfrm>
            <a:off x="2829005" y="646310"/>
            <a:ext cx="580680" cy="329040"/>
            <a:chOff x="2829005" y="646310"/>
            <a:chExt cx="58068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129CCE-B0BE-9F47-2015-C8486CCEB1C2}"/>
                    </a:ext>
                  </a:extLst>
                </p14:cNvPr>
                <p14:cNvContentPartPr/>
                <p14:nvPr/>
              </p14:nvContentPartPr>
              <p14:xfrm>
                <a:off x="2829005" y="847910"/>
                <a:ext cx="79920" cy="127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129CCE-B0BE-9F47-2015-C8486CCEB1C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24685" y="843590"/>
                  <a:ext cx="885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B2D8BFC-F22C-BAA8-7D28-662E21B82D65}"/>
                    </a:ext>
                  </a:extLst>
                </p14:cNvPr>
                <p14:cNvContentPartPr/>
                <p14:nvPr/>
              </p14:nvContentPartPr>
              <p14:xfrm>
                <a:off x="2929805" y="921350"/>
                <a:ext cx="11520" cy="37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B2D8BFC-F22C-BAA8-7D28-662E21B82D6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25485" y="917030"/>
                  <a:ext cx="20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FCBE82C-1711-06A9-4657-A89B7027C3C5}"/>
                    </a:ext>
                  </a:extLst>
                </p14:cNvPr>
                <p14:cNvContentPartPr/>
                <p14:nvPr/>
              </p14:nvContentPartPr>
              <p14:xfrm>
                <a:off x="2993885" y="831350"/>
                <a:ext cx="28080" cy="100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FCBE82C-1711-06A9-4657-A89B7027C3C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89565" y="827030"/>
                  <a:ext cx="367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1FA6FE-1955-7DC5-1039-392CBF3C4A5C}"/>
                    </a:ext>
                  </a:extLst>
                </p14:cNvPr>
                <p14:cNvContentPartPr/>
                <p14:nvPr/>
              </p14:nvContentPartPr>
              <p14:xfrm>
                <a:off x="3070205" y="792470"/>
                <a:ext cx="178560" cy="133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1FA6FE-1955-7DC5-1039-392CBF3C4A5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65885" y="788150"/>
                  <a:ext cx="1872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B748446-1A7B-B2D3-4B74-D03B1003D3F9}"/>
                    </a:ext>
                  </a:extLst>
                </p14:cNvPr>
                <p14:cNvContentPartPr/>
                <p14:nvPr/>
              </p14:nvContentPartPr>
              <p14:xfrm>
                <a:off x="3290165" y="646310"/>
                <a:ext cx="119520" cy="195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B748446-1A7B-B2D3-4B74-D03B1003D3F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85845" y="641990"/>
                  <a:ext cx="128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3F88AB1-B0BE-4E04-4699-6648BAF33748}"/>
                    </a:ext>
                  </a:extLst>
                </p14:cNvPr>
                <p14:cNvContentPartPr/>
                <p14:nvPr/>
              </p14:nvContentPartPr>
              <p14:xfrm>
                <a:off x="3285125" y="728390"/>
                <a:ext cx="118440" cy="29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3F88AB1-B0BE-4E04-4699-6648BAF3374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80805" y="724070"/>
                  <a:ext cx="12708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FAC28C8-011B-5B9B-E438-84DF5E96B8B3}"/>
              </a:ext>
            </a:extLst>
          </p:cNvPr>
          <p:cNvGrpSpPr/>
          <p:nvPr/>
        </p:nvGrpSpPr>
        <p:grpSpPr>
          <a:xfrm>
            <a:off x="2942765" y="1705430"/>
            <a:ext cx="524880" cy="232200"/>
            <a:chOff x="2942765" y="1705430"/>
            <a:chExt cx="524880" cy="2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05F062F-B63B-2DB1-D89A-30EE1821E7C0}"/>
                    </a:ext>
                  </a:extLst>
                </p14:cNvPr>
                <p14:cNvContentPartPr/>
                <p14:nvPr/>
              </p14:nvContentPartPr>
              <p14:xfrm>
                <a:off x="2942765" y="1731710"/>
                <a:ext cx="54000" cy="138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05F062F-B63B-2DB1-D89A-30EE1821E7C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38445" y="1727390"/>
                  <a:ext cx="62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E04D104-9751-84F4-AC65-7F6EB90FA35F}"/>
                    </a:ext>
                  </a:extLst>
                </p14:cNvPr>
                <p14:cNvContentPartPr/>
                <p14:nvPr/>
              </p14:nvContentPartPr>
              <p14:xfrm>
                <a:off x="3021245" y="1870670"/>
                <a:ext cx="7920" cy="66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E04D104-9751-84F4-AC65-7F6EB90FA35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16925" y="1866350"/>
                  <a:ext cx="16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7D64F38-6B74-F481-69EB-CFA2D0C30347}"/>
                    </a:ext>
                  </a:extLst>
                </p14:cNvPr>
                <p14:cNvContentPartPr/>
                <p14:nvPr/>
              </p14:nvContentPartPr>
              <p14:xfrm>
                <a:off x="3046445" y="1734950"/>
                <a:ext cx="76320" cy="157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7D64F38-6B74-F481-69EB-CFA2D0C3034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42125" y="1730630"/>
                  <a:ext cx="849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7606326-3F7A-B550-8824-01A82FC60F6A}"/>
                    </a:ext>
                  </a:extLst>
                </p14:cNvPr>
                <p14:cNvContentPartPr/>
                <p14:nvPr/>
              </p14:nvContentPartPr>
              <p14:xfrm>
                <a:off x="3194045" y="1760870"/>
                <a:ext cx="107640" cy="1242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7606326-3F7A-B550-8824-01A82FC60F6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89725" y="1756550"/>
                  <a:ext cx="1162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0FD967F-79B2-5863-E970-184E935B3E53}"/>
                    </a:ext>
                  </a:extLst>
                </p14:cNvPr>
                <p14:cNvContentPartPr/>
                <p14:nvPr/>
              </p14:nvContentPartPr>
              <p14:xfrm>
                <a:off x="3358205" y="1705430"/>
                <a:ext cx="109440" cy="155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0FD967F-79B2-5863-E970-184E935B3E5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353885" y="1701110"/>
                  <a:ext cx="1180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B7C4878-C2AF-69DD-ADF6-3F86DEE77813}"/>
                    </a:ext>
                  </a:extLst>
                </p14:cNvPr>
                <p14:cNvContentPartPr/>
                <p14:nvPr/>
              </p14:nvContentPartPr>
              <p14:xfrm>
                <a:off x="3341645" y="1787870"/>
                <a:ext cx="99360" cy="27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B7C4878-C2AF-69DD-ADF6-3F86DEE7781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37325" y="1783550"/>
                  <a:ext cx="108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27E81E9-0707-3CE1-CE9C-9EB017232F84}"/>
              </a:ext>
            </a:extLst>
          </p:cNvPr>
          <p:cNvGrpSpPr/>
          <p:nvPr/>
        </p:nvGrpSpPr>
        <p:grpSpPr>
          <a:xfrm>
            <a:off x="3955445" y="1377470"/>
            <a:ext cx="1212840" cy="546480"/>
            <a:chOff x="3955445" y="1377470"/>
            <a:chExt cx="1212840" cy="54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56AC6AA-9879-1934-5414-922B485947AC}"/>
                    </a:ext>
                  </a:extLst>
                </p14:cNvPr>
                <p14:cNvContentPartPr/>
                <p14:nvPr/>
              </p14:nvContentPartPr>
              <p14:xfrm>
                <a:off x="3955445" y="1746470"/>
                <a:ext cx="35640" cy="177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56AC6AA-9879-1934-5414-922B485947A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51125" y="1742150"/>
                  <a:ext cx="442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45CC5D7-1D56-0088-4221-BB3ABF46D549}"/>
                    </a:ext>
                  </a:extLst>
                </p14:cNvPr>
                <p14:cNvContentPartPr/>
                <p14:nvPr/>
              </p14:nvContentPartPr>
              <p14:xfrm>
                <a:off x="4038245" y="1755470"/>
                <a:ext cx="150840" cy="148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45CC5D7-1D56-0088-4221-BB3ABF46D54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33925" y="1751150"/>
                  <a:ext cx="159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1E9443E-D0E4-E384-EEB1-C43C694C8543}"/>
                    </a:ext>
                  </a:extLst>
                </p14:cNvPr>
                <p14:cNvContentPartPr/>
                <p14:nvPr/>
              </p14:nvContentPartPr>
              <p14:xfrm>
                <a:off x="4241285" y="1738190"/>
                <a:ext cx="24480" cy="173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1E9443E-D0E4-E384-EEB1-C43C694C854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36965" y="1733870"/>
                  <a:ext cx="331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EBBB478-A6A3-1FEC-0E62-1D08A8C1C996}"/>
                    </a:ext>
                  </a:extLst>
                </p14:cNvPr>
                <p14:cNvContentPartPr/>
                <p14:nvPr/>
              </p14:nvContentPartPr>
              <p14:xfrm>
                <a:off x="4257125" y="1720550"/>
                <a:ext cx="62640" cy="193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EBBB478-A6A3-1FEC-0E62-1D08A8C1C99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52805" y="1716230"/>
                  <a:ext cx="712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19F1371-EA6D-B40B-F6DA-BA1DEA7DF2A2}"/>
                    </a:ext>
                  </a:extLst>
                </p14:cNvPr>
                <p14:cNvContentPartPr/>
                <p14:nvPr/>
              </p14:nvContentPartPr>
              <p14:xfrm>
                <a:off x="4232645" y="1845830"/>
                <a:ext cx="79560" cy="27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19F1371-EA6D-B40B-F6DA-BA1DEA7DF2A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28325" y="1841510"/>
                  <a:ext cx="88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3B08620-A278-A1AE-36EB-BF2E99CC5936}"/>
                    </a:ext>
                  </a:extLst>
                </p14:cNvPr>
                <p14:cNvContentPartPr/>
                <p14:nvPr/>
              </p14:nvContentPartPr>
              <p14:xfrm>
                <a:off x="4617125" y="1408430"/>
                <a:ext cx="97200" cy="231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3B08620-A278-A1AE-36EB-BF2E99CC593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612805" y="1404110"/>
                  <a:ext cx="105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0D6FE1D-F924-F163-84D4-9E151F0E397A}"/>
                    </a:ext>
                  </a:extLst>
                </p14:cNvPr>
                <p14:cNvContentPartPr/>
                <p14:nvPr/>
              </p14:nvContentPartPr>
              <p14:xfrm>
                <a:off x="4781285" y="1450190"/>
                <a:ext cx="160920" cy="136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0D6FE1D-F924-F163-84D4-9E151F0E397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776965" y="1445870"/>
                  <a:ext cx="169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2B9AA12-7F86-F743-0C25-B239ACCB971D}"/>
                    </a:ext>
                  </a:extLst>
                </p14:cNvPr>
                <p14:cNvContentPartPr/>
                <p14:nvPr/>
              </p14:nvContentPartPr>
              <p14:xfrm>
                <a:off x="5026805" y="1384670"/>
                <a:ext cx="66240" cy="191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2B9AA12-7F86-F743-0C25-B239ACCB971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22485" y="1380350"/>
                  <a:ext cx="74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79DA593-F79A-D1FA-FA92-36B2B0AC412F}"/>
                    </a:ext>
                  </a:extLst>
                </p14:cNvPr>
                <p14:cNvContentPartPr/>
                <p14:nvPr/>
              </p14:nvContentPartPr>
              <p14:xfrm>
                <a:off x="5076125" y="1377470"/>
                <a:ext cx="92160" cy="214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79DA593-F79A-D1FA-FA92-36B2B0AC412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071805" y="1373150"/>
                  <a:ext cx="100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5FB709E-60AB-1965-DB4D-13BCCCBEAEDC}"/>
                    </a:ext>
                  </a:extLst>
                </p14:cNvPr>
                <p14:cNvContentPartPr/>
                <p14:nvPr/>
              </p14:nvContentPartPr>
              <p14:xfrm>
                <a:off x="5043725" y="1499870"/>
                <a:ext cx="98280" cy="20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5FB709E-60AB-1965-DB4D-13BCCCBEAED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39405" y="1495550"/>
                  <a:ext cx="10692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32FA02E-2979-9DD3-5AF7-3D581F546CCA}"/>
                  </a:ext>
                </a:extLst>
              </p14:cNvPr>
              <p14:cNvContentPartPr/>
              <p14:nvPr/>
            </p14:nvContentPartPr>
            <p14:xfrm>
              <a:off x="3121685" y="811910"/>
              <a:ext cx="743400" cy="3297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32FA02E-2979-9DD3-5AF7-3D581F546CC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113045" y="802910"/>
                <a:ext cx="76104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EA5B59C7-A158-29F1-34B8-9E57308EA9BB}"/>
                  </a:ext>
                </a:extLst>
              </p14:cNvPr>
              <p14:cNvContentPartPr/>
              <p14:nvPr/>
            </p14:nvContentPartPr>
            <p14:xfrm>
              <a:off x="3346685" y="1376030"/>
              <a:ext cx="75600" cy="83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EA5B59C7-A158-29F1-34B8-9E57308EA9B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337685" y="1367390"/>
                <a:ext cx="932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459DE3C9-26E1-9A13-E734-B78161A5D339}"/>
                  </a:ext>
                </a:extLst>
              </p14:cNvPr>
              <p14:cNvContentPartPr/>
              <p14:nvPr/>
            </p14:nvContentPartPr>
            <p14:xfrm>
              <a:off x="3821165" y="816590"/>
              <a:ext cx="58320" cy="1033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459DE3C9-26E1-9A13-E734-B78161A5D33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812165" y="807590"/>
                <a:ext cx="759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087DFD6-05A3-6731-F4F9-8A79467ECA20}"/>
                  </a:ext>
                </a:extLst>
              </p14:cNvPr>
              <p14:cNvContentPartPr/>
              <p14:nvPr/>
            </p14:nvContentPartPr>
            <p14:xfrm>
              <a:off x="3338045" y="1316270"/>
              <a:ext cx="102960" cy="2088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087DFD6-05A3-6731-F4F9-8A79467ECA2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329405" y="1307630"/>
                <a:ext cx="1206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C08E9DF-C719-4A48-E0A2-EFEBE7537E4F}"/>
                  </a:ext>
                </a:extLst>
              </p14:cNvPr>
              <p14:cNvContentPartPr/>
              <p14:nvPr/>
            </p14:nvContentPartPr>
            <p14:xfrm>
              <a:off x="3847445" y="1465310"/>
              <a:ext cx="360" cy="21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C08E9DF-C719-4A48-E0A2-EFEBE7537E4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838445" y="1456670"/>
                <a:ext cx="18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5FF4455-9F0F-D79A-F217-65341F950F0F}"/>
                  </a:ext>
                </a:extLst>
              </p14:cNvPr>
              <p14:cNvContentPartPr/>
              <p14:nvPr/>
            </p14:nvContentPartPr>
            <p14:xfrm>
              <a:off x="3777245" y="1428950"/>
              <a:ext cx="160920" cy="1666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5FF4455-9F0F-D79A-F217-65341F950F0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768245" y="1419950"/>
                <a:ext cx="1785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17AADE4-548B-2AAD-1195-E34EE66814B8}"/>
                  </a:ext>
                </a:extLst>
              </p14:cNvPr>
              <p14:cNvContentPartPr/>
              <p14:nvPr/>
            </p14:nvContentPartPr>
            <p14:xfrm>
              <a:off x="4338845" y="1326350"/>
              <a:ext cx="25200" cy="133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17AADE4-548B-2AAD-1195-E34EE66814B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329845" y="1317710"/>
                <a:ext cx="428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F4A4E78-CB22-EBB9-010A-942667373A5A}"/>
                  </a:ext>
                </a:extLst>
              </p14:cNvPr>
              <p14:cNvContentPartPr/>
              <p14:nvPr/>
            </p14:nvContentPartPr>
            <p14:xfrm>
              <a:off x="4285565" y="1263710"/>
              <a:ext cx="163080" cy="1404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CF4A4E78-CB22-EBB9-010A-942667373A5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276565" y="1255070"/>
                <a:ext cx="18072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4343924B-826D-B8B0-7531-E022600C946A}"/>
              </a:ext>
            </a:extLst>
          </p:cNvPr>
          <p:cNvGrpSpPr/>
          <p:nvPr/>
        </p:nvGrpSpPr>
        <p:grpSpPr>
          <a:xfrm>
            <a:off x="3092165" y="789230"/>
            <a:ext cx="1310400" cy="685080"/>
            <a:chOff x="3092165" y="789230"/>
            <a:chExt cx="1310400" cy="68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926C29A-DE49-DBA4-B7B8-0EF6342693BB}"/>
                    </a:ext>
                  </a:extLst>
                </p14:cNvPr>
                <p14:cNvContentPartPr/>
                <p14:nvPr/>
              </p14:nvContentPartPr>
              <p14:xfrm>
                <a:off x="3345245" y="1021070"/>
                <a:ext cx="360" cy="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926C29A-DE49-DBA4-B7B8-0EF6342693B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336605" y="10120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C8E442A-CEDB-EFFC-A906-8B9F93B2BB87}"/>
                    </a:ext>
                  </a:extLst>
                </p14:cNvPr>
                <p14:cNvContentPartPr/>
                <p14:nvPr/>
              </p14:nvContentPartPr>
              <p14:xfrm>
                <a:off x="3282605" y="1013150"/>
                <a:ext cx="63000" cy="8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C8E442A-CEDB-EFFC-A906-8B9F93B2BB8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273605" y="1004150"/>
                  <a:ext cx="80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BD60357-DDA9-4745-026A-5DC80A814F38}"/>
                    </a:ext>
                  </a:extLst>
                </p14:cNvPr>
                <p14:cNvContentPartPr/>
                <p14:nvPr/>
              </p14:nvContentPartPr>
              <p14:xfrm>
                <a:off x="3092165" y="1018550"/>
                <a:ext cx="127800" cy="232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BD60357-DDA9-4745-026A-5DC80A814F3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83525" y="1009910"/>
                  <a:ext cx="1454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0E88534-A0C9-B17A-B38C-B258B04AD530}"/>
                    </a:ext>
                  </a:extLst>
                </p14:cNvPr>
                <p14:cNvContentPartPr/>
                <p14:nvPr/>
              </p14:nvContentPartPr>
              <p14:xfrm>
                <a:off x="3130685" y="789230"/>
                <a:ext cx="736920" cy="370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0E88534-A0C9-B17A-B38C-B258B04AD53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21685" y="780590"/>
                  <a:ext cx="7545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8B50BD0-2930-148F-751D-669CAA983C53}"/>
                    </a:ext>
                  </a:extLst>
                </p14:cNvPr>
                <p14:cNvContentPartPr/>
                <p14:nvPr/>
              </p14:nvContentPartPr>
              <p14:xfrm>
                <a:off x="3115205" y="944750"/>
                <a:ext cx="148680" cy="310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8B50BD0-2930-148F-751D-669CAA983C5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06205" y="936110"/>
                  <a:ext cx="1663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B630DC0-BE00-C3CB-CBF4-A3D3AF72961D}"/>
                    </a:ext>
                  </a:extLst>
                </p14:cNvPr>
                <p14:cNvContentPartPr/>
                <p14:nvPr/>
              </p14:nvContentPartPr>
              <p14:xfrm>
                <a:off x="3459365" y="1275230"/>
                <a:ext cx="60480" cy="57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B630DC0-BE00-C3CB-CBF4-A3D3AF72961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55045" y="1270910"/>
                  <a:ext cx="69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419AF50-A4EE-CEAB-6ADC-BA1A152FB5F7}"/>
                    </a:ext>
                  </a:extLst>
                </p14:cNvPr>
                <p14:cNvContentPartPr/>
                <p14:nvPr/>
              </p14:nvContentPartPr>
              <p14:xfrm>
                <a:off x="3585005" y="1124750"/>
                <a:ext cx="55440" cy="64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419AF50-A4EE-CEAB-6ADC-BA1A152FB5F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580685" y="1120430"/>
                  <a:ext cx="64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C4B0253-5CDE-7AA9-CCFA-8AABFE281E3D}"/>
                    </a:ext>
                  </a:extLst>
                </p14:cNvPr>
                <p14:cNvContentPartPr/>
                <p14:nvPr/>
              </p14:nvContentPartPr>
              <p14:xfrm>
                <a:off x="3701645" y="957710"/>
                <a:ext cx="68040" cy="78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C4B0253-5CDE-7AA9-CCFA-8AABFE281E3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697325" y="953390"/>
                  <a:ext cx="766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5A7C71B-FEEF-9E9D-ECEC-794E8BF05725}"/>
                    </a:ext>
                  </a:extLst>
                </p14:cNvPr>
                <p14:cNvContentPartPr/>
                <p14:nvPr/>
              </p14:nvContentPartPr>
              <p14:xfrm>
                <a:off x="3867605" y="877430"/>
                <a:ext cx="25560" cy="129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5A7C71B-FEEF-9E9D-ECEC-794E8BF0572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63285" y="873110"/>
                  <a:ext cx="34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3DAC572-EBE0-2667-7E27-EBFB9B4EA034}"/>
                    </a:ext>
                  </a:extLst>
                </p14:cNvPr>
                <p14:cNvContentPartPr/>
                <p14:nvPr/>
              </p14:nvContentPartPr>
              <p14:xfrm>
                <a:off x="3846005" y="1063910"/>
                <a:ext cx="11160" cy="138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3DAC572-EBE0-2667-7E27-EBFB9B4EA03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841685" y="1059590"/>
                  <a:ext cx="198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F57B9F7-F9C8-8DC1-1D98-6A1A7AFCE532}"/>
                    </a:ext>
                  </a:extLst>
                </p14:cNvPr>
                <p14:cNvContentPartPr/>
                <p14:nvPr/>
              </p14:nvContentPartPr>
              <p14:xfrm>
                <a:off x="3839885" y="1263710"/>
                <a:ext cx="1440" cy="210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F57B9F7-F9C8-8DC1-1D98-6A1A7AFCE53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35565" y="1259390"/>
                  <a:ext cx="100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CA6E73E-45F6-AE47-3FFF-18FE304F4B2A}"/>
                    </a:ext>
                  </a:extLst>
                </p14:cNvPr>
                <p14:cNvContentPartPr/>
                <p14:nvPr/>
              </p14:nvContentPartPr>
              <p14:xfrm>
                <a:off x="3927725" y="858350"/>
                <a:ext cx="51840" cy="1404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CA6E73E-45F6-AE47-3FFF-18FE304F4B2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923405" y="854030"/>
                  <a:ext cx="60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6B6F6E6-5591-B31B-8118-D51AD3C505C7}"/>
                    </a:ext>
                  </a:extLst>
                </p14:cNvPr>
                <p14:cNvContentPartPr/>
                <p14:nvPr/>
              </p14:nvContentPartPr>
              <p14:xfrm>
                <a:off x="4027085" y="1021070"/>
                <a:ext cx="80280" cy="77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6B6F6E6-5591-B31B-8118-D51AD3C505C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22765" y="1016750"/>
                  <a:ext cx="88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184F178-D5BE-5144-190C-FEE4EA4D4817}"/>
                    </a:ext>
                  </a:extLst>
                </p14:cNvPr>
                <p14:cNvContentPartPr/>
                <p14:nvPr/>
              </p14:nvContentPartPr>
              <p14:xfrm>
                <a:off x="4172525" y="1140590"/>
                <a:ext cx="56880" cy="66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184F178-D5BE-5144-190C-FEE4EA4D481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168205" y="1136270"/>
                  <a:ext cx="655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4AE549B-0FE2-BF94-15BD-E6C429DF2337}"/>
                    </a:ext>
                  </a:extLst>
                </p14:cNvPr>
                <p14:cNvContentPartPr/>
                <p14:nvPr/>
              </p14:nvContentPartPr>
              <p14:xfrm>
                <a:off x="4293125" y="1274150"/>
                <a:ext cx="109440" cy="106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4AE549B-0FE2-BF94-15BD-E6C429DF233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288805" y="1269830"/>
                  <a:ext cx="11808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E057D93-E79A-0AD6-5B50-47DA5DE5660A}"/>
              </a:ext>
            </a:extLst>
          </p:cNvPr>
          <p:cNvGrpSpPr/>
          <p:nvPr/>
        </p:nvGrpSpPr>
        <p:grpSpPr>
          <a:xfrm>
            <a:off x="7436645" y="1960310"/>
            <a:ext cx="515520" cy="991800"/>
            <a:chOff x="7436645" y="1960310"/>
            <a:chExt cx="515520" cy="99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0E8E8A8-9D9E-ED1C-F7E7-C50D636E14AB}"/>
                    </a:ext>
                  </a:extLst>
                </p14:cNvPr>
                <p14:cNvContentPartPr/>
                <p14:nvPr/>
              </p14:nvContentPartPr>
              <p14:xfrm>
                <a:off x="7509365" y="1960310"/>
                <a:ext cx="35640" cy="3067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0E8E8A8-9D9E-ED1C-F7E7-C50D636E14A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505045" y="1955990"/>
                  <a:ext cx="442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441B4F5-B0F7-CC8E-C617-27FE3E28C12B}"/>
                    </a:ext>
                  </a:extLst>
                </p14:cNvPr>
                <p14:cNvContentPartPr/>
                <p14:nvPr/>
              </p14:nvContentPartPr>
              <p14:xfrm>
                <a:off x="7436645" y="2285030"/>
                <a:ext cx="110880" cy="42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441B4F5-B0F7-CC8E-C617-27FE3E28C12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432325" y="2280710"/>
                  <a:ext cx="1195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E9EF5D1-DB2B-E845-BB9A-9FD7314F55AA}"/>
                    </a:ext>
                  </a:extLst>
                </p14:cNvPr>
                <p14:cNvContentPartPr/>
                <p14:nvPr/>
              </p14:nvContentPartPr>
              <p14:xfrm>
                <a:off x="7484165" y="1974350"/>
                <a:ext cx="108360" cy="3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E9EF5D1-DB2B-E845-BB9A-9FD7314F55A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79845" y="1970030"/>
                  <a:ext cx="11700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428E2C7-6537-A1DA-4662-332EFAA42F39}"/>
                    </a:ext>
                  </a:extLst>
                </p14:cNvPr>
                <p14:cNvContentPartPr/>
                <p14:nvPr/>
              </p14:nvContentPartPr>
              <p14:xfrm>
                <a:off x="7676405" y="2212670"/>
                <a:ext cx="35640" cy="194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428E2C7-6537-A1DA-4662-332EFAA42F3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72085" y="2208350"/>
                  <a:ext cx="44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0F18B1B-36AC-86F9-9B40-CD6F4001AE59}"/>
                    </a:ext>
                  </a:extLst>
                </p14:cNvPr>
                <p14:cNvContentPartPr/>
                <p14:nvPr/>
              </p14:nvContentPartPr>
              <p14:xfrm>
                <a:off x="7672445" y="2215190"/>
                <a:ext cx="116280" cy="7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0F18B1B-36AC-86F9-9B40-CD6F4001AE5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668125" y="2210870"/>
                  <a:ext cx="1249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4B96E85-5A6D-8072-BDA6-CAEEB176674B}"/>
                    </a:ext>
                  </a:extLst>
                </p14:cNvPr>
                <p14:cNvContentPartPr/>
                <p14:nvPr/>
              </p14:nvContentPartPr>
              <p14:xfrm>
                <a:off x="7665605" y="2222030"/>
                <a:ext cx="115200" cy="66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4B96E85-5A6D-8072-BDA6-CAEEB176674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61285" y="2217710"/>
                  <a:ext cx="1238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49AFDB8-51E5-0594-ACBC-B1F6F8DD2A2C}"/>
                    </a:ext>
                  </a:extLst>
                </p14:cNvPr>
                <p14:cNvContentPartPr/>
                <p14:nvPr/>
              </p14:nvContentPartPr>
              <p14:xfrm>
                <a:off x="7823285" y="2201510"/>
                <a:ext cx="128880" cy="244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49AFDB8-51E5-0594-ACBC-B1F6F8DD2A2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818965" y="2197190"/>
                  <a:ext cx="137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C989BDE-6591-3616-6DFA-8FCB93DC39D5}"/>
                    </a:ext>
                  </a:extLst>
                </p14:cNvPr>
                <p14:cNvContentPartPr/>
                <p14:nvPr/>
              </p14:nvContentPartPr>
              <p14:xfrm>
                <a:off x="7538165" y="2526590"/>
                <a:ext cx="139680" cy="296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C989BDE-6591-3616-6DFA-8FCB93DC39D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33845" y="2522270"/>
                  <a:ext cx="1483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0DFE2AF-35D2-5A41-0ADC-9B11C07BD2A0}"/>
                    </a:ext>
                  </a:extLst>
                </p14:cNvPr>
                <p14:cNvContentPartPr/>
                <p14:nvPr/>
              </p14:nvContentPartPr>
              <p14:xfrm>
                <a:off x="7734005" y="2780030"/>
                <a:ext cx="172440" cy="172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0DFE2AF-35D2-5A41-0ADC-9B11C07BD2A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729685" y="2775710"/>
                  <a:ext cx="181080" cy="18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74262EC0-2DEA-FAF7-3FA0-67CCF33823A7}"/>
                  </a:ext>
                </a:extLst>
              </p14:cNvPr>
              <p14:cNvContentPartPr/>
              <p14:nvPr/>
            </p14:nvContentPartPr>
            <p14:xfrm>
              <a:off x="8221085" y="3017270"/>
              <a:ext cx="12960" cy="162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74262EC0-2DEA-FAF7-3FA0-67CCF33823A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216765" y="3012950"/>
                <a:ext cx="216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E8FE6DBD-1EAA-06E7-479C-1FBA246A3C17}"/>
                  </a:ext>
                </a:extLst>
              </p14:cNvPr>
              <p14:cNvContentPartPr/>
              <p14:nvPr/>
            </p14:nvContentPartPr>
            <p14:xfrm>
              <a:off x="2710205" y="2637830"/>
              <a:ext cx="24120" cy="849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E8FE6DBD-1EAA-06E7-479C-1FBA246A3C17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705885" y="2633510"/>
                <a:ext cx="3276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59C08D1-255D-B5DC-5FB7-34FAEE077F48}"/>
                  </a:ext>
                </a:extLst>
              </p14:cNvPr>
              <p14:cNvContentPartPr/>
              <p14:nvPr/>
            </p14:nvContentPartPr>
            <p14:xfrm>
              <a:off x="4073525" y="2619470"/>
              <a:ext cx="70920" cy="2466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59C08D1-255D-B5DC-5FB7-34FAEE077F4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4069205" y="2615150"/>
                <a:ext cx="79560" cy="25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319DE786-473C-9149-307A-F7F743869D67}"/>
              </a:ext>
            </a:extLst>
          </p:cNvPr>
          <p:cNvGrpSpPr/>
          <p:nvPr/>
        </p:nvGrpSpPr>
        <p:grpSpPr>
          <a:xfrm>
            <a:off x="5067485" y="2489870"/>
            <a:ext cx="988560" cy="282600"/>
            <a:chOff x="5067485" y="2489870"/>
            <a:chExt cx="98856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931493E-0364-9695-7561-F854BBEA977C}"/>
                    </a:ext>
                  </a:extLst>
                </p14:cNvPr>
                <p14:cNvContentPartPr/>
                <p14:nvPr/>
              </p14:nvContentPartPr>
              <p14:xfrm>
                <a:off x="5067485" y="2492030"/>
                <a:ext cx="108360" cy="226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931493E-0364-9695-7561-F854BBEA977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63165" y="2487710"/>
                  <a:ext cx="117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5C03C49-9DBA-4AB0-A86E-1C08D196811F}"/>
                    </a:ext>
                  </a:extLst>
                </p14:cNvPr>
                <p14:cNvContentPartPr/>
                <p14:nvPr/>
              </p14:nvContentPartPr>
              <p14:xfrm>
                <a:off x="5260805" y="2675990"/>
                <a:ext cx="6480" cy="9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5C03C49-9DBA-4AB0-A86E-1C08D196811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256485" y="2671670"/>
                  <a:ext cx="151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8253EAE-0634-7EA4-9E91-2E331916783A}"/>
                    </a:ext>
                  </a:extLst>
                </p14:cNvPr>
                <p14:cNvContentPartPr/>
                <p14:nvPr/>
              </p14:nvContentPartPr>
              <p14:xfrm>
                <a:off x="5331005" y="2489870"/>
                <a:ext cx="110160" cy="227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8253EAE-0634-7EA4-9E91-2E331916783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26685" y="2485550"/>
                  <a:ext cx="1188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5E3541C-C7C1-BFFA-2415-7664E83EFF78}"/>
                    </a:ext>
                  </a:extLst>
                </p14:cNvPr>
                <p14:cNvContentPartPr/>
                <p14:nvPr/>
              </p14:nvContentPartPr>
              <p14:xfrm>
                <a:off x="5496965" y="2508590"/>
                <a:ext cx="105840" cy="2109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5E3541C-C7C1-BFFA-2415-7664E83EFF7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92645" y="2504270"/>
                  <a:ext cx="1144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D297AA3-5737-1CE2-C9EC-134444146418}"/>
                    </a:ext>
                  </a:extLst>
                </p14:cNvPr>
                <p14:cNvContentPartPr/>
                <p14:nvPr/>
              </p14:nvContentPartPr>
              <p14:xfrm>
                <a:off x="5720525" y="2517230"/>
                <a:ext cx="335520" cy="222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D297AA3-5737-1CE2-C9EC-13444414641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16205" y="2512910"/>
                  <a:ext cx="344160" cy="23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EC79FE96-370E-3312-7EA9-419DE12B9614}"/>
                  </a:ext>
                </a:extLst>
              </p14:cNvPr>
              <p14:cNvContentPartPr/>
              <p14:nvPr/>
            </p14:nvContentPartPr>
            <p14:xfrm>
              <a:off x="4250285" y="2624150"/>
              <a:ext cx="293040" cy="2235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EC79FE96-370E-3312-7EA9-419DE12B961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245965" y="2619830"/>
                <a:ext cx="301680" cy="23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0DFCDF4-7961-0512-D474-0C4750C59C11}"/>
              </a:ext>
            </a:extLst>
          </p:cNvPr>
          <p:cNvGrpSpPr/>
          <p:nvPr/>
        </p:nvGrpSpPr>
        <p:grpSpPr>
          <a:xfrm>
            <a:off x="2856725" y="2582750"/>
            <a:ext cx="709920" cy="361440"/>
            <a:chOff x="2856725" y="2582750"/>
            <a:chExt cx="70992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D04AC7F-0FB1-E8C3-B3CB-C7EAFE039416}"/>
                    </a:ext>
                  </a:extLst>
                </p14:cNvPr>
                <p14:cNvContentPartPr/>
                <p14:nvPr/>
              </p14:nvContentPartPr>
              <p14:xfrm>
                <a:off x="2856725" y="2612630"/>
                <a:ext cx="93600" cy="2106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D04AC7F-0FB1-E8C3-B3CB-C7EAFE03941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852405" y="2608310"/>
                  <a:ext cx="1022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0FB6F9C-69EA-960A-7E5A-6E8C17F61453}"/>
                    </a:ext>
                  </a:extLst>
                </p14:cNvPr>
                <p14:cNvContentPartPr/>
                <p14:nvPr/>
              </p14:nvContentPartPr>
              <p14:xfrm>
                <a:off x="3016205" y="2839790"/>
                <a:ext cx="360" cy="1044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0FB6F9C-69EA-960A-7E5A-6E8C17F6145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11885" y="2835470"/>
                  <a:ext cx="90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166B6ED-1487-E3C0-515D-13A762BE5C5B}"/>
                    </a:ext>
                  </a:extLst>
                </p14:cNvPr>
                <p14:cNvContentPartPr/>
                <p14:nvPr/>
              </p14:nvContentPartPr>
              <p14:xfrm>
                <a:off x="3028805" y="2582750"/>
                <a:ext cx="91080" cy="1965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166B6ED-1487-E3C0-515D-13A762BE5C5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024485" y="2578430"/>
                  <a:ext cx="997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EE5B70C-59C4-37E6-C770-4FA81B5FFF1E}"/>
                    </a:ext>
                  </a:extLst>
                </p14:cNvPr>
                <p14:cNvContentPartPr/>
                <p14:nvPr/>
              </p14:nvContentPartPr>
              <p14:xfrm>
                <a:off x="3190805" y="2623070"/>
                <a:ext cx="85680" cy="121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EE5B70C-59C4-37E6-C770-4FA81B5FFF1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86485" y="2618750"/>
                  <a:ext cx="94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A755F59-8894-DC3A-612C-111E1EB5BFB7}"/>
                    </a:ext>
                  </a:extLst>
                </p14:cNvPr>
                <p14:cNvContentPartPr/>
                <p14:nvPr/>
              </p14:nvContentPartPr>
              <p14:xfrm>
                <a:off x="3278645" y="2613350"/>
                <a:ext cx="16560" cy="216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A755F59-8894-DC3A-612C-111E1EB5BFB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274325" y="2609030"/>
                  <a:ext cx="25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011990E-2139-BF9C-AB29-84E407179489}"/>
                    </a:ext>
                  </a:extLst>
                </p14:cNvPr>
                <p14:cNvContentPartPr/>
                <p14:nvPr/>
              </p14:nvContentPartPr>
              <p14:xfrm>
                <a:off x="3389525" y="2656910"/>
                <a:ext cx="177120" cy="2134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011990E-2139-BF9C-AB29-84E40717948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385205" y="2652590"/>
                  <a:ext cx="18576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0AF4CD25-FC8F-99B3-B629-FEFAF2316FDC}"/>
              </a:ext>
            </a:extLst>
          </p:cNvPr>
          <p:cNvGrpSpPr/>
          <p:nvPr/>
        </p:nvGrpSpPr>
        <p:grpSpPr>
          <a:xfrm>
            <a:off x="1785005" y="2198630"/>
            <a:ext cx="350640" cy="280080"/>
            <a:chOff x="1785005" y="2198630"/>
            <a:chExt cx="35064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4958AF0-8606-E58A-F2B2-380CFD1D751B}"/>
                    </a:ext>
                  </a:extLst>
                </p14:cNvPr>
                <p14:cNvContentPartPr/>
                <p14:nvPr/>
              </p14:nvContentPartPr>
              <p14:xfrm>
                <a:off x="1785005" y="2217350"/>
                <a:ext cx="12960" cy="204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4958AF0-8606-E58A-F2B2-380CFD1D751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780685" y="2213030"/>
                  <a:ext cx="216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89898BC-18EF-2ED6-E661-C069E688D9B5}"/>
                    </a:ext>
                  </a:extLst>
                </p14:cNvPr>
                <p14:cNvContentPartPr/>
                <p14:nvPr/>
              </p14:nvContentPartPr>
              <p14:xfrm>
                <a:off x="1833245" y="2198630"/>
                <a:ext cx="119160" cy="217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89898BC-18EF-2ED6-E661-C069E688D9B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828925" y="2194310"/>
                  <a:ext cx="127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71730E3-7D34-9C4A-E9CD-382487CC7CFF}"/>
                    </a:ext>
                  </a:extLst>
                </p14:cNvPr>
                <p14:cNvContentPartPr/>
                <p14:nvPr/>
              </p14:nvContentPartPr>
              <p14:xfrm>
                <a:off x="1958165" y="2315270"/>
                <a:ext cx="177480" cy="163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71730E3-7D34-9C4A-E9CD-382487CC7CF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953845" y="2310950"/>
                  <a:ext cx="18612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AC6935F-E458-8D1B-F314-B6791590AE6D}"/>
              </a:ext>
            </a:extLst>
          </p:cNvPr>
          <p:cNvGrpSpPr/>
          <p:nvPr/>
        </p:nvGrpSpPr>
        <p:grpSpPr>
          <a:xfrm>
            <a:off x="9086165" y="740270"/>
            <a:ext cx="834120" cy="598680"/>
            <a:chOff x="9086165" y="740270"/>
            <a:chExt cx="834120" cy="59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C3F8362-ADC4-6214-8B41-E58861275A75}"/>
                    </a:ext>
                  </a:extLst>
                </p14:cNvPr>
                <p14:cNvContentPartPr/>
                <p14:nvPr/>
              </p14:nvContentPartPr>
              <p14:xfrm>
                <a:off x="9086165" y="740270"/>
                <a:ext cx="277920" cy="421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C3F8362-ADC4-6214-8B41-E58861275A7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081845" y="735950"/>
                  <a:ext cx="2865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29796D4-C84D-16C1-F068-5E2BF17A123E}"/>
                    </a:ext>
                  </a:extLst>
                </p14:cNvPr>
                <p14:cNvContentPartPr/>
                <p14:nvPr/>
              </p14:nvContentPartPr>
              <p14:xfrm>
                <a:off x="9405125" y="1062830"/>
                <a:ext cx="138600" cy="252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29796D4-C84D-16C1-F068-5E2BF17A123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400805" y="1058510"/>
                  <a:ext cx="1472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C8D731E-ABE2-5488-9687-341306D31167}"/>
                    </a:ext>
                  </a:extLst>
                </p14:cNvPr>
                <p14:cNvContentPartPr/>
                <p14:nvPr/>
              </p14:nvContentPartPr>
              <p14:xfrm>
                <a:off x="9504125" y="1050230"/>
                <a:ext cx="136080" cy="288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C8D731E-ABE2-5488-9687-341306D3116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99805" y="1045910"/>
                  <a:ext cx="1447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0DF1F7B-B7DF-4ECE-46C3-BAC1A5D73ED1}"/>
                    </a:ext>
                  </a:extLst>
                </p14:cNvPr>
                <p14:cNvContentPartPr/>
                <p14:nvPr/>
              </p14:nvContentPartPr>
              <p14:xfrm>
                <a:off x="9408725" y="1201790"/>
                <a:ext cx="192600" cy="10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0DF1F7B-B7DF-4ECE-46C3-BAC1A5D73ED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404405" y="1197470"/>
                  <a:ext cx="20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A11EF9C-B74D-529D-6773-0936FFDDB2D2}"/>
                    </a:ext>
                  </a:extLst>
                </p14:cNvPr>
                <p14:cNvContentPartPr/>
                <p14:nvPr/>
              </p14:nvContentPartPr>
              <p14:xfrm>
                <a:off x="9801485" y="908030"/>
                <a:ext cx="114120" cy="25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A11EF9C-B74D-529D-6773-0936FFDDB2D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797165" y="903710"/>
                  <a:ext cx="12276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E5CDCD8-E0BB-002D-7EDB-847B7A5F8108}"/>
                    </a:ext>
                  </a:extLst>
                </p14:cNvPr>
                <p14:cNvContentPartPr/>
                <p14:nvPr/>
              </p14:nvContentPartPr>
              <p14:xfrm>
                <a:off x="9817685" y="967070"/>
                <a:ext cx="102600" cy="68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E5CDCD8-E0BB-002D-7EDB-847B7A5F810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813365" y="962750"/>
                  <a:ext cx="111240" cy="1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265FDFCA-7BF8-A439-54A0-D68F504DD33F}"/>
              </a:ext>
            </a:extLst>
          </p:cNvPr>
          <p:cNvGrpSpPr/>
          <p:nvPr/>
        </p:nvGrpSpPr>
        <p:grpSpPr>
          <a:xfrm>
            <a:off x="1237445" y="3209510"/>
            <a:ext cx="655560" cy="1748520"/>
            <a:chOff x="1237445" y="3209510"/>
            <a:chExt cx="655560" cy="174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C4E7B6B-9B97-7E5E-4F57-5B3611D50718}"/>
                    </a:ext>
                  </a:extLst>
                </p14:cNvPr>
                <p14:cNvContentPartPr/>
                <p14:nvPr/>
              </p14:nvContentPartPr>
              <p14:xfrm>
                <a:off x="1237445" y="3209510"/>
                <a:ext cx="400680" cy="1225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C4E7B6B-9B97-7E5E-4F57-5B3611D5071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233125" y="3205190"/>
                  <a:ext cx="409320" cy="12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8A39B1A-B15E-7591-4C8B-9A576E85B933}"/>
                    </a:ext>
                  </a:extLst>
                </p14:cNvPr>
                <p14:cNvContentPartPr/>
                <p14:nvPr/>
              </p14:nvContentPartPr>
              <p14:xfrm>
                <a:off x="1386845" y="4382390"/>
                <a:ext cx="275760" cy="3978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8A39B1A-B15E-7591-4C8B-9A576E85B93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382525" y="4378070"/>
                  <a:ext cx="2844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15C1DB8-E439-C056-2880-35B1A2C4D7BD}"/>
                    </a:ext>
                  </a:extLst>
                </p14:cNvPr>
                <p14:cNvContentPartPr/>
                <p14:nvPr/>
              </p14:nvContentPartPr>
              <p14:xfrm>
                <a:off x="1683125" y="4739150"/>
                <a:ext cx="95760" cy="203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15C1DB8-E439-C056-2880-35B1A2C4D7B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678805" y="4734830"/>
                  <a:ext cx="1044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EDB191C-F492-A5BF-6B91-ABB27624BAB8}"/>
                    </a:ext>
                  </a:extLst>
                </p14:cNvPr>
                <p14:cNvContentPartPr/>
                <p14:nvPr/>
              </p14:nvContentPartPr>
              <p14:xfrm>
                <a:off x="1748285" y="4715390"/>
                <a:ext cx="144720" cy="2426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EDB191C-F492-A5BF-6B91-ABB27624BAB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743965" y="4711070"/>
                  <a:ext cx="1533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04F2EDD-A923-67FA-71DA-3C78A04708A8}"/>
                    </a:ext>
                  </a:extLst>
                </p14:cNvPr>
                <p14:cNvContentPartPr/>
                <p14:nvPr/>
              </p14:nvContentPartPr>
              <p14:xfrm>
                <a:off x="1696805" y="4868030"/>
                <a:ext cx="196200" cy="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04F2EDD-A923-67FA-71DA-3C78A04708A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692485" y="4863710"/>
                  <a:ext cx="20484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430775EF-0D6C-AFC4-7F86-60AF7D258897}"/>
              </a:ext>
            </a:extLst>
          </p:cNvPr>
          <p:cNvGrpSpPr/>
          <p:nvPr/>
        </p:nvGrpSpPr>
        <p:grpSpPr>
          <a:xfrm>
            <a:off x="10093805" y="646670"/>
            <a:ext cx="656280" cy="584640"/>
            <a:chOff x="10093805" y="646670"/>
            <a:chExt cx="656280" cy="58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C46814D-937D-523D-E2A8-FF7E714DA2F5}"/>
                    </a:ext>
                  </a:extLst>
                </p14:cNvPr>
                <p14:cNvContentPartPr/>
                <p14:nvPr/>
              </p14:nvContentPartPr>
              <p14:xfrm>
                <a:off x="10093805" y="646670"/>
                <a:ext cx="230400" cy="4575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C46814D-937D-523D-E2A8-FF7E714DA2F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089485" y="642350"/>
                  <a:ext cx="23904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6E95B6F-CFA6-6785-7C15-9B4968F1A7DB}"/>
                    </a:ext>
                  </a:extLst>
                </p14:cNvPr>
                <p14:cNvContentPartPr/>
                <p14:nvPr/>
              </p14:nvContentPartPr>
              <p14:xfrm>
                <a:off x="10361645" y="974270"/>
                <a:ext cx="149760" cy="2527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6E95B6F-CFA6-6785-7C15-9B4968F1A7D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357325" y="969950"/>
                  <a:ext cx="1584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39675F4-10A0-391D-F67F-2FF793D90DC3}"/>
                    </a:ext>
                  </a:extLst>
                </p14:cNvPr>
                <p14:cNvContentPartPr/>
                <p14:nvPr/>
              </p14:nvContentPartPr>
              <p14:xfrm>
                <a:off x="10588805" y="833870"/>
                <a:ext cx="161280" cy="397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39675F4-10A0-391D-F67F-2FF793D90DC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84485" y="829550"/>
                  <a:ext cx="169920" cy="40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D7E51E83-56DB-F2BA-6E08-B73CE2A6C207}"/>
              </a:ext>
            </a:extLst>
          </p:cNvPr>
          <p:cNvGrpSpPr/>
          <p:nvPr/>
        </p:nvGrpSpPr>
        <p:grpSpPr>
          <a:xfrm>
            <a:off x="10942685" y="524270"/>
            <a:ext cx="844920" cy="577800"/>
            <a:chOff x="10942685" y="524270"/>
            <a:chExt cx="844920" cy="57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54495E8-FAE4-4E2A-AEBD-87DA4F3516EC}"/>
                    </a:ext>
                  </a:extLst>
                </p14:cNvPr>
                <p14:cNvContentPartPr/>
                <p14:nvPr/>
              </p14:nvContentPartPr>
              <p14:xfrm>
                <a:off x="10942685" y="531470"/>
                <a:ext cx="101880" cy="405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54495E8-FAE4-4E2A-AEBD-87DA4F3516E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938365" y="527150"/>
                  <a:ext cx="11052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A33A8E2-2290-75B0-640B-2947A204884F}"/>
                    </a:ext>
                  </a:extLst>
                </p14:cNvPr>
                <p14:cNvContentPartPr/>
                <p14:nvPr/>
              </p14:nvContentPartPr>
              <p14:xfrm>
                <a:off x="11026925" y="524270"/>
                <a:ext cx="103680" cy="4197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A33A8E2-2290-75B0-640B-2947A204884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022605" y="519950"/>
                  <a:ext cx="1123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2EFE24A-42C2-3C22-DC0F-489DC5B4807C}"/>
                    </a:ext>
                  </a:extLst>
                </p14:cNvPr>
                <p14:cNvContentPartPr/>
                <p14:nvPr/>
              </p14:nvContentPartPr>
              <p14:xfrm>
                <a:off x="11290445" y="589430"/>
                <a:ext cx="201240" cy="398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2EFE24A-42C2-3C22-DC0F-489DC5B4807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286125" y="585110"/>
                  <a:ext cx="2098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5B9C672-1AFA-0F42-B294-4630C75396DD}"/>
                    </a:ext>
                  </a:extLst>
                </p14:cNvPr>
                <p14:cNvContentPartPr/>
                <p14:nvPr/>
              </p14:nvContentPartPr>
              <p14:xfrm>
                <a:off x="11606525" y="903350"/>
                <a:ext cx="181080" cy="1987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5B9C672-1AFA-0F42-B294-4630C75396D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602205" y="899030"/>
                  <a:ext cx="189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6FC0105-1073-0EBA-2D70-B4F3B167403C}"/>
                    </a:ext>
                  </a:extLst>
                </p14:cNvPr>
                <p14:cNvContentPartPr/>
                <p14:nvPr/>
              </p14:nvContentPartPr>
              <p14:xfrm>
                <a:off x="11659805" y="924950"/>
                <a:ext cx="24120" cy="1641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6FC0105-1073-0EBA-2D70-B4F3B167403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655485" y="920630"/>
                  <a:ext cx="32760" cy="17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04B99BCE-FEAB-E728-3EEE-A0925565E0BB}"/>
                  </a:ext>
                </a:extLst>
              </p14:cNvPr>
              <p14:cNvContentPartPr/>
              <p14:nvPr/>
            </p14:nvContentPartPr>
            <p14:xfrm>
              <a:off x="8773325" y="208190"/>
              <a:ext cx="3216240" cy="148716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04B99BCE-FEAB-E728-3EEE-A0925565E0BB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764685" y="199190"/>
                <a:ext cx="3233880" cy="150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4E17912D-42E4-FAC7-ACEE-7CFD5FEA59E0}"/>
                  </a:ext>
                </a:extLst>
              </p14:cNvPr>
              <p14:cNvContentPartPr/>
              <p14:nvPr/>
            </p14:nvContentPartPr>
            <p14:xfrm>
              <a:off x="-842635" y="5996630"/>
              <a:ext cx="101880" cy="2844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4E17912D-42E4-FAC7-ACEE-7CFD5FEA59E0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-851635" y="5987630"/>
                <a:ext cx="11952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63110AD6-A09E-5BEF-8C96-76652783F9E4}"/>
                  </a:ext>
                </a:extLst>
              </p14:cNvPr>
              <p14:cNvContentPartPr/>
              <p14:nvPr/>
            </p14:nvContentPartPr>
            <p14:xfrm>
              <a:off x="2451365" y="4591190"/>
              <a:ext cx="445680" cy="2253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63110AD6-A09E-5BEF-8C96-76652783F9E4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2442725" y="4582190"/>
                <a:ext cx="463320" cy="24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C983FB11-C007-9757-EAE5-100B9807EF84}"/>
              </a:ext>
            </a:extLst>
          </p:cNvPr>
          <p:cNvGrpSpPr/>
          <p:nvPr/>
        </p:nvGrpSpPr>
        <p:grpSpPr>
          <a:xfrm>
            <a:off x="4702445" y="4277990"/>
            <a:ext cx="1189080" cy="385200"/>
            <a:chOff x="4702445" y="4277990"/>
            <a:chExt cx="1189080" cy="38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36C1439-AAD2-0E47-CFC7-C373DE15F1A4}"/>
                    </a:ext>
                  </a:extLst>
                </p14:cNvPr>
                <p14:cNvContentPartPr/>
                <p14:nvPr/>
              </p14:nvContentPartPr>
              <p14:xfrm>
                <a:off x="4702445" y="4356110"/>
                <a:ext cx="11520" cy="301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36C1439-AAD2-0E47-CFC7-C373DE15F1A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693445" y="4347110"/>
                  <a:ext cx="291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7C621EA-6FBD-0BC0-1F80-5B565E31655A}"/>
                    </a:ext>
                  </a:extLst>
                </p14:cNvPr>
                <p14:cNvContentPartPr/>
                <p14:nvPr/>
              </p14:nvContentPartPr>
              <p14:xfrm>
                <a:off x="4791725" y="4379510"/>
                <a:ext cx="158400" cy="2757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7C621EA-6FBD-0BC0-1F80-5B565E31655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82725" y="4370870"/>
                  <a:ext cx="1760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BCA1FF7-079B-6917-DC8A-0562BCE0B2F4}"/>
                    </a:ext>
                  </a:extLst>
                </p14:cNvPr>
                <p14:cNvContentPartPr/>
                <p14:nvPr/>
              </p14:nvContentPartPr>
              <p14:xfrm>
                <a:off x="5094125" y="4277990"/>
                <a:ext cx="88560" cy="2934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BCA1FF7-079B-6917-DC8A-0562BCE0B2F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085125" y="4269350"/>
                  <a:ext cx="1062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A7ACE34-B62D-C2BC-8EDA-9DAE9E3246F0}"/>
                    </a:ext>
                  </a:extLst>
                </p14:cNvPr>
                <p14:cNvContentPartPr/>
                <p14:nvPr/>
              </p14:nvContentPartPr>
              <p14:xfrm>
                <a:off x="5175485" y="4286630"/>
                <a:ext cx="94680" cy="325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A7ACE34-B62D-C2BC-8EDA-9DAE9E3246F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166845" y="4277630"/>
                  <a:ext cx="1123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79BCAEA-8A28-A0F7-3587-E8F80CDC651C}"/>
                    </a:ext>
                  </a:extLst>
                </p14:cNvPr>
                <p14:cNvContentPartPr/>
                <p14:nvPr/>
              </p14:nvContentPartPr>
              <p14:xfrm>
                <a:off x="5454485" y="4320470"/>
                <a:ext cx="84600" cy="2790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79BCAEA-8A28-A0F7-3587-E8F80CDC651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445485" y="4311470"/>
                  <a:ext cx="1022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4F24309-5F67-F73A-F5B0-7394D7E0C444}"/>
                    </a:ext>
                  </a:extLst>
                </p14:cNvPr>
                <p14:cNvContentPartPr/>
                <p14:nvPr/>
              </p14:nvContentPartPr>
              <p14:xfrm>
                <a:off x="5657525" y="4363310"/>
                <a:ext cx="18000" cy="289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4F24309-5F67-F73A-F5B0-7394D7E0C44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648885" y="4354310"/>
                  <a:ext cx="356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D08FE08-8C42-72D6-811B-E6765B43AA7D}"/>
                    </a:ext>
                  </a:extLst>
                </p14:cNvPr>
                <p14:cNvContentPartPr/>
                <p14:nvPr/>
              </p14:nvContentPartPr>
              <p14:xfrm>
                <a:off x="5676965" y="4368350"/>
                <a:ext cx="214560" cy="2948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D08FE08-8C42-72D6-811B-E6765B43AA7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667965" y="4359710"/>
                  <a:ext cx="23220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4057B7F1-6354-0D36-A116-BE9A1DB02711}"/>
              </a:ext>
            </a:extLst>
          </p:cNvPr>
          <p:cNvGrpSpPr/>
          <p:nvPr/>
        </p:nvGrpSpPr>
        <p:grpSpPr>
          <a:xfrm>
            <a:off x="3325085" y="4438910"/>
            <a:ext cx="1020960" cy="1307520"/>
            <a:chOff x="3325085" y="4438910"/>
            <a:chExt cx="1020960" cy="13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E001949-5A55-6CBF-A291-EA5BC487ADEF}"/>
                    </a:ext>
                  </a:extLst>
                </p14:cNvPr>
                <p14:cNvContentPartPr/>
                <p14:nvPr/>
              </p14:nvContentPartPr>
              <p14:xfrm>
                <a:off x="3325085" y="4438910"/>
                <a:ext cx="241560" cy="364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E001949-5A55-6CBF-A291-EA5BC487ADE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316085" y="4430270"/>
                  <a:ext cx="2592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A0D82EB-06CE-8048-5976-AE52055E94E7}"/>
                    </a:ext>
                  </a:extLst>
                </p14:cNvPr>
                <p14:cNvContentPartPr/>
                <p14:nvPr/>
              </p14:nvContentPartPr>
              <p14:xfrm>
                <a:off x="3626405" y="4708550"/>
                <a:ext cx="60840" cy="179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A0D82EB-06CE-8048-5976-AE52055E94E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617405" y="4699910"/>
                  <a:ext cx="78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2252A0F-3318-3BDC-0773-F59686FD400B}"/>
                    </a:ext>
                  </a:extLst>
                </p14:cNvPr>
                <p14:cNvContentPartPr/>
                <p14:nvPr/>
              </p14:nvContentPartPr>
              <p14:xfrm>
                <a:off x="3677885" y="4721150"/>
                <a:ext cx="74160" cy="254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2252A0F-3318-3BDC-0773-F59686FD400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669245" y="4712150"/>
                  <a:ext cx="91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10CE6DD-75E7-BC64-C656-BCAA59CFA763}"/>
                    </a:ext>
                  </a:extLst>
                </p14:cNvPr>
                <p14:cNvContentPartPr/>
                <p14:nvPr/>
              </p14:nvContentPartPr>
              <p14:xfrm>
                <a:off x="3628925" y="4889270"/>
                <a:ext cx="109440" cy="82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10CE6DD-75E7-BC64-C656-BCAA59CFA76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620285" y="4880630"/>
                  <a:ext cx="127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8F0940A-5DB0-3FF0-F60B-E2A6950AF973}"/>
                    </a:ext>
                  </a:extLst>
                </p14:cNvPr>
                <p14:cNvContentPartPr/>
                <p14:nvPr/>
              </p14:nvContentPartPr>
              <p14:xfrm>
                <a:off x="3905045" y="4609190"/>
                <a:ext cx="338040" cy="3970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8F0940A-5DB0-3FF0-F60B-E2A6950AF97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896405" y="4600190"/>
                  <a:ext cx="35568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14165D5-91E2-A619-5456-414A6230B89A}"/>
                    </a:ext>
                  </a:extLst>
                </p14:cNvPr>
                <p14:cNvContentPartPr/>
                <p14:nvPr/>
              </p14:nvContentPartPr>
              <p14:xfrm>
                <a:off x="4136165" y="4509830"/>
                <a:ext cx="148320" cy="5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14165D5-91E2-A619-5456-414A6230B89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127165" y="4500830"/>
                  <a:ext cx="1659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A2D9FFA-6661-FB16-EA7C-7BC0430303AF}"/>
                    </a:ext>
                  </a:extLst>
                </p14:cNvPr>
                <p14:cNvContentPartPr/>
                <p14:nvPr/>
              </p14:nvContentPartPr>
              <p14:xfrm>
                <a:off x="3583565" y="4828070"/>
                <a:ext cx="54720" cy="189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A2D9FFA-6661-FB16-EA7C-7BC0430303A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574565" y="4819430"/>
                  <a:ext cx="72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F4C7C3C-241F-2EB3-282B-4F0DBC5D80F5}"/>
                    </a:ext>
                  </a:extLst>
                </p14:cNvPr>
                <p14:cNvContentPartPr/>
                <p14:nvPr/>
              </p14:nvContentPartPr>
              <p14:xfrm>
                <a:off x="3402485" y="5142710"/>
                <a:ext cx="171360" cy="369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F4C7C3C-241F-2EB3-282B-4F0DBC5D80F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393845" y="5134070"/>
                  <a:ext cx="1890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73CC942-4946-825B-58DE-E3144D887C36}"/>
                    </a:ext>
                  </a:extLst>
                </p14:cNvPr>
                <p14:cNvContentPartPr/>
                <p14:nvPr/>
              </p14:nvContentPartPr>
              <p14:xfrm>
                <a:off x="3658805" y="5402270"/>
                <a:ext cx="68400" cy="1630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73CC942-4946-825B-58DE-E3144D887C3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650165" y="5393630"/>
                  <a:ext cx="86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3962EE1-8760-033F-78DF-5E94332D523E}"/>
                    </a:ext>
                  </a:extLst>
                </p14:cNvPr>
                <p14:cNvContentPartPr/>
                <p14:nvPr/>
              </p14:nvContentPartPr>
              <p14:xfrm>
                <a:off x="3716765" y="5393270"/>
                <a:ext cx="94680" cy="216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3962EE1-8760-033F-78DF-5E94332D523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708125" y="5384270"/>
                  <a:ext cx="1123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0719929-9799-5FBB-FB10-472C736018EB}"/>
                    </a:ext>
                  </a:extLst>
                </p14:cNvPr>
                <p14:cNvContentPartPr/>
                <p14:nvPr/>
              </p14:nvContentPartPr>
              <p14:xfrm>
                <a:off x="3680405" y="5516390"/>
                <a:ext cx="111960" cy="241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0719929-9799-5FBB-FB10-472C736018E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671765" y="5507750"/>
                  <a:ext cx="1296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5F19189-3E7E-25AF-4675-0EC18B1E7E6D}"/>
                    </a:ext>
                  </a:extLst>
                </p14:cNvPr>
                <p14:cNvContentPartPr/>
                <p14:nvPr/>
              </p14:nvContentPartPr>
              <p14:xfrm>
                <a:off x="3892445" y="5581550"/>
                <a:ext cx="120960" cy="164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5F19189-3E7E-25AF-4675-0EC18B1E7E6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883805" y="5572550"/>
                  <a:ext cx="138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A6B00F4-6FBD-F569-9D48-C41216AEF177}"/>
                    </a:ext>
                  </a:extLst>
                </p14:cNvPr>
                <p14:cNvContentPartPr/>
                <p14:nvPr/>
              </p14:nvContentPartPr>
              <p14:xfrm>
                <a:off x="4245245" y="5530070"/>
                <a:ext cx="94680" cy="36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A6B00F4-6FBD-F569-9D48-C41216AEF17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236605" y="5521070"/>
                  <a:ext cx="112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AAD061F-9F9F-AB61-C2DF-D301AB399F9E}"/>
                    </a:ext>
                  </a:extLst>
                </p14:cNvPr>
                <p14:cNvContentPartPr/>
                <p14:nvPr/>
              </p14:nvContentPartPr>
              <p14:xfrm>
                <a:off x="4246685" y="5426030"/>
                <a:ext cx="99360" cy="151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AAD061F-9F9F-AB61-C2DF-D301AB399F9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237685" y="5417030"/>
                  <a:ext cx="1170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DE102987-41C6-3A3F-A184-C6BC105C6479}"/>
              </a:ext>
            </a:extLst>
          </p:cNvPr>
          <p:cNvGrpSpPr/>
          <p:nvPr/>
        </p:nvGrpSpPr>
        <p:grpSpPr>
          <a:xfrm>
            <a:off x="4678325" y="5179070"/>
            <a:ext cx="960840" cy="349920"/>
            <a:chOff x="4678325" y="5179070"/>
            <a:chExt cx="96084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3D2DEAD-7689-9700-4530-2FB6B9BDD6F7}"/>
                    </a:ext>
                  </a:extLst>
                </p14:cNvPr>
                <p14:cNvContentPartPr/>
                <p14:nvPr/>
              </p14:nvContentPartPr>
              <p14:xfrm>
                <a:off x="4678325" y="5207510"/>
                <a:ext cx="134280" cy="263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3D2DEAD-7689-9700-4530-2FB6B9BDD6F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669685" y="5198870"/>
                  <a:ext cx="1519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BB853D9-3D2D-FECD-7187-D62AEA9871A6}"/>
                    </a:ext>
                  </a:extLst>
                </p14:cNvPr>
                <p14:cNvContentPartPr/>
                <p14:nvPr/>
              </p14:nvContentPartPr>
              <p14:xfrm>
                <a:off x="4855445" y="5460950"/>
                <a:ext cx="360" cy="680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BB853D9-3D2D-FECD-7187-D62AEA9871A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846805" y="5452310"/>
                  <a:ext cx="180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69DA44C-050D-340D-76D9-7D4D88EF9097}"/>
                    </a:ext>
                  </a:extLst>
                </p14:cNvPr>
                <p14:cNvContentPartPr/>
                <p14:nvPr/>
              </p14:nvContentPartPr>
              <p14:xfrm>
                <a:off x="4944725" y="5216870"/>
                <a:ext cx="99720" cy="2260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69DA44C-050D-340D-76D9-7D4D88EF909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935725" y="5207870"/>
                  <a:ext cx="1173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4E468AB-2ADF-97E3-99B5-8367CCA9B349}"/>
                    </a:ext>
                  </a:extLst>
                </p14:cNvPr>
                <p14:cNvContentPartPr/>
                <p14:nvPr/>
              </p14:nvContentPartPr>
              <p14:xfrm>
                <a:off x="5102765" y="5230550"/>
                <a:ext cx="121320" cy="2570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4E468AB-2ADF-97E3-99B5-8367CCA9B34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094125" y="5221550"/>
                  <a:ext cx="1389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F4A52B3-FD12-033F-EDC9-667C29B1306B}"/>
                    </a:ext>
                  </a:extLst>
                </p14:cNvPr>
                <p14:cNvContentPartPr/>
                <p14:nvPr/>
              </p14:nvContentPartPr>
              <p14:xfrm>
                <a:off x="5399765" y="5179070"/>
                <a:ext cx="172080" cy="2894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F4A52B3-FD12-033F-EDC9-667C29B1306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390765" y="5170070"/>
                  <a:ext cx="1897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11D1BEF-3C15-2A7B-6E34-A1198BA5141D}"/>
                    </a:ext>
                  </a:extLst>
                </p14:cNvPr>
                <p14:cNvContentPartPr/>
                <p14:nvPr/>
              </p14:nvContentPartPr>
              <p14:xfrm>
                <a:off x="5513165" y="5186630"/>
                <a:ext cx="126000" cy="266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11D1BEF-3C15-2A7B-6E34-A1198BA5141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504525" y="5177630"/>
                  <a:ext cx="14364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02D6BE04-06C7-3ABE-D583-FF5DB440DA51}"/>
              </a:ext>
            </a:extLst>
          </p:cNvPr>
          <p:cNvGrpSpPr/>
          <p:nvPr/>
        </p:nvGrpSpPr>
        <p:grpSpPr>
          <a:xfrm>
            <a:off x="5840045" y="5165750"/>
            <a:ext cx="330120" cy="301680"/>
            <a:chOff x="5840045" y="5165750"/>
            <a:chExt cx="33012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8E6E258-F510-C5DB-2ABD-B6776F8E3B6D}"/>
                    </a:ext>
                  </a:extLst>
                </p14:cNvPr>
                <p14:cNvContentPartPr/>
                <p14:nvPr/>
              </p14:nvContentPartPr>
              <p14:xfrm>
                <a:off x="5840045" y="5165750"/>
                <a:ext cx="31320" cy="3016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8E6E258-F510-C5DB-2ABD-B6776F8E3B6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831045" y="5156750"/>
                  <a:ext cx="489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1F36614-2562-F5CF-8C89-E382AA759F3B}"/>
                    </a:ext>
                  </a:extLst>
                </p14:cNvPr>
                <p14:cNvContentPartPr/>
                <p14:nvPr/>
              </p14:nvContentPartPr>
              <p14:xfrm>
                <a:off x="5962805" y="5166830"/>
                <a:ext cx="15480" cy="2595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1F36614-2562-F5CF-8C89-E382AA759F3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953805" y="5157830"/>
                  <a:ext cx="331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7DA7B04-52BA-8C91-F18F-66C5AFACBEFC}"/>
                    </a:ext>
                  </a:extLst>
                </p14:cNvPr>
                <p14:cNvContentPartPr/>
                <p14:nvPr/>
              </p14:nvContentPartPr>
              <p14:xfrm>
                <a:off x="5994125" y="5179790"/>
                <a:ext cx="176040" cy="2484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7DA7B04-52BA-8C91-F18F-66C5AFACBEF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985485" y="5170790"/>
                  <a:ext cx="19368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ED15284F-A239-1A41-ECD2-BDC9079D645B}"/>
              </a:ext>
            </a:extLst>
          </p:cNvPr>
          <p:cNvGrpSpPr/>
          <p:nvPr/>
        </p:nvGrpSpPr>
        <p:grpSpPr>
          <a:xfrm>
            <a:off x="3471605" y="5760470"/>
            <a:ext cx="950040" cy="693000"/>
            <a:chOff x="3471605" y="5760470"/>
            <a:chExt cx="950040" cy="69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12169D7-FF6C-CD07-F9E1-EE1FB84C2606}"/>
                    </a:ext>
                  </a:extLst>
                </p14:cNvPr>
                <p14:cNvContentPartPr/>
                <p14:nvPr/>
              </p14:nvContentPartPr>
              <p14:xfrm>
                <a:off x="3471605" y="5760470"/>
                <a:ext cx="189360" cy="386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12169D7-FF6C-CD07-F9E1-EE1FB84C260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462605" y="5751470"/>
                  <a:ext cx="2070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A7FB7F0-BAB2-9D05-E564-4E8B50EEBD36}"/>
                    </a:ext>
                  </a:extLst>
                </p14:cNvPr>
                <p14:cNvContentPartPr/>
                <p14:nvPr/>
              </p14:nvContentPartPr>
              <p14:xfrm>
                <a:off x="3701645" y="6047030"/>
                <a:ext cx="94680" cy="1778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A7FB7F0-BAB2-9D05-E564-4E8B50EEBD3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693005" y="6038390"/>
                  <a:ext cx="112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E35A478-11A3-195C-6BB5-2306967D3CDC}"/>
                    </a:ext>
                  </a:extLst>
                </p14:cNvPr>
                <p14:cNvContentPartPr/>
                <p14:nvPr/>
              </p14:nvContentPartPr>
              <p14:xfrm>
                <a:off x="3782285" y="6030830"/>
                <a:ext cx="49320" cy="182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E35A478-11A3-195C-6BB5-2306967D3CD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773285" y="6022190"/>
                  <a:ext cx="66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2BED301-7BCF-05AF-DF0D-F34AF7076A4E}"/>
                    </a:ext>
                  </a:extLst>
                </p14:cNvPr>
                <p14:cNvContentPartPr/>
                <p14:nvPr/>
              </p14:nvContentPartPr>
              <p14:xfrm>
                <a:off x="3723245" y="6158270"/>
                <a:ext cx="115920" cy="6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2BED301-7BCF-05AF-DF0D-F34AF7076A4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714245" y="6149270"/>
                  <a:ext cx="1335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00ACBA1-DC68-A936-B318-2ACE0E426D6C}"/>
                    </a:ext>
                  </a:extLst>
                </p14:cNvPr>
                <p14:cNvContentPartPr/>
                <p14:nvPr/>
              </p14:nvContentPartPr>
              <p14:xfrm>
                <a:off x="3930965" y="6202910"/>
                <a:ext cx="126720" cy="2505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00ACBA1-DC68-A936-B318-2ACE0E426D6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922325" y="6193910"/>
                  <a:ext cx="1443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CF01A26-0B18-C9EA-8605-ABCD479790E4}"/>
                    </a:ext>
                  </a:extLst>
                </p14:cNvPr>
                <p14:cNvContentPartPr/>
                <p14:nvPr/>
              </p14:nvContentPartPr>
              <p14:xfrm>
                <a:off x="4303205" y="6205430"/>
                <a:ext cx="109440" cy="151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CF01A26-0B18-C9EA-8605-ABCD479790E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294205" y="6196790"/>
                  <a:ext cx="127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C265825-A40E-47DD-999E-F1431D6E77C1}"/>
                    </a:ext>
                  </a:extLst>
                </p14:cNvPr>
                <p14:cNvContentPartPr/>
                <p14:nvPr/>
              </p14:nvContentPartPr>
              <p14:xfrm>
                <a:off x="4303205" y="6128750"/>
                <a:ext cx="118440" cy="918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C265825-A40E-47DD-999E-F1431D6E77C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294205" y="6120110"/>
                  <a:ext cx="13608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F26F2F13-3E1D-1BFD-389E-06B2E1A19481}"/>
                  </a:ext>
                </a:extLst>
              </p14:cNvPr>
              <p14:cNvContentPartPr/>
              <p14:nvPr/>
            </p14:nvContentPartPr>
            <p14:xfrm>
              <a:off x="4896845" y="5816990"/>
              <a:ext cx="142200" cy="3312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F26F2F13-3E1D-1BFD-389E-06B2E1A19481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4888205" y="5807990"/>
                <a:ext cx="159840" cy="34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Group 251">
            <a:extLst>
              <a:ext uri="{FF2B5EF4-FFF2-40B4-BE49-F238E27FC236}">
                <a16:creationId xmlns:a16="http://schemas.microsoft.com/office/drawing/2014/main" id="{C8C9B1D6-4660-0D7C-BD61-3C3BD6E9D387}"/>
              </a:ext>
            </a:extLst>
          </p:cNvPr>
          <p:cNvGrpSpPr/>
          <p:nvPr/>
        </p:nvGrpSpPr>
        <p:grpSpPr>
          <a:xfrm>
            <a:off x="5360165" y="5833190"/>
            <a:ext cx="212400" cy="294480"/>
            <a:chOff x="5360165" y="5833190"/>
            <a:chExt cx="21240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1ADFA84-6755-CF9D-8C37-9C9537ABFA5A}"/>
                    </a:ext>
                  </a:extLst>
                </p14:cNvPr>
                <p14:cNvContentPartPr/>
                <p14:nvPr/>
              </p14:nvContentPartPr>
              <p14:xfrm>
                <a:off x="5360165" y="5833190"/>
                <a:ext cx="144720" cy="2653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1ADFA84-6755-CF9D-8C37-9C9537ABFA5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351165" y="5824550"/>
                  <a:ext cx="1623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DE172B9-60E4-6B3B-C12F-F35A87DA3B9A}"/>
                    </a:ext>
                  </a:extLst>
                </p14:cNvPr>
                <p14:cNvContentPartPr/>
                <p14:nvPr/>
              </p14:nvContentPartPr>
              <p14:xfrm>
                <a:off x="5410205" y="5838230"/>
                <a:ext cx="162360" cy="2894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DE172B9-60E4-6B3B-C12F-F35A87DA3B9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401565" y="5829590"/>
                  <a:ext cx="180000" cy="30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3D2E7B72-921F-8FCA-C106-4FE2B5300531}"/>
              </a:ext>
            </a:extLst>
          </p:cNvPr>
          <p:cNvGrpSpPr/>
          <p:nvPr/>
        </p:nvGrpSpPr>
        <p:grpSpPr>
          <a:xfrm>
            <a:off x="5829605" y="5807270"/>
            <a:ext cx="429840" cy="279360"/>
            <a:chOff x="5829605" y="5807270"/>
            <a:chExt cx="42984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14CDCAD-519A-B819-9DF9-ECD6EF074C24}"/>
                    </a:ext>
                  </a:extLst>
                </p14:cNvPr>
                <p14:cNvContentPartPr/>
                <p14:nvPr/>
              </p14:nvContentPartPr>
              <p14:xfrm>
                <a:off x="5829605" y="5807270"/>
                <a:ext cx="57960" cy="2653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14CDCAD-519A-B819-9DF9-ECD6EF074C2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820965" y="5798270"/>
                  <a:ext cx="756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26DD1EE-2E47-533F-2A4F-B899F154F1F8}"/>
                    </a:ext>
                  </a:extLst>
                </p14:cNvPr>
                <p14:cNvContentPartPr/>
                <p14:nvPr/>
              </p14:nvContentPartPr>
              <p14:xfrm>
                <a:off x="6043085" y="5858750"/>
                <a:ext cx="6480" cy="2278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26DD1EE-2E47-533F-2A4F-B899F154F1F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034445" y="5849750"/>
                  <a:ext cx="241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8B2B87F-7C53-DB5C-DA5A-DC6B8BC0BA13}"/>
                    </a:ext>
                  </a:extLst>
                </p14:cNvPr>
                <p14:cNvContentPartPr/>
                <p14:nvPr/>
              </p14:nvContentPartPr>
              <p14:xfrm>
                <a:off x="6043085" y="5821310"/>
                <a:ext cx="216360" cy="254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8B2B87F-7C53-DB5C-DA5A-DC6B8BC0BA1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034445" y="5812670"/>
                  <a:ext cx="234000" cy="27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93E4C14F-05CB-D7BB-1666-3449ACA3C5B0}"/>
              </a:ext>
            </a:extLst>
          </p:cNvPr>
          <p:cNvGrpSpPr/>
          <p:nvPr/>
        </p:nvGrpSpPr>
        <p:grpSpPr>
          <a:xfrm>
            <a:off x="3455765" y="6377150"/>
            <a:ext cx="550800" cy="469800"/>
            <a:chOff x="3455765" y="6377150"/>
            <a:chExt cx="55080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82E8EEE-9DE9-F75A-9DCA-A43D0D50B428}"/>
                    </a:ext>
                  </a:extLst>
                </p14:cNvPr>
                <p14:cNvContentPartPr/>
                <p14:nvPr/>
              </p14:nvContentPartPr>
              <p14:xfrm>
                <a:off x="3455765" y="6377150"/>
                <a:ext cx="202680" cy="3430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82E8EEE-9DE9-F75A-9DCA-A43D0D50B42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446765" y="6368150"/>
                  <a:ext cx="2203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BEBDBAF-6659-97AE-03D5-6AE9718EAAE7}"/>
                    </a:ext>
                  </a:extLst>
                </p14:cNvPr>
                <p14:cNvContentPartPr/>
                <p14:nvPr/>
              </p14:nvContentPartPr>
              <p14:xfrm>
                <a:off x="3698765" y="6555710"/>
                <a:ext cx="95040" cy="1688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BEBDBAF-6659-97AE-03D5-6AE9718EAAE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690125" y="6547070"/>
                  <a:ext cx="1126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54FF81C-34D7-2607-F007-D9F470F811D5}"/>
                    </a:ext>
                  </a:extLst>
                </p14:cNvPr>
                <p14:cNvContentPartPr/>
                <p14:nvPr/>
              </p14:nvContentPartPr>
              <p14:xfrm>
                <a:off x="3764645" y="6553550"/>
                <a:ext cx="78480" cy="2091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54FF81C-34D7-2607-F007-D9F470F811D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755645" y="6544910"/>
                  <a:ext cx="961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2F11B66-1914-DD93-95CA-FF174F5E4C78}"/>
                    </a:ext>
                  </a:extLst>
                </p14:cNvPr>
                <p14:cNvContentPartPr/>
                <p14:nvPr/>
              </p14:nvContentPartPr>
              <p14:xfrm>
                <a:off x="3704165" y="6684590"/>
                <a:ext cx="123480" cy="93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2F11B66-1914-DD93-95CA-FF174F5E4C7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695525" y="6675950"/>
                  <a:ext cx="141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F62D0CF-FDD9-22D9-47D6-CD04E41ABF4C}"/>
                    </a:ext>
                  </a:extLst>
                </p14:cNvPr>
                <p14:cNvContentPartPr/>
                <p14:nvPr/>
              </p14:nvContentPartPr>
              <p14:xfrm>
                <a:off x="3894605" y="6643910"/>
                <a:ext cx="111960" cy="1134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F62D0CF-FDD9-22D9-47D6-CD04E41ABF4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885965" y="6635270"/>
                  <a:ext cx="129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2D1E236-96DE-D3A0-B16E-6999CC4FFB7E}"/>
                    </a:ext>
                  </a:extLst>
                </p14:cNvPr>
                <p14:cNvContentPartPr/>
                <p14:nvPr/>
              </p14:nvContentPartPr>
              <p14:xfrm>
                <a:off x="3987845" y="6643910"/>
                <a:ext cx="12600" cy="2030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2D1E236-96DE-D3A0-B16E-6999CC4FFB7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979205" y="6635270"/>
                  <a:ext cx="3024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C1D8FEB1-FD98-6D2E-B6BA-22347B4DDFA9}"/>
              </a:ext>
            </a:extLst>
          </p:cNvPr>
          <p:cNvGrpSpPr/>
          <p:nvPr/>
        </p:nvGrpSpPr>
        <p:grpSpPr>
          <a:xfrm>
            <a:off x="4295645" y="6653990"/>
            <a:ext cx="117720" cy="75240"/>
            <a:chOff x="4295645" y="6653990"/>
            <a:chExt cx="117720" cy="7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F979FF8-D395-5494-408A-21BA903680A5}"/>
                    </a:ext>
                  </a:extLst>
                </p14:cNvPr>
                <p14:cNvContentPartPr/>
                <p14:nvPr/>
              </p14:nvContentPartPr>
              <p14:xfrm>
                <a:off x="4316165" y="6722030"/>
                <a:ext cx="97200" cy="72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F979FF8-D395-5494-408A-21BA903680A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307525" y="6713030"/>
                  <a:ext cx="1148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2703AEE-7E00-7AAE-3333-D60C49E2561C}"/>
                    </a:ext>
                  </a:extLst>
                </p14:cNvPr>
                <p14:cNvContentPartPr/>
                <p14:nvPr/>
              </p14:nvContentPartPr>
              <p14:xfrm>
                <a:off x="4295645" y="6653990"/>
                <a:ext cx="114480" cy="680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2703AEE-7E00-7AAE-3333-D60C49E2561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286645" y="6645350"/>
                  <a:ext cx="13212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7807511C-9869-227F-B08E-8F5F1404D3D3}"/>
              </a:ext>
            </a:extLst>
          </p:cNvPr>
          <p:cNvGrpSpPr/>
          <p:nvPr/>
        </p:nvGrpSpPr>
        <p:grpSpPr>
          <a:xfrm>
            <a:off x="4777685" y="6374270"/>
            <a:ext cx="1667520" cy="401040"/>
            <a:chOff x="4777685" y="6374270"/>
            <a:chExt cx="166752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FCA35E4-9716-80B1-16F8-2C925975FD45}"/>
                    </a:ext>
                  </a:extLst>
                </p14:cNvPr>
                <p14:cNvContentPartPr/>
                <p14:nvPr/>
              </p14:nvContentPartPr>
              <p14:xfrm>
                <a:off x="4777685" y="6374270"/>
                <a:ext cx="112320" cy="3258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FCA35E4-9716-80B1-16F8-2C925975FD4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768685" y="6365270"/>
                  <a:ext cx="1299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6A4C733-AAB4-B60B-39BB-3A91EA2BBC2D}"/>
                    </a:ext>
                  </a:extLst>
                </p14:cNvPr>
                <p14:cNvContentPartPr/>
                <p14:nvPr/>
              </p14:nvContentPartPr>
              <p14:xfrm>
                <a:off x="4963445" y="6648590"/>
                <a:ext cx="2880" cy="1267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6A4C733-AAB4-B60B-39BB-3A91EA2BBC2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954805" y="6639590"/>
                  <a:ext cx="205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C574665-9697-2D63-D5FD-D3D2C73D4024}"/>
                    </a:ext>
                  </a:extLst>
                </p14:cNvPr>
                <p14:cNvContentPartPr/>
                <p14:nvPr/>
              </p14:nvContentPartPr>
              <p14:xfrm>
                <a:off x="5058845" y="6394430"/>
                <a:ext cx="113400" cy="3160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C574665-9697-2D63-D5FD-D3D2C73D402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050205" y="6385430"/>
                  <a:ext cx="1310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3543DDA-8A25-7BB2-BFF4-896C8878B781}"/>
                    </a:ext>
                  </a:extLst>
                </p14:cNvPr>
                <p14:cNvContentPartPr/>
                <p14:nvPr/>
              </p14:nvContentPartPr>
              <p14:xfrm>
                <a:off x="5238125" y="6409910"/>
                <a:ext cx="147960" cy="2718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3543DDA-8A25-7BB2-BFF4-896C8878B78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229125" y="6400910"/>
                  <a:ext cx="1656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54DBCB6-0BA4-6B91-2287-71EE8B7CCA89}"/>
                    </a:ext>
                  </a:extLst>
                </p14:cNvPr>
                <p14:cNvContentPartPr/>
                <p14:nvPr/>
              </p14:nvContentPartPr>
              <p14:xfrm>
                <a:off x="5581205" y="6387230"/>
                <a:ext cx="146880" cy="2822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54DBCB6-0BA4-6B91-2287-71EE8B7CCA8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572205" y="6378230"/>
                  <a:ext cx="1645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293FDC8-BC87-58A8-89EB-3BBECA7219EA}"/>
                    </a:ext>
                  </a:extLst>
                </p14:cNvPr>
                <p14:cNvContentPartPr/>
                <p14:nvPr/>
              </p14:nvContentPartPr>
              <p14:xfrm>
                <a:off x="5677685" y="6413870"/>
                <a:ext cx="151560" cy="2754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293FDC8-BC87-58A8-89EB-3BBECA7219E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669045" y="6405230"/>
                  <a:ext cx="1692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96F2AB1-B73B-46DF-ED79-27AED3F792B9}"/>
                    </a:ext>
                  </a:extLst>
                </p14:cNvPr>
                <p14:cNvContentPartPr/>
                <p14:nvPr/>
              </p14:nvContentPartPr>
              <p14:xfrm>
                <a:off x="6034445" y="6445190"/>
                <a:ext cx="88560" cy="2422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96F2AB1-B73B-46DF-ED79-27AED3F792B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025445" y="6436190"/>
                  <a:ext cx="1062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B7111E4-AD05-C3F3-1DEE-126D8C23462F}"/>
                    </a:ext>
                  </a:extLst>
                </p14:cNvPr>
                <p14:cNvContentPartPr/>
                <p14:nvPr/>
              </p14:nvContentPartPr>
              <p14:xfrm>
                <a:off x="6262685" y="6444110"/>
                <a:ext cx="3960" cy="2491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B7111E4-AD05-C3F3-1DEE-126D8C23462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254045" y="6435110"/>
                  <a:ext cx="216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F163198-9B59-0C2A-B2BA-9169033F5F50}"/>
                    </a:ext>
                  </a:extLst>
                </p14:cNvPr>
                <p14:cNvContentPartPr/>
                <p14:nvPr/>
              </p14:nvContentPartPr>
              <p14:xfrm>
                <a:off x="6252965" y="6404510"/>
                <a:ext cx="192240" cy="2570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F163198-9B59-0C2A-B2BA-9169033F5F5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243965" y="6395510"/>
                  <a:ext cx="20988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165B6767-8275-1480-BE21-FE61E49C33AB}"/>
              </a:ext>
            </a:extLst>
          </p:cNvPr>
          <p:cNvGrpSpPr/>
          <p:nvPr/>
        </p:nvGrpSpPr>
        <p:grpSpPr>
          <a:xfrm>
            <a:off x="6664445" y="6570470"/>
            <a:ext cx="144720" cy="117000"/>
            <a:chOff x="6664445" y="6570470"/>
            <a:chExt cx="144720" cy="11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F66E07A-1D65-54C8-320A-0B9DFA690060}"/>
                    </a:ext>
                  </a:extLst>
                </p14:cNvPr>
                <p14:cNvContentPartPr/>
                <p14:nvPr/>
              </p14:nvContentPartPr>
              <p14:xfrm>
                <a:off x="6673085" y="6670190"/>
                <a:ext cx="136080" cy="172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F66E07A-1D65-54C8-320A-0B9DFA69006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664445" y="6661550"/>
                  <a:ext cx="153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76F9628-3732-5496-03D3-DFBAB4C518C2}"/>
                    </a:ext>
                  </a:extLst>
                </p14:cNvPr>
                <p14:cNvContentPartPr/>
                <p14:nvPr/>
              </p14:nvContentPartPr>
              <p14:xfrm>
                <a:off x="6664445" y="6570470"/>
                <a:ext cx="120960" cy="252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76F9628-3732-5496-03D3-DFBAB4C518C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655805" y="6561830"/>
                  <a:ext cx="13860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081AC84C-211A-6BB6-3038-C2C67B7294DF}"/>
                  </a:ext>
                </a:extLst>
              </p14:cNvPr>
              <p14:cNvContentPartPr/>
              <p14:nvPr/>
            </p14:nvContentPartPr>
            <p14:xfrm>
              <a:off x="6618005" y="5961710"/>
              <a:ext cx="79560" cy="612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081AC84C-211A-6BB6-3038-C2C67B7294DF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6609365" y="5952710"/>
                <a:ext cx="972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74CF487F-7082-310C-C5A8-DE6434B5C247}"/>
                  </a:ext>
                </a:extLst>
              </p14:cNvPr>
              <p14:cNvContentPartPr/>
              <p14:nvPr/>
            </p14:nvContentPartPr>
            <p14:xfrm>
              <a:off x="6541325" y="5833910"/>
              <a:ext cx="117000" cy="252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74CF487F-7082-310C-C5A8-DE6434B5C247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6532685" y="5824910"/>
                <a:ext cx="13464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E19C4AE6-6847-42D4-2296-D1C0DE4FFB17}"/>
              </a:ext>
            </a:extLst>
          </p:cNvPr>
          <p:cNvGrpSpPr/>
          <p:nvPr/>
        </p:nvGrpSpPr>
        <p:grpSpPr>
          <a:xfrm>
            <a:off x="6567965" y="5204630"/>
            <a:ext cx="142200" cy="124560"/>
            <a:chOff x="6567965" y="5204630"/>
            <a:chExt cx="142200" cy="12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E596A3E-3094-DCEB-52F0-89BA39C977BC}"/>
                    </a:ext>
                  </a:extLst>
                </p14:cNvPr>
                <p14:cNvContentPartPr/>
                <p14:nvPr/>
              </p14:nvContentPartPr>
              <p14:xfrm>
                <a:off x="6624485" y="5310830"/>
                <a:ext cx="75600" cy="18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E596A3E-3094-DCEB-52F0-89BA39C977B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615485" y="5301830"/>
                  <a:ext cx="93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1F5FF83-C284-9A2C-1506-5C6AC44B1B09}"/>
                    </a:ext>
                  </a:extLst>
                </p14:cNvPr>
                <p14:cNvContentPartPr/>
                <p14:nvPr/>
              </p14:nvContentPartPr>
              <p14:xfrm>
                <a:off x="6567965" y="5204630"/>
                <a:ext cx="142200" cy="93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1F5FF83-C284-9A2C-1506-5C6AC44B1B0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558965" y="5195630"/>
                  <a:ext cx="15984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678F01F4-6723-D6B0-8358-8B4878C219AD}"/>
              </a:ext>
            </a:extLst>
          </p:cNvPr>
          <p:cNvGrpSpPr/>
          <p:nvPr/>
        </p:nvGrpSpPr>
        <p:grpSpPr>
          <a:xfrm>
            <a:off x="6551405" y="4365110"/>
            <a:ext cx="129600" cy="123480"/>
            <a:chOff x="6551405" y="4365110"/>
            <a:chExt cx="129600" cy="12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3B5892B-CF1B-C858-867A-C4D1033463EC}"/>
                    </a:ext>
                  </a:extLst>
                </p14:cNvPr>
                <p14:cNvContentPartPr/>
                <p14:nvPr/>
              </p14:nvContentPartPr>
              <p14:xfrm>
                <a:off x="6564005" y="4464470"/>
                <a:ext cx="117000" cy="241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3B5892B-CF1B-C858-867A-C4D1033463E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555365" y="4455830"/>
                  <a:ext cx="1346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1116F5D-E316-3571-752D-2D44C67B515C}"/>
                    </a:ext>
                  </a:extLst>
                </p14:cNvPr>
                <p14:cNvContentPartPr/>
                <p14:nvPr/>
              </p14:nvContentPartPr>
              <p14:xfrm>
                <a:off x="6551405" y="4365110"/>
                <a:ext cx="124560" cy="342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1116F5D-E316-3571-752D-2D44C67B515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542765" y="4356470"/>
                  <a:ext cx="1422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4A9AFCEA-6E81-AF7E-0013-26136FC2C0DF}"/>
              </a:ext>
            </a:extLst>
          </p:cNvPr>
          <p:cNvGrpSpPr/>
          <p:nvPr/>
        </p:nvGrpSpPr>
        <p:grpSpPr>
          <a:xfrm>
            <a:off x="6973325" y="4212830"/>
            <a:ext cx="1130400" cy="416880"/>
            <a:chOff x="6973325" y="4212830"/>
            <a:chExt cx="113040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F3A57A7-0E07-A56B-C9D2-AD580D8CD0E3}"/>
                    </a:ext>
                  </a:extLst>
                </p14:cNvPr>
                <p14:cNvContentPartPr/>
                <p14:nvPr/>
              </p14:nvContentPartPr>
              <p14:xfrm>
                <a:off x="6973325" y="4212830"/>
                <a:ext cx="154080" cy="3121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F3A57A7-0E07-A56B-C9D2-AD580D8CD0E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964685" y="4203830"/>
                  <a:ext cx="1717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AD2618A-0F45-4CC4-4320-3CA5459D57F1}"/>
                    </a:ext>
                  </a:extLst>
                </p14:cNvPr>
                <p14:cNvContentPartPr/>
                <p14:nvPr/>
              </p14:nvContentPartPr>
              <p14:xfrm>
                <a:off x="7243325" y="4513070"/>
                <a:ext cx="16920" cy="1166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AD2618A-0F45-4CC4-4320-3CA5459D57F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234325" y="4504430"/>
                  <a:ext cx="345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451DA4DD-7615-8BC6-532E-BA41C58CF4E6}"/>
                    </a:ext>
                  </a:extLst>
                </p14:cNvPr>
                <p14:cNvContentPartPr/>
                <p14:nvPr/>
              </p14:nvContentPartPr>
              <p14:xfrm>
                <a:off x="7338005" y="4227590"/>
                <a:ext cx="159120" cy="3427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451DA4DD-7615-8BC6-532E-BA41C58CF4E6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329365" y="4218590"/>
                  <a:ext cx="1767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D2C6569-FF0E-1130-74D6-FDAFE13DDC46}"/>
                    </a:ext>
                  </a:extLst>
                </p14:cNvPr>
                <p14:cNvContentPartPr/>
                <p14:nvPr/>
              </p14:nvContentPartPr>
              <p14:xfrm>
                <a:off x="7650125" y="4246670"/>
                <a:ext cx="453600" cy="2772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D2C6569-FF0E-1130-74D6-FDAFE13DDC4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641125" y="4238030"/>
                  <a:ext cx="47124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27B00739-C324-B260-B441-F698F963875D}"/>
              </a:ext>
            </a:extLst>
          </p:cNvPr>
          <p:cNvGrpSpPr/>
          <p:nvPr/>
        </p:nvGrpSpPr>
        <p:grpSpPr>
          <a:xfrm>
            <a:off x="7131725" y="4989710"/>
            <a:ext cx="729000" cy="388080"/>
            <a:chOff x="7131725" y="4989710"/>
            <a:chExt cx="72900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56B57CC-1CE8-BF15-F750-1740E36000A5}"/>
                    </a:ext>
                  </a:extLst>
                </p14:cNvPr>
                <p14:cNvContentPartPr/>
                <p14:nvPr/>
              </p14:nvContentPartPr>
              <p14:xfrm>
                <a:off x="7131725" y="5005550"/>
                <a:ext cx="121680" cy="2671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56B57CC-1CE8-BF15-F750-1740E36000A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123085" y="4996910"/>
                  <a:ext cx="1393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37966B38-A389-8F87-FBA3-7729CA707B6C}"/>
                    </a:ext>
                  </a:extLst>
                </p14:cNvPr>
                <p14:cNvContentPartPr/>
                <p14:nvPr/>
              </p14:nvContentPartPr>
              <p14:xfrm>
                <a:off x="7302365" y="5264390"/>
                <a:ext cx="18000" cy="1134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37966B38-A389-8F87-FBA3-7729CA707B6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293365" y="5255750"/>
                  <a:ext cx="35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3DB8D3B-BCE8-D380-4D7B-E9A64BDF1A59}"/>
                    </a:ext>
                  </a:extLst>
                </p14:cNvPr>
                <p14:cNvContentPartPr/>
                <p14:nvPr/>
              </p14:nvContentPartPr>
              <p14:xfrm>
                <a:off x="7473725" y="5035070"/>
                <a:ext cx="138960" cy="2448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3DB8D3B-BCE8-D380-4D7B-E9A64BDF1A5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465085" y="5026070"/>
                  <a:ext cx="156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804EB89-EE8B-AA31-1556-3BF7CE9F575D}"/>
                    </a:ext>
                  </a:extLst>
                </p14:cNvPr>
                <p14:cNvContentPartPr/>
                <p14:nvPr/>
              </p14:nvContentPartPr>
              <p14:xfrm>
                <a:off x="7809245" y="4989710"/>
                <a:ext cx="51480" cy="2649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804EB89-EE8B-AA31-1556-3BF7CE9F575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800605" y="4981070"/>
                  <a:ext cx="69120" cy="28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DEE098C2-3F7A-081C-8047-513A8FE52303}"/>
                  </a:ext>
                </a:extLst>
              </p14:cNvPr>
              <p14:cNvContentPartPr/>
              <p14:nvPr/>
            </p14:nvContentPartPr>
            <p14:xfrm>
              <a:off x="8118125" y="4956230"/>
              <a:ext cx="480240" cy="24660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DEE098C2-3F7A-081C-8047-513A8FE52303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8109485" y="4947230"/>
                <a:ext cx="497880" cy="26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4" name="Group 303">
            <a:extLst>
              <a:ext uri="{FF2B5EF4-FFF2-40B4-BE49-F238E27FC236}">
                <a16:creationId xmlns:a16="http://schemas.microsoft.com/office/drawing/2014/main" id="{A216B4C7-E7B6-256D-424F-DEB6D576146D}"/>
              </a:ext>
            </a:extLst>
          </p:cNvPr>
          <p:cNvGrpSpPr/>
          <p:nvPr/>
        </p:nvGrpSpPr>
        <p:grpSpPr>
          <a:xfrm>
            <a:off x="7216325" y="5636990"/>
            <a:ext cx="518040" cy="393840"/>
            <a:chOff x="7216325" y="5636990"/>
            <a:chExt cx="518040" cy="39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50843F1-7EAC-7B3D-5F3A-0A36EDBE77FB}"/>
                    </a:ext>
                  </a:extLst>
                </p14:cNvPr>
                <p14:cNvContentPartPr/>
                <p14:nvPr/>
              </p14:nvContentPartPr>
              <p14:xfrm>
                <a:off x="7216325" y="5672630"/>
                <a:ext cx="150840" cy="3132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50843F1-7EAC-7B3D-5F3A-0A36EDBE77F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207685" y="5663630"/>
                  <a:ext cx="1684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EED3BEC-63A2-B534-21B8-EC02619BE3DC}"/>
                    </a:ext>
                  </a:extLst>
                </p14:cNvPr>
                <p14:cNvContentPartPr/>
                <p14:nvPr/>
              </p14:nvContentPartPr>
              <p14:xfrm>
                <a:off x="7500725" y="5941190"/>
                <a:ext cx="6480" cy="896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EED3BEC-63A2-B534-21B8-EC02619BE3D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491725" y="5932550"/>
                  <a:ext cx="24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5FF7A60-5268-3880-41D6-77DA23775BBB}"/>
                    </a:ext>
                  </a:extLst>
                </p14:cNvPr>
                <p14:cNvContentPartPr/>
                <p14:nvPr/>
              </p14:nvContentPartPr>
              <p14:xfrm>
                <a:off x="7617365" y="5636990"/>
                <a:ext cx="117000" cy="3398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5FF7A60-5268-3880-41D6-77DA23775BB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608365" y="5628350"/>
                  <a:ext cx="1346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46799EF-9045-1126-4C9E-290051E56F2D}"/>
                    </a:ext>
                  </a:extLst>
                </p14:cNvPr>
                <p14:cNvContentPartPr/>
                <p14:nvPr/>
              </p14:nvContentPartPr>
              <p14:xfrm>
                <a:off x="7235765" y="5657150"/>
                <a:ext cx="55440" cy="1432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46799EF-9045-1126-4C9E-290051E56F2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226765" y="5648150"/>
                  <a:ext cx="73080" cy="16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64428A69-E43F-90D3-6E34-BFE35918E4B9}"/>
                  </a:ext>
                </a:extLst>
              </p14:cNvPr>
              <p14:cNvContentPartPr/>
              <p14:nvPr/>
            </p14:nvContentPartPr>
            <p14:xfrm>
              <a:off x="8150885" y="5622590"/>
              <a:ext cx="421200" cy="28872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64428A69-E43F-90D3-6E34-BFE35918E4B9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8141885" y="5613590"/>
                <a:ext cx="438840" cy="30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2" name="Group 311">
            <a:extLst>
              <a:ext uri="{FF2B5EF4-FFF2-40B4-BE49-F238E27FC236}">
                <a16:creationId xmlns:a16="http://schemas.microsoft.com/office/drawing/2014/main" id="{63C8938A-E51B-4C5D-9CE6-53E02944BE01}"/>
              </a:ext>
            </a:extLst>
          </p:cNvPr>
          <p:cNvGrpSpPr/>
          <p:nvPr/>
        </p:nvGrpSpPr>
        <p:grpSpPr>
          <a:xfrm>
            <a:off x="7297325" y="6377150"/>
            <a:ext cx="626760" cy="370440"/>
            <a:chOff x="7297325" y="6377150"/>
            <a:chExt cx="62676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E6938AF6-A2FC-581B-5C04-30A2C6B11A0E}"/>
                    </a:ext>
                  </a:extLst>
                </p14:cNvPr>
                <p14:cNvContentPartPr/>
                <p14:nvPr/>
              </p14:nvContentPartPr>
              <p14:xfrm>
                <a:off x="7297325" y="6377150"/>
                <a:ext cx="137880" cy="2656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E6938AF6-A2FC-581B-5C04-30A2C6B11A0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288325" y="6368510"/>
                  <a:ext cx="1555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104AD74-8DC0-DCCB-EC61-BDDD8069DC68}"/>
                    </a:ext>
                  </a:extLst>
                </p14:cNvPr>
                <p14:cNvContentPartPr/>
                <p14:nvPr/>
              </p14:nvContentPartPr>
              <p14:xfrm>
                <a:off x="7513325" y="6606830"/>
                <a:ext cx="14400" cy="1407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104AD74-8DC0-DCCB-EC61-BDDD8069DC6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504325" y="6597830"/>
                  <a:ext cx="320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68B2413E-996A-2B8B-6400-C98DA279F821}"/>
                    </a:ext>
                  </a:extLst>
                </p14:cNvPr>
                <p14:cNvContentPartPr/>
                <p14:nvPr/>
              </p14:nvContentPartPr>
              <p14:xfrm>
                <a:off x="7672445" y="6448430"/>
                <a:ext cx="104400" cy="2642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68B2413E-996A-2B8B-6400-C98DA279F82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663805" y="6439790"/>
                  <a:ext cx="1220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93E82468-D707-9778-5F0F-19C3B87342DC}"/>
                    </a:ext>
                  </a:extLst>
                </p14:cNvPr>
                <p14:cNvContentPartPr/>
                <p14:nvPr/>
              </p14:nvContentPartPr>
              <p14:xfrm>
                <a:off x="7851005" y="6488030"/>
                <a:ext cx="73080" cy="2343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93E82468-D707-9778-5F0F-19C3B87342D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842005" y="6479030"/>
                  <a:ext cx="90720" cy="25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CB4FBA37-0304-96BB-DF23-08D768C61F1C}"/>
                  </a:ext>
                </a:extLst>
              </p14:cNvPr>
              <p14:cNvContentPartPr/>
              <p14:nvPr/>
            </p14:nvContentPartPr>
            <p14:xfrm>
              <a:off x="8245205" y="6469670"/>
              <a:ext cx="441000" cy="22572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CB4FBA37-0304-96BB-DF23-08D768C61F1C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8236205" y="6460670"/>
                <a:ext cx="45864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C948F435-3FD1-4628-1CB2-C5CC2D15232D}"/>
                  </a:ext>
                </a:extLst>
              </p14:cNvPr>
              <p14:cNvContentPartPr/>
              <p14:nvPr/>
            </p14:nvContentPartPr>
            <p14:xfrm>
              <a:off x="8959445" y="6638150"/>
              <a:ext cx="360" cy="36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C948F435-3FD1-4628-1CB2-C5CC2D15232D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8950445" y="662951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32C2758A-8008-7693-6ACC-284FA053FD56}"/>
                  </a:ext>
                </a:extLst>
              </p14:cNvPr>
              <p14:cNvContentPartPr/>
              <p14:nvPr/>
            </p14:nvContentPartPr>
            <p14:xfrm>
              <a:off x="9278045" y="4162070"/>
              <a:ext cx="517680" cy="233100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32C2758A-8008-7693-6ACC-284FA053FD56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9269405" y="4153430"/>
                <a:ext cx="535320" cy="234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F3C5216-8206-9E2C-B0E6-E1CF657A7EAC}"/>
                  </a:ext>
                </a:extLst>
              </p14:cNvPr>
              <p14:cNvContentPartPr/>
              <p14:nvPr/>
            </p14:nvContentPartPr>
            <p14:xfrm>
              <a:off x="7795177" y="5672014"/>
              <a:ext cx="161280" cy="369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F3C5216-8206-9E2C-B0E6-E1CF657A7EAC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7786177" y="5663374"/>
                <a:ext cx="178920" cy="38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DA37299-92A4-43C7-40DB-86A19976D603}"/>
              </a:ext>
            </a:extLst>
          </p:cNvPr>
          <p:cNvGrpSpPr/>
          <p:nvPr/>
        </p:nvGrpSpPr>
        <p:grpSpPr>
          <a:xfrm>
            <a:off x="7860697" y="6433414"/>
            <a:ext cx="289800" cy="416160"/>
            <a:chOff x="7860697" y="6433414"/>
            <a:chExt cx="28980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BCAD1F9-1512-4103-6B35-36B55555FC62}"/>
                    </a:ext>
                  </a:extLst>
                </p14:cNvPr>
                <p14:cNvContentPartPr/>
                <p14:nvPr/>
              </p14:nvContentPartPr>
              <p14:xfrm>
                <a:off x="7860697" y="6439894"/>
                <a:ext cx="95040" cy="290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BCAD1F9-1512-4103-6B35-36B55555FC6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7851697" y="6431254"/>
                  <a:ext cx="1126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0946F06-C66D-DCE6-3F76-2389244E7B92}"/>
                    </a:ext>
                  </a:extLst>
                </p14:cNvPr>
                <p14:cNvContentPartPr/>
                <p14:nvPr/>
              </p14:nvContentPartPr>
              <p14:xfrm>
                <a:off x="7865377" y="6433414"/>
                <a:ext cx="159480" cy="347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0946F06-C66D-DCE6-3F76-2389244E7B92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856737" y="6424414"/>
                  <a:ext cx="1771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1D37B61-3CCA-4D3F-9AD7-7B9A207BB402}"/>
                    </a:ext>
                  </a:extLst>
                </p14:cNvPr>
                <p14:cNvContentPartPr/>
                <p14:nvPr/>
              </p14:nvContentPartPr>
              <p14:xfrm>
                <a:off x="8051137" y="6498934"/>
                <a:ext cx="99360" cy="350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1D37B61-3CCA-4D3F-9AD7-7B9A207BB40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042137" y="6489934"/>
                  <a:ext cx="117000" cy="36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720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1B005C-7652-2FBA-D4C7-D8FB1F8D17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565"/>
          <a:stretch/>
        </p:blipFill>
        <p:spPr>
          <a:xfrm>
            <a:off x="465483" y="342900"/>
            <a:ext cx="5715000" cy="48254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06143F-8619-8502-B27B-2EDAD96F4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681" y="303753"/>
            <a:ext cx="5714999" cy="332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85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DE7437-5671-5D30-812F-2757F472375E}"/>
                  </a:ext>
                </a:extLst>
              </p14:cNvPr>
              <p14:cNvContentPartPr/>
              <p14:nvPr/>
            </p14:nvContentPartPr>
            <p14:xfrm>
              <a:off x="579850" y="375230"/>
              <a:ext cx="23040" cy="51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DE7437-5671-5D30-812F-2757F47237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0850" y="366230"/>
                <a:ext cx="40680" cy="6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FED3F9D1-3CC0-7CF4-A3E9-F2283B38460A}"/>
              </a:ext>
            </a:extLst>
          </p:cNvPr>
          <p:cNvGrpSpPr/>
          <p:nvPr/>
        </p:nvGrpSpPr>
        <p:grpSpPr>
          <a:xfrm>
            <a:off x="618010" y="514190"/>
            <a:ext cx="6502680" cy="2717280"/>
            <a:chOff x="618010" y="514190"/>
            <a:chExt cx="6502680" cy="271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5460CC8-C0C8-93F4-7878-C202A06D814A}"/>
                    </a:ext>
                  </a:extLst>
                </p14:cNvPr>
                <p14:cNvContentPartPr/>
                <p14:nvPr/>
              </p14:nvContentPartPr>
              <p14:xfrm>
                <a:off x="618010" y="514190"/>
                <a:ext cx="300960" cy="424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5460CC8-C0C8-93F4-7878-C202A06D81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9370" y="505550"/>
                  <a:ext cx="31860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8CF2F3A-11DB-EB6D-3B0D-4122C59F0403}"/>
                    </a:ext>
                  </a:extLst>
                </p14:cNvPr>
                <p14:cNvContentPartPr/>
                <p14:nvPr/>
              </p14:nvContentPartPr>
              <p14:xfrm>
                <a:off x="928690" y="894350"/>
                <a:ext cx="100800" cy="211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8CF2F3A-11DB-EB6D-3B0D-4122C59F040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0050" y="885710"/>
                  <a:ext cx="1184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5AF7D18-12F8-896B-0BE4-FCA712C8059D}"/>
                    </a:ext>
                  </a:extLst>
                </p14:cNvPr>
                <p14:cNvContentPartPr/>
                <p14:nvPr/>
              </p14:nvContentPartPr>
              <p14:xfrm>
                <a:off x="1006810" y="902990"/>
                <a:ext cx="77040" cy="237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5AF7D18-12F8-896B-0BE4-FCA712C805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7810" y="894350"/>
                  <a:ext cx="94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15018A6-A494-1F4A-FD7D-68B451413078}"/>
                    </a:ext>
                  </a:extLst>
                </p14:cNvPr>
                <p14:cNvContentPartPr/>
                <p14:nvPr/>
              </p14:nvContentPartPr>
              <p14:xfrm>
                <a:off x="945250" y="1001630"/>
                <a:ext cx="105840" cy="24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15018A6-A494-1F4A-FD7D-68B4514130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6250" y="992990"/>
                  <a:ext cx="123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3D3AA04-D019-8788-0BF0-E0F0B4C00E94}"/>
                    </a:ext>
                  </a:extLst>
                </p14:cNvPr>
                <p14:cNvContentPartPr/>
                <p14:nvPr/>
              </p14:nvContentPartPr>
              <p14:xfrm>
                <a:off x="1272850" y="722990"/>
                <a:ext cx="127080" cy="10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3D3AA04-D019-8788-0BF0-E0F0B4C00E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63850" y="713990"/>
                  <a:ext cx="144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1C68DBB-299B-0495-BDA7-958D20A492D7}"/>
                    </a:ext>
                  </a:extLst>
                </p14:cNvPr>
                <p14:cNvContentPartPr/>
                <p14:nvPr/>
              </p14:nvContentPartPr>
              <p14:xfrm>
                <a:off x="1273930" y="815150"/>
                <a:ext cx="128520" cy="7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1C68DBB-299B-0495-BDA7-958D20A492D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65290" y="806510"/>
                  <a:ext cx="146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CB8479A-78E3-F664-3B18-0B9207143A01}"/>
                    </a:ext>
                  </a:extLst>
                </p14:cNvPr>
                <p14:cNvContentPartPr/>
                <p14:nvPr/>
              </p14:nvContentPartPr>
              <p14:xfrm>
                <a:off x="1666330" y="539750"/>
                <a:ext cx="164160" cy="270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CB8479A-78E3-F664-3B18-0B9207143A0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57690" y="530750"/>
                  <a:ext cx="1818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270FB52-C40F-7A55-10B7-2AB5D3589D5D}"/>
                    </a:ext>
                  </a:extLst>
                </p14:cNvPr>
                <p14:cNvContentPartPr/>
                <p14:nvPr/>
              </p14:nvContentPartPr>
              <p14:xfrm>
                <a:off x="1950730" y="559550"/>
                <a:ext cx="423360" cy="231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270FB52-C40F-7A55-10B7-2AB5D3589D5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41730" y="550910"/>
                  <a:ext cx="4410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2C695C-E81B-A885-ACBC-1468969B26F9}"/>
                    </a:ext>
                  </a:extLst>
                </p14:cNvPr>
                <p14:cNvContentPartPr/>
                <p14:nvPr/>
              </p14:nvContentPartPr>
              <p14:xfrm>
                <a:off x="2781610" y="755390"/>
                <a:ext cx="1440" cy="5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2C695C-E81B-A885-ACBC-1468969B26F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72970" y="746750"/>
                  <a:ext cx="19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AA5C34E-5EF0-D3A3-8135-D6D0705D4ABB}"/>
                    </a:ext>
                  </a:extLst>
                </p14:cNvPr>
                <p14:cNvContentPartPr/>
                <p14:nvPr/>
              </p14:nvContentPartPr>
              <p14:xfrm>
                <a:off x="3651730" y="1189190"/>
                <a:ext cx="1836360" cy="383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AA5C34E-5EF0-D3A3-8135-D6D0705D4AB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42730" y="1180550"/>
                  <a:ext cx="185400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788578F-8336-BD4E-B468-F40809D92775}"/>
                    </a:ext>
                  </a:extLst>
                </p14:cNvPr>
                <p14:cNvContentPartPr/>
                <p14:nvPr/>
              </p14:nvContentPartPr>
              <p14:xfrm>
                <a:off x="5475490" y="1325630"/>
                <a:ext cx="200880" cy="1892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788578F-8336-BD4E-B468-F40809D9277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66490" y="1316990"/>
                  <a:ext cx="218520" cy="19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A000021-D96C-77DE-9A06-BC9624A22DA2}"/>
                    </a:ext>
                  </a:extLst>
                </p14:cNvPr>
                <p14:cNvContentPartPr/>
                <p14:nvPr/>
              </p14:nvContentPartPr>
              <p14:xfrm>
                <a:off x="5488450" y="1273430"/>
                <a:ext cx="1515240" cy="1629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A000021-D96C-77DE-9A06-BC9624A22DA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79450" y="1264790"/>
                  <a:ext cx="1532880" cy="16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3F9A0D1-1BA7-FFF4-12AB-A2C5630D7DF2}"/>
                    </a:ext>
                  </a:extLst>
                </p14:cNvPr>
                <p14:cNvContentPartPr/>
                <p14:nvPr/>
              </p14:nvContentPartPr>
              <p14:xfrm>
                <a:off x="3981490" y="3122390"/>
                <a:ext cx="3139200" cy="100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3F9A0D1-1BA7-FFF4-12AB-A2C5630D7DF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72850" y="3113390"/>
                  <a:ext cx="31568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848E352-4F2B-EA7E-4825-F70171D75472}"/>
                    </a:ext>
                  </a:extLst>
                </p14:cNvPr>
                <p14:cNvContentPartPr/>
                <p14:nvPr/>
              </p14:nvContentPartPr>
              <p14:xfrm>
                <a:off x="6847810" y="2850230"/>
                <a:ext cx="15480" cy="381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848E352-4F2B-EA7E-4825-F70171D7547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39170" y="2841230"/>
                  <a:ext cx="33120" cy="39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04A72D3-446F-5AA2-7B21-E5C42454B48E}"/>
                  </a:ext>
                </a:extLst>
              </p14:cNvPr>
              <p14:cNvContentPartPr/>
              <p14:nvPr/>
            </p14:nvContentPartPr>
            <p14:xfrm>
              <a:off x="7378090" y="2015030"/>
              <a:ext cx="367920" cy="2149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04A72D3-446F-5AA2-7B21-E5C42454B48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69450" y="2006390"/>
                <a:ext cx="385560" cy="23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64F903F9-02C9-F4B6-7A9D-F883CCE6D0B8}"/>
              </a:ext>
            </a:extLst>
          </p:cNvPr>
          <p:cNvGrpSpPr/>
          <p:nvPr/>
        </p:nvGrpSpPr>
        <p:grpSpPr>
          <a:xfrm>
            <a:off x="5686810" y="2058950"/>
            <a:ext cx="635400" cy="251640"/>
            <a:chOff x="5686810" y="2058950"/>
            <a:chExt cx="63540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25F5C28-9D89-5390-7594-45162B440CBC}"/>
                    </a:ext>
                  </a:extLst>
                </p14:cNvPr>
                <p14:cNvContentPartPr/>
                <p14:nvPr/>
              </p14:nvContentPartPr>
              <p14:xfrm>
                <a:off x="5686810" y="2058950"/>
                <a:ext cx="56160" cy="251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25F5C28-9D89-5390-7594-45162B440CB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77810" y="2049950"/>
                  <a:ext cx="738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6DFAA19-A5B7-2EFF-8FEB-9202DDDB7FCC}"/>
                    </a:ext>
                  </a:extLst>
                </p14:cNvPr>
                <p14:cNvContentPartPr/>
                <p14:nvPr/>
              </p14:nvContentPartPr>
              <p14:xfrm>
                <a:off x="5800930" y="2106830"/>
                <a:ext cx="122040" cy="196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6DFAA19-A5B7-2EFF-8FEB-9202DDDB7FC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92290" y="2097830"/>
                  <a:ext cx="1396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A13CD60-0F09-B417-CCB7-D2D19E46DE01}"/>
                    </a:ext>
                  </a:extLst>
                </p14:cNvPr>
                <p14:cNvContentPartPr/>
                <p14:nvPr/>
              </p14:nvContentPartPr>
              <p14:xfrm>
                <a:off x="6006850" y="2078750"/>
                <a:ext cx="315360" cy="190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A13CD60-0F09-B417-CCB7-D2D19E46DE0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97850" y="2069750"/>
                  <a:ext cx="33300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87CBD4E-DBA3-BD1F-42BC-6B901E630A35}"/>
              </a:ext>
            </a:extLst>
          </p:cNvPr>
          <p:cNvGrpSpPr/>
          <p:nvPr/>
        </p:nvGrpSpPr>
        <p:grpSpPr>
          <a:xfrm>
            <a:off x="4298290" y="586910"/>
            <a:ext cx="721440" cy="286560"/>
            <a:chOff x="4298290" y="586910"/>
            <a:chExt cx="721440" cy="28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C9CA3A2-4ED6-7469-55AE-C76E73E2CC8D}"/>
                    </a:ext>
                  </a:extLst>
                </p14:cNvPr>
                <p14:cNvContentPartPr/>
                <p14:nvPr/>
              </p14:nvContentPartPr>
              <p14:xfrm>
                <a:off x="4298290" y="621470"/>
                <a:ext cx="25560" cy="252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C9CA3A2-4ED6-7469-55AE-C76E73E2CC8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89290" y="612470"/>
                  <a:ext cx="43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3EFC793-E21A-3291-C077-F324316D807D}"/>
                    </a:ext>
                  </a:extLst>
                </p14:cNvPr>
                <p14:cNvContentPartPr/>
                <p14:nvPr/>
              </p14:nvContentPartPr>
              <p14:xfrm>
                <a:off x="4356250" y="620750"/>
                <a:ext cx="161280" cy="231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3EFC793-E21A-3291-C077-F324316D807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47250" y="612110"/>
                  <a:ext cx="1789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5CD39FB-BC7D-AEAC-205E-8EFAB81125EE}"/>
                    </a:ext>
                  </a:extLst>
                </p14:cNvPr>
                <p14:cNvContentPartPr/>
                <p14:nvPr/>
              </p14:nvContentPartPr>
              <p14:xfrm>
                <a:off x="4576930" y="586910"/>
                <a:ext cx="442800" cy="26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5CD39FB-BC7D-AEAC-205E-8EFAB81125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68290" y="578270"/>
                  <a:ext cx="46044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91E6105-26FA-A8BF-4657-CDE43F7B2C0E}"/>
              </a:ext>
            </a:extLst>
          </p:cNvPr>
          <p:cNvGrpSpPr/>
          <p:nvPr/>
        </p:nvGrpSpPr>
        <p:grpSpPr>
          <a:xfrm>
            <a:off x="7100170" y="1863830"/>
            <a:ext cx="272160" cy="345240"/>
            <a:chOff x="7100170" y="1863830"/>
            <a:chExt cx="27216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F5A33D0-B323-FD31-D700-0E8B349A0A8D}"/>
                    </a:ext>
                  </a:extLst>
                </p14:cNvPr>
                <p14:cNvContentPartPr/>
                <p14:nvPr/>
              </p14:nvContentPartPr>
              <p14:xfrm>
                <a:off x="7100170" y="1863830"/>
                <a:ext cx="120960" cy="339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F5A33D0-B323-FD31-D700-0E8B349A0A8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91530" y="1854830"/>
                  <a:ext cx="1386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208C036-2171-2EAC-BDC0-F22F9F2563C6}"/>
                    </a:ext>
                  </a:extLst>
                </p14:cNvPr>
                <p14:cNvContentPartPr/>
                <p14:nvPr/>
              </p14:nvContentPartPr>
              <p14:xfrm>
                <a:off x="7237330" y="1870670"/>
                <a:ext cx="135000" cy="338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208C036-2171-2EAC-BDC0-F22F9F2563C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28330" y="1862030"/>
                  <a:ext cx="152640" cy="35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674BB47-ADE3-D428-EBB4-BCB652E4B03E}"/>
                  </a:ext>
                </a:extLst>
              </p14:cNvPr>
              <p14:cNvContentPartPr/>
              <p14:nvPr/>
            </p14:nvContentPartPr>
            <p14:xfrm>
              <a:off x="3600970" y="1415990"/>
              <a:ext cx="28440" cy="5734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674BB47-ADE3-D428-EBB4-BCB652E4B03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592330" y="1407350"/>
                <a:ext cx="46080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A2C27AC-A900-15D5-6312-648C6CAFC733}"/>
                  </a:ext>
                </a:extLst>
              </p14:cNvPr>
              <p14:cNvContentPartPr/>
              <p14:nvPr/>
            </p14:nvContentPartPr>
            <p14:xfrm>
              <a:off x="3160690" y="1926830"/>
              <a:ext cx="731880" cy="821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A2C27AC-A900-15D5-6312-648C6CAFC73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52050" y="1917830"/>
                <a:ext cx="749520" cy="83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6D21DC1-2ED3-1465-F08E-69878581CD6B}"/>
                  </a:ext>
                </a:extLst>
              </p14:cNvPr>
              <p14:cNvContentPartPr/>
              <p14:nvPr/>
            </p14:nvContentPartPr>
            <p14:xfrm>
              <a:off x="3414490" y="2205110"/>
              <a:ext cx="187560" cy="20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6D21DC1-2ED3-1465-F08E-69878581CD6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405490" y="2196110"/>
                <a:ext cx="2052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4C36DA9-28E1-A3C4-DC59-7953A9BEAE67}"/>
                  </a:ext>
                </a:extLst>
              </p14:cNvPr>
              <p14:cNvContentPartPr/>
              <p14:nvPr/>
            </p14:nvContentPartPr>
            <p14:xfrm>
              <a:off x="3516010" y="2128070"/>
              <a:ext cx="23040" cy="2264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4C36DA9-28E1-A3C4-DC59-7953A9BEAE6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507370" y="2119430"/>
                <a:ext cx="406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453161B-8CDD-A8C9-F8AE-9D9233748183}"/>
                  </a:ext>
                </a:extLst>
              </p14:cNvPr>
              <p14:cNvContentPartPr/>
              <p14:nvPr/>
            </p14:nvContentPartPr>
            <p14:xfrm>
              <a:off x="3430690" y="2467190"/>
              <a:ext cx="203760" cy="115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453161B-8CDD-A8C9-F8AE-9D923374818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422050" y="2458190"/>
                <a:ext cx="2214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87091CD-6031-D21F-EDC8-D4B0819741C6}"/>
                  </a:ext>
                </a:extLst>
              </p14:cNvPr>
              <p14:cNvContentPartPr/>
              <p14:nvPr/>
            </p14:nvContentPartPr>
            <p14:xfrm>
              <a:off x="3643090" y="2686430"/>
              <a:ext cx="429840" cy="5526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87091CD-6031-D21F-EDC8-D4B0819741C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34090" y="2677430"/>
                <a:ext cx="447480" cy="57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089161CB-1452-A5BB-D484-AED5EFF1E55E}"/>
              </a:ext>
            </a:extLst>
          </p:cNvPr>
          <p:cNvGrpSpPr/>
          <p:nvPr/>
        </p:nvGrpSpPr>
        <p:grpSpPr>
          <a:xfrm>
            <a:off x="6761770" y="1386470"/>
            <a:ext cx="297720" cy="287640"/>
            <a:chOff x="6761770" y="1386470"/>
            <a:chExt cx="29772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C4F6AF9-FA82-B073-0793-263EBE1BA90F}"/>
                    </a:ext>
                  </a:extLst>
                </p14:cNvPr>
                <p14:cNvContentPartPr/>
                <p14:nvPr/>
              </p14:nvContentPartPr>
              <p14:xfrm>
                <a:off x="6761770" y="1386470"/>
                <a:ext cx="292320" cy="287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C4F6AF9-FA82-B073-0793-263EBE1BA90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57450" y="1382150"/>
                  <a:ext cx="3009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5A9204E-FA21-D59B-3229-C7F4C6F993E7}"/>
                    </a:ext>
                  </a:extLst>
                </p14:cNvPr>
                <p14:cNvContentPartPr/>
                <p14:nvPr/>
              </p14:nvContentPartPr>
              <p14:xfrm>
                <a:off x="6816850" y="1478270"/>
                <a:ext cx="54000" cy="126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5A9204E-FA21-D59B-3229-C7F4C6F993E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12530" y="1473950"/>
                  <a:ext cx="62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DEFA905-1029-05AA-C18B-910D4DCC6141}"/>
                    </a:ext>
                  </a:extLst>
                </p14:cNvPr>
                <p14:cNvContentPartPr/>
                <p14:nvPr/>
              </p14:nvContentPartPr>
              <p14:xfrm>
                <a:off x="6870490" y="1468190"/>
                <a:ext cx="65520" cy="153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DEFA905-1029-05AA-C18B-910D4DCC614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66170" y="1463870"/>
                  <a:ext cx="74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95B249A-60DD-C89C-F787-A77D81D76C9E}"/>
                    </a:ext>
                  </a:extLst>
                </p14:cNvPr>
                <p14:cNvContentPartPr/>
                <p14:nvPr/>
              </p14:nvContentPartPr>
              <p14:xfrm>
                <a:off x="6862930" y="1554230"/>
                <a:ext cx="60480" cy="21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95B249A-60DD-C89C-F787-A77D81D76C9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58610" y="1549910"/>
                  <a:ext cx="69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1036DC0-8639-69AF-3FD9-65364B808A08}"/>
                    </a:ext>
                  </a:extLst>
                </p14:cNvPr>
                <p14:cNvContentPartPr/>
                <p14:nvPr/>
              </p14:nvContentPartPr>
              <p14:xfrm>
                <a:off x="6968050" y="1547390"/>
                <a:ext cx="91440" cy="96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1036DC0-8639-69AF-3FD9-65364B808A0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63730" y="1543070"/>
                  <a:ext cx="10008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670681B-81F1-7792-0E74-4C95B78E3DED}"/>
              </a:ext>
            </a:extLst>
          </p:cNvPr>
          <p:cNvGrpSpPr/>
          <p:nvPr/>
        </p:nvGrpSpPr>
        <p:grpSpPr>
          <a:xfrm>
            <a:off x="5356330" y="1327790"/>
            <a:ext cx="718920" cy="499320"/>
            <a:chOff x="5356330" y="1327790"/>
            <a:chExt cx="718920" cy="49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AAB026E-1F0E-4900-B68B-2241F5BD4EEC}"/>
                    </a:ext>
                  </a:extLst>
                </p14:cNvPr>
                <p14:cNvContentPartPr/>
                <p14:nvPr/>
              </p14:nvContentPartPr>
              <p14:xfrm>
                <a:off x="5503570" y="1508870"/>
                <a:ext cx="36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AAB026E-1F0E-4900-B68B-2241F5BD4E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499250" y="150455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7B0DCEE-E328-3188-3B7D-23F9B79417AC}"/>
                    </a:ext>
                  </a:extLst>
                </p14:cNvPr>
                <p14:cNvContentPartPr/>
                <p14:nvPr/>
              </p14:nvContentPartPr>
              <p14:xfrm>
                <a:off x="5356330" y="1432550"/>
                <a:ext cx="303120" cy="338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7B0DCEE-E328-3188-3B7D-23F9B79417A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52010" y="1428230"/>
                  <a:ext cx="3117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F7DBEE8-37CB-2520-EDFB-98E74F9A4FCE}"/>
                    </a:ext>
                  </a:extLst>
                </p14:cNvPr>
                <p14:cNvContentPartPr/>
                <p14:nvPr/>
              </p14:nvContentPartPr>
              <p14:xfrm>
                <a:off x="5456050" y="1545230"/>
                <a:ext cx="109440" cy="173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F7DBEE8-37CB-2520-EDFB-98E74F9A4FC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51730" y="1540910"/>
                  <a:ext cx="118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94D3AA-5093-C9E7-91BC-0444D3FBC737}"/>
                    </a:ext>
                  </a:extLst>
                </p14:cNvPr>
                <p14:cNvContentPartPr/>
                <p14:nvPr/>
              </p14:nvContentPartPr>
              <p14:xfrm>
                <a:off x="5453170" y="1617590"/>
                <a:ext cx="73080" cy="19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94D3AA-5093-C9E7-91BC-0444D3FBC7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48850" y="1613270"/>
                  <a:ext cx="81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8395315-0650-BD6C-ADA9-EF230779EB4E}"/>
                    </a:ext>
                  </a:extLst>
                </p14:cNvPr>
                <p14:cNvContentPartPr/>
                <p14:nvPr/>
              </p14:nvContentPartPr>
              <p14:xfrm>
                <a:off x="5592490" y="1645670"/>
                <a:ext cx="3960" cy="93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8395315-0650-BD6C-ADA9-EF230779EB4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88170" y="1641350"/>
                  <a:ext cx="126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DA96E45-178C-FF13-90EC-18F228BE9AAD}"/>
                    </a:ext>
                  </a:extLst>
                </p14:cNvPr>
                <p14:cNvContentPartPr/>
                <p14:nvPr/>
              </p14:nvContentPartPr>
              <p14:xfrm>
                <a:off x="5774650" y="1343990"/>
                <a:ext cx="51840" cy="52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DA96E45-178C-FF13-90EC-18F228BE9AA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70330" y="1339670"/>
                  <a:ext cx="60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55FF3B4-E655-1712-C057-7E93102651D7}"/>
                    </a:ext>
                  </a:extLst>
                </p14:cNvPr>
                <p14:cNvContentPartPr/>
                <p14:nvPr/>
              </p14:nvContentPartPr>
              <p14:xfrm>
                <a:off x="5767450" y="1327790"/>
                <a:ext cx="14040" cy="360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55FF3B4-E655-1712-C057-7E93102651D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63130" y="1323470"/>
                  <a:ext cx="226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D452220-9B64-AD40-A3D4-2E71CD303BBD}"/>
                    </a:ext>
                  </a:extLst>
                </p14:cNvPr>
                <p14:cNvContentPartPr/>
                <p14:nvPr/>
              </p14:nvContentPartPr>
              <p14:xfrm>
                <a:off x="5710570" y="1607150"/>
                <a:ext cx="109440" cy="148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D452220-9B64-AD40-A3D4-2E71CD303BB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06250" y="1602830"/>
                  <a:ext cx="1180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071BB1F-AF86-F806-7889-257955279BA0}"/>
                    </a:ext>
                  </a:extLst>
                </p14:cNvPr>
                <p14:cNvContentPartPr/>
                <p14:nvPr/>
              </p14:nvContentPartPr>
              <p14:xfrm>
                <a:off x="5950330" y="1552070"/>
                <a:ext cx="19080" cy="210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071BB1F-AF86-F806-7889-257955279BA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46010" y="1547750"/>
                  <a:ext cx="27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7240437-0888-47E1-0C40-04851CA8AB30}"/>
                    </a:ext>
                  </a:extLst>
                </p14:cNvPr>
                <p14:cNvContentPartPr/>
                <p14:nvPr/>
              </p14:nvContentPartPr>
              <p14:xfrm>
                <a:off x="6064450" y="1702550"/>
                <a:ext cx="10800" cy="124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7240437-0888-47E1-0C40-04851CA8AB3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60130" y="1698230"/>
                  <a:ext cx="1944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11DF766-CD01-46F8-8943-751DBB767CE7}"/>
              </a:ext>
            </a:extLst>
          </p:cNvPr>
          <p:cNvGrpSpPr/>
          <p:nvPr/>
        </p:nvGrpSpPr>
        <p:grpSpPr>
          <a:xfrm>
            <a:off x="7398970" y="1285670"/>
            <a:ext cx="565200" cy="474840"/>
            <a:chOff x="7398970" y="1285670"/>
            <a:chExt cx="565200" cy="47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4CB450D-9DAB-0DEA-DACF-C08243B67B05}"/>
                    </a:ext>
                  </a:extLst>
                </p14:cNvPr>
                <p14:cNvContentPartPr/>
                <p14:nvPr/>
              </p14:nvContentPartPr>
              <p14:xfrm>
                <a:off x="7436770" y="1285670"/>
                <a:ext cx="12960" cy="329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4CB450D-9DAB-0DEA-DACF-C08243B67B0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32450" y="1281350"/>
                  <a:ext cx="2160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52404E0-DDFD-EB94-BCDC-1E2F03220FD9}"/>
                    </a:ext>
                  </a:extLst>
                </p14:cNvPr>
                <p14:cNvContentPartPr/>
                <p14:nvPr/>
              </p14:nvContentPartPr>
              <p14:xfrm>
                <a:off x="7398970" y="1514630"/>
                <a:ext cx="139680" cy="145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52404E0-DDFD-EB94-BCDC-1E2F03220FD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94650" y="1510310"/>
                  <a:ext cx="1483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2CC42E8-2FCE-C579-8CDB-4A97A31E3F7D}"/>
                    </a:ext>
                  </a:extLst>
                </p14:cNvPr>
                <p14:cNvContentPartPr/>
                <p14:nvPr/>
              </p14:nvContentPartPr>
              <p14:xfrm>
                <a:off x="7691650" y="1413110"/>
                <a:ext cx="25560" cy="258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2CC42E8-2FCE-C579-8CDB-4A97A31E3F7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87330" y="1408790"/>
                  <a:ext cx="342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5A9A1A4-C56D-1E24-AC15-58A320DBE598}"/>
                    </a:ext>
                  </a:extLst>
                </p14:cNvPr>
                <p14:cNvContentPartPr/>
                <p14:nvPr/>
              </p14:nvContentPartPr>
              <p14:xfrm>
                <a:off x="7815850" y="1604990"/>
                <a:ext cx="148320" cy="155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5A9A1A4-C56D-1E24-AC15-58A320DBE59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11530" y="1600670"/>
                  <a:ext cx="156960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150502A-E10C-E191-7FA6-BC99B8EDC318}"/>
                  </a:ext>
                </a:extLst>
              </p14:cNvPr>
              <p14:cNvContentPartPr/>
              <p14:nvPr/>
            </p14:nvContentPartPr>
            <p14:xfrm>
              <a:off x="8246410" y="1787870"/>
              <a:ext cx="28080" cy="194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150502A-E10C-E191-7FA6-BC99B8EDC31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242090" y="1783550"/>
                <a:ext cx="3672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EB604119-313F-1841-23C4-1A996F5B1161}"/>
              </a:ext>
            </a:extLst>
          </p:cNvPr>
          <p:cNvGrpSpPr/>
          <p:nvPr/>
        </p:nvGrpSpPr>
        <p:grpSpPr>
          <a:xfrm>
            <a:off x="863530" y="2285390"/>
            <a:ext cx="715680" cy="523800"/>
            <a:chOff x="863530" y="2285390"/>
            <a:chExt cx="715680" cy="52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D08F131-CFB1-4E22-6CBC-DA39BA40854F}"/>
                    </a:ext>
                  </a:extLst>
                </p14:cNvPr>
                <p14:cNvContentPartPr/>
                <p14:nvPr/>
              </p14:nvContentPartPr>
              <p14:xfrm>
                <a:off x="863530" y="2285390"/>
                <a:ext cx="253800" cy="417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D08F131-CFB1-4E22-6CBC-DA39BA40854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4890" y="2276390"/>
                  <a:ext cx="27144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0862C5D-BAEC-CAF3-6D4A-341F4BBDD56E}"/>
                    </a:ext>
                  </a:extLst>
                </p14:cNvPr>
                <p14:cNvContentPartPr/>
                <p14:nvPr/>
              </p14:nvContentPartPr>
              <p14:xfrm>
                <a:off x="1155850" y="2583470"/>
                <a:ext cx="65160" cy="225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0862C5D-BAEC-CAF3-6D4A-341F4BBDD56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47210" y="2574470"/>
                  <a:ext cx="828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3BB92FC-8F2A-96CE-6539-F8E160328585}"/>
                    </a:ext>
                  </a:extLst>
                </p14:cNvPr>
                <p14:cNvContentPartPr/>
                <p14:nvPr/>
              </p14:nvContentPartPr>
              <p14:xfrm>
                <a:off x="1420810" y="2593550"/>
                <a:ext cx="104400" cy="2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3BB92FC-8F2A-96CE-6539-F8E16032858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12170" y="2584550"/>
                  <a:ext cx="122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23D897B-9901-4708-E63C-D59E26D92455}"/>
                    </a:ext>
                  </a:extLst>
                </p14:cNvPr>
                <p14:cNvContentPartPr/>
                <p14:nvPr/>
              </p14:nvContentPartPr>
              <p14:xfrm>
                <a:off x="1420810" y="2514350"/>
                <a:ext cx="158400" cy="79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23D897B-9901-4708-E63C-D59E26D9245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412170" y="2505710"/>
                  <a:ext cx="17604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DCB5BBD-8088-3405-679E-604DCCACE668}"/>
              </a:ext>
            </a:extLst>
          </p:cNvPr>
          <p:cNvGrpSpPr/>
          <p:nvPr/>
        </p:nvGrpSpPr>
        <p:grpSpPr>
          <a:xfrm>
            <a:off x="1953250" y="2234270"/>
            <a:ext cx="956880" cy="435240"/>
            <a:chOff x="1953250" y="2234270"/>
            <a:chExt cx="95688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723DC98-9555-FA41-3845-01F628AD8A8B}"/>
                    </a:ext>
                  </a:extLst>
                </p14:cNvPr>
                <p14:cNvContentPartPr/>
                <p14:nvPr/>
              </p14:nvContentPartPr>
              <p14:xfrm>
                <a:off x="1953250" y="2251190"/>
                <a:ext cx="111960" cy="327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723DC98-9555-FA41-3845-01F628AD8A8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44250" y="2242550"/>
                  <a:ext cx="1296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8FBA39F-28F1-06A6-0439-83188E24AFAF}"/>
                    </a:ext>
                  </a:extLst>
                </p14:cNvPr>
                <p14:cNvContentPartPr/>
                <p14:nvPr/>
              </p14:nvContentPartPr>
              <p14:xfrm>
                <a:off x="2166730" y="2496350"/>
                <a:ext cx="14040" cy="173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8FBA39F-28F1-06A6-0439-83188E24AFA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57730" y="2487710"/>
                  <a:ext cx="31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6D403A6-AE08-5C49-74EC-860283087CDB}"/>
                    </a:ext>
                  </a:extLst>
                </p14:cNvPr>
                <p14:cNvContentPartPr/>
                <p14:nvPr/>
              </p14:nvContentPartPr>
              <p14:xfrm>
                <a:off x="2240530" y="2253350"/>
                <a:ext cx="195120" cy="297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6D403A6-AE08-5C49-74EC-860283087CD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31890" y="2244710"/>
                  <a:ext cx="2127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FA0A841-7B34-5502-8453-4F6587EFCBF1}"/>
                    </a:ext>
                  </a:extLst>
                </p14:cNvPr>
                <p14:cNvContentPartPr/>
                <p14:nvPr/>
              </p14:nvContentPartPr>
              <p14:xfrm>
                <a:off x="2262130" y="2234270"/>
                <a:ext cx="174960" cy="26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FA0A841-7B34-5502-8453-4F6587EFCBF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53130" y="2225630"/>
                  <a:ext cx="192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67F764F-9DC1-39BE-8E6A-8D0637C0C199}"/>
                    </a:ext>
                  </a:extLst>
                </p14:cNvPr>
                <p14:cNvContentPartPr/>
                <p14:nvPr/>
              </p14:nvContentPartPr>
              <p14:xfrm>
                <a:off x="2628610" y="2274950"/>
                <a:ext cx="281520" cy="260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67F764F-9DC1-39BE-8E6A-8D0637C0C19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19610" y="2265950"/>
                  <a:ext cx="29916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8AE1563-729D-913A-E6CC-6FE1599C8CF2}"/>
              </a:ext>
            </a:extLst>
          </p:cNvPr>
          <p:cNvGrpSpPr/>
          <p:nvPr/>
        </p:nvGrpSpPr>
        <p:grpSpPr>
          <a:xfrm>
            <a:off x="879730" y="4315430"/>
            <a:ext cx="353160" cy="609480"/>
            <a:chOff x="879730" y="4315430"/>
            <a:chExt cx="353160" cy="60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1286CBD-5C26-695A-428D-92873A3E53B3}"/>
                    </a:ext>
                  </a:extLst>
                </p14:cNvPr>
                <p14:cNvContentPartPr/>
                <p14:nvPr/>
              </p14:nvContentPartPr>
              <p14:xfrm>
                <a:off x="943810" y="4315430"/>
                <a:ext cx="52200" cy="436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1286CBD-5C26-695A-428D-92873A3E53B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35170" y="4306790"/>
                  <a:ext cx="6984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F62DB9D-161D-49C9-7376-F09C5F0C3C81}"/>
                    </a:ext>
                  </a:extLst>
                </p14:cNvPr>
                <p14:cNvContentPartPr/>
                <p14:nvPr/>
              </p14:nvContentPartPr>
              <p14:xfrm>
                <a:off x="903850" y="4723310"/>
                <a:ext cx="133560" cy="82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F62DB9D-161D-49C9-7376-F09C5F0C3C8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4850" y="4714310"/>
                  <a:ext cx="151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3329833-3311-4C58-5220-E6E73A7CE557}"/>
                    </a:ext>
                  </a:extLst>
                </p14:cNvPr>
                <p14:cNvContentPartPr/>
                <p14:nvPr/>
              </p14:nvContentPartPr>
              <p14:xfrm>
                <a:off x="879730" y="4351430"/>
                <a:ext cx="193680" cy="21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3329833-3311-4C58-5220-E6E73A7CE55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1090" y="4342790"/>
                  <a:ext cx="211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CBFD133-7BB0-CF9A-6A50-776E87B0BD6A}"/>
                    </a:ext>
                  </a:extLst>
                </p14:cNvPr>
                <p14:cNvContentPartPr/>
                <p14:nvPr/>
              </p14:nvContentPartPr>
              <p14:xfrm>
                <a:off x="1198690" y="4654910"/>
                <a:ext cx="34200" cy="270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CBFD133-7BB0-CF9A-6A50-776E87B0BD6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90050" y="4645910"/>
                  <a:ext cx="5184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F7F1E36-6A94-7A66-0AE6-24494CAC661E}"/>
              </a:ext>
            </a:extLst>
          </p:cNvPr>
          <p:cNvGrpSpPr/>
          <p:nvPr/>
        </p:nvGrpSpPr>
        <p:grpSpPr>
          <a:xfrm>
            <a:off x="1500010" y="4514150"/>
            <a:ext cx="115920" cy="101160"/>
            <a:chOff x="1500010" y="4514150"/>
            <a:chExt cx="11592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BF2876E-D4AB-C668-09CE-8F1D64A14B6E}"/>
                    </a:ext>
                  </a:extLst>
                </p14:cNvPr>
                <p14:cNvContentPartPr/>
                <p14:nvPr/>
              </p14:nvContentPartPr>
              <p14:xfrm>
                <a:off x="1500010" y="4608470"/>
                <a:ext cx="115920" cy="6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BF2876E-D4AB-C668-09CE-8F1D64A14B6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491370" y="4599470"/>
                  <a:ext cx="133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DE34CEE-6CF0-F05C-2F2F-97CF618A6D39}"/>
                    </a:ext>
                  </a:extLst>
                </p14:cNvPr>
                <p14:cNvContentPartPr/>
                <p14:nvPr/>
              </p14:nvContentPartPr>
              <p14:xfrm>
                <a:off x="1501090" y="4514150"/>
                <a:ext cx="97200" cy="21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DE34CEE-6CF0-F05C-2F2F-97CF618A6D3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492450" y="4505510"/>
                  <a:ext cx="11484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2194812-A78D-3265-60A0-8C74196C3640}"/>
                  </a:ext>
                </a:extLst>
              </p14:cNvPr>
              <p14:cNvContentPartPr/>
              <p14:nvPr/>
            </p14:nvContentPartPr>
            <p14:xfrm>
              <a:off x="1950730" y="4230470"/>
              <a:ext cx="207720" cy="3585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2194812-A78D-3265-60A0-8C74196C364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942090" y="4221830"/>
                <a:ext cx="22536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E9E94D9-5CF8-8465-711B-5DE194D4BFEB}"/>
                  </a:ext>
                </a:extLst>
              </p14:cNvPr>
              <p14:cNvContentPartPr/>
              <p14:nvPr/>
            </p14:nvContentPartPr>
            <p14:xfrm>
              <a:off x="2072410" y="4739150"/>
              <a:ext cx="37440" cy="518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E9E94D9-5CF8-8465-711B-5DE194D4BFE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063410" y="4730150"/>
                <a:ext cx="5508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18041BF9-9D59-C8A0-44FB-95552257CDCE}"/>
                  </a:ext>
                </a:extLst>
              </p14:cNvPr>
              <p14:cNvContentPartPr/>
              <p14:nvPr/>
            </p14:nvContentPartPr>
            <p14:xfrm>
              <a:off x="328570" y="227630"/>
              <a:ext cx="2169360" cy="10346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18041BF9-9D59-C8A0-44FB-95552257CDCE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19930" y="218990"/>
                <a:ext cx="2187000" cy="105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4C27A1CA-4281-3D19-6FC3-1FC75140FDA6}"/>
              </a:ext>
            </a:extLst>
          </p:cNvPr>
          <p:cNvGrpSpPr/>
          <p:nvPr/>
        </p:nvGrpSpPr>
        <p:grpSpPr>
          <a:xfrm>
            <a:off x="3687010" y="1545950"/>
            <a:ext cx="515160" cy="415440"/>
            <a:chOff x="3687010" y="1545950"/>
            <a:chExt cx="515160" cy="41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4CE56BF-F93E-5206-F3B7-230DE8550523}"/>
                    </a:ext>
                  </a:extLst>
                </p14:cNvPr>
                <p14:cNvContentPartPr/>
                <p14:nvPr/>
              </p14:nvContentPartPr>
              <p14:xfrm>
                <a:off x="3687010" y="1545950"/>
                <a:ext cx="357120" cy="144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4CE56BF-F93E-5206-F3B7-230DE855052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78010" y="1537310"/>
                  <a:ext cx="3747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01740A7-A877-C638-5935-04BBF30454D4}"/>
                    </a:ext>
                  </a:extLst>
                </p14:cNvPr>
                <p14:cNvContentPartPr/>
                <p14:nvPr/>
              </p14:nvContentPartPr>
              <p14:xfrm>
                <a:off x="4124770" y="1647110"/>
                <a:ext cx="5400" cy="279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01740A7-A877-C638-5935-04BBF30454D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116130" y="1638470"/>
                  <a:ext cx="230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6A23327-A347-3C4B-4C8D-F7352EA6078B}"/>
                    </a:ext>
                  </a:extLst>
                </p14:cNvPr>
                <p14:cNvContentPartPr/>
                <p14:nvPr/>
              </p14:nvContentPartPr>
              <p14:xfrm>
                <a:off x="4078690" y="1929350"/>
                <a:ext cx="105120" cy="32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6A23327-A347-3C4B-4C8D-F7352EA607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069690" y="1920350"/>
                  <a:ext cx="122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437C279-724C-8BE0-1491-A35D5B5DDDA2}"/>
                    </a:ext>
                  </a:extLst>
                </p14:cNvPr>
                <p14:cNvContentPartPr/>
                <p14:nvPr/>
              </p14:nvContentPartPr>
              <p14:xfrm>
                <a:off x="4083730" y="1652510"/>
                <a:ext cx="118440" cy="16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437C279-724C-8BE0-1491-A35D5B5DDDA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74730" y="1643510"/>
                  <a:ext cx="13608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6F6D68B-F63F-9E7E-226B-FD4C4D19EB67}"/>
              </a:ext>
            </a:extLst>
          </p:cNvPr>
          <p:cNvGrpSpPr/>
          <p:nvPr/>
        </p:nvGrpSpPr>
        <p:grpSpPr>
          <a:xfrm>
            <a:off x="9035530" y="286310"/>
            <a:ext cx="654840" cy="699840"/>
            <a:chOff x="9035530" y="286310"/>
            <a:chExt cx="654840" cy="69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15A57BB-AA38-567E-BD0D-9E1A4DA0D26F}"/>
                    </a:ext>
                  </a:extLst>
                </p14:cNvPr>
                <p14:cNvContentPartPr/>
                <p14:nvPr/>
              </p14:nvContentPartPr>
              <p14:xfrm>
                <a:off x="9035530" y="286310"/>
                <a:ext cx="211680" cy="498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15A57BB-AA38-567E-BD0D-9E1A4DA0D26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026890" y="277670"/>
                  <a:ext cx="22932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C78381E-32B6-FCDC-33F9-1F23D74A5C21}"/>
                    </a:ext>
                  </a:extLst>
                </p14:cNvPr>
                <p14:cNvContentPartPr/>
                <p14:nvPr/>
              </p14:nvContentPartPr>
              <p14:xfrm>
                <a:off x="9309850" y="589430"/>
                <a:ext cx="5400" cy="335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C78381E-32B6-FCDC-33F9-1F23D74A5C2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300850" y="580790"/>
                  <a:ext cx="230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9C25457-A11B-CA7F-7420-6D8384930A22}"/>
                    </a:ext>
                  </a:extLst>
                </p14:cNvPr>
                <p14:cNvContentPartPr/>
                <p14:nvPr/>
              </p14:nvContentPartPr>
              <p14:xfrm>
                <a:off x="9276010" y="747830"/>
                <a:ext cx="195120" cy="176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9C25457-A11B-CA7F-7420-6D8384930A2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67010" y="739190"/>
                  <a:ext cx="2127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22086A0-BC5C-0E77-E443-08ED89D31384}"/>
                    </a:ext>
                  </a:extLst>
                </p14:cNvPr>
                <p14:cNvContentPartPr/>
                <p14:nvPr/>
              </p14:nvContentPartPr>
              <p14:xfrm>
                <a:off x="9599650" y="589070"/>
                <a:ext cx="33120" cy="397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22086A0-BC5C-0E77-E443-08ED89D3138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591010" y="580430"/>
                  <a:ext cx="507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7E0A233-AEAF-C9FB-64F4-739F9A19080B}"/>
                    </a:ext>
                  </a:extLst>
                </p14:cNvPr>
                <p14:cNvContentPartPr/>
                <p14:nvPr/>
              </p14:nvContentPartPr>
              <p14:xfrm>
                <a:off x="9534490" y="745310"/>
                <a:ext cx="155880" cy="39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7E0A233-AEAF-C9FB-64F4-739F9A19080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25490" y="736310"/>
                  <a:ext cx="17352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E4D5538-3975-C2BF-D35E-57A8D2738CA7}"/>
              </a:ext>
            </a:extLst>
          </p:cNvPr>
          <p:cNvGrpSpPr/>
          <p:nvPr/>
        </p:nvGrpSpPr>
        <p:grpSpPr>
          <a:xfrm>
            <a:off x="9951370" y="475310"/>
            <a:ext cx="106920" cy="117720"/>
            <a:chOff x="9951370" y="475310"/>
            <a:chExt cx="106920" cy="11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344AA40-8D70-DE79-1A31-24D60BA3594F}"/>
                    </a:ext>
                  </a:extLst>
                </p14:cNvPr>
                <p14:cNvContentPartPr/>
                <p14:nvPr/>
              </p14:nvContentPartPr>
              <p14:xfrm>
                <a:off x="9951370" y="565670"/>
                <a:ext cx="101880" cy="27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344AA40-8D70-DE79-1A31-24D60BA3594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942370" y="556670"/>
                  <a:ext cx="119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2CD6A29-5E87-CD92-8AE9-FE026D05B94F}"/>
                    </a:ext>
                  </a:extLst>
                </p14:cNvPr>
                <p14:cNvContentPartPr/>
                <p14:nvPr/>
              </p14:nvContentPartPr>
              <p14:xfrm>
                <a:off x="9956410" y="475310"/>
                <a:ext cx="101880" cy="12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2CD6A29-5E87-CD92-8AE9-FE026D05B94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947410" y="466310"/>
                  <a:ext cx="1195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B6C13EC-69FC-D325-CCBC-2E8DF5392646}"/>
              </a:ext>
            </a:extLst>
          </p:cNvPr>
          <p:cNvGrpSpPr/>
          <p:nvPr/>
        </p:nvGrpSpPr>
        <p:grpSpPr>
          <a:xfrm>
            <a:off x="10318930" y="283430"/>
            <a:ext cx="1387800" cy="550440"/>
            <a:chOff x="10318930" y="283430"/>
            <a:chExt cx="1387800" cy="55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A51992-3B50-018B-CBD1-5D01B0FAE3BA}"/>
                    </a:ext>
                  </a:extLst>
                </p14:cNvPr>
                <p14:cNvContentPartPr/>
                <p14:nvPr/>
              </p14:nvContentPartPr>
              <p14:xfrm>
                <a:off x="10318930" y="305750"/>
                <a:ext cx="34200" cy="416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A51992-3B50-018B-CBD1-5D01B0FAE3B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310290" y="296750"/>
                  <a:ext cx="518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64CE4A7-E3EC-B33D-086A-AC304254E6A9}"/>
                    </a:ext>
                  </a:extLst>
                </p14:cNvPr>
                <p14:cNvContentPartPr/>
                <p14:nvPr/>
              </p14:nvContentPartPr>
              <p14:xfrm>
                <a:off x="10392010" y="283430"/>
                <a:ext cx="167040" cy="416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64CE4A7-E3EC-B33D-086A-AC304254E6A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383010" y="274790"/>
                  <a:ext cx="18468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7D6F9E0-6802-C865-336D-95EBD2EE90F4}"/>
                    </a:ext>
                  </a:extLst>
                </p14:cNvPr>
                <p14:cNvContentPartPr/>
                <p14:nvPr/>
              </p14:nvContentPartPr>
              <p14:xfrm>
                <a:off x="10625290" y="676910"/>
                <a:ext cx="35280" cy="156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7D6F9E0-6802-C865-336D-95EBD2EE90F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616650" y="668270"/>
                  <a:ext cx="529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66195A7-2B50-BC7E-4A4E-AE332A4052AB}"/>
                    </a:ext>
                  </a:extLst>
                </p14:cNvPr>
                <p14:cNvContentPartPr/>
                <p14:nvPr/>
              </p14:nvContentPartPr>
              <p14:xfrm>
                <a:off x="10753090" y="317990"/>
                <a:ext cx="106200" cy="363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66195A7-2B50-BC7E-4A4E-AE332A4052A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744450" y="308990"/>
                  <a:ext cx="12384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F34F064-53AC-70FC-F017-3884FB3C5A6E}"/>
                    </a:ext>
                  </a:extLst>
                </p14:cNvPr>
                <p14:cNvContentPartPr/>
                <p14:nvPr/>
              </p14:nvContentPartPr>
              <p14:xfrm>
                <a:off x="10799890" y="505550"/>
                <a:ext cx="109440" cy="11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F34F064-53AC-70FC-F017-3884FB3C5A6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791250" y="496910"/>
                  <a:ext cx="127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64AE806-054D-75C1-E2AD-1477F4209765}"/>
                    </a:ext>
                  </a:extLst>
                </p14:cNvPr>
                <p14:cNvContentPartPr/>
                <p14:nvPr/>
              </p14:nvContentPartPr>
              <p14:xfrm>
                <a:off x="10976290" y="365150"/>
                <a:ext cx="146880" cy="2721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64AE806-054D-75C1-E2AD-1477F420976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967290" y="356510"/>
                  <a:ext cx="1645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FD81BF2-FE41-1A11-A49E-138C3E47FD69}"/>
                    </a:ext>
                  </a:extLst>
                </p14:cNvPr>
                <p14:cNvContentPartPr/>
                <p14:nvPr/>
              </p14:nvContentPartPr>
              <p14:xfrm>
                <a:off x="11271850" y="314750"/>
                <a:ext cx="434880" cy="250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FD81BF2-FE41-1A11-A49E-138C3E47FD6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263210" y="305750"/>
                  <a:ext cx="452520" cy="26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26DA1A8-DFFB-F36B-BB8A-DB37A3FD736F}"/>
                  </a:ext>
                </a:extLst>
              </p14:cNvPr>
              <p14:cNvContentPartPr/>
              <p14:nvPr/>
            </p14:nvContentPartPr>
            <p14:xfrm>
              <a:off x="11988610" y="665030"/>
              <a:ext cx="1440" cy="61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26DA1A8-DFFB-F36B-BB8A-DB37A3FD736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979970" y="656030"/>
                <a:ext cx="1908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DDA750CD-1A7E-3ACD-AB38-BA4ABCE4A50B}"/>
              </a:ext>
            </a:extLst>
          </p:cNvPr>
          <p:cNvGrpSpPr/>
          <p:nvPr/>
        </p:nvGrpSpPr>
        <p:grpSpPr>
          <a:xfrm>
            <a:off x="9288610" y="1181270"/>
            <a:ext cx="167400" cy="524520"/>
            <a:chOff x="9288610" y="1181270"/>
            <a:chExt cx="167400" cy="52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DC2B44F-2741-C9BB-EE14-3DD13C46C99C}"/>
                    </a:ext>
                  </a:extLst>
                </p14:cNvPr>
                <p14:cNvContentPartPr/>
                <p14:nvPr/>
              </p14:nvContentPartPr>
              <p14:xfrm>
                <a:off x="9347290" y="1210070"/>
                <a:ext cx="56520" cy="440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DC2B44F-2741-C9BB-EE14-3DD13C46C99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338650" y="1201430"/>
                  <a:ext cx="7416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E0DA26F-6964-44CC-D74E-79D8AD412B48}"/>
                    </a:ext>
                  </a:extLst>
                </p14:cNvPr>
                <p14:cNvContentPartPr/>
                <p14:nvPr/>
              </p14:nvContentPartPr>
              <p14:xfrm>
                <a:off x="9300850" y="1631990"/>
                <a:ext cx="129600" cy="73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E0DA26F-6964-44CC-D74E-79D8AD412B4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292210" y="1623350"/>
                  <a:ext cx="1472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CA32A0C-810E-D555-27A3-A208A5B4DADF}"/>
                    </a:ext>
                  </a:extLst>
                </p14:cNvPr>
                <p14:cNvContentPartPr/>
                <p14:nvPr/>
              </p14:nvContentPartPr>
              <p14:xfrm>
                <a:off x="9288610" y="1181270"/>
                <a:ext cx="167400" cy="23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CA32A0C-810E-D555-27A3-A208A5B4DAD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279610" y="1172630"/>
                  <a:ext cx="18504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981BF68-2F43-59AB-477A-119016AB8075}"/>
              </a:ext>
            </a:extLst>
          </p:cNvPr>
          <p:cNvGrpSpPr/>
          <p:nvPr/>
        </p:nvGrpSpPr>
        <p:grpSpPr>
          <a:xfrm>
            <a:off x="9893410" y="1390430"/>
            <a:ext cx="157320" cy="116640"/>
            <a:chOff x="9893410" y="1390430"/>
            <a:chExt cx="157320" cy="11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FBFE8E9-93A1-F50A-296B-A04BB52A62D6}"/>
                    </a:ext>
                  </a:extLst>
                </p14:cNvPr>
                <p14:cNvContentPartPr/>
                <p14:nvPr/>
              </p14:nvContentPartPr>
              <p14:xfrm>
                <a:off x="9893410" y="1390430"/>
                <a:ext cx="141120" cy="8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FBFE8E9-93A1-F50A-296B-A04BB52A62D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884770" y="1381430"/>
                  <a:ext cx="1587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8839428-CC30-114C-2696-37062A419212}"/>
                    </a:ext>
                  </a:extLst>
                </p14:cNvPr>
                <p14:cNvContentPartPr/>
                <p14:nvPr/>
              </p14:nvContentPartPr>
              <p14:xfrm>
                <a:off x="9894850" y="1489790"/>
                <a:ext cx="155880" cy="17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8839428-CC30-114C-2696-37062A41921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885850" y="1480790"/>
                  <a:ext cx="1735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6D82974-8F16-6932-28EC-25F550B130C9}"/>
              </a:ext>
            </a:extLst>
          </p:cNvPr>
          <p:cNvGrpSpPr/>
          <p:nvPr/>
        </p:nvGrpSpPr>
        <p:grpSpPr>
          <a:xfrm>
            <a:off x="10338730" y="1139510"/>
            <a:ext cx="1200960" cy="477720"/>
            <a:chOff x="10338730" y="1139510"/>
            <a:chExt cx="1200960" cy="47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E79A11C-3E45-194D-6790-C2D026D53F12}"/>
                    </a:ext>
                  </a:extLst>
                </p14:cNvPr>
                <p14:cNvContentPartPr/>
                <p14:nvPr/>
              </p14:nvContentPartPr>
              <p14:xfrm>
                <a:off x="10338730" y="1164350"/>
                <a:ext cx="232920" cy="452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E79A11C-3E45-194D-6790-C2D026D53F1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334410" y="1160030"/>
                  <a:ext cx="24156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8C46DC2-9F96-64DE-3126-E4B63B7E6604}"/>
                    </a:ext>
                  </a:extLst>
                </p14:cNvPr>
                <p14:cNvContentPartPr/>
                <p14:nvPr/>
              </p14:nvContentPartPr>
              <p14:xfrm>
                <a:off x="10627810" y="1246070"/>
                <a:ext cx="185040" cy="315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8C46DC2-9F96-64DE-3126-E4B63B7E660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623490" y="1241750"/>
                  <a:ext cx="1936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AF69B90-E5E4-0B9C-135F-D262518BCEFB}"/>
                    </a:ext>
                  </a:extLst>
                </p14:cNvPr>
                <p14:cNvContentPartPr/>
                <p14:nvPr/>
              </p14:nvContentPartPr>
              <p14:xfrm>
                <a:off x="10943170" y="1330310"/>
                <a:ext cx="191520" cy="223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AF69B90-E5E4-0B9C-135F-D262518BCEF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938850" y="1325990"/>
                  <a:ext cx="2001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A75CBB6-4454-DC3B-04D2-27A076476C54}"/>
                    </a:ext>
                  </a:extLst>
                </p14:cNvPr>
                <p14:cNvContentPartPr/>
                <p14:nvPr/>
              </p14:nvContentPartPr>
              <p14:xfrm>
                <a:off x="11264290" y="1145270"/>
                <a:ext cx="198720" cy="385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A75CBB6-4454-DC3B-04D2-27A076476C5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259970" y="1140950"/>
                  <a:ext cx="20736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F9B7663-0F32-D444-13D1-53DF3B9F5484}"/>
                    </a:ext>
                  </a:extLst>
                </p14:cNvPr>
                <p14:cNvContentPartPr/>
                <p14:nvPr/>
              </p14:nvContentPartPr>
              <p14:xfrm>
                <a:off x="11425210" y="1139510"/>
                <a:ext cx="83160" cy="415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F9B7663-0F32-D444-13D1-53DF3B9F548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420890" y="1135190"/>
                  <a:ext cx="9180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8D14624-5B68-D077-D60B-565B0BA822C5}"/>
                    </a:ext>
                  </a:extLst>
                </p14:cNvPr>
                <p14:cNvContentPartPr/>
                <p14:nvPr/>
              </p14:nvContentPartPr>
              <p14:xfrm>
                <a:off x="11339890" y="1336070"/>
                <a:ext cx="199800" cy="8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8D14624-5B68-D077-D60B-565B0BA822C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335570" y="1331750"/>
                  <a:ext cx="208440" cy="1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2579B92-B5A2-87F1-1C4C-96788DCE722E}"/>
                  </a:ext>
                </a:extLst>
              </p14:cNvPr>
              <p14:cNvContentPartPr/>
              <p14:nvPr/>
            </p14:nvContentPartPr>
            <p14:xfrm>
              <a:off x="11752810" y="1498790"/>
              <a:ext cx="3960" cy="61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2579B92-B5A2-87F1-1C4C-96788DCE722E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11748490" y="1494470"/>
                <a:ext cx="12600" cy="1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B097C05-F0D0-8FD9-C9B8-E4BE38E57557}"/>
              </a:ext>
            </a:extLst>
          </p:cNvPr>
          <p:cNvGrpSpPr/>
          <p:nvPr/>
        </p:nvGrpSpPr>
        <p:grpSpPr>
          <a:xfrm>
            <a:off x="9324970" y="2042030"/>
            <a:ext cx="311400" cy="714600"/>
            <a:chOff x="9324970" y="2042030"/>
            <a:chExt cx="311400" cy="71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D6BC904-E603-D43C-4217-3BCDF20E2A86}"/>
                    </a:ext>
                  </a:extLst>
                </p14:cNvPr>
                <p14:cNvContentPartPr/>
                <p14:nvPr/>
              </p14:nvContentPartPr>
              <p14:xfrm>
                <a:off x="9416050" y="2042030"/>
                <a:ext cx="8280" cy="531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D6BC904-E603-D43C-4217-3BCDF20E2A8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411730" y="2037710"/>
                  <a:ext cx="1692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EA3B67E-5B8F-3769-BEBA-E8167975B91D}"/>
                    </a:ext>
                  </a:extLst>
                </p14:cNvPr>
                <p14:cNvContentPartPr/>
                <p14:nvPr/>
              </p14:nvContentPartPr>
              <p14:xfrm>
                <a:off x="9326050" y="2539190"/>
                <a:ext cx="133920" cy="42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EA3B67E-5B8F-3769-BEBA-E8167975B91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321730" y="2534870"/>
                  <a:ext cx="1425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AA1FE04-7C62-FEFB-A73B-2EDAB436C92F}"/>
                    </a:ext>
                  </a:extLst>
                </p14:cNvPr>
                <p14:cNvContentPartPr/>
                <p14:nvPr/>
              </p14:nvContentPartPr>
              <p14:xfrm>
                <a:off x="9324970" y="2048870"/>
                <a:ext cx="167400" cy="36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AA1FE04-7C62-FEFB-A73B-2EDAB436C92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320650" y="2044550"/>
                  <a:ext cx="176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494A0A4-2F09-89A2-D6C9-C29A2E59CC7D}"/>
                    </a:ext>
                  </a:extLst>
                </p14:cNvPr>
                <p14:cNvContentPartPr/>
                <p14:nvPr/>
              </p14:nvContentPartPr>
              <p14:xfrm>
                <a:off x="9587050" y="2496710"/>
                <a:ext cx="49320" cy="2599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494A0A4-2F09-89A2-D6C9-C29A2E59CC7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582730" y="2492390"/>
                  <a:ext cx="57960" cy="26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E2A06298-D6EA-6A2D-B92C-D81427E3ED79}"/>
                  </a:ext>
                </a:extLst>
              </p14:cNvPr>
              <p14:cNvContentPartPr/>
              <p14:nvPr/>
            </p14:nvContentPartPr>
            <p14:xfrm>
              <a:off x="9977290" y="2453510"/>
              <a:ext cx="126360" cy="2628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E2A06298-D6EA-6A2D-B92C-D81427E3ED79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9972970" y="2449190"/>
                <a:ext cx="13500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48C4DB62-BB3E-8F75-CFDD-8562D50EE7F1}"/>
                  </a:ext>
                </a:extLst>
              </p14:cNvPr>
              <p14:cNvContentPartPr/>
              <p14:nvPr/>
            </p14:nvContentPartPr>
            <p14:xfrm>
              <a:off x="10019050" y="2305550"/>
              <a:ext cx="127080" cy="1620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48C4DB62-BB3E-8F75-CFDD-8562D50EE7F1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10014730" y="2301230"/>
                <a:ext cx="13572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253F897C-C9EA-23CF-135E-6CC3E83B9B1D}"/>
                  </a:ext>
                </a:extLst>
              </p14:cNvPr>
              <p14:cNvContentPartPr/>
              <p14:nvPr/>
            </p14:nvContentPartPr>
            <p14:xfrm>
              <a:off x="10473370" y="2094950"/>
              <a:ext cx="234360" cy="45504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253F897C-C9EA-23CF-135E-6CC3E83B9B1D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10469050" y="2090630"/>
                <a:ext cx="24300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F0A21A5-E6B3-F8FE-6F5C-4C8478C15E42}"/>
                  </a:ext>
                </a:extLst>
              </p14:cNvPr>
              <p14:cNvContentPartPr/>
              <p14:nvPr/>
            </p14:nvContentPartPr>
            <p14:xfrm>
              <a:off x="10714570" y="2199350"/>
              <a:ext cx="185040" cy="3744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F0A21A5-E6B3-F8FE-6F5C-4C8478C15E42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10710250" y="2195030"/>
                <a:ext cx="19368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1DB7FB6-118C-CF02-2E15-8786680106E3}"/>
                  </a:ext>
                </a:extLst>
              </p14:cNvPr>
              <p14:cNvContentPartPr/>
              <p14:nvPr/>
            </p14:nvContentPartPr>
            <p14:xfrm>
              <a:off x="10970530" y="2551790"/>
              <a:ext cx="15480" cy="1584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1DB7FB6-118C-CF02-2E15-8786680106E3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10966210" y="2547470"/>
                <a:ext cx="241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7896FB97-B0AE-AA58-5DE2-467F87BF0F49}"/>
                  </a:ext>
                </a:extLst>
              </p14:cNvPr>
              <p14:cNvContentPartPr/>
              <p14:nvPr/>
            </p14:nvContentPartPr>
            <p14:xfrm>
              <a:off x="11060890" y="2199350"/>
              <a:ext cx="137520" cy="4071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7896FB97-B0AE-AA58-5DE2-467F87BF0F49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11056570" y="2195030"/>
                <a:ext cx="14616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7D7A3E75-106E-0A97-689B-8881842F64A7}"/>
                  </a:ext>
                </a:extLst>
              </p14:cNvPr>
              <p14:cNvContentPartPr/>
              <p14:nvPr/>
            </p14:nvContentPartPr>
            <p14:xfrm>
              <a:off x="11124970" y="2321390"/>
              <a:ext cx="123480" cy="262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7D7A3E75-106E-0A97-689B-8881842F64A7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1120650" y="2317070"/>
                <a:ext cx="1321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33BBF79E-033E-9592-6103-8BCCE3651714}"/>
                  </a:ext>
                </a:extLst>
              </p14:cNvPr>
              <p14:cNvContentPartPr/>
              <p14:nvPr/>
            </p14:nvContentPartPr>
            <p14:xfrm>
              <a:off x="11271490" y="2205110"/>
              <a:ext cx="120240" cy="23076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33BBF79E-033E-9592-6103-8BCCE3651714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11267170" y="2200790"/>
                <a:ext cx="12888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50D46C35-9052-CF84-7295-DA00C360FA6C}"/>
                  </a:ext>
                </a:extLst>
              </p14:cNvPr>
              <p14:cNvContentPartPr/>
              <p14:nvPr/>
            </p14:nvContentPartPr>
            <p14:xfrm>
              <a:off x="11381290" y="2245790"/>
              <a:ext cx="16560" cy="3006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50D46C35-9052-CF84-7295-DA00C360FA6C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11376970" y="2241470"/>
                <a:ext cx="252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28810BC2-7850-4EEA-594A-B496C1A2ED5F}"/>
                  </a:ext>
                </a:extLst>
              </p14:cNvPr>
              <p14:cNvContentPartPr/>
              <p14:nvPr/>
            </p14:nvContentPartPr>
            <p14:xfrm>
              <a:off x="11519170" y="2292950"/>
              <a:ext cx="243720" cy="2559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28810BC2-7850-4EEA-594A-B496C1A2ED5F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11514850" y="2288630"/>
                <a:ext cx="25236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3C9A6CA5-F283-C5CA-A9E7-7361D70F7ADC}"/>
                  </a:ext>
                </a:extLst>
              </p14:cNvPr>
              <p14:cNvContentPartPr/>
              <p14:nvPr/>
            </p14:nvContentPartPr>
            <p14:xfrm>
              <a:off x="11833090" y="2152910"/>
              <a:ext cx="132120" cy="33336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3C9A6CA5-F283-C5CA-A9E7-7361D70F7ADC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11828770" y="2148590"/>
                <a:ext cx="14076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01FC8C2-7636-EA21-D658-AC5B48BCD801}"/>
                  </a:ext>
                </a:extLst>
              </p14:cNvPr>
              <p14:cNvContentPartPr/>
              <p14:nvPr/>
            </p14:nvContentPartPr>
            <p14:xfrm>
              <a:off x="11952250" y="2186390"/>
              <a:ext cx="98280" cy="33876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01FC8C2-7636-EA21-D658-AC5B48BCD801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11947930" y="2182070"/>
                <a:ext cx="10692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94DE247A-DB29-F3AD-5D18-A450CC1A464B}"/>
                  </a:ext>
                </a:extLst>
              </p14:cNvPr>
              <p14:cNvContentPartPr/>
              <p14:nvPr/>
            </p14:nvContentPartPr>
            <p14:xfrm>
              <a:off x="11908330" y="2350550"/>
              <a:ext cx="195120" cy="1728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94DE247A-DB29-F3AD-5D18-A450CC1A464B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11904010" y="2346230"/>
                <a:ext cx="20376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A005E396-4797-D005-103B-2B82DDF74D46}"/>
              </a:ext>
            </a:extLst>
          </p:cNvPr>
          <p:cNvGrpSpPr/>
          <p:nvPr/>
        </p:nvGrpSpPr>
        <p:grpSpPr>
          <a:xfrm>
            <a:off x="9416410" y="3137150"/>
            <a:ext cx="419760" cy="588960"/>
            <a:chOff x="9416410" y="3137150"/>
            <a:chExt cx="419760" cy="58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5E4AABA-75DE-F2C9-C95F-8AE2C1AFE962}"/>
                    </a:ext>
                  </a:extLst>
                </p14:cNvPr>
                <p14:cNvContentPartPr/>
                <p14:nvPr/>
              </p14:nvContentPartPr>
              <p14:xfrm>
                <a:off x="9455290" y="3159110"/>
                <a:ext cx="35640" cy="3715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5E4AABA-75DE-F2C9-C95F-8AE2C1AFE96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450970" y="3154790"/>
                  <a:ext cx="442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4D1716F-8F97-E839-C6C3-529D6A02CCF2}"/>
                    </a:ext>
                  </a:extLst>
                </p14:cNvPr>
                <p14:cNvContentPartPr/>
                <p14:nvPr/>
              </p14:nvContentPartPr>
              <p14:xfrm>
                <a:off x="9422890" y="3540350"/>
                <a:ext cx="147240" cy="50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4D1716F-8F97-E839-C6C3-529D6A02CCF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418570" y="3536030"/>
                  <a:ext cx="155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286FEB5-CC96-D366-28ED-E7EF6FCBF676}"/>
                    </a:ext>
                  </a:extLst>
                </p14:cNvPr>
                <p14:cNvContentPartPr/>
                <p14:nvPr/>
              </p14:nvContentPartPr>
              <p14:xfrm>
                <a:off x="9416410" y="3137150"/>
                <a:ext cx="160920" cy="18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286FEB5-CC96-D366-28ED-E7EF6FCBF67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412090" y="3132830"/>
                  <a:ext cx="169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31C2CEB-48AB-F6A4-7C1E-72E80417DB8F}"/>
                    </a:ext>
                  </a:extLst>
                </p14:cNvPr>
                <p14:cNvContentPartPr/>
                <p14:nvPr/>
              </p14:nvContentPartPr>
              <p14:xfrm>
                <a:off x="9686410" y="3489230"/>
                <a:ext cx="149760" cy="236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31C2CEB-48AB-F6A4-7C1E-72E80417DB8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682090" y="3484910"/>
                  <a:ext cx="15840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E9A3736-F796-EC77-9549-CCFDCF5D4587}"/>
              </a:ext>
            </a:extLst>
          </p:cNvPr>
          <p:cNvGrpSpPr/>
          <p:nvPr/>
        </p:nvGrpSpPr>
        <p:grpSpPr>
          <a:xfrm>
            <a:off x="10103290" y="3363950"/>
            <a:ext cx="157320" cy="140760"/>
            <a:chOff x="10103290" y="3363950"/>
            <a:chExt cx="157320" cy="14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270E96B-6593-D003-EC46-B1C5BC6DDF3F}"/>
                    </a:ext>
                  </a:extLst>
                </p14:cNvPr>
                <p14:cNvContentPartPr/>
                <p14:nvPr/>
              </p14:nvContentPartPr>
              <p14:xfrm>
                <a:off x="10103290" y="3479510"/>
                <a:ext cx="145440" cy="252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270E96B-6593-D003-EC46-B1C5BC6DDF3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098970" y="3475190"/>
                  <a:ext cx="154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987C494-B872-5F3C-3651-8D2D9C1E5B11}"/>
                    </a:ext>
                  </a:extLst>
                </p14:cNvPr>
                <p14:cNvContentPartPr/>
                <p14:nvPr/>
              </p14:nvContentPartPr>
              <p14:xfrm>
                <a:off x="10129570" y="3363950"/>
                <a:ext cx="131040" cy="183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987C494-B872-5F3C-3651-8D2D9C1E5B1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125250" y="3359630"/>
                  <a:ext cx="13968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1A0C1389-BEE8-77AC-368E-DBF7BBB7B6E0}"/>
                  </a:ext>
                </a:extLst>
              </p14:cNvPr>
              <p14:cNvContentPartPr/>
              <p14:nvPr/>
            </p14:nvContentPartPr>
            <p14:xfrm>
              <a:off x="11195530" y="3223910"/>
              <a:ext cx="36720" cy="5688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1A0C1389-BEE8-77AC-368E-DBF7BBB7B6E0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11191210" y="3219590"/>
                <a:ext cx="4536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07D27DFE-B62E-54A5-EDD4-5EA4ECC96C96}"/>
              </a:ext>
            </a:extLst>
          </p:cNvPr>
          <p:cNvGrpSpPr/>
          <p:nvPr/>
        </p:nvGrpSpPr>
        <p:grpSpPr>
          <a:xfrm>
            <a:off x="10552210" y="3093950"/>
            <a:ext cx="1586160" cy="761040"/>
            <a:chOff x="10552210" y="3093950"/>
            <a:chExt cx="1586160" cy="76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AB07604-E124-18EA-FF0B-56A7B3477020}"/>
                    </a:ext>
                  </a:extLst>
                </p14:cNvPr>
                <p14:cNvContentPartPr/>
                <p14:nvPr/>
              </p14:nvContentPartPr>
              <p14:xfrm>
                <a:off x="10552210" y="3178910"/>
                <a:ext cx="24840" cy="370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AB07604-E124-18EA-FF0B-56A7B347702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547890" y="3174590"/>
                  <a:ext cx="3348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8F08989-A016-E4E0-42C1-E8EF8BCD6C00}"/>
                    </a:ext>
                  </a:extLst>
                </p14:cNvPr>
                <p14:cNvContentPartPr/>
                <p14:nvPr/>
              </p14:nvContentPartPr>
              <p14:xfrm>
                <a:off x="10659490" y="3206990"/>
                <a:ext cx="230040" cy="372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8F08989-A016-E4E0-42C1-E8EF8BCD6C0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655170" y="3202670"/>
                  <a:ext cx="2386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B70A294-132A-C9FF-FBB5-B34266D7443F}"/>
                    </a:ext>
                  </a:extLst>
                </p14:cNvPr>
                <p14:cNvContentPartPr/>
                <p14:nvPr/>
              </p14:nvContentPartPr>
              <p14:xfrm>
                <a:off x="10906450" y="3556190"/>
                <a:ext cx="35640" cy="1360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B70A294-132A-C9FF-FBB5-B34266D7443F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902130" y="3551870"/>
                  <a:ext cx="442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9CD8774-C396-9A55-7CA2-40A1178C5E21}"/>
                    </a:ext>
                  </a:extLst>
                </p14:cNvPr>
                <p14:cNvContentPartPr/>
                <p14:nvPr/>
              </p14:nvContentPartPr>
              <p14:xfrm>
                <a:off x="11082130" y="3235070"/>
                <a:ext cx="205560" cy="3718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9CD8774-C396-9A55-7CA2-40A1178C5E2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077810" y="3230750"/>
                  <a:ext cx="2142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4662653-E3AA-3B10-C1EB-20D4514EDA5C}"/>
                    </a:ext>
                  </a:extLst>
                </p14:cNvPr>
                <p14:cNvContentPartPr/>
                <p14:nvPr/>
              </p14:nvContentPartPr>
              <p14:xfrm>
                <a:off x="11321530" y="3213110"/>
                <a:ext cx="105120" cy="3150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4662653-E3AA-3B10-C1EB-20D4514EDA5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317210" y="3208790"/>
                  <a:ext cx="1137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F44A1F5-877F-2AA6-422C-91D7E2055C5F}"/>
                    </a:ext>
                  </a:extLst>
                </p14:cNvPr>
                <p14:cNvContentPartPr/>
                <p14:nvPr/>
              </p14:nvContentPartPr>
              <p14:xfrm>
                <a:off x="11327290" y="3227510"/>
                <a:ext cx="138600" cy="205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F44A1F5-877F-2AA6-422C-91D7E2055C5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322970" y="3223190"/>
                  <a:ext cx="147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3A8CC35-F5C0-0E71-B39E-CFDA1B936158}"/>
                    </a:ext>
                  </a:extLst>
                </p14:cNvPr>
                <p14:cNvContentPartPr/>
                <p14:nvPr/>
              </p14:nvContentPartPr>
              <p14:xfrm>
                <a:off x="11584690" y="3276110"/>
                <a:ext cx="259560" cy="2340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3A8CC35-F5C0-0E71-B39E-CFDA1B93615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580370" y="3271790"/>
                  <a:ext cx="268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CD24CF4-EF5D-8966-6D57-E9774335A842}"/>
                    </a:ext>
                  </a:extLst>
                </p14:cNvPr>
                <p14:cNvContentPartPr/>
                <p14:nvPr/>
              </p14:nvContentPartPr>
              <p14:xfrm>
                <a:off x="11969890" y="3093950"/>
                <a:ext cx="111960" cy="3744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CD24CF4-EF5D-8966-6D57-E9774335A84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965570" y="3089630"/>
                  <a:ext cx="1206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D7C3DEA-B55F-4B92-2C8E-62BA4B1B4FF2}"/>
                    </a:ext>
                  </a:extLst>
                </p14:cNvPr>
                <p14:cNvContentPartPr/>
                <p14:nvPr/>
              </p14:nvContentPartPr>
              <p14:xfrm>
                <a:off x="12047650" y="3102950"/>
                <a:ext cx="56520" cy="399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D7C3DEA-B55F-4B92-2C8E-62BA4B1B4FF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2043330" y="3098630"/>
                  <a:ext cx="651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64F53AD-0967-2F47-A53A-EB7A731F4693}"/>
                    </a:ext>
                  </a:extLst>
                </p14:cNvPr>
                <p14:cNvContentPartPr/>
                <p14:nvPr/>
              </p14:nvContentPartPr>
              <p14:xfrm>
                <a:off x="11979970" y="3326870"/>
                <a:ext cx="158400" cy="5281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64F53AD-0967-2F47-A53A-EB7A731F469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975650" y="3322550"/>
                  <a:ext cx="167040" cy="53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5027744-94EF-1CF7-BB0C-16037BF6CF4C}"/>
              </a:ext>
            </a:extLst>
          </p:cNvPr>
          <p:cNvGrpSpPr/>
          <p:nvPr/>
        </p:nvGrpSpPr>
        <p:grpSpPr>
          <a:xfrm>
            <a:off x="4068610" y="4546910"/>
            <a:ext cx="1392480" cy="900360"/>
            <a:chOff x="4068610" y="4546910"/>
            <a:chExt cx="1392480" cy="90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CA4DF12-C5EE-A351-121B-1F44F721F74F}"/>
                    </a:ext>
                  </a:extLst>
                </p14:cNvPr>
                <p14:cNvContentPartPr/>
                <p14:nvPr/>
              </p14:nvContentPartPr>
              <p14:xfrm>
                <a:off x="4218010" y="4546910"/>
                <a:ext cx="60480" cy="5155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CA4DF12-C5EE-A351-121B-1F44F721F74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213690" y="4542590"/>
                  <a:ext cx="6912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60C6CB5-DFC7-9860-3B36-62CECDDA5CF9}"/>
                    </a:ext>
                  </a:extLst>
                </p14:cNvPr>
                <p14:cNvContentPartPr/>
                <p14:nvPr/>
              </p14:nvContentPartPr>
              <p14:xfrm>
                <a:off x="4068610" y="4568870"/>
                <a:ext cx="319320" cy="496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60C6CB5-DFC7-9860-3B36-62CECDDA5CF9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064290" y="4564550"/>
                  <a:ext cx="327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7898944-B061-234D-638C-3791EAC8D8D2}"/>
                    </a:ext>
                  </a:extLst>
                </p14:cNvPr>
                <p14:cNvContentPartPr/>
                <p14:nvPr/>
              </p14:nvContentPartPr>
              <p14:xfrm>
                <a:off x="4411330" y="4778750"/>
                <a:ext cx="131040" cy="2505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7898944-B061-234D-638C-3791EAC8D8D2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407010" y="4774430"/>
                  <a:ext cx="1396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D30DAAA-AE54-10E4-70C0-69B94B72BADC}"/>
                    </a:ext>
                  </a:extLst>
                </p14:cNvPr>
                <p14:cNvContentPartPr/>
                <p14:nvPr/>
              </p14:nvContentPartPr>
              <p14:xfrm>
                <a:off x="4643530" y="4761110"/>
                <a:ext cx="186120" cy="6861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D30DAAA-AE54-10E4-70C0-69B94B72BAD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639210" y="4756790"/>
                  <a:ext cx="19476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920514B-F572-D673-2BFA-02AD8C1D246E}"/>
                    </a:ext>
                  </a:extLst>
                </p14:cNvPr>
                <p14:cNvContentPartPr/>
                <p14:nvPr/>
              </p14:nvContentPartPr>
              <p14:xfrm>
                <a:off x="4852690" y="4753910"/>
                <a:ext cx="158760" cy="288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920514B-F572-D673-2BFA-02AD8C1D246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848370" y="4749590"/>
                  <a:ext cx="1674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71F9FD2-1453-D066-FA03-37F764E73CCB}"/>
                    </a:ext>
                  </a:extLst>
                </p14:cNvPr>
                <p14:cNvContentPartPr/>
                <p14:nvPr/>
              </p14:nvContentPartPr>
              <p14:xfrm>
                <a:off x="5080210" y="4686230"/>
                <a:ext cx="124920" cy="3038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71F9FD2-1453-D066-FA03-37F764E73CC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075890" y="4681910"/>
                  <a:ext cx="133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724F8AC-4F3C-A4EE-1E9F-2777125D0ED8}"/>
                    </a:ext>
                  </a:extLst>
                </p14:cNvPr>
                <p14:cNvContentPartPr/>
                <p14:nvPr/>
              </p14:nvContentPartPr>
              <p14:xfrm>
                <a:off x="5453170" y="4801070"/>
                <a:ext cx="360" cy="637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724F8AC-4F3C-A4EE-1E9F-2777125D0ED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448850" y="4796750"/>
                  <a:ext cx="9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E7410CE-9336-15F5-55A4-31F8591584EA}"/>
                    </a:ext>
                  </a:extLst>
                </p14:cNvPr>
                <p14:cNvContentPartPr/>
                <p14:nvPr/>
              </p14:nvContentPartPr>
              <p14:xfrm>
                <a:off x="5444530" y="4661030"/>
                <a:ext cx="16560" cy="309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E7410CE-9336-15F5-55A4-31F8591584E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440210" y="4656710"/>
                  <a:ext cx="2520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65BD1C8A-E01A-D8EE-4AFB-CC8B1BF7A067}"/>
                  </a:ext>
                </a:extLst>
              </p14:cNvPr>
              <p14:cNvContentPartPr/>
              <p14:nvPr/>
            </p14:nvContentPartPr>
            <p14:xfrm>
              <a:off x="4261210" y="5157110"/>
              <a:ext cx="978840" cy="7164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65BD1C8A-E01A-D8EE-4AFB-CC8B1BF7A067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4252210" y="5148470"/>
                <a:ext cx="996480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F6069D9-4E2A-D3E3-7F64-F8DF5106D4BC}"/>
              </a:ext>
            </a:extLst>
          </p:cNvPr>
          <p:cNvGrpSpPr/>
          <p:nvPr/>
        </p:nvGrpSpPr>
        <p:grpSpPr>
          <a:xfrm>
            <a:off x="5753770" y="4449710"/>
            <a:ext cx="928800" cy="884520"/>
            <a:chOff x="5753770" y="4449710"/>
            <a:chExt cx="928800" cy="88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0E7FF05-466C-4271-4930-9009F2434482}"/>
                    </a:ext>
                  </a:extLst>
                </p14:cNvPr>
                <p14:cNvContentPartPr/>
                <p14:nvPr/>
              </p14:nvContentPartPr>
              <p14:xfrm>
                <a:off x="5753770" y="4677590"/>
                <a:ext cx="245880" cy="6566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0E7FF05-466C-4271-4930-9009F243448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744770" y="4668950"/>
                  <a:ext cx="263520" cy="6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60866F8-D2F6-B481-FC13-1D40110C2DD4}"/>
                    </a:ext>
                  </a:extLst>
                </p14:cNvPr>
                <p14:cNvContentPartPr/>
                <p14:nvPr/>
              </p14:nvContentPartPr>
              <p14:xfrm>
                <a:off x="6136090" y="4754990"/>
                <a:ext cx="26640" cy="1710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60866F8-D2F6-B481-FC13-1D40110C2DD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127450" y="4745990"/>
                  <a:ext cx="44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F219866-6139-C19A-D918-7B2540037D90}"/>
                    </a:ext>
                  </a:extLst>
                </p14:cNvPr>
                <p14:cNvContentPartPr/>
                <p14:nvPr/>
              </p14:nvContentPartPr>
              <p14:xfrm>
                <a:off x="6054730" y="4487150"/>
                <a:ext cx="33120" cy="626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F219866-6139-C19A-D918-7B2540037D9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045730" y="4478150"/>
                  <a:ext cx="50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A8F9F77-C585-E59C-C958-1B218CE36D8D}"/>
                    </a:ext>
                  </a:extLst>
                </p14:cNvPr>
                <p14:cNvContentPartPr/>
                <p14:nvPr/>
              </p14:nvContentPartPr>
              <p14:xfrm>
                <a:off x="5859970" y="4449710"/>
                <a:ext cx="70560" cy="50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A8F9F77-C585-E59C-C958-1B218CE36D8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850970" y="4441070"/>
                  <a:ext cx="88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EC1C564-CACE-8CCB-771F-607F873B30DE}"/>
                    </a:ext>
                  </a:extLst>
                </p14:cNvPr>
                <p14:cNvContentPartPr/>
                <p14:nvPr/>
              </p14:nvContentPartPr>
              <p14:xfrm>
                <a:off x="6227890" y="4527830"/>
                <a:ext cx="256320" cy="4183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EC1C564-CACE-8CCB-771F-607F873B30D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218890" y="4519190"/>
                  <a:ext cx="27396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4C7BF95-56D3-2D80-C8C8-7AEC25868712}"/>
                    </a:ext>
                  </a:extLst>
                </p14:cNvPr>
                <p14:cNvContentPartPr/>
                <p14:nvPr/>
              </p14:nvContentPartPr>
              <p14:xfrm>
                <a:off x="6486370" y="4670390"/>
                <a:ext cx="196200" cy="314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4C7BF95-56D3-2D80-C8C8-7AEC2586871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477370" y="4661750"/>
                  <a:ext cx="213840" cy="33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53F4DB73-860D-0A54-F03F-017890673B5B}"/>
              </a:ext>
            </a:extLst>
          </p:cNvPr>
          <p:cNvGrpSpPr/>
          <p:nvPr/>
        </p:nvGrpSpPr>
        <p:grpSpPr>
          <a:xfrm>
            <a:off x="7350010" y="4435310"/>
            <a:ext cx="903240" cy="781560"/>
            <a:chOff x="7350010" y="4435310"/>
            <a:chExt cx="903240" cy="78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5FFD7F3-2CAC-249E-4D28-430AFCEAD7C8}"/>
                    </a:ext>
                  </a:extLst>
                </p14:cNvPr>
                <p14:cNvContentPartPr/>
                <p14:nvPr/>
              </p14:nvContentPartPr>
              <p14:xfrm>
                <a:off x="7391410" y="4435310"/>
                <a:ext cx="27000" cy="5572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5FFD7F3-2CAC-249E-4D28-430AFCEAD7C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382770" y="4426310"/>
                  <a:ext cx="4464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235DACD-1994-4A0A-562E-763CE4FAB79D}"/>
                    </a:ext>
                  </a:extLst>
                </p14:cNvPr>
                <p14:cNvContentPartPr/>
                <p14:nvPr/>
              </p14:nvContentPartPr>
              <p14:xfrm>
                <a:off x="7350010" y="4447550"/>
                <a:ext cx="362880" cy="5133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235DACD-1994-4A0A-562E-763CE4FAB79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341370" y="4438910"/>
                  <a:ext cx="38052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6CDC3A9-5622-DD89-23FB-8B876122A73D}"/>
                    </a:ext>
                  </a:extLst>
                </p14:cNvPr>
                <p14:cNvContentPartPr/>
                <p14:nvPr/>
              </p14:nvContentPartPr>
              <p14:xfrm>
                <a:off x="7721890" y="4851110"/>
                <a:ext cx="138240" cy="2772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6CDC3A9-5622-DD89-23FB-8B876122A73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712890" y="4842110"/>
                  <a:ext cx="1558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789643A-1420-A7AC-748F-D659BD0AF846}"/>
                    </a:ext>
                  </a:extLst>
                </p14:cNvPr>
                <p14:cNvContentPartPr/>
                <p14:nvPr/>
              </p14:nvContentPartPr>
              <p14:xfrm>
                <a:off x="7804330" y="4895030"/>
                <a:ext cx="129960" cy="3218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789643A-1420-A7AC-748F-D659BD0AF84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795690" y="4886030"/>
                  <a:ext cx="1476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D9E030D-9847-9EBD-C576-0D38E01B0EF4}"/>
                    </a:ext>
                  </a:extLst>
                </p14:cNvPr>
                <p14:cNvContentPartPr/>
                <p14:nvPr/>
              </p14:nvContentPartPr>
              <p14:xfrm>
                <a:off x="7755730" y="4840670"/>
                <a:ext cx="489960" cy="1832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D9E030D-9847-9EBD-C576-0D38E01B0EF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746730" y="4832030"/>
                  <a:ext cx="507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F19ACB5-2C75-EF2C-EC53-77EB61F14A4D}"/>
                    </a:ext>
                  </a:extLst>
                </p14:cNvPr>
                <p14:cNvContentPartPr/>
                <p14:nvPr/>
              </p14:nvContentPartPr>
              <p14:xfrm>
                <a:off x="8127250" y="4683710"/>
                <a:ext cx="126000" cy="342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F19ACB5-2C75-EF2C-EC53-77EB61F14A4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118250" y="4675070"/>
                  <a:ext cx="14364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470D52F1-F71D-B918-53C6-1CBF0D8D0DF2}"/>
              </a:ext>
            </a:extLst>
          </p:cNvPr>
          <p:cNvGrpSpPr/>
          <p:nvPr/>
        </p:nvGrpSpPr>
        <p:grpSpPr>
          <a:xfrm>
            <a:off x="8508850" y="4460870"/>
            <a:ext cx="998280" cy="447120"/>
            <a:chOff x="8508850" y="4460870"/>
            <a:chExt cx="998280" cy="44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4DB6554-9F2F-7239-5BBD-935D07C443CD}"/>
                    </a:ext>
                  </a:extLst>
                </p14:cNvPr>
                <p14:cNvContentPartPr/>
                <p14:nvPr/>
              </p14:nvContentPartPr>
              <p14:xfrm>
                <a:off x="8508850" y="4471310"/>
                <a:ext cx="76680" cy="4366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4DB6554-9F2F-7239-5BBD-935D07C443CD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499850" y="4462670"/>
                  <a:ext cx="9432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4C1293F-5E6B-96C4-B87F-C665C6317919}"/>
                    </a:ext>
                  </a:extLst>
                </p14:cNvPr>
                <p14:cNvContentPartPr/>
                <p14:nvPr/>
              </p14:nvContentPartPr>
              <p14:xfrm>
                <a:off x="8627650" y="4494710"/>
                <a:ext cx="214200" cy="363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4C1293F-5E6B-96C4-B87F-C665C631791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619010" y="4485710"/>
                  <a:ext cx="23184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8035C80-C2D6-33FA-E44C-C9F1C444039A}"/>
                    </a:ext>
                  </a:extLst>
                </p14:cNvPr>
                <p14:cNvContentPartPr/>
                <p14:nvPr/>
              </p14:nvContentPartPr>
              <p14:xfrm>
                <a:off x="8939770" y="4460870"/>
                <a:ext cx="567360" cy="334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8035C80-C2D6-33FA-E44C-C9F1C444039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930770" y="4451870"/>
                  <a:ext cx="585000" cy="35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6521FD8F-1625-3D9A-A326-C0628ACDCBFE}"/>
                  </a:ext>
                </a:extLst>
              </p14:cNvPr>
              <p14:cNvContentPartPr/>
              <p14:nvPr/>
            </p14:nvContentPartPr>
            <p14:xfrm>
              <a:off x="9785410" y="4879190"/>
              <a:ext cx="26640" cy="2412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6521FD8F-1625-3D9A-A326-C0628ACDCBFE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9776770" y="4870190"/>
                <a:ext cx="4428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16D5C1E5-51CF-0B11-2A51-1871B2FD7ECD}"/>
              </a:ext>
            </a:extLst>
          </p:cNvPr>
          <p:cNvGrpSpPr/>
          <p:nvPr/>
        </p:nvGrpSpPr>
        <p:grpSpPr>
          <a:xfrm>
            <a:off x="6667090" y="5438270"/>
            <a:ext cx="486360" cy="693360"/>
            <a:chOff x="6667090" y="5438270"/>
            <a:chExt cx="486360" cy="69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1A6907D-50C9-1DB3-17B4-DF2E8F9215E7}"/>
                    </a:ext>
                  </a:extLst>
                </p14:cNvPr>
                <p14:cNvContentPartPr/>
                <p14:nvPr/>
              </p14:nvContentPartPr>
              <p14:xfrm>
                <a:off x="6786610" y="5483630"/>
                <a:ext cx="16560" cy="4474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1A6907D-50C9-1DB3-17B4-DF2E8F9215E7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777610" y="5474990"/>
                  <a:ext cx="3420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EA44704-4C59-F362-8E79-FFFC315005CB}"/>
                    </a:ext>
                  </a:extLst>
                </p14:cNvPr>
                <p14:cNvContentPartPr/>
                <p14:nvPr/>
              </p14:nvContentPartPr>
              <p14:xfrm>
                <a:off x="6700930" y="5939030"/>
                <a:ext cx="172440" cy="53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EA44704-4C59-F362-8E79-FFFC315005C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692290" y="5930030"/>
                  <a:ext cx="190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1E1DCA2-09F8-D85E-BBDC-766A9C3F5E70}"/>
                    </a:ext>
                  </a:extLst>
                </p14:cNvPr>
                <p14:cNvContentPartPr/>
                <p14:nvPr/>
              </p14:nvContentPartPr>
              <p14:xfrm>
                <a:off x="6667090" y="5438270"/>
                <a:ext cx="294120" cy="828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1E1DCA2-09F8-D85E-BBDC-766A9C3F5E7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658450" y="5429630"/>
                  <a:ext cx="311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466E8F6-DCCB-67B6-9D05-C27365B3408E}"/>
                    </a:ext>
                  </a:extLst>
                </p14:cNvPr>
                <p14:cNvContentPartPr/>
                <p14:nvPr/>
              </p14:nvContentPartPr>
              <p14:xfrm>
                <a:off x="7078930" y="5971790"/>
                <a:ext cx="74520" cy="1598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466E8F6-DCCB-67B6-9D05-C27365B3408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070290" y="5962790"/>
                  <a:ext cx="921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3BDFB722-A156-7968-6F1A-8C599B3229EA}"/>
              </a:ext>
            </a:extLst>
          </p:cNvPr>
          <p:cNvGrpSpPr/>
          <p:nvPr/>
        </p:nvGrpSpPr>
        <p:grpSpPr>
          <a:xfrm>
            <a:off x="7435330" y="5536190"/>
            <a:ext cx="364320" cy="623880"/>
            <a:chOff x="7435330" y="5536190"/>
            <a:chExt cx="364320" cy="62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99BAB8D-9CEF-E6FE-9FA6-2D97DEA6D95F}"/>
                    </a:ext>
                  </a:extLst>
                </p14:cNvPr>
                <p14:cNvContentPartPr/>
                <p14:nvPr/>
              </p14:nvContentPartPr>
              <p14:xfrm>
                <a:off x="7512010" y="5536190"/>
                <a:ext cx="45360" cy="3949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99BAB8D-9CEF-E6FE-9FA6-2D97DEA6D95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503370" y="5527550"/>
                  <a:ext cx="6300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6B96A27-2769-4641-801E-526078522F56}"/>
                    </a:ext>
                  </a:extLst>
                </p14:cNvPr>
                <p14:cNvContentPartPr/>
                <p14:nvPr/>
              </p14:nvContentPartPr>
              <p14:xfrm>
                <a:off x="7485730" y="5969630"/>
                <a:ext cx="155880" cy="410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6B96A27-2769-4641-801E-526078522F5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476730" y="5960630"/>
                  <a:ext cx="173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F494F80-6376-1D79-FA8F-6F1A3C74818D}"/>
                    </a:ext>
                  </a:extLst>
                </p14:cNvPr>
                <p14:cNvContentPartPr/>
                <p14:nvPr/>
              </p14:nvContentPartPr>
              <p14:xfrm>
                <a:off x="7435330" y="5543390"/>
                <a:ext cx="213840" cy="3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F494F80-6376-1D79-FA8F-6F1A3C74818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426690" y="5534750"/>
                  <a:ext cx="231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629D585-E303-C224-983B-7DD02EC92E95}"/>
                    </a:ext>
                  </a:extLst>
                </p14:cNvPr>
                <p14:cNvContentPartPr/>
                <p14:nvPr/>
              </p14:nvContentPartPr>
              <p14:xfrm>
                <a:off x="7784530" y="5872430"/>
                <a:ext cx="15120" cy="2876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629D585-E303-C224-983B-7DD02EC92E95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775530" y="5863430"/>
                  <a:ext cx="32760" cy="30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4A454FE1-DBBE-92F3-804F-9F7F58DCFC22}"/>
                  </a:ext>
                </a:extLst>
              </p14:cNvPr>
              <p14:cNvContentPartPr/>
              <p14:nvPr/>
            </p14:nvContentPartPr>
            <p14:xfrm>
              <a:off x="8320570" y="6012470"/>
              <a:ext cx="35640" cy="12348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4A454FE1-DBBE-92F3-804F-9F7F58DCFC22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8311570" y="6003470"/>
                <a:ext cx="53280" cy="14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oup 235">
            <a:extLst>
              <a:ext uri="{FF2B5EF4-FFF2-40B4-BE49-F238E27FC236}">
                <a16:creationId xmlns:a16="http://schemas.microsoft.com/office/drawing/2014/main" id="{F374F749-D81F-B4C7-25BE-EBC764C69D5F}"/>
              </a:ext>
            </a:extLst>
          </p:cNvPr>
          <p:cNvGrpSpPr/>
          <p:nvPr/>
        </p:nvGrpSpPr>
        <p:grpSpPr>
          <a:xfrm>
            <a:off x="8595610" y="5545910"/>
            <a:ext cx="203760" cy="471240"/>
            <a:chOff x="8595610" y="5545910"/>
            <a:chExt cx="203760" cy="47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3825371-4073-53C2-CBCC-055EE8D7F1BF}"/>
                    </a:ext>
                  </a:extLst>
                </p14:cNvPr>
                <p14:cNvContentPartPr/>
                <p14:nvPr/>
              </p14:nvContentPartPr>
              <p14:xfrm>
                <a:off x="8653210" y="5555990"/>
                <a:ext cx="61560" cy="4395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3825371-4073-53C2-CBCC-055EE8D7F1B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644210" y="5546990"/>
                  <a:ext cx="792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4D713FC-1471-697D-91EE-2E9E63556911}"/>
                    </a:ext>
                  </a:extLst>
                </p14:cNvPr>
                <p14:cNvContentPartPr/>
                <p14:nvPr/>
              </p14:nvContentPartPr>
              <p14:xfrm>
                <a:off x="8626930" y="5973950"/>
                <a:ext cx="172440" cy="432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4D713FC-1471-697D-91EE-2E9E6355691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617930" y="5965310"/>
                  <a:ext cx="1900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633E494-B484-628E-2109-C4A2CDC7F888}"/>
                    </a:ext>
                  </a:extLst>
                </p14:cNvPr>
                <p14:cNvContentPartPr/>
                <p14:nvPr/>
              </p14:nvContentPartPr>
              <p14:xfrm>
                <a:off x="8595610" y="5545910"/>
                <a:ext cx="187560" cy="241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633E494-B484-628E-2109-C4A2CDC7F88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586610" y="5536910"/>
                  <a:ext cx="20520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DA7531F9-39C3-96BC-A27E-C022F494503E}"/>
                  </a:ext>
                </a:extLst>
              </p14:cNvPr>
              <p14:cNvContentPartPr/>
              <p14:nvPr/>
            </p14:nvContentPartPr>
            <p14:xfrm>
              <a:off x="9004930" y="5847590"/>
              <a:ext cx="233640" cy="25524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DA7531F9-39C3-96BC-A27E-C022F494503E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8995930" y="5838950"/>
                <a:ext cx="251280" cy="27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E7750A12-B4BD-FEBE-5D31-C10385BE4468}"/>
              </a:ext>
            </a:extLst>
          </p:cNvPr>
          <p:cNvGrpSpPr/>
          <p:nvPr/>
        </p:nvGrpSpPr>
        <p:grpSpPr>
          <a:xfrm>
            <a:off x="9861010" y="5663270"/>
            <a:ext cx="193680" cy="130320"/>
            <a:chOff x="9861010" y="5663270"/>
            <a:chExt cx="193680" cy="13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7D33D38-0206-A289-CCCC-AA01EC371826}"/>
                    </a:ext>
                  </a:extLst>
                </p14:cNvPr>
                <p14:cNvContentPartPr/>
                <p14:nvPr/>
              </p14:nvContentPartPr>
              <p14:xfrm>
                <a:off x="9877210" y="5663270"/>
                <a:ext cx="152280" cy="252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7D33D38-0206-A289-CCCC-AA01EC37182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868210" y="5654270"/>
                  <a:ext cx="169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B504C75-8B6D-87FA-7169-AB060529F562}"/>
                    </a:ext>
                  </a:extLst>
                </p14:cNvPr>
                <p14:cNvContentPartPr/>
                <p14:nvPr/>
              </p14:nvContentPartPr>
              <p14:xfrm>
                <a:off x="9861010" y="5767310"/>
                <a:ext cx="193680" cy="262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B504C75-8B6D-87FA-7169-AB060529F56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852010" y="5758310"/>
                  <a:ext cx="21132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A360CA6C-4EE5-C7D3-3619-78B03D8A4E1E}"/>
                  </a:ext>
                </a:extLst>
              </p14:cNvPr>
              <p14:cNvContentPartPr/>
              <p14:nvPr/>
            </p14:nvContentPartPr>
            <p14:xfrm>
              <a:off x="10393090" y="5198870"/>
              <a:ext cx="315360" cy="49716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A360CA6C-4EE5-C7D3-3619-78B03D8A4E1E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10384450" y="5190230"/>
                <a:ext cx="333000" cy="51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03F1CC13-3FDB-F84F-7CC3-7C4C96D9BD16}"/>
                  </a:ext>
                </a:extLst>
              </p14:cNvPr>
              <p14:cNvContentPartPr/>
              <p14:nvPr/>
            </p14:nvContentPartPr>
            <p14:xfrm>
              <a:off x="10569130" y="5892950"/>
              <a:ext cx="69120" cy="7956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03F1CC13-3FDB-F84F-7CC3-7C4C96D9BD16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10560490" y="5884310"/>
                <a:ext cx="8676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283BFDDF-8F52-6D3C-9C90-90F607F9B933}"/>
                  </a:ext>
                </a:extLst>
              </p14:cNvPr>
              <p14:cNvContentPartPr/>
              <p14:nvPr/>
            </p14:nvContentPartPr>
            <p14:xfrm>
              <a:off x="11054770" y="5987630"/>
              <a:ext cx="33120" cy="504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283BFDDF-8F52-6D3C-9C90-90F607F9B933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11045770" y="5978630"/>
                <a:ext cx="5076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FC67D614-4CD9-A370-3081-E9BB3593E6E1}"/>
                  </a:ext>
                </a:extLst>
              </p14:cNvPr>
              <p14:cNvContentPartPr/>
              <p14:nvPr/>
            </p14:nvContentPartPr>
            <p14:xfrm>
              <a:off x="7131490" y="4153790"/>
              <a:ext cx="2427840" cy="119124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FC67D614-4CD9-A370-3081-E9BB3593E6E1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7122490" y="4145150"/>
                <a:ext cx="2445480" cy="120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3729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MIna Naidah Gani</dc:creator>
  <cp:lastModifiedBy>MIna Naidah Gani</cp:lastModifiedBy>
  <cp:revision>2</cp:revision>
  <dcterms:created xsi:type="dcterms:W3CDTF">2022-09-20T07:43:24Z</dcterms:created>
  <dcterms:modified xsi:type="dcterms:W3CDTF">2022-09-21T07:39:28Z</dcterms:modified>
</cp:coreProperties>
</file>