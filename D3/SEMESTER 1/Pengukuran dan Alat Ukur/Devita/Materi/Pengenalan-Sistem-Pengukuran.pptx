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  <p:sldMasterId id="2147483659" r:id="rId6"/>
    <p:sldMasterId id="214748366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41" roundtripDataSignature="AMtx7mhedsYgJs5cQmIqTlmaJfCsPSCZ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20" Type="http://schemas.openxmlformats.org/officeDocument/2006/relationships/slide" Target="slides/slide12.xml"/><Relationship Id="rId41" Type="http://customschemas.google.com/relationships/presentationmetadata" Target="metadata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slide" Target="slides/slide29.xml"/><Relationship Id="rId14" Type="http://schemas.openxmlformats.org/officeDocument/2006/relationships/slide" Target="slides/slide6.xml"/><Relationship Id="rId36" Type="http://schemas.openxmlformats.org/officeDocument/2006/relationships/slide" Target="slides/slide28.xml"/><Relationship Id="rId17" Type="http://schemas.openxmlformats.org/officeDocument/2006/relationships/slide" Target="slides/slide9.xml"/><Relationship Id="rId39" Type="http://schemas.openxmlformats.org/officeDocument/2006/relationships/slide" Target="slides/slide31.xml"/><Relationship Id="rId16" Type="http://schemas.openxmlformats.org/officeDocument/2006/relationships/slide" Target="slides/slide8.xml"/><Relationship Id="rId38" Type="http://schemas.openxmlformats.org/officeDocument/2006/relationships/slide" Target="slides/slide30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4"/>
          <p:cNvSpPr txBox="1"/>
          <p:nvPr>
            <p:ph type="ctrTitle"/>
          </p:nvPr>
        </p:nvSpPr>
        <p:spPr>
          <a:xfrm>
            <a:off x="457200" y="2401887"/>
            <a:ext cx="8458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" type="subTitle"/>
          </p:nvPr>
        </p:nvSpPr>
        <p:spPr>
          <a:xfrm>
            <a:off x="457200" y="3899938"/>
            <a:ext cx="4953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0" type="dt"/>
          </p:nvPr>
        </p:nvSpPr>
        <p:spPr>
          <a:xfrm>
            <a:off x="6705600" y="4206875"/>
            <a:ext cx="9604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1" type="ftr"/>
          </p:nvPr>
        </p:nvSpPr>
        <p:spPr>
          <a:xfrm>
            <a:off x="5410200" y="4205287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2" type="sldNum"/>
          </p:nvPr>
        </p:nvSpPr>
        <p:spPr>
          <a:xfrm>
            <a:off x="8320087" y="1587"/>
            <a:ext cx="747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6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6"/>
          <p:cNvSpPr txBox="1"/>
          <p:nvPr>
            <p:ph idx="1" type="body"/>
          </p:nvPr>
        </p:nvSpPr>
        <p:spPr>
          <a:xfrm>
            <a:off x="457200" y="2249487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4" name="Google Shape;54;p36"/>
          <p:cNvSpPr txBox="1"/>
          <p:nvPr>
            <p:ph idx="10" type="dt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6"/>
          <p:cNvSpPr txBox="1"/>
          <p:nvPr>
            <p:ph idx="11" type="ftr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2" type="sldNum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7"/>
          <p:cNvSpPr txBox="1"/>
          <p:nvPr>
            <p:ph type="title"/>
          </p:nvPr>
        </p:nvSpPr>
        <p:spPr>
          <a:xfrm rot="5400000">
            <a:off x="4991100" y="2933700"/>
            <a:ext cx="5486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7"/>
          <p:cNvSpPr txBox="1"/>
          <p:nvPr>
            <p:ph idx="1" type="body"/>
          </p:nvPr>
        </p:nvSpPr>
        <p:spPr>
          <a:xfrm rot="5400000">
            <a:off x="838200" y="762000"/>
            <a:ext cx="54864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0" type="dt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7"/>
          <p:cNvSpPr txBox="1"/>
          <p:nvPr>
            <p:ph idx="11" type="ftr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7"/>
          <p:cNvSpPr txBox="1"/>
          <p:nvPr>
            <p:ph idx="12" type="sldNum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8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8"/>
          <p:cNvSpPr txBox="1"/>
          <p:nvPr>
            <p:ph idx="1" type="body"/>
          </p:nvPr>
        </p:nvSpPr>
        <p:spPr>
          <a:xfrm rot="5400000">
            <a:off x="2409825" y="296862"/>
            <a:ext cx="432435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6" name="Google Shape;66;p38"/>
          <p:cNvSpPr txBox="1"/>
          <p:nvPr>
            <p:ph idx="10" type="dt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 txBox="1"/>
          <p:nvPr>
            <p:ph idx="11" type="ftr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8"/>
          <p:cNvSpPr txBox="1"/>
          <p:nvPr>
            <p:ph idx="12" type="sldNum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9"/>
          <p:cNvSpPr txBox="1"/>
          <p:nvPr>
            <p:ph type="title"/>
          </p:nvPr>
        </p:nvSpPr>
        <p:spPr>
          <a:xfrm rot="-5400000">
            <a:off x="3393017" y="3156577"/>
            <a:ext cx="4681637" cy="58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9"/>
          <p:cNvSpPr/>
          <p:nvPr>
            <p:ph idx="2" type="pic"/>
          </p:nvPr>
        </p:nvSpPr>
        <p:spPr>
          <a:xfrm>
            <a:off x="403671" y="1143000"/>
            <a:ext cx="4572000" cy="4572000"/>
          </a:xfrm>
          <a:prstGeom prst="rect">
            <a:avLst/>
          </a:prstGeom>
          <a:solidFill>
            <a:srgbClr val="EAEAEA"/>
          </a:solidFill>
          <a:ln cap="flat" cmpd="sng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l" dir="4800000" dist="31750">
              <a:srgbClr val="000000">
                <a:alpha val="24705"/>
              </a:srgbClr>
            </a:outerShdw>
          </a:effectLst>
        </p:spPr>
      </p:sp>
      <p:sp>
        <p:nvSpPr>
          <p:cNvPr id="72" name="Google Shape;72;p39"/>
          <p:cNvSpPr txBox="1"/>
          <p:nvPr>
            <p:ph idx="1" type="body"/>
          </p:nvPr>
        </p:nvSpPr>
        <p:spPr>
          <a:xfrm>
            <a:off x="6088443" y="3274308"/>
            <a:ext cx="2590800" cy="2516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Georgia"/>
              <a:buNone/>
              <a:defRPr sz="13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200"/>
              <a:buFont typeface="Georgia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Font typeface="Georgia"/>
              <a:buNone/>
              <a:defRPr sz="10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900"/>
              <a:buFont typeface="Georgia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00"/>
              <a:buFont typeface="Georgia"/>
              <a:buNone/>
              <a:defRPr sz="9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3" name="Google Shape;73;p39"/>
          <p:cNvSpPr txBox="1"/>
          <p:nvPr>
            <p:ph idx="10" type="dt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9"/>
          <p:cNvSpPr txBox="1"/>
          <p:nvPr>
            <p:ph idx="11" type="ftr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9"/>
          <p:cNvSpPr txBox="1"/>
          <p:nvPr>
            <p:ph idx="12" type="sldNum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0"/>
          <p:cNvSpPr txBox="1"/>
          <p:nvPr>
            <p:ph type="title"/>
          </p:nvPr>
        </p:nvSpPr>
        <p:spPr>
          <a:xfrm>
            <a:off x="5353496" y="1101970"/>
            <a:ext cx="3383280" cy="87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None/>
              <a:defRPr b="1"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0"/>
          <p:cNvSpPr txBox="1"/>
          <p:nvPr>
            <p:ph idx="1" type="body"/>
          </p:nvPr>
        </p:nvSpPr>
        <p:spPr>
          <a:xfrm>
            <a:off x="5353496" y="2010727"/>
            <a:ext cx="338328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9" name="Google Shape;79;p40"/>
          <p:cNvSpPr txBox="1"/>
          <p:nvPr>
            <p:ph idx="2" type="body"/>
          </p:nvPr>
        </p:nvSpPr>
        <p:spPr>
          <a:xfrm>
            <a:off x="152400" y="776287"/>
            <a:ext cx="5102352" cy="585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3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300"/>
              </a:spcBef>
              <a:spcAft>
                <a:spcPts val="0"/>
              </a:spcAft>
              <a:buSzPts val="2800"/>
              <a:buChar char="▫"/>
              <a:defRPr sz="2800"/>
            </a:lvl2pPr>
            <a:lvl3pPr indent="-381000" lvl="2" marL="1371600" algn="l">
              <a:spcBef>
                <a:spcPts val="30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0" type="dt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11" type="ftr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12" type="sldNum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1"/>
          <p:cNvSpPr txBox="1"/>
          <p:nvPr>
            <p:ph idx="10" type="dt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1"/>
          <p:cNvSpPr txBox="1"/>
          <p:nvPr>
            <p:ph idx="11" type="ftr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1"/>
          <p:cNvSpPr txBox="1"/>
          <p:nvPr>
            <p:ph idx="12" type="sldNum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2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2"/>
          <p:cNvSpPr txBox="1"/>
          <p:nvPr>
            <p:ph idx="1" type="body"/>
          </p:nvPr>
        </p:nvSpPr>
        <p:spPr>
          <a:xfrm>
            <a:off x="457200" y="2249424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 sz="18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42"/>
          <p:cNvSpPr txBox="1"/>
          <p:nvPr>
            <p:ph idx="2" type="body"/>
          </p:nvPr>
        </p:nvSpPr>
        <p:spPr>
          <a:xfrm>
            <a:off x="4648200" y="2249424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 sz="18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1" name="Google Shape;91;p42"/>
          <p:cNvSpPr txBox="1"/>
          <p:nvPr>
            <p:ph idx="10" type="dt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2"/>
          <p:cNvSpPr txBox="1"/>
          <p:nvPr>
            <p:ph idx="11" type="ftr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2"/>
          <p:cNvSpPr txBox="1"/>
          <p:nvPr>
            <p:ph idx="12" type="sldNum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3"/>
          <p:cNvSpPr txBox="1"/>
          <p:nvPr>
            <p:ph type="title"/>
          </p:nvPr>
        </p:nvSpPr>
        <p:spPr>
          <a:xfrm>
            <a:off x="722313" y="19812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Trebuchet MS"/>
              <a:buNone/>
              <a:defRPr b="1" sz="4300" cap="none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3"/>
          <p:cNvSpPr txBox="1"/>
          <p:nvPr>
            <p:ph idx="1" type="body"/>
          </p:nvPr>
        </p:nvSpPr>
        <p:spPr>
          <a:xfrm>
            <a:off x="722313" y="3367088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2100"/>
              <a:buNone/>
              <a:defRPr b="0" sz="21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7" name="Google Shape;97;p43"/>
          <p:cNvSpPr txBox="1"/>
          <p:nvPr>
            <p:ph idx="10" type="dt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3"/>
          <p:cNvSpPr txBox="1"/>
          <p:nvPr>
            <p:ph idx="11" type="ftr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3"/>
          <p:cNvSpPr txBox="1"/>
          <p:nvPr>
            <p:ph idx="12" type="sldNum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5"/>
          <p:cNvSpPr txBox="1"/>
          <p:nvPr>
            <p:ph type="title"/>
          </p:nvPr>
        </p:nvSpPr>
        <p:spPr>
          <a:xfrm>
            <a:off x="381000" y="1143000"/>
            <a:ext cx="83820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5"/>
          <p:cNvSpPr txBox="1"/>
          <p:nvPr>
            <p:ph idx="1" type="body"/>
          </p:nvPr>
        </p:nvSpPr>
        <p:spPr>
          <a:xfrm>
            <a:off x="381000" y="2244970"/>
            <a:ext cx="4041648" cy="457200"/>
          </a:xfrm>
          <a:prstGeom prst="rect">
            <a:avLst/>
          </a:prstGeom>
          <a:solidFill>
            <a:srgbClr val="328D96">
              <a:alpha val="24705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2" name="Google Shape;122;p45"/>
          <p:cNvSpPr txBox="1"/>
          <p:nvPr>
            <p:ph idx="2" type="body"/>
          </p:nvPr>
        </p:nvSpPr>
        <p:spPr>
          <a:xfrm>
            <a:off x="4721225" y="2244970"/>
            <a:ext cx="4041775" cy="457200"/>
          </a:xfrm>
          <a:prstGeom prst="rect">
            <a:avLst/>
          </a:prstGeom>
          <a:solidFill>
            <a:srgbClr val="328D96">
              <a:alpha val="24705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3" name="Google Shape;123;p45"/>
          <p:cNvSpPr txBox="1"/>
          <p:nvPr>
            <p:ph idx="3" type="body"/>
          </p:nvPr>
        </p:nvSpPr>
        <p:spPr>
          <a:xfrm>
            <a:off x="381000" y="2708519"/>
            <a:ext cx="4041648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00"/>
              </a:spcBef>
              <a:spcAft>
                <a:spcPts val="0"/>
              </a:spcAft>
              <a:buSzPts val="1600"/>
              <a:buChar char="▫"/>
              <a:defRPr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4" name="Google Shape;124;p45"/>
          <p:cNvSpPr txBox="1"/>
          <p:nvPr>
            <p:ph idx="4" type="body"/>
          </p:nvPr>
        </p:nvSpPr>
        <p:spPr>
          <a:xfrm>
            <a:off x="4718304" y="2708519"/>
            <a:ext cx="4041775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00"/>
              </a:spcBef>
              <a:spcAft>
                <a:spcPts val="0"/>
              </a:spcAft>
              <a:buSzPts val="1600"/>
              <a:buChar char="▫"/>
              <a:defRPr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5" name="Google Shape;125;p45"/>
          <p:cNvSpPr txBox="1"/>
          <p:nvPr>
            <p:ph idx="10" type="dt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5"/>
          <p:cNvSpPr txBox="1"/>
          <p:nvPr>
            <p:ph idx="12" type="sldNum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45"/>
          <p:cNvSpPr txBox="1"/>
          <p:nvPr>
            <p:ph idx="11" type="ftr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7"/>
          <p:cNvSpPr txBox="1"/>
          <p:nvPr>
            <p:ph type="title"/>
          </p:nvPr>
        </p:nvSpPr>
        <p:spPr>
          <a:xfrm>
            <a:off x="457200" y="1143000"/>
            <a:ext cx="82296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7"/>
          <p:cNvSpPr txBox="1"/>
          <p:nvPr>
            <p:ph idx="10" type="dt"/>
          </p:nvPr>
        </p:nvSpPr>
        <p:spPr>
          <a:xfrm>
            <a:off x="6583362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7"/>
          <p:cNvSpPr txBox="1"/>
          <p:nvPr>
            <p:ph idx="11" type="ftr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47"/>
          <p:cNvSpPr txBox="1"/>
          <p:nvPr>
            <p:ph idx="12" type="sldNum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theme" Target="../theme/theme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4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/>
          <p:nvPr/>
        </p:nvSpPr>
        <p:spPr>
          <a:xfrm flipH="1" rot="10800000">
            <a:off x="5410200" y="3810000"/>
            <a:ext cx="3733800" cy="904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3"/>
          <p:cNvSpPr txBox="1"/>
          <p:nvPr/>
        </p:nvSpPr>
        <p:spPr>
          <a:xfrm flipH="1" rot="10800000">
            <a:off x="5410200" y="3897312"/>
            <a:ext cx="3733800" cy="19208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3"/>
          <p:cNvSpPr txBox="1"/>
          <p:nvPr/>
        </p:nvSpPr>
        <p:spPr>
          <a:xfrm flipH="1" rot="10800000">
            <a:off x="5410200" y="4114800"/>
            <a:ext cx="3733800" cy="9525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3"/>
          <p:cNvSpPr txBox="1"/>
          <p:nvPr/>
        </p:nvSpPr>
        <p:spPr>
          <a:xfrm flipH="1" rot="10800000">
            <a:off x="5410200" y="4164012"/>
            <a:ext cx="1965325" cy="19050"/>
          </a:xfrm>
          <a:prstGeom prst="rect">
            <a:avLst/>
          </a:prstGeom>
          <a:solidFill>
            <a:schemeClr val="accent2">
              <a:alpha val="5960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3"/>
          <p:cNvSpPr txBox="1"/>
          <p:nvPr/>
        </p:nvSpPr>
        <p:spPr>
          <a:xfrm flipH="1" rot="10800000">
            <a:off x="5410200" y="4198937"/>
            <a:ext cx="1965325" cy="9525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3"/>
          <p:cNvSpPr/>
          <p:nvPr/>
        </p:nvSpPr>
        <p:spPr>
          <a:xfrm>
            <a:off x="5410200" y="3962400"/>
            <a:ext cx="3063875" cy="2698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3"/>
          <p:cNvSpPr/>
          <p:nvPr/>
        </p:nvSpPr>
        <p:spPr>
          <a:xfrm>
            <a:off x="7377112" y="4060825"/>
            <a:ext cx="1600200" cy="3651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3"/>
          <p:cNvSpPr txBox="1"/>
          <p:nvPr/>
        </p:nvSpPr>
        <p:spPr>
          <a:xfrm>
            <a:off x="0" y="3649662"/>
            <a:ext cx="9144000" cy="24447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3"/>
          <p:cNvSpPr txBox="1"/>
          <p:nvPr/>
        </p:nvSpPr>
        <p:spPr>
          <a:xfrm>
            <a:off x="0" y="3675062"/>
            <a:ext cx="9144000" cy="141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3"/>
          <p:cNvSpPr txBox="1"/>
          <p:nvPr/>
        </p:nvSpPr>
        <p:spPr>
          <a:xfrm flipH="1" rot="10800000">
            <a:off x="6413500" y="3643312"/>
            <a:ext cx="2730500" cy="247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3"/>
          <p:cNvSpPr txBox="1"/>
          <p:nvPr/>
        </p:nvSpPr>
        <p:spPr>
          <a:xfrm>
            <a:off x="0" y="0"/>
            <a:ext cx="9144000" cy="37020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3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2" name="Google Shape;22;p33"/>
          <p:cNvSpPr txBox="1"/>
          <p:nvPr>
            <p:ph idx="1" type="body"/>
          </p:nvPr>
        </p:nvSpPr>
        <p:spPr>
          <a:xfrm>
            <a:off x="457200" y="2249487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  <a:defRPr b="0" i="0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937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b="0" i="0" sz="2600" u="none" cap="none" strike="noStrik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810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36830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355600" lvl="4" marL="2286000" marR="0" rtl="0" algn="l"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▫"/>
              <a:defRPr b="0" i="0" sz="2000" u="none" cap="none" strike="noStrike">
                <a:solidFill>
                  <a:srgbClr val="A04DA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34290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b="0" i="0" sz="18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33020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b="0" i="0" sz="16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b="0" i="0" sz="15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31750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b="0" i="0" sz="14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23" name="Google Shape;23;p33"/>
          <p:cNvSpPr txBox="1"/>
          <p:nvPr>
            <p:ph idx="10" type="dt"/>
          </p:nvPr>
        </p:nvSpPr>
        <p:spPr>
          <a:xfrm>
            <a:off x="6705600" y="4206875"/>
            <a:ext cx="9604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3"/>
          <p:cNvSpPr txBox="1"/>
          <p:nvPr>
            <p:ph idx="11" type="ftr"/>
          </p:nvPr>
        </p:nvSpPr>
        <p:spPr>
          <a:xfrm>
            <a:off x="5410200" y="4205287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33"/>
          <p:cNvSpPr txBox="1"/>
          <p:nvPr>
            <p:ph idx="12" type="sldNum"/>
          </p:nvPr>
        </p:nvSpPr>
        <p:spPr>
          <a:xfrm>
            <a:off x="8320087" y="1587"/>
            <a:ext cx="747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/>
          <p:nvPr/>
        </p:nvSpPr>
        <p:spPr>
          <a:xfrm>
            <a:off x="0" y="366712"/>
            <a:ext cx="9144000" cy="8413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5"/>
          <p:cNvSpPr txBox="1"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5"/>
          <p:cNvSpPr txBox="1"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5"/>
          <p:cNvSpPr txBox="1"/>
          <p:nvPr/>
        </p:nvSpPr>
        <p:spPr>
          <a:xfrm flipH="1" rot="10800000">
            <a:off x="5410200" y="360362"/>
            <a:ext cx="3733800" cy="904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5"/>
          <p:cNvSpPr txBox="1"/>
          <p:nvPr/>
        </p:nvSpPr>
        <p:spPr>
          <a:xfrm flipH="1" rot="10800000">
            <a:off x="5410200" y="439737"/>
            <a:ext cx="3733800" cy="18097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5"/>
          <p:cNvSpPr/>
          <p:nvPr/>
        </p:nvSpPr>
        <p:spPr>
          <a:xfrm>
            <a:off x="5407025" y="496887"/>
            <a:ext cx="3063875" cy="2857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5"/>
          <p:cNvSpPr/>
          <p:nvPr/>
        </p:nvSpPr>
        <p:spPr>
          <a:xfrm>
            <a:off x="7373937" y="588962"/>
            <a:ext cx="1600200" cy="3651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5"/>
          <p:cNvSpPr txBox="1"/>
          <p:nvPr/>
        </p:nvSpPr>
        <p:spPr>
          <a:xfrm>
            <a:off x="9085262" y="-1587"/>
            <a:ext cx="57150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5"/>
          <p:cNvSpPr txBox="1"/>
          <p:nvPr/>
        </p:nvSpPr>
        <p:spPr>
          <a:xfrm>
            <a:off x="9043987" y="-1587"/>
            <a:ext cx="2857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5"/>
          <p:cNvSpPr txBox="1"/>
          <p:nvPr/>
        </p:nvSpPr>
        <p:spPr>
          <a:xfrm>
            <a:off x="9024937" y="-1587"/>
            <a:ext cx="952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5"/>
          <p:cNvSpPr txBox="1"/>
          <p:nvPr/>
        </p:nvSpPr>
        <p:spPr>
          <a:xfrm>
            <a:off x="8975725" y="-1587"/>
            <a:ext cx="26987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5"/>
          <p:cNvSpPr txBox="1"/>
          <p:nvPr/>
        </p:nvSpPr>
        <p:spPr>
          <a:xfrm>
            <a:off x="8915400" y="0"/>
            <a:ext cx="55562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5"/>
          <p:cNvSpPr txBox="1"/>
          <p:nvPr/>
        </p:nvSpPr>
        <p:spPr>
          <a:xfrm>
            <a:off x="8874125" y="0"/>
            <a:ext cx="7937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5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47" name="Google Shape;47;p35"/>
          <p:cNvSpPr txBox="1"/>
          <p:nvPr>
            <p:ph idx="1" type="body"/>
          </p:nvPr>
        </p:nvSpPr>
        <p:spPr>
          <a:xfrm>
            <a:off x="457200" y="2249487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  <a:defRPr b="0" i="0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937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b="0" i="0" sz="2600" u="none" cap="none" strike="noStrik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810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36830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355600" lvl="4" marL="2286000" marR="0" rtl="0" algn="l"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▫"/>
              <a:defRPr b="0" i="0" sz="2000" u="none" cap="none" strike="noStrike">
                <a:solidFill>
                  <a:srgbClr val="A04DA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34290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b="0" i="0" sz="18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33020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b="0" i="0" sz="16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b="0" i="0" sz="15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31750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b="0" i="0" sz="14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48" name="Google Shape;48;p35"/>
          <p:cNvSpPr txBox="1"/>
          <p:nvPr>
            <p:ph idx="10" type="dt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35"/>
          <p:cNvSpPr txBox="1"/>
          <p:nvPr>
            <p:ph idx="11" type="ftr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35"/>
          <p:cNvSpPr txBox="1"/>
          <p:nvPr>
            <p:ph idx="12" type="sldNum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4"/>
          <p:cNvSpPr txBox="1"/>
          <p:nvPr/>
        </p:nvSpPr>
        <p:spPr>
          <a:xfrm>
            <a:off x="0" y="366712"/>
            <a:ext cx="9144000" cy="8413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4"/>
          <p:cNvSpPr txBox="1"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4"/>
          <p:cNvSpPr txBox="1"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4"/>
          <p:cNvSpPr txBox="1"/>
          <p:nvPr/>
        </p:nvSpPr>
        <p:spPr>
          <a:xfrm flipH="1" rot="10800000">
            <a:off x="5410200" y="360362"/>
            <a:ext cx="3733800" cy="904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4"/>
          <p:cNvSpPr txBox="1"/>
          <p:nvPr/>
        </p:nvSpPr>
        <p:spPr>
          <a:xfrm flipH="1" rot="10800000">
            <a:off x="5410200" y="439737"/>
            <a:ext cx="3733800" cy="18097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4"/>
          <p:cNvSpPr/>
          <p:nvPr/>
        </p:nvSpPr>
        <p:spPr>
          <a:xfrm>
            <a:off x="5407025" y="496887"/>
            <a:ext cx="3063875" cy="2857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4"/>
          <p:cNvSpPr/>
          <p:nvPr/>
        </p:nvSpPr>
        <p:spPr>
          <a:xfrm>
            <a:off x="7373937" y="588962"/>
            <a:ext cx="1600200" cy="3651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4"/>
          <p:cNvSpPr txBox="1"/>
          <p:nvPr/>
        </p:nvSpPr>
        <p:spPr>
          <a:xfrm>
            <a:off x="9085262" y="-1587"/>
            <a:ext cx="57150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4"/>
          <p:cNvSpPr txBox="1"/>
          <p:nvPr/>
        </p:nvSpPr>
        <p:spPr>
          <a:xfrm>
            <a:off x="9043987" y="-1587"/>
            <a:ext cx="2857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4"/>
          <p:cNvSpPr txBox="1"/>
          <p:nvPr/>
        </p:nvSpPr>
        <p:spPr>
          <a:xfrm>
            <a:off x="9024937" y="-1587"/>
            <a:ext cx="952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4"/>
          <p:cNvSpPr txBox="1"/>
          <p:nvPr/>
        </p:nvSpPr>
        <p:spPr>
          <a:xfrm>
            <a:off x="8975725" y="-1587"/>
            <a:ext cx="26987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4"/>
          <p:cNvSpPr txBox="1"/>
          <p:nvPr/>
        </p:nvSpPr>
        <p:spPr>
          <a:xfrm>
            <a:off x="8915400" y="0"/>
            <a:ext cx="55562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4"/>
          <p:cNvSpPr txBox="1"/>
          <p:nvPr/>
        </p:nvSpPr>
        <p:spPr>
          <a:xfrm>
            <a:off x="8874125" y="0"/>
            <a:ext cx="7937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4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15" name="Google Shape;115;p44"/>
          <p:cNvSpPr txBox="1"/>
          <p:nvPr>
            <p:ph idx="1" type="body"/>
          </p:nvPr>
        </p:nvSpPr>
        <p:spPr>
          <a:xfrm>
            <a:off x="457200" y="2249487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  <a:defRPr b="0" i="0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937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b="0" i="0" sz="2600" u="none" cap="none" strike="noStrik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810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36830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355600" lvl="4" marL="2286000" marR="0" rtl="0" algn="l"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▫"/>
              <a:defRPr b="0" i="0" sz="2000" u="none" cap="none" strike="noStrike">
                <a:solidFill>
                  <a:srgbClr val="A04DA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34290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b="0" i="0" sz="18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33020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b="0" i="0" sz="16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b="0" i="0" sz="15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31750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b="0" i="0" sz="14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116" name="Google Shape;116;p44"/>
          <p:cNvSpPr txBox="1"/>
          <p:nvPr>
            <p:ph idx="10" type="dt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44"/>
          <p:cNvSpPr txBox="1"/>
          <p:nvPr>
            <p:ph idx="12" type="sldNum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18" name="Google Shape;118;p44"/>
          <p:cNvSpPr txBox="1"/>
          <p:nvPr>
            <p:ph idx="11" type="ftr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6"/>
          <p:cNvSpPr txBox="1"/>
          <p:nvPr/>
        </p:nvSpPr>
        <p:spPr>
          <a:xfrm>
            <a:off x="0" y="366712"/>
            <a:ext cx="9144000" cy="8413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6"/>
          <p:cNvSpPr txBox="1"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6"/>
          <p:cNvSpPr txBox="1"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6"/>
          <p:cNvSpPr txBox="1"/>
          <p:nvPr/>
        </p:nvSpPr>
        <p:spPr>
          <a:xfrm flipH="1" rot="10800000">
            <a:off x="5410200" y="360362"/>
            <a:ext cx="3733800" cy="904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6"/>
          <p:cNvSpPr txBox="1"/>
          <p:nvPr/>
        </p:nvSpPr>
        <p:spPr>
          <a:xfrm flipH="1" rot="10800000">
            <a:off x="5410200" y="439737"/>
            <a:ext cx="3733800" cy="18097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6"/>
          <p:cNvSpPr/>
          <p:nvPr/>
        </p:nvSpPr>
        <p:spPr>
          <a:xfrm>
            <a:off x="5407025" y="496887"/>
            <a:ext cx="3063875" cy="2857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6"/>
          <p:cNvSpPr/>
          <p:nvPr/>
        </p:nvSpPr>
        <p:spPr>
          <a:xfrm>
            <a:off x="7373937" y="588962"/>
            <a:ext cx="1600200" cy="3651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6"/>
          <p:cNvSpPr txBox="1"/>
          <p:nvPr/>
        </p:nvSpPr>
        <p:spPr>
          <a:xfrm>
            <a:off x="9085262" y="-1587"/>
            <a:ext cx="57150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6"/>
          <p:cNvSpPr txBox="1"/>
          <p:nvPr/>
        </p:nvSpPr>
        <p:spPr>
          <a:xfrm>
            <a:off x="9043987" y="-1587"/>
            <a:ext cx="2857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6"/>
          <p:cNvSpPr txBox="1"/>
          <p:nvPr/>
        </p:nvSpPr>
        <p:spPr>
          <a:xfrm>
            <a:off x="9024937" y="-1587"/>
            <a:ext cx="952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6"/>
          <p:cNvSpPr txBox="1"/>
          <p:nvPr/>
        </p:nvSpPr>
        <p:spPr>
          <a:xfrm>
            <a:off x="8975725" y="-1587"/>
            <a:ext cx="26987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6"/>
          <p:cNvSpPr txBox="1"/>
          <p:nvPr/>
        </p:nvSpPr>
        <p:spPr>
          <a:xfrm>
            <a:off x="8915400" y="0"/>
            <a:ext cx="55562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6"/>
          <p:cNvSpPr txBox="1"/>
          <p:nvPr/>
        </p:nvSpPr>
        <p:spPr>
          <a:xfrm>
            <a:off x="8874125" y="0"/>
            <a:ext cx="7937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6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43" name="Google Shape;143;p46"/>
          <p:cNvSpPr txBox="1"/>
          <p:nvPr>
            <p:ph idx="1" type="body"/>
          </p:nvPr>
        </p:nvSpPr>
        <p:spPr>
          <a:xfrm>
            <a:off x="457200" y="2249487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  <a:defRPr b="0" i="0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937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b="0" i="0" sz="2600" u="none" cap="none" strike="noStrik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810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36830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355600" lvl="4" marL="2286000" marR="0" rtl="0" algn="l"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▫"/>
              <a:defRPr b="0" i="0" sz="2000" u="none" cap="none" strike="noStrike">
                <a:solidFill>
                  <a:srgbClr val="A04DA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34290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b="0" i="0" sz="18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33020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b="0" i="0" sz="16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b="0" i="0" sz="15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31750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b="0" i="0" sz="1400" u="none" cap="none" strike="noStrik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144" name="Google Shape;144;p46"/>
          <p:cNvSpPr txBox="1"/>
          <p:nvPr>
            <p:ph idx="10" type="dt"/>
          </p:nvPr>
        </p:nvSpPr>
        <p:spPr>
          <a:xfrm>
            <a:off x="6583362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46"/>
          <p:cNvSpPr txBox="1"/>
          <p:nvPr>
            <p:ph idx="11" type="ftr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46"/>
          <p:cNvSpPr txBox="1"/>
          <p:nvPr>
            <p:ph idx="12" type="sldNum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image" Target="../media/image35.png"/><Relationship Id="rId5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Relationship Id="rId4" Type="http://schemas.openxmlformats.org/officeDocument/2006/relationships/image" Target="../media/image36.png"/><Relationship Id="rId5" Type="http://schemas.openxmlformats.org/officeDocument/2006/relationships/image" Target="../media/image31.png"/><Relationship Id="rId6" Type="http://schemas.openxmlformats.org/officeDocument/2006/relationships/image" Target="../media/image30.png"/><Relationship Id="rId7" Type="http://schemas.openxmlformats.org/officeDocument/2006/relationships/image" Target="../media/image4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Relationship Id="rId4" Type="http://schemas.openxmlformats.org/officeDocument/2006/relationships/image" Target="../media/image34.png"/><Relationship Id="rId5" Type="http://schemas.openxmlformats.org/officeDocument/2006/relationships/image" Target="../media/image38.png"/><Relationship Id="rId6" Type="http://schemas.openxmlformats.org/officeDocument/2006/relationships/image" Target="../media/image40.png"/><Relationship Id="rId7" Type="http://schemas.openxmlformats.org/officeDocument/2006/relationships/image" Target="../media/image4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1.png"/><Relationship Id="rId4" Type="http://schemas.openxmlformats.org/officeDocument/2006/relationships/image" Target="../media/image4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4.png"/><Relationship Id="rId4" Type="http://schemas.openxmlformats.org/officeDocument/2006/relationships/image" Target="../media/image4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"/>
          <p:cNvSpPr txBox="1"/>
          <p:nvPr>
            <p:ph idx="1" type="subTitle"/>
          </p:nvPr>
        </p:nvSpPr>
        <p:spPr>
          <a:xfrm>
            <a:off x="457200" y="3900487"/>
            <a:ext cx="4953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Mina Naidah Gani</a:t>
            </a:r>
            <a:endParaRPr/>
          </a:p>
          <a:p>
            <a:pPr indent="0" lvl="0" marL="635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Rifa H</a:t>
            </a:r>
            <a:endParaRPr b="0" i="0" sz="2400" u="none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635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rPr lang="en-US"/>
              <a:t>Eril Mozef</a:t>
            </a:r>
            <a:endParaRPr/>
          </a:p>
        </p:txBody>
      </p:sp>
      <p:sp>
        <p:nvSpPr>
          <p:cNvPr id="157" name="Google Shape;157;p1"/>
          <p:cNvSpPr txBox="1"/>
          <p:nvPr>
            <p:ph type="ctrTitle"/>
          </p:nvPr>
        </p:nvSpPr>
        <p:spPr>
          <a:xfrm>
            <a:off x="457200" y="2401887"/>
            <a:ext cx="8458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rebuchet MS"/>
              <a:buNone/>
            </a:pPr>
            <a:r>
              <a:rPr b="0" i="0" lang="en-US" sz="4400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Pengantar Pengukuran </a:t>
            </a:r>
            <a:br>
              <a:rPr b="0" i="0" lang="en-US" sz="4400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4400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dan Alat Ukur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"/>
          <p:cNvSpPr txBox="1"/>
          <p:nvPr>
            <p:ph type="title"/>
          </p:nvPr>
        </p:nvSpPr>
        <p:spPr>
          <a:xfrm>
            <a:off x="457200" y="333375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rPr b="0" i="0" lang="en-US" sz="40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Materi</a:t>
            </a:r>
            <a:endParaRPr/>
          </a:p>
        </p:txBody>
      </p:sp>
      <p:sp>
        <p:nvSpPr>
          <p:cNvPr id="163" name="Google Shape;163;p2"/>
          <p:cNvSpPr txBox="1"/>
          <p:nvPr>
            <p:ph idx="1" type="body"/>
          </p:nvPr>
        </p:nvSpPr>
        <p:spPr>
          <a:xfrm>
            <a:off x="457200" y="1412875"/>
            <a:ext cx="8229600" cy="5160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Prinsip Umum Sistem Pengukuran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Karakteristik Statik Pengukuran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Karakteristik Dinamik Pengukuran</a:t>
            </a:r>
            <a:endParaRPr/>
          </a:p>
          <a:p>
            <a:pPr indent="-77787" lvl="0" marL="365125" marR="0" rtl="0" algn="l"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>
            <p:ph type="title"/>
          </p:nvPr>
        </p:nvSpPr>
        <p:spPr>
          <a:xfrm>
            <a:off x="457200" y="404812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rPr b="0" i="0" lang="en-US" sz="40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Beberapa Definisi</a:t>
            </a:r>
            <a:endParaRPr/>
          </a:p>
        </p:txBody>
      </p:sp>
      <p:sp>
        <p:nvSpPr>
          <p:cNvPr id="169" name="Google Shape;169;p3"/>
          <p:cNvSpPr txBox="1"/>
          <p:nvPr/>
        </p:nvSpPr>
        <p:spPr>
          <a:xfrm>
            <a:off x="457200" y="1412875"/>
            <a:ext cx="8229600" cy="4713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Pengukuran : Proses mendapatkan informasi tentang nilai variabel suatu proses/sistem atau mendapatkan informasi tentang nilai dari suatu besaran fisis, informasi yang didapatkan dapat berupa data kuantitatif maupun kualitatif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Data Empiris : Data yang diperoleh langsung dari sistem pengukuran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Data Terproses : Data hasil pengolahan dari data empiris, misal perhitungan dari beberapa variabel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/>
          <p:nvPr>
            <p:ph type="title"/>
          </p:nvPr>
        </p:nvSpPr>
        <p:spPr>
          <a:xfrm>
            <a:off x="395287" y="333375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rPr b="0" i="0" lang="en-US" sz="40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Untuk apa sistem pengukuran?</a:t>
            </a:r>
            <a:endParaRPr/>
          </a:p>
        </p:txBody>
      </p:sp>
      <p:sp>
        <p:nvSpPr>
          <p:cNvPr id="175" name="Google Shape;175;p4"/>
          <p:cNvSpPr txBox="1"/>
          <p:nvPr/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Mendapatkan data variabel-variabel dari suatu proses atau sistem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Data tersebut kemudian dapat digunakan untuk kepentingan lebih lanjut misalnya: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Desain – Rancang Bangun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Pengendalian/Sistem Kontrol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Assessment/evaluasi/audit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 txBox="1"/>
          <p:nvPr>
            <p:ph type="title"/>
          </p:nvPr>
        </p:nvSpPr>
        <p:spPr>
          <a:xfrm>
            <a:off x="457200" y="346075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rPr b="0" i="0" lang="en-US" sz="40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Gambaran proses pengukuran</a:t>
            </a:r>
            <a:endParaRPr/>
          </a:p>
        </p:txBody>
      </p:sp>
      <p:pic>
        <p:nvPicPr>
          <p:cNvPr id="182" name="Google Shape;18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987" y="3357562"/>
            <a:ext cx="8736012" cy="1943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5"/>
          <p:cNvCxnSpPr/>
          <p:nvPr/>
        </p:nvCxnSpPr>
        <p:spPr>
          <a:xfrm flipH="1" rot="10800000">
            <a:off x="1116012" y="3138487"/>
            <a:ext cx="827087" cy="79533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84" name="Google Shape;184;p5"/>
          <p:cNvSpPr txBox="1"/>
          <p:nvPr/>
        </p:nvSpPr>
        <p:spPr>
          <a:xfrm>
            <a:off x="250825" y="2492375"/>
            <a:ext cx="33845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Menghasilkan Informasi (Perubahan variabel-variabel)</a:t>
            </a:r>
            <a:endParaRPr/>
          </a:p>
        </p:txBody>
      </p:sp>
      <p:cxnSp>
        <p:nvCxnSpPr>
          <p:cNvPr id="185" name="Google Shape;185;p5"/>
          <p:cNvCxnSpPr/>
          <p:nvPr/>
        </p:nvCxnSpPr>
        <p:spPr>
          <a:xfrm rot="10800000">
            <a:off x="7866062" y="2419350"/>
            <a:ext cx="450850" cy="144145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86" name="Google Shape;186;p5"/>
          <p:cNvSpPr txBox="1"/>
          <p:nvPr/>
        </p:nvSpPr>
        <p:spPr>
          <a:xfrm>
            <a:off x="6586537" y="1773237"/>
            <a:ext cx="2557462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Pengamat: orang yang memerlukan informasi</a:t>
            </a:r>
            <a:endParaRPr/>
          </a:p>
        </p:txBody>
      </p:sp>
      <p:cxnSp>
        <p:nvCxnSpPr>
          <p:cNvPr id="187" name="Google Shape;187;p5"/>
          <p:cNvCxnSpPr/>
          <p:nvPr/>
        </p:nvCxnSpPr>
        <p:spPr>
          <a:xfrm rot="10800000">
            <a:off x="3816350" y="2263775"/>
            <a:ext cx="468312" cy="152558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88" name="Google Shape;188;p5"/>
          <p:cNvSpPr txBox="1"/>
          <p:nvPr/>
        </p:nvSpPr>
        <p:spPr>
          <a:xfrm>
            <a:off x="1042987" y="1341437"/>
            <a:ext cx="5545137" cy="922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Menghubungkan antara proses dan pengamat, mengubah sinyal menjadi yang dapat terbaca oleh pengamat dengan standar unit tertentu</a:t>
            </a:r>
            <a:endParaRPr/>
          </a:p>
        </p:txBody>
      </p:sp>
      <p:cxnSp>
        <p:nvCxnSpPr>
          <p:cNvPr id="189" name="Google Shape;189;p5"/>
          <p:cNvCxnSpPr/>
          <p:nvPr/>
        </p:nvCxnSpPr>
        <p:spPr>
          <a:xfrm rot="10800000">
            <a:off x="2376487" y="5013325"/>
            <a:ext cx="0" cy="1008062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90" name="Google Shape;190;p5"/>
          <p:cNvSpPr txBox="1"/>
          <p:nvPr/>
        </p:nvSpPr>
        <p:spPr>
          <a:xfrm>
            <a:off x="684212" y="6021387"/>
            <a:ext cx="3382962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Nilai sebenarnya dari variabel proses</a:t>
            </a:r>
            <a:endParaRPr/>
          </a:p>
        </p:txBody>
      </p:sp>
      <p:cxnSp>
        <p:nvCxnSpPr>
          <p:cNvPr id="191" name="Google Shape;191;p5"/>
          <p:cNvCxnSpPr/>
          <p:nvPr/>
        </p:nvCxnSpPr>
        <p:spPr>
          <a:xfrm rot="10800000">
            <a:off x="6516687" y="5013325"/>
            <a:ext cx="0" cy="1008062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92" name="Google Shape;192;p5"/>
          <p:cNvSpPr txBox="1"/>
          <p:nvPr/>
        </p:nvSpPr>
        <p:spPr>
          <a:xfrm>
            <a:off x="4824412" y="6021387"/>
            <a:ext cx="33845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Nilai terukur (hasil pengukuran)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"/>
          <p:cNvSpPr txBox="1"/>
          <p:nvPr>
            <p:ph type="title"/>
          </p:nvPr>
        </p:nvSpPr>
        <p:spPr>
          <a:xfrm>
            <a:off x="395287" y="333375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rPr b="0" i="0" lang="en-US" sz="40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Error Pengukuran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287" y="2420937"/>
            <a:ext cx="6251575" cy="1512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 txBox="1"/>
          <p:nvPr/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rPr b="0" i="0" lang="en-US" sz="40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6 Satuan Unit Dasar</a:t>
            </a:r>
            <a:endParaRPr/>
          </a:p>
        </p:txBody>
      </p:sp>
      <p:pic>
        <p:nvPicPr>
          <p:cNvPr id="206" name="Google Shape;2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412" y="2247900"/>
            <a:ext cx="7115175" cy="38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1375" y="2060575"/>
            <a:ext cx="4464050" cy="4265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341437"/>
            <a:ext cx="7772400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25" y="1573212"/>
            <a:ext cx="3308350" cy="358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0575" y="1600200"/>
            <a:ext cx="3021012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94387" y="1546225"/>
            <a:ext cx="3070225" cy="371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627062"/>
            <a:ext cx="7993062" cy="107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 txBox="1"/>
          <p:nvPr>
            <p:ph type="title"/>
          </p:nvPr>
        </p:nvSpPr>
        <p:spPr>
          <a:xfrm>
            <a:off x="395287" y="333375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rPr b="0" i="0" lang="en-US" sz="40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Karakteristik Sistem Pengukuran</a:t>
            </a:r>
            <a:endParaRPr/>
          </a:p>
        </p:txBody>
      </p:sp>
      <p:sp>
        <p:nvSpPr>
          <p:cNvPr id="226" name="Google Shape;226;p10"/>
          <p:cNvSpPr txBox="1"/>
          <p:nvPr/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1700212"/>
            <a:ext cx="7913687" cy="453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 txBox="1"/>
          <p:nvPr>
            <p:ph type="title"/>
          </p:nvPr>
        </p:nvSpPr>
        <p:spPr>
          <a:xfrm>
            <a:off x="395287" y="333375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b="0" i="0" lang="en-US" sz="36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Karakteristik Statik Sistem Pengukuran</a:t>
            </a:r>
            <a:endParaRPr/>
          </a:p>
        </p:txBody>
      </p:sp>
      <p:sp>
        <p:nvSpPr>
          <p:cNvPr id="233" name="Google Shape;233;p11"/>
          <p:cNvSpPr txBox="1"/>
          <p:nvPr/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916112"/>
            <a:ext cx="4116387" cy="4249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"/>
          <p:cNvSpPr txBox="1"/>
          <p:nvPr>
            <p:ph type="title"/>
          </p:nvPr>
        </p:nvSpPr>
        <p:spPr>
          <a:xfrm>
            <a:off x="395287" y="333375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b="0" i="0" lang="en-US" sz="36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Karakteristik Statik Sistem Pengukuran</a:t>
            </a:r>
            <a:endParaRPr/>
          </a:p>
        </p:txBody>
      </p:sp>
      <p:sp>
        <p:nvSpPr>
          <p:cNvPr id="240" name="Google Shape;240;p12"/>
          <p:cNvSpPr txBox="1"/>
          <p:nvPr/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312" y="1268412"/>
            <a:ext cx="386715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287" y="4005262"/>
            <a:ext cx="4408487" cy="2852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3437" y="1557337"/>
            <a:ext cx="4032250" cy="255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"/>
          <p:cNvSpPr txBox="1"/>
          <p:nvPr>
            <p:ph type="title"/>
          </p:nvPr>
        </p:nvSpPr>
        <p:spPr>
          <a:xfrm>
            <a:off x="395287" y="333375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b="0" i="0" lang="en-US" sz="36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Karakteristik Statik Sistem Pengukuran</a:t>
            </a:r>
            <a:endParaRPr/>
          </a:p>
        </p:txBody>
      </p:sp>
      <p:sp>
        <p:nvSpPr>
          <p:cNvPr id="249" name="Google Shape;249;p13"/>
          <p:cNvSpPr txBox="1"/>
          <p:nvPr/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812" y="1628775"/>
            <a:ext cx="6118225" cy="446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/>
          <p:cNvSpPr txBox="1"/>
          <p:nvPr>
            <p:ph type="title"/>
          </p:nvPr>
        </p:nvSpPr>
        <p:spPr>
          <a:xfrm>
            <a:off x="395287" y="333375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b="0" i="0" lang="en-US" sz="36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Karakteristik Statik Sistem Pengukuran</a:t>
            </a:r>
            <a:endParaRPr/>
          </a:p>
        </p:txBody>
      </p:sp>
      <p:sp>
        <p:nvSpPr>
          <p:cNvPr id="256" name="Google Shape;256;p14"/>
          <p:cNvSpPr txBox="1"/>
          <p:nvPr/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1628775"/>
            <a:ext cx="7885112" cy="453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"/>
          <p:cNvSpPr txBox="1"/>
          <p:nvPr>
            <p:ph type="title"/>
          </p:nvPr>
        </p:nvSpPr>
        <p:spPr>
          <a:xfrm>
            <a:off x="468312" y="620712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rPr b="0" i="0" lang="en-US" sz="40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Resolusi, Stabilitas dan Sensitivitas</a:t>
            </a:r>
            <a:endParaRPr/>
          </a:p>
        </p:txBody>
      </p:sp>
      <p:pic>
        <p:nvPicPr>
          <p:cNvPr id="263" name="Google Shape;263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557337"/>
            <a:ext cx="7724775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50" y="3213100"/>
            <a:ext cx="755332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5650" y="3836987"/>
            <a:ext cx="7391400" cy="3021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3662" y="3716337"/>
            <a:ext cx="1851025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"/>
          <p:cNvSpPr txBox="1"/>
          <p:nvPr>
            <p:ph type="title"/>
          </p:nvPr>
        </p:nvSpPr>
        <p:spPr>
          <a:xfrm>
            <a:off x="468312" y="620712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rPr b="0" i="0" lang="en-US" sz="40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Resolusi, Stabilitas dan Sensitivitas</a:t>
            </a:r>
            <a:endParaRPr/>
          </a:p>
        </p:txBody>
      </p:sp>
      <p:pic>
        <p:nvPicPr>
          <p:cNvPr id="272" name="Google Shape;2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50" y="3429000"/>
            <a:ext cx="755332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187" y="1989137"/>
            <a:ext cx="7762875" cy="39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"/>
          <p:cNvSpPr txBox="1"/>
          <p:nvPr>
            <p:ph type="title"/>
          </p:nvPr>
        </p:nvSpPr>
        <p:spPr>
          <a:xfrm>
            <a:off x="468312" y="620712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rPr b="0" i="0" lang="en-US" sz="40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Resolusi, Stabilitas dan Sensitivitas</a:t>
            </a:r>
            <a:endParaRPr/>
          </a:p>
        </p:txBody>
      </p:sp>
      <p:pic>
        <p:nvPicPr>
          <p:cNvPr id="279" name="Google Shape;27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844675"/>
            <a:ext cx="7762875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50" y="3789362"/>
            <a:ext cx="4381500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"/>
          <p:cNvSpPr txBox="1"/>
          <p:nvPr>
            <p:ph type="title"/>
          </p:nvPr>
        </p:nvSpPr>
        <p:spPr>
          <a:xfrm>
            <a:off x="395287" y="333375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b="0" i="0" lang="en-US" sz="36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Karakteristik Statik Sistem Pengukuran</a:t>
            </a:r>
            <a:endParaRPr/>
          </a:p>
        </p:txBody>
      </p:sp>
      <p:sp>
        <p:nvSpPr>
          <p:cNvPr id="286" name="Google Shape;286;p18"/>
          <p:cNvSpPr txBox="1"/>
          <p:nvPr/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350" y="1341437"/>
            <a:ext cx="6481762" cy="4976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9"/>
          <p:cNvSpPr txBox="1"/>
          <p:nvPr>
            <p:ph type="title"/>
          </p:nvPr>
        </p:nvSpPr>
        <p:spPr>
          <a:xfrm>
            <a:off x="395287" y="333375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b="0" i="0" lang="en-US" sz="36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Karakteristik Statik Sistem Pengukuran</a:t>
            </a:r>
            <a:endParaRPr/>
          </a:p>
        </p:txBody>
      </p:sp>
      <p:sp>
        <p:nvSpPr>
          <p:cNvPr id="293" name="Google Shape;293;p19"/>
          <p:cNvSpPr txBox="1"/>
          <p:nvPr/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00" y="1773237"/>
            <a:ext cx="8972550" cy="43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"/>
          <p:cNvSpPr txBox="1"/>
          <p:nvPr>
            <p:ph type="title"/>
          </p:nvPr>
        </p:nvSpPr>
        <p:spPr>
          <a:xfrm>
            <a:off x="395287" y="333375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b="0" i="0" lang="en-US" sz="36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Karakteristik Statik Sistem Pengukuran</a:t>
            </a:r>
            <a:endParaRPr/>
          </a:p>
        </p:txBody>
      </p:sp>
      <p:sp>
        <p:nvSpPr>
          <p:cNvPr id="300" name="Google Shape;300;p20"/>
          <p:cNvSpPr txBox="1"/>
          <p:nvPr/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7" y="1628775"/>
            <a:ext cx="4329112" cy="3382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2825" y="1125537"/>
            <a:ext cx="4321175" cy="3068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3287" y="4827587"/>
            <a:ext cx="5700712" cy="2030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1"/>
          <p:cNvSpPr txBox="1"/>
          <p:nvPr>
            <p:ph type="title"/>
          </p:nvPr>
        </p:nvSpPr>
        <p:spPr>
          <a:xfrm>
            <a:off x="395287" y="333375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b="0" i="0" lang="en-US" sz="36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Karakteristik Statik Sistem Pengukuran</a:t>
            </a:r>
            <a:endParaRPr/>
          </a:p>
        </p:txBody>
      </p:sp>
      <p:sp>
        <p:nvSpPr>
          <p:cNvPr id="309" name="Google Shape;309;p21"/>
          <p:cNvSpPr txBox="1"/>
          <p:nvPr/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1412875"/>
            <a:ext cx="4176712" cy="3128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825" y="4508500"/>
            <a:ext cx="4325937" cy="23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6462" y="1916112"/>
            <a:ext cx="4259262" cy="1944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2"/>
          <p:cNvSpPr txBox="1"/>
          <p:nvPr>
            <p:ph type="title"/>
          </p:nvPr>
        </p:nvSpPr>
        <p:spPr>
          <a:xfrm>
            <a:off x="468312" y="404812"/>
            <a:ext cx="82296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rPr b="0" i="0" lang="en-US" sz="40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Linearitas dan Non Linearitas</a:t>
            </a:r>
            <a:endParaRPr/>
          </a:p>
        </p:txBody>
      </p:sp>
      <p:pic>
        <p:nvPicPr>
          <p:cNvPr id="318" name="Google Shape;31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" y="1557337"/>
            <a:ext cx="858202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287" y="3357562"/>
            <a:ext cx="390525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5287" y="4365625"/>
            <a:ext cx="19240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5287" y="4941887"/>
            <a:ext cx="45339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5287" y="5876925"/>
            <a:ext cx="4838700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3"/>
          <p:cNvSpPr txBox="1"/>
          <p:nvPr>
            <p:ph type="title"/>
          </p:nvPr>
        </p:nvSpPr>
        <p:spPr>
          <a:xfrm>
            <a:off x="468312" y="404812"/>
            <a:ext cx="82296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rPr b="0" i="0" lang="en-US" sz="40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Linearitas dan Non Linearitas</a:t>
            </a:r>
            <a:endParaRPr/>
          </a:p>
        </p:txBody>
      </p:sp>
      <p:pic>
        <p:nvPicPr>
          <p:cNvPr id="328" name="Google Shape;3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7" y="1268412"/>
            <a:ext cx="862965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7450" y="2708275"/>
            <a:ext cx="238125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7450" y="3357562"/>
            <a:ext cx="23241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3850" y="4149725"/>
            <a:ext cx="855345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5157787"/>
            <a:ext cx="4905375" cy="84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4"/>
          <p:cNvSpPr txBox="1"/>
          <p:nvPr>
            <p:ph type="title"/>
          </p:nvPr>
        </p:nvSpPr>
        <p:spPr>
          <a:xfrm>
            <a:off x="468312" y="404812"/>
            <a:ext cx="82296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rPr b="0" i="0" lang="en-US" sz="40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Linearitas dan Non Linearitas</a:t>
            </a:r>
            <a:endParaRPr/>
          </a:p>
        </p:txBody>
      </p:sp>
      <p:pic>
        <p:nvPicPr>
          <p:cNvPr id="338" name="Google Shape;3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3141662"/>
            <a:ext cx="7496175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1700212"/>
            <a:ext cx="4905375" cy="84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5"/>
          <p:cNvSpPr txBox="1"/>
          <p:nvPr>
            <p:ph type="title"/>
          </p:nvPr>
        </p:nvSpPr>
        <p:spPr>
          <a:xfrm>
            <a:off x="468312" y="404812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rPr b="0" i="0" lang="en-US" sz="40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Contoh</a:t>
            </a:r>
            <a:endParaRPr/>
          </a:p>
        </p:txBody>
      </p:sp>
      <p:pic>
        <p:nvPicPr>
          <p:cNvPr id="345" name="Google Shape;34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950" y="1341437"/>
            <a:ext cx="8782050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825" y="3500437"/>
            <a:ext cx="8715375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7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9"/>
          <p:cNvSpPr txBox="1"/>
          <p:nvPr>
            <p:ph type="title"/>
          </p:nvPr>
        </p:nvSpPr>
        <p:spPr>
          <a:xfrm>
            <a:off x="395287" y="333375"/>
            <a:ext cx="856932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b="0" i="0" lang="en-US" sz="36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Karakteristik Dinamik Sistem Pengukuran</a:t>
            </a:r>
            <a:endParaRPr/>
          </a:p>
        </p:txBody>
      </p:sp>
      <p:sp>
        <p:nvSpPr>
          <p:cNvPr id="366" name="Google Shape;366;p29"/>
          <p:cNvSpPr txBox="1"/>
          <p:nvPr/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2276475"/>
            <a:ext cx="6629400" cy="38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0"/>
          <p:cNvSpPr txBox="1"/>
          <p:nvPr/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1"/>
          <p:cNvSpPr txBox="1"/>
          <p:nvPr>
            <p:ph type="title"/>
          </p:nvPr>
        </p:nvSpPr>
        <p:spPr>
          <a:xfrm>
            <a:off x="395287" y="333375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rPr b="0" i="0" lang="en-US" sz="40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Kalibrasi</a:t>
            </a:r>
            <a:endParaRPr/>
          </a:p>
        </p:txBody>
      </p:sp>
      <p:sp>
        <p:nvSpPr>
          <p:cNvPr id="378" name="Google Shape;378;p31"/>
          <p:cNvSpPr txBox="1"/>
          <p:nvPr/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1"/>
          <p:cNvSpPr txBox="1"/>
          <p:nvPr/>
        </p:nvSpPr>
        <p:spPr>
          <a:xfrm>
            <a:off x="539750" y="1557337"/>
            <a:ext cx="82804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Kalibrasi -  membandingkan alat ukur dgn referensi</a:t>
            </a:r>
            <a:endParaRPr/>
          </a:p>
        </p:txBody>
      </p:sp>
      <p:pic>
        <p:nvPicPr>
          <p:cNvPr id="380" name="Google Shape;38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50" y="2565400"/>
            <a:ext cx="7553325" cy="2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2"/>
          <p:cNvSpPr txBox="1"/>
          <p:nvPr>
            <p:ph type="title"/>
          </p:nvPr>
        </p:nvSpPr>
        <p:spPr>
          <a:xfrm>
            <a:off x="395287" y="333375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</a:pPr>
            <a:r>
              <a:rPr b="0" i="0" lang="en-US" sz="4000" u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Kalibrasi</a:t>
            </a:r>
            <a:endParaRPr/>
          </a:p>
        </p:txBody>
      </p:sp>
      <p:sp>
        <p:nvSpPr>
          <p:cNvPr id="386" name="Google Shape;386;p32"/>
          <p:cNvSpPr txBox="1"/>
          <p:nvPr/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" name="Google Shape;38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287" y="1628775"/>
            <a:ext cx="8291512" cy="4392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3_Urban">
  <a:themeElements>
    <a:clrScheme name="Urban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Urban">
  <a:themeElements>
    <a:clrScheme name="Urban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Urban">
  <a:themeElements>
    <a:clrScheme name="Urban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Urban">
  <a:themeElements>
    <a:clrScheme name="Urban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2010-05-23T14:28:12Z</dcterms:created>
  <dc:creator>Mariajose</dc:creator>
</cp:coreProperties>
</file>