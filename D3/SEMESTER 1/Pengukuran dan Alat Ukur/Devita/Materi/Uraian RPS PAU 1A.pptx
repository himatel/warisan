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4660"/>
  </p:normalViewPr>
  <p:slideViewPr>
    <p:cSldViewPr snapToGrid="0">
      <p:cViewPr>
        <p:scale>
          <a:sx n="65" d="100"/>
          <a:sy n="65" d="100"/>
        </p:scale>
        <p:origin x="100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47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54 5763,'0'0'6909,"-3"-8"-6057,0-2-576,2 5-84,0 1 0,0 0 0,-1-1-1,0 1 1,-3-6 0,5 10 11,-1-1-144,1 1-1,0 0 1,0 0 0,-1-1 0,1 1-1,0 0 1,0 0 0,-1 0 0,1-1-1,0 1 1,-1 0 0,1 0 0,0 0-1,0 0 1,-1 0 0,1 0 0,0 0-1,-1 0 1,1-1 0,0 1 0,-1 0-1,1 0 1,-1 1 0,1-1 0,0 0-1,-1 0 1,1 0 0,0 0 0,-1 0-1,1 0 1,0 0 0,0 0 0,-1 1-1,1-1 1,0 0 0,-1 0 0,1 0-1,0 1 1,0-1 0,-1 0 0,1 1-1,0 53 41,-6 1179 1510,5-916-587,4-281-784,0-24-671,-2-24-2011,-1-103-1897,0 30-514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48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44 274 4386,'0'0'5792,"-2"-16"-5184,-7-51-53,8 64-479,1-1 0,0 0 0,0 1 0,0-1 0,0 0 0,1 1 0,0-1 1,-1 0-1,1 1 0,0-1 0,1 1 0,-1-1 0,1 1 0,-1 0 0,1-1 0,0 1 0,0 0 0,1 0 0,-1 0 0,0 1 0,1-1 0,0 1 0,0-1 0,0 1 0,3-2 0,0-2-23,8-5 69,1 1-1,-1 1 0,1 0 0,1 0 1,0 2-1,0 0 0,0 1 0,1 0 0,0 1 1,22-3-1,14 2-56,0 1 0,55 4 0,-100 1-54,6 0-1,-1 1 0,1 0 1,-1 1-1,1 0 0,-1 1 0,15 5 1,-19-4-2,-1-1 0,1 2 1,-1-1-1,0 1 0,0 1 1,0-1-1,0 1 1,-1 1-1,10 10 0,-4-1 81,-1 1 0,-1 0 1,0 1-1,-1 0 0,-1 1 0,-1 0 0,0 0 0,-2 1 0,0 0 0,5 33 0,-4 3 581,-2 1 0,-4 93 0,-2-137-594,0 0-1,-2 0 0,1-1 0,-2 1 1,1-1-1,-2 0 0,1 0 1,-11 18-1,0-5 45,-1 0-1,-33 39 1,35-49-104,1-1 0,-2 0 1,0-1-1,0-1 0,-1 0 1,-1-1-1,0-1 0,-1 0 1,1-2-1,-2 0 1,1-1-1,-1 0 0,0-2 1,-1 0-1,1-1 0,-1-1 1,-26 0-1,2-1-76,-77-7 0,106 3 28,1 0 0,0-1 0,0-1 0,0 0-1,0-1 1,0 0 0,1-1 0,0-1 0,-15-10-1,24 14-77,1 0-1,0 0 1,-1-1 0,1 0-1,1 1 1,-1-1-1,1 0 1,-1 0-1,1 0 1,0-1-1,0 1 1,1 0-1,0-1 1,-1 1-1,1-1 1,1 1-1,-1-1 1,1 0-1,0 1 1,0-1 0,0 0-1,0 1 1,1-1-1,0 0 1,0 1-1,0-1 1,1 1-1,-1-1 1,1 1-1,0 0 1,3-5-1,24-19-3563,7-3-3152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49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76 4194,'0'0'7921,"8"-12"-6875,25-36-235,-25 34 2697,-9 13-3491,1 1 0,-1 0 0,1 0 0,0 0 0,-1 0 0,1 0 0,-1 0-1,1 0 1,-1 0 0,1 0 0,-1 0 0,1 0 0,0 0 0,-1 0 0,1 1 0,-1-1 0,1 0 0,0 0 0,-1 0 0,1 0 0,-1 1-1,1-1 1,0 0 0,-1 1 0,1-1 0,-13 14 61,2 0-1,-1 0 0,2 1 1,-13 24-1,2-4 19,-23 39-39,-42 98 1,-20 85 66,44-102-64,32-83-14,-71 190 516,95-247-1045,10-43-3796,2 6 2903,2 1 0,1 0 0,13-25-1,-2 5-732,9-26-935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49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6403,'0'0'6486,"0"-4"-6092,0 2-370,0 1 0,0-1 0,0 1 0,1-1 0,-1 0-1,0 1 1,0-1 0,1 1 0,-1 0 0,1-1 0,0 1-1,-1-1 1,1 1 0,1-2 0,0 1 45,0 0-1,0 1 1,0-1 0,0 1-1,0 0 1,0 0 0,0 0-1,0 0 1,1 0 0,-1 0 0,3-1-1,12-2 314,-1 0 1,1 0-1,-1 2 0,27-1 0,-37 2-345,1 2-1,0-1 1,0 1-1,-1 0 1,1 0 0,0 0-1,-1 1 1,0 0-1,1 1 1,-1-1 0,0 1-1,0 1 1,0-1-1,6 5 1,4 7 31,-1 1 0,-1 0 1,0 1-1,-1 0 0,0 1 0,12 25 0,52 125 429,-68-147-441,153 461 1728,-42-107 218,-112-357-1719,17 33 1,-20-43-200,-82-53-5767,-13 4 240,33 16 964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50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8820,'0'0'4306,"300"-19"-2785,-151 19-449,3 0-512,-18 0-95,-24 0-97,-27 0-160,-28 10-112,-20-7-96,-18-3-48,-10 0-320,-7-6-5011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50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6755,'0'0'6723,"-5"15"-6075,0-2-438,-2 7 228,1 0 0,0 0 0,-3 23-1,-2 78 1412,4 194 0,8-200-1513,-1-56-189,4 144 362,-1-168-330,2-1 1,1 1 0,19 61-1,-13-62 9,1 0 0,2-1-1,1 0 1,2-1 0,1-1-1,39 49 1,-47-68-174,0 0 0,1 0 0,0-1 0,1 0 0,0-1 0,1-1 0,0 0 1,1-1-1,-1 0 0,1-1 0,1-1 0,-1-1 0,1 0 0,0 0 0,0-2 0,33 3 0,-38-5-19,0-1 1,0 0 0,1-1-1,-1 0 1,0-1-1,0-1 1,13-4 0,-16 4-10,0 0 0,-1-1 0,0 0 0,0-1 0,0 1 0,0-1-1,-1-1 1,0 1 0,0-1 0,7-9 0,3-6-75,-1 0 0,0-1 0,-2-1 0,-1 0 0,12-33 0,-11 18-144,-1 1 1,12-77-1,-13 5-660,-5-175 0,-6 204 459,-4 2-559,-14-83 0,1 17-545,7 61 383,4 43 1220,-1-54 0,6 94 447,1 0-485,0 0-1,-1 0 1,1 0 0,0-1-1,0 1 1,0 0 0,0 0 0,-1 0-1,1 0 1,0 0 0,0 0-1,0 0 1,-1 0 0,1 0-1,0 0 1,0 0 0,0 0-1,-1 0 1,1 0 0,0 1 0,0-1-1,0 0 1,-1 0 0,1 0-1,0 0 1,0 0 0,0 0-1,0 0 1,0 0 0,-1 1-1,1-1 1,0 0 0,0 0 0,0 0-1,0 0 1,0 1 0,0-1-1,0 0 1,-1 0 0,1 0-1,0 0 1,0 1 0,0-1-1,0 0 1,0 0 0,0 0-1,0 1 1,0-1 0,0 0 0,0 0-1,0 0 1,0 1 0,0-1-1,0 0 1,0 0 0,0 0-1,0 1 1,1-1 0,-1 0-1,-1 67 1288,0 4-550,14 123 0,66 423 239,-74-556-943,0-2 97,3 0 0,21 83 0,-27-134-95,5 15 33,-7-23-87,0 1 0,1 0 0,-1-1-1,0 1 1,0 0 0,1-1 0,-1 1-1,1 0 1,-1-1 0,0 1 0,1-1 0,-1 1-1,1-1 1,-1 1 0,1-1 0,0 1-1,-1-1 1,1 0 0,-1 1 0,1-1 0,0 0-1,-1 0 1,2 1 0,-1-7-275,-1-117-6763,0 112 5552,0-23-5690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54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0 5186,'0'0'5064,"-6"3"-4210,-3 1-496,0 0 0,1 0 0,-1 1 0,1 0 1,0 0-1,1 1 0,-13 11 0,8-4 84,-1-1 1,-24 17-1,21-18-220,2 0 0,-20 21 0,11-7-70,2 0 0,1 2 0,1 0 0,1 2 0,1 0 0,2 0 0,-22 61 1,24-46-63,2 1 1,2 0-1,-5 63 1,12 141 606,5-208-440,2 0 0,2 0 1,1 0-1,3-1 1,24 63-1,-14-54 107,2 0 0,2-2 1,59 82-1,-64-103-219,0-1 0,2-1-1,39 34 1,-51-49-151,1-1 0,1 1-1,0-2 1,0 0 0,0 0-1,1-2 1,0 1 0,0-1-1,1-1 1,23 4 0,-34-7-143,-1 0 0,1-1 1,0 0-1,0 0 0,0 0 1,0 0-1,-1 0 0,1 0 0,0-1 1,0 1-1,0-1 0,-1 0 1,1 0-1,0 0 0,-1 0 1,1 0-1,-1-1 0,1 1 1,-1-1-1,0 0 0,3-2 1,0-2-487,-1 0 0,0-1 0,-1 1 0,0-1 0,0 0 0,0 0 0,2-9 0,12-41-4935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5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4610,'0'0'7115,"1"-5"-6071,2-10 1372,-3 39-258,0-6-2813,4 57 1067,24 138 0,-13-121-14,60 457 2387,-66-479-2566,-8-63-195,4 38 349,3 0-1,19 70 0,-27-115-368,10 22 203,-10-22-204,1 1 1,-1 0 0,1-1-1,-1 1 1,1-1-1,-1 1 1,1 0-1,0-1 1,-1 1-1,1-1 1,0 0-1,0 1 1,-1-1-1,1 0 1,0 1-1,0-1 1,0 0-1,0 0 1,-1 0 0,1 1-1,2-1 1,-2-5-218,0-40-1205,-3-1 0,-1 1-1,-2 0 1,-17-69 0,-33-65-4136,24 86 1759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55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4 501 4210,'0'0'3041,"-1"-27"-1648,-1-88-8,1 9 234,1 99-1521,1 0-1,0 0 1,0 0 0,0 0-1,1 0 1,0 0 0,0 0-1,0 1 1,1-1 0,0 1-1,6-8 1,-3 5 10,0 1 0,1-1 0,1 1 0,-1 1 0,1-1 0,16-10 0,-4 5 45,0 2 0,1 0 0,0 1 0,0 1 0,1 1 0,30-7 0,-13 8-17,1 1 1,-1 2-1,1 2 1,46 3 0,-75 0-51,-1 0 0,0 1 1,1 0-1,-1 0 0,0 1 1,0 1-1,-1 0 0,1 0 1,-1 1-1,0 0 0,0 1 1,0 0-1,-1 0 0,0 0 1,0 1-1,-1 1 0,1-1 1,-2 1-1,1 1 0,-1-1 1,0 1-1,-1 0 0,0 0 0,-1 1 1,1-1-1,-2 1 0,5 20 1,-3-5 156,-1 1-1,-2 0 1,0 0 0,-2-1 0,-1 1-1,-4 27 1,2-40-177,0 0 0,-1 0 0,-1 0 0,0 0-1,-1-1 1,0 1 0,0-1 0,-2-1 0,1 1 0,-17 17 0,2-5-19,-1-1 1,-1-2 0,-38 28-1,36-31-65,-1-1-1,-1-1 1,-48 20-1,57-28-305,-1-2 0,0 0 0,0-1 0,0-1 0,0-1 0,-34 1 0,52-4 179,0 0 0,0 0 0,0 0 0,0 0 0,0 0 0,0-1 0,0 1 0,0-1 1,0 1-1,1-1 0,-4-1 0,4 1-35,0 0 0,0 0 1,0 0-1,0 0 0,0 0 0,1-1 1,-1 1-1,0 0 0,1 0 1,-1-1-1,1 1 0,-1 0 1,1-1-1,0 1 0,0 0 0,-1-2 1,0-35-5587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55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1 355 8868,'0'0'6342,"35"5"-5489,116 15-247,-142-19-566,0-1 0,0 0 0,-1 0 0,1-1 0,0 0 0,0-1-1,-1 1 1,1-2 0,-1 1 0,0-1 0,0-1 0,0 1 0,0-1 0,14-10 0,-5 4 23,9-6 15,-1-1 1,25-22 0,-40 30-78,0 1 0,-1-2 0,-1 1 1,1-2-1,-2 1 0,1-1 0,8-17 0,-13 21-93,-1-1 0,0 1-1,0-1 1,0 0 0,-1 1 0,0-1-1,-1 0 1,0-13 0,0 17 10,-1 2 62,1 0 0,-1 0 1,1 0-1,-1 0 1,0 1-1,0-1 0,1 0 1,-1 0-1,0 1 1,-1-1-1,1 0 0,0 1 1,0-1-1,-1 1 1,1 0-1,-1-1 0,1 1 1,-1 0-1,0 0 0,1 0 1,-1 0-1,0 0 1,0 0-1,-2 0 0,-9-4 85,-1 0 0,-18-4 0,19 6 1,-26-4 46,1 1 0,-1 2-1,-76 2 1,92 2-76,18 0-33,0 0 0,1 0 0,-1 1 0,0-1 0,0 1 0,1 0 0,-1 1 0,1-1 0,-1 1 0,1 0 0,0 0 0,0 0 0,-1 0 0,2 1 0,-8 6 0,6-4 0,1 0 0,-1 1 1,1-1-1,1 1 1,-1 0-1,1 0 0,0 0 1,1 1-1,-1-1 0,1 1 1,-1 6-1,-2 16 97,1-1 1,1 0-1,3 47 0,0-57-23,0-2-5,5 182 1279,-2-162-964,1-1 0,2 1 0,16 50 1,-14-60-184,2 0 0,0-1 1,2 0-1,0-1 1,18 25-1,-24-41-173,0 0-1,0 0 1,1-1 0,0 0-1,0 0 1,1-1 0,0 0-1,0 0 1,0-1 0,1 0-1,0 0 1,0-1 0,0 0-1,0-1 1,1 0 0,18 4-1,-17-5-44,1-1-1,-1 0 1,1-1 0,-1 0-1,1-1 1,-1 0-1,1 0 1,-1-2 0,1 1-1,-1-1 1,0-1-1,-1 0 1,1-1-1,0 0 1,-1 0 0,0-1-1,-1-1 1,1 1-1,15-16 1,-2-1-805,-1-1 1,-1-1-1,27-42 0,-29 36-2155,19-43 0,-8-5-5699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56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1745,'0'0'11349,"0"8"-10759,5 312 4231,3-130-2989,-8-99-1152,-1-30 45,13 116-1,-7-159-647,-5-17-77,0-1 1,0 0 0,0 0 0,0 1 0,1-1-1,-1 0 1,0 0 0,0 1 0,0-1 0,0 0 0,0 0-1,1 0 1,-1 1 0,0-1 0,0 0 0,0 0-1,1 0 1,-1 0 0,0 0 0,0 1 0,0-1-1,1 0 1,-1 0 0,0 0 0,0 0 0,1 0 0,-1 0-1,0 0 1,1 0 0,-1 0 0,1-1-8,0 0 0,0-1 0,0 1 0,0-1 0,0 1 0,0-1 0,0 1 0,-1-1 1,1 1-1,-1-1 0,1 1 0,-1-1 0,0 0 0,0 1 0,1-1 0,-1-3 0,10-261-3023,4-32-858,-11 280 3709,0 0 0,1 0-1,1 1 1,1 0-1,0-1 1,1 2 0,1-1-1,13-19 1,-15 28 266,0 0 1,0 0-1,1 0 1,0 1-1,0 0 1,1 0-1,-1 0 0,2 1 1,-1 1-1,1-1 1,0 2-1,0-1 1,0 1-1,1 0 0,-1 1 1,16-3-1,-11 3 170,1 1 1,-1 0-1,1 2 0,27 1 0,-35 0-172,1 0 0,-1 0 0,0 1 1,0 0-1,0 0 0,0 1 0,0 0 0,-1 0 1,1 0-1,-1 1 0,10 8 0,5 6 131,-2 2-1,0 1 1,-2 0-1,0 1 0,-1 1 1,-1 0-1,14 34 1,-13-23 20,-2 0 0,-1 1 1,-2 1-1,12 70 0,-20-69 162,-1 68 0,-2-61-145,-7-13-1576,7-103-3528,0 15-1485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57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388 149 9973,'0'0'4060,"0"-5"-3694,0-2-311,0 4 43,1-1 1,-1 1-1,0 0 1,0 0-1,0 0 1,-1 0-1,1-1 1,-1 1 0,1 0-1,-1 0 1,0 0-1,0 0 1,-1 0-1,1 0 1,0 0-1,-1 1 1,0-1-1,0 0 1,0 1-1,0-1 1,0 1-1,0 0 1,-1 0 0,-3-3-1,-8-4-53,-1 1 0,0 1 0,0 0 0,0 1 0,-1 1 1,-17-4-1,7 4-48,-1 2 1,1 0 0,-28 2 0,51 1 7,1 0-1,-1 1 1,1-1-1,-1 1 1,0-1 0,1 1-1,0 0 1,-1 0-1,1 0 1,-1 0 0,1 0-1,0 1 1,0-1-1,0 1 1,0-1 0,0 1-1,0 0 1,0 0 0,0 0-1,1 0 1,-1 0-1,1 0 1,-2 4 0,-3 5 32,1 1 0,1 0 0,-6 22 0,3-3 209,1 0 1,-3 61 0,8 68 1121,2-81-531,-1-54-568,0 10 249,1 1 0,8 53 0,-8-81-455,1 0-1,-1 0 0,2 0 0,-1 0 1,1-1-1,0 1 0,1-1 0,0 1 0,0-1 1,1 0-1,-1-1 0,2 1 0,-1-1 1,0 0-1,1 0 0,11 7 0,-10-9-59,0-1-1,0 0 1,1 0 0,-1 0-1,1-1 1,0-1-1,0 1 1,-1-1-1,1-1 1,0 1 0,0-1-1,0-1 1,0 1-1,0-1 1,0-1-1,-1 1 1,1-2 0,0 1-1,-1-1 1,0 0-1,0 0 1,0-1-1,0 0 1,0 0 0,0 0-1,6-7 1,5-8-301,-1 0 0,0-1 0,-2-1 0,-1 0 0,0-1 0,-1-1 0,-2 0 0,0 0 0,-2-1 0,0-1 0,-2 0 0,0 0 0,-2 0 0,-1 0 0,1-31 0,-4 34-225,0 7 262,0 0 0,-1 0 1,-4-22-1,4 34 290,-1 0 1,1 0-1,-1 0 0,0 0 1,0 0-1,0 0 0,0 0 1,-1 1-1,1-1 0,-1 0 1,1 1-1,-1-1 1,0 1-1,0 0 0,0 0 1,0 0-1,-1 0 0,1 0 1,0 0-1,-1 0 0,0 1 1,-5-3-1,8 4 6,0-1 0,-1 1 0,1 0 1,0 0-1,0 0 0,-1 0 0,1 0 0,0 0 0,-1 0 0,1 0 0,0-1 0,-1 1 1,1 0-1,0 0 0,0 0 0,-1 1 0,1-1 0,0 0 0,-1 0 0,1 0 0,0 0 1,-1 0-1,1 0 0,0 0 0,0 0 0,-1 1 0,1-1 0,0 0 0,-1 0 0,1 0 1,0 1-1,0-1 0,0 0 0,-1 0 0,1 0 0,0 1 0,0-1 0,0 0 0,0 1 1,-1-1-1,1 0 0,0 0 0,0 1 0,0 16 807,0-9-910,1 7 200,0 0 0,1-1 0,1 1 1,6 22-1,26 59 258,-6-17-156,-12-23-63,-2 1 0,-3 0 0,-2 1-1,3 95 1,-12-134-145,2 75 127,-11 119 0,6-185-128,-2 0 0,-2-1 0,0 0 1,-1 0-1,-2-1 0,-1 0 0,-1 0 0,-28 47 0,34-65-20,0-1 0,-1 0 1,0 0-1,0-1 0,0 1 1,-1-1-1,1-1 0,-2 1 1,1-1-1,0-1 0,-11 6 1,6-6-12,1 0 0,-1-1 1,0 0-1,1-1 0,-1 0 1,0-1-1,-21 0 0,24-1-145,0-1 0,0 0-1,0 0 1,0-1 0,0 0-1,0 0 1,1-1-1,-1-1 1,1 1 0,-1-1-1,1-1 1,0 1 0,1-1-1,-1-1 1,1 1 0,0-1-1,1-1 1,-12-12-1,6 4-1129,1 0-1,0-1 0,1 0 0,1 0 0,-10-25 0,-4-21-7191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5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3410,'0'0'6648,"0"2"-5920,-11 264 2989,11-221-3443,-1 9 404,2 0 1,17 106 0,-7-113-40,2 0-1,28 66 1,-30-88-326,1 0 1,1-1 0,2 0 0,0-1 0,33 38 0,-44-56-296,1 0 0,-1-1 0,1 0 0,0 0-1,0 0 1,1-1 0,-1 0 0,1 0 0,-1 0 0,1-1 0,0 1-1,0-2 1,0 1 0,0 0 0,1-1 0,-1 0 0,0-1 0,0 0-1,1 1 1,-1-2 0,0 1 0,1-1 0,-1 0 0,0 0 0,0-1-1,0 0 1,0 0 0,0 0 0,0-1 0,-1 0 0,1 0 0,-1 0 0,0-1-1,1 0 1,4-5 0,4-7-41,0 0 0,0-1 0,-2-1-1,19-36 1,31-87-1160,-48 100 603,-2-1 1,-2 0-1,-2-1 0,-1 0 1,-3 0-1,-1 0 1,-5-66-1,2 105 694,0 1 0,0-1 0,0 1-1,-1 0 1,1-1 0,-1 1 0,0 0 0,0-1 0,0 1 0,-1 0 0,1 0-1,-1 0 1,0 0 0,0 0 0,0 0 0,0 0 0,0 1 0,0-1 0,-1 1-1,1 0 1,-4-3 0,-1 4 1899,4 0-2783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0:59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38 160,'0'0'8142,"0"-6"-7181,0-25 2003,0 31-2904,0 0 1,-1 0-1,1 0 0,0 0 0,0 0 1,0 0-1,-1 0 0,1 0 1,0 0-1,0 0 0,-1 0 1,1 0-1,0 0 0,0 0 1,-1 0-1,1 0 0,0 0 0,0 0 1,0 0-1,-1 1 0,1-1 1,0 0-1,0 0 0,0 0 1,0 0-1,-1 1 0,1-1 1,0 0-1,0 0 0,0 0 0,0 1 1,0-1-1,0 0 0,-1 0 1,1 0-1,0 1 0,0-1 1,0 0-1,0 0 0,0 1 1,0-1-1,0 0 0,0 138 510,18 444 1173,37 2 167,-45-512-616,-11-224-6450,2 77 329,-1 20-1189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0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663 0 4162,'0'0'4733,"3"0"-4082,-1 0-1279,7 3 3975,-9-3-3142,0 1-1,0-1 1,0 1-1,0 0 1,0-1-1,0 1 1,0 0-1,0-1 0,0 1 1,0 0-1,0-1 1,-1 1-1,1 0 1,0-1-1,-1 1 1,1-1-1,0 1 1,-1-1-1,1 1 0,-1-1 1,1 1-1,-1 0 1,-23 27 22,-1-1 1,-50 42-1,38-37-117,-22 20-72,-70 48-1,105-84-116,0-1 0,-2 0 0,0-2 0,0-1 0,-1-2 1,-36 10-1,45-16-370,-1-2 0,1 0 0,-30-1 0,48-1 421,-1-1 0,1 1 0,0 0 0,-1-1 0,1 1 0,0 0 0,0-1 0,0 1 0,-1-1 0,1 1 0,0-1 0,0 1 0,0-1 0,0 1-1,0-1 1,0 1 0,0 0 0,0-1 0,0 1 0,0-1 0,0 1 0,0-1 0,0 1 0,0-1 0,0 1 0,1-2 0,-1 2-34,0-2 63,1 0 0,0 0 0,-1 0-1,1 0 1,0 1 0,0-1 0,0 0 0,0 1-1,0-1 1,1 1 0,-1-1 0,0 1 0,1-1-1,-1 1 1,1 0 0,0 0 0,-1 0 0,1 0 0,0 0-1,-1 0 1,1 0 0,0 1 0,0-1 0,2 0-1,6-2 49,0 1 0,0 0 0,16-1 0,-9 1 69,0 1-1,1 0 1,-1 2-1,0 0 1,0 1 0,0 0-1,0 1 1,-1 2-1,1-1 1,-1 2-1,0 0 1,0 1-1,-1 1 1,18 11 0,11 13 276,-1 3 0,50 52 0,64 90 905,-119-123-943,-28-39-268,0 0 1,2-1-1,19 21 0,-29-33-83,-2-2-6,1 1 0,-1-1 1,0 0-1,1 1 0,-1-1 1,1 0-1,-1 0 1,1 1-1,-1-1 0,0 0 1,1 0-1,-1 0 1,1 0-1,-1 0 0,1 0 1,-1 1-1,1-1 0,-1 0 1,1 0-1,-1-1 1,1 1-1,-1 0 0,2 0 1,-1-5-360,-1-24-531,1 3-1188,-4-39 1,-9 10-2610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5330,'0'0'7201,"1"-4"-5675,2 8 310,17 142-328,-15-104-1344,6 60 78,-2-3 408,43 185 0,-49-272-509,0-1 0,1 1 0,1-1 0,0 0 0,11 19 0,-14-27-121,1 0-1,-1 0 1,1-1-1,-1 1 1,1 0 0,0-1-1,0 0 1,0 0-1,0 0 1,1 0 0,-1 0-1,0-1 1,1 1 0,-1-1-1,1 0 1,0 0-1,-1 0 1,1-1 0,0 1-1,0-1 1,-1 0-1,5 0 1,-3 0-20,0-1 0,0 0 0,-1 0 0,1 0 0,-1-1 1,1 1-1,-1-1 0,0 0 0,1 0 0,-1-1 0,0 1 0,0-1 0,-1 0 0,1 0 0,4-5 0,4-5-150,0-1-1,16-28 0,-16 24-108,115-177-7766,-99 152 2615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1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7 112 6947,'0'0'6150,"0"-18"-5721,0-35-132,0 12 3005,-7 43-2616,7 5-665,10 323 830,18 150 1085,-27-474-1919,0 24 76,0 4 45,1 0 0,2 1 0,12 52 1,-16-85-134,1-1 1,-1 0 0,1 1-1,-1-1 1,1 0 0,0 1 0,-1-1-1,1 0 1,0 0 0,0 0-1,0 0 1,0 0 0,0 0-1,0 0 1,0 0 0,0 0-1,1 0 1,1 1 0,-2-2-10,0 0 0,-1 0 0,1 0 1,0 0-1,-1 0 0,1 0 0,0 0 0,0 0 0,-1 0 0,1-1 1,0 1-1,-1 0 0,1 0 0,0-1 0,-1 1 0,1 0 1,-1-1-1,1 1 0,-1-1 0,1 1 0,0-1 0,-1 1 1,0-1-1,1 1 0,-1-1 0,1 1 0,-1-1 0,0 0 1,1 1-1,-1-1 0,0 1 0,1-1 0,-1 0 0,0 1 1,0-1-1,0 0 0,0 0 0,0 1 0,0-2 0,5-24-849,-1 0-1,1-46 1,-5-15-4187,0 50 1302,0-2-3439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0 251 1505,'0'0'9127,"2"-25"-8487,12-79 200,-14 100-756,1 0-1,1-1 0,-1 1 0,1 0 1,-1 0-1,1 0 0,1 0 1,-1 0-1,0 0 0,1 1 0,0-1 1,0 1-1,0 0 0,0-1 1,0 1-1,1 1 0,-1-1 0,1 0 1,0 1-1,4-2 0,5-4 233,-6 5-195,-1 0-1,0 0 1,1 1-1,0 0 1,-1 1-1,1 0 1,0 0-1,0 0 1,0 1-1,0 0 1,0 0-1,-1 0 1,1 1 0,0 0-1,0 1 1,7 2-1,-7 0-9,1 1 1,-1 0-1,1 1 0,-1 0 0,-1 0 0,12 13 1,34 48 368,-32-37-174,-2 0 0,-1 1 0,-1 0 0,-2 1 0,-1 1 0,-1 1 0,9 48 0,-9-15 404,-3-1 0,1 134 0,-10-199-563,0-9-8,0-556-2610,0 549 2464,0 0 1,1 0-1,0 0 0,2 0 0,0 1 0,8-25 0,-9 34 35,0 0 1,0 0-1,1 0 1,0 1-1,0-1 0,0 1 1,0 0-1,1 0 1,0 0-1,0 1 1,0-1-1,0 1 1,0 0-1,1 0 0,0 0 1,-1 1-1,1 0 1,0 0-1,0 0 1,0 0-1,0 1 1,6-1-1,6-1 117,0 0-1,0 2 1,0 0-1,0 1 1,0 1 0,-1 1-1,1 0 1,0 1-1,30 9 1,26 17-286,-52-29-6089,-11 0-909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459 274 8900,'0'0'7227,"7"-9"-6776,22-31-184,-27 36-186,0 0 0,0 1 0,0-1 1,-1 0-1,0 0 0,1 0 0,-1 0 0,-1 0 0,1 0 0,-1 0 1,1 0-1,-1 0 0,0 0 0,-1-8 0,0-6 708,0 16-755,0 0-1,1-1 0,-1 1 0,0 0 1,0-1-1,0 1 0,0 0 1,-1 0-1,1 0 0,0 0 0,-1 0 1,0 1-1,1-1 0,-1 0 0,-3-1 1,-37-29-73,27 21 58,7 4-34,-1 0 1,1 1-1,-1 0 1,-1 1-1,1 0 1,-1 0-1,0 1 1,0 0-1,-1 1 1,1 0-1,-1 1 1,1 0-1,-17-1 1,26 3 13,-12 0-21,0 0 1,-22 4 0,30-3 18,0 1 0,-1-1-1,2 1 1,-1 0 0,0 1 0,0-1 0,1 1 0,-1 0 0,-6 6 0,-3 4 15,0 0 1,1 2 0,1-1 0,0 2-1,1 0 1,1 0 0,1 1-1,0 0 1,1 0 0,0 1 0,2 0-1,0 1 1,1-1 0,-3 26 0,0 20 634,3 0 1,6 121 0,-1-167-493,2-1 0,0 1 0,1-1 0,0 0 0,2 0 0,9 26 0,-12-38-133,1 1 1,-1-1 0,1 0 0,1 1 0,-1-1 0,1-1 0,-1 1 0,1 0 0,1-1 0,-1 0 0,1 0-1,-1 0 1,1-1 0,0 1 0,1-1 0,-1 0 0,0-1 0,1 1 0,0-1 0,-1 0 0,1-1 0,8 2-1,-5-2-15,-1 0 0,0-1 0,1-1 0,-1 1 0,1-1 0,-1-1 0,0 1 0,0-1 0,0-1 0,0 0 0,0 0 0,0 0-1,-1-1 1,1 0 0,-1-1 0,0 1 0,0-1 0,-1-1 0,0 1 0,0-1 0,7-9 0,7-10-181,-1-1 0,-1 0 0,-2-2 0,18-38 0,-17 32-750,-2-1 1,-1 0 0,-1 0-1,-2-2 1,-2 1-1,-2-1 1,-1 0 0,2-57-1,-8 26 5895,1 70-4897,-1 0 0,1-1 0,-1 1 0,0-1 0,1 1 0,-1 0 0,0-1 0,0 1 0,0 0 0,-1-1 0,0 4 0,0 5 59,2 536 1815,-1-529-1906,1 17 69,4 38 0,-3-63-104,0 1-1,0-1 1,1 1 0,0-1 0,0 0 0,1 0 0,0 0 0,8 12-1,-11-19-56,1 0-1,-1 0 0,0 0 0,1 0 0,-1-1 1,1 1-1,-1 0 0,1-1 0,0 1 0,0-1 1,-1 0-1,1 0 0,0 1 0,0-1 0,0 0 0,0-1 1,1 1-1,-1 0 0,0-1 0,0 1 0,0-1 1,1 0-1,-1 1 0,0-1 0,0 0 0,1-1 1,-1 1-1,0 0 0,0-1 0,1 1 0,-1-1 0,0 1 1,0-1-1,0 0 0,0 0 0,0 0 0,0 0 1,0-1-1,0 1 0,0 0 0,-1-1 0,1 1 1,2-4-1,4-4-711,-1-1 0,0 0 1,8-15-1,23-50-4270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3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64,'0'0'17109,"0"27"-16292,10 197 1047,5 336 2238,-16-432-3524,4-110-501,-3-18-77,0 0 0,0 0 1,0 0-1,0 0 1,0 1-1,0-1 0,0 0 1,0 0-1,0 0 0,1 0 1,-1 0-1,0 0 0,0 0 1,0 0-1,0 1 0,0-1 1,0 0-1,1 0 0,-1 0 1,0 0-1,0 0 1,0 0-1,0 0 0,0 0 1,1 0-1,-1 0 0,0 0 1,0 0-1,0 0 0,0 0 1,0 0-1,0 0 0,1 0 1,-1 0-1,0 0 0,0 0 1,0 0-1,0-1 1,0 1-1,1 0 0,-1 0 1,0 0-1,0 0 0,0 0 1,0 0-1,0 0 0,0 0 1,0-1-1,2-1-6,0 0 0,-1 0-1,0-1 1,0 1 0,0-1 0,0 1 0,0-1-1,0 1 1,0-5 0,22-182-756,-4 21-580,-14 138 712,1 1 0,2 0 0,20-49 0,-16 50 174,2 0 0,1 1-1,1 0 1,21-25 0,-29 42 399,1 1 0,0 0 1,0 0-1,1 1 0,15-11 1,-18 15 82,-1 1-1,1-1 1,0 1 0,0 0 0,1 1 0,-1-1 0,0 2 0,1-1 0,-1 1 0,9-1-1,-2 2 65,-7-1-38,-1 0-1,1 1 0,-1 0 1,1 0-1,-1 1 0,0 0 0,1 0 1,-1 0-1,8 4 0,-6-1 19,-1 1-1,1 0 0,-1 1 0,0-1 1,0 1-1,-1 1 0,0-1 0,11 16 1,-3-2 178,-1 1 0,13 29 1,-8-10 142,-3 1 0,-1 0 1,-2 1-1,11 76 0,-13-35-335,-1 118 0,-9-286-5648,0 27-2633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4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31 5699,'0'0'8147,"0"-6"-7704,0-17 35,2 22-4,1 5-269,2 10 114,19 143 2250,3 13-902,-27-169-1697,0-1 0,0 1 0,1-1 0,-1 1 0,0 0 0,0 0 0,0-1 0,0 1 0,0 0 0,0-1 0,0 1 0,0 0 0,0-1 0,0 1 0,0 0 0,-1-1 0,1 1 0,0 0 0,0-1 0,-1 2-1,0-2 13,1 0-1,-1 1 1,1-1-1,0 0 0,-1 0 1,1 0-1,-1 0 0,1 1 1,-1-1-1,1 0 0,-1 0 1,1 0-1,-1 0 0,1 0 1,-1 0-1,1 0 0,-1-1 1,1 1-1,-1 0 0,1 0 1,-1 0-1,-28-16-456,25 14 380,-5-4-29,-25-15-273,-40-18 0,62 33 355,-1 1 0,-1 1-1,1 0 1,-1 1 0,0 0-1,-25-1 1,34 3-3,-8 1-79,0 0-1,-19 2 1,28-2 117,-1 1 0,1 1 0,-1-1 1,1 1-1,0-1 0,0 1 0,0 0 0,0 1 0,0-1 0,-6 5 0,-5 7 11,0 0-1,1 1 1,1 0-1,0 2 1,1-1-1,1 1 1,-15 31-1,12-18 50,2 1-1,1 0 1,1 1 0,-6 34-1,9-12 443,1 0-1,5 104 0,2-143-411,0 1 0,1-1 0,0 1-1,1-1 1,1 0 0,1 0-1,0 0 1,1-1 0,0 0-1,1 0 1,1 0 0,0-1 0,1 0-1,0-1 1,1 0 0,1 0-1,0-1 1,0 0 0,1-1 0,23 16-1,-20-18-78,1 1-1,-1-2 0,1 0 1,1-1-1,-1 0 1,1-2-1,0 0 0,25 3 1,3-4-282,88-4 0,-117 0 98,0-1-1,-1 0 1,1-1 0,-1-1 0,0-1 0,0 0 0,0 0 0,18-11 0,-23 10-71,-1 0 1,1 0-1,-1-1 1,0 0-1,-1-1 1,0 0 0,0 0-1,-1 0 1,0-1-1,0-1 1,-1 1-1,7-14 1,-13 23 306,0-1 1,0 1-1,0 0 1,0 0-1,0 0 1,1-1-1,-1 1 0,0 0 1,0 0-1,0 0 1,0 0-1,0-1 1,0 1-1,0 0 1,0 0-1,-1 0 1,1-1-1,0 1 0,0 0 1,0 0-1,0 0 1,0-1-1,0 1 1,0 0-1,0 0 1,0 0-1,-1 0 1,1 0-1,0-1 1,0 1-1,0 0 0,0 0 1,0 0-1,-1 0 1,1 0-1,0 0 1,0-1-1,-12-1 530,9 2-566,0 0 0,1 0 0,-1 0 0,0 0 0,1 1 0,-1-1 0,0 1 0,-2 1-1,-7 5 10,1 1 0,0 0 0,1 0 0,-11 13-1,-7 5 2,-17 12-9,-73 82 1,100-98 42,1 0 0,1 1 0,1 1 0,1 0 0,2 1 0,-12 30 0,11-11 334,1 1 0,3 0-1,1 1 1,2 0 0,3 0 0,2 52 0,1-85-277,0 0-1,0 0 1,2 0-1,5 24 1,-6-33-114,0-1 0,0 0 0,1 0 1,-1 1-1,1-1 0,0 0 1,0-1-1,0 1 0,1 0 0,-1 0 1,0-1-1,1 0 0,0 1 1,0-1-1,-1 0 0,1 0 1,1-1-1,-1 1 0,0 0 0,0-1 1,7 2-1,0 0-4,1-1 0,-1 0-1,0 0 1,1-2 0,-1 1-1,1-1 1,-1 0 0,1-1 0,-1 0-1,1-1 1,-1 0 0,0-1 0,0 0-1,0-1 1,0 0 0,-1 0 0,11-7-1,9-8-409,-1-1 0,-1-1 0,44-47-1,0 1-1518,-67 64 1869,-1-1 0,1 1 1,0 0-1,0 0 0,0 0 0,0 1 0,0-1 0,0 1 0,1 0 0,-1 0 0,1 1 0,-1-1 0,1 1 0,0 0 0,0 0 0,5 0 0,-9 1 71,0 0 0,-1 0-1,1 0 1,0 1 0,0-1 0,0 0 0,-1 0-1,1 0 1,0 1 0,-1-1 0,1 0-1,0 1 1,-1-1 0,1 1 0,0-1 0,-1 1-1,1-1 1,0 1 0,-1-1 0,1 1 0,-1-1-1,1 1 1,-1 0 0,0-1 0,1 2 0,5 21 288,-4-13-109,7 47 1211,2 72 0,4 26-360,-15-155-1044,1 10 55,1-1 0,0 0 0,5 13 0,-6-20-83,-1-1 0,1 1 0,0-1-1,0 1 1,-1-1 0,1 1 0,0-1-1,0 1 1,0-1 0,1 0 0,-1 0 0,0 0-1,0 1 1,1-1 0,-1 0 0,0-1 0,1 1-1,-1 0 1,1 0 0,-1-1 0,1 1 0,0-1-1,-1 1 1,1-1 0,-1 1 0,3-1 0,-3 0-101,1-1 0,-1 1 0,1-1 1,-1 0-1,0 1 0,0-1 1,1 0-1,-1 0 0,0 1 1,0-1-1,0 0 0,0 0 1,0 0-1,0-1 0,0 1 1,0 0-1,0 0 0,-1 0 0,1-1 1,0 1-1,-1 0 0,1-1 1,-1 1-1,1-1 0,-1 1 1,0-3-1,3-3-590,11-40-3406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72 6995,'0'0'8017,"-3"0"-7523,-11 0 61,14 0-520,-1 0 0,1 0 1,0 0-1,-1 0 0,1 1 1,0-1-1,-1 0 0,1 0 1,0 0-1,-1 1 0,1-1 1,0 0-1,-1 0 1,1 1-1,0-1 0,0 0 1,-1 1-1,1-1 0,0 0 1,0 1-1,0-1 0,0 0 1,-1 1-1,1-1 0,0 0 1,0 1-1,0-1 0,0 0 1,0 1-1,0-1 0,0 1 1,0 1 148,-6 14 343,2 1-1,0 0 1,1 0-1,-2 31 1,5 74 215,1-56-326,-1-4-25,2 0-1,3 0 1,3-1-1,24 98 1,32 31 383,-54-165-668,2-1-1,0 0 1,2 0 0,0-2 0,24 29 0,-30-43-96,0-1 1,0 1-1,0-1 1,1-1 0,0 0-1,0 0 1,1 0-1,-1-1 1,1-1 0,0 0-1,1 0 1,14 3 0,-16-5-11,-1-1 0,1 0 0,0 0 0,-1-1 1,1 0-1,0 0 0,0-1 0,-1 0 0,1-1 1,-1 0-1,1 0 0,-1-1 0,0 0 0,0 0 1,0-1-1,8-5 0,-3 0 10,-1-1 1,-1-1-1,0 0 1,0 0-1,-1-1 1,0 0-1,-1-1 1,13-25-1,1-7-47,26-69-1,-32 65-214,-2-1 1,-3 0 0,-1-1 0,-3-1 0,-2 1 0,-1-76-1,-4 93 39,-5-100-432,2 115 629,-1 0 0,0 1 0,-1 0 0,-1 0 0,-8-19-1,-49-92 628,60 124-583,0 1-1,0-1 1,1 0-1,-1 1 0,1-1 1,0 0-1,1 0 1,-1 0-1,1 0 0,1-9 1,-1 14-284,0 3-395,6 43-3260,1-18-329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8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20 8404,'0'0'5746,"-1"-5"-5231,-2-9 1329,3 45 399,0-7-2653,9 368 1607,-1-11-497,-7 37 127,-1-411-804,0 5 23,0 1 1,1-1 0,0 1-1,1-1 1,0 0 0,5 15-1,-6-26-42,-1 1 1,1-1-1,0 1 0,0-1 1,0 0-1,-1 0 0,1 1 0,1-1 1,-1 0-1,0 0 0,0 0 0,0 0 1,0 0-1,2 1 0,-2-2-7,0 0-1,-1 1 0,1-1 0,0 0 1,0 0-1,-1 0 0,1 0 1,0 1-1,0-1 0,0 0 1,-1 0-1,1 0 0,0-1 0,0 1 1,-1 0-1,1 0 0,0 0 1,0-1-1,-1 1 0,1 0 0,0 0 1,-1-1-1,1 1 0,0-1 1,-1 1-1,1-1 0,0 1 1,-1-1-1,1 1 0,0-2 0,4-6-131,-1 0-1,1-1 1,-2 1 0,1-1-1,-1 0 1,0 0-1,2-16 1,-4 21 61,40-218-8141,-30 148 945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9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585 1 11445,'0'0'6734,"10"0"-5635,-22 5-472,-156 65 437,89-36-1007,-20 6-82,-84 38-489,178-76 480,0 0 1,0 1 0,1-1 0,-1 1 0,1 1-1,0-1 1,0 0 0,-5 6 0,8-7 6,0-1-1,0 1 1,0 0 0,0-1 0,1 1 0,-1 0 0,0 0-1,1-1 1,-1 1 0,1 0 0,0 0 0,0 0 0,0 0-1,0 0 1,0 0 0,0-1 0,0 1 0,0 0 0,1 0-1,-1 0 1,1 0 0,-1-1 0,1 1 0,0 0 0,0 0-1,1 2 1,6 6-12,0 0-1,0-1 1,0 0 0,1-1-1,1 0 1,18 13-1,-7-6 68,80 62 257,-4-5 256,145 139-1,-185-143-259,-27-30-159,-29-60-2510,-5-22-1144,-8-13-2367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9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98 7764,'0'0'9070,"-2"-2"-7870,2 2-1131,0 0 1,0 0-1,0 0 1,-1 0-1,1 0 1,0 0-1,0 0 1,0 0-1,0 0 1,0 0-1,0 0 1,0 0-1,0 0 1,0 0-1,-1 0 1,1 0-1,0 0 1,0 0-1,0 0 0,0 0 1,-1-1 833,1 1-833,-2 22 919,2 46-1444,0-48 889,0 9-295,6 214 1034,-2-199-909,1 0-1,3 0 1,18 60-1,-22-89-170,2-1 0,0 1 0,13 24 0,-16-35-86,0 0 0,-1 0-1,2 0 1,-1 0 0,0-1 0,1 1 0,-1-1 0,1 0 0,0 0-1,0 0 1,0-1 0,1 1 0,-1-1 0,0 0 0,1 0 0,5 1-1,-4-2-9,1 0 0,0 0 0,0 0 0,-1-1 0,1 1 0,0-2-1,0 1 1,-1-1 0,1 0 0,0 0 0,-1-1 0,1 0 0,-1 0-1,0-1 1,0 0 0,1 0 0,-2 0 0,11-8 0,1-3-42,0-1 1,-1-1-1,-1 0 0,20-28 1,-4 1-533,-1-1 1,42-81-1,-60 99 22,0-1-1,-2 0 0,-1 0 1,-1-1-1,-2 0 1,6-50-1,-12 73 499,2-21-465,-1-1-1,-5-54 1,3 74 661,0 1-1,0-1 0,-1 0 0,0 1 0,0-1 1,-1 1-1,1-1 0,-2 1 0,1 0 1,0 0-1,-1 1 0,0-1 0,-1 1 1,1 0-1,-1 0 0,0 0 0,-6-4 0,8 7-19,-1 0 0,1 1-1,-1-1 1,1 1 0,-1 0-1,1 0 1,-1 0 0,0 1 0,0-1-1,1 1 1,-1 0 0,0 0-1,-4 0 1,-3 1-2530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10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9412,'0'0'6625,"0"-5"-5870,0-11 56,0 12 1793,0 6-2191,22 328 2659,-4-133-2014,-14-132-799,-3-22 6,2-1 0,15 72 0,-18-113-260,0 0 0,0 0 1,1 1-1,-1-1 0,1 0 0,-1 0 1,1 1-1,-1-1 0,1 0 0,0 0 1,-1 0-1,1 0 0,0 0 0,0 0 1,0 0-1,0 0 0,0 0 1,0 0-1,1 0 0,-1-1-5,-1 0-1,0 0 1,1 0-1,-1 0 1,1 0 0,-1 0-1,1 0 1,-1 0-1,1 0 1,-1 0 0,0 0-1,1 0 1,-1 0-1,1-1 1,-1 1 0,0 0-1,1 0 1,-1 0-1,1-1 1,-1 1 0,0 0-1,1-1 1,-1 1 0,11-18-40,-3-5-23,0-1 0,-2-1 0,5-34 0,4-84-269,-14 128 292,7-152-862,7-78-1561,-13 233 2398,0 0 0,1-1 0,0 1-1,1 0 1,1 1 0,-1-1 0,8-11-1,-10 19 113,1 0 0,0 0 0,0 0-1,0 0 1,0 1 0,1-1-1,0 1 1,-1 0 0,1 0 0,0 0-1,0 1 1,1-1 0,-1 1-1,1 0 1,-1 0 0,1 1-1,-1-1 1,1 1 0,0 0 0,7-1-1,54 0 898,108 10 1,-10 1-894,-155-9-283,16 0 78,-24 0 27,-1 0 0,1 0 0,-1 1 0,1-1 0,-1 0-1,1 0 1,0 0 0,-1 0 0,1 0 0,-1 1 0,1-1 0,-1 0 0,1 1-1,-1-1 1,1 0 0,-1 1 0,0-1 0,1 0 0,-1 1 0,0-1 0,1 1-1,-1-1 1,0 1 0,1-1 0,-1 1 0,0-1 0,0 1 0,1-1 0,-1 1-1,0-1 1,0 1 0,0 0 0,0 9-4915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10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625 0 8852,'0'0'12694,"197"146"-11494,-104-40-543,7 37-129,-10 34-240,-32 34-224,-58 46-64,-27 26-96,-98 3 16,-37-16-672,-17-47-193,-7-58 1,13-60-145,11-55-1424,14-50-2369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2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44 7764,'0'0'8225,"-14"-5"-7692,-3 1-386,9 2-18,0 0 0,-1-1 0,1 0 0,-11-6 1,28 6 44,-1 0 1,1 1-1,0 1 1,1-1-1,-1 1 1,0 1-1,18 0 1,-3 0-45,292-4-469,-315 4-29,-10 0-916,-95 7-3993,72-4 2487,-6 0-807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2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1 1 6035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22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68 6035,'-137'-63'1155,"136"62"-1123,-1 1 1,1-1-1,0 0 1,-1 1-1,1 0 1,0-1-1,-1 1 1,1 0-1,0 0 0,-1 0 1,1 0-1,-1 0 1,1 0-1,0 0 1,-1 0-1,1 1 1,-1-1-1,1 0 0,0 1 1,-1-1-1,1 1 1,0 0-1,-2 0 1,3 0 47,-1 1 1,0-1 0,0 0 0,0 0 0,1 1-1,-1-1 1,1 1 0,-1-1 0,1 1-1,0-1 1,-1 0 0,1 4 0,-1 2 398,-2 9 333,1 0 1,1 0-1,1 1 1,1 16-1,0 3 51,1-15-503,1 0 1,1 0-1,0-1 1,2 1-1,1-1 1,11 24-1,3 14 41,-3 1-104,-3 0 0,-3 0 0,8 102 0,-12 180 108,-8-277-342,1 51 11,2-38-35,-4 1 1,-15 113-1,7-150 48,5-26 49,1 0-1,1 1 1,-2 27 0,9-42-171,35-2 123,0-2 0,41-8 1,-38 6-325,-1 1 0,64 3 0,-63 1-1991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34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180 190 9444,'0'0'7478,"2"-20"-7112,11-65-137,-12 81-213,1-1-1,-1 1 0,1 0 0,0 0 0,0 0 0,0 1 0,1-1 1,-1 0-1,1 1 0,0 0 0,0-1 0,0 1 0,0 1 1,1-1-1,-1 0 0,1 1 0,0-1 0,0 1 0,0 0 0,0 0 1,0 1-1,0-1 0,0 1 0,7-1 0,-1-1-11,0 1-1,1 0 1,-1 0-1,1 1 0,-1 1 1,1 0-1,-1 0 1,1 1-1,20 4 1,-24-3-11,0 0 1,1 1-1,-1 0 0,0 0 1,-1 1-1,1-1 1,0 1-1,-1 1 1,0-1-1,0 1 0,0 1 1,-1-1-1,0 1 1,6 8-1,-3-2 1,0 2 0,-1-1 0,0 1 0,-2 0 0,1 1 0,-2-1 0,0 1 0,-1 0 0,3 26 0,-2 14 304,-5 74 0,-1-74-68,1-30-137,-2 0 0,0 1 0,-2-1 0,-1 0 0,-1-1 0,-1 0 0,-1 0 0,-1 0 1,-1-2-1,-1 1 0,-1-1 0,0-1 0,-21 24 0,4-11-7,-1-1 0,-1-2 0,-1-1 0,-2-2 0,-1-1 0,-64 35 0,93-57-90,-1 0 1,0-1 0,1 0-1,-2-1 1,1 0 0,0 0-1,-1 0 1,1-1 0,-1-1-1,0 1 1,-9-1 0,17-1-3,1 0 1,-1 0-1,0 0 1,0 0-1,1 0 1,-1 0-1,0 0 1,0 0-1,1-1 0,-1 1 1,0 0-1,0 0 1,1-1-1,-1 1 1,0 0-1,1-1 1,-1 1-1,1-1 1,-1 1-1,1-1 1,-1 1-1,1-1 1,-1 1-1,1-1 1,-1 0-1,1 1 1,-1-1-1,1 0 1,-3-24-397,3 17 227,-1-7-283,1 0-1,1 0 0,1 0 0,3-18 0,-3 25 234,1-1 0,0 1 0,0 0 0,1 0 0,0 0 0,0 0 0,1 1 0,9-12 0,-7 11 188,0-1 1,1 2-1,0-1 1,1 1-1,0 0 1,0 1-1,0 0 1,1 0-1,0 1 0,0 0 1,18-6-1,-21 10 84,0-1 0,0 1 0,0 0-1,1 0 1,-1 1 0,0 0 0,0 0-1,1 1 1,-1 0 0,0 0 0,0 0-1,0 1 1,0 1 0,0-1 0,0 1-1,-1 0 1,1 0 0,-1 1 0,8 5-1,3 5 315,-1 0-1,0 1 1,-1 1 0,0 0-1,-2 1 1,17 26-1,61 121 2320,-39-64-1073,-48-91-1469,-3-6-105,1 0-1,-1 0 1,0-1-1,1 1 1,0 0 0,-1-1-1,1 1 1,0-1-1,0 0 1,1 0-1,-1 0 1,0 0 0,1 0-1,-1 0 1,4 1-1,-6-3-42,0 0 0,1 1 0,-1-1 0,0 0 0,0 0 0,0 0 0,0 0 0,1 0 0,-1 0 0,0 0 0,0 0 0,0 0 0,0 0 0,1 0 0,-1 0 0,0-1 0,0 1 0,0 0 0,0 0 0,0 0 0,1 0 1,-1 0-1,0 0 0,0 0 0,0 0 0,0 0 0,0-1 0,1 1 0,-1 0 0,0 0 0,0 0 0,0 0 0,0 0 0,0-1 0,0 1 0,0 0 0,0 0 0,0 0 0,0-1 0,2-10-727,-1-26-1816,-1-14-2852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35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1 615 9220,'0'0'2092,"6"-27"-1871,-1 4-222,7-28-53,25-66 0,-29 92-670,-1 0-1,-1 0 1,-2 0 0,3-35-1,-5-103-1120,-3 89 8048,1 93-4698,-3 291 2018,3 228-1222,1-526-2213,8 156 632,-6-147-506,0 1-1,2-1 0,0-1 1,2 1-1,13 32 1,-1-25 562,-20-32-803,0 1-1,1 0 0,-1-1 1,1 1-1,0-1 0,0 1 1,1-7-1,1-8-335,-3 3-572,1 0-1,-5-22 1,3 27-421,-1 0 0,0 0 0,0 0 0,-8-14 0,-10-14-7579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36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93 3970,'0'0'8350,"0"-15"-7723,0-63 2481,0 90-2742,14 275 1301,-1 2-279,-14-152-666,3 153 994,2-266-1305,-3-24-401,-1 1 1,0 0-1,1-1 0,-1 1 0,0-1 0,1 1 0,-1-1 0,0 1 0,1 0 0,-1-1 0,1 1 0,-1-1 0,1 0 0,0 1 0,-1-1 0,1 1 0,-1-1 0,1 0 1,0 1-1,-1-1 0,1 0 0,0 0 0,-1 0 0,1 0 0,0 1 0,1-1 0,-2 0-53,1-16-3340,-1 0 279,-3-31 0,-5 8-3040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37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1 137 6051,'0'0'5578,"4"32"-4009,12 104-291,-9-60 143,-1-23 170,-7-65-1867,1 1 0,-1 0 0,3-14 0,-1-12-1128,-1-14-387,0-76-3087,0 43 4448,0 84 504,0-1 0,0 0 0,0 1 1,0-1-1,0 0 0,0 1 0,1-1 0,-1 1 1,0-1-1,0 0 0,1 1 0,-1-1 0,0 1 0,0-1 1,1 1-1,-1-1 0,1 1 0,-1-1 0,1 1 1,-1-1-1,1 1 0,-1-1 0,1 1 0,-1 0 0,1-1 1,-1 1-1,1 0 0,-1-1 0,1 1 0,0 0 1,0 0-1,24-2 1246,-13 2-895,193-28 1517,-141 16-1937,0 3 1,67 0-1,52 9-31,-182 0-70,9 119 85,-10 151 3466,0-268-3432,0-1-18,0-1 0,0 1 0,-1 0 0,1 0 0,0-1 0,0 1 0,0 0 0,0 0 0,0-1 0,0 1 0,0 0 0,1-1 0,-1 1 0,0 0 0,0-1 0,0 1 0,1 0 0,-1-1 0,0 1 0,1 0 0,-1-1 0,1 1 0,-1 0 0,0-1 0,1 1 0,-1-1 0,1 1 0,0-1 0,-1 0 0,1 1-1,-1-1 1,1 1 0,0-1 0,1 1 0,1-6-845,0-20-2604,-3-14-4819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37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619 115 5859,'0'0'9871,"0"-4"-8372,0 0-1366,0 2-81,0 0 0,0 0 0,1-1 1,-1 1-1,-1 0 0,1 0 0,0 0 0,0-1 0,-1 1 0,1 0 1,-1 0-1,0 0 0,0 0 0,0 0 0,0 0 0,0 0 0,0 0 1,0 0-1,0 1 0,-1-1 0,1 0 0,-1 1 0,1-1 0,-1 1 1,0 0-1,0-1 0,-2 0 0,-9-5-7,0 0-1,-1 1 1,1 0 0,-1 1-1,-1 1 1,1 0-1,-29-3 1,-105 1 131,143 6-175,-2 0 10,0 1 1,0 0 0,1 1 0,-1 0-1,0 0 1,1 0 0,-1 1 0,1 0-1,0 0 1,0 1 0,0 0 0,0 0-1,1 0 1,-1 1 0,1-1 0,0 1-1,-5 7 1,-8 10 123,1 2 0,-25 43 0,24-34 26,2 2 0,1 0-1,2 0 1,2 1 0,1 1 0,2-1 0,1 2 0,2-1 0,0 76 0,5-93-93,5 104 491,-4-110-466,2 1 0,0-1 1,1 0-1,0 0 0,1 0 1,10 19-1,-4-13 13,0-1-1,2-1 1,0 1-1,2-2 0,-1 0 1,2-1-1,0 0 1,1-2-1,1 0 1,0 0-1,1-2 1,0 0-1,1-2 1,40 17-1,-51-24-102,-1-1 0,0 0 0,1 0 0,0-1 0,-1 0 0,1 0-1,0-1 1,0 0 0,-1-1 0,1 1 0,0-2 0,-1 1 0,1-1 0,-1-1 0,1 0 0,-1 0-1,0 0 1,0-1 0,-1 0 0,1-1 0,-1 0 0,13-11 0,101-101-1388,-121 117 1868,-4-14-4647,-6 3-1017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38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1 387 10485,'0'0'8919,"7"-22"-8722,1-2-225,6-16-283,26-57-1,-24 66-605,-1-2 0,-1 0 0,13-55 0,-22 70 978,-5 18-54,0 0 1,0 0-1,0 0 1,0 0-1,0 0 1,0 0 0,0 0-1,0 0 1,0 0-1,0 0 1,0 0-1,0 0 1,0 0-1,0 0 1,1 0 0,-1 0-1,0 0 1,0 0-1,0 0 1,0 0-1,0 0 1,0 0-1,0 0 1,0 0 0,0 0-1,0 0 1,0 0-1,0 0 1,0 0-1,0 0 1,0 0 0,0 0-1,0 0 1,1 0-1,-1 0 1,0 0-1,0 0 1,0 0-1,0 0 1,0 0 0,0 0-1,0 0 1,0 0-1,0 0 1,0 0-1,0 29 612,0-16-745,-1 140 782,4 195 996,7-246-382,44 197 0,-52-290-1214,2 11 123,1 0 0,0-1 1,2 0-1,14 29 0,-20-46-148,-1-1-20,0 0 0,0-1 0,1 1 0,-1 0 0,0-1 0,1 1 0,-1-1 0,0 1 0,1 0 0,-1-1 0,1 1 0,-1-1 0,1 1-1,-1-1 1,1 1 0,0-1 0,-1 0 0,1 1 0,-1-1 0,1 0 0,0 1 0,-1-1 0,2 0 0,0 0 40,-3-5-111,0 0 0,1 0 0,-1 0 0,1-1 0,1-6 0,1-7-453,-2 3-120,-1-72-3999,-2 28-1815,0 11-3040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39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128 128 6819,'0'0'7497,"0"-4"-6686,0-10-29,0 10 1312,0 4-2085,0 0 0,0 0 0,0 0-1,-1 0 1,1 0 0,0 0 0,0 0 0,0 0 0,-1-1 0,1 1 0,0 0-1,0 0 1,-1 0 0,1 0 0,0 0 0,0 0 0,0 0 0,-1 0-1,1 1 1,0-1 0,0 0 0,-1 0 0,1 0 0,0 0 0,0 0 0,0 0-1,-1 0 1,1 0 0,0 1 0,0-1 0,0 0 0,0 0 0,-1 0 0,1 0-1,0 1 1,0-1 0,0 0 0,0 0 0,0 0 0,0 0 0,0 1 0,-1-1-1,1 0 1,0 0 0,0 1 0,-11 20 21,1 0 0,-13 41 0,6-15-11,5-15 58,2 1 0,1 0 0,2 0 0,-5 46 0,4 137 752,8-195-680,2 0 0,1 1 0,0-1 0,2 0 0,0-1 0,1 1 0,1-1 0,15 28 0,-10-25 111,1-1 0,1 0 0,1-1 0,0 0 0,2-1 1,31 28-1,-39-40-202,1 0 0,1-1 1,0 0-1,0 0 0,0-1 0,1 0 1,-1-1-1,1-1 0,1 0 1,-1 0-1,0-1 0,1-1 0,0 0 1,0-1-1,-1 0 0,1-1 0,0 0 1,22-5-1,-29 4-36,0-1-1,-1 0 1,1 0 0,-1-1-1,1 1 1,-1-1-1,0 0 1,0-1 0,0 1-1,-1-1 1,1 0 0,4-6-1,5-6 8,-1-1 0,12-21-1,-14 21-48,15-25-231,-1-2 0,-2 0 0,30-83 0,-42 91 123,0-1 0,-3 0 0,-1-1 0,-1 0 0,0-58 0,-6 75 118,1 5-8,-1 1 1,-1 0-1,0 0 0,-1-1 0,0 1 1,-1 0-1,-8-22 0,-2 8-76,-1 0-1,-2 1 0,-1 1 0,0 1 1,-2 0-1,-1 2 0,-29-28 1,41 44 77,-2 1 1,1-1-1,-1 2 1,0-1-1,-1 1 1,1 1-1,-1 0 1,0 0-1,-21-5 1,24 9 15,0-1 0,1 1 0,-1 0 1,0 0-1,0 1 0,1 0 1,-1 1-1,0 0 0,0 0 1,1 0-1,-1 1 0,1 0 1,-1 1-1,1 0 0,-13 7 1,2 0-78,0 2 1,1 0-1,1 1 1,-25 25 0,38-34-219,1 0 1,0 1 0,0-1-1,0 0 1,0 1-1,1-1 1,-1 1 0,1-1-1,0 1 1,1 0 0,-1-1-1,1 1 1,0 0-1,1 8 1,-1-9-615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40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171 177 5603,'0'0'7048,"0"0"-6912,0 0-1,0-1 1,0 1-1,0 0 0,0-1 1,0 1-1,0-1 1,0 1-1,0 0 1,0-1-1,0 1 1,0 0-1,0-1 1,0 1-1,-1 0 0,1-1 1,0 1-1,0 0 1,0 0-1,-1-1 1,1 1-1,0 0 1,0 0-1,-1-1 1,1 1-1,0 0 1,-1 0-1,1-1 0,0 1 1,-1 0-1,-1 0-99,1 1-1,-1-1 0,1 1 0,-1 0 0,1-1 0,-1 1 0,1 0 0,-1 0 1,1 0-1,0 0 0,-1 0 0,1 0 0,0 0 0,0 1 0,-2 1 0,-20 28 248,13-16-119,-5 7 37,1 0 0,2 1 0,0 0 0,1 1 0,2 0 0,0 0 0,2 1 0,-6 31 0,10-32-71,1-1-1,1 1 1,2 24 0,-1-7 114,0-22-89,1 0 1,0-1-1,2 1 1,0 0-1,1-1 1,1 1-1,0-1 1,2 0 0,14 29-1,-9-25 41,1-1-1,1 0 1,1-1 0,0-1-1,2-1 1,28 26 0,-34-35-147,0 0 0,1-1 1,0 0-1,0-1 1,1 0-1,0-1 0,0-1 1,0 0-1,1-1 0,0 0 1,0-1-1,26 2 1,-36-5-34,17 2 95,36-3-1,-51 0-100,1 0 0,0 0 0,0-1 0,-1 0 1,1 0-1,-1 0 0,0-1 0,1 0 0,6-5 0,2-2-33,-1-1-1,-1 0 0,0-1 1,0-1-1,-1 0 0,-1 0 0,0-1 1,-1-1-1,-1 0 0,11-22 1,-11 16-33,-1 0 1,0-1-1,-2 0 1,0 0-1,-2-1 1,0 1 0,0-37-1,-6-117 80,0 152-20,-1 0 1,-2 0-1,0 0 1,-1 1-1,-12-29 1,-1 9-82,-2 0-1,-27-41 1,36 66-26,0 0-1,-1 1 1,-1 1 0,-1 0-1,0 1 1,-32-24 0,41 35 78,-1-1 1,0 1 0,0 1 0,-1 0 0,1 0-1,-1 0 1,1 1 0,-11-2 0,-2 1 13,0 2 1,-20 0 0,31 1 8,1 1 3,0 0 0,-1 0 0,1 1 1,0-1-1,0 2 0,0-1 0,0 1 0,1 1 1,-1-1-1,1 1 0,0 1 0,0-1 0,-9 9 0,-4 4-213,1 1 0,1 0 0,-16 24 0,23-25-1022,10-9-1734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41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0 159 6787,'0'0'8516,"0"-15"-7830,0 0-577,1-1 0,2-16 1,-2 29-86,0 1 1,-1 0-1,1 0 1,0-1-1,0 1 1,0 0-1,1 0 1,-1 0-1,1 0 1,-1 0-1,1 0 1,-1 1-1,1-1 1,0 0-1,0 1 1,0-1-1,0 1 1,3-2-1,3 0 37,-1 0-1,0 0 1,1 1-1,7-2 0,-1 1 51,27-6-85,-1 3 1,1 0-1,0 3 1,58 3 0,-86 0-27,-10 0-6,-1 1 0,1-1 0,0 1 0,-1 0 0,1 0 1,-1 0-1,1 0 0,-1 1 0,0-1 0,1 1 0,-1-1 0,0 1 0,0 0 0,0 0 1,0 0-1,-1 0 0,1 0 0,0 0 0,-1 0 0,1 1 0,-1-1 0,0 0 0,2 5 0,2 7 35,1 0-1,5 28 1,-4-1 176,-1 0 1,-2 0-1,-3 1 1,-1-1-1,-6 49 0,2-63 16,-1 0-1,-1 0 0,-1-1 0,-12 27 0,-51 96 891,15-56-419,48-83-582,0 0 0,-1-1 0,0 0 0,0-1 0,-1 1 0,-17 11 0,23-18-93,-1 0 0,1 0 0,-1-1 0,1 0 0,-1 0 0,0 0-1,1 0 1,-1 0 0,0-1 0,0 0 0,0 0 0,-5 0 0,4 0-23,4 0-11,0-1 0,1 1 1,-1 0-1,0 0 1,1-1-1,-1 1 1,0-1-1,1 1 1,-1-1-1,0 1 1,1-1-1,-1 1 0,1-1 1,-1 1-1,1-1 1,-1 0-1,1 1 1,-1-1-1,1 0 1,0 1-1,-1-1 1,1 0-1,0 0 0,0 1 1,-1-1-1,1 0 1,0 0-1,0 1 1,0-1-1,0 0 1,0-1-1,-1-32-825,2 26 495,-2 5 221,1 0-1,1-1 1,-1 1-1,0 0 1,1-1-1,-1 1 1,1 0-1,0-1 1,0 1-1,1 0 1,2-5-1,-3 6 100,1 0 0,-1 1 0,1-1 0,0 1 0,-1-1 0,1 1-1,0 0 1,0 0 0,0 0 0,0 0 0,0 0 0,0 0 0,0 0 0,1 1 0,-1-1-1,0 1 1,5-1 0,3 0 83,0 0 0,0 1-1,0 0 1,0 1-1,0 0 1,0 1 0,0 0-1,0 0 1,0 1 0,0 0-1,9 5 1,6 5 443,-1 2 1,36 26-1,21 13 662,-69-48-1037,-1 0 1,1 0-1,0-1 0,0-1 1,1 0-1,15 2 0,-23-5-124,-1 0 0,1-1-1,0 1 1,0-1-1,0 0 1,0-1 0,-1 1-1,1-1 1,0 0-1,-1 0 1,1 0 0,0-1-1,-1 0 1,1 0-1,-1 0 1,0 0-1,0-1 1,0 1 0,0-1-1,4-4 1,-2 0-166,-1 1 0,0-1 0,-1 0 1,1 0-1,-1 0 0,4-12 0,15-54-3457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611 26 7652,'0'0'7824,"0"-4"-7146,0 3-636,0 0 0,0 0 0,0 0-1,0 0 1,0 0 0,0 0 0,-1 0 0,1 0 0,0 0 0,0 0-1,-1 0 1,1 0 0,-1 0 0,1 0 0,-1 0 0,1 0-1,-2 0 1,1 0-16,0 1 0,0-1 1,0 1-1,0-1 0,0 1 0,0 0 0,0 0 0,0-1 0,0 1 0,-1 0 0,1 0 0,0 0 0,0 0 0,0 1 0,0-1 0,0 0 0,0 0 0,0 1 0,-1-1 1,1 0-1,0 1 0,-1 0 0,-12 6 36,1 1 1,0 0 0,1 1-1,-1 1 1,2-1-1,-1 2 1,-9 11 0,14-14-49,-20 20-1,2 2 1,2 0 0,1 2-1,1 1 1,-27 55 0,-61 182 116,101-248-108,-13 35 47,-128 404 972,146-450-984,1 0 0,0 1-1,-1 19 1,3-28-241,6-8-246,4-5 29,0-2 0,0 1-1,-1-1 1,-1-1-1,10-17 1,31-75-4653,-27 45-300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6147,'0'0'7251,"6"-1"-6701,-2 1-489,1-1 80,-1 1 0,1-1 1,0 1-1,-1 0 1,1 0-1,-1 1 1,1 0-1,0-1 1,-1 1-1,0 1 0,1-1 1,7 5-1,4 5 223,0 0-1,-1 2 1,26 27-1,37 52 454,-40-40-314,-2 1-1,-3 2 1,-2 1 0,37 91 0,-35-56 60,-3 0-1,23 128 1,-46-185-476,-1-6-22,-1 1-1,2 55 0,-7-82-347,-1-2 134,-1-1 0,1 0 0,0 0 0,0 0 0,-1 0 0,1 0 0,0 0 0,0 0 0,0 0 0,0 0-1,-1-2 1,-3-3-415,-12-13-923,-48-48-5129,5 17-1563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5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10757,'0'0'5859,"241"-112"-5075,-127 96-304,-3 7-256,-4 9-224,-14 0-32,-11 0-464,-13 0-1025,-17-6-1504,-17-4-5507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6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3810,'0'0'8983,"13"-11"-8300,38-35-129,-50 46-505,0-1 0,-1 0-1,1 0 1,0 0 0,0 1 0,-1-1-1,1 1 1,0-1 0,0 0-1,0 1 1,0-1 0,0 1-1,0 0 1,0-1 0,0 1-1,0 0 1,0 0 0,0-1 0,0 1-1,0 0 1,0 0 0,2 0-1,-3 1-1,0-1-1,1 1 1,-1-1-1,0 1 1,1 0-1,-1-1 1,0 1-1,0-1 1,0 1-1,1 0 1,-1-1 0,0 1-1,0-1 1,0 1-1,0 0 1,0-1-1,0 2 1,0 2-89,8 68 695,-3 1-1,-4 72 1,-1-80-354,-1 232 1064,2 339 1276,-1-616-2522,4 45 335,-4-60-406,1 0-1,0 0 1,1 0-1,-1 0 1,1 0-1,0-1 1,0 1-1,0 0 1,5 5-1,-7-9-46,1 0 1,-1-1-1,0 1 0,1-1 0,-1 1 0,1 0 0,0-1 0,-1 1 1,1-1-1,-1 1 0,1-1 0,0 1 0,-1-1 0,1 0 1,0 1-1,0-1 0,-1 0 0,1 0 0,1 1 0,-1-1-6,-1 0 1,1-1-1,-1 1 0,1 0 0,-1 0 1,1 0-1,-1-1 0,0 1 0,1 0 0,-1-1 1,1 1-1,-1 0 0,0-1 0,1 1 1,-1 0-1,1-1 0,-1 1 0,0-1 1,0 1-1,1-1 0,-1 0 0,9-29-438,3-112-3425,-10 45-2776,-2 38-2335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7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453 245 9877,'0'0'4396,"-1"0"-4368,1 1 0,0-1 0,-1 0 0,1 0 0,0 0 0,-1 0 0,1 0 0,0 0 0,-1 0 0,1 0 0,0 0 0,-1 0 0,1 0 0,0-1 0,-1 1 0,1 0 0,0 0 0,-1 0 0,1 0 0,0 0 0,-1-1 0,1 1 0,0 0 1,0 0-1,-1-1 0,-2-22 1297,-4 11-881,1 1-1,-11-15 0,0 1-353,9 12-76,0 0 0,-1 1-1,0 0 1,-1 0 0,0 1 0,-1 0 0,0 0 0,-1 2 0,-24-16 0,27 21 19,-1 1 0,1 0 1,-1 1-1,0 0 1,0 1-1,0 0 1,0 0-1,0 1 1,0 1-1,-16 2 1,23-3-29,0 1 1,0 0-1,0 1 1,0-1 0,0 0-1,0 1 1,0 0-1,1-1 1,-1 1-1,0 0 1,1 0 0,-4 5-1,-27 34 21,26-32-20,1 2 35,-1 1 1,2 0-1,-1-1 1,2 2-1,0-1 1,-5 25 0,-2 28 542,3 0 1,3 0 0,5 82-1,0-99-151,-1-26-144,2 0-1,1 0 0,1-1 1,0 1-1,11 33 0,-13-50-251,1 1 0,0-1 0,1 1-1,-1-1 1,1 0 0,0 0 0,0 0 0,1 0-1,0 0 1,-1-1 0,2 1 0,-1-1 0,0 0-1,1-1 1,0 1 0,0-1 0,0 0 0,0 0-1,0 0 1,1-1 0,-1 0 0,1 0 0,-1 0-1,1-1 1,10 2 0,-9-3-34,1 1 0,-1-2-1,0 1 1,1-1 0,-1 0 0,0 0-1,0-1 1,0 0 0,0 0 0,12-6 0,-9 2 0,0 0 1,0 0 0,0-1 0,-1 0-1,-1-1 1,11-10 0,0-5-165,0-1-1,-1-1 1,-2-1 0,18-36-1,-20 32-577,-1-2-1,-1 1 1,-2-2-1,-1 1 0,-1-1 1,-2-1-1,-2 1 1,1-69-1,-4 89 533,-1-18-208,0 30 442,0 0 0,0 0-1,0 0 1,0 0 0,-1 0-1,1 0 1,0 1 0,0-1-1,-1 0 1,1 0 0,0 0-1,-1 0 1,1 1 0,-1-1 0,1 0-1,-1 0 1,1 1 0,-1-1-1,0 1 1,1-1 0,-1 0-1,0 1 1,1-1 0,-2 0-1,-8 2 995,9-1-959,0 1 0,1 0 0,-1 0 0,1-1-1,-1 1 1,1 0 0,-1 0 0,1 0 0,0 0 0,-1 0 0,1 0 0,0-1 0,0 1 0,0 0-1,0 0 1,0 2 0,-3 166 2386,4-88-1657,-1-30-364,4 104 496,-2-137-856,0-1 0,1-1 0,1 1 0,1 0 0,1-1 1,13 29-1,-17-41-67,0 0 0,1-1 1,-1 0-1,1 1 1,-1-1-1,1 0 0,0 0 1,0-1-1,0 1 0,1-1 1,-1 1-1,1-1 1,-1 0-1,7 2 0,-8-3-28,1 0-1,0-1 0,-1 1 0,1-1 0,0 0 0,-1 1 0,1-1 0,0 0 0,-1-1 0,1 1 0,0 0 0,-1-1 0,1 1 1,-1-1-1,1 0 0,0 0 0,-1 0 0,0 0 0,1-1 0,-1 1 0,0 0 0,0-1 0,4-3 0,5-8-338,0 0-1,-2-1 0,1 0 0,-2-1 1,10-21-1,-12 25 64,65-152-6139,-39 74-77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7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66 3410,'0'0'14956,"-4"-11"-14495,-12-32-141,12 32 235,35 499 2526,-21-381-2707,6 92 144,33 269 18,-25-349-531,-18-103-123,-5-16 107,-1 0 0,0 0 0,0 0 0,0 0 0,0 0 1,0 0-1,0 0 0,0 0 0,0 0 0,1 0 0,-1 0 0,0 0 0,0 0 1,0 0-1,0 0 0,0 0 0,0 0 0,0 0 0,0 0 0,1 0 1,-1 0-1,0 0 0,0 0 0,0 0 0,0 0 0,0 0 0,0 0 0,0 0 1,0 0-1,0-1 0,0 1 0,1 0 0,-1 0 0,0 0 0,0 0 0,0 0 1,0 0-1,0 0 0,0 0 0,0 0 0,0-1 0,0 1 0,0 0 1,0 0-1,0 0 0,0 0 0,0 0 0,0 0 0,0 0 0,0 0 0,0-1 1,0 1-1,0 0 0,0 0 0,0 0 0,0 0 0,0 0 0,0 0 0,0 0 1,1-32-1316,-1 29 1283,0-34-2815,-1 0 0,-2 0 0,-14-66 0,-3 20-6731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0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14070,'0'0'4691,"183"31"-2899,-80-31-943,11 0-577,14 0-272,-1-12-48,1-10-1409,-25 3-2224,-40 7-6244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4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63 7924,'0'0'8065,"24"0"-6619,19 0-1268,0-2 0,0-2 0,-1-1 1,55-15-1,-54 9-1083,67-9 1,-110 25 1123,-2 30 57,-11 62 0,6-61-105,-2 68-1,9 579 871,-2-654-1032,-1-1 0,-2 1 0,-14 50 0,-7 42 14,13 72 19,1-12 9,8-126-19,4 67-1,1-45-19,-1-76 105,-181-13 1190,164 12-1312,-28-1-317,1 1 0,-1 3 0,-86 17-1,57 2-626,-43 10-3573,67-25-534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11109,'0'0'7542,"-5"0"-7107,-13 0-152,13 0 82,5 4-287,2 27-7,2 0 0,0-1 0,16 52-1,-1 0 74,47 334 882,-23 5-54,-18-166-377,-23-237-536,21 144 562,-22-156-614,11 32 221,-12-37-238,1 0 1,0 1-1,-1-1 0,1 0 0,0 0 0,0 0 0,-1 0 1,1 0-1,0 0 0,0 0 0,0 0 0,0 0 0,1-1 1,-1 1-1,0 0 0,0-1 0,0 1 0,1 0 0,-1-1 1,0 0-1,0 1 0,1-1 0,-1 0 0,3 1 0,-4-2-82,1 0-1,-1 0 1,1 0-1,-1 0 1,1 0-1,-1 0 1,0 0-1,1 1 0,-1-1 1,0 0-1,0 0 1,0 0-1,0 0 1,0 0-1,0 0 1,0 0-1,0 0 1,0 0-1,-1-1 0,1-3-305,0-125-10431,-3 83 2583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0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1 262 7555,'0'0'2932,"20"-27"-2291,69-89-236,-82 108-347,0-1 0,1 1 0,0 1 0,1-1 0,-1 2 0,1-1 0,1 1 0,-1 0 0,20-7 0,-15 6 45,4 0 103,-1 1 0,1 0 0,1 2 0,-1 0 0,0 1-1,1 1 1,0 1 0,-1 0 0,1 2 0,0 0 0,32 6 0,-34-2 51,-1 0 1,-1 0 0,1 1 0,-1 1-1,0 1 1,16 11 0,4 5 411,40 35 0,-56-43-374,-1 1-1,-1 1 1,15 20-1,-25-29-169,-1 0 0,0 1 0,0 0 0,-1 0 0,-1 0 0,1 0 0,-2 1 0,5 20 0,-5-16-30,-1-1 1,-1 0-1,0 1 0,-1-1 1,0 1-1,-1-1 1,-1 1-1,0-1 0,-1 0 1,-1 0-1,0 0 0,-1 0 1,0-1-1,-1 0 1,-8 14-1,-4-2-33,0-1 1,-2-1-1,0-1 1,-1 0-1,-2-2 0,-31 23 1,12-14-60,-1-1 0,-88 41-1,104-57-194,0-1 0,-1-1 0,0-1 0,0-2 0,-1-1 0,0-1 0,-58 2 0,75-6-100,-28-4-948,39 3 1112,-1 0-1,1-1 1,-1 1 0,1-1 0,-1 1-1,1-1 1,-1 0 0,1 0-1,0 0 1,-1 1 0,1-1-1,0 0 1,0-1 0,-1 1 0,1 0-1,0 0 1,0 0 0,0-1-1,1 1 1,-2-3 0,0-1-575,1 0-1,0 0 1,0-1 0,1 1 0,0 0 0,0-7 0,0-43-7402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0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1 680 2049,'0'0'12520,"35"-32"-11629,118-106-344,-112 101-394,6-4-27,65-75 1,-97 100-317,-2-1 0,23-38 0,-31 46-30,0 0 0,-1-1 0,-1 0 0,0 1 0,0-1 0,-1 0 0,0-1-1,1-15 1,-2 19 16,-1-1 0,0 1-1,0-1 1,-1 0 0,0 1-1,-2-8 1,2 12 167,0 0 1,-1 0-1,1 1 1,-1-1-1,1 1 1,-1-1-1,0 1 1,0 0-1,0-1 1,0 1 0,0 0-1,-1 0 1,1 1-1,0-1 1,-1 0-1,0 1 1,1 0-1,-4-2 1,-9-2 123,0 1 1,0 0 0,0 1 0,0 1 0,0 0-1,0 1 1,-1 1 0,1 0 0,-16 3-1,28-3-58,1 1-1,0 0 1,-1-1-1,1 1 1,0 0-1,-1 0 1,1 0-1,0 1 1,0-1-1,0 1 1,0-1-1,0 1 1,0-1-1,0 1 1,1 0-1,-1 0 1,1 0-1,-1 0 1,1 0-1,0 0 1,-2 5-1,-1 2 101,1 0 1,0 0-1,0 0 0,-1 14 0,0 7 441,2 1 0,2 35-1,0-31-149,1 24 571,2 0-1,12 67 1,-9-95-575,1 0-1,2 0 1,1 0 0,2-1 0,23 44 0,-29-63-335,1 0 1,-1-1-1,2 0 1,-1 0-1,1 0 1,1-1 0,0-1-1,13 11 1,-14-14-57,0 0 0,0-1-1,0 0 1,1 0 0,-1-1 0,1 0 0,0-1 0,0 0-1,0 0 1,0-1 0,14 1 0,-14-2-109,0 0 1,0-1-1,0 0 1,0 0-1,0-1 1,0-1-1,-1 1 1,1-1-1,-1 0 0,14-8 1,-10 3-264,0 0 0,-1 0 0,1-1 1,-2-1-1,1 0 0,11-14 0,-7 5-578,-1-1-1,-1 0 0,-1-1 1,-1-1-1,-1 1 1,0-2-1,12-45 0,-8-13-9270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1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5891,'0'0'5127,"0"36"-3299,0-19-1604,1 58 1382,15 117 0,15 170 2910,-16-144-2485,-15-216-2004,5 35 365,-5-37-383,0 1 0,0 0 0,0 0 0,1 0 0,-1 0 0,0-1 0,0 1-1,0 0 1,1 0 0,-1 0 0,0-1 0,1 1 0,-1 0 0,0 0 0,1-1 0,-1 1 0,1 0 0,-1-1 0,1 1 0,0-1 0,-1 1 0,1-1 0,0 1 0,-1-1 0,1 1 0,0-1 0,0 1 0,-1-1 0,1 0-1,1 1 1,-1-1-8,-1-1-1,1 1 0,-1 0 0,0 0 0,1-1 1,-1 1-1,0 0 0,1 0 0,-1-1 0,1 1 1,-1-1-1,0 1 0,0 0 0,1-1 0,-1 1 0,0-1 1,0 1-1,0-1 0,1 1 0,-1 0 0,0-1 1,0 1-1,0-1 0,0 1 0,0-1 0,0 1 1,0-2-1,10-57-618,4-70 1,1-11-757,-7 91 375,2-1 1,3 2 0,23-60-1,-27 85 696,1 0 0,2 1-1,0 0 1,1 0 0,2 2-1,0 0 1,0 0 0,26-22 0,-34 36 353,0 1 1,0 0 0,0 0 0,1 0 0,0 1 0,0 1 0,0-1 0,0 1 0,1 1 0,-1-1 0,11 0 0,-13 2 63,-1 0 0,0 1 1,1-1-1,-1 1 0,1 1 0,-1-1 1,1 1-1,-1 0 0,1 0 1,-1 1-1,0-1 0,0 1 0,0 1 1,0-1-1,0 0 0,0 1 1,-1 0-1,8 6 0,-2 2 143,-1-1-1,-1 1 1,0 1-1,-1-1 1,0 1-1,0 1 1,-2-1-1,1 1 1,-2 0-1,6 25 1,0 7 576,6 87-1,-8 222 53,-8-294-2138,0-62 1107,0-23-2227,1 0 0,5-29 1,14-22-5669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549 273 7700,'0'0'4946,"-10"-28"-4133,-33-87 100,41 108-804,-1 0 0,-1 1 0,1-1 0,-1 1 0,-5-6 1,7 10-28,0 0 0,-1-1 0,1 1 0,-1 0 0,0 1 0,-4-4 0,-4-1 122,-5-4-30,0 1 0,-1 1 1,-1 0-1,-24-7 1,32 12-171,0 0 0,-1 1 0,1 1 0,0-1 0,-1 2 0,1-1 0,-1 2 0,1-1 0,-19 4 0,25-2 6,0 0-1,0 0 1,0 0-1,0 1 1,0-1 0,0 1-1,1 0 1,0 0-1,-1 0 1,1 1 0,0-1-1,0 1 1,1-1 0,-1 1-1,1 0 1,0 0-1,0 0 1,0 1 0,-1 4-1,-5 14 191,1 0 0,-6 33 0,3 2 928,-4 118-1,17 59 1098,-3-232-2199,0 16 142,2 0 0,0 0 0,0 0 0,2-1 0,1 1 0,8 23-1,-11-36-141,1 0 0,0-1-1,-1 1 1,2-1 0,-1 0-1,1 0 1,-1 0-1,1-1 1,1 1 0,-1-1-1,1 0 1,-1 0 0,1-1-1,0 1 1,0-1 0,1 0-1,-1 0 1,1-1-1,-1 0 1,1 0 0,0 0-1,0 0 1,7 0 0,-3-1-15,0 0 1,0-1 0,0-1-1,0 1 1,0-1 0,0-1-1,0 0 1,0 0 0,0-1-1,-1 0 1,0-1 0,1 0-1,-1-1 1,15-10 0,-1-2-15,-1-1 1,-1-1-1,0-1 1,18-23-1,-13 12-279,-2 0-1,32-51 0,-47 66-17,0-1 0,-1 1 0,-1-2-1,-1 1 1,0-1 0,-1 0 0,3-29 0,-5 21-420,-1 0 0,-1 0 0,-2 0 1,-4-36-1,3 57 801,1 1 1,-1 0 0,0-1-1,0 1 1,-1 0 0,1 0-1,-1 0 1,0 1-1,0-1 1,0 1 0,0-1-1,-1 1 1,1 0-1,-1 0 1,0 0 0,0 1-1,0 0 1,0-1-1,-1 1 1,1 1 0,-7-3-1,10 4-34,1 1 0,-1-1-1,1 0 1,-1 0 0,1 1-1,-1-1 1,1 1-1,-1-1 1,1 0 0,0 1-1,-1-1 1,1 1 0,0-1-1,-1 1 1,1-1 0,0 1-1,0 0 1,-1-1 0,1 1-1,0-1 1,0 1-1,0 0 1,0-1 0,0 1-1,0-1 1,0 1 0,0 0-1,0-1 1,0 1 0,0-1-1,0 1 1,0 0 0,0 35-329,0-24 412,5 81 174,25 151 1,2 3 259,-22 226 458,-11-351-886,1-49 39,-17 119 0,13-165-147,-1-1 0,-2 0-1,0 0 1,-2 0-1,-1-1 1,-1 0 0,-23 38-1,29-55-13,-1 0-1,0 0 1,-1 0-1,0-1 1,0 0-1,-1 0 1,1-1-1,-1 0 0,-1 0 1,-17 9-1,14-11-17,0 1-1,0-2 1,0 1-1,-1-2 0,1 0 1,-1 0-1,0-1 1,-12-1-1,23 0 2,-26 0-543,-51-5 1,69 3 288,0 0-1,0-1 1,0 0 0,1-1 0,-1 0-1,1 0 1,-1-1 0,-9-7-1,2 0-984,2 0 0,-1 0-1,2-2 1,0 0 0,-20-24-1,-5-21-6067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6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4882,'0'0'8996,"0"-3"-8294,0-5 454,0 15 800,0 22-986,0 20-462,2 0-1,3-1 1,2 1 0,1-1 0,16 47 0,-14-64-105,0-1 0,2-1 1,1 0-1,26 41 0,-32-59-305,1-1-1,0-1 0,0 1 0,1-1 1,0 0-1,13 8 0,-15-12-77,0-1-1,0 0 0,0 0 1,1 0-1,-1-1 0,1 0 1,0-1-1,0 0 1,0 0-1,13 1 0,-14-3-8,0 0-1,0-1 0,-1 1 0,1-1 0,0 0 1,0-1-1,-1 0 0,1 0 0,-1 0 1,1-1-1,-1 0 0,0 0 0,0-1 0,0 0 1,0 0-1,-1 0 0,0 0 0,0-1 1,0 0-1,4-6 0,5-6-49,-2 0 0,0-2 0,-1 0 0,0 0 0,8-24 1,-7 14-271,-2-1 1,-1-1-1,-2 0 1,7-51-1,-8 16-622,-5-79 0,-3 120 834,-1 1 0,-1-1 0,-1 1-1,-12-33 1,5 14 218,11 43-132,1 0 0,0 0 0,0 0 0,0 0 1,0-1-1,0 1 0,0 0 0,0 0 0,0 0 0,0 0 1,-1 0-1,1 0 0,0 0 0,0-1 0,0 1 0,0 0 0,0 0 1,0 0-1,0 0 0,0 0 0,0 0 0,0-1 0,0 1 0,0 0 1,0 0-1,0 0 0,0 0 0,0 0 0,0 0 0,0-1 0,0 1 1,0 0-1,0 0 0,0 0 0,1 0 0,-1 0 0,0 0 1,0-1-1,0 1 0,0 0 0,0 0 0,0 0 0,0 0 0,0 0 1,0 0-1,1 0 0,-1 0 0,0 0 0,0 0 0,0 0 0,0 0 1,0-1-1,0 1 0,1 0 0,-1 0 0,0 0 0,0 0 0,0 0 1,0 0-1,0 0 0,0 0 0,1 0 0,-1 0 0,0 0 1,0 1-1,4-2-468,18-3-2288,8-7-2769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6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23 2993,'0'0'11446,"-2"-4"-10497,-8-9 43,10 13-972,0 0 1,0-1-1,0 1 1,-1 0-1,1-1 1,0 1 0,0 0-1,-1 0 1,1-1-1,0 1 1,0 0-1,-1 0 1,1-1-1,0 1 1,-1 0-1,1 0 1,0 0-1,-1-1 1,1 1-1,0 0 1,-1 0 0,1 0-1,0 0 1,-1 0-1,1 0 1,-1 0-1,1 0 1,0 0-1,-1 0 1,1 0-1,0 0 1,-1 0-1,1 0 1,-1 0-1,1 0 1,0 1 0,-1-1-1,1 0 1,0 0-1,-1 0 1,1 0-1,0 1 1,0-1-1,-1 0 1,1 0-1,0 1 1,-1-1-1,1 0 1,0 1-1,0-1 1,0 0 0,-1 1-1,1-1 1,0 0-1,0 1 1,0-1-1,0 1 1,-6 22 2,1-1 1,1 1-1,2 0 1,0 0-1,2 29 1,-1-28 37,-1 501 2719,0-41-1120,-1-28-894,3-451-758,0 9 15,0-13-23,0-1 0,0 0 0,0 0 0,0 0 0,0 1 0,0-1 0,0 0 0,0 0-1,1 0 1,-1 0 0,0 1 0,0-1 0,0 0 0,0 0 0,0 0 0,0 0 0,0 0-1,0 1 1,1-1 0,-1 0 0,0 0 0,0 0 0,0 0 0,0 0 0,0 0 0,1 0 0,-1 0-1,0 0 1,0 1 0,0-1 0,0 0 0,1 0 0,-1 0 0,0 0 0,0 0 0,0 0-1,1 0 1,-1 0 0,0 0 0,0 0 0,0 0 0,0 0 0,1 0 0,-1-1 0,0 1-1,0 0 1,1 0 0,-1 0-5,1-1 0,-1 1 0,1-1-1,-1 1 1,1-1 0,-1 1 0,0-1 0,1 1-1,-1-1 1,1 1 0,-1-1 0,0 0 0,0 1-1,1-1 1,-1 0 0,0 1 0,0-1-1,0 0 1,0 1 0,0-2 0,8-48-1725,-3 0 1,-2-1 0,-4-66-1,0 39-3094,1 10-2232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7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3 10549,'0'0'7862,"8"0"-7243,-1 0-553,16-2 559,-22 3-225,-16 2-48,-15 5-177,0 1-1,-46 22 0,28-11-35,-271 123-35,317-142-101,-5 3-55,-1 0 0,1 0 0,0 1 0,0 1 0,-8 7 0,13-12 18,1 1 0,0-1 0,0 0 0,0 1 0,0-1 0,0 1 0,0-1 0,1 1 0,-1 0-1,0-1 1,1 1 0,-1-1 0,1 1 0,0 0 0,-1 0 0,1-1 0,0 1 0,0 0 0,0 0-1,0-1 1,1 1 0,-1 0 0,0-1 0,1 1 0,-1 0 0,1-1 0,0 1 0,-1 0 0,1-1 0,0 1-1,0-1 1,0 1 0,0-1 0,1 2 0,9 8-16,1 0 0,0-1 0,1 0 0,22 13 0,-3-2 119,232 188 1885,-122-93-763,-141-114-1172,1-1-1,0 1 1,0 0-1,0-1 1,0 0-1,0 1 1,0-1-1,1 0 1,-1 0-1,0 0 1,1 0-1,-1-1 1,0 1-1,4 0 1,-6-1-20,1 0 0,-1 0 1,0 0-1,0 0 1,0 0-1,0 0 1,1 0-1,-1 0 0,0 0 1,0 0-1,0 0 1,1 0-1,-1 0 1,0 0-1,0 0 0,0-1 1,0 1-1,0 0 1,1 0-1,-1 0 1,0 0-1,0 0 0,0 0 1,0-1-1,0 1 1,0 0-1,1 0 1,-1 0-1,0 0 0,0 0 1,0-1-1,0 1 1,0 0-1,0 0 1,0 0-1,0-1 0,0 1 1,0 0-1,0 0 1,0 0-1,0 0 1,0-1-1,0 1 1,0 0-1,0 0 0,0-1 1,2-148-3808,-4 78-1226,2 5-3249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22 11093,'0'0'6443,"1"-4"-5997,1-10 114,-1 10 1870,-2 14-1843,-5 42-190,-8 106 353,12 407 1534,2-547-2226,1 0 1,1-1-1,0 1 0,1-1 1,1 0-1,9 24 0,-11-36-53,0 0-1,1 0 1,-1-1-1,1 1 0,0-1 1,1 1-1,-1-1 0,1 0 1,-1 0-1,1-1 0,1 1 1,-1-1-1,0 0 1,1 0-1,-1 0 0,1 0 1,0-1-1,0 0 0,0 0 1,0 0-1,0-1 1,1 0-1,-1 0 0,9 1 1,-6-2-7,0 0 1,0-1 0,0 0-1,0 0 1,0-1 0,0 0-1,0 0 1,-1-1 0,1 0-1,-1 0 1,0-1 0,0 1-1,0-2 1,0 1 0,-1-1-1,1 0 1,-1 0 0,0-1-1,5-7 1,9-10-197,-2-2 0,0 0 0,24-47 0,-26 42-242,-2 1 1,-2-2-1,0 1 1,-2-2 0,-1 1-1,-2-1 1,-1-1-1,-2 1 1,1-63 0,-5 65 125,1-5-147,-7-57-1,4 81 639,0-1 0,-1 1 0,0 0 1,-1 0-1,0 0 0,-1 0 0,0 1 0,-13-20 0,15 26 4,2 2-117,1 0 0,-1 1 0,0-1 1,-1 0-1,1 1 0,0-1 0,0 1 1,-1-1-1,1 1 0,-1 0 1,1 0-1,-1-1 0,1 1 0,-3-1 1,3 2-444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8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13 8564,'0'0'7577,"-11"-3"-6926,4 0-520,5 2-100,-1 0 0,1 0 1,-1 0-1,0 1 0,1-1 0,-1 0 0,0 1 0,-4 0 0,6 0-13,0 0-1,0 1 0,0-1 1,0 0-1,0 1 0,0-1 0,1 1 1,-1-1-1,0 1 0,0 0 1,1-1-1,-1 1 0,0 0 0,1-1 1,-1 1-1,0 0 0,1 0 0,-1 0 1,1 0-1,0-1 0,-1 1 1,1 0-1,-1 0 0,1 0 0,0 0 1,0 0-1,0 0 0,0 0 0,0 0 1,0 0-1,0 0 0,0 0 1,0 0-1,0 2 0,-24 739 7053,17-536-5739,8-214-1266,0 0 0,1 0 0,3-13 0,2-5-50,13-52-33,65-303-2240,-78 340 1788,1-3-616,1 0-1,1 1 1,20-48 0,-28 85 1104,1-1 0,0 1 0,0 0 0,1 0 1,0 0-1,0 0 0,0 0 0,1 1 0,-1 0 0,1 0 0,1 0 1,-1 1-1,1-1 0,-1 1 0,1 1 0,0-1 0,1 1 0,-1 0 1,0 0-1,1 1 0,0 0 0,0 0 0,-1 1 0,14-2 0,3 1 249,0 1-1,0 1 0,-1 1 0,1 1 0,-1 1 1,1 1-1,-1 1 0,30 11 0,-5 4-462,62 23-287,-36-21-6001,-36-15-5570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46 4978,'0'0'8607,"0"-8"-8183,0-21-37,0 22 58,2 6 346,3 7-309,6 38 200,-1 1 0,5 69 0,-10-72-396,25 352 2109,-20 2-497,-5-165-1098,-5-192-683,0-17-19,0 1-1,2 0 1,0 0 0,2-1-1,0 1 1,8 21-1,-12-42-90,0-1-1,1 0 1,-1 1 0,0-1-1,1 0 1,-1 1 0,1-1-1,0 0 1,-1 0-1,1 0 1,0 1 0,0-1-1,0 0 1,0 0 0,0 0-1,0 0 1,0-1-1,0 1 1,0 0 0,0 0-1,0-1 1,1 1 0,-1 0-1,0-1 1,1 1-1,-1-1 1,0 0 0,1 1-1,-1-1 1,2 0 0,-2-13-21,-2-3-214,-1-1 0,0 1 0,-1 0-1,-1 0 1,0 0 0,-12-26 0,-51-93-1389,58 118 1475,-22-37-477,-3 1 0,-2 1 0,-72-78 0,95 117 389,0 1 0,0 0-1,-1 0 1,-1 2 0,0-1-1,-25-11 1,30 17 202,0 1 0,0 0 0,0 0 1,-1 2-1,1-1 0,-1 1 0,0 1 0,0 0 0,1 0 0,-1 1 1,0 0-1,-13 3 0,21-2 28,-1 0 1,1 0-1,-1 1 0,1-1 0,0 1 1,0 0-1,0 0 0,0 0 0,0 0 1,0 0-1,0 1 0,1-1 0,-1 1 1,1 0-1,0 0 0,0 0 1,0 0-1,0 0 0,1 0 0,-1 1 1,1-1-1,-2 7 0,-2 6 26,1-1 0,1 1 0,0 0 0,0 18 0,1 114 745,3-90-355,-1-4 271,4 0-1,19 104 0,-15-123-426,1-1 0,3 1 0,0-1-1,2-1 1,27 44 0,-33-64-179,0 0 0,1-1 0,1 0 0,16 16 0,-20-22-57,1 0 0,0-1 0,0 0 0,1 0 0,-1-1 0,1 0 0,0 0 0,16 5 1,-13-6-22,-1 0 1,1-1 0,-1 0 0,1-1-1,0 0 1,0-1 0,0 0 0,-1 0 0,1-1-1,0-1 1,0 1 0,-1-2 0,0 0-1,1 0 1,-1-1 0,0 0 0,0-1 0,-1 0-1,1 0 1,-1-1 0,0 0 0,-1-1-1,13-12 1,4-7-573,-2-1 0,0-1 1,-2 0-1,31-58 0,-38 58-1394,-2 0 0,0-1 0,9-36 1,-8-3-8472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0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425 257 7091,'0'0'5672,"5"-9"-4978,16-30 56,-20 37-647,0-1 0,0 1 1,0-1-1,0 1 1,-1-1-1,1 1 1,-1-1-1,0 1 1,0-1-1,0 1 1,0-1-1,0 1 1,0-1-1,0 1 1,-1-1-1,0 1 1,1-1-1,-1 1 1,0-1-1,0 1 1,-2-3-1,-1-1-47,0 0 0,-1 1 0,0-1 0,0 1-1,-9-7 1,-1-1 35,-3-5-256,-28-21-1,38 33 186,0 1 0,0 0 0,0 0 0,-1 1 0,1 0 0,-1 1 0,-10-4 0,7 6 0,1 0-1,-1 0 1,0 1 0,0 1-1,-12 1 1,21 0 16,-1-1 0,1 0 0,0 1 0,-1 0-1,1 0 1,0 0 0,0 0 0,0 0 0,0 0 0,1 1 0,-4 3 0,-26 33 277,20-21-221,1 0 1,1 1-1,0 0 0,2 1 0,0 0 1,-10 41-1,10-18 347,2 0 0,-2 65 1,7-81-122,0 178 1755,3-180-1812,1 0 0,0-1 0,2 1 0,1-1 0,1 0 0,10 23 0,-12-36-170,0 0 0,1-1 0,0 1 1,1-1-1,0-1 0,0 1 0,12 10 1,-14-15-79,1 0 0,0-1 0,0 0 0,0 0 0,1 0 0,-1-1 0,1 0 0,0-1 0,0 1 0,0-1 0,0 0 0,14 1 0,-12-2-5,1 0 0,-1-1 0,1-1 0,0 1 0,-1-1 0,1-1 0,-1 0 0,1 0 0,-1-1 0,0 0 0,0-1 0,0 0 0,-1 0 0,1-1 0,-1 0 0,0 0 0,0-1 0,-1 0 0,0-1 0,0 1 0,0-1 0,8-12 0,5-6-463,-2-1 1,0 0 0,-2-1-1,-1-1 1,-1 0 0,-1-2-1,-2 1 1,-1-1-1,-1-1 1,-1 1 0,-2-2-1,3-43 1,-7 27-620,-3 0-1,-1 0 1,-2 0 0,-3 1 0,-18-71-1,4 34 1153,18 70 3446,6 77-2154,13 75 1,-1-14-286,-2 101 231,-2-8-541,-10-205-747,0 0 6,0-1 1,0 1 0,2-1-1,-1 0 1,7 18-1,-9-28-33,1 0 0,0 1 0,-1-1 0,1 0-1,0 0 1,0 0 0,0 1 0,0-1 0,0 0 0,0 0 0,2 1-1,-3-2-6,1 0 0,-1 0 0,1 0 0,-1 0-1,1 1 1,-1-1 0,1 0 0,-1 0-1,1 0 1,-1 0 0,1 0 0,-1 0-1,1-1 1,-1 1 0,1 0 0,-1 0-1,1 0 1,-1 0 0,0-1 0,1 1 0,-1 0-1,1 0 1,-1-1 0,1 1 0,-1 0-1,0-1 1,1 1 0,-1 0 0,0-1-1,1 1 1,-1-1 0,0 1 0,1 0-1,-1-1 1,0 1 0,0-1 0,0 1-1,0-1 1,1 1 0,-1-2 0,4-9-331,1-1 1,-2 0-1,0 0 1,3-19-1,2-56-3649,-7 84 3775,3-64-5589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66 7299,'0'0'7177,"-7"-11"-6142,1 2-833,5 6-160,0 1-1,-1-1 1,1 0 0,-1 0-1,0 1 1,0-1 0,0 1-1,0-1 1,-1 1-1,1 0 1,0 0 0,-1 0-1,0 0 1,1 1 0,-1-1-1,0 1 1,0-1 0,0 1-1,0 0 1,0 0 0,0 0-1,0 1 1,0-1 0,-5 0-1,-5 2 7,1 1 0,0-1 0,0 2 0,0 0 0,0 0 0,0 1-1,1 1 1,-1 0 0,1 0 0,-13 9 0,14-8 13,1 1 1,-1 0-1,1 0 0,0 1 0,1 0 1,0 0-1,0 1 0,1 0 0,0 1 1,1-1-1,-7 13 0,10-13-39,0 0 1,0 0-1,1 0 0,0 0 0,1 1 0,0-1 1,0 0-1,1 1 0,0-1 0,1 0 0,0 1 1,0-1-1,1 0 0,1 0 0,-1 0 0,1 0 1,1 0-1,0-1 0,0 1 0,0-1 0,11 14 0,27 28-804,86 80-1,-3-4-1136,-116-116 1901,-1 1 0,0 0 0,0 0 0,-1 1 1,0 0-1,-1 0 0,5 14 0,-10-21 18,1-1 1,-1 0 0,0 0-1,0 1 1,0-1 0,-1 1-1,0-1 1,1 1 0,-2-1-1,1 0 1,0 1 0,-1-1-1,0 1 1,0-1 0,0 0-1,-1 1 1,1-1 0,-1 0-1,0 0 1,0 0 0,0 0-1,-1-1 1,0 1 0,1-1-1,-1 1 1,-4 2 0,-7 5 41,0 0 1,0-2 0,-2 0-1,1 0 1,-1-1-1,-18 6 1,7-5 126,0 0 0,0-2 0,-30 4 0,25-8 57,-40-1 1,70-2-224,0 1-21,1-1 1,0 0-1,-1 0 1,1 0-1,-1-1 1,1 1-1,0 0 1,-1 0-1,1-1 1,-1 1-1,1-1 1,0 1-1,-1-1 1,1 1-1,0-1 1,0 0-1,0 0 1,0 0 0,-1 0-1,1 0 1,0 0-1,0 0 1,1 0-1,-1 0 1,0 0-1,0 0 1,0-1-1,1 1 1,-2-2-1,1-3-275,0 1 0,0-1 0,1 0-1,0 1 1,0-1 0,1-7 0,-1-1-596,3-46-4078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1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401 234 5314,'0'0'7823,"4"-5"-7146,-3 2-664,1 1 130,0 0-1,-1 0 0,0 0 0,1 0 0,-1-1 0,0 1 0,0 0 0,0-1 0,0 1 0,-1-1 0,1 1 0,-1-1 0,1 1 0,-1-1 1,0 0-1,0 1 0,0-1 0,0 1 0,-1-1 0,1 0 0,-1 1 0,1-1 0,-2-2 0,-11-16 166,-1 1-1,-26-29 0,32 40-339,-1 1 0,0-1 0,-1 1 1,0 1-1,-1 0 0,1 0 0,-13-5 0,19 11 70,0-1 0,0 1-1,-1 0 1,1 0-1,0 0 1,0 1 0,-1-1-1,1 1 1,0 0 0,0 0-1,-1 1 1,1-1 0,0 1-1,0 0 1,0 0 0,-1 0-1,1 1 1,0 0 0,1-1-1,-1 1 1,0 1 0,0-1-1,1 0 1,0 1 0,-1 0-1,-3 4 1,-5 6 45,0 0 1,1 0 0,1 1-1,0 0 1,-9 20-1,7-11 41,2 1-1,0 0 0,1 1 0,2 0 1,1 0-1,0 1 0,-1 28 1,0 183 1819,8-162-1143,-1-53-540,0 0 1,2 0 0,0 0-1,7 24 1,-8-41-236,0 0 1,1 0 0,0 0-1,0 0 1,0 0-1,0 0 1,1-1 0,0 0-1,0 1 1,0-1 0,0 0-1,1 0 1,-1-1 0,1 1-1,0-1 1,0 1 0,0-1-1,1-1 1,-1 1 0,1 0-1,0-1 1,-1 0-1,8 2 1,-3-2-7,1 0-1,-1-1 0,1 0 1,-1-1-1,0 1 1,1-2-1,-1 0 1,1 0-1,-1 0 0,0-1 1,17-6-1,-13 3-16,-1-1-1,0 0 0,0-1 0,0-1 0,-1 1 1,-1-2-1,17-14 0,-8 1-336,0 0-1,-1-1 1,-2 0 0,0-2-1,-1 0 1,-2 0 0,13-35-1,-16 32-380,-2-1 0,-1 0 0,-2-1 0,0 1-1,-2-1 1,-2 0 0,0 0 0,-7-50 0,6 72 786,-1 0-1,-1 0 1,1 1 0,-1-1 0,0 0-1,-1 1 1,0 0 0,0 0 0,-1-1-1,0 2 1,0-1 0,-9-11 0,13 18-41,-1 0-1,1 0 1,0 0 0,0 0 0,0 0-1,0 0 1,-1 0 0,1 0 0,0 0-1,0 0 1,0 0 0,0 0-1,-1 0 1,1 0 0,0 0 0,0 0-1,0 0 1,0 0 0,-1 0 0,1 0-1,0 0 1,0 0 0,0 1 0,0-1-1,0 0 1,0 0 0,-1 0 0,1 0-1,0 0 1,0 0 0,0 1 0,0-1-1,0 0 1,0 0 0,0 0 0,0 0-1,0 1 1,0-1 0,0 0 0,0 0-1,0 0 1,0 0 0,0 1 0,0-1-1,0 0 1,-3 12 327,-8 52 1357,-2 102 0,12 70-166,2-114-1062,-1-117-480,0 1 1,0-1-1,0 0 0,1 0 0,0 1 0,3 9 0,-4-14-19,1 0 0,0 1-1,0-1 1,0 0 0,0 0 0,0 0 0,0 0 0,0 1 0,0-1-1,0-1 1,1 1 0,-1 0 0,0 0 0,1 0 0,-1-1-1,0 1 1,1-1 0,-1 1 0,1-1 0,-1 1 0,1-1-1,-1 0 1,1 0 0,0 0 0,-1 0 0,4 0 0,-4 0-44,1 0 0,0 0-1,0 0 1,0-1 0,0 1 0,-1-1 0,1 1 0,0-1 0,0 0 0,-1 1 0,1-1 0,0 0 0,-1 0 0,1 0 0,-1 0 0,1 0 0,1-3 0,18-28-904,-16 23 661,59-134-6804,-36 68-229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1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11685,'0'0'2927,"0"33"-382,1 375 3295,2-329-5028,17 231 1276,-17-290-1937,-3-20-149,0 0 1,1 0-1,-1 0 0,0 0 1,0 0-1,0 0 0,0 0 1,0 0-1,0 0 1,0 0-1,0 0 0,0 0 1,0 0-1,0 0 0,0 0 1,0 0-1,1 0 1,-1 0-1,0 0 0,0 0 1,0 0-1,0 0 0,0 0 1,0 0-1,0 0 1,0 0-1,0 0 0,0 0 1,0 0-1,0 0 0,0 0 1,0 0-1,0 1 1,0-1-1,0 0 0,1 0 1,-1 0-1,0 0 0,0 0 1,0 0-1,0 0 1,0 0-1,0 0 0,0 0 1,0 0-1,0 0 0,0 0 1,0 0-1,0 1 1,0-1-1,0 0 0,0 0 1,1-31 0,-2-99-800,4-178-4312,-2 295 4645,0-1 1,1 0 0,1 1 0,0 0 0,1-1 0,0 1 0,12-22 0,-12 27 411,0 1 0,1 0 1,0 0-1,0 0 0,1 1 1,0 0-1,0 0 0,1 0 0,-1 1 1,1 0-1,0 0 0,1 1 1,12-6-1,-5 5 429,0 1 0,1 0-1,-1 1 1,1 1 0,-1 1 0,1 0 0,0 1 0,16 2 0,-20-2-114,0 1-128,0 1 0,0 1 0,0 0 0,0 0-1,0 2 1,-1-1 0,1 1 0,-1 1 0,0 0 0,15 11 0,18 10-2051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6515,'0'0'4314,"0"0"-4298,0 0 1,0 0-1,0 0 0,0 0 1,0 0-1,0 0 1,0 0-1,0 0 0,0 0 1,0 0-1,0 0 0,0 0 1,0 0-1,0 0 1,1 0-1,-1 0 0,0 0 1,0 0-1,0 0 0,0 0 1,0 0-1,0 1 1,0-1-1,0 0 0,0 0 1,0 0-1,0 0 0,0 0 1,0 0-1,0 0 0,0 0 1,0 0-1,0 0 1,0 0-1,0 0 0,0 0 1,0 1-1,0-1 0,0 0 1,0 0-1,0 0 1,0 0-1,0 0 0,0 0 1,0 0-1,0 0 0,0 0 1,0 0-1,0 0 1,0 0-1,-1 0 0,1 0 1,0 0-1,0 1 0,0-1 1,0 0-1,0 0 1,0 0-1,0 0 0,0 0 1,0 0-1,0 0 0,0 0 1,0 0-1,0 0 0,7 1 320,0 0-1,0 0 0,0 1 0,0 0 1,0 1-1,0 0 0,0 0 0,10 6 0,21 9 373,318 84 1552,6-24-1170,-198-44-823,385 90 646,48-16-308,-58-13-234,-44 9-137,9-35 5,-271-54-147,383 46 154,188 100-40,-696-136-167,-1 4 0,-1 5 0,-2 5 0,169 88 0,-228-102 14,34 19 136,122 50 1,-119-64-125,-21-9-29,0 3 0,114 63 0,-124-53 45,44 25 122,-83-52-149,0-2 0,0 0 1,1 0-1,0-1 1,0 0-1,16 1 0,205 32 253,-218-35-286,1 0 0,21-2 0,21 3-20,-48 2-576,-11-5 485,0 0 0,0 0 0,0 0 0,0 0 1,0 0-1,0 0 0,-1 0 0,1 0 1,0 0-1,0 0 0,0 0 0,0 0 0,0 0 1,0 0-1,0 0 0,-1 0 0,1 0 1,0 0-1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29 7619,'0'0'6563,"0"-4"-5821,0-15 24,0 19-722,0-1 1,0 1-1,0 0 1,0-1-1,-1 1 1,1 0-1,0-1 1,0 1-1,0 0 1,-1 0-1,1-1 1,0 1-1,0 0 1,-1 0-1,1-1 1,0 1-1,-1 0 1,1 0-1,0 0 1,-1 0-1,1 0 1,0-1 0,-1 1-1,1 0 1,0 0-1,-1 0 1,1 0-1,0 0 1,-1 0-1,1 0 1,-1 0-1,1 0 1,0 0-1,-1 0 1,1 0-1,0 1 1,-1-1-1,-12 3 372,9 3-360,-1 1 0,1-1 0,1 1 0,-1-1-1,1 1 1,0 0 0,1 0 0,0 1-1,-2 10 1,0-5-16,-13 59 180,3 0 1,-8 132-1,16 150 856,7-248-687,-1-44-36,2 1 0,12 63 0,-10-106-210,0 0 0,1 0 0,1-1 0,0 0 1,2 0-1,0-1 0,1 0 0,1 0 0,0-1 0,18 21 1,-22-31-116,1-2 1,0 1-1,0 0 1,0-1-1,0-1 1,1 1-1,0-1 1,0 0-1,0-1 1,0 0-1,1 0 1,-1-1-1,1 0 1,0-1-1,-1 0 1,1 0-1,0 0 1,0-1-1,0-1 1,-1 0 0,1 0-1,0 0 1,-1-1-1,1-1 1,-1 1-1,1-1 1,-1-1-1,8-3 1,-3-2 2,-1-1 0,1 1 0,-1-2 0,-1 0 1,0 0-1,-1-1 0,12-16 0,4-12-32,25-48 1,-27 42-159,25-66 0,-40 85 48,-1 0 0,-1 0 0,-2 0 0,4-36 0,-6-110-587,-5 140 548,-1 0 1,-2-1-1,-9-34 1,-5 1-182,-45-103-1,49 137 140,-2 1 1,-1 0-1,-1 1 0,-44-52 0,56 75 134,-1 1 0,1-1 1,-1 2-1,0-1 0,0 1 1,-1 1-1,-10-6 0,16 9 57,1 1 1,-1 0-1,0 0 0,0 0 1,0 0-1,0 0 0,0 1 0,0-1 1,0 1-1,0 0 0,0 0 0,0 0 1,-1 0-1,1 0 0,0 1 0,0 0 1,0-1-1,0 1 0,1 0 0,-1 0 1,0 1-1,0-1 0,0 1 1,1-1-1,-1 1 0,1 0 0,-1 0 1,-2 3-1,-3 4 1,-1 2 0,2-1-1,-1 1 1,2 0 0,-1 1 0,2-1 0,-8 22 0,7-15-1038,0 0 1,2 1-1,0 0 0,-1 32 1,4-15-4222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55 4402,'0'0'8927,"1"-8"-7593,2-28-230,-4 36-1074,1-1 0,-1 0 0,1 1 0,-1-1 0,1 0-1,-1 1 1,1-1 0,-1 0 0,0 1 0,1-1 0,-1 1 0,0-1-1,0 1 1,1-1 0,-1 1 0,0 0 0,0-1 0,0 1 0,1 0-1,-1 0 1,0 0 0,0 0 0,0 0 0,0-1 0,0 1 0,0 1 0,1-1-1,-1 0 1,0 0 0,0 0 0,0 0 0,0 1 0,0-1 0,-5 1 83,-4-2-57,0 2 0,0-1 0,0 1 1,0 1-1,1 0 0,-1 0 0,1 1 0,-1 0 1,1 0-1,0 1 0,0 0 0,0 1 0,1 0 1,-15 11-1,13-8 1,0 0 0,1 1 1,0 0-1,0 0 0,1 1 0,0 0 1,-11 19-1,16-23-45,0 0 0,0 0 0,1 1 0,0-1 0,0 1 0,0-1 0,1 1 0,0 0 0,1-1 0,-1 1 0,1 0 0,1 0 0,-1 0-1,1-1 1,0 1 0,4 10 0,-2-8-19,0-1 0,1 1 0,1-1 0,-1 0 0,1 0 0,11 13 0,44 42-120,-31-33-19,-8-9 8,-3-2-116,0 0 0,29 42 0,-42-55 221,-2 1 1,1-1-1,-1 1 0,0 0 1,0 0-1,-1 1 0,0-1 1,0 0-1,-1 1 0,0-1 0,0 1 1,-1 0-1,0-1 0,-1 15 1,-1-18 27,1 1 0,-1 0 1,0-1-1,0 1 1,-1-1-1,1 0 1,-1 0-1,0 0 0,0 0 1,0 0-1,0-1 1,-1 1-1,0-1 1,0 0-1,0 0 0,0 0 1,0-1-1,-8 4 1,-1 1-19,-1-1 0,0-1 1,0 0-1,-29 6 1,-8-7 195,51-4-190,-1 0 1,1 0-1,-1 0 0,1-1 1,-1 1-1,1 0 0,-1 0 1,1 0-1,-1-1 1,1 1-1,0 0 0,-1-1 1,1 1-1,-1 0 0,1-1 1,0 1-1,-1 0 0,1-1 1,0 1-1,-1-1 0,1 1 1,0-1-1,-1 1 1,1-1-1,0 1 0,0-1 1,0 1-1,0-1 0,0 1 1,-1-1-1,1 1 0,0-1 1,0 1-1,0-1 0,0 0 1,1 1-1,-1-1 1,0 1-1,0-1 0,0 1 1,0-1-1,0 1 0,1-1 1,-1-6-434,4-35-2823,13-12-2290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542 110 2577,'0'0'11453,"-6"-10"-10596,-21-28-100,24 34-574,0 1 0,0-1 0,-1 1 0,1 0 0,-1 0 0,0 0-1,0 0 1,0 1 0,0-1 0,0 1 0,-1 0 0,1 0-1,-6-1 1,2 0 0,-6-1-57,-1 0 1,1 0-1,-1 1 0,-26-1 1,-64 4-66,51 1-15,47-1-46,-1 1-1,1 0 1,0 0-1,0 1 1,0 0-1,0 0 1,0 1-1,0-1 1,0 2-1,1-1 1,0 1-1,0 0 1,0 0 0,0 0-1,-10 11 1,9-8-2,1 0 1,0 0-1,0 1 1,1 0-1,0 0 1,1 0-1,-1 1 1,2-1-1,-1 1 1,1 0-1,0 0 1,-1 13-1,0 11 221,2 54-1,3-62-44,-1-1 41,2 0 0,1 0 0,1-1 0,1 1-1,1-1 1,1 0 0,1-1 0,14 30-1,-13-36-98,0 1-1,0-1 1,2-1-1,0 0 1,1 0-1,0-1 1,1-1-1,0 0 1,1-1-1,1 0 1,21 13-1,-23-19-97,-1 0 0,1-1 1,0 0-1,1-1 0,-1 0 0,1-1 0,-1-1 0,1 0 0,0-1 0,21-1 0,-22 0-20,-1-1-1,0-1 1,0 0-1,0 0 0,0-1 1,0-1-1,-1 0 1,1-1-1,-1 0 0,0-1 1,-1 0-1,11-8 1,0-3-392,-1-1 0,-1-1 0,-1-1 0,-1 0 0,-1-1 0,14-25 0,-11 14-4342,27-63 0,-26 40-6069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7780,'0'0'8595,"0"-3"-7864,1-3-758,1 2 1267,-1 22-230,32 340 1471,-25-282-2137,-2-21-87,-5-24-103,3-1-1,0 0 1,2 0-1,11 34 1,-16-61-153,0-1 1,0 1-1,0-1 1,0 1-1,1-1 1,-1 0-1,1 1 1,0-1-1,-1 0 1,1 0-1,0 0 1,0 0-1,0-1 1,0 1-1,1 0 1,2 1-1,-4-3-9,0 0-1,-1 1 0,1-1 1,0 0-1,0 0 0,0 0 1,0 0-1,0 0 0,0 0 1,0 0-1,0 0 1,0 0-1,-1 0 0,1-1 1,0 1-1,0 0 0,0 0 1,0-1-1,1 0 0,0 0-20,-1-1 1,1 1-1,0-1 0,-1 1 0,1-1 0,-1 0 0,0 0 0,1 1 1,-1-1-1,0 0 0,1-3 0,6-14-694,-2 1 0,0-1 1,-1-1-1,5-34 0,0-86-9499,-9 75 2365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5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19 8436,'0'0'12374,"-21"-16"-12967,28 13-1232,0 3-304,0 0-1712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6243,'0'0'9583,"0"-9"-6534,15 85-2153,6 130 0,-14 79-67,-6-229-603,0 64 125,6 264 376,-4-346-677,0 0 1,14 55 0,-16-89-48,9 28 44,-9-31-46,0 0 1,-1 1-1,1-1 0,0 0 0,0 0 0,0 0 1,0 0-1,0 0 0,0 0 0,0 0 1,0 0-1,0-1 0,0 1 0,0 0 0,1 0 1,-1-1-1,0 1 0,1-1 0,1 1 1,-2-1-20,0 0 1,0 0 0,0 0 0,-1 0 0,1 0 0,0 0 0,0-1 0,-1 1 0,1 0 0,0-1 0,-1 1 0,1 0 0,0-1 0,-1 1 0,1-1 0,0 1-1,-1-1 1,1 1 0,-1-1 0,1 1 0,-1-1 0,1 1 0,-1-1 0,1 0 0,-1 1 0,0-1 0,1 0 0,-1 0 0,0 1 0,0-1 0,1 0 0,-1 0-1,0 0 1,5-31-647,-4 26 460,6-156-7941,-7 115 3148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 2193,'0'0'10314,"-5"-1"-9730,2 1-676,-20-3 1673,22 3-1509,0 0 0,0 0 0,0 0-1,1 0 1,-1 0 0,0 0-1,0 1 1,0-1 0,0 0 0,0 0-1,1 1 1,-1-1 0,0 1 0,0-1-1,1 1 1,-1-1 0,0 1-1,1-1 1,-1 1 0,0 0 0,1-1-1,-1 1 1,1 0 0,-1-1-1,1 1 1,-1 1 0,-4 12 161,1 1-1,1 0 1,0 1 0,-1 26-1,4 67 340,1-48-207,-1 873 3258,0-909-3553,-1-14 48,1 1 0,1 0-1,3 21 1,-3-32-101,-1 0-1,1 1 1,-1-1-1,1 0 1,0 0-1,-1 0 1,1 0-1,0 0 1,0 0-1,0 0 1,0 0-1,2 1 1,-3-2-19,0 0 0,1 1 0,-1-1-1,0 0 1,0 0 0,1 0 0,-1 0 0,0 0 0,1 0 0,-1 1 0,0-1 0,0 0 0,1 0-1,-1 0 1,0 0 0,1 0 0,-1 0 0,0 0 0,1 0 0,-1 0 0,0-1 0,1 1-1,-1 0 1,0 0 0,1 0 0,-1 0 0,0 0 0,0 0 0,1-1 0,-1 1 0,0 0 0,0 0-1,1 0 1,-1-1 0,0 1 0,0 0 0,0 0 0,1-1 0,-1 1 0,0 0 0,0-1 0,0 1-1,0 0 1,0 0 0,0-1 0,0 1 0,1 0 0,-1-1 0,0 1 0,0 0 0,0-1-1,0 1 1,0 0 0,0-1 0,0 1 0,-1 0 0,1 0 0,0-1 0,2-161-4677,-3 85-1356,1 30-729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 8980,'0'0'6859,"-18"-3"-4063,17 4-2756,-1-1 0,1 0 0,-1 1 0,1 0 0,-1-1 0,1 1-1,0 0 1,-1 0 0,1 0 0,0 0 0,0 0 0,-1 0 0,1 0 0,0 0-1,0 0 1,0 0 0,0 1 0,1-1 0,-1 0 0,0 1 0,0-1 0,0 3 0,-14 38 253,14-38-250,-8 30 197,1 0 0,2 1-1,-1 43 1,4 105 861,4-110-597,-1-25-193,-2-14-22,3 1-1,8 64 0,-8-93-263,1 0 0,0 0 0,0 0 0,1 0-1,-1-1 1,1 1 0,0-1 0,1 1-1,-1-1 1,1 0 0,0 0 0,0-1-1,10 9 1,-11-11-17,1 1 0,-1-1-1,0 0 1,1-1 0,-1 1 0,1 0 0,0-1-1,0 0 1,-1 0 0,1 0 0,0 0-1,0-1 1,0 0 0,0 1 0,0-2 0,0 1-1,0 0 1,0-1 0,-1 1 0,1-1 0,0 0-1,7-3 1,-6 1 1,0 0-1,1 0 1,-1 0-1,-1-1 1,1 0 0,0 0-1,-1 0 1,7-8-1,28-44 55,-35 50-59,16-25-189,-2-2-1,-1 0 1,-1-1 0,13-44-1,-22 54-71,-1 0-1,0 0 0,-2 0 1,-2 0-1,0-1 0,-1 0 1,-4-37-1,2 53 230,-1 0 0,0 0 0,-1 0 0,0 0 0,-1 0 0,0 1 0,0-1 0,0 1 0,-1 0 0,-1 0 0,-6-7 0,1 2 47,-1 1 0,0 0 0,-1 1 0,0 0 1,-18-10-1,23 16 14,0 1 0,0 1 0,0-1 0,0 1 0,-1 1 0,1-1 1,-1 2-1,1-1 0,-11 0 0,-12 1-1006,-39 4-1,10-1-8973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6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7139,'0'0'10082,"0"5"-9436,-1 2-533,0 0 0,-1 0 0,0 0 0,0 0 0,0 0 1,-1-1-1,0 1 0,0-1 0,-5 6 0,-12 28 250,15-25-313,0 1-1,2 0 1,-1 0 0,2 1-1,0-1 1,1 0 0,1 21-1,1-27-130,0-1 0,0 0 0,1 1-1,0-1 1,0 0 0,1 0 0,1-1-1,0 1 1,0 0 0,0-1 0,1 0 0,8 10-1,9 10-1503,50 49 0,-33-38 441,-25-24 773,3 2-68,27 36-1,-40-48 475,-1 0 1,0 1-1,0 0 1,0-1-1,0 1 1,-1 0-1,0 0 1,-1 1-1,1-1 1,-1 0-1,1 12 1,-2-15 27,0 0 0,-1 0 0,1 0 0,-1 0 0,1-1 1,-1 1-1,0 0 0,0 0 0,0-1 0,0 1 0,-1-1 1,1 1-1,-1-1 0,1 1 0,-5 3 0,2-2 53,0-1 1,0 1-1,0-1 0,-1 0 0,0 0 0,1-1 0,-11 5 1,-1-2 82,0-1 0,0 0 1,0-1-1,-29 2 1,32-4-198,3 0-95,0-1 1,-1 0 0,-11-1 0,20 1-27,-1-1-1,1 1 1,0 0 0,-1-1 0,1 0 0,0 0 0,0 0-1,0 0 1,0 0 0,-1 0 0,2 0 0,-1-1 0,0 1-1,0-1 1,0 1 0,0-1 0,1 0 0,-1 1-1,-1-4 1,1 2-366,1-1 1,-1 0-1,1 0 0,0 0 0,-1 0 0,2 0 0,-2-5 0,1-36-6233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7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30 9044,'0'0'6128,"-4"-3"-5261,-1 0-600,0-1 0,-1 1-1,1 0 1,-1 1 0,1 0-1,-1 0 1,0 0 0,0 0-1,0 1 1,0 0 0,0 0-1,-9 0 1,-85 3 385,77-1-673,16-1 18,0 1-1,0 0 1,0 0-1,1 1 1,-1 0-1,0 0 0,1 0 1,-1 1-1,1 0 1,0 1-1,0-1 1,0 1-1,1 0 1,-1 0-1,1 1 1,0 0-1,0 0 1,1 0-1,-1 0 1,1 1-1,0 0 0,1-1 1,-5 11-1,0 1 23,1 1 0,1 0-1,1 0 1,1 0-1,0 0 1,1 1 0,0 30-1,0-1 483,3 0-1,11 92 1,-9-126-418,1 0 0,0-1 0,1 1 0,1-1 0,0 0-1,1 0 1,0 0 0,1-1 0,0 0 0,1 0 0,0-1 0,1 0 0,1 0 0,16 15-1,-17-20-71,0 0-1,0 0 0,0-1 0,1 0 1,0-1-1,0 0 0,0-1 0,0 1 1,0-2-1,1 0 0,-1 0 0,1-1 1,0 0-1,16-1 0,-18 0-14,1-1-1,-1 0 0,0-1 1,1 0-1,-1 0 0,0-1 1,0 0-1,-1-1 0,1 0 1,-1 0-1,1-1 0,-1 0 1,-1 0-1,1-1 0,-1 0 1,9-9-1,-8 5-333,0-1-1,0 1 1,-1-2 0,0 1-1,-1-1 1,-1 0-1,0 0 1,5-15 0,-7 13-1326,0 0 1,-1 0-1,0 0 1,0-18 0,-2-10-7083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7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44 177 4466,'0'0'10826,"-2"-4"-9999,-5-15-40,7 19-734,0-1-1,0 1 1,0 0 0,-1-1-1,1 1 1,0 0-1,0 0 1,0-1-1,0 1 1,0 0-1,0 0 1,-1-1-1,1 1 1,0 0 0,0 0-1,0-1 1,-1 1-1,1 0 1,0 0-1,0 0 1,-1-1-1,1 1 1,0 0-1,0 0 1,-1 0-1,1 0 1,0 0 0,-1 0-1,1 0 1,0 0-1,-1-1 1,1 1-1,0 0 1,0 0-1,-1 0 1,1 0-1,0 1 1,-1-1 0,1 0-1,0 0 1,-1 0-1,1 0 1,0 0-1,0 0 1,-1 0-1,1 0 1,0 1-1,0-1 1,-1 0-1,1 0 1,0 0 0,0 1-1,-1-1 1,1 0-1,0 0 1,0 1-1,0-1 1,-1 1-1,-6 17 74,3 14 285,2-1 0,2 45 0,1-18 111,-2 7 25,3 91 642,0-140-1093,-1 0 0,2 0 1,1-1-1,0 1 0,0-1 0,2 1 0,8 16 1,-12-28-98,0-1 1,0 0 0,0 1-1,0-1 1,0 0 0,1 0 0,-1-1-1,1 1 1,0 0 0,0-1-1,0 0 1,0 0 0,1 0 0,-1 0-1,0 0 1,1 0 0,0-1-1,-1 0 1,1 0 0,0 0 0,-1 0-1,1-1 1,5 1 0,-4-1-7,0-1 0,0 1 0,0-1 0,-1 0 0,1-1-1,0 1 1,-1-1 0,1 0 0,-1 0 0,1 0 0,-1-1 0,0 1 0,0-1 0,0 0 0,0 0 0,-1-1 0,7-6 0,7-12-144,-1 0 0,27-49 0,17-59-1298,-50 107 907,-1-1 0,-2 0 0,0 0 0,-1-1 0,-2 0 0,-1 0 0,1-44 1,-4 59 349,0 0 1,0 0-1,-1 0 0,-1 0 1,0 0-1,0 1 1,-1-1-1,0 0 1,0 1-1,-1 0 1,-1 0-1,1 0 1,-1 0-1,-1 1 1,0-1-1,0 1 1,0 1-1,-13-12 1,10 11 208,0 0 1,-1 1 0,0 0 0,0 1 0,0 0 0,-1 1 0,-15-6 0,18 8 59,0 1 0,0 0 0,0 0 0,0 1 0,0 0 0,0 0 0,0 1 0,-1 0 0,1 1 0,0 0 0,0 0 0,-9 2 0,11 0-40,0 0 1,1-1-1,-1 2 0,0-1 1,1 1-1,0 0 0,0 0 0,0 0 1,1 1-1,-1-1 0,-3 7 1,1-3-660,-1-1 1,-14 13-1,15-16-2696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38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7 6115,'0'0'9129,"0"-7"-6754,8 249 121,0-23-1415,-7-197-1001,-2 321 920,-25-4-442,21-299-465,-8 48 526,-1 92 1,16-295-1571,-5-162-4416,-6 213 3779,-28-110 1,-4-22 622,29-70 569,12 250 397,0 5 37,1 0 0,0-1 0,1 1 0,0 0-1,1 0 1,0 0 0,1 0 0,0 1 0,0-1 0,1 1 0,1 0 0,0 0 0,0 1 0,12-13 0,-12 15 0,1 0-1,0 0 1,0 1 0,0 0 0,1 1-1,0 0 1,0 0 0,0 1 0,1 0-1,0 0 1,0 1 0,0 0 0,0 0-1,0 1 1,0 0 0,1 1 0,14 0-1,-13 1 49,-2-1 71,0 0 0,0 2 1,0-1-1,0 1 1,0 0-1,0 1 0,0 0 1,0 0-1,-1 1 1,1 0-1,13 7 1,-7 0 101,-1 0 1,0 1 0,-1 1 0,0 0-1,-1 0 1,0 2 0,10 14 0,-15-18-129,-1 0 0,0 0 1,0 1-1,-1 0 1,0 0-1,-1 0 1,0 1-1,-1-1 0,-1 1 1,1 0-1,-1 14 1,-1-16-76,0-1 1,-2 1-1,1-1 1,-1 0 0,0 1-1,-1-1 1,0 0 0,-1 0-1,0 0 1,0 0-1,0-1 1,-1 1 0,-1-1-1,0 0 1,0 0-1,0 0 1,-10 9 0,-1 1-60,0-1 0,-1-1 0,-1-1 0,0 0 0,-26 15 1,33-23-261,-1-1 0,-1 0 0,1-1 0,-1 0 1,0 0-1,-1-2 0,1 0 0,0 0 0,-1-1 1,-19 0-1,28-2-291,0 0-1,0 0 1,-1-1 0,1 1 0,0-1 0,-6-2 0,6 1-730,0-1 1,0 0 0,0 0 0,0 0-1,-5-6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3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405 131 2545,'0'0'10920,"24"-28"-7238,-24 26-3580,1-1 0,0 1 0,-1-1 0,0 1 1,0-1-1,1 1 0,-2-1 0,1 1 1,0-1-1,0 1 0,-1-1 0,1 1 0,-1-1 1,0 1-1,0 0 0,0-1 0,0 1 1,-2-4-1,-7 1-135,-1 0 0,1 1 0,-1 1 0,0 0 0,0 0 0,-21-2 0,-70 2 169,72 3-191,20 1 51,1 0-1,-1 0 0,0 1 1,1 0-1,-1 1 0,1 0 0,0 0 1,0 1-1,0 0 0,1 1 1,-1 0-1,1 0 0,0 1 0,0 0 1,1 0-1,-9 10 0,12-11 2,0 0 0,1 1 0,0-1-1,0 1 1,0 0 0,1-1 0,-1 1-1,1 0 1,1 1 0,-3 11 0,2 4 8,1 42 0,1-37 36,0 20 304,1 0 0,2-1 0,2 1 0,3-1 1,14 52-1,-14-74-135,36 105 838,-37-113-902,0 0 1,1-1-1,1 0 1,0 0-1,19 21 1,-24-31-131,1-1 1,-1 0 0,1 0 0,0-1 0,0 0-1,0 1 1,1-2 0,-1 1 0,1 0 0,0-1-1,-1 0 1,1-1 0,0 1 0,0-1 0,0 0-1,0-1 1,0 1 0,0-1 0,1 0 0,-1-1-1,0 1 1,0-1 0,0-1 0,0 1 0,-1-1-1,9-3 1,-4-1-8,0-1 0,-1 0 0,0 0 1,0-1-1,-1 0 0,0 0 0,0-1 0,-1 0 0,11-18 0,5-11-65,22-51 0,-27 50-412,-2 0 0,-1-2 0,-2 1-1,-2-2 1,-2 1 0,-1-2 0,-2 1 0,-1-47 0,-3 34-307,-3-51-1195,0 93 1660,-1 0 0,0 1-1,0-1 1,-2 1 0,1-1 0,-7-12-1,1 13 126,9 12 191,0 0-1,0 0 0,0 0 1,-1 0-1,1 0 1,0 0-1,0 1 0,0-1 1,-1 0-1,1 0 1,0 0-1,0 0 0,0 0 1,0 1-1,-1-1 1,1 0-1,0 0 0,0 0 1,0 0-1,0 1 0,0-1 1,0 0-1,0 0 1,-1 0-1,1 1 0,0-1 1,0 0-1,0 0 1,0 0-1,0 1 0,0-1 1,0 0-1,0 1 1,-2 28 493,2-27-495,-1 176 2010,4 230 1614,-2-391-3519,8 120 639,-6-115-648,1-1-1,1 0 0,0 0 0,12 26 0,-15-42-94,0 0 1,1-1-1,-1 0 1,1 1-1,0-1 1,1 0-1,-1 0 1,1 0-1,-1-1 0,9 7 1,-10-9-28,-1 0 0,1-1 0,-1 1 0,1 0 0,-1-1 1,1 1-1,0 0 0,-1-1 0,1 0 0,0 1 0,0-1 0,-1 0 0,1 0 1,0 0-1,0 0 0,-1 0 0,1-1 0,0 1 0,-1 0 0,1-1 0,0 1 1,-1-1-1,1 0 0,-1 1 0,1-1 0,-1 0 0,1 0 0,-1 0 0,1 0 0,-1 0 1,0-1-1,0 1 0,1 0 0,-1 0 0,0-1 0,1-2 0,5-7-275,0 1-1,-2-1 0,1-1 1,7-22-1,12-57-1974,-19 68 1484,5-24-2482,5-56 1,-8 26-2902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 10405,'0'0'6117,"-3"-2"-5935,3 2-177,0-1 1,0 1-1,0 0 1,-1 0-1,1-1 1,0 1-1,0 0 1,0 0-1,-1-1 1,1 1-1,0 0 1,0 0-1,-1 0 1,1 0-1,0-1 1,-1 1-1,1 0 1,0 0-1,-1 0 1,1 0-1,0 0 1,-1 0-1,1 0 1,0 0-1,0 0 1,-1 0-1,1 0 1,0 0-1,-1 0 1,1 0-1,0 0 1,-1 0-1,1 0 1,0 0-1,-1 1 1,1-1-1,0 0 1,0 0-1,-1 0 1,1 0-1,0 1 1,0-1-1,-1 0 1,1 0-1,0 1 1,0-1 0,0 0-1,-1 0 1,1 1-1,0-1 1,0 0-1,0 1 1,0-1-1,-1 25 443,1-12-305,22 477 2221,42 313 392,-63-746-2546,-1-22 7,2 1 1,1-1 0,12 54-1,-13-80-174,-2-7-38,1 0 1,-1-1-1,1 1 0,0 0 1,-1 0-1,1 0 0,0-1 1,0 1-1,0-1 0,0 1 1,0-1-1,0 1 0,0-1 1,1 1-1,-1-1 0,3 2 1,-3-8-254,-1-34-587,-5-133-6812,-4 109 1735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409 259 9204,'0'0'5091,"-3"-21"-2474,2 17-2469,0 0 0,0 1 0,0-1 0,0 0 0,-1 1 1,0 0-1,1-1 0,-5-4 0,-3-8-97,-2-3-59,0 0-1,-2 1 1,0 0 0,-1 1-1,-17-16 1,24 26 1,-1 1 1,0-1-1,0 2 1,0-1 0,-1 1-1,0 1 1,0 0-1,0 0 1,-15-4 0,16 7 6,1-1 0,-1 1 0,0 1 1,0 0-1,-9 0 0,1 1 1,12-1 6,0 1 0,0 0 0,0 0 0,0 0 0,1 0 0,-1 1 0,0-1 0,1 1 0,-1 0 0,1 0 0,0 0 0,0 1 0,-1-1 0,2 1 0,-1 0 0,0 0 0,0 0 0,1 0 0,-4 6 0,1-1 20,0 0 0,0 0 0,1 1-1,0 0 1,1 0 0,0 0 0,-3 15 0,-1 43 916,2 0 0,7 112-1,-1-146-622,0-6-59,1 0-1,2 0 0,0 0 0,1-1 1,2 0-1,1 0 0,1 0 0,14 28 1,-20-49-242,0 1 1,1-1-1,-1 0 1,1 0-1,0 0 1,1 0 0,-1 0-1,1-1 1,0 0-1,0 0 1,0 0-1,1-1 1,-1 0 0,1 0-1,0 0 1,0-1-1,0 0 1,0 0-1,0 0 1,0-1 0,0 0-1,1 0 1,-1 0-1,1-1 1,-1 0-1,0 0 1,1-1-1,-1 0 1,0 0 0,1 0-1,-1-1 1,6-2-1,-3 0-13,0-1-1,0 0 0,-1-1 0,0 0 1,0 0-1,-1-1 0,1 1 0,-1-2 1,-1 1-1,11-15 0,5-12-116,24-45-1,-29 45-492,-1-1 0,-2-1 1,-1 0-1,-1-1 0,-3-1 0,-1 1 1,-1-1-1,-3-1 0,1-54 0,-5-70-1741,0 158 2331,0 4 38,0 0 0,0 0 0,0 0-1,0 0 1,0 0 0,0 0 0,0 0 0,0 0 0,0 0-1,0 0 1,0 0 0,-1 0 0,1 0 0,0 0-1,-1 0 1,1 0 0,-1 1 0,1-1 0,-1 0 0,1 0-1,-1 0 1,-1 0 0,-1 1 684,2 7-326,1-2-258,-5 374 3637,7-218-2789,-2-140-868,-1-1 6,1-1-1,1 1 1,1-1 0,7 34 0,-8-49-115,0 0 0,0 0 0,1-1 0,-1 1-1,1 0 1,0-1 0,0 1 0,0-1 0,1 0 0,-1 1 0,1-1-1,0 0 1,-1-1 0,2 1 0,-1 0 0,0-1 0,0 0 0,1 1-1,-1-1 1,1-1 0,-1 1 0,1 0 0,0-1 0,0 0 0,0 0-1,0 0 1,0 0 0,8-1 0,-9 0-41,0 0-1,1 0 1,-1-1 0,0 1 0,1-1 0,-1 0-1,0 0 1,0 0 0,0-1 0,0 1 0,0-1-1,0 1 1,0-1 0,0 0 0,-1 0-1,1-1 1,-1 1 0,5-5 0,2-5-229,0 0 1,0-1-1,6-14 1,-5 10-143,29-52-4682,45-109 1,-52 89-2463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5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11861,'0'0'5267,"-2"15"-5030,-6 179 1583,15 18 256,-1-75-1324,-1 88 309,11 252 113,-14-440-1146,2 0 0,15 65-1,-19-101-32,13 36 27,-12-36-46,-1 0 1,1 1-1,0-1 0,-1 0 1,1 0-1,0 0 0,0 0 0,0 0 1,0 0-1,0 0 0,0 0 1,0 0-1,0 0 0,0-1 0,1 1 1,-1 0-1,0-1 0,0 1 0,1-1 1,-1 1-1,0-1 0,1 0 1,1 1-1,-3-1 2,0 0 0,1 0 0,-1 0 0,0 0 0,0 0 0,0 0 0,1 0 0,-1 0 1,0 0-1,0-1 0,1 1 0,-1 0 0,0 0 0,0 0 0,0 0 0,1 0 0,-1 0 0,0 0 0,0-1 0,0 1 0,1 0 0,-1 0 1,0 0-1,0 0 0,0-1 0,0 1 0,0 0 0,1 0 0,-1 0 0,0-1 0,0 1 0,0 0 0,0 0 0,0-1 0,0 1 0,0 0 1,0 0-1,0-1 0,0 1 0,0-1 0,2-13-769,-2-1 0,0-16 0,-1 2-619,1 11-1141,-4-33 1,-1 28-1743,-10-28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5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15511,'0'0'4578,"176"3"-3601,-90-3-673,11-15-304,-4-4-160,-14 4-3122,-20 5-5090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5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40 109 3169,'0'0'4955,"0"-8"-4595,0-21 20,0 7 5758,-7 22-5792,6 0-338,0 1 0,0-1-1,0 1 1,0-1 0,0 1-1,0 0 1,0-1 0,0 1-1,0 0 1,1 0 0,-1 0-1,0-1 1,0 1 0,1 0-1,-1 0 1,1 0 0,-1 0-1,1 0 1,-1 0 0,1 0-1,-1 1 1,1-1 0,0 0-1,0 1 1,-8 30-8,8-32 0,-5 49 123,3 92 0,3-82 56,0-10 253,3 0 0,2 0 0,3-1 0,1 0 1,2 0-1,35 84 0,-46-130-421,6 15 227,0 0 1,17 26-1,-21-39-194,0 0-1,0 0 1,0-1-1,0 1 1,0-1-1,1 1 1,0-1-1,0 0 1,0-1-1,0 1 1,0-1-1,0 1 1,1-1-1,-1 0 1,6 1-1,-5-2-3,0 0 0,1 0 0,-1 0-1,1-1 1,-1 0 0,1 0 0,-1 0 0,0-1 0,1 0 0,-1 0 0,1 0-1,-1-1 1,7-2 0,-5 0-6,-1 1-1,1-1 0,-1-1 0,1 1 1,-2-1-1,1 0 0,0 0 1,7-10-1,2-6-29,-1 0 0,-1-1 0,-1-1 0,15-40 0,-14 32-166,-2 0 1,-1-1 0,-1 0-1,-2-1 1,-2 0-1,-1 0 1,1-37-1,-5 23 8,1 9 156,-1 0 1,-2 0 0,-14-73-1,10 86 148,-4-41 0,8 26-6001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7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487 124 4818,'0'0'8015,"-3"-9"-7461,-13-27-108,14 32-350,-1 1 1,0-1-1,0 1 1,0 0-1,0 0 1,0 0-1,-1 0 1,1 1-1,-1-1 0,1 1 1,-1 0-1,0 0 1,0 0-1,0 1 1,0-1-1,-6 0 1,0-2 109,-12-2-149,1 0-1,-1 2 0,-1 0 1,1 1-1,0 1 1,-32 2-1,50 1-51,-1 0-1,1 0 1,1 0-1,-1 1 1,0-1-1,0 1 1,0 0-1,1 0 1,-1 1-1,1-1 1,0 1 0,0-1-1,0 1 1,0 0-1,-4 5 1,-6 7 29,-19 29 0,28-39 101,1 1-1,0-1 0,0 1 0,0-1 0,0 1 1,1 0-1,0 0 0,1 0 0,-1 0 1,1 0-1,0 0 0,0 13 0,0-13-126,0 1-1,-1 0 1,1-1 0,-2 1-1,1-1 1,-5 9-1,0 2 2,-3 11 28,1 0 1,2 0 0,-8 58 0,8 87 1008,7-156-834,0 0 0,2-1-1,0 1 1,1-1 0,1 1-1,0-1 1,7 16-1,-8-25-152,0-1 0,0 0 1,0 0-1,1 0 0,0 0 0,0-1 0,0 1 0,1-1 0,0 0 0,0 0 0,0-1 0,0 1 0,1-1 0,0-1 0,0 1 0,0-1 0,0 0 0,0 0 0,10 2 0,-8-3-36,-1 0 0,1-1 0,0 0 1,-1 0-1,1-1 0,0 0 0,-1 0 0,1-1 1,0 0-1,-1 0 0,1-1 0,-1 0 0,1 0 0,-1-1 1,0 0-1,0 0 0,0-1 0,0 0 0,-1 0 1,0 0-1,1-1 0,-1 0 0,-1 0 0,1-1 1,8-11-1,2-6-293,0-1 0,-2-1 1,0 0-1,-2-1 0,-1-1 1,-1 0-1,-1 0 0,-2-1 1,-1 0-1,0 0 0,-3 0 1,2-55-1,-5 26-46,-7-232-688,6 254 1049,1 32 141,0 5 42,1 18 300,0 18-147,14 69 0,-4-33-212,23 421 1444,-33-481-1562,0 18 45,-1-12 34,0-1 0,2 1 1,0-1-1,7 24 0,0-32-57,-9-10-75,0-1-1,0 0 1,1 0-1,-1 0 1,0 0-1,1 0 1,-1 0 0,0 0-1,1 0 1,-1 1-1,1-1 1,-1 0-1,0 0 1,1 0-1,-1-1 1,0 1 0,1 0-1,-1 0 1,0 0-1,1 0 1,-1 0-1,0 0 1,1 0-1,-1-1 1,0 1-1,0 0 1,1 0 0,-1 0-1,0-1 1,1 1-1,-1 0 1,0 0-1,0-1 1,0 1-1,1 0 1,-1-1 0,0 1-1,0 0 1,0-1-1,0 1 1,0 0-1,1-1 1,-1 1-1,0 0 1,0-1-1,5-13-327,-1-1 0,0 0-1,-1 0 1,2-25 0,0-69-3672,-5 96 3138,1-48-4405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7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6867,'0'0'7633,"-6"3"-7115,-4 1-381,1 1 1,0 0 0,1 0 0,-1 1-1,1 0 1,0 1 0,0 0-1,1 0 1,0 0 0,1 1 0,-1 0-1,1 1 1,1-1 0,-9 19 0,10-19-150,0 1 0,1-1 0,0 1 0,0-1 0,1 1 1,1 0-1,-1 0 0,1 0 0,1-1 0,0 1 0,0 0 0,0 0 1,1 0-1,1 0 0,0 0 0,0 0 0,0-1 0,7 15 0,5-1-520,0 0-1,1-1 0,2-1 0,0-1 1,22 20-1,38 43-1297,-65-66 1647,-1 0-1,0 0 1,-1 1 0,11 24 0,-18-34 245,-1 0 0,1 0 1,-1 0-1,0 0 0,-1 1 1,0-1-1,0 0 0,-1 1 1,1-1-1,-2 1 0,1-1 1,-1 1-1,0-1 0,-4 12 1,3-14 9,-1 0 1,0 0-1,0 0 1,0 0-1,0-1 1,-1 1-1,0-1 0,0 0 1,0 0-1,-1 0 1,1-1-1,-1 0 1,0 1-1,0-2 1,0 1-1,0-1 1,0 1-1,-10 1 0,0 1-4,0-1 0,-1 0-1,0-2 1,0 1-1,-23-1 1,32-2-183,0 0 0,0 0 1,0-1-1,1 0 0,-1 0 0,-8-3 1,12 3-61,1 0 1,0 0 0,-1-1 0,1 1-1,0-1 1,0 1 0,0-1 0,0 0-1,0 0 1,0 0 0,1 0 0,-1 0-1,1-1 1,-1 1 0,1 0 0,0-1 0,0 1-1,-1-4 1,-12-38-4175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8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460 102 7187,'0'0'5718,"-4"-6"-5348,2 1-85,-1 0 1,0 0-1,-1 1 0,1 0 0,-1-1 0,0 1 0,0 1 0,0-1 0,-1 0 0,1 1 0,-1 0 0,-8-4 0,-4-2 188,13 7-409,0 0 0,0 0 0,0 0 1,0 0-1,-1 1 0,1-1 1,0 1-1,-8-1 0,12 2 62,-2-1-57,1 1 1,0-1-1,-1 0 1,1 1-1,-1-1 0,1 1 1,0-1-1,-1 1 1,1 0-1,-1 0 1,-2 0-1,-5-2 109,-5 0-97,-1-1 0,0 2 0,0 0 1,-26 2-1,7 0-111,30-1 26,0 1-1,0 0 1,0 0 0,0 0-1,0 0 1,1 1 0,-1-1-1,0 1 1,1 0 0,0 0-1,-1 1 1,1-1 0,0 1-1,0 0 1,-4 4 0,-4 4-16,2 1 0,-16 24 1,15-20 15,1 1 1,1 1-1,1 0 0,0 0 1,1 0-1,2 1 0,-1 0 1,-1 27-1,2 16 327,4 78 1,1-103-10,-1-16-66,2-1 0,1 1-1,0 0 1,11 33-1,-11-43-118,1-1-1,0 0 0,0-1 1,1 1-1,1-1 0,0 0 0,0 0 1,0-1-1,1 0 0,16 15 1,-19-20-90,0 0 0,1 0 0,-1-1 0,1 0 0,-1 1 0,1-1 0,0-1 0,0 1 0,0-1 0,0 0 0,0 0 0,1 0 1,-1-1-1,0 0 0,0 0 0,0 0 0,8-1 0,-6-1-13,0 1 0,0-1 0,0 0 0,0-1 0,0 0 0,-1 0 1,1 0-1,-1-1 0,0 0 0,0 0 0,8-7 0,5-8-177,-1-1 1,0-1-1,-2 0 0,-1-1 1,-1 0-1,0-1 0,-2-1 1,-1 0-1,14-42 0,-13 24-405,-2 0 0,-1 0-1,-3-1 1,-1 0-1,-2-53 1,-3-66 567,0 161-1,-2 9-60,0 130 678,3-71-266,-2 28 167,3 113 532,-2-199-1011,3 31 110,-3-38-157,0 0 0,0 0 0,1-1 0,-1 1 0,1 0 0,-1-1 0,1 1 0,0-1 0,0 1 0,0 0 0,0-1 0,0 0 0,0 1 0,0-1 0,0 0 0,0 1 0,3 1 0,-4-3-22,1 0 1,-1 1-1,0-1 1,0 0-1,1 0 1,-1 0 0,0 1-1,1-1 1,-1 0-1,0 0 1,1 0-1,-1 0 1,0 0-1,1 0 1,-1 0 0,0 0-1,1 0 1,-1 0-1,1 0 1,-1 0-1,0 0 1,1 0-1,-1 0 1,0 0 0,1 0-1,-1 0 1,0 0-1,1 0 1,-1-1-1,0 1 1,1 0-1,-1 0 1,0 0-1,0-1 1,1 1 0,-1 0-1,0 0 1,0-1-1,1 1 1,-1 0-1,0 0 1,0-1-1,0 1 1,0 0 0,1-1-1,-1 1 1,0 0-1,0-1 1,0 1-1,0 0 1,0-1-1,0 1 1,0 0 0,0-1-1,0 1 1,0-1-1,0 1 1,0-1-1,1-81-4866,2 31-637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9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303 100 9540,'0'0'4659,"-3"-7"-4435,2 5-202,1-1 82,-1 0 1,0 1 0,0-1-1,0 1 1,0 0-1,-1-1 1,1 1-1,-1 0 1,1 0 0,-1 0-1,0 0 1,0 0-1,0 0 1,0 1-1,0-1 1,0 0-1,0 1 1,-5-3 0,-29-15 677,30 15-790,0 0 0,0 1-1,0 0 1,0 0 0,-12-4 0,7 5 5,-1 0-1,0 1 1,0 0-1,0 1 1,0 0 0,-23 4-1,33-3 2,-1 0-1,1 1 1,0-1-1,-1 0 0,1 1 1,0-1-1,0 1 1,0 0-1,0 0 1,0-1-1,0 1 1,1 1-1,-1-1 1,1 0-1,-1 0 0,1 0 1,-1 4-1,-17 44-24,18-47 25,-5 19 45,1 1-1,2-1 0,-3 38 0,7 71 919,0-56-26,-1-50-536,0 1-1,2 0 0,1 0 1,0 0-1,9 29 0,-10-50-339,0 0 0,-1 0-1,2 0 1,-1 0 0,0 0-1,1 0 1,0 0-1,0-1 1,1 1 0,-1-1-1,1 0 1,0 0 0,0 0-1,0-1 1,0 1-1,1-1 1,0 0 0,-1-1-1,1 1 1,0-1-1,0 0 1,1 0 0,-1 0-1,0-1 1,1 1 0,-1-1-1,0-1 1,1 1-1,-1-1 1,11-1 0,-12 1-49,-1 0 0,0-1 0,0 0 0,1 1 0,-1-1 0,0-1 0,0 1 0,0 0 0,0-1 0,0 0 0,0 1 0,-1-1 0,1 0 0,-1 0 0,1-1 0,3-3 0,2-4-8,-1-1 0,0 1 1,7-14-1,-5 8-45,3-5-331,-1 0 1,-1 0-1,-1-1 1,-1 0-1,0 0 1,-2-1-1,-1 0 1,-1 0-1,-1 0 1,1-38-1,-3 31-212,0 13 405,0 0 0,-3-21 1,2 35 265,-1-1 0,1 1 0,-1 0 0,0-1 0,0 1 0,0 0 0,0-1 0,-1 1 0,1 0 0,-1 0 0,0 0 0,0 0 0,0 1 0,0-1 1,0 0-1,-5-3 0,7 5-57,-1 1 1,1 0-1,0-1 1,-1 1 0,1 0-1,0 0 1,-1-1-1,1 1 1,0 0 0,-1 0-1,1-1 1,-1 1-1,1 0 1,-1 0 0,1 0-1,-1 0 1,1 0-1,0 0 1,-1 0 0,1-1-1,-1 1 1,1 1-1,-1-1 1,1 0 0,-1 0-1,1 0 1,-1 0-1,1 0 1,0 0 0,-1 0-1,1 1 1,-1-1-1,1 0 1,0 0 0,-1 1-1,1-1 1,-1 0-1,1 0 1,0 1 0,-1-1-1,1 1 1,0-1-1,-1 1 1,-5 22 107,5-16-36,-7 53 574,3-1 1,4 88-1,1-83-291,0-37-267,1 0-1,0 0 0,2-1 1,1 1-1,9 30 1,-11-51-122,0 0 1,1 0-1,0-1 1,0 1 0,0 0-1,0-1 1,1 0-1,0 0 1,0 0 0,0 0-1,10 8 1,-9-10-28,-1-1 0,1 1 0,0-1 0,-1 0 1,1 0-1,0-1 0,0 1 0,1-1 0,-1 0 0,0-1 1,0 1-1,0-1 0,1 0 0,-1 0 0,0 0 0,10-3 0,-11 2-40,0 0 0,0 0-1,0 0 1,0-1 0,0 0-1,0 1 1,-1-1 0,1-1-1,-1 1 1,1 0-1,-1-1 1,4-4 0,2-2-286,-2 0 0,13-19 0,-19 26 319,20-32-2399,31-66-1,-15 6-4017,-12 16-1693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1:59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11813,'0'0'6633,"-2"39"-4808,1-15-1535,-3 55 958,11 125-1,-4-179-994,45 366 2682,-47-388-2921,0 4 12,0 0 1,0 0 0,1 0-1,0 0 1,0-1-1,1 1 1,5 9 0,-1-9-23,-2-12-10,-3-18-24,-2 7 33,-1-64-999,4 1 0,17-106-1,-14 157 284,1 0 0,1 1 0,23-54-1,-22 64 279,1 0 0,0 0 0,1 1 0,0 1 0,2 0 0,26-26 0,-31 35 444,-1-1-1,2 1 1,-1 1 0,1 0 0,-1 0 0,2 1 0,-1 0-1,0 0 1,1 1 0,-1 0 0,1 1 0,0 0 0,0 1-1,0 0 1,18 0 0,-21 1 47,1 1 0,-1-1 0,1 1-1,-1 1 1,1 0 0,-1 0 0,0 0 0,0 1 0,0 0-1,0 0 1,-1 0 0,10 8 0,-7-5 76,-1 1-1,0 1 1,0 0 0,-1 0-1,0 0 1,-1 1-1,11 18 1,-6-6 145,-2 1-1,0 0 1,-1 0-1,-2 1 1,0 0-1,-1 0 1,2 32-1,-4 117 1707,-4-102-2474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6195,'0'0'6555,"2"-16"-5763,1-4-541,-1 6 143,0 1 0,0-26 1006,-2 53-1016,23 316 1411,-8-181-800,16 425 2163,-30-560-3106,19 260 823,-19-262-815,0-1 1,1 1-1,1 0 0,0-1 1,0 0-1,1 0 1,9 18-1,-12-27-65,-1-1 0,1 0 0,0 1 1,0-1-1,0 0 0,0 0 0,0 0 0,0 0 1,1 0-1,-1 0 0,0 0 0,0 0 0,1 0 1,-1-1-1,1 1 0,-1 0 0,1-1 0,-1 1 1,1-1-1,-1 0 0,1 1 0,-1-1 0,1 0 1,1 0-1,-1-4-387,-2-19-567,1 11 128,-1 0 0,0 0 0,0 0 0,-2 0 0,1 0 0,-1 0 0,-1 0 0,0 1 0,-10-23 0,-19-19-4259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1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11365,'0'0'6819,"228"63"-5122,-142-57-993,0-6-415,1 0-193,-1-10-96,-3-18-16,-7-6-785,-11-6-1504,-13-4-784,-11-2-1585,-13-7-3106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1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182 130 7940,'0'0'5581,"-11"-21"-5232,-34-62-82,31 60 152,10 22-149,1 2-94,1-2-107,0 1 0,-1 0 1,1-1-1,0 1 0,-1 0 1,1 0-1,0 0 1,-1 0-1,1 1 0,0-1 1,-1 1-1,1-1 1,0 1-1,0 0 0,-1 0 1,1 0-1,0 0 0,0 0 1,0 0-1,0 1 1,1-1-1,-1 1 0,0-1 1,0 1-1,-2 3 1,0 2 32,0 0 1,1 0 0,0 1 0,0-1 0,0 1 0,-2 13-1,-2 16 306,1 0-1,-2 56 0,8 77 824,1-69-525,-1 913 3915,2-1010-4599,2-8-21,5-16-59,16-130-739,-17 91 55,3 0-1,2 0 1,30-84-1,-37 130 449,0 0 1,0 0-1,1 1 0,1 0 0,0 0 0,17-18 1,-21 26 270,0 0 0,0 0 0,0 1 0,1 0 0,-1-1 0,1 2 0,0-1 0,0 0 1,0 1-1,0 0 0,0 0 0,1 1 0,-1-1 0,0 1 0,1 1 0,-1-1 1,1 1-1,-1-1 0,1 1 0,8 2 0,-10-1 50,0 0-1,0 0 1,0 0 0,0 0 0,-1 1-1,1 0 1,0 0 0,-1 0-1,1 0 1,-1 0 0,0 1-1,0-1 1,5 6 0,-3-2 47,0 1 0,0 0 1,-1 0-1,0 0 0,0 0 0,4 11 1,-1 4 157,-1 0 1,-1 1 0,0-1-1,1 26 1,0 241 2184,-7-189-2646,1-123-1862,1-1-1,1 2 1,1-1 0,9-37 0,11-14-8103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2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471 457 10309,'0'0'8388,"-2"-3"-8236,-4-14-13,5 13-136,0 0 0,0 0 0,-1 0 0,1 0 0,-1 1 1,0-1-1,0 1 0,-1-1 0,-3-3 0,-5-4-28,-1 0-1,-1 1 0,0 1 1,0 0-1,-1 1 0,0 0 1,-1 1-1,0 1 0,0 0 1,0 1-1,0 0 0,-1 2 1,0 0-1,1 0 0,-31 1 1,29 1-13,8 1 21,-1 0 0,0 0-1,0 1 1,-11 3 0,18-3 16,-1 0 0,1 0 0,0 0 1,0 1-1,-1-1 0,1 1 0,0 0 1,1 0-1,-1 0 0,0 1 0,1-1 1,-1 1-1,1-1 0,0 1 0,-4 4 0,-1 7 19,0-1-1,0 1 1,1 0-1,1 1 1,0-1-1,1 1 1,1 0-1,-2 21 0,-2 127 859,7-139-665,-2 50 411,2 57 512,1-112-935,1 1 0,1-1 0,1 0-1,9 28 1,-11-41-161,0 0 0,0 0 0,1 0 0,0-1 0,0 1-1,0-1 1,1 0 0,0 0 0,0 0 0,0-1 0,1 1 0,-1-1-1,7 4 1,-5-4-28,0-1 0,0 0 0,0-1 0,1 1 0,-1-1-1,1-1 1,0 1 0,-1-1 0,1 0 0,0 0 0,11-1 0,-11 0-4,0 0 0,0-1 1,0 0-1,1 0 0,-1 0 0,0-1 1,0 0-1,-1 0 0,1-1 1,0 1-1,-1-2 0,0 1 1,0-1-1,0 0 0,0 0 1,0 0-1,-1-1 0,9-9 1,7-10-142,-1 0 1,-1-1 0,-1-1-1,-2 0 1,22-47-1,-21 36-920,-2-2-1,-2 0 0,16-77 1,-21 50-1635,-3-1-1,-5-96 1,-1 72-116,0-18-404,-1-2-333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02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90 1313,'0'0'12408,"-5"-14"-11207,-15-43-289,19 56-859,1 0 0,0 0 0,0 0 0,-1 0 1,1 0-1,-1 1 0,1-1 0,-1 0 0,1 0 0,-1 0 0,0 0 1,1 1-1,-1-1 0,0 0 0,1 1 0,-1-1 0,0 0 0,0 1 0,0-1 1,0 1-1,0-1 0,0 1 0,1 0 0,-3-1 0,3 1-44,-1 0 0,1 0 0,-1 0 0,1 0 0,-1 0 0,1 0 0,-1 0 0,1 0 0,-1 0 0,1 0 0,-1 0 0,1 1 0,-1-1 0,1 0 0,0 0 0,-1 1 0,1-1 0,-1 0 0,1 0 0,0 1 0,-1-1 0,1 0-1,0 1 1,-1-1 0,1 1 0,0-1 0,-1 1 0,-1 11 57,0 0-1,1-1 0,1 1 0,1 22 1,0 2 109,39 718 2933,-11-348-1859,-27-372-1158,17 216 597,-17-238-648,-2-5-17,0 1 0,1-1 0,1 1 1,-1-1-1,1 0 0,0 1 1,1-1-1,0 0 0,0 0 0,5 8 1,-8-15-28,1 1 0,-1-1 0,0 1 0,0-1 0,1 1 0,-1-1 0,0 0 0,1 1 0,-1-1 0,0 0 0,1 1 0,-1-1 0,1 0 0,-1 1 0,1-1 0,-1 0 0,1 0 0,-1 0 1,1 1-1,-1-1 0,1 0 0,-1 0 0,1 0 0,-1 0 0,1 0 0,-1 0 0,1 0 0,-1 0 0,1 0 0,-1 0 0,1 0 0,-1 0 0,1 0 0,-1-1 0,1 1 0,-1 0 0,1 0 0,-1 0 0,1-1 0,-1 1 0,0 0 1,1-1-1,-1 1 0,1 0 0,-1-1 0,0 1 0,1 0 0,-1-1 0,0 1 0,1-1 0,-1 1 0,0-1 0,0 1 0,0-1 0,1 1 0,-1-1 0,0 1 0,0-1 0,7-32-403,-6-93-2970,-1 60-1561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4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2684 22 6851,'0'0'6582,"3"-3"-5243,-2 1-859,6-7-305,-4 2 3351,-32 7-2158,24 1-1346,-1 0 0,1 1 0,-1 0 0,1 0 0,-1 1 0,1-1 0,0 1 0,0 0 0,1 1 0,-1-1 0,0 1 0,-3 4 0,-15 10 4,-37 23-3,10-8 6,-71 62-1,-112 134-34,41-39 2,-143 123-2,-141 135-19,30 31-6,350-360 15,-108 124-25,166-203 30,-1-2 0,-2-2 0,-76 52 0,106-80 19,0 0 1,-1-1-1,0-1 0,-1 0 1,1 0-1,-1-1 0,-24 6 1,37-11-2,-1 0 0,1 0 1,0 0-1,0 0 0,-1 0 1,1 0-1,0 0 0,0-1 1,-1 1-1,1 0 0,0 0 0,0 0 1,0 0-1,-1 0 0,1 0 1,0 0-1,0-1 0,0 1 1,-1 0-1,1 0 0,0 0 1,0 0-1,0-1 0,0 1 1,-1 0-1,1 0 0,0 0 0,0-1 1,0 1-1,0 0 0,0 0 1,0-1-1,0 1 0,0 0 1,0 0-1,0-1 0,0 1 1,0 0-1,0 0 0,0-1 0,0 1 1,0 0-1,0 0 0,0 0 1,0-1-1,0 1 0,0 0 1,0 0-1,0-1 0,5-12 63,-5 13-60,4-9 38,2 1 0,-1-1 0,1 1 0,9-10 0,6-7-96,-20 23-95,1 1 0,-1-1 0,1 1 0,0-1-1,-1 1 1,1 0 0,0 0 0,0-1-1,0 1 1,0 1 0,0-1 0,0 0 0,0 0-1,3 0 1,14-5-1903,8-11-2054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7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34 5042,'0'0'4168,"-4"-1"-3806,-1-1-182,-14-2 1415,18 5-1587,0 0 1,0 0 0,1 1 0,-1-1 0,0 0 0,0 0-1,1 0 1,-1 0 0,1 1 0,-1-1 0,1 0 0,0 0-1,-1 1 1,1-1 0,0 0 0,0 1 0,0-1 0,0 2-1,0-2 11,-3 38 576,3 56-1,2-30 143,10 410 3385,-7-207-1793,-5-227-1712,2-29 170,-1-25-232,0-32-1450,-3 0 0,-14-84 1,8 78 321,3 0 0,1 0 0,3 0 0,6-58-1,-2 90 446,0-1 0,1 1 0,1 0 0,0 1-1,2-1 1,0 1 0,14-24 0,5-3-212,48-64 1,-69 102 352,44-55-141,-44 57 259,1 0 1,0-1-1,0 2 0,0-1 1,0 1-1,1 0 0,-1 0 1,8-3-1,-10 6-77,1-1 0,-1 1 0,0 0 0,1 0 1,-1 0-1,1 1 0,-1 0 0,1 0 0,-1 0 0,1 0 0,-1 1 1,1-1-1,-1 1 0,1 0 0,-1 1 0,0-1 0,0 1 1,0 0-1,1 0 0,-2 0 0,1 0 0,0 1 0,0 0 0,-1 0 1,0 0-1,6 6 0,3 10 212,0 1 0,-2 1 0,0 0 0,-1 0 0,11 43 1,16 116 1443,-32-159-1549,24 276 1948,-25-234-1523,1-36-117,-4-36-500,-2 1 0,1-1 0,-1 1 0,-1-1 0,1 1 0,-7-12 0,-5-21-136,6 10-94,1-1 0,-3-59 0,6-66-599,4 132 700,0 10 45,0-1 1,1 1 0,0-1 0,1 1-1,1 0 1,0 0 0,1 0 0,1 0-1,0 1 1,10-18 0,-3 9 0,2 0 0,0 1 0,1 1 0,1 1 0,1 0 0,1 1 0,23-19 0,-36 35 118,0-1 1,0 1-1,0 0 1,1 1-1,-1-1 1,1 1 0,-1 0-1,1 0 1,0 1-1,9-1 1,-12 1 10,0 1 1,1 0-1,-1 0 0,0 0 1,1 0-1,-1 1 0,0-1 1,1 1-1,-1 0 0,0 0 1,0 0-1,0 0 1,0 1-1,0-1 0,0 1 1,0 0-1,0 0 0,0 0 1,3 4-1,15 19 129,0 1 1,-2 1-1,-2 1 0,0 1 0,-2 0 1,-1 1-1,-1 0 0,-1 1 0,-2 1 0,-2 0 1,-1 0-1,-1 0 0,-1 1 0,-1 39 1,-3 174 1479,-1-238-1596,0-4-16,1 0 0,-1-1 0,0 1 0,0 0 0,0 0 0,-1 0 0,0 0 0,1-1 0,-1 1 0,0 0 0,-1-1 0,1 1 0,-1-1 0,-3 7 1,4-10-59,0 0 0,1 0-1,-1 0 0,1 0 0,-1 0 1,0 0-1,1 0 0,-1 0 1,1 0-1,-1 0 0,1-1 1,-1 1-1,1 0 0,-1-1 1,0 1-1,1 0 0,-1-1 1,1 1-1,0 0 0,-1-1 0,1 1 1,-1-1-1,1 1 0,0-1 1,-1 1-1,1-1 0,0 1 1,-1-1-1,1 1 0,0-1 1,0 0-1,-2-21-617,1 14 321,1-109-5158,0 42-780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3618,'0'0'14246,"0"2"-13859,0 83 756,3 1 0,19 99-1,-18-162-949,37 174 1322,-32-165-1251,1 0 0,1 0 0,30 56 0,-37-81-233,0-1 1,0 1-1,0-1 0,1 0 0,0 0 0,0-1 0,10 8 1,-12-10-31,1-1 1,0 1 0,0-1-1,0-1 1,1 1-1,-1 0 1,0-1 0,1 0-1,-1 0 1,1 0-1,-1 0 1,1-1 0,4 0-1,-5 0 0,0-1 0,0 0-1,0 1 1,-1-1 0,1-1-1,0 1 1,-1 0 0,1-1-1,-1 0 1,0 0 0,1 0-1,-1 0 1,0 0 0,0-1-1,0 1 1,-1-1 0,1 0-1,-1 0 1,1 0 0,2-5-1,5-9-15,0 0 0,13-34 0,-17 35-20,11-27-392,-3-1 1,-1-1-1,-2 0 1,6-59-1,-10 36-658,-4 0 1,-6-88-1,0 130 1330,-1 0 0,-11-35 0,9 40 277,1 0 1,1-1 0,-2-42-1,5 50-689,2-17-1814,0 29 1573,-1 0 1,0 0 0,1 0-1,0 1 1,-1-1 0,1 0-1,0 0 1,0 1 0,0-1-1,0 1 1,0-1 0,0 1-1,3-3 1,13-9-7394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75 8884,'0'0'7094,"-1"-12"-6280,-6-38-182,5 38 1862,2 14-2299,-1 229 477,3 263 502,32-7 206,-33-477-1354,4 34 121,2-1 0,14 50 0,-19-88-122,0 1 1,0-1-1,0 1 1,1-1-1,4 7 1,-6-11-26,-1 0 0,1 0 0,-1-1 0,1 1 0,0 0 0,0 0 0,-1 0 1,1-1-1,0 1 0,0 0 0,0-1 0,0 1 0,0-1 0,0 1 1,0-1-1,0 0 0,0 1 0,0-1 0,0 0 0,0 0 0,0 1 0,1-1 1,-1 0-1,0 0 0,0 0 0,0-1 0,0 1 0,0 0 0,0 0 1,0 0-1,0-1 0,2 0 0,-2 1-2,0-1 0,0 0-1,0 0 1,0 1 0,0-1 0,0 0-1,-1 0 1,1 0 0,0 0 0,0 0 0,-1 0-1,1 0 1,0 0 0,-1 0 0,1-1-1,-1 1 1,1-2 0,3-13-123,0 0 1,-1 0-1,0 0 0,-1-21 1,-2-73-1976,-2 45-57,2 44 1317,1-7-1201,-2 0 0,-4-28 0,-10-4-4500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6531,'0'0'7387,"0"0"-7326,0 0 0,0 0 0,0-1 0,0 1 0,0 0 0,-1 0 0,1 0 0,0 0 0,0 0 0,0 0 0,0 0 0,0-1 0,0 1 0,0 0 0,0 0-1,0 0 1,0 0 0,0 0 0,0 0 0,1-1 0,-1 1 0,0 0 0,0 0 0,0 0 0,0 0 0,0 0 0,0 0 0,0 0 0,0 0 0,0-1 0,0 1 0,0 0 0,0 0-1,1 0 1,-1 0 0,0 0 0,0 0 0,0 0 0,0 0 0,0 0 0,0 0 0,0 0 0,0 0 0,1 0 0,-1 0 0,0 0 0,0 0 0,0 0 0,0 0 0,0 0 0,0 0-1,1 0 1,-1 0 0,0 0 0,0 0 0,0 0 0,0 0 0,0 0 0,0 0 0,0 0 0,1 0 0,-1 0 0,0 0 0,4 9 55,0-1 0,-1 1 0,0 0 0,0 0 1,-1 0-1,0 0 0,1 13 0,0-5 11,75 657 3412,-60-473-2713,-14-163-676,-3-12-1,2-1-1,1 1 1,13 45-1,-17-69-154,0-1-1,1 1 0,0 0 1,-1-1-1,1 1 1,0-1-1,0 1 0,0-1 1,0 1-1,0-1 0,1 2 1,-2-3-23,1 0 1,-1 0-1,0 0 0,1 0 1,-1-1-1,0 1 0,0 0 1,1 0-1,-1 0 0,0-1 1,0 1-1,1 0 0,-1 0 1,0-1-1,0 1 0,0 0 1,0 0-1,1-1 0,-1 1 1,0 0-1,0 0 0,0-1 1,0 1-1,0 0 0,0-1 1,0 1-1,0 0 0,0-1 1,0 1-1,0 0 0,0-1 1,0 1-1,0-1 0,0-42-2118,-3 23 86,-1 1-1,-1-1 1,0 1 0,-15-33 0,0 6-6943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9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11093,'0'0'4909,"36"2"-3983,121 4-507,-24-5-233,-26 1-111,-101-2-47,0 1 1,0 0-1,-1 0 1,1 1-1,0-1 0,-1 1 1,1 1-1,-1-1 1,0 1-1,0 0 0,0 0 1,6 5-1,-4-2 79,0 1 1,-1-1-1,0 1 0,0 0 0,-1 1 1,0 0-1,5 9 0,1 6 232,-2 1-1,0 1 0,-2-1 0,8 43 1,-1 24 893,10 43 73,-23-130-1358,-1-3 27,0 0 0,0-1 0,0 1 0,0 0 1,0 0-1,0 0 0,1-1 0,-1 1 0,0 0 0,0 0 1,1-1-1,-1 1 0,1 0 0,-1-1 0,0 1 1,1 0-1,-1-1 0,1 1 0,-1 0 0,1-1 0,0 1 1,-1-1-1,1 1 0,0-1 0,-1 0 0,1 1 1,0-1-1,-1 0 0,1 1 0,0-1 0,0 0 0,0 0 1,0 1-1,0-5-892,-1-106-7398,0 53 1564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9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13622,'0'0'4898,"79"-103"-8227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19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28 4994,'0'0'9191,"0"0"-9167,0-1 0,0 1 0,0 0 0,0 0-1,0 0 1,0 0 0,0 0 0,0 0 0,0 0 0,0 0 0,-1-1 0,1 1-1,0 0 1,0 0 0,0 0 0,0 0 0,0 0 0,0 0 0,-1 0-1,1 0 1,0 0 0,0 0 0,0 0 0,0 0 0,0 0 0,0 0 0,-1 0-1,1 0 1,0 0 0,0 0 0,0 0 0,0 0 0,0 0 0,-1 0-1,1 0 1,0 0 0,0 0 0,0 0 0,0 0 0,0 1 0,0-1 0,0 0-1,-1 0 1,1 0 0,0 0 0,0 0 0,0 0 0,0 0 0,0 0-1,0 1 1,0-1 0,0 0 0,0 0 0,0 0 0,-1 20 443,13 436 5637,-3-159-3863,-9-295-2215,2 15 138,-2-17-157,0 0 0,0 1 0,0-1 0,0 1 0,0-1 0,1 0 0,-1 1 0,0-1 0,0 1 0,0-1 0,1 0 0,-1 1 0,0-1 0,0 0 0,1 1 0,-1-1 0,0 0 0,0 1 0,1-1 0,-1 0 0,1 0 0,-1 1 0,0-1 0,1 0 0,-1 0 0,0 0 0,1 0 0,-1 0 0,1 1 0,-1-1-8,1 0 0,-1 0 0,0 0 0,0 0 0,1-1 0,-1 1 0,0 0 0,0 0 0,1 0 0,-1 0 0,0 0 0,0 0 0,0 0 0,1 0 0,-1-1 0,0 1 0,0 0 0,0 0 0,0 0 0,1 0 0,-1-1 0,0 1 0,0 0 0,0 0 0,0 0 0,0-1 0,0 1 0,1 0 0,-1 0 0,0-1 0,0 1 0,0 0 0,0 0 0,0-1 0,3-17-257,0 1 1,-1-1-1,-1 0 0,-2-33 0,0 14-307,-8-246-4346,8 86 1666,1 186 3243,1-1-1,0 1 1,1-1-1,0 1 1,1 0-1,5-15 1,-5 20 78,0-1-1,0 1 1,0 0 0,0 0-1,1 0 1,0 1 0,1-1 0,-1 1-1,1 0 1,0 0 0,10-7-1,-11 10 32,0 0 0,0 0 0,1 0-1,-1 1 1,1-1 0,0 1-1,-1 0 1,1 1 0,0-1 0,0 1-1,-1 0 1,1 0 0,0 0-1,0 1 1,-1-1 0,1 1 0,0 1-1,-1-1 1,1 0 0,-1 1-1,1 0 1,-1 0 0,0 1 0,0-1-1,0 1 1,0 0 0,0 0-1,-1 0 1,1 0 0,4 6 0,3 6 228,0 0 0,-2 1 1,0 0-1,0 1 1,10 28-1,21 94 1281,8 153 880,-35-189-1903,-11-91-534,0 0 0,0 0-1,1 0 1,5 13 0,1-16-60,-9-9-1,0 0 0,1 0 0,-1 0 0,1 0 0,-1-1 0,0 1 0,1 0 0,-1-1 0,0 1 0,0 0 0,1 0 0,-1-1 0,0 1 0,1 0 0,-1-1 0,0 1 0,0-1 0,0 1 0,0 0 0,1-1 0,-1 1 0,0-1 0,0 1 0,0-1 0,0 1 0,0 0 0,0-1 0,0 1 0,0-1 0,0 1 0,0-1 0,0 1 0,0 0 0,0-1 0,-1 1-1,1-1 1,0 1 0,1-369-2906,0 339 2520,1 0-1,2 0 0,1 0 0,2 0 0,1 1 0,1 0 0,1 1 0,16-31 0,-23 52 396,1 1-1,0 0 0,0 0 1,0 0-1,0 0 0,1 1 1,0 0-1,1 0 0,-1 0 1,1 0-1,0 1 0,12-7 1,-14 9 43,0 1 1,-1 0 0,1 0 0,0 0 0,0 0-1,0 0 1,0 1 0,0-1 0,0 1 0,0 0-1,0 1 1,0-1 0,0 1 0,0 0 0,0-1-1,0 2 1,0-1 0,0 0 0,-1 1 0,1 0-1,0 0 1,-1 0 0,0 0 0,1 0 0,2 4 0,5 4 124,-1-1 1,0 1-1,0 1 1,-2 0 0,1 0-1,-1 1 1,7 14-1,-5-5 129,-1 0 0,-1 0 0,10 41 0,-7-7 285,-3 0 1,1 97-1,-8-20-594,-1-131-547,0-18-2455,-2-67-6635,-3 39-445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0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1 633 11365,'0'0'7361,"29"-29"-7121,96-98-123,-107 108-103,-1-1 0,-1-1-1,26-44 1,-28 41-10,8-12-137,26-57 1,-42 78 13,-1 0 0,0 0 0,-1-1 0,0 1 0,-1-1 0,-1 0 0,0-18 1,-2 32 120,0 0 1,0 0 0,0 0-1,0 0 1,-1 0 0,1 0-1,-1 0 1,1 0 0,-1 0 0,0 0-1,0 0 1,0 0 0,0 0-1,0 0 1,0 1 0,0-1 0,0 0-1,-1 1 1,1-1 0,-1 1-1,1-1 1,-1 1 0,0 0 0,1 0-1,-1 0 1,0 0 0,0 0-1,0 0 1,0 0 0,-3 0-1,-5-1 61,0 0-1,0 1 0,0 0 0,-1 1 1,-11 1-1,0-1 17,17 0-53,-1 0 0,1 1 0,-1-1 1,1 1-1,0 0 0,-1 0 0,1 1 0,0-1 1,-8 5-1,10-4-5,-1 0 0,1 1 0,0-1 0,0 1-1,0 0 1,0 0 0,0 0 0,1 0 0,0 1 0,-1-1 0,1 1 0,0-1 0,-3 9 0,0 1 90,1 1 1,0 0-1,1 1 1,0-1-1,-1 15 1,2 75 858,2-70-630,0 2 64,1 1-1,2-1 0,2 0 1,14 55-1,-15-77-332,0 0 0,2-1 1,-1 0-1,1 0 0,1 0 0,1-1 0,0 0 0,0 0 0,1-1 1,0 0-1,1-1 0,0 0 0,1 0 0,19 12 0,-22-17-81,1 0 0,-1-1 0,1 0 0,0-1 0,1 0 0,-1 0 0,0-1 0,1 0 0,-1-1 0,1 0-1,0 0 1,-1-1 0,1 0 0,0-1 0,-1 0 0,1-1 0,-1 0 0,1 0 0,-1-1 0,0 0 0,0 0 0,0-1 0,-1-1-1,1 1 1,-1-2 0,11-8 0,-1-3-385,-1 0 0,-1-2 0,0 0-1,-2-1 1,0-1 0,-1 0 0,11-26-1,-12 20-1046,-1-1-1,-1 0 0,-1 0 0,-2-1 0,7-49 0,-11-6-4895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7652,'0'0'8483,"-1"4"-7848,-2 9-400,1 0-1,1 1 1,0-1-1,1 1 0,1-1 1,0 1-1,4 16 1,-1 7 237,37 462 2675,-3-27-1588,-35-434-1479,-2-18-34,1 1-1,0 0 1,2-1 0,0 0 0,2 0 0,13 34-1,-19-52-56,1 0-1,0-1 0,0 1 0,-1-1 0,1 1 0,0-1 1,0 0-1,0 1 0,1-1 0,-1 0 0,0 0 0,0 1 1,1-1-1,-1 0 0,1-1 0,1 2 0,-3-2-8,0 0 1,1 0-1,-1 0 0,0 0 0,1 0 0,-1 0 0,0 0 0,1 0 1,-1 0-1,0 0 0,0 0 0,1-1 0,-1 1 0,0 0 1,1 0-1,-1 0 0,0 0 0,0-1 0,1 1 0,-1 0 0,0 0 1,0-1-1,0 1 0,1 0 0,-1 0 0,0-1 0,0 1 0,0 0 1,0-1-1,4-19-803,-1-35-4083,-7-70 0,-8 59-2188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1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15687,'0'0'7780,"221"0"-7652,-159-12-128,-4-7-240,1 7-1169,0 5-1440,-8 7-2033,-6 0-6964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1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0 566 9428,'0'0'12425,"20"-14"-12033,-6 4-325,7-5 30,-1 0-1,0-1 0,0-2 1,27-31-1,-46 48-96,100-133 91,-92 119-214,0-1 0,-1 1 0,0-1 0,-1-1 0,-1 0 0,0 0 0,3-22 0,-8 32-55,0 0 0,0 0 0,-1 0 0,0 0 0,-1-13 0,0 18 144,1-1-1,-1 1 1,0 0 0,0-1-1,0 1 1,0 0 0,0 0-1,0 0 1,-1 0-1,1 0 1,-1 0 0,1 0-1,-1 0 1,0 0-1,1 1 1,-1-1 0,0 1-1,-3-2 1,-13-6 33,0 2 0,0 0 1,-1 1-1,1 1 0,-1 0 0,-1 2 0,1 0 0,0 1 1,-29 2-1,46 0 6,1 0 0,-1 0 0,1 0 0,-1 0 1,1 1-1,0-1 0,-1 1 0,1-1 0,0 1 0,-1-1 0,1 1 1,0 0-1,0 0 0,-1 0 0,1-1 0,0 1 0,0 0 0,0 0 1,0 1-1,0-1 0,0 0 0,1 0 0,-1 0 0,0 1 0,1-1 1,-1 0-1,0 0 0,1 3 0,-3 3 29,2 1 0,-1 0 0,1-1 0,0 10 0,0-14-25,-2 208 1123,5-115-476,-2-30 11,11 90 1,-8-136-551,1 0 0,0 0 1,2 0-1,0 0 0,2-1 0,0 0 1,1 0-1,18 28 0,-24-42-110,1-1-1,0 1 1,0-1-1,0 0 1,0 0-1,1 0 1,0 0-1,-1-1 1,1 0-1,1 0 1,-1 0-1,0 0 1,1-1-1,-1 0 1,1 0 0,0-1-1,0 0 1,-1 1-1,10-1 1,-7-1-33,-1 0 1,0-1 0,1 0-1,-1 0 1,0-1 0,0 0-1,1 0 1,-1 0 0,-1-1-1,1 0 1,0-1 0,-1 1-1,0-1 1,1-1 0,4-4-1,8-8-315,-1-2-1,-1 0 1,28-40-1,34-73-3705,-37 43-739,-9 1-2183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1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12102,'0'0'8547,"4"20"-7744,46 316 2015,-34-84-1612,-7-75-425,-8-165-703,-1-10-66,-1 0 0,1 0 0,0 0 0,0-1 0,1 1 0,-1 0 0,0 0 0,1 0 1,-1 0-1,1 0 0,0-1 0,-1 1 0,1 0 0,0-1 0,0 1 0,2 2 0,-3-4-9,0 0 0,1 0 0,-1 0 0,0 0 0,1 0 0,-1 0 0,0-1 0,0 1 0,0 0 0,1 0 0,-1 0 0,0 0 0,0-1 0,0 1 0,1 0 0,-1 0 0,0 0 0,0-1 0,0 1 0,0 0 0,1 0 0,-1-1 0,0 1 0,0 0 0,0 0 0,0-1 0,0 1 0,0 0 0,0 0 0,0-1 1,0 1-1,0 0 0,0-1 0,0 1 0,0 0 0,0 0 0,0-1 0,2-19-11,-1-122-408,4-61-1030,-2 162 812,1-1 0,20-72-1,-21 101 552,1 1-1,1 0 1,0 0-1,1 0 1,0 0-1,1 1 1,16-21-1,-18 26 124,1 0 0,1 0-1,-1 0 1,1 1 0,0 0 0,0 0-1,0 1 1,1 0 0,-1 0-1,1 1 1,0 0 0,0 0 0,10-2-1,13 1 359,-1 1-1,1 1 0,31 3 1,-21-1-67,-10 2-396,-1 1-1,0 1 0,0 2 1,50 16-1,-74-21-525,5 4-309,-8 2-4401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3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2226 1 5523,'0'0'6896,"-35"13"-5933,-114 46-117,128-50-599,0 0 1,1 2-1,0 0 1,-21 15-1,23-13-70,-32 25 183,1 1 1,-50 53-1,-83 104-97,180-194-260,-180 204 81,-235 255-36,275-315-34,-164 127 0,242-222 93,-1-3 0,-3-3-1,-1-3 1,-76 34 0,139-74-111,1 1-1,0-1 1,-1 0 0,0-1 0,1 1 0,-1-1 0,0 0 0,-6 0-1,12-1-1,0 0-1,0 0 1,0 0-1,0 0 1,-1 0-1,1 0 1,0 0-1,0 0 1,0 0-1,0 0 1,0 0-1,-1 0 1,1 0-1,0 0 1,0 0-1,0 0 1,0 0-1,0 0 1,0 0-1,0-1 1,-1 1-1,1 0 1,0 0-1,0 0 1,0 0-1,0 0 1,0 0-1,0 0 1,0-1-1,0 1 1,0 0-1,0 0 1,0 0-1,0 0 1,0 0-1,0 0 1,0-1-1,0 1 1,0 0-1,0 0 1,0 0-1,0 0 1,0 0-1,0-1 1,0 1-1,0 0 1,0 0-1,0 0 1,0 0-1,0 0 1,0 0-1,0-1 1,0 1-1,0 0 1,1-6-470,-1 0 1,1 0-1,0-1 0,1 1 0,0 0 1,-1 1-1,2-1 0,-1 0 1,4-6-1,20-25-5508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4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256 157 4610,'0'0'3919,"32"-24"-3649,101-73-145,-124 91-114,0 0 1,0 1-1,1 0 0,10-3 1,-16 7-5,-1 0 0,1 0 0,0 0 0,0 1 0,0 0 0,5 0 1,5 0 18,-2-1-19,-8 1 80,0-1 0,0 1 0,0 0-1,0 0 1,0 1 0,5 0 0,-8 0-20,1-1 0,-1 1 0,0-1 0,0 1 0,0 0 0,1-1 0,-1 1 0,0 0 0,0 0 0,0 0 0,0 0 0,-1 0 0,1 0 0,0 0 0,0 0 0,0 0 0,-1 1 0,1-1 0,-1 0 0,1 0 0,-1 1 0,1-1 0,-1 2 0,5 23 651,-1 0 0,-1 0 0,0 47 0,-2-25 30,4 114 1318,16 393 2650,-21-535-4533,2 21 207,-2-39-331,0 0 0,1 0-1,-1 0 1,0 0 0,1 0-1,0 0 1,-1 0 0,1 0 0,0 0-1,0 0 1,0 0 0,0 0 0,2 2-1,-2-4-50,-1 0 0,0 1 0,0-1 0,1 0 0,-1 0 0,0 1 0,1-1 0,-1 0 0,0 0 0,1 1 0,-1-1 0,0 0 0,1 0 0,-1 0 0,0 0-1,1 0 1,-1 0 0,1 1 0,-1-1 0,0 0 0,1 0 0,-1 0 0,1 0 0,-1 0 0,0 0 0,1-1 0,-1 1 0,1 0 0,-1 0 0,0 0 0,1 0 0,-1 0 0,0 0 0,1-1 0,-1 1 0,0 0-1,1 0 1,-1-1 0,0 1 0,1 0 0,-1 0 0,0-1 0,0 1 0,1 0 0,-1-1 0,0 1 0,0 0 0,0-1 0,1 1 0,-1-1 0,0 1 0,0 0 0,0-1 0,0 1 0,0-1 0,4-23 128,-5-154-339,0 166 120,-2 1 0,1-1 0,-2 0 0,1 1 0,-2 0 0,1 0 0,-2 0-1,1 1 1,-2-1 0,-12-15 0,8 12-80,-1 0-1,0 1 0,-1 0 1,0 1-1,-2 1 0,-21-15 0,20 17-66,1 2 0,-1-1 0,0 2 0,0 0 0,-1 1 0,1 1 0,-1 0 0,0 1 0,-1 1 0,1 1 0,0 0 0,0 2 0,-34 3 0,42-2 161,0 1-1,-1 0 0,1 0 1,0 1-1,0 0 1,1 1-1,-1 0 0,1 0 1,0 0-1,1 1 1,-1 1-1,-9 9 0,4-2 82,1 1 0,0 0-1,1 1 1,1 0 0,-12 24-1,17-28 97,0 0-1,1 0 0,0 0 1,1 1-1,1 0 0,-2 13 1,4-19 29,0-1-1,0 1 1,0-1 0,1 1 0,0-1 0,2 9 0,-2-13-64,0 1-1,0 0 1,0 0-1,1 0 0,-1-1 1,1 1-1,-1-1 0,1 1 1,0-1-1,0 0 1,0 1-1,0-1 0,1 0 1,2 1-1,2 1 12,1 0-1,-1-1 1,1 0 0,0 0-1,0-1 1,0 0 0,1-1-1,-1 0 1,14 0-1,-7 0 16,0-1 0,0-1 0,0-1 0,26-6 0,-22 2-50,-2 0-1,1-2 0,32-19 0,49-38-741,-73 47 86,77-51-7223,-72 49-1211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5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33 134 6275,'0'0'3425,"4"-12"-2894,12-36 11,-12 36 3588,-12 16-3829,4 3-248,-1 0 0,1 0 0,1 1 0,-1 0 0,1-1 0,1 1-1,-1 0 1,-1 14 0,-7 73 344,11-86-323,-6 334 3364,8-206-1436,-2-137-1996,0 0-1,0 0 0,0 0 0,1 0 1,-1 0-1,0 0 0,0 0 1,0 0-1,1 0 0,-1 0 0,0 0 1,0 0-1,0 0 0,1 0 1,-1 0-1,0 0 0,0 0 0,1 0 1,-1 0-1,0 0 0,0 0 0,0 0 1,1 0-1,-1 0 0,0-1 1,0 1-1,0 0 0,0 0 0,1 0 1,-1 0-1,0 0 0,0-1 1,0 1-1,0 0 0,0 0 0,0 0 1,1 0-1,-1-1 0,0 1 1,0 0-1,0 0 0,0 0 0,0-1 1,0 1-1,0 0 0,0 0 1,0-1-1,0 1 0,0 0 0,0 0 1,0-1-1,15-42-465,-2-2 0,10-67 0,-16 77-289,-2 12 250,46-188-4313,-44 189 4538,1 0-1,1 1 1,1 1 0,1-1 0,1 2 0,1-1-1,20-22 1,-28 36 370,0 0 0,0 0 0,1 1-1,0 0 1,0 0 0,1 0 0,-1 1-1,1 0 1,0 0 0,0 1 0,0 0 0,1 0-1,-1 1 1,1-1 0,-1 2 0,1-1-1,0 1 1,0 0 0,13 1 0,-18 0-32,1 1 1,0 0-1,0 0 0,-1 0 1,1 0-1,-1 0 0,1 1 1,-1 0-1,0 0 1,1 0-1,-1 0 0,0 0 1,0 0-1,-1 1 0,1 0 1,0-1-1,-1 1 1,1 0-1,-1 0 0,0 0 1,0 1-1,0-1 0,-1 0 1,2 5-1,4 9 258,-1 1 0,-1 0 0,5 30 0,0 11 706,2 85 0,-11 64 1137,-2-108-1501,1-245-7139,0 85 1425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68 1361,'0'0'7288,"27"-12"-6186,84-33-67,-108 43-924,0 1-1,0-1 0,1 1 1,-1 0-1,0 0 0,1 0 1,-1 1-1,1-1 0,-1 1 1,1 0-1,-1 0 0,1 0 1,-1 1-1,1-1 1,3 1-1,-6 0-45,1 0-1,0 0 1,-1 1-1,1-1 1,-1 0 0,0 0-1,0 1 1,1-1 0,-1 1-1,0-1 1,0 1 0,0 0-1,0-1 1,0 1-1,0 2 1,3 4 161,5 12 412,0 0-1,-2 1 1,10 40 0,6 68 1290,-20-110-1610,23 252 3451,-23-246-3388,-4-24-353,1 0 0,0 0 0,1 0 0,-1 0 0,0 0 0,0 0-1,0 0 1,0-1 0,1 1 0,-1 0 0,1 0 0,-1 0 0,0 0 0,1-1 0,-1 1 0,1 0 0,0 0 0,-1-1-1,2 2 1,-2-2-25,1 0 0,-1-1-1,1 1 1,-1 0 0,1-1-1,-1 1 1,0 0 0,1-1-1,-1 1 1,0-1 0,1 1-1,-1-1 1,0 1 0,1-1-1,-1 1 1,0-1 0,0 1-1,0-1 1,0 1-1,0-1 1,1 1 0,-1-1-1,0 1 1,0-1 0,0 1-1,0-1 1,0 1 0,0-1-1,-1 0 1,1-1 0,2-118-973,-3 64 302,1 45 503,-1 1 0,0 0 0,0 0 0,-1 0 0,0 0 0,-1 0 0,0 0 0,-1 0 0,0 1 0,0 0 0,-12-17 0,12 19 43,-1 1 1,0 1-1,-1-1 0,1 0 1,-1 1-1,0 0 1,0 1-1,-1-1 0,1 1 1,-1 1-1,0-1 1,0 1-1,0 0 1,-1 0-1,1 1 0,-12-2 1,-1 1 82,1 1 0,0 1 0,-20 1 0,31 0 43,0 1 0,0 0-1,0 0 1,0 1 0,0 0 0,0 0 0,1 1 0,-1 0 0,-13 8-1,11-4 46,-1 1-1,2 0 0,-1 0 1,1 1-1,0 1 0,1-1 0,0 1 1,1 0-1,0 1 0,1 0 1,0 0-1,0 0 0,1 1 0,1 0 1,0 0-1,0 0 0,1 1 1,1-1-1,-2 21 0,4-20 159,0-10-135,0 0 0,0 0 0,0 1 0,0-1 0,0 0 0,1 0 0,-1 0 0,1 0 0,1 4 0,-1-6-52,0 0 0,0 0 1,0 0-1,0 0 0,1 0 1,-1 0-1,0 0 0,1 0 1,-1 0-1,0 0 0,1-1 1,-1 1-1,1-1 0,-1 1 1,1-1-1,-1 1 0,1-1 1,-1 0-1,1 0 0,0 0 1,2 0-1,5 1 20,1 0-1,0 0 1,-1-1-1,1-1 1,0 1-1,-1-2 1,1 1-1,-1-1 1,1-1-1,-1 0 1,0 0-1,0-1 1,0 0-1,0 0 1,10-8-1,3-5-393,0-1 0,27-29 0,33-49-4015,-33 25-380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6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7860,'0'0'6661,"-7"9"-5978,2-3-540,1 0 0,-1 0 0,2 0 0,-1 1 0,1-1 1,-1 1-1,2 0 0,-1 0 0,1 0 0,0 0 0,1 0 0,-2 13 0,3 85 1313,5-1 0,19 113 0,1 4-256,-17-98-747,-3-28-166,21 120 0,-20-190-242,-6-24-45,1 0 0,-1 0 0,0 0 0,0 0 0,1 0 0,-1 0 0,0 0 0,1 0 0,-1-1 0,1 1 0,-1 0 0,1 0 0,0 0 0,-1-1 0,1 1 0,0 0 0,0 0 0,0 0 0,0-6-107,-1-71-1524,0-103-9090,0 125 2133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 2577,'0'0'7059,"3"-2"-5551,-2 2-1446,-1 0-1,0-1 1,1 1 0,-1 0 0,1 0 0,-1-1 0,1 1 0,-1 0-1,0 0 1,1 0 0,-1-1 0,1 1 0,-1 0 0,1 0-1,-1 0 1,1 0 0,-1 0 0,1 0 0,-1 0 0,1 0-1,-1 0 1,1 0 0,-1 0 0,1 1 0,-1-1 0,1 0 0,-1 0-1,1 0 1,-1 0 0,0 1 0,1-1 0,2 23 1704,-3-20-1715,-3 112 2217,0-40-533,8 83 0,-3-136-1457,1 0 0,1 0 0,1-1 0,1 0 1,0 0-1,2 0 0,0-1 0,16 25 0,-23-41-255,1 0-1,0-1 1,1 1-1,-1-1 1,1 1-1,0-1 1,-1 0-1,1 0 1,1 0-1,-1-1 0,0 1 1,1-1-1,-1 0 1,1 0-1,0 0 1,0 0-1,-1 0 1,1-1-1,1 0 1,-1 0-1,0 0 1,0 0-1,0-1 1,0 1-1,8-1 1,-9-1-10,0 1 0,0-1 1,0 1-1,0-1 0,0 0 1,0 0-1,0 0 1,0-1-1,0 1 0,-1-1 1,1 0-1,-1 1 1,1-1-1,-1 0 0,1 0 1,-1-1-1,0 1 0,0 0 1,0-1-1,0 1 1,-1-1-1,3-4 0,4-8-8,-1 0-1,-1-1 0,5-16 1,-9 25-24,9-32-650,-2 0 0,-1-1 0,-2 1-1,-2-1 1,-2-1 0,-3-49 0,0 83 509,0 0 0,-1 0 0,1 0 0,-1 0 0,-1 0 0,1 0 0,-1 0 1,-1 1-1,1-1 0,-1 1 0,0 0 0,0 0 0,-1 1 0,0-1 1,0 1-1,0 0 0,0 0 0,-1 1 0,0-1 0,0 1 0,-13-6 1,5 3 167,-1 0 1,0 1-1,0 1 1,0 0 0,-1 1-1,1 1 1,-1 1-1,0 0 1,-18 0 0,25 2-211,4 0 365,1 0 0,-1 0 0,1 0 0,-1 0 0,1 1 0,-1 0 0,-7 2 0,11-2-333,-1 0 0,1 0 0,0 0 0,0 0 0,-1 0 0,1 0 0,0 1 0,0-1 0,0 0 0,1 1 0,-1-1 0,0 0 0,0 1 1,1-1-1,-1 1 0,1-1 0,-1 1 0,1 0 0,0-1 0,-1 1 0,1-1 0,0 1 0,0 0 0,0-1 0,1 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6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11781,'0'0'8639,"-15"31"-8108,1-4-392,-2 5 59,0 1 1,3 1-1,0 1 1,-10 49-1,19-67-85,-4 19 241,2-1 1,1 1 0,0 40-1,12-84-684,47-110-536,12-21-1240,-64 135 2026,0 1 0,0 0 0,0 0 0,1 1 1,-1-1-1,1 0 0,-1 1 0,1 0 1,0-1-1,0 1 0,0 0 0,0 1 0,7-4 1,-8 5 96,0-1 1,0 0 0,0 1 0,1 0-1,-1-1 1,0 1 0,1 0 0,-1 0-1,0 0 1,0 1 0,1-1 0,-1 1-1,0-1 1,0 1 0,1 0 0,-1-1-1,0 1 1,0 0 0,0 0 0,0 1-1,0-1 1,0 0 0,2 4 0,8 8 312,-1 0 0,0 2 0,-1-1 1,11 23-1,-17-29-237,20 34 159,-3 2-1,-2 0 0,-1 1 0,-3 1 0,-1 1 0,-3 0 0,-2 0 0,6 77 0,-15 149 64,0-247-303,-2 0 0,-1-1 0,-2 1 0,0-1 0,-1 1 0,-17 41 0,19-59-32,0 0-1,0 0 1,0 0-1,-1-1 0,0 1 1,-1-1-1,0 0 1,0-1-1,0 0 1,-1 0-1,1 0 1,-2 0-1,1-1 1,0-1-1,-1 1 1,0-1-1,0 0 1,0-1-1,-1 0 1,1 0-1,-1-1 1,0 0-1,-11 1 1,13-2-26,0-1 0,0 0 0,0-1 1,1 1-1,-1-1 0,0 0 0,0-1 0,0 0 1,1 0-1,-1 0 0,1-1 0,-12-6 0,10 3-50,-1 0-1,1 0 1,1-1-1,-1 0 1,1 0-1,1 0 1,-1-1-1,-6-11 1,3 3-115,1-1-1,1-1 1,0 0-1,1 0 1,1 0 0,1-1-1,0 0 1,2 0 0,-2-20-1,3 17 113,1 1-1,1-1 1,1 0-1,4-22 1,-3 33 100,1 1 1,0-1 0,1 1-1,0 0 1,0 0-1,1 0 1,0 1-1,1 0 1,0 0-1,8-9 1,7-5 45,0 0 1,2 2-1,0 1 1,2 1-1,29-18 0,-5 9-2425,99-43 1,-91 49-3389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13 4482,'0'0'7916,"-4"-2"-6889,-16-8 5104,25 10-6096,0 0 0,-1 1 0,1-1 0,0 1-1,-1 0 1,1 1 0,-1-1 0,0 1 0,1 0 0,-1 0 0,4 2 0,7 4 55,112 59 305,193 135 0,91 118 104,-245-177-198,277 307 1,-433-438-288,72 91 155,-72-88 5,0 0 0,-1 1 0,-1 0 0,12 33 1,-18-44-241,-1 0 1,0 0-1,0 1 1,0-1 0,-1 0-1,0 0 1,0 1 0,0-1-1,-2 8 1,2-13 1,0 1 0,0-1-1,-1 0 1,1 0 0,0 0 0,-1 1 0,1-1-1,0 0 1,0 0 0,-1 0 0,1 0 0,0 0-1,-1 0 1,1 1 0,0-1 0,-1 0 0,1 0-1,-1 0 1,1 0 0,0 0 0,-1 0 0,1 0-1,0-1 1,-1 1 0,1 0 0,0 0 0,-1 0-1,1 0 1,0 0 0,-1 0 0,1-1 0,0 1 0,0 0-1,-1 0 1,1 0 0,-1-1 0,-11-11-3057,-1-18-2855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2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737 101 4226,'0'0'7857,"0"-14"-6870,3-46-88,-2 36 952,0 21-694,-1 5-48,2 20-194,21 709 2388,-20-700-3161,8 68 407,-10-96-512,4 15 203,-5-17-226,0-1 0,1 1-1,-1-1 1,0 1 0,0-1 0,1 1-1,-1-1 1,1 1 0,-1-1-1,0 0 1,1 1 0,-1-1 0,1 0-1,-1 1 1,1-1 0,-1 0 0,0 0-1,1 1 1,-1-1 0,1 0 0,0 0-1,-1 0 1,1 0 0,-1 0 0,2 0-1,-2 0-10,0 0 0,0 0 0,1 0 0,-1 0-1,0 0 1,0 0 0,0 0 0,0 0 0,1 0-1,-1 0 1,0 0 0,0 0 0,0-1-1,0 1 1,1 0 0,-1 0 0,0 0 0,0 0-1,0 0 1,0-1 0,0 1 0,1 0 0,-1 0-1,0 0 1,0 0 0,0-1 0,0 1-1,0 0 1,0 0 0,0 0 0,0-1 0,0 1-1,0 0 1,0 0 0,0 0 0,0-1 0,0 1-1,0 0 1,0 0 0,0 0 0,0-1-1,0 1 1,0 0 0,0 0 0,0 0 0,-1-1-1,1 1 1,0-2 0,0-148-1252,0 144 1114,-1-1 0,1 1 1,-2 0-1,1 0 0,-1 0 0,0 0 0,0 0 1,0 0-1,-7-11 0,3 7-81,-1 0 0,0 0 1,-1 1-1,-16-16 0,9 11-106,-2 1 1,0 1-1,0 0 1,-1 1-1,-35-15 0,22 14 34,1 3-1,-1 0 0,-1 2 0,0 1 0,0 2 1,0 1-1,-44 2 0,59 1 287,6-1 3,1 1 0,-1 0 1,0 0-1,1 1 0,-1 1 0,1 0 0,0 0 0,-1 1 0,1 0 0,-10 6 1,7-2 0,-1 2 0,2-1 0,-1 2 0,1 0 0,-20 22 1,26-26 19,0 1 0,1 0 0,-1 0 1,2 1-1,-1-1 0,1 1 0,0 0 1,1 1-1,0-1 0,0 0 0,-2 18 1,3-13 163,1-1 0,1 1 0,0-1 0,4 24 0,-3-29-75,1-1 0,0 1-1,0-1 1,0 0 0,1 0-1,0 0 1,1 0-1,-1 0 1,1-1 0,8 10-1,-4-6 39,1-1 0,0 0 0,1 0 0,0-1 0,0 0 0,0-1 0,1 0 0,0-1 0,0 0 0,1 0 0,-1-1 0,16 3 0,3-2 122,0-1 1,1-1 0,53-3-1,-74 0-273,0-1 0,0 0 0,0 0 0,0-1 0,0-1 0,-1 1 0,1-2-1,-1 1 1,0-1 0,0-1 0,0 1 0,0-1 0,-1-1 0,0 0 0,0 0 0,0-1 0,11-12 0,-17 16-233,0 0 0,1 0 0,-1 0 0,-1-1 0,1 1 1,0-1-1,-1 1 0,0-1 0,1 1 0,-1-1 0,0-6 0,1-26-6687,-2 15-1426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1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6035,'0'0'5173,"7"-19"-3794,-6 16-1029,0-1 0,-1 1 0,1 0 1,-1-1-1,1 1 0,-2-6 0,1 5 139,0 3-139,2 11-740,19 135 391,-5-25 955,56 208 0,-61-310-272,-7-12-1810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16 9636,'0'0'2369,"-4"-16"-4145,21 44-1618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397 247 7732,'0'0'5768,"1"-14"-5459,2-109 110,-3 121-409,0-1 0,0 1 0,0 0 0,-1-1 0,1 1 0,0 0 0,-1 0 0,0-1 0,1 1 0,-1 0 0,0 0 0,0 0 0,0 0-1,-1 0 1,0-2 0,-2 0 9,-1 0 0,1 1 0,0 0 0,-1 0 0,-6-4 0,2 2 9,9 5-26,-8-6-15,0 1-1,0 0 1,-1 1-1,1 0 1,-1 0-1,0 1 1,0 0-1,0 1 1,0 0-1,-1 0 1,-14-1-1,2 3-38,8 0 82,1 0 0,-1 0 0,-19 5 0,28-4-23,1 0 1,-1 0-1,1 1 0,0 0 1,-1 0-1,1 0 0,0 1 1,0-1-1,1 1 1,-1 0-1,0 0 0,1 0 1,-6 7-1,3-2 8,1 0 0,1 0 0,-1 0 0,1 0 0,1 0-1,0 1 1,0 0 0,0 0 0,1 0 0,-1 13 0,0 11 276,1 51 0,3-53-13,-1 13 276,3-1 0,1 0-1,10 46 1,-9-68-318,1-1-1,0 0 1,2 0 0,0 0-1,1-1 1,1 0 0,0-1-1,18 22 1,-24-34-191,1 0 0,0-1-1,1 0 1,-1 0 0,1-1 0,0 0 0,0 0 0,0 0 0,1 0-1,-1-1 1,1 0 0,0-1 0,0 1 0,0-1 0,11 1 0,-12-2-34,0-1 0,0 0 0,0 0-1,0 0 1,0-1 0,0 1 0,0-2 0,0 1 0,0-1 0,0 0 0,-1 0 0,1 0 0,0-1 0,-1 0 0,0 0 0,0 0 0,0-1 0,7-6 0,4-6-396,-1-1 0,-1 0 0,0-2 0,-1 1-1,-1-2 1,-1 0 0,-1 0 0,-1-1 0,0 0 0,-2 0 0,0-1 0,-2 0 0,0 0 0,-1-1 0,1-37 0,-4 18-767,0 28 960,0-1 0,-1 1 0,-1-1-1,0 1 1,-1-1 0,0 1 0,-2 0 0,-6-21 0,4 19 177,-4-8 972,10 23-814,-1 0 0,1 1 0,-1-1 1,0 0-1,1 0 0,-1 1 0,0-1 1,1 1-1,-1-1 0,0 0 0,0 1 1,1 0-1,-1-1 0,0 1 1,0-1-1,0 1 0,0 0 0,0 0 1,0-1-1,1 1 0,-1 0 0,-2 0 1,3 0 272,-2 6-358,1 0 1,-1 1-1,1-1 1,1 0-1,-1 1 0,1-1 1,0 1-1,2 10 1,-1 11 84,-1 63 613,18 143-1,10-53 136,6 279 0,-33-420-750,0-21 34,-1 0 0,-3 32 0,2-46-152,0 0-1,0-1 1,0 1-1,-1 0 1,0-1-1,0 1 1,0-1-1,0 0 1,-1 0-1,1 0 1,-1 0 0,0 0-1,0 0 1,-1-1-1,-3 5 1,-1-3-26,1 0 0,-1 0 0,0-1-1,0 0 1,-1 0 0,1-1 0,-1 0 0,1 0 0,-15 1 0,-3 0-233,-1-2 0,-26-1 0,37-1-89,-1-1 1,1-1 0,0 0-1,0-1 1,0-1 0,1 0-1,-1-1 1,1-1 0,-15-8-1,22 10-16,-1-1-1,1 0 1,0-1-1,0 0 1,1 0-1,0-1 1,0 0-1,0 0 1,1-1-1,0 1 1,0-2-1,1 1 0,0 0 1,1-1-1,-7-18 1,7 15-1198,1-1 1,-1-18-1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3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50 3522,'0'0'5503,"-1"-8"-4339,-8-33 1333,9 45-2185,11 300 3266,-2-79-2298,-9-190-1174,-1-24-78,1-1 0,0 1 1,1 0-1,0-1 1,0 1-1,5 15 0,1-18 49,-7-8-94,0 0 0,1 0 0,-1 0-1,0 0 1,0 0 0,0 1 0,0-1-1,0 0 1,0 0 0,1 0 0,-1 0-1,0 0 1,0 0 0,0 0 0,0 0 0,0 0-1,1 0 1,-1 0 0,0 0 0,0 0-1,0 0 1,0 0 0,0 0 0,1 0-1,-1 0 1,0 0 0,0 0 0,0 0 0,0 0-1,1 0 1,-1 0 0,0 0 0,0 0-1,0 0 1,0 0 0,0 0 0,0-1-1,1 1 1,-1 0 0,0 0 0,0 0-1,0 0 1,0 0 0,0 0 0,0-1 0,0 1-1,0 0 1,0 0 0,0 0 0,1 0-1,-1 0 1,0-1 0,0 1 0,0 0-1,0 0 1,0 0 0,0 0 0,0 0 0,0-1-1,0 1 1,0 0 0,0 0 0,0 0-1,-1-1 1,1-71-6463,0 16-3004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3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11045,'0'0'2865,"41"28"-12741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4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41 7571,'0'0'6027,"-2"-7"-5352,-5-20-40,4 21 362,2 8-559,0 8-317,21 313 602,15 115 735,-11-89 176,-22-332-1511,-2-8 14,1 1 0,0-1 0,0 0 0,1 0 0,1 0 0,-1 0 0,6 12 0,-1-18-1834,-72-111-9204,48 72 6435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4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12774,'0'0'6691,"204"0"-5939,-139-3-368,1-3-336,-4 0-48,-7 6-400,-7 0-1361,-3 0-1456,3 0-4082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410 160 6227,'0'0'6512,"0"-10"-5954,0-31 63,-1 38-427,1 1-1,-1-1 1,1 0-1,-1 1 1,0-1-1,0 1 1,0-1-1,0 1 1,0-1-1,-1 1 1,1 0-1,-1 0 0,0 0 1,1 0-1,-5-4 1,2 3-100,-1-1 1,1 1 0,-1 0-1,0 0 1,-6-3-1,0 2-73,0 1-1,-18-5 1,-20-5 120,35 8-154,-1 2 1,-1 0-1,1 1 0,0 0 0,-1 1 1,1 1-1,-1 0 0,-19 4 0,31-3 16,0 0 0,0 0 0,0 0 0,1 1 0,-1-1 0,0 1 0,1 0 0,-1 0 0,1 1 0,0-1 0,0 1 0,0 0 0,0-1 0,0 1 0,1 0 0,-4 6 0,1-3 5,1 0 0,1 0 0,-1 1 0,1-1 0,1 1 0,-1 0 0,1 0 0,-2 9 0,0 25 383,1 0-1,5 60 1,-1-26 499,-1-47-541,3 80 878,-2-91-1020,1-1 0,1 0 1,1 1-1,7 21 0,-9-33-154,0 0 0,-1-1 0,2 0 0,-1 1-1,0-1 1,1 0 0,0 0 0,0 0 0,7 6-1,-8-8-41,1 0-1,-1-1 1,1 1 0,0-1-1,0 0 1,0 0-1,-1 0 1,1 0-1,0-1 1,0 1-1,0-1 1,0 1-1,0-1 1,1 0-1,-1 0 1,5-2-1,-3 2-8,0-1-1,-1 0 0,1 0 0,-1-1 1,0 1-1,1-1 0,-1 0 1,0 0-1,0-1 0,0 1 0,5-5 1,2-3-25,0 0 0,12-17 1,-22 26 21,36-44-718,-2-2 1,55-94-1,-78 118 245,-1 0 0,-1 0 1,-1-1-1,-1-1 0,-1 1 0,-1-1 0,-2-1 1,0 1-1,0-29 0,-4-24-78,-1 78 585,1 0 0,0 0 0,-1-1 0,1 1 1,0 0-1,-1 0 0,1 0 0,0 0 0,-1 0 0,1 0 0,-1 0 0,1 0 1,0-1-1,-1 1 0,1 0 0,0 1 0,-1-1 0,1 0 0,-1 0 0,1 0 1,0 0-1,-1 0 0,1 0 0,0 0 0,-1 0 0,1 1 0,0-1 1,-1 0-1,1 0 0,0 1 0,-1-1 0,1 0 0,0 0 0,0 1 0,-1-1 1,1 0-1,0 1 0,0-1 0,0 0 0,-1 1 0,1-1 0,0 1 0,-5 16 309,2 1 0,0 0 0,1 0 0,0 27 0,0-5 166,-2 179 1396,4-159-1599,0-50-268,1 0 0,0 0 1,0 0-1,1 0 1,0 0-1,6 16 0,-6-21-200,0 0-1,1 0 0,0 0 1,0 0-1,0 0 0,1-1 0,-1 1 1,1-1-1,0 0 0,0 0 0,1 0 1,-1-1-1,6 4 0,-8-6-338,0 0 0,1-1 0,-1 1 0,0 0 0,1-1 0,-1 0 0,0 1 0,1-1 0,-1 0 0,0 0 0,1 0 0,-1-1 0,0 1 0,1 0 0,-1-1 0,4-1 0,17-11-5160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5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4 181 5475,'0'0'8638,"0"-28"-7704,-3-124 629,3 152-1309,0 6-230,45 905 4853,-3-577-4050,-39-316-814,1-1 0,0 0 0,1 0 0,1 0 0,1 0 0,0-1 0,14 22 0,-19-35-48,0 0-1,0 0 1,1 0 0,-1-1 0,0 1 0,1 0 0,0-1 0,0 0-1,-1 0 1,1 1 0,1-2 0,-1 1 0,0 0 0,0-1 0,1 1-1,-1-1 1,1 0 0,-1 0 0,1-1 0,-1 1 0,1-1-1,7 1 1,-10-1-50,0-1-1,0 1 1,0 0-1,0 0 1,0-1-1,0 1 1,0 0-1,-1-1 1,1 1-1,0-1 1,0 0-1,0 1 1,0-1-1,0 0 1,-1 1-1,1-1 1,0 0-1,-1 0 1,1 0-1,-1 1 1,1-1-1,-1 0 1,1 0-1,-1 0 1,1 0-1,-1 0 1,0 0-1,0 0 1,1 0-1,-1 0 1,0 0-1,0-2 1,1-42-3101,-2 31 1430,1-30-5293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7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1348 78 544,'0'0'5211,"19"-13"-4718,58-39-95,-74 50-367,1 0 1,-1 0-1,1 0 1,-1 0-1,11 0 9192,-18 2-9173,1 0-1,-1 1 1,1 0-1,0 0 1,-1 0 0,1 0-1,0 0 1,0 1-1,0-1 1,0 1 0,0 0-1,0 0 1,-5 4-1,-34 38 70,27-27-73,-48 57 186,4 2 0,-84 140 1,-74 186 176,163-297-320,-499 886 429,284-560 517,260-414-990,9-15-193,5-5-16,8-9-451,-1 0 0,19-24 0,-19 21-1581,1 1 0,20-19 0,-16 22-3086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72 7764,'0'0'7069,"7"-4"-6743,16-7-258,1 0-1,1 1 1,0 2-1,0 1 1,0 0-1,1 2 1,0 1 0,29-1-1,-52 5-69,1 0-1,-1 0 0,1 0 1,-1 1-1,1-1 1,-1 1-1,0 0 1,1 0-1,-1 0 0,0 0 1,0 1-1,1-1 1,-1 1-1,0 0 0,3 3 1,-2-1 3,-1 0 1,1 0 0,-1 1-1,0 0 1,0 0 0,0 0-1,-1 0 1,4 10 0,8 26 293,-2 0 0,-2 1 0,-1 1 0,3 53 0,-1 176 1336,-11-238-1453,2 224 1022,-2-255-1157,2 21 183,-2-23-216,0-1 0,0 1 1,0 0-1,0-1 0,1 1 1,-1-1-1,0 1 0,0 0 1,0-1-1,1 1 1,-1-1-1,0 1 0,1-1 1,-1 1-1,0-1 0,1 1 1,-1-1-1,1 1 0,-1-1 1,1 0-1,-1 1 0,1-1 1,-1 0-1,1 1 0,-1-1 1,1 0-1,-1 0 0,1 1 1,0-1-1,0 0-3,-1 0 0,1 0 0,-1 0 0,0 0 0,1 0 0,-1 0 0,0 0 0,1-1 0,-1 1 0,0 0-1,1 0 1,-1 0 0,1 0 0,-1-1 0,0 1 0,0 0 0,1 0 0,-1-1 0,0 1 0,1 0 0,-1-1 0,0 1 0,0 0 0,0-1 0,1 1-1,3-16 142,0-34-46,-4-98 0,-1 133-124,1 7-30,-1 0 1,0 0-1,0 1 1,-1-1-1,0 0 1,0 1-1,-1-1 1,0 1-1,0 0 1,0 0 0,-1 0-1,-1 0 1,1 1-1,-1-1 1,0 1-1,0 1 1,-1-1-1,0 1 1,0-1-1,0 2 1,0-1-1,-1 1 1,0 0-1,-14-6 1,0 2-170,0 1 1,0 0-1,-1 2 0,0 1 1,0 0-1,0 2 0,-37 0 1,33 2 97,-2 0-60,-32 3 1,50-2 164,1 1 0,0 0 1,-1 0-1,1 1 0,0 1 0,1-1 1,-12 7-1,11-5 50,1 0 0,-1 1-1,1 0 1,1 1 0,-1-1 0,1 1 0,0 1-1,0-1 1,1 1 0,0 0 0,1 1-1,0-1 1,0 1 0,1 0 0,0 1 0,0-1-1,1 0 1,1 1 0,-1 0 0,1 0-1,1 0 1,0 13 0,0-11 118,0-6-13,1 1-1,0-1 1,0 0-1,1 0 1,-1 0-1,4 12 1,-3-16-115,0-1 0,0 1 0,0 0 0,0 0 0,0-1 0,1 1 0,-1-1 0,1 1 0,-1-1 0,1 1 0,-1-1 0,1 0 0,0 0 0,-1 0 0,1 0 0,0 0 0,0 0 0,0 0 1,0-1-1,0 1 0,0-1 0,0 1 0,0-1 0,4 0 0,7 2 22,0-1-1,1 0 1,-1-1 0,1-1 0,-1 0-1,0 0 1,1-2 0,-1 0 0,0 0-1,-1-1 1,1-1 0,0 0 0,-1 0-1,12-8 1,20-15-416,41-35 1,-5-5-3037,-27 21-1336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8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71 144 9012,'0'0'4199,"-3"-15"-3185,-10-43 13,12 57-939,1 0-1,-1 0 1,1 0 0,-1 0-1,0 0 1,1 0-1,-1 0 1,0 0-1,0 1 1,0-1-1,0 0 1,0 0 0,0 1-1,0-1 1,0 0-1,0 1 1,0-1-1,0 1 1,0-1-1,0 1 1,0 0 0,-1-1-1,1 1 1,0 0-1,0 0 1,0 0-1,-1 0 1,1 0-1,0 0 1,0 0 0,0 1-1,-1-1 1,1 0-1,-2 1 1,-2 0-69,4 0-10,0 0 0,0 0 0,1 0-1,-1 0 1,1 0 0,-1 0 0,1 0-1,-1 0 1,1 0 0,-1 0 0,1 0-1,0 0 1,-1 1 0,1-1 0,0 0-1,0 0 1,0 0 0,0 0-1,0 1 1,1 0 0,-2 3 42,-3 240 2369,5-153-1588,-1-59-549,3 118 764,-1-126-897,1-1 0,1 0-1,1 0 1,8 23 0,-12-44-137,0-1 0,0 1 1,0-1-1,0 0 0,1 1 0,-1-1 1,1 0-1,1 2 0,-2-3-12,-1-1 0,1 1-1,-1-1 1,1 0-1,0 1 1,-1-1-1,1 0 1,-1 1-1,1-1 1,0 0 0,-1 0-1,1 0 1,-1 0-1,1 1 1,0-1-1,-1 0 1,1 0-1,0 0 1,-1 0-1,1-1 1,0 1 0,-1 0-1,1 0 1,0 0-1,-1 0 1,1-1-1,-1 1 1,1 0-1,0-1 1,-1 1 0,1 0-1,-1-1 1,1 1-1,-1-1 1,1 1-1,-1-1 1,1 1-1,0-1 1,3-6-5,1 0 0,-1 0 0,0 0 0,0-1 0,-1 1 0,0-1 0,-1 0 0,1 0 0,0-9 0,2-2-15,36-141-607,10-32-1353,-35 138 275,35-75 0,-42 110 1176,1 0 0,18-26-1,-26 41 499,1 0 0,0 0 0,-1 1 0,2 0 0,-1-1 0,0 1 0,1 0 0,-1 1 0,1-1-1,0 0 1,0 1 0,0 0 0,0 0 0,0 0 0,0 1 0,1-1 0,7 0 0,-7 1 129,-1 1 1,1 0 0,-1 0 0,1 0-1,0 1 1,-1-1 0,1 1 0,-1 0-1,1 1 1,-1-1 0,0 1 0,0 0-1,1 0 1,4 3 0,-4 0 34,0 0-1,0 0 1,0 0 0,-1 0-1,0 1 1,0-1 0,0 1 0,-1 0-1,3 7 1,8 17 410,-1 1 0,-2 0 0,8 38 1,14 102 928,-1-4-724,-25-139-717,10 36-13,-16-63 9,1 3-171,-1-15-449,6-169-5176,0 104 960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9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87 171 7571,'0'0'6339,"8"-20"-6099,24-65 22,-29 80-200,-1-1 1,1 0-1,0 1 1,0-1-1,0 1 1,1 0-1,-1 0 0,7-6 1,-8 9-19,0 1 1,0 0-1,0 0 1,0 0 0,1 0-1,-1 0 1,0 0-1,0 0 1,1 1-1,-1-1 1,0 1-1,1 0 1,-1-1-1,1 1 1,-1 0-1,0 1 1,4-1-1,-4 1-4,0-1 0,0 1 0,0 0-1,0 0 1,0 0 0,0 0 0,0 0 0,0 0-1,-1 0 1,1 1 0,0-1 0,-1 1 0,1-1-1,-1 1 1,1 0 0,-1-1 0,0 1-1,0 0 1,0 0 0,0 0 0,0 0 0,0 0-1,1 3 1,1 2 62,13 29 468,-1 1 0,-1 1 0,8 41-1,18 122 1315,-30-145-1523,1 12 116,-5-27-142,2 0 0,19 60-1,-20-90-252,-2-16-10,0-20-52,-3-15-462,-5-57 0,2 83 260,-1 1-1,-1-1 0,0 1 1,-1 0-1,0 0 1,-1 0-1,0 1 1,-9-16-1,4 13-211,0 0-1,0 0 1,-2 1-1,1 1 1,-2 0-1,-23-20 1,29 28 312,0 0-1,-1 0 1,1 1-1,-1 0 1,0 0 0,0 1-1,0 0 1,-1 1 0,1-1-1,-1 2 1,1-1-1,-1 1 1,0 0 0,0 1-1,-14 1 1,18 0 80,0 0 0,-1 1 0,1 0 0,0 0-1,1 0 1,-1 0 0,0 1 0,0 0 0,1 0 0,0 0 0,0 0 0,0 1 0,0 0 0,0-1 0,1 1 0,-1 1 0,1-1 0,0 0-1,-4 9 1,-1 2 132,1 1-1,0 0 1,1 1-1,-7 30 0,8-22 440,2 0-1,-1 52 0,4-73-485,0 1 1,0-1-1,0 1 0,1-1 0,-1 1 1,1-1-1,0 1 0,1-1 0,-1 0 0,1 1 1,3 5-1,-3-8-70,0 0 0,0 0 0,0 0 0,0 0 0,0 0 0,1 0 0,-1 0 0,1-1 0,0 0 0,-1 1 0,1-1 0,0 0 0,0 0 0,-1 0 0,1-1 0,0 1 0,0-1 0,3 1 0,4 0-15,0 0 1,0-1-1,-1 0 0,1-1 0,0 0 1,-1 0-1,1-1 0,-1-1 0,1 1 0,-1-1 1,0-1-1,0 0 0,9-5 0,5-6-475,0-1 0,-2 0-1,29-29 1,16-21-3562,-3-7-3322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2:59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8740,'0'0'4970,"1"9"-3585,83 470 4360,-35 3-3928,-25-222-1135,-19-204-622,2-1 1,15 55-1,-20-106-59,10 29 6,-12-31-9,1-1-1,0 0 0,0 1 0,0-1 0,0 0 0,0 0 0,0 0 1,0 0-1,0 0 0,0 0 0,0 0 0,1 0 0,-1 0 1,0 0-1,1-1 0,2 2 0,-4-2 1,1 0 0,-1 1 0,1-1 0,-1 0-1,1 0 1,-1 0 0,1 0 0,-1 0 0,1 0 0,-1 0 0,0 0 0,1 0 0,-1 0-1,1 0 1,-1-1 0,1 1 0,-1 0 0,1 0 0,-1 0 0,1 0 0,-1-1-1,0 1 1,1 0 0,-1-1 0,0 1 0,1 0 0,-1-1 0,0 1 0,1 0 0,-1-1-1,0 1 1,1 0 0,-1-2 0,5-9-80,-1-1 0,0 1 0,-1-1 0,-1 0-1,0-1 1,1-19 0,-2 27 33,6-220-4993,-7 198 3854,0-43-3056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9845,'0'0'6186,"0"8"-5559,0 405 4365,2-361-4423,1-1 0,14 65 0,-12-93-459,0 0 0,2-1 0,0 1 1,2-2-1,1 1 0,0-1 0,17 26 0,-24-43-105,0 0 1,1 0-1,-1 0 1,1 0-1,-1-1 1,1 1 0,0-1-1,1 0 1,-1 0-1,0-1 1,1 1-1,-1-1 1,1 0-1,0 0 1,0 0-1,0-1 1,0 0 0,6 1-1,-7-2 0,1 0 1,-1 0-1,1 0 0,-1-1 0,1 0 1,-1 0-1,0 0 0,1 0 1,-1-1-1,0 0 0,0 0 0,0 0 1,0 0-1,0-1 0,-1 1 0,1-1 1,-1 0-1,1 0 0,-1 0 1,4-6-1,6-7-21,-2-1 1,0-1 0,-1 0-1,0 0 1,6-20-1,-2 0-347,15-65 0,-22 73 7,-2-1 0,-1 1 0,-2-1 1,0 0-1,-2 0 0,-2 0 0,-5-33 0,4 52 221,-1 1 0,0 0 0,0-1-1,-1 2 1,0-1 0,-1 0 0,-1 1 0,1 0 0,-1 1-1,-1-1 1,0 1 0,0 1 0,-1 0 0,0 0-1,-16-10 1,16 11 255,-1 1-1,-1 1 1,1 0-1,-1 0 1,0 1-1,0 0 1,0 1-1,0 0 1,-1 1-1,-11-1 1,6 2 196,1 0 0,-1 2 1,-30 3-1,42-3-301,1 0-1,-1 0 1,1 0-1,-1 1 1,1-1 0,0 1-1,0 0 1,0 1-1,0-1 1,0 1-1,0-1 1,1 1-1,-1 0 1,1 1 0,0-1-1,0 0 1,0 1-1,-4 6 1,7-9-567,51-34-11491,1 10 5077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1713,'0'0'18854,"-7"23"-17606,-103 312 1148,99-300-2263,0-6-111,2 0 1,1 1 0,-5 41 0,13-69-119,-1 4 61,6-12-810,17-34 177,0-3 147,2 2 1,2 0-1,41-49 0,-61 84 508,-1 1-1,1 0 1,0 0 0,1 0 0,-1 1-1,1 0 1,0 0 0,0 0-1,0 1 1,1 0 0,-1 1-1,12-3 1,-14 4 32,-1 0 0,1 1 1,0 0-1,-1 0 0,1 0 0,0 0 1,-1 1-1,1-1 0,-1 1 0,1 0 1,-1 1-1,1-1 0,-1 1 0,0 0 1,0 0-1,0 0 0,0 0 0,0 1 1,0 0-1,0 0 0,-1 0 0,6 6 1,-2 0 103,-1 0 0,0 0 1,-1 1-1,0-1 0,0 1 0,6 21 1,-3-1 318,7 45 0,-3 38 319,-4 191-1,-8-229-638,0 2 23,-4 198 486,0-213-493,-3 0 0,-20 82 0,26-137-134,-18 56 3,17-58-19,0 0 1,0-1-1,0 1 0,-1 0 0,1-1 1,-1 0-1,-1 0 0,1 0 0,-5 5 1,6-8 0,0 1 0,0-1 0,0 0 0,0 0 0,-1 0 0,1 0 0,0 0 0,0 0 0,-1-1 0,1 1 0,0-1 0,-1 1 0,1-1 0,-1 0 0,1 0 0,0 0 0,-1 0 0,1-1 0,0 1 0,-1-1 1,1 1-1,0-1 0,-1 0 0,1 0 0,0 0 0,0 0 0,-3-2 0,0-1-6,0-1 1,1 0-1,-1 0 1,1 0-1,0-1 1,1 1 0,-1-1-1,1 0 1,-3-8-1,-2-7-161,-10-36 1,10 21-82,3 0 1,1 0 0,1 0 0,4-52-1,-1 63 243,2 0-1,1 1 1,1-1-1,2 1 1,0 0-1,1 0 1,1 0-1,2 1 0,21-38 1,1 4 74,4 3-1,1 0 1,3 3-1,2 1 1,55-50-1,-57 64-652,2 1-1,1 3 0,2 1 0,1 2 0,1 2 0,82-33 0,-64 36-5030,-26 11-6729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1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7684,'0'0'5669,"30"14"-4757,102 45-221,91 31 1078,-85-35-886,106 44 72,334 149-136,-359-140-823,335 159 86,11-24 152,127 39 98,132 50 78,-375-191-291,9-29-70,-240-61-49,-103-24-4,291 80 37,-359-85 1509,-55-6-1381,5-14-544,-1 0 1,0 0 0,1 0 0,-1 0 0,0-1 0,0 1-1,0-1 1,0 0 0,0 0 0,0-1 0,-6 1-1,-16 0-3968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2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 8260,'0'0'5506,"11"41"-3940,-1-6-1198,13 51 830,19 127 0,-14 274 2540,-28-480-3634,3 20 571,0-32-193,-2-9-550,0-3-121,-2-1 1,0 0-1,0 0 1,-2 1-1,0-1 1,-1 1-1,-1 0 1,-1 0-1,0 0 1,-11-19 0,-2 2-640,-1 0 0,-2 1 1,-1 1-1,-53-56 1,70 83 743,0 0-1,0 0 1,0 0 0,-1 1 0,0 0 0,0 0 0,0 1 0,0 0 0,0 0 0,-1 1 0,1 0-1,-11-2 1,13 4 74,-1-1-1,1 1 0,-1 0 1,1 1-1,-1-1 0,1 1 0,0 0 1,-1 0-1,1 1 0,0 0 1,-1 0-1,1 0 0,0 0 1,1 1-1,-1 0 0,0 0 0,1 0 1,-5 5-1,-4 5 36,1 0 0,1 1 0,0 0 0,1 1 0,1 0 0,0 1 0,1 0 0,1 0 0,0 1 0,-5 21 0,2 0 533,2-1 1,1 2-1,-3 66 0,10-99-475,-1 8 182,1 0 1,0 1-1,1-1 0,0 0 1,4 15-1,-4-25-224,0-1-1,0 1 1,1-1 0,0 1 0,-1-1 0,1 0 0,0 0-1,1 0 1,-1 0 0,0 0 0,1 0 0,0 0-1,-1-1 1,1 0 0,0 1 0,0-1 0,1 0 0,-1 0-1,0-1 1,1 1 0,-1-1 0,1 0 0,4 2-1,11 1 36,0-1-1,0 0 0,0-1 1,0-1-1,0-1 0,0-1 1,0-1-1,0 0 0,0-1 0,0-1 1,34-13-1,7-7-368,0-2-1,62-40 1,-76 41-534,95-56-6413,-90 47 93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7075,'0'0'7561,"0"37"-5819,0 250 1062,-1-217-2016,1 69 338,2-115-1002,0 0 0,2 0-1,10 39 1,-13-59-133,14 36 58,-14-38-65,0-1-1,0 1 1,0 0-1,0 0 0,0-1 1,1 1-1,-1-1 1,0 1-1,1-1 0,-1 1 1,1-1-1,-1 0 0,1 0 1,0 0-1,0 0 1,-1 0-1,4 1 0,-4-2-46,0 0 0,0 0-1,0 0 1,0 0-1,-1 0 1,1 0 0,0 0-1,0 0 1,0 0 0,0-1-1,-1 1 1,1 0-1,0-1 1,0 1 0,0 0-1,-1-1 1,1 1-1,0-1 1,-1 1 0,1-1-1,0 0 1,-1 1-1,1-1 1,-1 0 0,1 1-1,-1-1 1,1 0 0,-1 1-1,1-1 1,-1 0-1,0 0 1,1 0 0,-1 1-1,0-1 1,0 0-1,0 0 1,0-1 0,4-38-2115,-4 33 1658,1-53-4986,-1-2-3821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3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12662,'0'0'5138,"3"28"-8275,18-10-1922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1 560,'0'0'4941,"-4"1"-3249,-16 4 6199,18-5-7807,1 1 0,0-1 0,0 1 0,0 0 0,0-1 0,0 1 0,0 0 0,0-1 0,0 1 0,0 0 0,0 0 0,1 0 0,-1 0 0,0 0 0,1 0 0,-1 0 0,0 0 0,1 0 0,-1 0 0,1 0 0,0 1 0,-1-1 0,1 0 0,0 0 0,0 0 0,0 1-1,-1 0 1,-3 39 140,1 12 294,3 0 0,2 0 0,16 93 1,24 34 323,11 54 71,-38-155-524,-3 2 0,-4-1 0,-3 1 0,-7 86 0,2-163-382,0-1 0,-1 0-1,1 0 1,-1 0 0,1 0 0,-1 1 0,0-1-1,0 0 1,-1 0 0,1-1 0,0 1 0,-1 0-1,0 0 1,0-1 0,0 1 0,0-1 0,0 1-1,0-1 1,-1 0 0,1 0 0,-1 0 0,1 0-1,-1 0 1,0-1 0,0 1 0,0-1 0,-4 2-1,-5-1-34,0 1 0,0-2 0,0 0-1,0 0 1,-22-2 0,8 1-116,15-1 24,0 0-1,1 0 1,0 0-1,-1-2 0,1 1 1,0-1-1,0-1 1,0 0-1,1 0 1,-11-6-1,6 1-135,1 0 0,-1-1 1,1-1-1,1 0 0,-21-24 0,15 11-526,1 0 0,1 0-1,1-2 1,1 0 0,1 0-1,-18-56 1,23 54-1157,-5-40-1,4-26-4367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4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12214,'0'0'1696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6627,'0'0'7123,"-7"171"-5554,7-75 32,0 4-209,0 2 17,0-15-529,0-22-463,0-21-225,0-19-144,0-19-48,3-6-96,8-19-625,-1-31-911,0-18-1618,-6-3-2609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4274,'0'0'7171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8324,'0'0'4842,"-2"8"-4034,-5 25 327,1 0 0,-3 67 0,8 94 549,13 407 2133,-9-560-3480,14 65 1,-17-105-328,9 27 103,-9-27-112,0 0-1,1 0 1,-1-1 0,0 1-1,1 0 1,-1 0 0,1 0-1,-1-1 1,1 1 0,0 0-1,-1 0 1,1-1-1,-1 1 1,1 0 0,0-1-1,0 1 1,-1-1 0,1 1-1,0-1 1,0 1 0,0-1-1,0 0 1,1 1 0,3-4-170,-4-9-179,-1 9 278,0-159-5386,0 151 4737,0 1 0,-1 0 0,-1-1 0,0 1 0,0 0 0,-1 0 1,0 0-1,0 0 0,-1 0 0,-7-12 0,-23-37-6911</inkml:trace>
  <inkml:trace contextRef="#ctx0" brushRef="#br0" timeOffset="1">1 628 10517,'0'0'8580,"217"-16"-7572,-134-2-480,-4 2-464,4 1-64,-10-1-720,-5 10-1393,-9 0-1985,-11 6-1840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5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330 558 2897,'0'0'8295,"5"-13"-7972,20-39 119,-11 28 1586,-13 23-1810,-1 0-1,1 0 1,-1 0 0,0 0 0,1 1 0,-1-1-1,1 0 1,-1 0 0,0 0 0,0 0 0,0 0-1,1 0 1,-1 0 0,0 0 0,0 0 0,0 0-1,-1 0 1,1-1 0,-24-8 324,8 5-477,-1 0 0,1 0 1,-1 2-1,0 0 0,0 1 1,0 0-1,0 2 0,0 0 1,-29 4-1,42-3-43,0 0 0,0 0 0,0 0 0,0 1 0,0 0 0,1 0 0,-1 0 0,1 0 0,-1 0 0,1 1 0,0 0 0,0 0 0,0 0 0,0 0 0,0 0 0,1 0 0,-1 1 0,1-1 0,-3 6 0,-3 7 106,1 0 0,0 0 0,-6 22 1,-3 19 730,-11 68-1,22-92-317,2 0-1,1 1 0,4 53 1,-3-86-539,1-1 0,0 0 0,0 1 0,0-1 0,1 1 0,-1-1 0,0 1 0,0-1 0,0 0 0,0 1 0,0-1 0,0 1-1,1-1 1,-1 0 0,0 1 0,0-1 0,0 0 0,1 1 0,-1-1 0,0 0 0,1 1 0,-1-1 0,0 0 0,1 0 0,-1 1 0,0-1 0,1 0 0,-1 0 0,0 0 0,1 1 0,-1-1 0,1 0 0,-1 0 0,1 0 0,5 1 7,0 0 0,0-1 0,0 0 0,0 0 0,0 0 0,-1 0 0,1-1 0,0 0-1,0-1 1,0 1 0,-1-1 0,1 0 0,-1 0 0,1-1 0,-1 0 0,0 0 0,8-6 0,6-7-72,0 0-1,33-38 1,-44 46 23,19-21-732,-2-2 0,-1 0 0,-1-2 0,-1 0 0,27-59 0,-37 47-736,-11 43 1538,-1-2 378,0 12 371,1 322 3098,-1-305-3734,1-1 1,2 0-1,0 0 0,2 0 0,0 0 1,10 25-1,-11-41-136,-1 0 0,1 0 0,1 0 0,0 0-1,0-1 1,0 1 0,1-1 0,10 9 0,-11-11-19,1-1 0,-1 0 0,1-1 0,-1 0 0,1 0 0,0 0 0,1 0 0,-1-1 0,0 0 0,0 0-1,1-1 1,0 0 0,6 1 0,-4-2-6,-1 0-1,0 0 0,0-1 1,1 0-1,-1-1 0,0 0 1,0 0-1,0-1 0,0 0 0,-1 0 1,1 0-1,-1-1 0,0-1 1,0 1-1,0-1 0,0 0 1,5-6-1,8-9-288,-2 0-1,0-1 1,28-44-1,-3-8-1252,-4-1-1,39-102 0,-58 129 958,59-166-108,-69 180 836,-2-1-1,-2 0 1,0 0 0,0-53-1,-6 66 14,1 8-132,-1-1 0,-1 1 1,0 0-1,0 0 1,-6-21-1,6 31 69,-1-1 0,1 1 1,-1 0-1,1 0 0,-1 0 0,0 0 1,0 0-1,-1 0 0,1 1 0,0-1 0,-1 1 1,0-1-1,1 1 0,-1 0 0,0 0 1,0 0-1,0 1 0,0-1 0,-1 1 0,1-1 1,0 1-1,-1 0 0,1 0 0,-1 1 1,-6-1-1,9 0-22,-1 1 0,0-1 1,0 1-1,0 0 0,0 0 1,0 0-1,0 0 0,0 0 1,1 0-1,-1 1 0,0-1 0,0 0 1,0 1-1,0 0 0,1-1 1,-1 1-1,0 0 0,0 0 1,1 0-1,-1 0 0,1 0 0,-1 0 1,1 1-1,0-1 0,-3 3 1,2 1 5,-1 1 0,1 0 1,0 0-1,0 0 0,1 0 0,-2 13 1,-6 45 572,-1 81 0,11 70 529,0-127-761,0-28-113,2 1 0,3-1 0,14 61-1,-13-94-174,1-1-1,0-1 0,21 42 0,-21-52-73,1-1-1,0 1 1,1-2-1,1 1 0,0-1 1,22 20-1,-24-26-33,1 0 0,0-1-1,0 1 1,0-2 0,1 0-1,-1 0 1,1-1 0,1 0-1,-1-1 1,0 0 0,1-1 0,18 2-1,-20-3-14,-1-1-1,1 0 0,-1-1 1,1 0-1,-1-1 0,1 1 0,-1-2 1,0 1-1,0-1 0,0-1 1,0 0-1,-1 0 0,1 0 1,-1-1-1,12-10 0,-8 4-394,0-1 0,-1-1-1,-1 0 1,0 0 0,-1-1-1,0 0 1,-1 0 0,-1-1-1,0-1 1,-1 1 0,0-1-1,4-25 1,0-21-3935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3:06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19289,'0'0'6131,"17"0"-6227,-14 0-849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5:03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60 411 1361,'0'0'6130,"-4"1"-5313,-7 4-2,15-3 725,27-3 1792,-13 0-2462,368 1-1208,-384 0 327,0 0 1,1-1 0,-1 1 0,1-1 0,-1 0 0,0 1-1,1-1 1,-1 0 0,0-1 0,0 1 0,0 0 0,0-1-1,0 1 1,0-1 0,0 1 0,0-1 0,1-2 0,1 0 0,-1-1 1,1 1 0,-1-1-1,0 0 1,-1 0 0,4-8 0,-5 5-17,0 1 0,0 0 1,-1-1-1,0 1 1,-1-1-1,-1-12 1,-2 9-31,0 1 1,-1 1 0,1-1-1,-2 1 1,1-1-1,-2 2 1,-7-10 0,-9-15 34,12 14-416,1-1 0,1 0 0,1 0 0,-7-27 0,6 19 210,8 27 240,0 0 0,1-1 0,-1 1 0,0 0 0,0 0 0,0 0 0,0 0 0,0 0 0,0 0 0,0 1 0,0-1 0,0 0 0,0 0 1,0 1-1,0-1 0,-1 1 0,1-1 0,0 1 0,0-1 0,-1 1 0,1 0 0,0 0 0,-1-1 0,-1 1 0,-40 0 297,24 1-223,14 0-73,-1-1 1,1 1 0,0 0-1,-1 0 1,1 0-1,0 1 1,-1 0 0,1 0-1,0 0 1,1 0-1,-1 1 1,0 0 0,1 0-1,-8 6 1,-1 4 106,-1 1 0,-20 29 1,21-27-94,-11 23 21,20-32-24,0 1 1,-1-1-1,0 0 0,0 0 0,0-1 0,-1 1 0,-9 7 1,3-5 71,2 0 0,-1 1 1,1 0-1,-9 12 0,15-17-4,1 0 0,0 0-1,0 0 1,0 0 0,0 0-1,1 1 1,0-1 0,0 1-1,0 0 1,1-1 0,0 1-1,-1 11 1,2-8 32,-1 0-1,2 0 1,-1 0-1,1 0 1,1 0-1,0-1 1,0 1 0,0 0-1,1-1 1,1 1-1,-1-1 1,7 11-1,12 14 328,1-1 0,30 31 0,-40-48-262,1-1 1,0-1-1,2 0 1,-1-1 0,1-1-1,22 11 1,-26-17-135,0-1 0,0-1 0,1 0 1,0 0-1,0-2 0,-1 1 0,1-2 1,0 0-1,0 0 0,22-4 1,-27 3-94,0-1 1,-1 0 0,1-1-1,0 1 1,-1-2 0,1 1 0,-1-1-1,0 0 1,0 0 0,0-1 0,-1 0-1,0 0 1,7-7 0,-4 2-573,0 0 1,0-1-1,-1 0 1,0 0-1,-1-1 1,11-24-1,-11 17-2339,-6 8-1529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5:0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15271,'0'0'4098,"17"10"-6659,-7-10-673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5:15.7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328 311 368,'0'0'2361,"-17"-4"-2190,-55-13 32,57 14-25,1 1 1,-1 1-1,0 0 1,1 1-1,-18 1 1,-5 1-23,-31-2-285,54 0 3400,-1 0 6974,37-1-9730,25-8-293,-34 5-200,0 2 0,0-1 0,21 0 0,981 3 53,-854 9-49,-46 6-59,5 1 53,328 6 15,-184-20-48,-138-4 10,-15-7-1,3 0 5,449-1-14,681 4-3,-499-6-67,-358 6-251,164 0-341,-63 4 393,-255 3 119,108-13 147,-159 2 45,-46 1-10,26-4-20,39-2 21,420 3-23,-241-2 6,-147 4-652,138 6 439,-289 4 215,349-16 93,-200 4-108,-81-2-1,3 0 14,39 2 17,103-1 11,174 4-698,-175-8 517,2 0-29,152 8-130,-151 15 66,576-6 363,-653-13 46,15 4-137,261 9 3,23-3 1222,-309-3-606,-25 6 1054,-185-1-1759,1-5 1209,-25 3-11534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6:59.2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63 8452,'0'0'5024,"-2"-10"-4715,-2-1-192,3 7-40,-1 0 0,1-1 0,0 1-1,0 0 1,0 0 0,1-1-1,-1-6 1698,1 30-1687,0-4-78,3 36 153,2 0 1,22 94-1,-9-61 151,101 655 2855,-118-728-3129,1-3-6,51 286 1537,-52-290-1548,11 36 139,-11-38-165,0 1 0,0 0 0,1-1 0,-1 1 0,1-1 0,-1 0 1,1 1-1,0-1 0,0 0 0,0 0 0,3 2 0,-5-3-82,0-1 0,0 0 0,1 0 0,-1 0 0,0 0-1,1 1 1,-1-1 0,0 0 0,1 0 0,-1 0-1,0 0 1,1 0 0,-1 0 0,1 0 0,-1 0-1,0 0 1,1 0 0,-1 0 0,0 0 0,1 0 0,-1 0-1,0 0 1,1 0 0,-1 0 0,0-1 0,1 1-1,-1 0 1,0 0 0,1 0 0,-1 0 0,0-1 0,0 1-1,1 0 1,-1 0 0,0-1 0,0 1 0,1 0-1,-1-1 1,0 1 0,0 0 0,0-1 0,1 1-1,-1 0 1,0-1 0,0 1 0,0 0 0,0-1 0,0 1-1,0 0 1,0-1 0,0 1 0,0 0 0,0-1-1,0 1 1,0-1 0,1-27-2237,-2 23 1503,1-42-5054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6:59.6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1 165 8340,'0'0'6144,"31"-27"-5642,105-81-214,-131 105-276,0-1 1,1 1-1,-1 0 1,1 0-1,0 1 1,0-1-1,0 2 1,0-1-1,0 0 1,0 1-1,1 0 1,11 0-1,10 1 158,-1 0 0,35 6 0,-50-4-97,0 0 1,-1 2-1,1-1 0,-1 1 1,0 1-1,0 0 1,15 10-1,-4 0 37,0 0 1,-2 2-1,0 1 0,-1 0 1,-1 1-1,0 1 0,19 30 1,-24-31-8,-2 0 0,0 1 0,-1 0 0,-1 1 0,-1 0 0,-1 0 0,-1 0 0,-1 1 0,3 22 0,-5-12 285,-1 0 0,-4 43 0,1-61-297,0 0 0,-2-1 1,0 1-1,0 0 0,-1-1 0,-1 0 1,-11 22-1,6-17-40,-2-1 0,0 0 0,-1-1 0,-1 0 0,0-1 0,-26 21 0,28-26-41,-1-1 0,1 0 0,-1-1 0,-1-1-1,0 0 1,0-1 0,0 0 0,-1-1 0,-23 5 0,23-7-137,-1-1 0,0-1 0,0-1 0,-22-1 0,33 0 4,-1 1-1,1-1 0,0-1 0,-1 1 0,1-1 0,0 1 1,0-1-1,0-1 0,0 1 0,1-1 0,-1 0 0,1 0 1,0 0-1,-1-1 0,1 1 0,-3-5 0,2 0-352,0-1-1,0 0 0,1 1 1,0-2-1,1 1 0,0 0 1,1 0-1,0-1 0,0 0 1,1 1-1,-1-20 0,1-37-5552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0.2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1 506 6371,'0'0'9316,"6"0"-8190,143-4 911,-122 1-1911,-1-1 1,1-1-1,44-14 1,-49 11-112,0-1 1,0-1 0,-1-1 0,-1-1-1,36-26 1,-48 31-123,0 0 1,-1 0-1,1 0 0,-1-1 0,-1 0 0,0 0 1,0-1-1,-1 0 0,1 0 0,-2 0 0,0-1 1,0 1-1,0-1 0,-2 0 0,4-18 0,-5 20-62,0-1-1,0 1 0,-1-1 0,-1 1 0,1-1 0,-1 1 0,-1 0 0,-3-13 1,3 15 122,-1 1 1,1-1 0,-1 1 0,-1 0-1,1-1 1,-1 1 0,0 1 0,0-1 0,0 1-1,-1-1 1,-9-6 0,2 2 77,0 1 0,-1 0 0,0 0 1,0 2-1,-1 0 0,0 0 0,0 1 0,0 1 1,0 0-1,-1 1 0,0 1 0,-27-2 0,-51 4 370,90 1-391,1-1 1,-1 0 0,1 1 0,0-1 0,-1 1 0,1-1 0,0 1 0,-1 0 0,1 0 0,0 0 0,0 1 0,0-1 0,0 0-1,0 1 1,0-1 0,0 1 0,0 0 0,1 0 0,-1 0 0,1 0 0,-1 0 0,1 0 0,0 0 0,-1 0 0,1 0 0,0 0-1,0 4 1,-3 5 26,1 0 0,0 0 0,1 1 0,-1 20 0,1 98 516,2-78-297,1-11 162,2-1 1,1 1-1,3-1 0,1 0 1,14 42-1,-13-54-124,1-2-1,1 1 1,2-1-1,1-1 1,0 0-1,2-1 1,1-1-1,21 23 0,-31-39-273,0 0 0,0 0-1,0-1 1,1 0 0,0-1-1,1 0 1,-1 0-1,1 0 1,0-1 0,0-1-1,0 1 1,0-2-1,1 1 1,-1-1 0,1 0-1,-1-1 1,1 0-1,0-1 1,18-1 0,-21 0-64,1 0 0,-1-1 1,0 1-1,0-1 1,0 0-1,0-1 0,0 0 1,0 0-1,-1 0 0,12-9 1,-9 5-188,0-1 1,-1 1 0,0-2-1,0 1 1,-1-1 0,10-15-1,-7 7-763,-1-1 0,0 0 0,-1 0 0,-1-1 0,-1 0 0,-1 0 0,6-38 0,-9-12-4616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0.7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10341,'0'0'6974,"7"21"-6454,69 277 1684,-30 19-165,-23-138-933,-21-167-1013,-2-6-26,1 0 0,0 0 1,1 0-1,2 10 0,-4-16-66,2 2 47,0-7 10,-2-66-509,-6-253-3182,3 123 1346,4 192 2339,0 0 0,1 0 0,0 0-1,0 0 1,1 1 0,1-1 0,-1 1-1,1 0 1,1 0 0,-1 0 0,1 1-1,1-1 1,-1 1 0,1 0 0,1 1-1,-1-1 1,1 1 0,0 1 0,0-1-1,1 1 1,0 1 0,0-1 0,0 1-1,0 0 1,1 1 0,-1 0 0,1 1-1,0-1 1,11 0 0,-5 1 125,-1 1 0,1 1 0,29 3 0,-39-2-142,0 0 1,1 0-1,-1 0 1,0 1-1,0 0 1,0 0-1,0 0 1,0 1-1,0 0 1,-1 0-1,1 0 1,-1 0-1,0 1 1,4 3 0,1 5 19,-1-1-1,0 1 1,-1 0 0,-1 1 0,0 0 0,0 0 0,-1 0 0,-1 1 0,0 0 0,3 24 0,0 14 481,-1 81 0,-6-110-340,1 257 498,6-389-7670,3 44-1458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1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13126,'0'0'5877,"4"33"-5372,26 224 1095,-17-37 34,-6-78-1240,-4-122-760,-2-39-2710,-4-24-2371,-15-8-4846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1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53 15655,'0'0'6275,"31"-53"-8756,-10 53-1297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1.7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 12294,'0'0'6336,"2"-5"-5936,5-14-187,-7 19-208,0 0-1,0-1 1,0 1-1,1 0 1,-1 0-1,0-1 1,0 1-1,0 0 1,0-1-1,0 1 1,1 0-1,-1 0 1,0 0-1,0-1 1,1 1-1,-1 0 0,0 0 1,0 0-1,1-1 1,-1 1-1,0 0 1,0 0-1,1 0 1,-1 0-1,0 0 1,1 0-1,-1 0 1,0 0-1,0 0 1,1 0-1,-1 0 0,0 0 1,1 0-1,-1 0 1,0 0-1,1 0 1,-1 0-1,0 0 1,0 0-1,1 0 1,-1 1-1,9 10-2,0 17 76,-1 0 1,7 52-1,-5-26 119,49 378 841,-29 1-133,-17-225-348,-12-200-525,12 136 760,-9-115-503,2 1 0,15 45 0,-8-44-152,-12-30-136,-1 0-1,1 0 1,-1-1-1,1 1 1,-1 0-1,1 0 1,0 0-1,-1-1 1,1 1 0,0 0-1,0-1 1,-1 1-1,1-1 1,0 1-1,0-1 1,0 1-1,0-1 1,0 0-1,0 1 1,0-1 0,-1 0-1,1 0 1,0 0-1,0 0 1,0 0-1,0 0 1,2 0-1,-3 0-2,1 0-1,-1 0 0,0-1 0,1 1 0,-1 0 0,0 0 1,0-1-1,1 1 0,-1 0 0,0 0 0,0-1 0,1 1 0,-1 0 1,0-1-1,0 1 0,0 0 0,0-1 0,0 1 0,1 0 1,-1-1-1,0 1 0,0 0 0,0-1 0,0 1 0,0 0 1,0-1-1,0 1 0,0-1 0,0 1 0,0-1 0,3-49-2324,-2-67 0,-2 54-2754,1 6-3029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2.1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394 211 11957,'0'0'4787,"5"-9"-4603,16-27 16,-21 34-148,1 0 0,0 1 0,0-1 0,-1 0 0,1 0 0,-1 1 1,1-1-1,-1 0 0,0 0 0,0 0 0,0 0 0,0 0 0,0 0 0,0 1 0,0-1 1,-1 0-1,1 0 0,-1 0 0,1 1 0,-2-3 0,0 0-3,0 0 0,-1 1 0,0-1-1,1 1 1,-1 0 0,-5-4 0,0-1-15,3 3 4,-7-9-177,-28-23 0,35 33 93,0 1-1,-1-1 1,1 1-1,-1 0 1,1 1-1,-1-1 1,0 1-1,0 0 1,-11-2 0,-10 2 43,-42 0 0,48 2-15,17 1 15,1 0 1,0 0 0,0 0 0,-1 0 0,1 0 0,0 1 0,0 0 0,0-1 0,1 1 0,-1 0 0,0 1 0,1-1 0,-1 0 0,1 1 0,0-1 0,-4 6 0,-31 48 100,37-56-97,-9 18 134,0 0 0,2 0 0,0 1 1,1 1-1,0-1 0,2 1 1,0 0-1,0 22 0,1 24 1056,6 73 0,-2-111-794,0-13-175,0-1 0,1 0-1,0 1 1,1-1 0,1 0 0,9 22-1,-11-31-178,0 0 0,1 0-1,0 0 1,0-1 0,0 1 0,0-1-1,1 0 1,0 1 0,0-2-1,0 1 1,0 0 0,0-1 0,1 0-1,-1 0 1,1 0 0,0-1-1,0 1 1,0-1 0,0 0-1,9 1 1,-7-1-24,-1-2-1,1 1 0,0-1 1,-1 0-1,1 0 1,0 0-1,-1-1 1,1 0-1,-1-1 0,1 1 1,11-6-1,-9 3-11,-1-1-1,0 0 1,0 0-1,0 0 1,-1-1-1,1 0 1,8-11-1,4-7-175,-2-1 1,-1-1-1,0 0 0,12-31 0,-12 24-194,-2-1-1,-1 0 0,-2-2 1,-1 1-1,-1-1 0,-3 0 1,-1-1-1,-1 0 1,-1-40-1,-5 233 2814,2 183-247,0-323-2167,0 0 0,5 24 1,-5-36-50,0 0 1,0 0-1,0 0 0,1 0 1,-1 0-1,1 0 1,0 0-1,0 0 0,0-1 1,1 1-1,-1-1 1,1 0-1,0 0 0,4 4 1,-7-7-73,1 0 0,-1 1 0,1-1 0,0 0 0,-1 1 0,1-1 0,0 0 0,-1 0 0,1 1 0,0-1 0,0 0 0,-1 0 0,1 0 0,0 0 0,-1 0 0,1 0 0,0 0 0,0 0 0,-1-1 0,1 1 0,0 0 0,-1 0 0,1-1 0,0 1 0,-1 0 0,1-1 0,0 1 0,-1 0 0,1-1 0,-1 1 0,1-1 0,-1 1 0,1-1-1,-1 1 1,1-1 0,-1 1 0,1-1 0,-1 0 0,0 1 0,1-1 0,-1 0 0,0 0 0,13-31-2366,-12 28 1917,12-37-4239,1-2-2747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2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6243,'0'0'10949,"7"29"-9567,51 348 2812,-52-289-3503,-5-44-482,3 1 1,2-1-1,12 49 0,-18-92-221,1 1 0,-1 0 0,1 0 0,0-1 0,0 1 0,0 0 0,0-1 0,0 1 0,0 0 0,2 1 0,-3-3 0,0 0 0,0 0 0,0 0 0,1 0 0,-1 1 0,0-1 0,0 0 0,0 0 0,0 0 0,0 0 0,1 0 0,-1 0 0,0 0 0,0 0 0,0 0 1,0 0-1,1 0 0,-1 0 0,0 0 0,0 0 0,0 0 0,0 0 0,1 0 0,-1 0 0,0 0 0,0 0 0,0-1 0,0 1 0,1 0 0,-1 0 0,0 0 0,0 0 0,0 0 0,0 0 0,0 0 0,0 0 0,1-1 1,-1 1-1,0 0 0,0 0 0,4-16-1036,-1-102-5837,-3 44-1829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2.8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 11301,'0'0'10757,"114"-15"-11845,-90 15-1938,-10 19-2993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3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435 169 2289,'0'0'12427,"-2"-4"-11581,2 3-832,-3-7 331,0 0 0,-1-1 0,-1 2 1,1-1-1,-1 0 0,0 1 1,-1 0-1,-6-7 0,3 5-317,0 1-1,-1 0 0,0 1 0,0-1 1,-1 2-1,0 0 0,0 0 1,-1 1-1,1 0 0,-1 1 1,0 0-1,0 1 0,0 0 1,-1 1-1,1 1 0,-17-1 0,13 2 38,7 0-34,-1 0-1,1 0 1,0 1 0,-9 2-1,14-2-15,1 0-1,0 0 1,-1 0-1,1 1 1,0-1-1,0 1 0,0 0 1,1 0-1,-1 0 1,0 0-1,1 1 1,-1-1-1,1 1 1,-3 3-1,-3 6 61,1 1-1,0-1 0,1 1 0,0 0 1,1 1-1,0-1 0,2 1 1,-1 0-1,-1 21 0,0 17 476,3 65-1,3-78-208,-2-10-36,7 128 1348,-4-138-1386,1 1 0,1-1 1,1 0-1,0 0 0,17 35 0,-20-50-251,0 0 0,0-1 0,1 1-1,0-1 1,-1 1 0,2-1 0,-1 0 0,0 0-1,0 0 1,1-1 0,0 1 0,-1-1 0,1 0-1,0 0 1,0 0 0,0 0 0,0-1 0,1 1-1,-1-1 1,0-1 0,1 1 0,-1 0 0,0-1-1,1 0 1,-1 0 0,1 0 0,-1-1 0,0 1-1,1-1 1,-1 0 0,0 0 0,1-1 0,-1 1-1,0-1 1,0 0 0,0 0 0,3-3 0,4-3-39,-1-1 0,0 0 0,-1 0 0,1-1 0,-2-1 0,11-16 0,41-75-726,-44 71 235,0-2 0,-2 0 0,-1-1 0,-2 0 0,-2-1 0,0 0 0,-3-1 0,4-66 0,-10 71 1471,0 37-877,-1 161 637,3 195 1261,-2-357-1962,4 31 68,-4-34-89,0-1-1,0 1 1,1-1 0,-1 0 0,1 0 0,-1 1 0,1-1 0,0 0-1,-1 0 1,1 0 0,0 1 0,0-1 0,0 0 0,0 0 0,0 0-1,0 0 1,0-1 0,0 1 0,0 0 0,0 0 0,0-1-1,2 2 1,-2-2-64,0 0-1,0 0 1,0 0-1,0-1 1,0 1-1,0 0 1,0 0 0,0-1-1,0 1 1,0 0-1,0-1 1,0 1-1,-1-1 1,1 1-1,0-1 1,0 1-1,0-1 1,-1 0-1,1 1 1,0-1-1,-1 0 1,1 1-1,-1-1 1,1 0-1,-1 0 1,1 0-1,-1 0 1,1 0-1,-1 1 1,1-2 0,11-34-2313,-10 31 1755,12-51-6021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3.8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14823,'0'0'6541,"4"40"-5369,30 274 693,-6 335-582,-29-773-2207,3-177-1236,0 273 1921,1 0 0,1 0 0,2 0 0,0 1 0,2-1 0,16-34 0,-16 44 207,0 0 0,2 0 0,0 1 0,1 1 0,1 0 0,1 0 0,0 1 0,0 1 0,28-23 0,-31 30 98,1 1 1,0 0 0,0 0-1,0 1 1,1 0-1,0 1 1,0 0 0,21-3-1,-27 6-22,0 0 0,0 0 0,0 1-1,0-1 1,0 1 0,1 1 0,-1-1 0,0 1-1,0 0 1,0 1 0,-1 0 0,1-1 0,0 2-1,-1-1 1,1 1 0,-1 0 0,1 0 0,-1 0-1,8 7 1,-5 0 30,0 1 0,0-1 0,-1 2-1,0-1 1,-1 1 0,0 0 0,-1 0 0,-1 0 0,0 1-1,4 17 1,1 19 502,4 67 0,-12-108-507,5 167 698,-1-14-325,-3-146-692,-1-17-1021,-1-25-845,0-50-5196,0 37 380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4.1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17800,'0'0'6819,"11"9"-6931,-11-3-512,0-2-497,0 5-783,0 6-1762,-4 4-1601,-6 9-6098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4.5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16215,'0'0'7860,"7"24"-7988,-7-21-897,-14 7-10404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81 7299,'0'0'4525,"-2"-10"-3717,0-4-526,0 4 113,0 0 0,1 0 1,0-16-1,1 835 4167,1-766-4372,5 147 333,-4-159-477,2 0 1,1-1-1,18 57 1,-22-83-31,1-1 1,0 1-1,-1 0 0,1-1 1,1 1-1,3 4 1,-6-7-74,1 0 0,0 0 0,-1-1 0,1 1 0,0-1 0,0 1 0,-1 0 0,1-1 0,0 1 0,0-1 0,0 1 0,0-1 0,0 0 0,-1 1 0,1-1 0,0 0 0,0 0 0,0 0 0,0 0 0,0 0-1,0 0 1,0 0 0,0 0 0,0 0 0,0 0 0,0 0 0,0 0 0,0-1 0,1 1 0,-2-1-26,1 1 0,-1 0 0,0-1 0,1 1-1,-1 0 1,0-1 0,1 1 0,-1-1 0,0 1 0,0-1-1,1 1 1,-1 0 0,0-1 0,0 1 0,0-1-1,0 1 1,0-1 0,0 1 0,0-1 0,0 1-1,0-2 1,3-31-3252,-2-9-2977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8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14102,'0'0'1265,"204"84"-673,-84-72-63,22-12-337,-1 0-192,-13-12-112,-21-13-1633,-38 6-1441,-28 4-3377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53 9060,'0'0'6094,"-2"12"-5764,-5 35 342,2 0-1,3 0 1,6 90-1,33 147 1985,-33-257-2385,1-1 0,2 0 0,0-1 0,18 40 0,-23-61-236,0 0 0,0-1 1,0 1-1,1-1 0,0 1 1,-1-1-1,1 0 0,1 0 0,-1 0 1,0 0-1,1 0 0,6 3 1,-7-5-28,0 0 1,0 0 0,-1 0-1,1 0 1,0-1 0,0 1-1,0-1 1,0 0 0,-1 1-1,1-1 1,0-1 0,0 1-1,0 0 1,0-1 0,0 0-1,-1 1 1,1-1 0,0 0-1,4-3 1,-1 0-9,0 0 0,1 0 0,-2-1 0,1 0 0,0 0 0,-1 0 0,0-1 0,7-11 0,33-57-151,-43 70 134,28-51-766,-3-1 0,29-91-1,-43 105 197,-2 0-1,-2-1 1,-2 0-1,3-65 0,-10-12-396,-5 87 1085,4 32-32,1 0-1,0 0 1,-1 0-1,1 0 1,0 0-1,-1 0 1,0 0 0,1 1-1,-1-1 1,1 0-1,-1 0 1,0 1-1,1-1 1,-1 0-1,0 1 1,0-1-1,0 1 1,1-1-1,-1 1 1,0-1-1,0 1 1,0 0 0,0-1-1,0 1 1,0 0-1,0 0 1,0 0-1,-1 0 1,1 0-76,1 1 1,-1 0-1,1 0 1,-1 0-1,1-1 0,0 1 1,-1 0-1,1 0 1,0 0-1,0 0 0,-1 0 1,1 0-1,0 0 1,0 0-1,0 0 1,0-1-1,1 1 0,-1 2 1,0-2-53,0 19-1723,0 0-2789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0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350 192 8116,'0'0'7942,"-7"-9"-7571,0 0-245,4 6-69,0-1 0,0 0 0,1 1 0,0-1 0,-1 0 0,1 0 0,0-1-1,1 1 1,-1 0 0,0-7 0,0 8 33,1 0-1,0 0 1,-1 0 0,1 0-1,-1 0 1,0 0-1,0 0 1,0 0 0,-1 1-1,1-1 1,0 1-1,-1 0 1,-4-4-1,-43-23 270,26 16-331,16 8-25,-1 1-1,0-1 1,0 2 0,-1-1-1,1 2 1,-1-1 0,0 1-1,0 1 1,1-1 0,-1 2-1,-15 0 1,23 0 0,0 0 0,0 0 0,0 0 0,0 1 0,1-1 0,-1 1 0,0-1 0,0 1 0,0 0 0,0-1 0,1 1 0,-1 0 0,0 0 0,1 0 0,-1 1 0,1-1 0,-1 0 0,1 1 0,0-1 0,-1 1 0,-1 2 0,0 1 17,0 1 0,0 0 0,1 0 0,0 0 1,-3 11-1,-2 15 246,2 0 1,-3 58 0,8 70 966,1-75-500,-1-58-387,1 0-1,7 43 1,-6-61-279,0-1 0,0 1-1,1-1 1,0 0 0,1 0 0,0 0 0,0 0-1,0-1 1,1 1 0,1-1 0,10 12 0,-12-16-60,0 1 0,0-1 0,0 0 0,1 0 0,-1-1 0,1 1 0,0-1 0,0 0 0,0 0 0,0-1 0,0 1 0,0-1 0,0 0 0,0-1 0,0 1 0,1-1 0,-1 0 0,0 0 1,0-1-1,0 1 0,1-1 0,-1-1 0,0 1 0,5-2 0,1-1-17,0-1 0,0 0 0,-1-1 0,1 0 0,-1 0 0,0-1 1,-1-1-1,0 1 0,11-12 0,7-11-693,-1 0-1,-2-2 1,-1 0 0,-1-2-1,-2 0 1,-2-2 0,27-71-1,-38 78-488,-2 1-1,0-1 1,-3 0-1,0 0 1,-4-42-1,2 64 987,0 0 1,-1 0-1,0 1 0,-1-1 1,1 0-1,-1 0 1,-1 1-1,1-1 0,-8-11 1,9 16 384,0 0 0,-1 0 0,1 0 1,-1 0-1,0 0 0,0 1 0,1-1 1,-1 0-1,0 1 0,-1-1 0,1 1 1,0 0-1,0 0 0,-1 0 0,1 0 1,0 0-1,-1 0 0,1 0 0,-1 1 1,1 0-1,-1-1 0,1 1 0,-1 0 1,1 0-1,-1 0 0,1 1 0,-1-1 1,1 0-1,-1 1 0,-2 1 0,4-2-64,-1 1-1,1 0 0,0 0 1,-1 0-1,1-1 0,0 1 0,0 1 1,0-1-1,0 0 0,0 0 1,0 0-1,0 0 0,1 1 1,-1-1-1,0 0 0,1 1 1,-2 1-1,-8 30 793,8-22-574,-5 24 164,1 0 0,2 1 0,2 0 0,3 55 0,0-33-96,4 34-3,3-1-1,25 104 0,-4-28-6,-6 17-135,-1 251 0,-22-414-253,1-5 9,-1 0 0,-1 0-1,0 0 1,-7 28 0,7-41-10,0 1 0,0 0 0,-1-1 0,1 0 0,-1 1 0,0-1 1,0 0-1,0 0 0,-1 0 0,1 0 0,-1 0 0,1-1 0,-1 1 0,0-1 1,0 1-1,0-1 0,0 0 0,-1-1 0,1 1 0,0 0 0,-1-1 1,1 0-1,-1 0 0,0 0 0,-3 1 0,-3 0-56,1-1-1,-1 0 1,0-1 0,0 1-1,0-2 1,1 0 0,-1 0 0,0 0-1,1-1 1,-1-1 0,1 0-1,0 0 1,0-1 0,0 0-1,0 0 1,0-1 0,1 0-1,0-1 1,0 1 0,1-2-1,-9-8 1,1 0-315,2-1-1,0 0 1,1-1 0,1 0-1,0-1 1,1 0 0,1-1-1,-9-26 1,11 20-890,0 0 1,1 0-1,-3-40 0,4-31-4949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339 265 4114,'0'0'6587,"0"-24"-5680,-4-74-283,4 95-576,0 0 0,0-1 0,0 1 0,-1 0 0,1 0 0,-1 0 0,0 0 0,0 0 0,0 0 0,0 0 0,0 0 0,-1 0 0,1 0 0,-1 1 0,0-1 0,0 0 0,0 1 0,-3-4 0,-6-5 174,5 5-79,0 0 0,-1 0 0,0 0 0,0 1 0,-1 0 0,0 1 0,1 0 0,-2 0 0,-12-4 0,4 0 305,7 5-181,0 1-1,0 0 1,0 1-1,0 0 1,0 0-1,-1 1 1,1 0-1,-20 4 1,27-3-255,-1 0 0,1 0 1,0 0-1,0 1 1,-1-1-1,1 1 0,0 0 1,0 0-1,1 0 0,-1 0 1,0 0-1,1 1 1,-1-1-1,1 1 0,0 0 1,0-1-1,0 1 0,-2 4 1,0 1 33,0 1 1,0 0 0,1 0-1,0 1 1,-3 15 0,1 10 271,2 1 1,2 71 0,2-45 259,0-9 449,13 92 1,-10-121-771,1 0 0,1 0-1,1 0 1,2-1 0,0 0-1,13 23 1,-19-41-224,0-1 0,0 1 0,0 0 0,1-1 0,-1 0 0,1 0 0,1 0 0,-1 0 0,0-1 0,1 0-1,0 0 1,-1 0 0,1 0 0,0-1 0,11 4 0,-12-5-32,1 0 0,-1 0 0,1-1 0,-1 0 0,0 0 0,1 0-1,-1 0 1,1-1 0,-1 0 0,0 0 0,1 0 0,-1 0 0,0-1 0,0 1 0,0-1 0,0 0 0,0 0-1,0-1 1,0 1 0,-1-1 0,6-5 0,4-5-75,0-1 1,-1-1-1,-1 0 1,0-1-1,10-19 0,40-93-1701,-51 102 865,-2-1 0,0 1 0,7-56 0,-6-84-3571,-9 165 4498,0-1 43,0 1 0,0-1 0,0 1 0,0-1 1,0 1-1,0-1 0,0 1 0,0-1 0,-1 1 0,1-1 1,-1 1-1,1-1 0,-2-1 0,0 15 1261,0 165 2317,3-87-2434,10 149 881,-5-192-1846,2-1 0,2 0 0,17 49 0,-25-86-238,1 0 0,0 0 0,1 0 0,0-1 0,0 1 0,1-1-1,0 0 1,12 14 0,-16-21-17,0 0-1,0 0 0,0 0 1,0-1-1,0 1 1,0 0-1,0-1 0,0 1 1,0-1-1,0 1 0,0-1 1,0 1-1,0-1 1,1 0-1,-1 1 0,0-1 1,0 0-1,0 0 0,1 0 1,1 0-1,-2-1-12,0 1 0,0-1 1,0 1-1,0-1 0,-1 0 0,1 0 0,0 1 1,0-1-1,-1 0 0,1 0 0,0 0 0,-1 0 0,1 0 1,-1 0-1,0 0 0,1 0 0,-1 0 0,0 0 0,1 0 1,-1 0-1,0 0 0,0 0 0,0 0 0,0-2 0,2-122-4628,-3 70 985,1-11-1901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0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 9604,'0'0'7310,"-29"19"-6928,-89 64-9,114-80-337,-1 1-1,1 0 1,-1 0-1,1 0 1,1 0-1,-1 1 1,0 0-1,-3 7 1,6-10-3,0 1 1,0 0 0,0 1-1,1-1 1,-1 0 0,1 0-1,-1 0 1,1 0 0,1 4-1,-2 4 58,1-5-94,0 0 0,-1 0 0,2 0 0,-1 0 0,1 0 0,0-1 0,0 1 0,0 0 0,1 0 0,0-1 0,0 1 0,1-1 0,-1 0 0,1 1 0,0-1 0,1 0 0,-1-1 0,1 1 0,0-1 0,0 0 0,0 1 0,6 2 0,28 27-149,99 97 323,-123-116 164,-1 1-1,0 1 1,-1 0-1,-1 1 1,0 0 0,14 37-1,-22-46-117,0 0 0,-1 0 0,-1 0 0,2 19 0,-2-26-201,-1 1 0,0-1-1,0 0 1,0 1 0,0-1 0,-1 0-1,1 1 1,-1-1 0,1 0-1,-1 1 1,0-1 0,0 0 0,1 0-1,-2 0 1,1 0 0,0 0-1,0 0 1,-1 0 0,1 0 0,-1 0-1,0-1 1,1 1 0,-1 0-1,-2 1 1,-7 1 10,-1-1-1,1 1 1,0-2 0,-1 0-1,0 0 1,-21 0-1,-1-2-308,-40-5 0,55 3-140,0-2 0,0 0 0,1-1-1,0-1 1,0 0 0,-28-15 0,35 15-148,1 0 1,-1-1 0,1 0 0,1-1 0,-1 0 0,2 0 0,-1-1-1,1 0 1,0 0 0,1-1 0,-9-14 0,-3-22-4350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0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6051,'0'0'12566,"211"-3"-11798,-146 3-720,1 0-48,-8 0-1121,-3 3-2384,4-3-6964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1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777 1029 10165,'0'0'8929,"-38"-27"-7907,-126-89-419,7-8-161,125 97-404,-143-136-38,141 127-186,1-3 0,-48-73 0,73 99 142,0 0-1,0-1 0,2 0 0,0-1 1,0 1-1,1-1 0,1 0 1,1 0-1,0-1 0,1 1 0,0-1 1,1-15-1,1 17 50,0 0 6,0 1-1,1 0 1,0 0 0,3-14-1,-2 23 4,-1-1-1,1 1 1,0-1-1,0 1 1,0 0-1,0 0 1,1 0-1,0 0 1,0 0 0,0 1-1,0-1 1,0 1-1,1 0 1,0 0-1,3-3 1,0 3 18,-1 0 0,1 0 1,-1 1-1,1-1 1,0 1-1,-1 1 1,1-1-1,0 1 0,0 1 1,0-1-1,1 1 1,8 1-1,-11-1-5,-1 0-11,0 0 0,0 1 0,0 0-1,-1-1 1,1 1 0,0 0 0,-1 0 0,1 1 0,-1-1 0,1 1 0,-1 0 0,0 0 0,0 0 0,0 0-1,0 1 1,0-1 0,0 1 0,0 0 0,-1-1 0,1 1 0,-1 0 0,0 1 0,0-1 0,0 0-1,-1 1 1,3 3 0,1 7 56,-1 0 0,0-1-1,-1 1 1,0 1 0,-2-1-1,2 17 1,0 43 405,-4 1 0,-2-1 0,-18 95-1,-7-36-118,14-78-196,2 0-1,4 1 0,-3 62 1,11-117-161,-1-1 0,1 1 0,0 0 0,0 0 1,0 0-1,0 0 0,0 0 0,0 0 0,0-1 1,1 1-1,-1 0 0,0 0 0,0 0 0,1 0 1,-1-1-1,1 1 0,-1 0 0,0 0 0,1-1 1,-1 1-1,1 0 0,0-1 0,0 2 0,1-2 2,-1 0-1,1 0 0,-1 0 1,1 0-1,-1 0 0,1 0 1,-1-1-1,0 1 1,1 0-1,-1-1 0,0 1 1,1-1-1,-1 0 0,3-1 1,5-3-1,0-1 0,0 0 0,-1 0 0,1-1 0,9-10 0,40-48-34,-51 57 22,27-32-49,125-139-852,-126 146 585,1 2-1,1 1 1,47-30 0,-34 31-89,53-25 1,-75 43 219,0 0 1,0 2 0,54-12 0,-56 19-1645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2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543 188 10485,'0'0'5565,"-12"-2"-5095,6 2-462,-14-4 344,0 2-1,-1 1 1,1 0-1,-41 5 1,39 2-242,0 2 0,0 0 1,1 1-1,0 2 1,1 0-1,0 1 0,-30 24 1,36-25-6,1 1 1,1 1-1,0 0 0,1 1 1,0 0-1,1 1 1,-13 26-1,11-16-4,1 1 0,2 0-1,1 0 1,-7 35 0,4 15 285,3 1 1,4 112-1,4-188-379,0 40 244,1-1 0,2 0 0,2 0 0,16 63 0,-16-87-174,0-1 0,2-1-1,-1 1 1,2-1-1,-1 0 1,13 15-1,-13-20-25,1 0 0,0-1 0,0 0 0,1 0-1,0-1 1,0 0 0,1 0 0,0-1 0,17 7 0,-12-7-9,0 0 1,0-2-1,1 0 1,0 0-1,0-2 0,0 0 1,0-1-1,0 0 1,0-2-1,1 1 1,-1-2-1,24-5 1,-16 1-12,0-2 0,-1 0 1,0-1-1,0-1 1,-1-1-1,0-1 0,29-22 1,1-6-229,-2-2 0,-2-2 0,-2-2 0,-2-3-1,-2-1 1,62-96 0,-93 126 47,0-1 0,-1-1-1,-1 0 1,-2 0 0,0 0-1,-1-1 1,-1 0 0,-1-1-1,-1 1 1,-1-1 0,-1 1-1,-1-1 1,-2 1 0,0-1-1,-1 1 1,-1 0 0,-2 0-1,0 0 1,-11-25 0,-1 8 160,-3 1 0,-1 1 1,-2 1-1,-1 1 0,-2 2 0,-40-41 1,55 63 47,-1 0 0,0 1 0,-1 1 1,0 0-1,-1 0 0,1 2 1,-22-9-1,25 12-39,-1 1-1,0 1 1,0 0 0,0 0 0,-1 2-1,1-1 1,-1 2 0,1-1 0,0 2-1,-23 2 1,29-2-36,1 1 0,-1 0 0,0 0 0,0 0 0,1 0 0,0 1 0,-1 0 0,1 0 0,0 0 0,0 1 0,1 0 0,-1 0 0,1 0 0,0 0 0,0 1 0,0 0 0,0 0 0,-4 7 0,5-5-721,0-1 1,0 0 0,1 1-1,0 0 1,0-1 0,0 1-1,1 0 1,0 0-1,-1 12 1,2 16-8003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2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12134,'0'0'2593,"227"223"-512,-109-114-561,2 3-799,-16-7-241,-18-18 0,-24-21-352,-24-26-96,-17-18-32,-11-16-32,-10-9-2289,0-38-1008,-20-5-4451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 10005,'0'0'7774,"0"-2"-6680,0 9-972,-8 115 660,0-13-585,7 113 831,1-200-846,1 0 1,0-1 0,2 1 0,1-1-1,0 0 1,2 0 0,0 0 0,1 0-1,1-1 1,1-1 0,14 24 0,-20-38-167,0 0 0,1 0 1,0-1-1,0 1 0,0-1 1,0 0-1,0 0 0,1 0 1,0 0-1,0-1 0,0 0 1,0 0-1,0 0 0,1 0 1,0-1-1,-1 0 0,1 0 1,0-1-1,0 0 0,0 0 0,0 0 1,0-1-1,0 1 0,10-2 1,-10 0-60,1 0 0,-1 0-1,1 0 1,-1-1 0,1 0 0,-1 0 0,0-1 0,0 0 0,0 0 0,0 0 0,-1-1-1,1 0 1,-1 0 0,0 0 0,0 0 0,0-1 0,-1 0 0,7-10 0,1-1-698,-1-1-1,0 0 1,-2-1 0,0 0 0,7-21-1,-11 24-710,-1 1 0,5-25 0,-3-27-5069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3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8884,'0'0'7459,"-1"10"-7002,-1 25 283,2 1-1,7 65 1,13 133 1250,5 25-853,-23-243-1108,1-1 1,0 0-1,1 0 1,11 28-1,-14-41-48,0 0-1,0 0 1,1-1 0,-1 1-1,0 0 1,1-1-1,-1 1 1,1-1 0,0 1-1,-1-1 1,3 2 0,-3-3-32,0 1 1,0-1-1,-1 0 0,1 0 1,0 1-1,-1-1 0,1 0 1,0 0-1,0 0 1,0 0-1,-1 0 0,1 0 1,0 0-1,0 0 1,-1 0-1,1 0 0,0 0 1,0 0-1,-1 0 0,1-1 1,0 1-1,0 0 1,-1-1-1,1 1 0,0 0 1,-1-1-1,1 1 1,-1-1-1,1 1 0,0-1 1,-1 1-1,1-1 0,-1 0 1,1 1-1,-1-2 1,6-9-739,-2-1 0,0 1 1,0-1-1,-1 0 1,0 0-1,0-15 1,6-42-5143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70 423 3762,'0'0'14823,"6"21"-13930,19 77 539,13 104-1,-26-76-582,-6-55-418,21 99-1,-26-169-443,9 34 85,-10-34-94,0 0-1,1 0 0,-1 0 0,1 0 0,-1 1 0,1-1 0,-1 0 0,1 0 1,0 0-1,-1 0 0,1-1 0,0 1 0,0 0 0,0 0 0,0 0 0,0 0 0,0-1 1,0 1-1,0-1 0,0 1 0,0-1 0,2 2 0,-3-2-4,0 0 0,1 0-1,-1-1 1,0 1 0,0 0 0,1 0 0,-1 0-1,0 0 1,0 0 0,0 0 0,0 0 0,1 0-1,-1-1 1,0 1 0,0 0 0,0 0 0,0 0-1,1 0 1,-1-1 0,0 1 0,0 0-1,0 0 1,0 0 0,0-1 0,0 1 0,0 0-1,0 0 1,0 0 0,0-1 0,0 1 0,0 0-1,0 0 1,0 0 0,0-1 0,0 1-1,0 0 1,0 0 0,0-1 0,0 1 0,6-89-5920,-5 26 107</inkml:trace>
  <inkml:trace contextRef="#ctx0" brushRef="#br0" timeOffset="1">11 0 14583,'0'0'7235,"-10"0"-8964,20 19-576,-6 15-1553,-4 16-7187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3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12358,'0'0'5765,"35"-11"-5357,111-35 158,-85 33-34,-58 12-473,1 1 0,-1 1 0,0-1 0,0 0 1,0 1-1,0-1 0,5 3 0,-6-3-21,1 1-4,-1 0 0,0 0 0,0 0-1,0 0 1,0 0 0,0 0 0,-1 1 0,1-1 0,0 0 0,-1 1 0,1 0 0,0-1-1,-1 1 1,0 0 0,1 0 0,-1 0 0,0 0 0,0 0 0,0 0 0,0 0-1,-1 0 1,2 3 0,0 6 118,0-1-1,-1 1 0,0 17 1,-1-27-131,2 26 234,-3 1 0,0-1 0,-1 0 0,-2 0 0,-1-1 0,-15 51 0,-3-13-124,-36 117 290,51-150-369,2 0-1,0 1 0,-1 61 0,6-89-55,1 0-1,0-1 1,1 1-1,-1 0 1,1-1-1,-1 1 0,1 0 1,0-1-1,1 1 1,-1-1-1,0 0 1,1 1-1,0-1 0,3 5 1,-2-5-8,1 0 0,-1 0 0,0-1 0,1 0 0,-1 0 0,1 0 0,-1 0 0,1 0 0,0-1 0,0 1 0,0-1 0,7 1 0,12 2-178,1-1-1,-1-2 1,33-1 0,-24 0-292,-23 0 66,1 0 0,0-1 0,-1 0 0,1-1 0,-1 0 0,0 0 0,1-1 0,-1 0 0,0-1 0,-1 0 0,1 0 0,-1-1 0,15-11 0,10-12-5000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4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16119,'0'0'4915,"221"-44"-4051,-135 29-368,0 2-432,-13 7-64,-8 3-1040,-20 0-2242,-24 3-4769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19 10949,'0'0'6382,"-1"-4"-5795,-6-11-305,7 16-279,0-1 0,0 0 1,0 0-1,0 0 0,0 1 0,0-1 0,0 0 0,-1 0 0,1 0 0,0 1 0,0-1 0,0 0 0,0 0 0,0 0 1,0 1-1,0-1 0,0 0 0,-1 0 0,1 0 0,0 0 0,0 0 0,0 1 0,0-1 0,-1 0 0,1 0 0,0 0 0,0 0 1,0 0-1,0 0 0,-1 0 0,1 0 0,0 0 0,0 1 0,0-1 0,-1 0 0,1 0 0,0 0 0,0 0 0,0 0 0,-1 0 1,1 0-1,0-1 0,0 1 0,0 0 0,-1 0 0,1 0 0,0 0 0,0 0 0,0 0 0,-1 0 0,1 0 0,0 0 0,0 0 1,0-1-1,0 1 0,-1 0 0,1 0 0,0 0 0,0 0 0,0-1 0,0 1 0,0 0 0,0 0 0,-1-1 0,-2 15 103,1 0 0,0 0-1,0 20 1,1-9-6,-6 530 1351,8-442-1023,11 258 540,31-6-541,-41-352-409,-1-6 0,0 1-1,1 0 1,-1-1 0,1 1 0,1-1-1,0 0 1,0 0 0,0 0 0,0 0-1,7 8 1,-10-14-28,0-1 0,1 1 0,-1 0 0,0-1 0,1 1 0,-1-1 0,1 1 0,-1-1 0,0 1-1,1-1 1,-1 1 0,1-1 0,0 1 0,-1-1 0,1 0 0,-1 1 0,1-1 0,0 0 0,-1 1 0,1-1 0,-1 0 0,1 0 0,0 0-1,-1 0 1,1 1 0,0-1 0,0 0 0,-1 0 0,1 0 0,0-1 0,-1 1 0,1 0 0,0 0 0,-1 0 0,1 0 0,0-1-1,1 0-64,-1-1-1,0 0 1,-1 1-1,1-1 1,0 1-1,0-1 1,-1 0-1,1 0 1,-1 1-1,1-1 1,-1 0-1,0 0 1,0-3-1,2-124-4966,-2 49-587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12406,'0'0'4594,"279"0"-3570,-144 0-191,-4 0-625,-7 0-208,-17 0-80,-24 3-849,-24 22-928,-32 12-2112,-23 13-5844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34 9540,'0'0'6876,"-2"25"-5929,1 7-430,1 0 1,2-1-1,1 1 1,12 57-1,1-26 301,27 91 956,-35-132-1509,1 0 0,1 0 0,0-1 0,23 33 0,-30-49-235,1 0 0,1-1 1,-1 1-1,1 0 0,0-1 0,0 0 0,0 0 1,0-1-1,1 0 0,-1 1 0,1-2 1,0 1-1,7 2 0,-9-4-24,0 0-1,0-1 1,-1 1 0,1-1 0,0 0-1,0 0 1,0 0 0,0 0-1,0-1 1,0 1 0,0-1 0,-1 0-1,1 0 1,0-1 0,-1 1-1,1-1 1,-1 0 0,1 0 0,-1 0-1,0 0 1,0 0 0,0-1-1,4-3 1,3-6-38,0 0 1,-1-1-1,0 1 0,-1-2 0,-1 1 0,9-24 0,-1-1-512,12-55-1,-18 47-483,-1 0 1,-3-1 0,0-73 0,-5 109 722,-1 0-1,0 0 1,0 1 0,-1-1-1,0 1 1,-6-16-1,6 21 277,0 0-1,0 0 0,-1 0 1,0 1-1,0-1 0,0 1 1,0 0-1,-1 0 0,1 0 1,-1 1-1,0-1 0,-1 1 1,1 0-1,-8-5 1,10 7 66,0 1 0,1-1 1,-1 0-1,0 1 1,0-1-1,0 1 1,0-1-1,-1 1 0,1 0 1,-4 0-1,4 0-51,2 13-2827,0 2-1903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 12005,'0'0'5216,"-9"0"-4557,-107-3 2041,113 4-2676,0-1-1,0 1 0,1-1 1,-1 1-1,0 0 1,0 0-1,1 1 1,-1-1-1,0 0 0,1 1 1,-1 0-1,1 0 1,0-1-1,0 1 1,-1 0-1,1 1 0,0-1 1,1 0-1,-4 5 1,-1 4 43,-1 1 0,2 0 0,-6 17-1,-2 9 66,2 1-1,2 0 0,2 1 0,-3 50 0,4 164 524,6-197-485,0-38-128,1 36 26,0-52-68,-1-1 1,1 1-1,-1-1 1,1 1-1,0-1 1,0 1-1,0-1 0,0 1 1,0-1-1,1 0 1,-1 0-1,1 1 1,-1-1-1,1 0 1,0-1-1,2 3 0,-1-2-17,0-1-1,0 0 0,0 1 0,0-1 0,0-1 0,0 1 0,0 0 1,1-1-1,-1 1 0,0-1 0,0 0 0,1 0 0,-1-1 0,0 1 1,0 0-1,1-1 0,-1 0 0,0 0 0,0 0 0,0 0 0,0-1 1,3-1-1,1-2-34,0-1 0,0 0 1,-1 0-1,0-1 0,0 0 1,9-13-1,29-55-616,-25 38-217,-1-1-1,-2 0 1,-2-1 0,-2-1 0,-1 0 0,-2 0-1,-1-1 1,-3 0 0,1-47 0,-7-17-913,-2 81 2033,3 23-91,0 1-1,0-1 1,0 1-1,-1-1 1,1 0 0,0 1-1,0-1 1,-1 0-1,1 1 1,0-1 0,-1 1-1,1-1 1,-1 1-1,1-1 1,-1 1 0,1-1-1,-1 1 1,1-1-1,-1 1 1,1 0 0,-1-1-1,1 1 1,-1 0-1,0-1 1,1 1 0,-1 0-1,1 0 1,-1 0-1,0-1 1,0 2-30,0 0 0,1 0 0,-1 0 0,1 0 0,0 0 0,-1 0 0,1 0 0,0 0 0,-1 0 0,1 0-1,0 0 1,0 0 0,0 0 0,0 0 0,0 0 0,0 0 0,0 0 0,0 0 0,1 1 0,-1 2 230,0 15 183,-1 28 138,2 0 0,2 0 0,2 0 0,15 66 0,-15-98-630,65 257 549,-56-206-429,-4 0 0,3 83-1,-13 64-58,-1-201-94,0 0 0,0-1 0,-1 1 0,-1-1 0,-4 14 1,6-22-8,-1 0 0,1 0 0,-1 0 0,0 0 0,0 0 0,0 0 0,0 0 0,0 0 0,0-1 0,-1 1 0,1-1 0,-1 0 0,0 1 1,0-1-1,0-1 0,0 1 0,0 0 0,0-1 0,0 1 0,-1-1 0,-3 1 0,0 0-130,-1-1-1,0 0 1,1-1-1,-1 1 0,0-2 1,1 1-1,-1-1 1,0 0-1,1 0 1,-1-1-1,1 0 1,-1 0-1,1-1 1,0 0-1,0-1 0,0 1 1,1-1-1,-1 0 1,1-1-1,0 0 1,0 0-1,0 0 1,-6-9-1,0 0-543,1 0 0,1-1 0,0 0 1,1-1-1,1 0 0,0-1 0,1 0 0,1 0 0,-4-19 0,-4-46-4738,14 81 5394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7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393 122 992,'0'0'9621,"0"-7"-8695,0 5-763,-1-1 0,1 1 0,0-1 1,-1 1-1,1-1 0,-1 1 0,0-1 0,0 1 1,0 0-1,0-1 0,0 1 0,-1 0 1,1 0-1,-1 0 0,1 0 0,-1 0 0,0 0 1,0 0-1,0 0 0,0 1 0,-2-2 1,-6-5 98,-1 0 0,0 2 1,0-1-1,-1 1 1,1 1-1,-1 0 1,0 0-1,-1 1 0,1 1 1,-21-3-1,-65 3 1793,69 4-1730,28-1-323,0 0 0,0 0 0,1 1 0,-1-1 0,0 1 0,1-1 0,-1 0 0,0 1 0,1 0 1,-1-1-1,0 1 0,1-1 0,-1 1 0,1 0 0,-1-1 0,1 1 0,0 0 0,-1-1 0,1 1 0,0 0 0,-1 0 0,1-1 0,0 2 0,-8 24-9,7-22 10,-21 93 369,5 0-1,3 2 1,-1 135-1,15-233-370,0-1 0,0 0 0,0 0 0,0 1 0,0-1 0,0 0 0,0 0 0,0 0 0,0 1 0,0-1 0,1 0 0,-1 0 0,0 1 0,0-1 0,0 0 0,0 0 0,0 0 0,0 1 0,1-1 0,-1 0 0,0 0 0,0 0 0,0 0 0,1 1 0,-1-1 0,0 0-1,0 0 1,0 0 0,1 0 0,-1 0 0,0 0 0,0 0 0,1 0 0,-1 0 0,0 0 0,0 0 0,1 0 0,-1 0 0,0 0 0,0 0 0,1 0 0,-1 0 0,0 0 0,1 0 0,11-4 11,-5-1-3,0-1 0,-1 1 0,1-1-1,-1-1 1,0 1 0,-1-1-1,1 0 1,5-11 0,-5 9-5,5-6 1,21-32-448,1 2-1,3 1 1,71-69-1,-74 88 17,-24 19 354,-1 0 1,0 0 0,0 0 0,-1-1-1,0 0 1,0 0 0,6-10-1,-12 14 106,5 130 1046,26 159 1,-22-213-860,-8-58-165,0 1 46,0 0 1,2 0 0,8 27 0,-11-41-95,0 0-1,0 0 1,1 0 0,-1 0 0,0 0 0,1 0 0,0 0-1,3 2 1,-5-4-17,0 1 0,1-1 1,-1 1-1,1-1 0,-1 0 0,1 0 0,-1 1 0,1-1 0,-1 0 1,1 0-1,-1 1 0,1-1 0,-1 0 0,1 0 0,-1 0 0,1 0 1,-1 0-1,1 0 0,0 0 0,-1 0 0,1 0 0,-1 0 0,1 0 1,-1 0-1,1 0 0,-1-1 0,1 1 0,-1 0 0,1 0 0,-1-1 1,1 1-1,-1 0 0,1 0 0,-1-1 0,1 1 0,-1-1 0,0 1 1,1 0-1,-1-1 0,0 1 0,1-1 0,-1 1 0,0-1 0,0 1 1,1-2-1,3-10-344,0-1 0,-1 1 0,0-1 1,-1 0-1,1-13 0,-2 12-133,6-63-3698,-3-6-3766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7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11605,'0'0'4282,"-23"29"-3295,23-29-987,-94 124 942,89-116-826,0 0 0,0 0 0,1 0 0,0 1 0,-5 15 0,8-19-33,0 1 0,0 0 1,1 1-1,0-1 0,0 8 0,1 2 40,-2-4-46,1 1-15,0-1 1,4 25 0,-3-32-65,1-1 1,-1 1-1,1-1 0,0 1 0,0-1 0,0 0 1,1 1-1,-1-1 0,1-1 0,6 8 1,14 11 54,1-1 1,46 31 0,-48-38 114,-1 1 1,0 1 0,-2 1 0,0 1 0,18 21-1,-34-33-124,1-1 0,-1 1 0,0 0 0,0 0 0,0 0 0,3 13 0,-5-15-40,-1-1 1,1 0-1,0 1 1,-1-1 0,0 0-1,0 1 1,0-1 0,0 1-1,0-1 1,-1 1 0,0-1-1,0 0 1,0 1 0,0-1-1,-2 4 1,0-3-61,0 0-1,0-1 1,-1 1 0,1-1-1,-1 0 1,0 0 0,0 0-1,0 0 1,0-1 0,-1 1 0,1-1-1,-10 3 1,-6 1-661,-35 8 0,27-10-433,-1-1 0,-33 0 0,-16-4-4151,18-1-2268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10917,'0'0'4418,"238"-22"-4418,-159 19-112,-13-3-3009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8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11 191 3201,'0'0'1393,"0"-26"229,0-61-83,0 20 3555,-5 58-2650,4 9-2411,1 0 1,0 0-1,0 0 1,0 0-1,0 0 0,0 0 1,0 0-1,0-1 0,0 1 1,0 0-1,0 0 0,0 0 1,-1 0-1,1 0 0,0 0 1,0 0-1,0 0 1,0 0-1,0 0 0,0 0 1,0 0-1,-1 0 0,1 0 1,0 0-1,0 0 0,0 0 1,0 0-1,0 0 0,0 0 1,0 0-1,-1 0 1,1 0-1,0 0 0,0 0 1,0 0-1,0 0 0,0 0 1,0 0-1,0 0 0,-1 0 1,1 0-1,0 0 0,0 0 1,0 1-1,0-1 1,0 0-1,0 0 0,0 0 1,0 0-1,0 0 0,0 0 1,0 0-1,0 0 0,0 1 1,-1-1-1,1 0 1,0 0-1,0 0 0,0 0 1,0 0-1,22 441 1205,22-6-19,43 132 14,-84-549-1180,2 1 0,0 0 0,1-1 0,1 0 0,0 0-1,17 27 1,-22-42-42,0-1-1,0 1 1,0-1-1,0 0 0,1 0 1,-1 0-1,1 0 0,-1 0 1,1-1-1,0 1 0,5 2 1,-6-4-15,-1 1 1,0-1-1,1 0 1,-1 1-1,0-1 1,1 0 0,-1 0-1,1 0 1,-1 0-1,0 0 1,1 0-1,-1-1 1,1 1-1,-1 0 1,0-1-1,1 1 1,-1-1-1,0 1 1,0-1 0,1 1-1,-1-1 1,0 0-1,0 0 1,0 0-1,0 0 1,0 0-1,0 0 1,2-2-1,3-10-189,0 0 0,0-1 0,-2 0 0,1 0 0,-2 0 0,3-19 0,-4 26 34,5-33-3258,3-76-1,-10 49-2414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1 11909,'0'0'6155,"-4"13"-5576,0-2-508,0 0 1,-1-1-1,0 1 0,0-1 0,-1 0 1,-1 0-1,1 0 0,-2-1 0,-14 15 1,-85 69 101,-196 130 0,287-213-181,5-2-33,0-1-1,0 2 1,-13 12 0,23-20-120,-2 2 106,13-1-1362,26-3 1248,-1 2-1,1 2 0,-1 1 0,49 12 1,-49-4 540,-1 1 0,0 2 0,-1 1 0,-1 1 0,0 2 0,-1 1 1,-1 2-1,-2 0 0,29 30 0,-51-46-280,17 15 157,-22-20-247,0 0 0,0-1 0,0 1 0,0 0 0,-1-1 0,1 1 0,0-1 0,0 1 0,0-1 0,0 1 0,0-1 0,1 0 0,-1 0 0,0 1 0,0-1 0,0 0 0,0 0 0,0 0 0,0 0 0,2 0 0,-2-1-29,-1 1 0,0 0-1,1-1 1,-1 1 0,0-1 0,1 1-1,-1 0 1,0-1 0,0 1 0,1-1-1,-1 1 1,0-1 0,0 1 0,0-1-1,0 1 1,0-1 0,0 1 0,0-1 0,1 1-1,-2-1 1,1 1 0,0-1 0,0 0-1,1-105-6472,-1 38-3661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8 624 15639,'0'0'4866,"40"-25"-4548,131-86-275,-157 101-74,-1 0 0,0-1 0,0-1 1,19-22-1,-25 23-57,0 0 1,0-1-1,-1 0 0,5-14 0,-6 14-123,-1 0 0,0-1-1,-1 0 1,0 0 0,-1 0 0,-1 0-1,0-21 1,-1 25 45,0 1 1,-1-1-1,0 1 1,-1-1-1,0 1 1,0 0 0,-1-1-1,0 2 1,0-1-1,-1 0 1,0 0-1,-7-8 1,5 7 101,-1 1 0,0 0 1,0 1-1,-1 0 0,0 0 1,0 0-1,-1 1 0,0 0 1,0 1-1,0 0 0,-1 1 1,1-1-1,-1 2 0,0-1 1,0 2-1,-1-1 0,1 1 1,0 1-1,-1 0 0,1 0 1,-20 2-1,27-1 106,0 1-1,-1 0 1,1-1 0,0 1 0,0 0 0,0 1 0,-1-1-1,1 0 1,1 1 0,-1 0 0,0 0 0,0 0-1,1 0 1,-6 4 0,4 0 56,0-1 0,0 1 0,0-1 0,0 1 0,1 0 0,-5 13 0,1 0 170,2 1 1,0 0-1,1 0 0,-1 24 0,1 107 1277,5-100-1019,-1-29-279,1 0 1,0 1 0,2-1 0,1 0-1,7 25 1,-9-40-196,1 0-1,-1 0 0,1 0 1,1-1-1,-1 1 0,1-1 1,0 0-1,0 0 0,1 0 1,0-1-1,0 1 0,0-1 1,1 0-1,-1-1 0,1 1 1,0-1-1,0 0 0,1-1 1,10 5-1,-9-5-33,0 0 0,1-1 0,-1-1 0,1 1-1,-1-1 1,0 0 0,1-1 0,0 0 0,-1-1 0,1 0 0,-1 0 0,0 0 0,12-5 0,-8 2-96,-1-1 1,-1 0-1,1-1 1,-1 0-1,0 0 1,0-1-1,0-1 1,12-13 0,4-8-1350,-2 0 1,-1-2 0,-2-1 0,33-66 0,-7 2-4686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9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9332,'0'0'7033,"-4"0"-6708,4 0-310,-1 0 0,0 0 0,0 0 0,1 0 0,-1 0-1,0 1 1,1-1 0,-1 0 0,0 0 0,1 1 0,-1-1 0,0 0 0,1 1-1,-1-1 1,1 1 0,-1-1 0,1 1 0,-1-1 0,1 1 0,-1-1-1,1 1 1,-1 0 0,-6 21 217,7 40 119,1-33-115,-1 45 739,16 131 0,60 543 1525,-73-682-2384,23 284 269,-16-299-363,-4-34-30,-5-17 7,-1 0 0,0 0-1,0 0 1,0 0 0,0 0 0,0 0 0,0 0-1,0 0 1,1 0 0,-1 0 0,0 0 0,0 0-1,0 0 1,0 0 0,0 1 0,0-1 0,1 0-1,-1 0 1,0 0 0,0 0 0,0 0-1,0-1 1,0 1 0,1 0 0,-1 0 0,0 0-1,0 0 1,0 0 0,0 0 0,0 0 0,0 0-1,0 0 1,1 0 0,-1 0 0,0 0 0,0 0-1,0 0 1,0-1 0,0 1 0,0 0-1,0 0 1,0 0 0,0 0 0,0 0 0,1 0-1,-1 0 1,0-1 0,0 1 0,0 0 0,0 0-1,0 0 1,5-31-310,-4-168-5060,-2 107-380,1 26-1711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19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120 123 8100,'0'0'11034,"-8"0"-10111,5 0-862,-1 0-1,1 0 0,0 1 1,0 0-1,0-1 0,0 1 1,-1 0-1,1 0 0,1 1 1,-1-1-1,0 0 0,0 1 1,0 0-1,-4 3 0,3-1-6,0 0 0,1 1 0,-1-1 1,1 1-1,0-1 0,0 1 0,-5 10 0,2 0 52,1 1 0,1-1 0,0 1 0,1 0 0,-1 19 0,0 234 1420,5-246-1343,1-1-1,1 0 0,1 0 0,9 31 0,-10-45-123,0 0 0,0-1-1,1 1 1,0-1 0,0 1-1,9 9 1,-10-14-39,0 1 0,0-1 0,0 0 0,1 0 0,-1-1 0,1 1 0,0-1 0,-1 0-1,1 0 1,0 0 0,1 0 0,-1-1 0,6 2 0,-5-2-11,1 0 0,0-1 0,-1 0 0,1 0 0,0 0 0,-1-1-1,1 0 1,0 0 0,-1 0 0,1-1 0,-1 0 0,1 0 0,-1 0 0,0-1 0,0 1-1,0-1 1,0 0 0,-1-1 0,1 1 0,-1-1 0,0 0 0,4-5 0,10-11-23,-2 0 0,-1-2 1,20-35-1,-23 36-29,14-23-403,-2-1 0,31-86 0,-46 106 99,-2-1-1,-1 1 0,0-1 1,-3 0-1,0-1 0,-1 1 0,-3-34 1,1 53 289,-1 0 0,-1 0 1,1 0-1,-1 0 0,0 1 0,-1-1 1,1 1-1,-2-1 0,1 1 0,0 0 1,-1 0-1,0 0 0,-1 1 1,1-1-1,-1 1 0,0 0 0,-7-5 1,4 5 227,1-1 1,-1 2-1,-1-1 0,1 1 1,-1 0-1,0 1 1,0-1-1,0 2 1,0 0-1,0 0 0,0 0 1,-14 0-1,15 2 10,0-1-98,1 1 0,-1-1 0,1 1 0,-1 1 0,1-1 0,-1 2 0,1-1 0,-1 1 0,1 0 0,0 0-1,-13 6 1,3 4-93,1 0 0,-28 27-1,23-19-1186,19-17 281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20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22 8324,'0'0'8054,"-2"-4"-6925,1 2-825,0 1-227,1 0 1,0 0-1,-1 1 1,1-1-1,-1 0 1,1 0-1,-1 0 1,1 0-1,-1 1 1,1-1-1,-1 0 1,0 1-1,1-1 1,-1 0-1,0 1 0,0-1 1,1 1-1,-1-1 1,0 1-1,0 0 1,0-1-1,0 1 1,-1-1-1,1 7 433,1 30-143,10 218 1368,55 265 1171,-62-494-2818,1 5 73,14 55 0,-17-82-156,0 0-1,0 0 1,0-1-1,0 1 1,0 0-1,1-1 1,0 1-1,-1-1 1,1 1-1,2 1 1,-3-3-6,-1-1 0,0 0 0,0 0 0,1 0 0,-1 1 0,0-1 0,0 0 0,1 0 0,-1 0 0,0 0 0,0 0 0,1 0-1,-1 0 1,0 0 0,1 0 0,-1 0 0,0 0 0,1 0 0,-1 0 0,0 0 0,0 0 0,1 0 0,-1 0 0,0 0 0,1 0 0,-1 0 0,0 0 0,0 0 0,1-1 0,-1 1 0,0 0 0,0 0 0,1 0 0,-1-1 0,1 0-5,0-1-1,0 1 1,0-1 0,0 1-1,-1-1 1,1 0 0,-1 1-1,1-1 1,-1 0 0,1-2-1,7-66-553,-2 0 0,-6-86-1,0 82-241,0-340-4193,0 399 4962,0 0 1,1 0-1,1 0 0,5-17 0,-6 28 84,0 0 1,0 1-1,1-1 0,-1 1 0,1 0 1,0-1-1,0 1 0,0 0 0,1 0 1,2-3-1,-4 5 45,1 0 0,0-1 0,-1 1 1,1 0-1,0 0 0,0 0 0,0 0 1,0 1-1,0-1 0,0 0 0,0 1 0,0-1 1,0 1-1,0 0 0,0 0 0,0 0 0,0 0 1,0 0-1,3 1 0,-3-1-38,0 0 0,0 1 0,0-1 0,-1 1 0,1 0 0,0 0 0,0-1 0,-1 1 1,1 0-1,-1 0 0,1 1 0,-1-1 0,1 0 0,-1 0 0,0 1 0,3 2 0,13 30 450,-13-24-344,14 35 431,-2 0 0,-3 1-1,11 58 1,10 150 979,-14-98-938,-18-137-584,2 0 0,0 0 0,12 32 0,-16-50-56,0 0 0,0 0-1,1 0 1,-1 0 0,1 0 0,-1 0-1,1 0 1,-1 0 0,1-1 0,-1 1-1,1 0 1,0 0 0,-1-1 0,1 1-1,0 0 1,0-1 0,1 2-1,-1-3-3,0 1 0,-1 0 0,1-1 0,0 1 0,-1-1 0,1 0 0,0 1-1,-1-1 1,1 1 0,-1-1 0,1 0 0,-1 1 0,0-1 0,1 0 0,-1 0-1,0 1 1,1-1 0,-1 0 0,0 0 0,0 0 0,0 1 0,0-1 0,1 0 0,-1 0-1,0 0 1,-1 0 0,26-164-820,-1-4-227,-21 156 948,45-203-1952,-41 192 1811,1 1 1,1-1 0,1 1-1,1 1 1,1 0-1,23-32 1,-32 50 281,0 1-1,-1 0 1,1 0 0,0 1 0,1-1 0,-1 0-1,0 1 1,1 0 0,-1 0 0,1 0 0,0 0-1,-1 1 1,1-1 0,0 1 0,0 0 0,0 0-1,0 0 1,0 1 0,1-1 0,-1 1 0,0 0-1,0 0 1,0 1 0,0-1 0,0 1-1,0 0 1,0 0 0,0 0 0,0 1 0,0-1-1,0 1 1,-1 0 0,1 0 0,-1 0 0,1 1-1,-1-1 1,0 1 0,4 4 0,6 7 148,-1 1 0,-1 1 0,-1 0 0,0 0 0,-2 1 0,1 0 0,-2 1 0,8 28 0,-1 4 424,14 99-1,-12 44-861,-16-192-310,1 6 959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2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9556,'0'0'7374,"-3"0"-7024,3 0-338,-1 0 1,1 0-1,0 0 1,-1 0-1,1 0 1,-1 0-1,1 0 0,-1 0 1,1 0-1,-1 1 1,1-1-1,0 0 1,-1 0-1,1 0 1,0 1-1,-1-1 1,1 0-1,-1 1 0,1-1 1,0 0-1,0 1 1,-1-1-1,1 0 1,0 1-1,0-1 1,-1 1-1,1-1 0,0 1 1,0-1-1,0 0 1,0 1-1,0-1 1,0 1-1,-1-1 1,1 1-1,0-1 0,0 1 1,1-1-1,-1 1 1,0-1-1,0 0 1,0 1-1,0-1 1,0 1-1,1 0 0,5 35 648,-2-19-294,84 637 3876,-66-302-3643,16 168-470,-29-443-119,19 80-1,-12-110 4,-9-34-23,-7-13 8,0 0 1,1 0-1,-1 0 1,0 0-1,0 0 1,0 0-1,0 0 1,0 0-1,0 0 1,1 0-1,-1 0 1,0 0-1,0 0 1,0 0-1,0 0 1,0 0-1,0 0 1,0 0-1,1 0 1,-1 0-1,0 0 1,0 0-1,0 0 1,0 0-1,0-1 1,0 1-1,0 0 1,0 0-1,0 0 1,1 0-1,-1 0 1,0 0-1,0 0 1,0 0-1,0-1 1,0 1-1,0 0 0,0 0 1,0 0-1,0 0 1,0 0-1,0 0 1,0 0-1,0-1 1,0 1-1,0 0 1,0 0-1,0 0 1,1-27-231,-1 20 164,0-29-277,-3-108-978,1 117 982,-2 0 1,0 0-1,-12-35 0,-29-77-1473,2 8-603,-32-157 0,45 12 1062,24-1 1267,6 254 259,1 1 0,0 0 1,2-1-1,1 1 1,8-27-1,-9 39 45,1 0 0,0 1 1,0 0-1,1 0 0,1 0 0,-1 1 0,1-1 1,1 1-1,-1 1 0,1-1 0,1 1 0,-1 0 1,14-9-1,-15 13 18,1-1 0,-1 1 0,0 0 0,1 1 0,0 0 0,-1 0 0,1 0 0,0 1 0,11-1 0,4 1 669,38 3 0,-48 0-774,0 0 0,0 1 0,-1 0 0,1 1 0,-1 0 0,0 1 0,0 0 1,0 1-1,-1 0 0,0 0 0,0 2 0,-1-1 0,0 1 0,0 0 0,0 1 0,8 11 0,-7-8-48,-1 1-1,0 0 0,-1 0 1,0 1-1,-1 0 0,0 1 1,-2 0-1,1 0 1,-2 0-1,0 0 0,3 31 1,-5-28-26,-2 0 1,0 0-1,-1 0 1,-5 27 0,3-36-52,1 1 1,-2 0-1,1-1 1,-1 0-1,0 0 0,-1 0 1,0 0-1,-1-1 1,-8 11-1,4-8-54,1-1-1,-1-1 1,-1 1-1,1-2 1,-2 0-1,1 0 0,-1-1 1,0 0-1,-1-1 1,1 0-1,-1-1 1,0-1-1,-1 0 1,1-1-1,-1 0 0,1-1 1,-1 0-1,0-1 1,-15-1-1,24 0-50,0-1-1,0 1 1,1-1 0,-1 0-1,0 0 1,0-1-1,0 1 1,1-1 0,-1 0-1,1-1 1,-1 1-1,1-1 1,0 1-1,0-1 1,0 0 0,0-1-1,1 1 1,-1-1-1,1 0 1,0 0 0,0 0-1,0 0 1,1 0-1,-1 0 1,1-1-1,0 1 1,-2-8 0,-1-6-982,0 0 1,2-1-1,0 0 0,1 0 1,0-37-1,2-7-4911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21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84 10917,'0'0'6037,"-1"-7"-5057,-1-22-49,2 28-866,-1 1 0,1-1 0,0 1 0,-1-1 0,1 0 0,-1 1 0,1-1 0,-1 1 0,1 0 0,-1-1 0,1 1 0,-1-1 0,1 1 0,-1 0 0,1-1 0,-1 1 0,0 0-1,1 0 1,-1-1 0,0 1 0,1 0 0,-1 0 0,0 0 0,1 0 0,-1 0 0,1 0 0,-1 0 0,0 0 0,1 0 0,-1 0 0,0 0 0,1 1 0,-1-1 0,-1 0 0,2 1 118,-6-2-110,1 1 0,-1 0 0,1 1 1,-1-1-1,1 1 0,0 0 0,0 0 1,-1 1-1,1 0 0,0 0 0,0 0 1,0 0-1,1 1 0,-1 0 0,0 0 1,1 0-1,0 1 0,0-1 0,-5 7 0,-2 2-37,2 0 0,0 1 0,0 0 0,1 1 0,1 0 0,0 0-1,1 1 1,1-1 0,0 1 0,1 1 0,-4 28 0,1 13 462,2 106-1,5-133-338,-1 29 182,4 92 424,-1-130-638,0 0 0,2 0 1,0 0-1,14 38 0,-15-52-100,0 0 0,0 0 0,1 0 0,0-1-1,0 1 1,0-1 0,1 0 0,0 0 0,6 5-1,-8-8-20,0-1 0,1 1-1,-1-1 1,1 0-1,0 0 1,0-1-1,0 1 1,-1-1-1,1 0 1,0 0 0,1 0-1,-1 0 1,0-1-1,0 0 1,0 0-1,0 0 1,5 0-1,-3-1-11,-1 0 0,0-1 0,0 1 0,0-1 0,0 0-1,0 0 1,0-1 0,0 1 0,-1-1 0,1 0 0,-1-1-1,0 1 1,0-1 0,0 1 0,0-1 0,4-7 0,5-6-105,-1-1 0,17-35 1,-23 40 40,8-15-242,-2 0 0,-1 0 1,-1-1-1,-1-1 1,-1 1-1,-2-1 0,-1-1 1,-2 1-1,0-35 0,-3 54 139,0 1 0,-1-1 0,-1 1 0,0-1-1,0 1 1,-1 0 0,0 0 0,-6-13 0,2 10 33,0 1 0,-1 0 0,0 1 0,-1-1 0,-17-16 0,10 13 253,0 0 0,-2 1 0,0 1-1,0 1 1,-1 0 0,-1 2 0,1 0 0,-2 1 0,-34-10 0,52 18-183,0 0 1,0 0 0,0-1-1,0 1 1,0-1 0,0 1-1,0-1 1,0 0 0,1 0-1,-1 0 1,1-1 0,-1 1-1,1-1 1,0 1 0,0-1-1,0 0 1,1 1 0,-1-1-1,0 0 1,1 0 0,-2-6-1,0-3-1503,1 1 0,1-1 0,-1 0 0,2-22 0,0-3-5935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2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2753,'0'0'16589,"0"2"-16277,13 499 1030,-7-198-887,6 87-35,-11-374-374,1 0-1,1 0 0,8 31 1,-11-46-41,1 0 0,0 0 0,-1 1 0,1-1 0,0 0 1,-1 0-1,1 0 0,0 0 0,0 0 0,0 0 0,0 0 1,0-1-1,0 1 0,2 1 0,-3-2-5,1 1-1,-1-1 1,1 0 0,-1 0 0,1 0 0,-1 0-1,1 0 1,-1 0 0,1 0 0,-1 0-1,1 0 1,-1 0 0,1 0 0,-1 0-1,0-1 1,1 1 0,-1 0 0,1 0-1,-1 0 1,1-1 0,-1 1 0,0 0-1,1 0 1,-1-1 0,0 1 0,1 0 0,-1-1-1,0 1 1,1-1 0,-1 1 0,0 0-1,0-1 1,1 1 0,-1-1 0,0 1-1,0-1 1,0 1 0,0 0 0,1-1-1,-1 1 1,0-1 0,0 1 0,0-1-1,4-23-499,-1 1 0,-1-1-1,-1 0 1,-4-33-1,2 1-1489,1 4-1102,0-1-1679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22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 1 6995,'0'0'9469,"1"0"-9381,-1 0 1,0 0-1,1 1 1,-1-1-1,0 0 1,1 0-1,-1 1 1,0-1 0,1 0-1,-1 0 1,0 1-1,0-1 1,1 1-1,-1-1 1,0 0-1,0 1 1,0-1 0,1 0-1,-1 1 1,0-1-1,0 1 1,0-1-1,0 1 1,0-1 0,0 0-1,0 1 1,0-1-1,0 1 1,0-1-1,0 1 1,0-1-1,0 0 1,0 1 0,0-1-1,-1 1 1,0 3-26,-1-1 0,0 0 0,0 1 0,0-1 1,-1 0-1,1 0 0,-1 0 0,1-1 0,-1 1 0,0-1 1,0 1-1,0-1 0,-1 0 0,-4 2 0,-6 5 41,-167 96 438,128-77-478,0 1 0,2 4 0,-65 53 0,109-80-48,1 0 0,1 0 0,-1 0 1,1 1-1,0 0 0,1 0 1,0 0-1,-5 11 0,8-15-11,-1 1-1,1-1 0,0 1 0,0-1 1,1 1-1,-1-1 0,1 1 1,0-1-1,0 1 0,0 0 0,0-1 1,1 1-1,-1-1 0,1 1 1,0-1-1,0 1 0,0-1 0,1 0 1,-1 1-1,1-1 0,0 0 1,3 5-1,8 5 69,1 0-1,0-1 1,1-1 0,0 0-1,23 12 1,-22-14-10,496 260 409,-503-264-392,-4-3-686,-8-12-111,-4-10-652,-15-26 1,-1-3-3173,5 3-3188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2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21466,'0'0'1649,"0"22"-3890,0-16-321,-4 0-1295,-13 1-2722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2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11813,'0'0'6627,"0"-16"-7875,0 32-5843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29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13830,'0'0'4034,"-10"19"-5619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24 289 48,'0'0'15426,"0"0"-15389,0 0 1,0 1-1,0-1 1,0 0 0,0 0-1,0 0 1,0 0-1,0 0 1,0 0-1,0 0 1,-1 0-1,1 0 1,0 0 0,0 0-1,0 1 1,0-1-1,0 0 1,0 0-1,0 0 1,0 0 0,0 0-1,0 0 1,0 0-1,0 0 1,0 0-1,0 0 1,0 0-1,0 0 1,0 0 0,-1 0-1,1 0 1,0 0-1,0 0 1,0 0-1,0 0 1,0 0 0,0 0-1,0 0 1,0 0-1,0 0 1,0 0-1,-1 0 1,1 0-1,0 0 1,0 0 0,0 0-1,0 0 1,0 0-1,0 0 1,0 0-1,0 0 1,0 0 0,0 0-1,0 0 1,0 0-1,0 0 1,-1 0-1,1 0 1,0 0-1,0 0 1,0 0 0,0-1-1,1-6 23,0-1-1,0 1 0,1 0 1,0 0-1,0-1 0,0 1 1,1 1-1,1-1 0,-1 0 1,1 1-1,9-13 0,4-2-81,38-39-1,-52 58-2,0-1 0,0 1 0,0 0 0,0-1 0,0 2 0,1-1 0,-1 0 0,1 1 0,-1-1 0,1 1 0,0 0 0,4-1 0,3 1-49,0 0 0,20 1-1,-11 0 122,-18 1-39,0-1 1,0 0 0,0 0 0,0 1 0,-1-1 0,1 0 0,0 1 0,0 0 0,0 0 0,-1-1 0,1 1-1,0 0 1,-1 0 0,1 0 0,-1 1 0,0-1 0,1 0 0,1 2 0,-1 1 36,1-1 0,-1 1 0,1 0 0,-1 0 0,0 0 0,-1 0 0,3 7 0,0 3 198,-1 1-1,-1-1 1,1 28-1,-3-35-130,1 136 1449,-2-120-1411,-2 1 0,0 0 0,-2-1 0,-7 24-1,-7 8 95,-3 0-1,-1-2 0,-3-1 0,-2-1 0,-3-2 0,-37 47 0,64-90-218,-23 24 106,26-29-128,-1 1-1,1-1 1,-1 0-1,0 0 0,0 1 1,0-1-1,1 0 1,-1 0-1,0-1 1,0 1-1,0 0 0,0-1 1,0 1-1,-4 0 1,6-1-10,0 0 0,0 0 1,-1 0-1,1 0 0,0 0 1,-1-1-1,1 1 0,0 0 1,0 0-1,-1 0 0,1 0 1,0 0-1,-1 0 0,1 0 1,0 0-1,0-1 0,0 1 1,-1 0-1,1 0 0,0 0 1,0 0-1,-1-1 0,1 1 1,0 0-1,0 0 0,0-1 0,0 1 1,0 0-1,-1 0 0,1-1 1,0 1-1,0 0 0,0 0 1,0-1-1,0 1 0,0 0 1,0-1-1,0 1 0,0-1 1,-3-19-836,1-1 0,1 1 0,2-32 0,0 10-771,-1 40 1540,0-4-165,0 0 0,0-1 1,1 1-1,-1 0 0,4-11 1,-3 15 222,0 0 0,-1 1 0,1-1 0,0 1 0,0 0 0,0-1 0,0 1 0,0 0 0,0-1 0,0 1 0,1 0 1,-1 0-1,0 0 0,1 0 0,-1 0 0,1 0 0,-1 1 0,1-1 0,-1 0 0,1 1 0,-1-1 0,1 1 0,0 0 0,-1-1 1,1 1-1,3 0 0,-3 0 70,0 0 1,0 0-1,1 0 1,-1 0-1,0 1 1,0-1-1,0 1 1,0-1-1,0 1 1,0 0-1,0 0 1,0 0-1,0 0 1,-1 0-1,1 0 1,0 0-1,-1 1 1,3 1-1,1 3 192,0 1 0,0-1 0,7 13 0,-6-9 13,90 174 3215,6 8-1086,-96-182-2316,0-1 0,1 0 0,0 0 0,0-1 0,1 0 1,0-1-1,1 1 0,-1-1 0,17 9 0,-18-12-73,0-1 0,0 0 0,1 0 0,-1-1 0,0 0 0,1 0 0,0-1 0,-1 0 0,1 0 0,0-1 0,0 0 0,-1 0 0,1-1 0,11-2 0,-10 0-63,0 0 0,1 0 1,-1-1-1,0 0 0,-1-1 0,1 0 0,-1 0 1,0-1-1,0 0 0,-1-1 0,0 1 0,0-1 1,0-1-1,-1 1 0,0-1 0,-1 0 0,8-14 1,-3 2-326,-1 1 1,0-1 0,-1-1-1,-2 0 1,0 0 0,6-43-1,-6-14-2596,-6-92 0,-1 76 1800,1 44 860,-2 24 146,2-1-1,1 0 1,0 1 0,3-1 0,0 1 0,9-31-1,17-18 88,11-36 1580,-37 84 27,-3 8 2687,-1 17-3647,-31 2 671,29 0-1222,0 0-4,1 0 0,-1-1 0,0 1-1,0 0 1,0 0 0,1 0 0,-1 1 0,0-1-1,0 0 1,1 0 0,-1 1 0,0-1-1,1 1 1,-1 0 0,0 0 0,1-1 0,-1 1-1,1 0 1,-1 0 0,1 0 0,0 0 0,-1 1-1,1-1 1,0 0 0,0 1 0,0-1 0,0 0-1,0 1 1,0-1 0,-1 4 0,-6 11 46,2 0 0,0 0 1,1 1-1,0 0 0,2 0 0,-3 25 1,0 108 576,7-128-515,-3 64 397,0-24 38,3 0-1,13 93 1,-10-137-443,0 1 0,1-1 0,2 0 0,-1 0-1,2 0 1,18 30 0,-21-41-89,0 0 1,0 0-1,0 0 0,1-1 0,-1 0 0,1 0 1,1 0-1,-1-1 0,1 0 0,0 0 0,1-1 1,-1 0-1,1 0 0,-1-1 0,1 0 1,0 0-1,15 2 0,-14-3-1,0-2 1,0 1-1,-1-1 0,1-1 1,0 0-1,0 0 0,0 0 1,-1-1-1,1-1 1,14-5-1,-12 3-14,-1-1 1,1 0-1,-1-1 1,0 0-1,0-1 1,-1 1-1,9-11 1,1-4-130,-2 0-1,0-1 1,-1-1 0,-1-1 0,21-50 0,-26 49-24,0-1 0,-2 0 0,-1 0 1,-1-1-1,-2 0 0,0 0 0,-1-49 1,-4 61 116,0 0 1,0 0-1,-2 0 0,0 0 1,-1 0-1,0 1 1,-1-1-1,-1 1 0,0 0 1,-2 1-1,1 0 1,-2 0-1,0 0 0,-11-13 1,6 10 97,-1 0 1,0 0-1,-1 2 0,-1 0 1,0 1-1,-1 0 1,-1 1-1,0 2 0,0 0 1,-1 1-1,-1 0 1,0 2-1,0 1 0,-30-7 1,24 9-63,18 4-43,-1-1 0,1 0 1,0 0-1,0-1 0,0 0 1,-11-6-1,18 8-194,0-1 0,1 0 0,-1 1 0,0-1 0,1 0 0,0 0 0,-1 0 0,1 0 0,0 0 0,0-1 0,0 1 0,0 0 0,0 0 0,1-1 0,-1 1 0,1 0 0,-1-1 0,1 1 0,0-1 0,0 1 0,0-1 0,0 1-1,1 0 1,-1-1 0,1 1 0,-1 0 0,1-1 0,0 1 0,0 0 0,1-3 0,0 2-334,1 1-1,-1 0 1,1 1-1,-1-1 1,1 0-1,0 1 1,-1-1-1,6-1 1,32-7-7809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2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52 8404,'0'0'7286,"-5"-5"-6814,2 2-421,1 1 6,0-1 1,-1 1-1,1-1 1,-1 1-1,1 0 0,-1 0 1,0 0-1,0 1 1,0-1-1,0 1 1,0-1-1,0 1 0,0 0 1,-1 0-1,1 0 1,-6 0-1,3 1 61,2 0 24,0 0 0,0 0 0,-1 0-1,1 1 1,-8 1 0,10-1-91,0 0 0,0 0 1,0 0-1,0 1 0,1-1 0,-1 0 0,1 0 0,-1 1 1,1-1-1,-1 1 0,1 0 0,0-1 0,-1 1 0,1 0 1,-1 2-1,-2 4 131,1 1 0,-1-1 1,1 1-1,1 0 0,0-1 1,0 1-1,0 11 1,-1 65 1054,4-61-887,-2-21-297,1 0 0,0 0-1,0 0 1,1 0 0,-1 0-1,1 0 1,-1-1-1,1 1 1,0 0 0,0 0-1,0-1 1,3 6 0,-3-7-43,1 0 0,-1 1 1,1-1-1,-1 0 1,1 0-1,0 0 1,0 0-1,0 0 1,-1 0-1,1-1 1,0 1-1,0 0 1,0-1-1,0 0 1,0 1-1,0-1 1,0 0-1,3 0 0,-1 0-24,1 1-1,0-1 1,0 0-1,0 0 0,0 0 1,0-1-1,0 1 1,0-1-1,-1 0 0,1-1 1,0 1-1,-1-1 0,1 0 1,-1 0-1,1-1 1,-1 1-1,0-1 0,0 0 1,0 0-1,-1 0 1,1-1-1,5-6 0,-3 1-393,1 0 0,-1-1-1,-1 0 1,0-1 0,0 1-1,-1-1 1,-1 1-1,1-1 1,-2-1 0,0 1-1,0 0 1,-1 0 0,0-1-1,-1-17 1,0 27 358,-1-1 0,1 0 0,0 1 0,-1-1 0,1 0 0,-1 1 0,0-1 0,0 1 0,0-1 1,0 1-1,0-1 0,-1 1 0,1 0 0,-1-1 0,1 1 0,-1 0 0,0 0 0,0 0 0,0 0 0,0 1 0,0-1 0,0 0 0,-1 1 1,1 0-1,-1-1 0,1 1 0,-1 0 0,-4-1 0,0 0 443,-1 0 0,0 1 0,0 0 1,1 0-1,-1 1 0,0-1 0,0 2 0,0-1 0,-8 3 1,15-3-345,0 0 1,0 0-1,0 1 0,0-1 1,0 0-1,0 1 1,0-1-1,0 1 0,0-1 1,1 1-1,-1 0 1,0-1-1,0 1 1,0 0-1,1 0 0,-1-1 1,0 1-1,1 0 1,-1 0-1,1 0 1,-1 0-1,1 0 0,-1 0 1,1 0-1,-1 2 1,-1 26-70,2-20-77,0-9-3,0 1 0,0 0 0,0 0 0,1 0 0,-1 0-1,0 0 1,0-1 0,0 1 0,1 0 0,-1 0 0,0 0 0,1-1 0,-1 1 0,1 0-1,-1 0 1,1-1 0,-1 1 0,1 0 0,0-1 0,-1 1 0,1-1 0,0 1 0,-1-1-1,1 1 1,0-1 0,0 1 0,-1-1 0,1 0 0,0 1 0,1-1 0,28 2-3566,-23-2 2661,33 0-5715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3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758 29 9380,'0'0'8823,"-10"-4"-8455,-31-15-117,39 18-217,0 0 0,0 0 0,0 1-1,0-1 1,1 1 0,-1-1 0,0 1 0,0 0 0,0 0 0,0 0 0,0 0-1,0 0 1,0 0 0,0 0 0,0 1 0,0-1 0,0 1 0,0-1-1,0 1 1,1 0 0,-1-1 0,0 1 0,0 0 0,1 0 0,-1 1 0,1-1-1,-1 0 1,1 0 0,-1 1 0,1-1 0,0 1 0,0-1 0,-3 4 0,-1 2 52,-14 15 78,0 1 1,2 1 0,-18 31-1,-38 86 432,52-97-417,-27 52 185,-162 322 1043,205-408-1374,-167 338 684,165-333-701,4-9-12,0 0-1,1 0 1,0 0-1,1 0 1,-2 9-1,31-116-5869,-5 34-1610,-6 20-3233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17 9204,'0'0'9935,"-3"-2"-9441,3 2-465,-1-1 0,1 0 0,-1 1 0,0-1 0,1 1 0,-1 0 0,0-1-1,1 1 1,-1-1 0,0 1 0,0 0 0,1 0 0,-1-1 0,0 1 0,0 0 0,1 0 0,-1 0 0,0 0 0,0 0 0,0 0 0,1 0 0,-1 0-1,0 0 1,-1 1 0,1 0 29,0 0-1,-1 1 0,1-1 0,0 0 0,0 1 1,0 0-1,0-1 0,0 1 0,1 0 1,-1-1-1,0 1 0,0 2 0,-6 19 481,1 1 0,0 0 0,2 0 0,1 0 0,1 0 0,1 1 0,4 44 0,-2-66-527,-1-1 0,1 0-1,-1 0 1,1 1 0,0-1 0,0 0 0,0 0 0,0 0 0,1 0 0,-1 0 0,0 0 0,1 0 0,-1 0 0,1-1 0,0 1 0,0 0 0,-1-1 0,1 0-1,0 1 1,0-1 0,1 0 0,-1 0 0,0 0 0,0 0 0,0 0 0,1-1 0,-1 1 0,0-1 0,3 1 0,6 0 0,0 0 1,0 0-1,0-1 1,0 0 0,12-3-1,-14 2-64,-1-2 0,0 1 0,0-1 0,0 0 0,0 0 0,0-1-1,-1 0 1,1-1 0,-1 0 0,0 0 0,-1 0 0,1-1 0,-1 0 0,0 0 0,0-1 0,-1 1-1,0-1 1,0 0 0,3-9 0,-1 5-248,-2 0 0,1-1 0,-1 0 0,-1 0 0,0 0 0,-1-1 0,-1 1 0,1-1 0,-2 0 0,0 0 0,0 0 0,-3-17 0,2 28 305,0 1 0,0-1 1,0 1-1,-1 0 0,1-1 1,-1 1-1,1 0 0,-1-1 1,1 1-1,-1 0 1,0-1-1,0 1 0,0 0 1,1 0-1,-1 0 0,0 0 1,0 0-1,-1 0 1,1 0-1,0 0 0,0 0 1,0 1-1,-1-1 0,1 0 1,0 1-1,-3-1 0,-1-1 114,-1 1 0,1 1-1,-1-1 1,1 1-1,-9 0 1,2 1 51,7-1-196,0 1 0,0 0-1,1 1 1,-1-1 0,1 1 0,-1 0-1,1 0 1,-1 0 0,1 1 0,0-1 0,0 1-1,-5 4 1,-21 13-4234,5-9-4794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4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0 386 11301,'0'0'7086,"32"-27"-6883,100-86-198,-122 104-48,-1-1 0,0 0 1,0 0-1,-1-1 0,10-16 0,-14 18-91,0 0-1,-1 0 1,0 0 0,3-16-1,-1 4-115,-2 9 217,0 0 1,-1-1-1,-1 1 1,1-25 968,-2 42-912,-3 337 1286,3 247 3537,0-581-4793,-1 0 15,1 0 0,0 0 0,1 1 0,0-1 0,0 0 0,1 0 0,0 0 0,0 0 0,7 14 1,-8-21-67,-1 0 0,1 0 0,0 1 1,0-1-1,0 0 0,0 0 1,0 0-1,0 0 0,0-1 0,1 1 1,-1 0-1,0 0 0,0-1 0,1 1 1,-1 0-1,0-1 0,1 0 1,-1 1-1,0-1 0,1 0 0,-1 1 1,1-1-1,-1 0 0,0 0 1,3-1-1,-3-3-62,-1-205-4403,0 128 318,0 3-2099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5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4418,'0'0'13844,"-9"6"-13420,-26 18-160,33-23-243,0 0-1,0 0 1,1 0-1,-1 1 1,0-1-1,1 1 1,-1 0 0,1-1-1,0 1 1,-1 0-1,1 0 1,0-1 0,0 1-1,-1 4 1,-4 6 132,-4 2 2,1 1 1,1 0 0,1 1 0,0 0 0,0 0 0,2 1-1,0-1 1,1 1 0,1 0 0,0 0 0,0 28 0,-1 184 1434,6-172-1063,3-1 1,11 58-1,-10-86-335,1-1 1,1 0-1,2 0 0,19 38 1,-24-54-147,2 0 1,0-1-1,0 0 0,1 0 1,13 12-1,-16-17-36,1-1-1,-1 1 1,1-1-1,0 0 1,1-1-1,-1 1 1,1-1-1,-1 0 1,1-1-1,9 3 0,-8-3 7,0-1 0,1 1 0,-1-1 1,0-1-1,1 1 0,-1-1 0,1-1 0,-1 0 0,1 0 0,-1-1 0,0 1 0,0-2 0,0 1 0,0-1 0,0-1 0,0 1 0,-1-1 0,1-1 0,-1 1 0,0-1 0,-1-1 0,1 1 0,9-11 0,2-6-108,0-1 0,-2 0 1,0-1-1,-2-1 0,-1-1 1,-1 1-1,-1-2 0,11-41 1,-10 22-306,-2-1 0,-3 0 0,-1 0 0,-1-65 0,-5 95 351,-1 0 0,-1 0 0,0 0 0,-2 0 0,1 1 0,-2-1 1,0 1-1,-1 0 0,-1 1 0,0 0 0,-1 0 0,-1 0 0,0 1 0,-1 0 0,-1 1 0,-17-18 0,21 24 86,1 0 0,-1 0 0,0 1 0,-1 0 0,1 1 1,-1-1-1,0 1 0,-1 1 0,1 0 0,-1 0 0,0 1 1,0 0-1,0 0 0,0 1 0,0 0 0,-1 1 0,1 0 1,-12 0-1,9 1 0,0 1 1,0 0-1,1 1 1,-1 0 0,1 1-1,-1 0 1,-17 8-1,11-2-242,1 1 1,-1 0-1,-25 21 0,39-28-78,1 0-966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5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76 12038,'0'0'7558,"-3"0"-7115,2 0-420,0 1 1,0-1 0,0 1 0,-1-1 0,1 1-1,0 0 1,0-1 0,0 1 0,0 0 0,0 0 0,1 0-1,-1 0 1,0 0 0,0 0 0,0 0 0,1 0 0,-1 0-1,1 0 1,-1 0 0,1 1 0,-1-1 0,1 0 0,0 0-1,-1 0 1,1 1 0,0-1 0,0 0 0,0 3-1,-4 46 562,4-41-393,-1 15 216,0-5 77,0 0-1,5 32 1,-4-50-477,0 0 0,1 0 0,-1 0 0,0 0 0,1 0 0,-1-1 0,1 1 0,0 0 1,-1 0-1,1-1 0,0 1 0,-1 0 0,1 0 0,0-1 0,0 1 0,-1-1 0,1 1 0,0-1 0,0 1 0,0-1 0,0 0 0,0 1 0,0-1 0,0 0 0,0 0 1,0 1-1,0-1 0,0 0 0,0 0 0,1 0 0,32-4-63,-30 2 31,0 0 1,0 1 0,0-1-1,-1-1 1,1 1-1,0 0 1,-1-1 0,1 0-1,-1 0 1,0 0-1,0 0 1,0 0 0,-1-1-1,4-5 1,3-5-385,-1-1 0,8-21 1,-11 23-149,-1 0 1,0 0-1,-1-1 1,0 0-1,-1 0 1,-1 0-1,0 1 1,-1-17-1,0 28 483,0 0 0,0 1 1,0-1-1,0 0 0,0 1 0,-1-1 0,1 0 0,0 1 1,-1-1-1,1 0 0,-1 1 0,1-1 0,-1 1 0,0-1 1,0 1-1,0-1 0,0 1 0,0-1 0,0 1 0,-1-1 0,-1 0 91,1 1 0,-1 0 0,1 0 0,-1 0 0,0 1 0,1-1 0,-1 1-1,0-1 1,1 1 0,-1 0 0,-5 0 0,2 0 83,2 0 71,0-1 0,0 1-1,0 0 1,0 0-1,0 1 1,0-1 0,0 1-1,0 0 1,0 0 0,0 0-1,0 0 1,0 1-1,1 0 1,-1-1 0,0 1-1,1 1 1,-6 4 0,6-5-135,0 0 0,0 1 0,1-1 0,-1 1 1,1 0-1,0 0 0,0 0 0,0 0 0,0 0 1,1 0-1,-1 1 0,1-1 0,0 0 0,0 1 1,0-1-1,-1 5 0,9-7-4420,15-2-281,5-1-2360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694 0 11237,'0'0'7396,"0"6"-6884,-5 16-134,-1 0 0,-2 0 0,0 0-1,-21 40 1,14-31-176,-110 220 963,-17 38-433,-161 408 117,256-572-807,42-112-331,5-24 68,1 6 94,2-20-739,1 0 0,2 0 0,16-46 0,-6 20-1484,7-20-1940,-1 7-1694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6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8724,'0'0'11104,"-19"36"-9880,-55 124-221,70-148-848,-1 0-1,2 0 0,0 1 1,0-1-1,1 1 0,0 0 1,1-1-1,1 1 0,1 14 1,0 1 244,-1-10-132,-1-10-134,1 1-1,0-1 1,1 1-1,1 9 1,-1-17-123,-1 1 1,1 0 0,-1 0 0,1-1-1,0 1 1,0 0 0,0-1-1,0 1 1,0-1 0,0 1 0,0-1-1,0 1 1,0-1 0,1 0-1,-1 0 1,0 1 0,1-1 0,-1 0-1,1 0 1,0-1 0,-1 1-1,1 0 1,2 0 0,1 1-10,0-1 1,1 0-1,-1-1 0,0 1 1,0-1-1,1 0 0,-1 0 1,0-1-1,0 0 0,1 0 1,-1 0-1,0 0 0,0-1 1,0 0-1,0 0 0,-1 0 1,1 0-1,0-1 0,-1 0 1,0 0-1,0 0 0,0-1 1,7-6-1,1-4-217,0 0 0,-2 0 0,1-1-1,-2 0 1,13-26 0,-15 25-410,-1 0-1,0-1 0,-1 0 1,-1 0-1,-1 0 0,0 0 1,-1 0-1,-1-30 0,-1 43 467,0-1-1,0 1 1,0 0-1,-1 0 1,0 0 0,0-1-1,0 1 1,0 0-1,-1 0 1,1 0-1,-4-4 1,3 5 163,0 1 0,0-1 0,0 1 0,0 0 0,0 0 1,-1 0-1,1 0 0,-1 1 0,1-1 0,-1 1 0,0-1 0,0 1 0,1 0 1,-1 0-1,-6-1 0,1 1 429,0 0 0,0 0 0,-16 1 0,11 0 193,10 1-522,0-1 1,0 0-1,0 1 1,0 0-1,0 0 1,0 0-1,0 0 1,0 0-1,0 0 1,0 1-1,1 0 1,-1-1-1,1 1 1,-1 0-1,1 0 1,0 0-1,-1 1 1,1-1 0,-2 3-1,3-3-680,0-1 1,0 1-1,0 0 0,1-1 1,-1 1-1,0 0 0,1 0 0,-1 0 1,1 0-1,0 0 0,-1 3 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20713,'0'0'4547,"-17"37"-5796,17-33-1216,-21-1-8484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7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13 16456,'0'0'6274,"-27"-12"-7154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10149,'0'0'8355,"183"3"-8290,-121 3-65,-7 3-609,-17 1-3489,-20-7-8676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9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22 106 3057,'0'0'5944,"-4"5"-4460,-14 21 5229,19-26-6604,-1 0 0,0 0 1,0 0-1,0 0 0,0 0 0,14 2 1501,24-1-2556,-31-1 1544,11-1-630,0 0 0,0-2 0,0 0 0,0-1 0,0 0 0,29-13 0,-1-4-2329,50-30 0,-37 16-3820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48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10949,'0'0'48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50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14887,'0'0'896,"242"3"-5570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5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9124,'0'0'6985,"0"4"-6678,19 374 2395,10-165-1462,10-2-1,113 352 1,-96-421-744,-47-122-385,1-1-1,1 0 1,1-1-1,23 28 1,-28-39-57,0 0 0,0 0 0,1-1 0,0 0 1,0-1-1,0 0 0,1 0 0,-1 0 1,1-1-1,0-1 0,1 0 0,-1 0 0,15 3 1,-16-5-44,-1-1 0,0 1 0,0-1 0,0 0 0,0-1 0,0 1 0,0-2 0,0 1 0,0-1 0,0 0 0,-1 0 0,1-1 0,-1 1 0,1-2 0,-1 1 0,0-1 0,0 0 0,10-8 0,-5 0 19,0 0 0,0-1 0,-2 0 1,17-28-1,-8 6-20,15-40 0,-11 14-139,-2-1 1,-3-2 0,-3 1-1,5-69 1,-9 14-236,-7-161 1,-7 230 345,-3 2 0,-1-1 0,-22-68-1,-9-45 391,32 108-364,2 0 0,3-60 0,2 111-438,0 8-2736,0 70-5001,0-21-1840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5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6403,'0'0'3562,"12"-27"-2517,34-85-33,-30 72-137,-16 29 216,-1-1 2820,0 12-3887,0 0 0,1 1 0,-1-1 0,0 0 0,0 0 0,0 0 0,1 0 0,-1 1 0,0-1 0,1 0 0,-1 0 0,0 1 0,1-1 0,-1 1 0,0-1 0,1 1 0,-2 0 0,-3 11 13,0 0 0,1 0 0,1 1-1,0-1 1,1 1 0,0 0 0,0 18 0,1-21-12,-5 304 696,8-183-273,-2-24-85,4 273 603,30-6-36,-31-359-822,0 1 0,0-1-1,1 0 1,1 0-1,10 21 1,-14-34-106,-1-1-1,0 0 1,1 0-1,-1 0 0,1 0 1,0 1-1,-1-1 1,1 0-1,0 0 1,0 0-1,-1 0 1,1-1-1,0 1 1,0 0-1,0 0 1,0 0-1,0-1 1,1 1-1,-1 0 1,0-1-1,0 1 1,0-1-1,0 0 1,1 1-1,-1-1 1,2 1-1,-3-2-41,1 0 0,-1 0 0,1 0 0,-1 0 0,0 0 0,1 0 0,-1 0 0,0 0-1,1 0 1,-1 0 0,0 0 0,0 0 0,0 0 0,0 0 0,0 0 0,0 0 0,0 0 0,0 0 0,-1-1 0,1-3-151,0-9-137,-4-92-3786,2 91 3034,0 0 1,-1 1-1,-1 0 0,0 0 1,-9-20-1,-21-34-5659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5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11509,'0'0'6979,"280"28"-5506,-160-3-576,1-10-385,-4-2-144,-13-7-192,-14-6-144,-21 0 48,-18 0-80,-20 0-112,-20 0-528,-8 0-1153,-3 6-1409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55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547 429 6163,'0'0'9396,"2"-11"-8206,3-13-410,-2 1 0,1-32 0,-4 44-656,0 0 1,0-1-1,-1 1 1,0 0-1,-1 0 1,0 0-1,-1 0 1,-1 0-1,1 0 1,-2 1-1,-9-20 1,3 14-128,0 0 0,-1 0 0,-1 1 0,0 0 0,-21-16 0,27 25 6,0 0 0,-1 1 0,1-1 0,-1 2 1,0-1-1,-1 1 0,1 0 0,-1 1 0,1 0 1,-1 1-1,0-1 0,0 2 0,-16-2 0,19 3-5,-6-1 2,0 2 1,0-1 0,-19 5 0,26-4 1,0 1-1,0 0 1,0 0 0,0 0 0,0 1 0,1-1 0,-1 1 0,1 1 0,0-1 0,-7 7 0,-6 7 9,1 0 1,1 1 0,1 1-1,0 0 1,1 1 0,2 1-1,0 0 1,1 0 0,1 1 0,1 0-1,1 0 1,1 1 0,0 0-1,2 0 1,-1 27 0,2-7 153,2 0 1,2 0 0,10 64-1,-7-84-82,1-1-1,1 0 0,1 0 1,1-1-1,1 0 0,1 0 0,1-1 1,18 26-1,-8-19-67,0-2 0,1-1 0,2 0 0,0-2 0,2 0 0,0-2 0,30 17 0,207 99-109,-256-133 87,2 1-24,-1 0 1,0 0-1,0 1 1,0 0-1,0 0 1,9 10-1,-15-14 23,-1 1-1,1 0 0,-1 0 1,1 0-1,-1 0 0,0 0 1,0 0-1,0 0 1,0 0-1,0 1 0,-1-1 1,1 0-1,0 0 0,-1 1 1,0-1-1,0 0 1,0 1-1,0-1 0,0 1 1,0-1-1,0 0 0,-1 1 1,1-1-1,-1 0 0,0 0 1,1 1-1,-1-1 1,0 0-1,-2 3 0,-1 0 3,1 0-1,-1 0 0,0 0 1,0 0-1,-1-1 0,1 0 1,-1 0-1,-5 4 0,-47 26 25,-9 0 0,-1-4 1,-2-2 0,-87 23-1,148-49-208,0 1 1,0-1-1,0-1 0,0 1 0,0-1 0,-1-1 0,1 1 0,0-1 0,0-1 0,-10-1 0,17 2 86,1-1 0,-1 1-1,1 0 1,-1 0 0,1-1-1,-1 1 1,1 0 0,-1-1-1,1 1 1,0-1 0,-1 1-1,1 0 1,0-1 0,-1 1-1,1-1 1,0 1 0,0-1-1,-1 1 1,1-1-1,0 1 1,0-1 0,0 1-1,0-1 1,0 1 0,0-1-1,0-1 1,-2-30-4447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56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62 14375,'0'0'8019,"-14"-59"-8019,14 56-208,3 3-128,4 0-512,4 0-641,-1 13-800,-3 21-785,-7 16-2752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7:56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 11813,'0'0'10437,"-35"-3"-10517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1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24 175 8852,'0'0'6459,"-3"-1"-5947,1 0-381,1 0 0,-1 0 0,1-1-1,-1 1 1,1 0 0,0 0 0,0-1 0,0 1-1,0-1 1,0 1 0,0-1 0,0 1 0,0-1 0,0 1-1,1-1 1,-1 0 0,1 0 0,-1 1 0,1-1-1,0 0 1,-1 0 0,1 1 0,0-1 0,0 0-1,0 0 1,1 0 0,-1 1 0,0-1 0,1 0-1,-1 0 1,1 1 0,-1-1 0,2-2 0,0 1-125,0 0 0,0 0 0,0 0 0,0 0 0,0 0 0,1 0 0,-1 1 1,1-1-1,0 1 0,0 0 0,6-4 0,42-21-69,-32 17 21,-5 3-63,0 1 1,0 0-1,1 1 0,-1 1 1,1 0-1,15-2 1,6 2-29,50 2 0,-79 2 142,-1 1 0,0 0 0,0 1 0,-1 0 0,1-1 0,0 2 0,0-1 0,-1 1 0,1 0 0,-1 0 0,0 0 0,0 1 0,0 0 0,-1 0 0,1 0 0,-1 0 0,0 1 1,5 7-1,-2-3 59,0 1 0,-1-1 1,0 1-1,-1 0 1,-1 1-1,1-1 1,-1 1-1,-1 0 1,3 15-1,-3-4 121,-1 1-1,-1-1 0,-2 33 1,0-42-161,-1-1 0,0 1 0,-1-1 1,-1 0-1,0 0 0,0 0 0,-10 18 0,-7 6 27,-1-2 0,-2 0 0,-1-1 0,-41 41 0,66-74-55,-1 2-4,-1-1 1,1 1-1,-1-1 0,1 1 1,-1-1-1,1 0 1,-1 0-1,0 0 0,1 0 1,-1 0-1,0 0 1,0 0-1,0 0 1,0-1-1,0 1 0,-2 0 1,4-3-128,-1 0 1,1 1-1,-1-1 1,1 1-1,0-1 1,0 1 0,0-1-1,0 0 1,0 1-1,1-4 1,-1 4-84,0-2 28,1-1-1,-1 1 1,1 0-1,-1 0 1,1 0-1,0 0 1,1 0 0,-1 0-1,0 0 1,1 0-1,0 0 1,0 0 0,0 1-1,0-1 1,3-3-1,-1 3 56,1-1 1,-1 1-1,1 0 0,0 0 0,0 0 1,0 1-1,0 0 0,9-3 0,-2 2 132,1 0 0,0 1-1,-1 0 1,1 1 0,0 1 0,0 0-1,23 3 1,-26-1 92,1 1 0,-1 0 0,0 1 0,0 0 0,-1 0 1,1 1-1,-1 1 0,0-1 0,0 2 0,-1-1 0,0 1 0,0 0 0,0 1 0,-1-1 0,0 2 0,6 9 0,-3-3 188,0 0 0,-2 0 0,0 1 0,0 0 0,-2 1 0,0 0 0,-1 0 0,0 0 0,1 18-1,-2 3 225,-2 1-1,-3 38 0,0-68-441,1-1 0,-1 0 0,-1 1 1,0-1-1,0 0 0,-1 0 0,0 0 0,0 0 0,0-1 0,-1 1 0,-1-1 0,1 0 1,-1 0-1,0 0 0,-1-1 0,1 0 0,-1 0 0,-1 0 0,1-1 0,-1 0 0,0 0 1,0-1-1,0 1 0,-1-2 0,1 1 0,-1-1 0,0 0 0,-16 3 0,-1-2-68,1-2 0,-1 0-1,-41-4 1,50 0-189,1 0 0,0-1-1,0 0 1,0-1 0,1-1 0,-1-1 0,1 0 0,0-1-1,1 0 1,0-1 0,0 0 0,0-1 0,1-1 0,1 0 0,-1-1-1,2 0 1,-14-18 0,19 22-234,0 0 1,1 0-1,0 0 1,0-1-1,1 0 1,0 0-1,0 0 0,1 0 1,0 0-1,0 0 1,1-1-1,0 1 1,1-1-1,0-12 0,0 17-147,0 0-1,0 0 1,0 0-1,1 0 0,0 0 1,0 0-1,1-5 1,2 2-830,-1 1 1,1 0 0,0 1-1,7-9 1,-11 14 1404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1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45 148 2401,'0'0'4042,"-3"-7"-3210,-4-7 552,-1 0 0,-12-16 0,19 26-935,-1 0 0,1-1 0,0 1 0,1 0 0,-1-1 0,1 1 0,0-1 0,0 1 0,0-1 0,2-6 0,-1-6 364,-1 6 1069,0 31-1073,0 409 2449,0-417-3175,-1 4 20,1-1-1,1 1 1,5 25-1,-5-37-98,0-1 0,0 1 0,0 0-1,1-1 1,-1 1 0,1-1 0,0 1 0,0-1 0,0 0-1,0 0 1,1 0 0,-1 0 0,1 0 0,0-1 0,0 1-1,0-1 1,0 0 0,0 0 0,0 0 0,5 2 0,0-1-51,1-1 1,0 0 0,0-1 0,0 1 0,0-2 0,0 1 0,14-2 0,-6 1-52,8-2-126,0 0 1,27-7-1,-33 5 92,0 1 0,0 1 0,0 0 0,0 2 1,20 1-1,-34 0 129,0 0 0,0 1 0,0-1 1,0 1-1,0 0 0,0 1 0,0-1 0,-1 1 1,1 0-1,-1 0 0,0 1 0,0-1 1,0 1-1,0 0 0,0 0 0,-1 0 0,0 0 1,0 0-1,0 1 0,0 0 0,2 7 1,1 2 78,0 0 1,-2 1-1,0 0 1,0 0-1,-1 0 1,1 22 0,-2-9 146,-1 0 1,-2-1-1,-3 29 1,3-46-191,-1-1-1,0 1 1,-1-1 0,0 0 0,0 0 0,-1 0-1,0 0 1,0-1 0,-1 0 0,0 0 0,-1 0-1,-9 10 1,7-9-12,-1-1-1,0-1 0,-1 1 1,0-2-1,0 1 1,0-1-1,-1-1 1,0 0-1,0 0 0,-16 4 1,9-5-78,1-1 1,-1 0-1,1-2 1,-1 0-1,0 0 1,-22-4-1,34 2-51,0 0 0,1 0-1,-1 0 1,1-1-1,-1 0 1,1 0-1,0 0 1,0 0 0,0-1-1,0 0 1,0 0-1,1-1 1,-1 1 0,1-1-1,0 0 1,0 0-1,0-1 1,1 1-1,0-1 1,-1 1 0,-3-11-1,1 2-709,0 0 0,1-1 0,1 1 0,1-1 0,0 0 0,0 0 0,0-23 0,2-25-4142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13238,'0'0'4482,"180"46"-2481,-94-27-736,4-10-801,-4-6-352,-10-3-112,-14 0-528,-14 0-2162,-20 0-3056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2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20 11701,'0'0'6302,"-7"15"-5683,0-3-396,1 2-1,0-1 1,1 0 0,1 1 0,0 0-1,1 0 1,-3 29 0,6 65 1316,0-105-1507,0-1-1,1 0 1,-1 0-1,0 0 1,1 0-1,-1 0 1,1 0-1,-1 1 1,1-1-1,0-1 1,0 1-1,0 0 0,0 0 1,0 0-1,1 0 1,-1-1-1,0 1 1,1 0-1,-1-1 1,1 0-1,0 1 1,-1-1-1,1 0 1,0 0-1,0 0 1,0 0-1,2 1 1,1 0 7,0-1 0,0 0 0,1-1 0,-1 1 1,0-1-1,0 0 0,0 0 0,1 0 1,-1-1-1,6-1 0,-6 0-33,0 1-1,0-1 1,0 0 0,-1-1-1,1 1 1,-1-1-1,0 0 1,0 0 0,0 0-1,0 0 1,0-1 0,0 1-1,-1-1 1,5-6-1,3-7-284,-1 0 0,11-23 0,-19 37 200,6-13-537,-1-1-1,-1 0 1,6-24 0,-10 33 289,-1 0 0,1 0 0,-1 0 0,-1-1-1,0 1 1,0 0 0,0-1 0,-1 1 0,-3-11 0,4 18 298,-1 0 0,0-1 0,1 1 0,-1 0 0,0 0 0,0-1 0,0 1 0,0 0 0,0 0 0,0 0 1,0 0-1,0 0 0,-1 1 0,1-1 0,0 0 0,-1 0 0,1 1 0,0-1 0,-1 1 0,1-1 0,-1 1 1,1 0-1,0-1 0,-3 1 0,-40 0 730,36 1-397,3-1-178,0 1 0,1 0 0,-1 0 0,0 1 0,1-1 0,0 1 0,-1 0 0,1 1 0,0-1 0,0 1 0,0-1 0,0 1 0,1 0 0,-1 1 0,1-1 0,-1 0 0,1 1 0,-3 4 0,2-2-208,1 0 0,-1 0-1,1 0 1,0 0 0,0 0-1,0 1 1,1-1 0,0 1-1,1 0 1,-1-1 0,0 14-1,16-18-8929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690 1 9508,'0'0'8183,"-6"30"-7535,-2 8-469,0 8 35,-2-1 0,-19 50 1,-121 259 905,94-233-834,-52 118 189,-155 358 672,263-597-1147,-47 128 139,44-119-233,2-14 10,3-15-141,7-13-885,1 0 0,2 1 1,1 0-1,23-41 0,-3 7-2727,-8 11-1083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18 9604,'0'0'8855,"-3"11"-8089,-4 27-110,-7 33 1108,-10 126-1,23-71-624,1-123-1123,0-1 0,0 0 0,0 0 0,0 0 0,0 0 0,0 0-1,1 0 1,-1 1 0,1-1 0,-1 0 0,1 0 0,0 0 0,0 0 0,0-1 0,0 1-1,0 0 1,3 3 0,-2-4-11,0 0-1,0 0 1,1 0-1,-1 0 1,0-1-1,0 1 1,1 0-1,-1-1 1,0 0-1,1 0 1,-1 0 0,1 0-1,-1 0 1,0 0-1,1 0 1,2-2-1,-2 2-3,1-1 0,-1 0 0,1 0 0,-1 0 0,1 0 0,-1 0 0,0-1 1,0 0-1,0 1 0,0-1 0,0 0 0,0-1 0,3-3 0,2-2-27,0-2-1,11-18 1,-17 26 18,15-25-337,-1-1 1,-2 0-1,0-1 0,9-32 0,-17 41-335,0-1 0,-1-1 0,-2 1-1,0 0 1,-1-1 0,-2-42-1,-1 61 646,1 0 0,0 0 0,-1 0 0,1 1 0,-1-1 0,0 0 0,0 0 0,0 1 0,0-1 0,0 1 0,-1-1 0,1 1 0,-1-1 0,0 1 0,0 0 0,1 0 0,-2 0 0,1 0 0,0 0 0,0 0 0,0 0 0,-1 1 0,1-1 0,-1 1-1,1 0 1,-4-1 0,-1-1 356,-1 2 0,1-1-1,-1 1 1,1 0 0,-1 1-1,1 0 1,-1 0-1,-13 2 1,19-2-267,0 1 0,0-1 0,-1 1 0,1 0 0,0 0 0,0 0 0,0 0 0,0 0 0,0 0 0,1 0 0,-1 1 0,0-1 0,0 1 0,1-1 0,-1 1 0,1 0 0,-1-1 0,1 1 0,-1 2 0,-3 16-7649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4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10389,'0'0'7779,"262"43"-7362,-151-39-337,-8-4-80,-3 0-241,-21 0-1183,-16 0-1682,-29 0-4737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5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7363,'0'0'7081,"0"-3"-6433,0 333 3533,3-231-3521,4-1 1,21 105-1,70 186 966,-45-242-1022,-42-122-460,2 0 0,0-1-1,24 31 1,-31-46-113,0-1 0,1 0 1,1 0-1,-1 0 0,1-1 0,1 0 0,-1-1 0,1 0 1,0 0-1,0-1 0,1 0 0,-1 0 0,1-1 0,0-1 1,1 0-1,-1 0 0,1-1 0,-1 0 0,1-1 0,-1 0 1,15-1-1,-17 1-21,0-1 0,-1 0-1,1-1 1,0 0 0,-1 0 0,1 0 0,0-1 0,-1 0 0,0-1 0,1 0 0,-1 0 0,0 0 0,0-1 0,-1 0 0,1 0 0,-1-1-1,9-8 1,-1-2-53,-2 0-1,1-1 0,-2 0 0,0-1 0,-1 0 0,-1 0 1,-1-1-1,11-33 0,-6 6-350,-1-1 0,9-74 0,-11-6-173,-7-143 0,-4 153 417,-8-78 67,0 3 198,6 154-157,3 37-292,2 15-4791,10 13-680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5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352 114 8020,'0'0'6853,"8"-21"-5673,24-62-279,-29 73 2546,-10 18-2845,-9 20-814,-49 105 590,6 2 0,-72 243 0,19 80 110,111-450-490,-1 1 0,1-1 0,0 15 0,1-23-201,2-4-402,23-63-1586,41-122-4012,-44 110 2508,1-7-803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5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3954,'0'0'9484,"4"-23"-8382,12-71-171,-13 75-504,0 7 113,-1 10 190,1 3-47,-3-1-368,16 9 266,-5 7-471,-1 0-1,0 1 1,-2 0 0,8 20-1,27 84 688,-35-97-597,70 283 1223,-24 6-727,23 109-265,-63-372-421,22 54 0,-32-91-54,-11-24-4514,-11-9 2864,5 6 210,-29-31-3799,-11-8-3572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6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0 187 14743,'0'0'5618,"207"0"-4705,-117-12-513,3-22-320,-3-1-80,0-2-992,-15 0-2258,-13 6-3361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6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541 240 8388,'0'0'5018,"-14"-29"-4231,-46-88-365,56 109-367,0 1 1,-1-1 0,0 1-1,-7-6 1,-11-3 226,12 10-157,4 2-54,0 0 1,-1 1-1,1 0 0,-1 0 0,0 0 0,0 1 0,-14-2 0,-2 2 123,-30 1 0,35 1-121,10 1-58,0 0 0,0 0 0,0 1 0,0 0 0,1 0 1,-1 1-1,1 0 0,-1 0 0,1 1 0,0 0 0,0 1 0,1 0 0,-1 0 0,1 0 0,0 1 0,1 0 0,-1 1 0,-5 7 0,4-3 29,0-1 0,0 1 0,2 0 0,-1 1 0,2-1 0,-1 1-1,2 1 1,-1-1 0,2 1 0,0-1 0,0 1 0,0 16 0,0 0 25,2-1 1,1 1 0,1 0 0,8 45 0,-1-45-10,1-1 0,21 45 0,35 56 142,-14-36-179,4-3 0,4-2 1,112 127-1,-146-187-38,5 4 17,28 40 0,-54-66 96,0 1 0,0-1 0,-1 1 0,0 0 0,0 0 0,-1 0 0,0 0 0,2 11 1,-3-15-44,-1 0 1,0 0-1,1 0 1,-1 0-1,-1 0 1,1 0-1,0 0 1,-1 0-1,1 0 1,-1 0-1,0 0 1,0 0-1,0 0 1,0 0-1,-1 0 1,1-1-1,-1 1 1,0-1-1,1 1 1,-1-1-1,0 1 1,-1-1-1,-1 2 1,-5 2 1,-1-1 1,1 0 0,-1 0-1,0-1 1,0 0 0,0-1-1,0 0 1,-1-1 0,-17 2-1,-15 0-299,-45-2-1,76-2 128,-27 1-576,-32-1-953,63-1 1096,1 0 1,-1 0 0,1 0 0,0-1 0,-1 0 0,1-1-1,-8-4 1,-19-16-5055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54 14423,'0'0'7699,"-28"-53"-7859,49 53-496,-1 12-65,1 22-1696,-4 4-1745,-6 5-4001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7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11589,'0'0'9173,"-18"0"-10182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8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2 896,'0'0'11961,"-8"0"-10515,-17 0-432,19 0 2563,140-1-2690,174 3-1243,-299-2 271,9 1-134,0 1 0,25 4-1,-40-5 201,0-1-1,0 1 1,0 0-1,-1-1 0,1 1 1,0 1-1,0-1 1,-1 0-1,1 1 1,-1-1-1,1 1 1,-1 0-1,1 0 0,-1 0 1,0 0-1,0 0 1,0 0-1,0 0 1,-1 1-1,1-1 0,0 1 1,0 3-1,0 0 31,-1 0-1,0 0 1,-1 1-1,1-1 1,-1 1-1,0-1 1,-1 0-1,0 1 1,0-1-1,0 0 0,-1 0 1,0 0-1,0 0 1,-3 6-1,-4 7 122,-1-1-1,-1 0 1,-14 16-1,-27 37 13,-219 289 129,257-343-324,47-30-1619,-30 12 1589,15-7-186,-1 0 0,1 2 0,0 0-1,30-6 1,-29 10 273,0 0 1,0 1-1,0 1 0,1 1 0,-1 1 1,0 0-1,33 10 0,-42-9 60,0 0 0,0 1 0,-1 1 0,0-1 0,0 1 0,0 1 0,-1 0 0,0 0 0,0 1 0,0 0 0,-1 0 0,0 0 0,0 1-1,-1 0 1,0 1 0,6 10 0,-7-8 110,0 0-1,-1 0 1,0 0-1,-1 0 1,0 1-1,-1-1 1,1 13-1,-1 4 448,-4 52-1,0-65-569,-1 0 0,0 0 0,-1-1 0,-1 1 0,0-1 0,-1 0 0,-1 0 0,0-1 0,0 0-1,-2 0 1,0 0 0,0-1 0,-18 18 0,11-15-34,1-1-1,-2 0 1,1-1-1,-2 0 1,0-2-1,0 0 1,-1-1-1,-1-1 1,-26 9-1,20-12-124,0-1 1,-1-1-1,0-1 0,0-1 0,-48-4 0,70 2 39,-1-1-1,1 0 1,-1 1 0,1-1-1,0-1 1,-1 1-1,1-1 1,0 0-1,0 0 1,0-1-1,-8-5 1,10 6 6,0-1 0,0 0-1,0 0 1,1 0 0,-1 0 0,1-1 0,-1 1 0,1-1 0,0 1-1,1-1 1,-1 0 0,1 0 0,-1 0 0,1 0 0,0 0 0,0-5-1,-1 1-275,1 0-1,0 0 0,0 0 0,1 0 0,0 0 0,1 0 0,-1 0 0,2 0 0,-1 0 1,1 0-1,0 0 0,1 0 0,-1 1 0,2-1 0,-1 1 0,1 0 0,0 0 0,0 0 1,7-7-1,38-38-6847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0 9300,'0'0'10088,"-20"12"-9494,3-1-488,-7 3 61,1 2 0,1 0 0,-40 37 0,53-44-114,0 1 0,1-1 0,0 1 0,0 1 0,1 0 0,0 0 0,1 0 1,1 1-1,-1 0 0,2 0 0,0 0 0,0 0 0,1 1 0,1 0 0,0-1 0,0 21 0,2-26-70,1 0 0,0 0 0,0 0 1,1 0-1,-1 0 0,2-1 0,-1 1 0,1-1 0,0 1 1,0-1-1,1 0 0,-1 0 0,1 0 0,1-1 1,6 8-1,8 5-206,1 0 1,39 26-1,-35-26 109,38 24-66,21 16 37,-71-48 131,-1-1 0,0 2 1,-1-1-1,15 21 0,-22-27 2,0 0 0,-1 0 0,0 0-1,0 0 1,0 0 0,0 0 0,-1 1 0,0-1-1,0 1 1,0-1 0,0 1 0,-1-1 0,1 1-1,-1 0 1,0-1 0,-1 1 0,1-1-1,-1 1 1,0 0 0,-1 3 0,-1-2 17,1-1 1,-1 1-1,1-1 1,-2 0 0,1 0-1,0 0 1,-1-1-1,0 1 1,0-1-1,0 0 1,-1 0-1,1 0 1,-1-1-1,-9 5 1,-3 1 8,0-1-1,-1-1 1,0 0-1,-1-2 1,1 0 0,-1-1-1,-19 2 1,-135 1-679,172-7 651,-1 0-57,1 0 0,-1 0 0,0 0-1,0 0 1,1 0 0,-1-1 0,0 1 0,1 0-1,-1-1 1,0 1 0,1-1 0,-1 0 0,1 0-1,-1 1 1,1-1 0,-1 0 0,1 0 0,-1 0-1,1-1 1,0 1 0,0 0 0,0 0-1,-1-1 1,1 1 0,0-1 0,1 1 0,-1-1-1,0 1 1,-1-3 0,1-4-417,-1 1 0,1 0 1,1 0-1,-1-1 0,2-13 0,0 1-771,-1-42-3270,0-10-1919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16872,'0'0'3441,"176"53"-2720,-97-47-321,1-6-256,-4 0-144,-11 0-272,-6-9-1521,-14-7-1857,-18 1-3329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9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10565,'0'0'7966,"-23"35"-6515,-69 120-314,86-145-998,0 0-1,1 1 1,0-1-1,1 1 1,0 0-1,1 1 1,0-1-1,1 1 1,0-1-1,0 18 1,1-15-6,0-3-12,0-1 9,1-1-1,0 1 0,0-1 1,3 17-1,-3-25-123,1 0-1,0 0 1,-1 1-1,1-1 1,0 0 0,0 0-1,0 0 1,0 0-1,0 0 1,0 0-1,0 0 1,0 0 0,0-1-1,0 1 1,1 0-1,-1-1 1,0 1-1,0-1 1,1 1 0,-1-1-1,0 1 1,1-1-1,-1 0 1,1 0-1,-1 0 1,0 0 0,1 0-1,1 0 1,1 0-5,0 0 1,1 0 0,-1-1-1,0 1 1,0-1-1,1 0 1,-1-1 0,6-1-1,-4-1-10,0 0 1,-1 0-1,1-1 0,-1 1 1,0-1-1,8-10 0,25-38-319,-30 42 14,-1-1 1,0-1-1,0 1 0,-2-1 1,1-1-1,-2 1 1,0-1-1,0 1 1,-1-1-1,-1 0 0,0 0 1,-1 0-1,-1-1 1,-1-16-1,0 27 244,0 1-1,1 0 1,-1 0 0,0 0-1,-1 1 1,1-1-1,0 0 1,-1 0 0,0 1-1,0-1 1,1 1-1,-2-1 1,1 1 0,0 0-1,0 0 1,-1 0-1,1 0 1,-1 0 0,1 0-1,-1 1 1,0-1-1,0 1 1,0 0 0,0 0-1,0 0 1,-5-1-1,-8-1 174,1 0-1,-1 2 0,0 0 0,-16 1 1,17 0 11,13 0-109,-2 0-19,0 0-1,-1-1 0,1 2 0,0-1 1,-1 0-1,1 1 0,0 0 0,0 0 0,0 0 1,0 0-1,0 1 0,0 0 0,0-1 1,-4 4-1,6-2-1821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0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896 0 11845,'0'0'4955,"-23"28"-4198,-3 1-556,-21 28 277,-43 65 1,-2 19 684,-89 184 1,-167 419 211,267-568-1243,75-164-154,4-14-141,5-18-303,-2 11 333,9-31-1717,1 1 0,1 0-1,34-69 1,-34 81-63,9-19-3575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0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12422,'0'0'7798,"-12"37"-6541,-36 119-390,44-142-723,1-1 1,0 0-1,1 1 1,0-1 0,2 1-1,-1-1 1,2 1-1,-1 0 1,5 17 0,-5-28-115,1 1 1,0 0 0,0 0 0,0-1 0,1 1-1,-1-1 1,1 1 0,0-1 0,0 1 0,0-1-1,1 0 1,-1 0 0,1 0 0,-1 0 0,1-1 0,6 5-1,-7-5-19,1-1 0,0 0 0,-1 0 0,1 0 0,0 0-1,0 0 1,-1 0 0,1-1 0,0 1 0,0-1 0,0 0 0,0 0-1,0 0 1,0 0 0,0 0 0,-1-1 0,1 1 0,0-1 0,0 0-1,0 0 1,-1 0 0,1 0 0,4-3 0,-1 0-2,-1 0 1,1 0-1,-1-1 1,0 0-1,0 0 0,0 0 1,4-8-1,29-45-97,-26 37-181,0 0 1,-2-1-1,9-29 0,-15 40-35,-1-1 0,0 1 0,-1 0-1,-1-1 1,0 1 0,0-1 0,-1 1 0,-1-1-1,-1-11 1,1 20 206,0 0 1,0 0-1,0 0 1,0 0-1,0 0 0,-1 1 1,1-1-1,-1 0 1,0 1-1,0-1 0,0 1 1,0 0-1,0 0 1,0 0-1,0 0 0,-1 0 1,1 0-1,-1 0 1,0 1-1,1 0 1,-1-1-1,0 1 0,0 0 1,0 0-1,-6-1 1,-6 0 81,0 0 1,0 0-1,0 2 0,-16 0 1,12 0 58,-20 0-183,22 0-2743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0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16295,'0'0'8020,"-34"50"-8500,44-50-1297,-3 0-1777,-7-13-4065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2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58 8900,'0'0'9871,"6"-6"-9230,-1 3-610,-1 0 1,0 0 0,1 0 0,0 0 0,0 1 0,0 0-1,0 0 1,0 0 0,0 1 0,0-1 0,0 1 0,1 1 0,-1-1-1,0 1 1,9 0 0,35 1-35,51-2 212,-88 0-380,0 0 0,0-1-1,0-1 1,0 0 0,22-8-1,-33 10-455,-2 1-146,-62 0-1096,-11-1-4730,-129 15 1,121-6 6531,54-7 4344,0-1 6704,28 9-10119,14 331 1867,19 64-1191,6 53-307,-38-450-1213,19 147 286,-14-124-214,1 0 0,19 52 1,-21-71-52,0 0 0,0 0 0,1-1 0,0 0 0,1 0 0,0 0 0,10 9 0,-12-14-32,0-1-1,0 1 1,1-1 0,0 0 0,0 0-1,0-1 1,0 1 0,1-1 0,-1-1 0,1 1-1,0-1 1,10 1 0,-8-1-17,1 0 1,-1-1 0,0-1-1,1 1 1,-1-2-1,1 1 1,-1-1 0,1-1-1,-1 1 1,0-2-1,0 1 1,0-1 0,0-1-1,0 0 1,-1 0-1,1 0 1,-1-1 0,0-1-1,0 1 1,10-11-1,-1-1-249,19-16-511,-34 31 554,1 0 0,0 0 0,-1 1-1,1-1 1,0 1 0,0 0 0,0 0 0,0 0 0,0 0 0,0 1 0,0-1-1,5 0 1,34 1-6573,-18 0 1098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5747,'0'0'14326,"134"24"-13557,-72-14-17,4-4-368,-4-6-240,0 3-96,-14-3-48,-6 0-80,-15 0-656,-6 0-1313,-14-12-2049,-7-4-4610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4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6707,'0'0'13486,"7"-6"-12995,9-4-437,0 1-1,1 0 0,0 1 1,34-10-1,-27 10-56,115-50-1747,-72 30-237,-53 23 1865,0 1 1,0 1-1,1 0 1,-1 1-1,1 0 1,0 1 0,23 2-1,-35-1 216,-3 0 2,1 1 1,0-1 0,0 1 0,-1-1-1,1 1 1,-1 0 0,1 0-1,-1-1 1,1 1 0,-1 0-1,1 0 1,-1-1 0,1 1-1,-1 0 1,0 0 0,0 0 0,1 0-1,-1 0 1,0 0 0,0 0-1,0-1 1,0 1 0,0 0-1,0 0 1,0 0 0,-1 1-1,0 29 106,-1-23-123,0 1-1,-1-1 1,-6 16 0,-5 18 97,5 7 3,3 0 0,1 91 0,3-79 49,-25 587 2296,20-252-2214,7-394-324,-1-117-6378,-1 66 1536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4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15543,'0'0'5186,"217"-19"-5186,-155 0-64,4-9-1408,-15 0-2402,-9 1-4674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5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79 1024,'0'0'20282,"6"-4"-19973,19-9-169,1 1 1,50-15-1,-51 18-233,-13 6-53,-1 0-1,1 1 0,0 0 0,-1 0 1,20 1-1,-31 1 141,1 1 0,-1-1 0,1 1 0,-1-1-1,1 1 1,-1-1 0,0 1 0,1-1 0,-1 1 0,1-1 0,-1 1 0,0-1-1,0 1 1,1 0 0,-1-1 0,0 1 0,0 0 0,0-1 0,0 1 0,0-1 0,0 1-1,0 0 1,0-1 0,0 1 0,0 0 0,0-1 0,0 1 0,0 0 0,0-1-1,-1 2 1,1 1 1,0 850 1481,27-386-889,1 39 805,-28-502-1377,0-1-1,0 1 0,-1-1 1,0 1-1,1-1 1,-1 1-1,0-1 0,-1 0 1,1 1-1,0-1 1,-1 0-1,0 0 1,0 0-1,0 0 0,-3 3 1,1-2-14,0 0 0,-1 0 0,0 0 1,0-1-1,0 0 0,0 0 0,0 0 1,-8 3-1,-4-1-146,0 0 0,0-1 0,-1 0 1,1-2-1,-22 1 0,-81-3-3469,41-9-3011,16-6-5471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6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4786,'0'0'10373,"217"40"-10325,-175-40-48,-15 0-208,-6 0-753,-14 0-543,-31 0-4627,-7 0 4418,-1 0-1120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2785,'88'34'1550,"-77"-28"151,-18-4 199,-2 1-859,7 0-728,0 1 0,0 0 0,0-1-1,0 1 1,1 0 0,-1 0-1,1 1 1,0-1 0,1 0-1,-1 8 1,-1 50 1177,2-43-1236,-1 186 1841,4 260 1326,34-12-1563,-14-335-1601,-19-105-241,0 0 0,1 0 0,0 0 0,1-1 0,0 0-1,11 15 1,-13-22-14,0-1-1,0 1 1,0-1-1,1 0 1,0 0-1,-1 0 1,1 0-1,1-1 1,-1 0-1,0 0 1,1-1-1,0 1 1,-1-1-1,1 0 1,0-1-1,0 1 1,0-1-1,0-1 1,1 1-1,-1-1 1,7 0-1,-3-1-39,0 0 0,1-1 1,-1 0-1,0 0 0,0-1 0,0-1 0,0 0 0,-1 0 0,0-1 1,0 0-1,13-9 0,62-57-1780,2-2-5142,-49 49-350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277 645 3778,'0'0'6525,"0"-5"-5964,0-8-237,-1 3 4997,0 10-5210,0 0 0,0 0-1,0 0 1,0 0 0,0 0-1,0 0 1,-1 0 0,1 0 0,0 0-1,0 0 1,0 1 0,0-1-1,0 1 1,0-1 0,0 1-1,0-1 1,-1 2 0,-2 6-33,1 0 1,0 0 0,1 0-1,0 0 1,-2 15-1,1-9 3,-6 54 529,2 0 1,4 0-1,8 113 0,-4-165-500,1 0 0,1-1 0,0 1 0,1 0 0,1-1 0,12 27 0,-14-35-93,0-1-1,0 0 1,1 0-1,0 0 1,1-1-1,-1 1 1,1-1-1,0 0 1,0 0-1,0-1 1,1 0-1,0 0 1,-1 0-1,2 0 1,-1-1-1,0 0 1,12 3-1,-10-3 17,1-1-1,0-1 1,-1 0-1,1 0 1,0 0-1,0-1 0,0-1 1,-1 1-1,1-1 1,0-1-1,-1 0 1,16-5-1,-15 3-15,1-1 1,-1 0-1,0 0 0,-1-1 0,1 0 0,-1-1 1,-1 0-1,1 0 0,-1 0 0,8-11 0,-9 10-108,0 0 0,-1 0 0,1 0-1,-2-1 1,1 0 0,-1 0 0,-1 0-1,0 0 1,0 0 0,0-1 0,-2 0-1,1 1 1,-1-1 0,0-16 0,-1 22 56,0 0 1,-1 1 0,1-1-1,-1 1 1,0 0 0,0-1-1,0 1 1,0 0 0,-1-1 0,1 1-1,-1 0 1,0 0 0,0 0-1,0 0 1,-4-4 0,-3-2 11,-1 1 1,0 0-1,-12-7 1,7 4 26,1 1 38,-180-132 452,148 105-388,2-3-1,-46-51 0,71 69-97,1-2 0,0 0 0,2-1 0,1 0 0,-24-55 0,32 60-39,0-1 0,2 1 0,0-1 0,1 0 0,2 0 0,0-1 0,1 1-1,1 0 1,4-31 0,-3 43-6,1 0 0,0 0 0,1 0-1,0 1 1,0-1 0,1 1 0,0-1-1,0 1 1,1 0 0,0 1 0,1-1 0,-1 1-1,2 0 1,-1 1 0,1-1 0,7-5-1,-3 4 29,1 0-1,-1 1 0,1 0 1,1 1-1,-1 1 1,1 0-1,0 0 0,0 2 1,0-1-1,18-1 0,-12 2 12,0 2-1,1 0 1,-1 1-1,26 3 1,-37-2-9,0 0 1,0 1-1,-1 0 1,1 1 0,-1 0-1,1 0 1,-1 0-1,0 1 1,0 0-1,-1 1 1,1-1-1,-1 1 1,6 6 0,-3-1 13,-1 0 1,0 0-1,0 1 1,-1 0-1,-1 0 1,0 1-1,0 0 1,-2 0-1,1 0 1,-1 0-1,-1 1 1,2 14-1,0 11 164,-2 0 0,-3 71 1,-1-84-109,-2 1 0,-1-1 0,-1 0 0,-12 36 0,0-13 75,-29 56 1,34-75-1915,29-50-3133,-2 2 2888,25-33-6788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1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6627,'0'0'7227,"-13"0"-5725,-40 3 62,41 0 425,14 1-1354,13 2-348,-15-5-242,39 10 442,0-1 0,1-2-1,63 5 1,125-7-1946,-177-7-1449,-10-4-2174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2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0 518 9764,'0'0'6993,"0"-17"-6788,0-246-1256,0 72-813,0 144 3811,0 1100 3816,2-1042-5639,1-11-134,3-11-256,-2-13-1135,-2 0 1,0-1-1,-3-34 1,0 17-2019,1 1-1962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2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6131,'0'0'9044,"0"-3"-7338,0 11-1158,0 62 1033,12 285 1635,-11-342-3133,1 0 0,0 0 0,1-1 0,1 1 0,9 23 0,-11-33-83,0 1-1,-1-1 1,1 0 0,1 0 0,-1 0-1,0 0 1,1 0 0,-1-1-1,1 1 1,0-1 0,0 0 0,0 0-1,0 0 1,0 0 0,1 0 0,-1 0-1,0-1 1,1 0 0,-1 0 0,1 0-1,0 0 1,-1 0 0,1-1 0,0 1-1,3-1 1,-1-1-52,-1 1 0,0-1-1,0 0 1,1-1 0,-1 1 0,0-1-1,0 0 1,0 0 0,-1-1 0,1 0-1,0 1 1,-1-2 0,8-5 0,-7 4-26,1 1 0,-1 0 0,1 1 0,0-1 0,0 1 0,0 0 0,0 1 0,10-3 0,-11 3 70,0 1-1,0 0 1,0 0-1,1 1 1,-1-1-1,0 1 1,0 0-1,1 1 1,-1 0-1,0-1 1,0 1-1,1 1 1,-1-1-1,0 1 1,-1 0-1,1 0 1,0 1-1,0-1 1,-1 1-1,0 0 1,1 0-1,-1 0 1,0 1-1,0 0 0,4 5 1,-2-1-60,-4-5 18,0 0 1,0 0-1,0 0 1,1 0-1,-1-1 1,0 1-1,1-1 0,0 0 1,0 0-1,-1 0 1,1 0-1,4 1 1,-6-6-466,0 0 0,-1 0 0,1-1 0,0 1 1,-1 0-1,0-1 0,0 1 0,0-1 1,-1-5-1,1 3-401,0-32-3521,0-3-2003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21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 1553,'0'0'11525,"0"-3"-10185,0 9-671,-6 529 4862,-1 7-3837,7-541-1831,0-63-5410,0 30-447,0 11-1791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2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53 10037,'0'0'8118,"27"-6"-7857,86-21-18,-92 23-203,1 1 0,-1 2 0,38 1 0,-46 0-75,0 0-1,1 0 1,-1-1-1,0 0 0,16-5 1,-28 6 17,0-1 1,1 1 0,-1-1-1,0 1 1,0-1-1,1 1 1,-1 0-1,0 0 1,1 0-1,-1 0 1,0 0 0,1 0-1,-1 0 1,0 0-1,1 1 1,-1-1-1,0 0 1,0 1 0,1-1-1,-1 1 1,0-1-1,0 1 1,0 0-1,0 0 1,0-1 0,0 1-1,0 0 1,0 0-1,2 2 1,-1 1 58,-1 0 0,1 0 1,-1 1-1,0-1 0,0 0 0,0 1 1,0 6-1,0 3 155,21 152 1708,23 149-778,-19-131-762,6 332 1,-32-505-346,-1 0 1,1 1-1,-2-1 0,1 1 1,-2-1-1,-5 18 1,5-22 3,0-1 1,-1 1-1,1-1 1,-1 0 0,-1 0-1,1-1 1,-1 1-1,0-1 1,0 0-1,-1 0 1,-8 6-1,1-2-24,-1-1-1,0-1 1,0 0-1,-1-1 1,0 0-1,0-1 1,-1-1-1,1-1 1,-25 3-1,-14-1-876,-78-4 0,111-2 478,8 1-151,0-1 0,1 0 0,-1-1 1,0 0-1,1-1 0,-1 0 0,1-1 0,0-1 0,0 0 1,1 0-1,-1-2 0,-12-8 0,-9-12-4819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2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19 18376,'0'0'2866,"-59"6"-11686,59-31-2001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27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0 410 13110,'0'0'6510,"24"-32"-6350,76-107-534,-85 117 231,37-54-762,-45 63 743,-1 1 0,-1-1-1,5-13 1,-7 17 231,-1 0-1,-1 0 1,1 0-1,-1 1 1,-1-1-1,0-10 1,0 14 1773,0 8-1864,-7 458 636,6-290 9,7 269 595,-6-433-1212,0 6-4,1 1 1,0-1-1,1 0 1,1 0 0,0-1-1,0 1 1,7 14-1,-9-25-20,1 0 0,-1 0 0,0 0-1,1-1 1,-1 1 0,1-1 0,0 1 0,0-1-1,-1 0 1,5 3 0,-6-4-66,1 0 0,-1 1 0,1-1 1,-1 0-1,1 0 0,0 1 0,-1-1 0,1 0 0,-1 0 1,1 0-1,0 1 0,-1-1 0,1 0 0,-1 0 0,1 0 1,0 0-1,-1 0 0,1-1 0,0 1 0,-1 0 0,1 0 1,-1 0-1,1 0 0,0-1 0,-1 1 0,1 0 0,-1-1 1,1 1-1,-1 0 0,1-1 0,-1 1 0,1 0 0,-1-1 1,1 1-1,-1-1 0,0 1 0,1-1 0,-1 1 0,1-2 1,3-29-5637,-3-9-6633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32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98 5651,'0'0'6002,"-3"0"-5049,12 0 6363,24 0-5957,46 3-1758,-26 2 477,94-5 0,-61-2-64,-49 2-10,478-5 38,-334 2-28,128-7 6,-226 4-9,154-19-24,-140 15 13,175 4 0,-40 3 0,21-8-13,97-6-4,183 9 52,-328 10-40,980-2 7,-1219 1-3705,-23 4-2921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5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54 6787,'0'0'9343,"0"-6"-8804,0-31-19,0 36-497,0 1 0,0-1 0,-1 1 0,1-1 0,0 1 0,0-1 0,-1 1 0,1-1 0,0 1 0,-1-1 0,1 1 0,-1-1 0,1 1 0,0 0 0,-1-1 0,1 1 0,-1 0 0,1-1 0,-1 1 0,1 0 0,-1 0 0,1-1 0,-1 1 0,0 0 0,1 0 0,-1 0 1,1 0-1,-1 0 0,1 0 0,-1 0 0,0 0 0,0 0 0,-24 0 94,18 0-145,6 4-68,1 1366 4620,3-1361-4301,-3-9-273,0 0 1,0 0 0,0 0 0,0 0-1,0 0 1,0 0 0,0 0 0,0-1-1,0 1 1,0 0 0,0 0 0,0 0-1,0 0 1,0 0 0,0 0-1,0 0 1,0 0 0,0-1 0,0 1-1,0 0 1,0 0 0,0 0 0,0 0-1,0 0 1,0 0 0,0 0 0,0 0-1,0-1 1,1 1 0,-1 0 0,0 0-1,0 0 1,0 0 0,0 0-1,0 0 1,0 0 0,0 0 0,0 0-1,0 0 1,1 0 0,-1 0 0,0 0-1,0 0 1,0 0 0,0 0 0,0 0-1,0 0 1,0 0 0,0 0 0,1 0-1,-1 0 1,0 0 0,0 0 0,0 0-1,0 0 1,0 0 0,0 0-1,0 0 1,1 0 0,-1 0 0,-1-77-5973,-5 23-1189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56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4882,'0'0'7518,"0"-7"-6721,0 4-697,0 6 487,23 134 1728,-4-36-1343,38 315 1729,2 12-1000,-55-403-1622,15 70 344,-16-84-344,0 0-1,1-1 0,1 0 1,-1 1-1,2-2 0,8 15 1,-13-23-72,0 0 0,1 0 0,-1 0 0,0 0 0,0 0 0,0 0 0,1 0 1,-1 0-1,0-1 0,4 2 0,-5-2-6,1 0 1,-1 1 0,1-1-1,0 0 1,-1 0-1,1 0 1,-1 0 0,1 0-1,0 0 1,-1 0-1,1 0 1,0 0 0,-1 0-1,1 0 1,-1 0-1,1-1 1,0 1 0,-1 0-1,1 0 1,-1-1-1,1 1 1,-1 0-1,1-1 1,-1 1 0,1 0-1,-1-1 1,1 1-1,-1-1 1,0 1 0,1-1-1,-1 1 1,1-2-1,5-12-91,-1-1-1,-1 0 0,0 0 0,-1 0 1,2-29-1,-1 12-88,26-262-1924,-5 31-130,-14 185 1440,27-100 0,-31 154 634,1 0 1,0 0 0,2 1-1,1 0 1,24-37 0,-30 52 147,0 1 0,1 0-1,0 0 1,0 0 0,0 1 0,1 0 0,0 0 0,0 1 0,1 0 0,0 0 0,0 1 0,0 0 0,0 0 0,0 1 0,1 0 0,0 0 0,-1 1 0,1 0 0,12-1 0,57 3 155,-76 0-140,-1 0 0,0 0 0,0 1 0,1-1 0,-1 0 0,0 1 0,0-1 0,0 1 0,0 0 0,1-1 0,-1 1 0,0 0 0,0 0 0,0 0 0,0 0 0,-1 0 0,1-1 0,0 2 0,0-1 0,0 0 0,-1 0 0,1 1 0,12 29 30,-12-28-24,5 19 71,-2 1 0,-1 0 0,0 0-1,-2 0 1,-2 46 0,0-14 149,-3 983 6506,4-1020-6571,-1-3-1,1 1-1,1 0 0,5 29 0,-5-43-161,-1 1 0,1-1 0,-1 0 0,1 1-1,0-1 1,0 0 0,0 1 0,0-1 0,0 0 0,1 0 0,-1 0-1,1 0 1,-1 0 0,1 0 0,0-1 0,-1 1 0,1 0 0,0-1 0,0 0-1,0 1 1,0-1 0,1 0 0,-1 0 0,0 0 0,0 0 0,1 0-1,-1-1 1,1 1 0,-1-1 0,0 0 0,4 1 0,-5-1-26,0 0 0,0 0 0,0-1 0,0 1 0,0 0 0,0 0 0,0-1 0,0 1 0,0-1 0,0 1 0,0-1 0,0 1 1,0-1-1,0 1 0,0-1 0,0 0 0,-1 0 0,1 1 0,0-1 0,-1 0 0,1 0 0,0 0 0,-1 0 0,1 0 0,-1 0 0,1 0 0,-1 0 0,1-1 0,5-33-909,-5 28 720,3-106-5680,-4 54 165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57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431 244 2897,'0'0'8103,"2"-13"-7188,6-107 2670,-8 117-3531,-1 0-1,0 0 1,0 0-1,0 0 1,0 0-1,0 1 1,0-1 0,-1 0-1,1 1 1,-1 0-1,0-1 1,0 1-1,0 0 1,0 0-1,0 0 1,0 0-1,-1 0 1,1 0-1,-4-1 1,-9-7-83,-32-15 1,34 19 47,4 3 32,-1-1 0,0 1 0,0 0 1,0 1-1,0 1 0,0-1 0,-1 1 0,1 1 1,-14 1-1,13-1 32,8 0-72,-1 1 0,1 0 0,0-1 0,-1 2 0,1-1 0,0 0 0,0 0-1,0 1 1,0 0 0,0 0 0,0 0 0,0 0 0,0 0 0,1 0 0,-1 1 0,-3 3 0,-5 8 31,-19 29 1,26-36-34,-9 15 115,1 1 0,1 0 1,1 1-1,2 0 0,-11 44 0,8-12 698,-6 83-1,12 185 2612,5-312-3281,1 0 0,0 0 0,0-1 0,1 1 0,7 19 0,-8-27-127,1-1 0,-1 1 0,1 0 0,0-1 1,1 1-1,-1-1 0,0 1 0,1-1 0,0 0 0,0 0 0,0-1 0,0 1 0,0-1 1,1 1-1,-1-1 0,1 0 0,0 0 0,-1 0 0,5 1 0,-1-1-8,1 0 0,-1 0 0,0-1 0,1 1 0,-1-2-1,1 1 1,-1-1 0,1 0 0,-1-1 0,1 0 0,-1 0-1,0 0 1,8-3 0,-5 0-37,0 0 0,0-1 0,-1 0 0,1 0 0,-1-1 0,0 0-1,-1-1 1,10-9 0,-1-2-234,-1-1-1,0 0 0,-2-1 1,0 0-1,-2-1 0,0 0 1,11-29-1,-13 22-265,-1 0 0,-1 0 0,-2 0 1,-1-1-1,2-32 0,-4-147-1759,-4 123 2413,-2 18 1763,3 67-1449,0 3-106,0 22-171,4 236 1610,1-190-1210,21 115 1,-22-170-546,0 0-1,1 0 1,0 0 0,11 20 0,-14-32-53,0 1 0,1-1 0,-1 0 1,1 0-1,0 0 0,0-1 0,1 1 0,-1-1 0,1 0 0,0 1 0,0-2 1,0 1-1,0 0 0,0-1 0,0 0 0,1 0 0,-1 0 0,1 0 0,5 0 0,-5-1-174,0 0-1,0 0 0,1-1 0,-1 0 0,0 0 0,1-1 0,-1 0 0,0 0 0,0 0 1,0 0-1,0-1 0,0 1 0,0-2 0,0 1 0,0 0 0,-1-1 0,1 0 0,6-6 1,1-1-659,-1-2 0,0 0 1,-1 0-1,-1 0 1,9-17-1,25-44-5185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57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 4274,'0'0'9754,"0"0"-9737,0 0 1,0 0-1,0 0 0,0 0 1,0-1-1,0 1 1,0 0-1,0 0 1,-1 0-1,1 0 0,0 0 1,0 0-1,0 0 1,0 0-1,0-1 0,-1 1 1,1 0-1,0 0 1,0 0-1,0 0 1,0 0-1,0 0 0,-1 0 1,1 0-1,0 0 1,0 0-1,0 0 0,0 0 1,-1 0-1,1 0 1,0 0-1,0 0 0,0 0 1,0 0-1,-1 0 1,1 0-1,0 0 1,0 0-1,0 1 0,0-1 1,0 0-1,0 0 1,-1 0-1,1 0 0,0 0 1,0 0-1,0 0 1,0 1-1,0-1 1,0 0-1,0 0 0,-1 0 1,16 206 2293,-3-75-1330,-1 447 2728,-10-249-2317,-1-304-1250,1 0 0,2 0 0,0-1 0,13 47 0,-14-63-128,3 16 17,-5-23-260,0-6-2701,0-10 343,0 0 0,-5-25 0,-10-9-4781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5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14343,'0'0'6451,"235"0"-6083,-180-3-368,-7-6 0,-10 6-1345,-21 3-1824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58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0 560 6723,'0'0'9399,"36"-16"-8705,119-58-339,-127 60-324,-1-1 1,0-1-1,-1-2 1,-1 0 0,-1-2-1,37-37 1,-49 46-170,-1-1-1,-1-1 1,0 0 0,-1 0 0,10-19-1,-14 22-127,-1 1-1,0-1 1,0-1-1,-2 1 1,1-1-1,-1 1 1,0-1-1,0-21 1,-2 29 204,0-3-89,0 0-1,0-1 1,-1 1 0,0 0-1,0-1 1,-2-5 0,2 10 136,0-1-1,0 1 1,-1 0 0,1 0 0,-1 0-1,1-1 1,-1 2 0,0-1 0,0 0-1,0 0 1,0 1 0,0-1 0,0 1-1,0-1 1,-1 1 0,1 0 0,-4-1 0,-5-2 32,0 0 1,0 2 0,0-1 0,0 1 0,-17 0 0,-62 2 208,46 0 43,39 0-249,0 0 0,0 0 0,0 1 0,0-1 0,0 1 0,0 0 0,0 0 0,0 1 0,0-1 0,1 1 0,-1 0 0,0 1 0,1-1 0,0 1 0,-1 0 0,1 0 0,0 0 0,1 0 0,-1 1-1,0-1 1,1 1 0,-6 8 0,1 0 60,1 0 1,0 1-1,1 0 0,0 0 0,1 0 0,0 1 0,1-1 0,0 1 0,-2 25 0,1 13 958,3 69 0,2-83-476,1-14-73,0 0-1,1 0 1,1 0 0,2 0-1,0 0 1,15 40-1,-16-55-350,0 1 1,1-1-1,0 0 0,0 0 0,1-1 0,0 1 0,0-1 1,1 0-1,0-1 0,0 0 0,1 0 0,0 0 1,0-1-1,1 0 0,-1-1 0,1 0 0,1 0 1,15 5-1,-13-6-169,-1-1 0,1-1 1,-1 0-1,1-1 0,0 0 1,0 0-1,0-1 0,0-1 1,-1 0-1,1-1 0,0 0 1,-1 0-1,1-1 0,-1-1 0,0 0 1,0-1-1,0 0 0,-1 0 1,1-1-1,-1-1 0,-1 0 1,1 0-1,8-10 0,-3 2-1131,-1-2 1,0 0-1,-2 0 0,0-2 0,14-27 0,1-22-6009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5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6867,'0'0'6323,"0"26"-4773,-1 13-937,3 134 2120,3-101-1348,6 166 1877,-12-146-2310,2 100 711,0-190-1644,1 14 125,-2-15-140,0-1 1,0 0-1,0 1 0,0-1 1,0 1-1,0-1 1,0 1-1,0-1 0,1 0 1,-1 1-1,0-1 1,0 0-1,1 1 0,-1-1 1,0 0-1,0 1 1,1-1-1,-1 0 0,0 1 1,1-1-1,-1 0 1,0 0-1,1 1 0,-1-1 1,1 0-1,-1 0 1,0 0-1,1 1 0,4-8-17,1-19-216,0 0-1,-2 0 0,2-39 1,-2 21-171,3-51-548,-4 38-232,2 1 0,22-98 0,-23 139 1083,0 1 0,1 0 0,1 0 0,0 0 0,1 1 0,0 0 0,1 0 0,0 1 0,1 0 0,0 0 0,1 1 0,1 0 0,0 1 0,0 0 0,18-11 0,-21 16 238,1 0 0,1 1 0,-1 0-1,0 1 1,1 0 0,0 0 0,17-2 0,3 2 410,38 2-1,-62 1-534,-3-1-15,1 2-1,-1-1 1,0 0 0,1 1 0,-1-1 0,1 1-1,-1 0 1,0 0 0,0 0 0,1 1 0,-1-1-1,4 3 1,-6-3-284,1 1 0,-1-1-1,1 1 1,-1-1 0,1 1-1,-1 0 1,0 0 0,0 0 0,0 0-1,0-1 1,0 1 0,0 0-1,0 1 1,-1-1 0,1 0-1,-1 0 1,0 0 0,1 0 0,-1 0-1,0 4 1,0 7-6365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5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8052,'0'0'4620,"-1"28"-3016,-2 195 1731,3 196 2782,0-411-6071,0-1 8,0 0 0,0 0 0,3 14 0,-3-20-64,1 0 1,-1 0-1,0 0 0,1 0 0,-1 0 1,0 0-1,1 0 0,-1 0 0,1 0 0,0 0 1,-1 0-1,1 0 0,0-1 0,-1 1 1,1 0-1,0 0 0,0-1 0,0 1 1,0 0-1,-1-1 0,1 1 0,0-1 0,0 1 1,0-1-1,0 0 0,0 1 0,0-1 1,1 0-1,-1 0 0,0 0 0,1 1 1,-1-1-33,-1 0 0,1-1 1,0 1-1,-1 0 1,1 0-1,-1 0 0,1 0 1,0 0-1,-1-1 1,1 1-1,-1 0 0,1-1 1,-1 1-1,1 0 1,0-1-1,-1 1 1,0-1-1,1 1 0,-1-1 1,1 1-1,-1-1 1,0 1-1,1-1 0,-1 1 1,0-1-1,1 0 1,4-20-845,-4 16 576,6-109-8526,-6 46-1686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8:59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12838,'0'0'8212,"183"-9"-8212,-145 9-705,-14 0-2336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04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5555,'0'0'6218,"9"2"-2182,13 0-2952,354-2 66,-275 8-806,-16 0-280,104 1-37,101 3-14,-168-13-24,133 2-13,-53 22 36,-100-9-5,711 23 22,-491-35 16,348-4 95,-368-18-96,-140 7 755,-141 11-382,1-1 1,-1-1-1,29-10 1,-37 11-232,-1 1 0,1 0 1,0 1-1,16 0 1,-14 1 260,0-1 0,23-4 0,-35 4-415,2-1 187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05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13398,'0'0'6499,"14"-68"-6579,3 65-736,-6 3-881,-5 0-1617,-6 25-1808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06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13446,'0'0'6579,"-24"0"-6579,34 0-2769,-3 0-1153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17.6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0 404 13510,'0'0'5579,"8"-13"-4998,25-50-1235,-3-1-1,27-83 1,-52 132 621,-1 0 0,0-1 0,-1 1 0,-1-1 0,1-23 0,-3 39 209,0 22-154,0 671 4054,-1-668-3955,1 4 137,5 51 0,-4-73-211,0 1 0,1-1-1,0 0 1,0 0 0,1 0 0,0 0-1,0 0 1,0 0 0,1-1 0,0 0-1,8 10 1,-11-14-46,0-1 1,0 0-1,0 0 0,0 0 1,1 0-1,-1 0 0,0 0 0,0 0 1,1-1-1,-1 1 0,0 0 1,1-1-1,-1 1 0,1-1 0,-1 1 1,1-1-1,-1 0 0,1 0 1,-1 1-1,1-1 0,2-1 0,-3 1-46,0-1 0,1 1 0,-1-1 0,0 1 0,0-1 0,0 0 0,0 0 0,0 1 0,0-1 0,0 0 0,0 0 0,-1 0 0,1 0 0,0 0 0,0 0 0,-1 0 0,1 0 0,-1-1 0,1 1 0,-1 0 0,0 0 0,1 0 0,-1-1 0,0 1 0,1-3 0,1-23-2806,0-54-1,-2 46-577,0-18-4652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18.4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28 17032,'0'0'6707,"-28"16"-6707,49-16-1681,3-13-928,4-18-2930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1.4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1 215 512,'0'0'6646,"0"-3"-5590,0-80 5205,0-46-6594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2.1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85 1793,'0'0'6750,"-6"-12"-6492,-18-39-170,24 50-6,-1-1-1,0 1 0,0 0 0,0-1 1,0 1-1,0 0 0,0 0 1,0 0-1,0 0 0,0 0 0,-1 0 1,1 0-1,0 0 0,-1 0 0,1 0 1,-1 1-1,1-1 0,-1 1 1,1-1-1,-1 1 0,1-1 0,-1 1 1,0 0-1,1 0 0,-1 0 0,1 0 1,-1 0-1,1 0 0,-1 0 1,0 1-1,1-1 0,-3 1 0,-7 1 2205,10-1-2227,0 0 0,1 1 0,-1-1-1,0 1 1,1 0 0,0-1 0,-1 1 0,1-1 0,0 1 0,-1 3 0,1 0 0,-5 28 215,3 0 0,1 54 0,2-38 35,29 406 3023,-9-227-1819,-15-122-954,20 158 630,-24-255-1136,8 39 252,-9-45-282,-1 0 0,1-1 0,1 1 0,-1 0-1,0 0 1,1-1 0,-1 1 0,1-1 0,0 1 0,0-1 0,0 0 0,2 3 0,-3-5-28,-1 0 1,0 1-1,1-1 1,-1 0-1,0 0 1,0 1-1,1-1 1,-1 0-1,1 0 0,-1 0 1,0 0-1,1 1 1,-1-1-1,0 0 1,1 0-1,-1 0 1,1 0-1,-1 0 1,0 0-1,1 0 1,-1 0-1,1 0 0,-1 0 1,0 0-1,1-1 1,-1 1-1,0 0 1,1 0-1,-1 0 1,0 0-1,1-1 1,-1 1-1,0 0 1,1 0-1,-1 0 1,0-1-1,1 1 0,-1 0 1,0-1-1,0 1 1,1 0-1,-1-1 1,6-19-727,-3-16-1887,-1-57-1,-3 50 293,-1-22-2514,-10 0-2102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2.5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87 9957,'0'0'1750,"30"-14"-1494,-30 14-256,129-58 403,-122 55-362,1 1 1,-1-1-1,0 1 0,1 1 1,-1-1-1,1 1 1,-1 1-1,1-1 1,0 1-1,-1 1 1,1-1-1,-1 1 1,1 1-1,-1-1 0,1 1 1,-1 0-1,0 1 1,13 6-1,-10-2 64,0 0-1,-1 1 0,0 0 0,0 0 1,-1 1-1,0 0 0,0 0 0,-1 1 1,6 12-1,-5-9 87,-1 0 0,0 1 0,-1 1-1,0-1 1,-2 1 0,7 29 0,-7-11 317,0 0 0,-3 38 0,-1-49-258,-1 0 1,-1-1-1,-1 1 0,-1 0 1,0-1-1,-2 0 0,-1 0 1,0 0-1,-2-1 1,0 0-1,-1-1 0,-22 31 1,12-22-118,-1 0 1,-1-1-1,-2-1 1,-31 27-1,45-45-159,0 1-1,-1-2 0,0 1 0,0-1 1,-1-1-1,0 0 0,0-1 1,0 0-1,-1-1 0,0 0 0,0-1 1,0 0-1,0-2 0,-14 2 0,25-3-65,0-1 0,1 1 0,-1 0 0,0-1 0,0 1 0,1-1 0,-1 1 0,0-1 0,1 0 0,-1 0-1,1 0 1,-1 0 0,1 0 0,-1 0 0,1 0 0,0 0 0,0-1 0,-1 1 0,1 0 0,0-1 0,0 1-1,0-1 1,0 1 0,1-1 0,-1 0 0,0 1 0,1-1 0,-1 0 0,1 1 0,-1-1 0,1 0 0,0-3-1,-2-9-961,1 0-1,1 0 0,1-20 0,0 9-1182,-1-26-4635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3.0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1 523 14359,'0'0'1462,"30"-23"-1276,98-79-90,-101 80-150,33-35-1,-50 45-136,0-1 0,-1 0 1,12-21-1,-16 23 4,-1 1 1,0-1-1,-1 0 1,0 0-1,0 0 1,-1 0-1,-1-1 1,0 1-1,0-1 1,-2-14-1,0 22 188,1 0 0,-1 0-1,0 0 1,0 0-1,0 0 1,0 0 0,-1 0-1,0 0 1,0 0-1,0 1 1,0-1 0,0 0-1,-1 1 1,1 0 0,-1 0-1,0 0 1,0 0-1,0 0 1,-1 0 0,1 1-1,-1 0 1,-5-3-1,1 0 68,0 1-1,-1 1 1,1-1-1,-1 2 1,0-1-1,0 1 0,0 0 1,0 1-1,-13-1 1,16 2-28,0 0 88,0 0 0,0 0 0,0 1 0,0 0 1,-10 2-1,13-2-79,1 0 1,-1 0 0,1 1-1,0-1 1,-1 1 0,1 0-1,0-1 1,0 1 0,0 0-1,0 0 1,0 1-1,1-1 1,-1 0 0,0 0-1,-1 5 1,-2 4 129,-1 2 1,2-1-1,-1 0 0,2 1 0,0 0 1,0 0-1,0 17 0,0 100 1155,4-85-751,-1-7 113,2 0 0,13 71 0,-12-92-548,2 0 0,0 0 0,1-1 0,0 0 0,2-1 0,0 1 0,0-1 0,19 24 0,-21-33-150,-1-1-1,1 1 1,0-1 0,0-1-1,0 1 1,1-1-1,-1 0 1,1-1 0,0 1-1,0-1 1,0-1-1,1 1 1,-1-1 0,1-1-1,-1 1 1,1-1 0,-1-1-1,1 1 1,0-1-1,0 0 1,-1-1 0,1 0-1,-1 0 1,1-1-1,-1 0 1,1 0 0,-1-1-1,13-6 1,-9 2-293,0-1 0,0 0 0,-1 0 1,0-1-1,0-1 0,-1 1 0,0-2 1,-1 1-1,12-22 0,-6 9-1669,-2-2 1,0 1-1,15-53 1,-8 0-4942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3.4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9652,'0'0'6118,"0"32"-4187,-1 15-1210,4 168 1931,22 12-309,-14-143-1741,-8-57-430,-3-16-98,1 1 0,0 0 0,1-1 0,1 0 0,0 1 0,0-1 0,1 0 0,9 18 0,-13-29-71,1 1 1,-1 0 0,1-1-1,-1 1 1,1 0-1,-1-1 1,1 1 0,-1-1-1,1 1 1,-1-1 0,1 1-1,0-1 1,-1 1-1,1-1 1,0 1 0,-1-1-1,1 0 1,0 0 0,0 1-1,-1-1 1,2 0 0,-2 0-2,1 0 1,0 0 0,-1-1-1,1 1 1,-1 0 0,1 0-1,-1-1 1,1 1 0,-1 0-1,1-1 1,-1 1 0,1-1-1,-1 1 1,1 0 0,-1-1-1,1 1 1,-1-1 0,0 1-1,1-1 1,-1 0 0,12-35 6,-11 31-26,30-141-835,17-63-1125,-38 174 1112,2 1 0,1 0 0,31-57 1,-37 78 578,1 1 0,0 0 0,1 0 0,15-15 0,-22 24 308,1 1 0,-1 0 0,1-1 0,0 1-1,0 0 1,0 0 0,0 1 0,0-1 0,0 1 0,0-1 0,1 1-1,-1 0 1,1 0 0,-1 1 0,0-1 0,1 1 0,-1-1 0,1 1-1,-1 0 1,1 0 0,-1 1 0,1-1 0,-1 1 0,6 2-1,-6-2 48,0 0 0,0 0 0,-1 1 0,1 0 0,-1-1 0,1 1 0,-1 0 0,0 0 0,0 1-1,0-1 1,0 0 0,2 3 0,17 34 518,-20-38-567,9 22 324,-2 1 1,0 0 0,-1 0-1,-1 1 1,4 34 0,0 129 1801,-3-28-1409,-7-159-761,0 0 0,0-1-1,0 1 1,0 0 0,0 0-1,1 0 1,-1 0 0,0-1-1,0 1 1,1 0 0,-1 0 0,0-1-1,1 1 1,-1 0 0,1-1-1,0 2 1,-1-2-24,1 0 0,-1 0 0,0 0 0,0 0 0,1 0 1,-1 0-1,0 0 0,1 0 0,-1 0 0,0 0 0,0 0 0,1 0 0,-1 0 0,0-1 0,0 1 0,1 0 0,-1 0 0,0 0 0,0 0 1,1-1-1,-1 1 0,0 0 0,0 0 0,0-1 0,1 1 0,-1 0 0,0 0 0,0-1 0,12-24-2193,-4 3-1121,19-35 1,-4 17-1895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4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339 236 8868,'0'0'5656,"-5"-25"-5106,-14-78 143,17 89-169,-1 0-1,-9-26 0,11 38-425,0-1 0,-1 0 0,1 1 0,-1-1 0,0 1 0,0 0 0,0 0 1,0-1-1,0 1 0,0 1 0,0-1 0,-1 0 0,-3-2 0,2 3-32,-1-1 0,0 1 0,1 0 1,-1 0-1,0 1 0,0 0 0,0 0 0,0 0 1,1 0-1,-1 1 0,0-1 0,0 1 0,0 0 1,1 1-1,-7 2 0,7-1-24,0 1-1,0 0 1,0 0 0,0 0 0,1 1-1,0-1 1,-6 10 0,-17 43 214,-1 13 225,4 2 0,3 0 0,2 1 0,5 1 0,2 1 0,-2 141 0,13-201-449,2 28-8,-2-41-27,0 0 1,1-1-1,-1 1 1,1-1-1,-1 1 1,1 0-1,0-1 1,-1 1-1,1-1 0,0 0 1,0 1-1,0-1 1,0 0-1,0 1 1,0-1-1,1 0 0,-1 0 1,0 0-1,1 0 1,1 1-1,2 0-11,1-1-1,-1 0 0,1 0 1,-1 0-1,1-1 1,0 0-1,-1 0 1,1 0-1,0-1 0,-1 0 1,1 0-1,-1 0 1,1 0-1,7-4 0,-2-1-66,-1-1 0,1 0 0,-1-1 0,-1 0-1,1-1 1,-1 0 0,-1 0 0,13-18-1,56-92-1644,-64 97 1073,-1-1 0,-1-1-1,-1 1 1,-1-2-1,-1 0 1,-1 0 0,-1 0-1,-2-1 1,0 1-1,-1-31 1,-3 16-624,0-40 2992,0 88 843,0 40-1837,0 24 582,9 83 0,8-31-735,22 250 766,-38-335-1280,-5 270 366,1-273-390,-2 0 0,-1 1 0,-2-2-1,-1 1 1,-2-1 0,-20 44 0,27-71-40,1-1 0,-2 1-1,1-1 1,-1 0 0,0 0 0,-1-1 0,1 1-1,-1-1 1,-13 10 0,13-13-6,0 1 0,0-1 0,0 0-1,0-1 1,-1 1 0,1-1 0,-1-1 0,0 1 0,1-1-1,-1 0 1,0 0 0,-8-1 0,10-1-75,1 1-1,-1-1 1,1 1 0,-1-2 0,1 1-1,-1 0 1,1-1 0,0 0 0,0 0-1,0 0 1,0 0 0,0-1 0,0 1-1,1-1 1,-1 0 0,1 0 0,-1-1-1,1 1 1,0-1 0,1 1 0,-1-1-1,-3-7 1,-1-2-372,1 1-1,1-1 0,0 0 1,1-1-1,0 1 1,-2-24-1,0-52-3023,5-8-2764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4.5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79 8756,'0'0'6694,"9"-13"-5862,28-37-85,-28 35 1035,-9 20-1299,8 304 2183,-3-229-1641,31 146 1,-34-216-987,1 1 0,0-1 1,1 0-1,0 1 0,0-2 0,1 1 0,9 12 1,-13-20-35,2 1 0,-1 0 0,0-1 0,1 0 0,-1 0 0,1 1 0,-1-2 0,1 1 0,0 0 0,0 0 0,0-1 0,0 0 0,0 1 0,0-1 0,0 0 0,1-1 0,-1 1 0,0 0 0,1-1 0,-1 0 0,0 0 0,1 0 0,-1 0 0,0 0 0,0-1 0,1 0 0,3-1 0,-3 1-3,1 0 0,-1-1 0,0 0 0,0 0 1,0 0-1,0-1 0,0 1 0,-1-1 1,1 0-1,-1 0 0,5-5 0,2-4-31,17-27-1,-26 37 25,17-27-302,-2 0 0,0 0 0,-2-2 0,-2 1 0,0-2 0,-2 0 0,-2 0 0,-1-1 0,-1 1 0,-2-2 0,0-39 0,-4-83-1206,0 152 1584,1 3-38,-1 1 0,0-1 0,0 0 0,0 0 0,0 1 0,1-1 0,-1 0 0,0 0 0,0 1 0,-1-1 0,1 0 0,0 0 0,0 0 0,0 1 0,0-1 0,-1 0 0,1 0 0,0 1 0,-1-1 0,1 0 0,-1 1 0,1-1 0,0 0-1,-1 1 1,1-1 0,-1 1 0,0-1 0,0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4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6 10981,'0'0'5381,"-4"-6"-4706,5 6-666,-1 0-1,0 0 1,0 0-1,0 0 1,0 0-1,1 0 1,-1 0 0,0 0-1,0 0 1,0 0-1,0 1 1,1-1-1,-1 0 1,0 0 0,0 0-1,0 0 1,0 0-1,0 0 1,0 0-1,1 1 1,-1-1-1,0 0 1,0 0 0,0 0-1,0 0 1,0 0-1,0 1 1,0-1-1,0 0 1,0 0-1,0 0 1,0 0 0,0 1-1,0-1 1,0 0-1,1 0 1,-2 0-1,1 0 1,0 1-1,0-1 1,0 0 0,0 0-1,0 0 1,0 0-1,0 1 1,0-1-1,0 4 105,18 155 1658,18 253 391,-34-115-1229,2 32-196,-4-318-726,0 0 1,1 0 0,0 0 0,1 0-1,0-1 1,1 1 0,0 0 0,1-1-1,6 14 1,-9-23-18,0 1 0,0-1 0,0 1 0,0-1 0,1 1 0,-1-1-1,0 0 1,1 0 0,-1 1 0,1-1 0,-1 0 0,1-1 0,3 3 0,-5-3-10,1 0 1,0 0 0,0 0-1,0 0 1,0 0-1,0 0 1,-1 0-1,1 0 1,0 0-1,0-1 1,0 1-1,0 0 1,-1-1-1,1 1 1,0 0-1,0-1 1,-1 1-1,1-1 1,0 1-1,-1-1 1,1 1-1,0-1 1,-1 0-1,1 1 1,-1-1-1,1 0 1,-1 1-1,1-1 1,-1 0-1,1 0 1,-1 0-1,0 1 1,0-1 0,1-1-1,3-9-283,0-1 0,-1 1 0,0-1 0,-1 0 0,1-14 0,1-67-3089,-4 72 2370,1-63-4070,-1 1-3708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5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423 1 11637,'0'0'7441,"-11"10"-6606,-7 4-727,1-1 1,-1-1-1,-1-1 0,-34 16 1,13-11-31,-73 34 51,99-43-120,0 1 0,1 1 0,0 0 0,1 0 0,-20 20 0,27-23-3,1 0-1,0 1 0,1-1 1,0 0-1,0 1 1,0 0-1,1 0 1,0 0-1,0 0 1,0 0-1,1 0 0,0 0 1,1 0-1,0 0 1,0 1-1,0-1 1,1 0-1,0 0 1,1 0-1,-1 1 0,1-2 1,0 1-1,1 0 1,5 10-1,1-3 34,1 0-1,0-1 1,1 0 0,14 12-1,53 44 225,12-2-86,-79-61-217,0 1 0,0-1 1,1-1-1,0 0 0,0-1 1,21 5-1,-32-8-116,0-1-1,0 0 1,0 1 0,0-1-1,0 0 1,0 0-1,0 0 1,0 1 0,0-1-1,0 0 1,0 0 0,0-1-1,0 1 1,0 0 0,0 0-1,0 0 1,0-1-1,0 1 1,0 0 0,0-1-1,0 1 1,0-1 0,-1 1-1,1-1 1,0 0-1,0 1 1,0-1 0,-1 0-1,1 1 1,0-1 0,-1 0-1,1 0 1,-1 0 0,1 0-1,0-1 1,6-28-3977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5.6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4 10885,'0'0'6496,"-3"-2"-6096,2 2-384,1 0-1,0 0 0,-1-1 1,1 1-1,-1 0 0,1 0 0,-1 0 1,1 0-1,-1-1 0,1 1 0,0 0 1,-1 0-1,1 0 0,-1 0 0,1 0 1,-1 0-1,1 0 0,-1 0 1,1 0-1,-1 1 0,1-1 0,-1 0 1,1 0-1,0 0 0,-1 0 0,1 1 1,-1-1-1,1 0 0,0 0 0,-1 1 1,1-1-1,0 0 0,-1 1 0,1-1 1,0 0-1,-1 1 0,1-1 1,0 1-1,0-1 0,-1 0 0,1 1 1,0-1-1,0 1 0,0-1 0,0 1 1,0-1-1,-1 1 0,1-1 0,0 1 1,0-1-1,0 0 0,0 1 1,1 0-1,2 38 1015,-2-28-801,64 327 4010,-62-324-4115,3 16 122,2 0-1,1 0 1,19 43-1,-25-66-233,0 0-1,1-1 0,0 1 0,0-1 0,0 0 0,1 0 0,0-1 0,0 1 0,0-1 1,1 0-1,0 0 0,0-1 0,0 0 0,0 0 0,1 0 0,-1-1 0,1 0 0,0 0 0,0-1 1,12 3-1,-12-3-18,-1-1-1,1 0 1,0-1 0,-1 0 0,1 0 0,-1 0 0,1 0 0,0-1 0,-1-1-1,1 1 1,-1-1 0,0 0 0,0 0 0,1-1 0,-1 1 0,-1-1 0,1-1 0,0 1-1,-1-1 1,0 0 0,0-1 0,0 1 0,8-11 0,0 0-183,0-1 0,-2-1 0,0 0-1,-1-1 1,-1 0 0,0 0 0,11-38 0,-13 26-310,0 0 0,-2 0 0,-2-1 0,1-49 0,-3 37-286,-1-45-707,0 80 1428,-1 1 1,0-1-1,-1 0 1,1 1-1,-2 0 1,1-1-1,-1 1 1,-5-10-1,8 16 12,0 0-1,-1 1 1,1-1-1,0 0 1,-1 1-1,1-1 1,-1 0-1,1 1 1,-1-1-1,1 1 1,-1-1-1,1 1 1,-1-1-1,0 1 1,1-1-1,-1 1 0,0 0 1,1-1-1,-1 1 1,0 0-1,0-1 1,1 1-1,-1 0 1,0 0-1,0 0 1,1 0-1,-1 0 1,0 0-1,0 0 1,0 0-1,-1 0-442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6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0 7075,'0'0'7425,"-5"27"-5784,0-7-1363,-2 10 139,1 1 0,2 0 0,1 0 0,1 0 0,3 32 0,17 127 1969,5 75 105,-21-228-2163,-1-15 45,4 31 1,2-36-115,-1-14-115,-1-12 32,8-55-587,10-116 0,-15 95-381,-2 25 247,0-1-802,15-65-1,-18 110 1159,2-1 0,0 1 0,0 0 0,2 1 0,0-1 0,1 1 0,0 0 0,19-23 0,-22 32 298,1 0 0,0 0 1,0 0-1,1 1 1,-1 0-1,1 0 0,0 1 1,1 0-1,-1 0 0,1 1 1,0 0-1,0 0 1,0 1-1,0 0 0,0 0 1,0 1-1,0 0 1,1 0-1,-1 1 0,0 0 1,16 2-1,-19-1-142,0 0 0,-1 0 0,1 1 0,0 0-1,-1-1 1,1 1 0,-1 1 0,1-1 0,-1 1 0,0 0 0,6 5 0,0 1-1003,-1 0 1,0 1 0,9 12 0,-3 1-3917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6.6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438 197 10101,'0'0'4943,"-14"-21"-4068,-46-68 0,32 54 63,12 24-26,3 3-422,7 4-333,0 0-1,-1 0 1,1 1 0,-1-1-1,0 2 1,0-1-1,0 1 1,0 0 0,0 0-1,-14-1 1,17 3-123,-1 0 0,1 0 0,-1 1 1,1-1-1,-1 1 0,1 0 0,0 0 0,-1 0 0,1 1 1,0-1-1,0 1 0,0 0 0,0 0 0,0 1 0,1-1 0,-1 1 1,0 0-1,-5 6 0,-3 5 85,1 1 1,1 1-1,0-1 1,1 2 0,1-1-1,0 1 1,1 1-1,-7 27 1,0 13 593,-7 77 0,15-82-210,2 1-1,4 77 1,0-129-495,0 1 0,0 0 0,0-1 1,1 1-1,-1 0 0,1-1 0,-1 1 1,1-1-1,0 1 0,0-1 0,0 0 1,1 1-1,-1-1 0,0 0 0,1 0 1,0 0-1,-1 0 0,1 0 0,0 0 0,0 0 1,0 0-1,0-1 0,0 1 0,4 1 1,0-1 3,0 0 0,1-1 0,-1 1-1,0-2 1,1 1 0,-1-1 0,1 1 0,-1-2 0,8 0 0,-4 0-22,0-1-1,0 0 1,0-1-1,-1 0 1,1 0-1,-1-1 1,0 0-1,0-1 1,0 0-1,13-9 1,4-7-320,43-44 1,-68 63 311,17-15-343,-1-2 1,-1-1 0,-1 0-1,22-39 1,-29 44-56,-2 1 0,0-1 0,0 0-1,-2 0 1,0-1 0,0 1 0,-2-1 0,2-26 0,-3-66-2025,-1 69 4906,-3 86-905,-10 61 0,-1 11-635,10 162 331,4-275-1254,1 0 0,-1 0 0,1 0-1,0 0 1,1 0 0,0 0 0,0 0-1,0 0 1,0-1 0,1 1 0,0-1-1,6 9 1,-7-12-28,1 1 0,0-1 0,-1 1 1,1-1-1,0 0 0,0 0 0,1 0 0,-1 0 0,0-1 0,1 1 0,-1-1 0,0 0 0,1 0 1,0 0-1,-1-1 0,1 1 0,-1-1 0,1 0 0,0 0 0,-1 0 0,8-1 0,-6 0-146,0 0-1,0-1 1,0 1-1,0-1 0,-1 0 1,1-1-1,0 1 1,-1-1-1,1 0 0,-1 0 1,0 0-1,0 0 1,0-1-1,-1 0 0,5-4 1,4-9-1404,0 0 0,15-27 0,-25 40 1150,35-69-6751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26.9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99 18520,'-4'33'2981,"-29"360"2023,32-150-3125,1-236-1856,2 12 5,-2-19-33,0 1 0,0-1 0,0 0 1,1 1-1,-1-1 0,0 0 0,0 1 0,1-1 0,-1 0 0,0 1 0,1-1 0,-1 0 0,0 0 0,1 1 0,-1-1 0,0 0 1,1 0-1,-1 0 0,1 0 0,-1 1 0,0-1 0,1 0 0,-1 0 0,1 0 0,-1 0 0,1 0 0,-1 0 0,0 0 0,1 0 0,-1 0 1,1 0-1,-1-1 0,0 1 0,1 0 0,-1 0 0,1 0 0,1-1-16,-1 1 1,0-1 0,1 0-1,-1 1 1,0-1-1,0 0 1,1 0-1,-1 0 1,0 1-1,0-1 1,0 0-1,0-1 1,0 1 0,0 0-1,0 0 1,-1 0-1,2-2 1,8-19-170,-1 0 1,-1 0-1,-1-1 1,7-37 0,-11 47 90,21-100-840,17-67-1092,-29 135-45,33-80-1,-38 110 1767,0 1 0,1 0 1,1 1-1,0-1 1,1 2-1,17-19 0,-23 27 399,0 0 0,1 0 0,-1 0 0,0 1-1,1 0 1,0 0 0,0 0 0,0 1 0,0-1 0,1 1-1,-1 1 1,0-1 0,1 1 0,-1-1 0,1 2-1,0-1 1,-1 1 0,1-1 0,0 2 0,-1-1-1,9 2 1,-11-1 29,1 0 0,0 0 0,-1 1 0,1-1 0,-1 1 0,1 0 0,-1 0 0,0 0 0,0 0 0,0 1 0,0 0 0,0-1 0,-1 1 0,4 5 0,1 2 163,-1-1 0,-1 2 1,8 17-1,-1 6 358,0 0 1,10 61-1,2 74 649,7 38-380,-21-173-903,-10-34-29,0 1-1,0 0 0,1-1 1,-1 1-1,0 0 1,0-1-1,1 1 0,-1 0 1,0-1-1,1 1 1,-1-1-1,1 1 1,-1-1-1,1 1 0,-1-1 1,1 1-1,-1-1 1,1 0-1,0 1 0,-1-1 1,1 0-1,-1 1 1,1-1-1,0 0 0,-1 0 1,1 1-1,0-1 1,-1 0-1,1 0 1,0 0-1,0 0 0,-1 0 1,2 0-1,-1-1-52,0 1 0,0-1 0,0 1 0,0-1 0,0 1 0,0-1 0,-1 0 0,1 1 0,0-1 0,0 0 0,0 0 0,-1 0-1,1 0 1,0 0 0,-1 0 0,1 0 0,-1 0 0,1 0 0,0-2 0,2-11-955,-1 1 1,0-1-1,-1 0 0,-1-23 0,0 29 202,0-51-7059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48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13 2609,'0'0'3410,"-48"0"-3618,72-13-2754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51.6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322 101 2001,'0'0'2108,"0"-4"-961,0-10-254,0 10 1709,-21-2 4929,21 5-7444,-1 0 0,0 0 1,1 0-1,-1 0 0,0 0 0,1 0 0,-1 0 0,1 0 0,-1 0 0,1 0 1,0 0-1,0 0 0,-1-1 0,1 1 0,0 0 0,0 0 0,0 0 0,0 0 1,0-1-1,0 1 0,0 0 0,1 0 0,-1 0 0,0 0 0,1 0 0,-1 0 1,1 0-1,-1 0 0,1 0 0,-1 0 0,1 0 0,0 0 0,-1 0 0,1 0 1,0 0-1,0 0 0,1-1 0,5-2-91,-1 0 0,1 0-1,0 1 1,0 0 0,0 0 0,0 1 0,1 0-1,-1 0 1,1 0 0,-1 1 0,1 1 0,0-1-1,11 1 1,-16 0 9,2 0 11,-1 0 0,1 0 0,0 0 1,-1 1-1,1-1 0,-1 1 0,6 2 0,-8-2-13,-1 0 0,1 0 0,0 0 0,-1 1 0,1-1 0,-1 1 0,1-1 0,-1 1 0,0-1-1,0 1 1,0 0 0,0-1 0,0 1 0,0 0 0,0 0 0,0 0 0,-1 0 0,2 3 0,2 16 49,0 0 0,-2 0 0,0 0 0,-1 0 0,-3 26 1,2-3 37,-2-9-42,-1 0 1,-1 0 0,-15 57 0,-41 98 84,-15-15 21,59-144-90,-2-1 0,0-1 1,-34 39-1,41-55 5,-1 0 1,0-2 0,-1 1-1,-22 14 1,27-21-32,1-1 0,-1 0 0,1-1 0,-1 1 0,0-1-1,0-1 1,0 0 0,-1 0 0,1 0 0,0-1 0,-10 0 0,17-1-45,-1 0 0,0 0 0,1 0 0,-1-1 0,0 1 0,1-1 0,-1 1 0,1-1 0,-1 1 0,1-1 0,-1 0 0,1 0 0,-1 0 1,1 0-1,0 0 0,0 0 0,-1 0 0,1 0 0,0 0 0,0-1 0,0 1 0,0 0 0,0-1 0,0 1 0,1-1 0,-1 1 0,0-1 0,1 1 1,-1-1-1,0-3 0,0-4-101,-1-1 0,1 0 0,0 0 0,2-11 0,-1 11-7,-1-3-61,2 0 0,-1 1 1,2-1-1,-1 1 0,2-1 0,6-19 1,-8 28 154,1 0-1,0 0 1,1 0 0,-1 0 0,1 0 0,0 1 0,-1-1 0,1 1 0,1 0 0,-1 0 0,1 0-1,-1 0 1,1 0 0,0 1 0,0 0 0,0 0 0,0 0 0,0 0 0,0 0 0,1 1 0,-1 0 0,7-1-1,-2 0 101,-1 1 0,1-1-1,0 2 1,0 0 0,0 0-1,-1 0 1,1 1-1,0 0 1,0 1 0,-1 0-1,1 0 1,-1 1 0,0 0-1,1 1 1,-2 0 0,1 0-1,0 0 1,13 11-1,2 7 335,-1 1-1,0 0 1,21 33-1,-8-12 115,-31-38-465,1-1-1,0 1 0,0-1 0,0 0 0,1-1 0,0 0 0,0 0 0,0 0 1,9 4-1,-12-7-65,0 1 1,1-2-1,-1 1 1,0 0 0,0-1-1,0 1 1,1-1-1,-1 0 1,0 0-1,0 0 1,1 0 0,-1-1-1,0 1 1,0-1-1,1 0 1,-1 0-1,0 0 1,0-1 0,0 1-1,0 0 1,-1-1-1,1 0 1,0 0-1,2-2 1,5-6-190,0 0 1,-1-1-1,0 0 0,-1 0 0,0-1 1,9-20-1,-2 2-1918,19-57 0,-28 67-927,6-37-1,-7-10-6768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49:51.9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3 14503,'0'0'9668,"-7"22"-9668,14-22-2801,-3-6 384,-4-13-2113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23.9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1270 7363,'0'0'4573,"31"4"-3578,105 10-232,-127-13-714,0-1 0,0 0-1,-1 0 1,1-1 0,0 0-1,0-1 1,-1 0 0,1-1 0,-1 1-1,0-1 1,0-1 0,0 0-1,0 0 1,0 0 0,10-9 0,10-5 164,-4 2 76,-17 11 89,1 0 0,1 0 0,12-5 0,-16 3 4720,-4-7-4098,-4-11-1476,3 24 600,-19-87-226,-60-169 0,31 114 39,4-10 68,38 123-19,1 0 0,1-1 1,0-35-1,4 45-43,-1 14 23,1-1-1,0 0 1,0 0 0,0 0 0,1 0-1,0 0 1,1 0 0,0 0 0,0 1-1,1-1 1,0 1 0,0 0 0,5-9-1,6-2 23,0 1 0,1 0 0,1 1 0,1 1 0,0 0 0,1 2 0,1 0 0,0 0-1,0 2 1,1 0 0,1 2 0,33-11 0,-36 15-1,0 1 1,0 1-1,31-1 0,-41 3 4,-1 1 0,0 0 0,1 1 0,-1 0 0,0 0 0,0 1 0,1 0 0,-1 0 0,-1 0 0,1 1 0,0 0 0,7 5 0,1 4 14,0 1-1,0 0 1,-1 1-1,-1 1 1,17 22 0,-12-9 73,0 0 0,20 45-1,-27-48-24,-2 0 0,-1 1 0,-1 0-1,-1 0 1,3 35 0,-5-10 91,-4 94 1,-3-119-103,0 0-1,-2 0 1,-1-1 0,-1 0-1,-14 37 1,-64 113 191,39-87-116,45-86-112,0 0-1,0 0 0,0 0 0,0 0 0,1 1 1,-1-1-1,1 0 0,-1 1 0,1-1 1,0 0-1,0 1 0,0-1 0,1 4 1,-1-4 0,0-1 1,1 1 0,0-1 0,-1 1 0,1-1-1,0 0 1,0 1 0,0-1 0,0 0 0,0 0-1,0 1 1,0-1 0,0 0 0,0 0 0,3 1-1,3 2 31,1-1-1,-1 0 0,1 0 0,-1-1 1,1 0-1,11 2 0,-4-1 31,46 8 153,109 6 1,63-14-890,-162-3-231,-59 0 353,-7 0-321,1 0 0,-1 0 0,0 0 0,0-1-1,1 1 1,9-4 0,0-7-7567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24.4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7251,'0'0'11237,"224"13"-10900,-168-13-241,-8 0-96,-7 0-1409,-13-19-2833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25.4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75 4898,'0'0'8233,"0"-3"-7367,0 9 1566,2 22-2183,1 1 0,7 29 1,0-2 141,47 365 3325,-42-304-2843,-13-100-732,-1-7-3,0 1 0,0 0-1,2 0 1,-1 0 0,1-1 0,1 1 0,-1-1 0,9 14 0,-12-24-130,0 1-1,1-1 1,-1 1 0,1-1 0,-1 1 0,1-1 0,-1 1 0,1-1-1,0 0 1,-1 1 0,1-1 0,-1 0 0,1 1 0,0-1 0,-1 0 0,1 0-1,0 0 1,-1 0 0,1 0 0,0 0 0,-1 0 0,1 0 0,0 0-1,-1 0 1,1 0 0,0 0 0,-1 0 0,1 0 0,0-1 0,-1 1-1,1 0 1,0 0 0,-1-1 0,1 1 0,-1 0 0,2-2 0,0-5-49,-1 0 0,1-1 1,-1 0-1,0 1 1,-1-1-1,0 0 1,0 1-1,-2-11 0,1-14-290,0-7-545,-2-1 0,-13-68 0,7 49 98,3 0 0,2 0 0,4-59-1,1 57 579,-1 47 174,0 0-1,1 0 1,1-1-1,1 1 1,0 0 0,0 0-1,1 1 1,1-1 0,1 1-1,0 0 1,0 0 0,1 1-1,1 0 1,0 0-1,1 0 1,17-17 0,-24 27 57,0 0 0,1 0-1,-1 1 1,1-1 0,-1 0 0,1 1 0,0 0 0,-1-1 0,1 1 0,0 0 0,0 0 0,0 1 0,0-1 0,0 1 0,0-1-1,0 1 1,0 0 0,0 0 0,0 0 0,0 1 0,0-1 0,0 1 0,0 0 0,-1-1 0,4 3 0,-1-1 51,0 1 1,0-1-1,0 2 0,0-1 1,-1 0-1,0 1 1,1 0-1,-1 0 1,-1 0-1,1 0 0,-1 1 1,4 6-1,12 23 421,-1 1 1,-3 0-1,0 2 0,15 63 0,17 156 1151,-19-19 16,-31-352-1889,3 98 166,-3-67-699,10-98 0,-4 156 512,0 1-1,2-1 0,1 1 0,1 0 0,2 0 1,0 1-1,1 0 0,16-25 0,-21 41 146,0 0 0,0 1-1,0 0 1,1 0 0,0 1 0,11-9 0,-13 11 88,1 1 0,-1 1 0,1-1 0,0 1 1,0 0-1,0 0 0,0 0 0,0 1 0,0-1 1,0 1-1,1 1 0,5-1 0,-4 0 59,1 1-1,-1 0 1,1 0 0,-1 1-1,0 0 1,0 1-1,1-1 1,6 4 0,-9-3-9,0 1 0,0-1 0,0 1 0,-1 1 0,1-1 0,-1 1 0,1 0 0,-1 0 1,-1 0-1,1 0 0,4 7 0,7 13 82,0 1 0,-2 1 0,-1 0 0,-1 0 0,-1 1 0,-1 0 0,-2 1 0,7 42 0,-5 11 474,0 139 1,-9-163-344,0-56-422,0-12-2598,0-20-1736,0-11-4238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26.0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1 690 11829,'0'0'6283,"23"-29"-5682,-2 1-507,131-155 20,-126 155-391,-3-2 0,33-50 0,-48 67 161,-1-1 0,0 0 0,-1 0-1,0-1 1,-1 1 0,-1-1 0,-1 0-1,0-1 1,1-18 0,-3 28-4,-1-5-60,1 0 1,-2 0 0,-2-19-1,3 27 180,-1 0 0,0 0 0,0 0 0,0 0 0,0 0-1,-1 0 1,1 1 0,-1-1 0,1 0 0,-1 1 0,0-1-1,0 1 1,0 0 0,-1 0 0,1 0 0,0 0 0,-5-3-1,0 1 59,-1 0 0,0 1-1,0-1 1,-1 2-1,1-1 1,-1 1 0,-16-2-1,-4 2 82,-30 1-1,38 1-83,18 0-45,1 0 1,-1 0 0,1 1 0,-1-1-1,1 1 1,-1-1 0,1 1 0,0 0-1,-1 0 1,1 0 0,0 0-1,0 0 1,-1 1 0,1-1 0,0 1-1,-3 3 1,2-2 5,0 1-1,0 0 1,0 0-1,1 1 0,-1-1 1,1 0-1,0 1 1,-2 5-1,-1 10 35,1-1-1,1 0 1,-1 29-1,3-44-43,-1 157 845,2-106-424,0-29-86,1-1-1,2 1 1,0-1-1,13 47 0,-14-62-222,2-1-1,-1 0 0,1 0 0,0 0 0,1 0 1,0-1-1,0 0 0,1 0 0,0 0 1,1-1-1,0 0 0,0 0 0,0-1 0,1 1 1,14 8-1,-15-11-82,1-1-1,0 0 1,0 0 0,0-1 0,0 1-1,0-2 1,0 1 0,0-1-1,1-1 1,-1 1 0,0-2 0,1 1-1,-1-1 1,0 0 0,13-3 0,-10 0-99,0 1 1,0-2 0,0 1-1,0-2 1,-1 1 0,0-1-1,0-1 1,0 0 0,16-16-1,-9 5-937,-1 0 0,-1-1-1,-1-1 1,0 0 0,20-44-1,3-26-6081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26.4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9973,'0'0'6160,"0"9"-5685,-1 193 1368,19 633 3376,-18-829-5194,1 15 89,1-1 1,1 0-1,8 30 0,-11-48-119,0-1-1,1 1 0,-1-1 0,1 0 0,-1 1 1,1-1-1,-1 0 0,1 1 0,-1-1 0,1 0 0,0 0 1,0 0-1,0 0 0,0 1 0,0-1 0,0 0 1,0-1-1,0 1 0,0 0 0,0 0 0,1 0 1,-1-1-1,0 1 0,1 0 0,-1-1 0,0 0 0,2 1 1,-1-7-609,-2-32-722,1 7-1974,-6-56 0,-12 13-3706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26.8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 1393,'0'0'22202,"207"0"-22202,-152 0-32,-3-6-961,-8-3-1552,-16-1-2913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27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12 513 14903,'0'0'6163,"31"-26"-5779,101-86-232,-117 99-224,0 0 0,-1-2 0,-1 1 0,0-2 0,19-29 0,-30 42 48,4-6-280,-1 0 1,0-1-1,-1 0 1,0 0 0,0 0-1,-1 0 1,0-1-1,-1 1 1,0-1-1,0 1 1,-2-1 0,1 0-1,-1 0 1,-2-14-1,1 21 257,-1 1-1,0-1 1,1 1 0,-1-1-1,0 1 1,-1 0-1,1-1 1,0 1-1,-1 0 1,0 1 0,0-1-1,0 0 1,0 1-1,0 0 1,0-1-1,-1 1 1,1 1 0,-6-3-1,-3-2 53,0 1-1,0 0 1,-1 2 0,-17-5 0,11 6 69,-1 0 0,-23 2 0,25 0 85,16 0-123,-1 0 0,1 1-1,0-1 1,0 1 0,-1-1 0,1 1 0,0 0-1,0 0 1,0 0 0,0 0 0,0 0 0,0 0-1,0 0 1,0 1 0,0-1 0,0 1-1,1-1 1,-1 1 0,1 0 0,-1 0 0,1 0-1,0 0 1,-1 0 0,-1 4 0,-1 4 122,0 1-1,0 0 1,1 0 0,-1 13-1,-4 31 867,3 1-1,2 92 1,4-94-493,-2-17-183,1 16 477,9 86 0,-6-124-706,-1 0 0,2-1 1,0 1-1,0-1 0,1 0 0,1 0 0,1-1 0,0 0 0,0 0 0,16 19 0,-19-27-138,1 0 0,0-1 0,0 0 0,0 0 0,0 0 0,1 0 0,0-1 0,0 0 0,0 0 0,0-1 0,0 0-1,0 0 1,1 0 0,-1 0 0,1-1 0,-1-1 0,1 1 0,0-1 0,-1 0 0,1 0 0,-1-1 0,1 0 0,0 0 0,-1 0 0,0-1 0,1 0-1,-1 0 1,0-1 0,0 0 0,0 0 0,0 0 0,-1-1 0,9-6 0,0-4-939,-1 1 0,-1-2 1,0 0-1,-1 0 0,0-1 0,15-32 1,7-31-7450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27.4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8820,'0'0'8327,"4"30"-6857,26 389 3118,-28-270-3394,14 175 960,-15-309-1998,-1-13-125,1 1 0,-1-1 0,0 0-1,0 1 1,1-1 0,0 0 0,-1 0 0,1 0 0,0 1-1,0-1 1,2 3 0,1-32 70,-1-166-1085,-2 69-2037,21-164-1,-19 267 2582,0 1-1,2-1 1,1 1-1,0 0 0,2 0 1,14-27-1,-18 40 527,0 0 0,1 0 0,0 0-1,0 1 1,1 0 0,0 0 0,0 0-1,0 1 1,1-1 0,0 2 0,0-1-1,0 1 1,0 0 0,1 0 0,-1 1 0,1 0-1,0 1 1,0-1 0,10 0 0,20-1 952,0 1 1,0 2-1,43 5 1,-67-2-853,1 1 0,0 0 1,0 1-1,25 11 1,-22-8-500,33 9 0,-33-15-1922,-7-1-2656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36.2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811 732 10197,'0'0'6413,"-34"5"-5650,-112 16-307,135-20-399,0 0-1,0 0 1,0-1-1,0 0 1,0-1-1,0 0 1,0-1-1,0 0 1,0-1-1,-15-5 1,12 0 19,1 1 0,0-2 0,0 0-1,1 0 1,-14-15 0,22 21-64,-31-29 45,2-2 1,1-2-1,2 0 0,-39-62 1,48 63-117,1-1 0,1 0 0,3-2 0,1 0 0,-15-60 0,25 71 61,1 1 0,1-1 0,1-43 0,2 70 0,0-8 25,5 14 70,-2 7-32,0 0 0,-1 0 0,0 1 0,-1-1 0,0 0 0,-1 16 0,0 5 112,1 58 551,-3 0 1,-24 157-1,4-152-370,-10 67 567,31-163-885,1 11 54,0-12-90,0 1-1,0-1 0,0 0 0,0 0 0,-1 0 1,1 0-1,1 0 0,-1 0 0,0 1 0,0-1 1,0 0-1,0 0 0,0 0 0,0 0 0,0 0 1,0 0-1,0 1 0,0-1 0,0 0 0,0 0 1,0 0-1,0 0 0,0 0 0,0 0 0,1 0 1,-1 0-1,0 0 0,0 1 0,0-1 0,0 0 1,0 0-1,0 0 0,0 0 0,0 0 0,1 0 1,-1 0-1,0 0 0,0 0 0,0 0 0,0 0 1,0 0-1,0 0 0,1 0 0,-1 0 0,0 0 1,0 0-1,0 0 0,0 0 0,0 0 0,0 0 1,1 0-1,-1 0 0,0 0 0,0 0 0,0 0 1,0-1-1,0 1 0,0 0 0,0 0 0,0 0 1,1 0-1,-1 0 0,0 0 0,0 0 0,0 0 0,0-1 1,0 1-1,0 0 0,142-143 178,0-2-332,-115 121-35,1 2 0,0 0-1,54-29 1,-64 42-33,0 1 1,1 1-1,0 1 0,0 0 0,0 2 1,34-4-1,-37 6-659,-1 1-1,0 1 1,1 0 0,-1 2 0,1-1-1,-1 2 1,0 0 0,0 1-1,16 6 1,15 11-5722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36.8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407 0 10901,'0'0'4527,"-30"4"-3387,5-2-945,8-1-110,0 0 0,0 2 0,1 0 0,-1 0 0,1 2 0,0 0 1,0 1-1,0 0 0,1 2 0,-16 9 0,14-6 74,1 1-1,-1 1 1,-25 27 0,35-33-97,1 1 0,0 0 0,0 1 0,0-1 1,1 1-1,1 0 0,-1 0 0,2 1 0,-6 17 0,6-12-59,0 0-1,2 0 0,0 0 1,0 0-1,1 0 0,1 1 1,1-1-1,0 0 0,1 0 1,0 0-1,1-1 0,1 1 1,1-1-1,0 0 0,15 25 1,-4-13-117,2-1 1,1-1 0,39 37 0,79 57-143,-27-25 335,-101-84-51,0 0 1,-1 0-1,-1 1 0,11 14 1,-16-19 30,-1 0 0,1-1-1,-1 1 1,0 0 0,0 0 0,-1 0 0,1 1 0,-1-1 0,0 0 0,-1 1-1,1-1 1,-2 10 0,1-13-31,0 0-1,0 1 1,-1-1-1,0 0 1,1 0-1,-1 0 1,0 1-1,0-1 1,0 0-1,0 0 1,0-1-1,-1 1 1,1 0-1,0 0 1,-1 0-1,-3 2 1,1-1 10,0 0 0,0-1 0,0 1 1,-1-1-1,1 0 0,-1 0 1,-6 2-1,-2-1-319,0 0-1,1-1 1,-1-1-1,0 0 1,-15-1-1,26 0 106,0 0 0,0 0 0,0 0 0,1 0 0,-1-1 0,0 1 0,0-1 0,1 1 0,-1-1 0,0 0 0,1 0 0,-1 1 0,0-1 0,1 0 1,-1 0-1,-1-3 0,0 1-408,1 0 1,0 0-1,1 0 1,-1-1-1,0 1 1,1 0-1,-1-5 1,-13-39-9008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37.2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1 107 7267,'0'0'7537,"3"-17"-6987,11-52-83,-14 68-383,0 0 1,0 0-1,0 0 1,0 0-1,0-1 1,1 1 0,-1 0-1,0 0 1,1 0-1,-1 0 1,1 0-1,-1 0 1,1 0-1,-1 0 1,1 0 0,0 0-1,-1 0 1,2-1-1,3 10-34,-4-6 57,9 30 216,-2 0-1,5 36 1,-6-26-90,38 332 1740,-31 2-381,-10-238-1113,-2-66-221,16 101-1,-17-162-241,0-5-6,0 1 0,0-1 1,1 1-1,-1-1 0,1 0 0,1 1 0,-1-1 0,1 0 0,7 10 0,0-9-244,-5-13-250,-3-20-631,-2 23 988,1-21-879,-1 3-815,0-1-1,-5-29 1,1 32-1079,-12-29 1,16 48 2855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37.6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0 153 14006,'0'0'5507,"190"-13"-4947,-97-2-480,4-7-80,3-3-1040,-7 0-881,-10 4-1553,-14-1-1936,-18 13-545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38.1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391 102 5218,'0'0'9173,"-16"2"-8872,-124 9 118,138-11-371,0 0-1,0-1 1,0 1 0,0 0-1,0-1 1,0 1 0,0-1-1,1 1 1,-1-1 0,0 0-1,0 0 1,0 0 0,1 0-1,-1 0 1,0 0 0,1-1-1,-1 1 1,-2-3-1,-17-14-138,15 17 159,1-1 0,-1 1 1,0 0-1,0 1 0,0-1 1,0 1-1,1 0 0,-1 1 0,-6 0 1,-10 0 387,-5-2 104,21 0-542,0 1-1,0 0 1,0 0-1,0 0 1,0 1-1,-7 1 1,6 6 6,5 4 37,0-1 1,0 1-1,1 0 1,1 0-1,0 12 1,0-8 60,0 67 712,2 142 1861,-2-204-2377,2-1 0,0 1 1,1-1-1,9 31 0,-9-45-239,-1 0 1,1 0-1,-1 0 1,2 0-1,-1 0 1,1-1-1,7 10 1,-8-12-56,0-1 0,0 1 0,0-1 0,0 0 0,0 0 0,1 0 0,-1 0 0,0 0 1,1-1-1,0 1 0,-1-1 0,1 0 0,0 0 0,5 0 0,-4 0-20,-1-1 0,1 0-1,-1-1 1,1 1 0,-1-1-1,1 1 1,-1-1 0,1-1-1,-1 1 1,0-1 0,1 1 0,7-6-1,-6 3-29,1-1 0,-1 0-1,1 0 1,-1-1-1,-1 0 1,10-11 0,-2-2-260,-1-1 0,-1 0 0,-1 0 0,11-30 0,-10 17-810,-1 1-1,-2-2 0,-1 1 1,3-49-1,-4-136-6516,-7 167 6108,2 43 1571,-2-9 282,-4 9 2706,4 21 662,1 1-3049,-1 26 520,1 29-11,2 1 0,11 69 0,-12-138-1171,30 151 522,-25-130-506,1 0 0,1-1 0,1 0 0,18 33 0,-24-50-120,-1-1 0,1 1 0,0-1-1,0 0 1,0 1 0,1-1 0,-1-1 0,1 1-1,0 0 1,7 3 0,-9-5-116,-1 0 0,1 0 0,0-1 0,0 1 0,0-1 1,0 1-1,0-1 0,0 0 0,0 1 0,0-1 0,0 0 0,0-1 0,1 1 0,-1 0 0,0 0 0,0-1 0,0 1 1,0-1-1,-1 0 0,1 0 0,0 0 0,0 1 0,0-2 0,0 1 0,-1 0 0,3-2 0,0-2-996,1 0-1,-1-1 1,7-12-1,-11 18 1205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38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 8020,'0'0'6835,"0"-5"-6120,0-10-257,0 11-138,0 12 270,2 19-129,1-1 0,1 0-1,8 28 1,2 13-73,42 423 1849,-40-2-660,-16-479-1552,1 51 111,4 101 115,-2-128-211,1-1 0,16 59 0,-15-79-262,-2-16-328,-3-21-874,0 20 1136,0-52-3679,0-15-3493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38.8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15495,'0'0'1454,"33"2"-744,3 1-647,174 5-156,-115-13-1705,1 0-3887,-93 5 5471,0 0-1,0 0 1,-1 0 0,1 0-1,0 1 1,-1-1 0,1 1-1,0-1 1,-1 1 0,1 0-1,-1 0 1,1 0 0,-1 1-1,3 1 1,-2-1 188,-1 1-1,0 0 1,0 0 0,0-1 0,0 1 0,-1 0-1,1 1 1,-1-1 0,0 0 0,0 0 0,1 5-1,6 30 1695,-2 0 0,-1 0 1,-2 1-1,-4 61 0,1-18 868,1-51-1640,-1-3 225,1 0-1,9 54 1,-9-80-1086,0 0-1,-1-1 0,1 1 1,0 0-1,-1-1 1,1 1-1,0-1 0,0 1 1,0-1-1,0 0 0,1 1 1,-1-1-1,0 0 1,3 2-1,-4-3-62,1 0-1,-1 1 1,1-1 0,-1 0-1,1 0 1,0 0 0,-1 0-1,1 0 1,-1 1 0,1-1-1,-1 0 1,1 0 0,-1-1-1,1 1 1,0 0 0,-1 0-1,1 0 1,-1 0 0,1 0-1,-1 0 1,1-1 0,-1 1-1,1 0 1,-1-1 0,1 1-1,-1 0 1,1-1 0,-1 1-1,1 0 1,-1-1 0,0 1-1,1-1 1,-1 1 0,0-1-1,1 1 1,-1-1 0,0 1-1,0-1 1,0 1 0,1-1-1,-1 1 1,0-1 0,0 1-1,0-1 1,0 1 0,0-1 0,0 0-1,0 0 1,3-18-2008,-1-1 0,0-26 0,-1 36 818,-1-51-8253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39.2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14567,'0'0'4226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39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1 11557,'0'0'8249,"-27"31"-7611,-80 103-315,103-129-317,0 0-1,1 1 1,-1 0 0,1 0 0,0 0 0,1 0-1,-1 0 1,1 0 0,1 1 0,-1-1 0,1 1-1,0-1 1,0 1 0,1 0 0,0-1 0,1 12-1,0 4-20,-1-16-49,1 0 1,-1 1-1,1-1 1,0 0-1,1 0 1,-1 0 0,1 0-1,0 0 1,1 0-1,0-1 1,0 1-1,0-1 1,0 0 0,1 1-1,0-2 1,6 8-1,5 1-284,1 0 0,0-1 0,31 18 0,-26-18 505,-1 1 1,21 19-1,-37-28-34,-1 1 1,1-1-1,-1 1 0,0 0 0,0 1 0,0-1 0,-1 0 0,1 1 1,-1-1-1,-1 1 0,1 0 0,-1 0 0,0-1 0,0 1 1,-1 0-1,0 9 0,0-6 12,0 0 1,-1-1 0,0 1-1,-1 0 1,1-1 0,-2 0-1,1 1 1,-1-1 0,0 0-1,-8 12 1,2-7-74,-1 0-1,-1 0 1,0-1-1,-1-1 1,0 0 0,0 0-1,-2-1 1,1-1-1,-1 0 1,-29 13 0,23-17 152,19-5-301,1 0 0,-1 0 0,1 0 0,-1 0 1,1 0-1,-1 1 0,1-1 0,-1 0 0,1 0 1,-1 0-1,1 0 0,0 0 0,-1-1 1,1 1-1,-1 0 0,1 0 0,-1 0 0,1 0 1,-1 0-1,1-1 0,-1 1 0,1 0 0,0 0 1,-1-1-1,1 1 0,0 0 0,-1-1 1,1 1-1,0 0 0,-1-1 0,1 1 0,0 0 1,-1-1-1,1 1 0,0-1 0,0 1 0,0-1 1,-1 1-1,1-1 0,0-24-3637,0-8-3333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0.0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 7732,'0'0'10324,"0"-6"-9641,0 3-684,0 6 106,17 235 2300,0-51-1152,-9 270 293,-8-214-1291,0-227-250,0 4-4,0-1 0,1 0 0,1 0 0,1 0 0,8 30-1,-10-47-28,-1 0 0,1 0 0,0 0 0,0 0 1,0 0-1,0-1 0,1 1 0,-1 0 0,1-1 0,-1 1 0,1-1 0,-1 1 0,3 1 0,-3-3-32,-1 0-1,1 1 1,0-1 0,0 0 0,-1 0 0,1 0 0,0 0 0,0 0 0,0 0 0,-1 0 0,1 0 0,0 0 0,0 0 0,-1 0 0,1 0 0,0 0-1,0-1 1,-1 1 0,1 0 0,0 0 0,-1-1 0,1 1 0,0-1 0,-1 1 0,1-1 0,0 1 0,-1-1 0,1 1 0,-1-1 0,1 1 0,-1-1-1,1 0 1,-1 1 0,0-1 0,1 0 0,-1 1 0,0-1 0,1 0 0,-1 0 0,0 0 0,3-7-582,-1 1 1,1-1 0,-2 1-1,3-14 1,1-50-4420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0.3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1 363 15511,'0'0'5245,"32"0"-5117,105 0-192,-91 0-74,-28-1-49,-1 1-1,1 1 1,17 3 0,-29-3 112,-1 1 1,1 0 0,-1 0-1,1 0 1,-1 1 0,0-1-1,0 1 1,0 1 0,0-1-1,0 1 1,5 6 0,2 2 63,-1 1-1,-1 1 1,0 0 0,-1 0 0,0 1-1,-1 0 1,-1 0 0,-1 1 0,0 0 0,-1 0-1,0 1 1,3 28 0,0 18 970,-4 0 0,-3 67 1,-1-79-61,0 20 9,0-60-1562,0-44-1190,0-20-2046,0-11-3233</inkml:trace>
  <inkml:trace contextRef="#ctx0" brushRef="#br0" timeOffset="1">387 115 18136,'0'0'5875,"90"-93"-12998,-87 71-5395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0.7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1425,'0'0'13966,"0"12"-13227,16 172 1844,-5-80-1207,15 521 2588,-23-430-3339,-3-184-597,1 34 93,1-1 1,12 67-1,-13-106-115,0-1-1,1 0 1,-1 0-1,1 0 1,-1 0-1,1-1 1,1 1-1,-1 0 1,0-1-1,1 1 0,0-1 1,5 5-1,-8-7-9,1-1 0,0 1 1,0 0-1,0-1 0,0 1 0,0-1 0,0 1 0,0-1 0,1 0 0,-1 0 0,0 1 0,0-1 0,0 0 0,0 0 0,0 0 0,0 0 0,1 0 0,-1 0 0,2-1 0,-2 1-16,1-1 1,0 0-1,0 0 0,-1 0 1,1 0-1,-1 0 0,1-1 1,-1 1-1,1 0 0,-1-1 1,0 1-1,1-1 0,-1 1 1,0-1-1,1-2 0,5-9-272,-1-1-1,0 0 0,-1-1 0,5-17 1,11-67-2347,-18 83 2027,22-135-8232,-14 84 440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1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254 0 8260,'0'0'10901,"-22"17"-10640,3-3-220,2-2-24,0 0 1,1 1-1,1 1 1,0 0 0,0 1-1,2 1 1,-18 26 0,19-20 138,1 0 0,2 1 1,0 0-1,1 1 1,1-1-1,2 2 0,0-1 1,1 0-1,2 1 0,1 0 1,0 0-1,5 38 1,-3-58-86,-1 0 1,1-1 0,0 1 0,0-1 0,0 1 0,1-1 0,0 1 0,0-1 0,0 0 0,0 0 0,0 0 0,1 0 0,0 0 0,0 0-1,0-1 1,0 1 0,1-1 0,-1 0 0,1 0 0,0 0 0,0-1 0,4 3 0,2 0-46,0-2 1,0 1-1,0-1 0,0-1 1,1 0-1,-1 0 0,1-1 1,19-1-1,-24 0-223,-1 0 1,1 0-1,0-1 0,-1 0 1,1 0-1,-1-1 0,0 0 1,1 0-1,-1 0 0,0 0 1,6-4-1,1-3-1505,-1 1 1,0-2-1,12-13 0,22-22-8929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1.4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468 184 11013,'0'0'2807,"-13"-18"-1884,-39-56 219,49 71-1012,1 1 1,-1-1-1,1 0 1,-1 1-1,0 0 1,0-1-1,0 1 1,0 0-1,0 1 1,0-1-1,-1 0 1,-5-1-1,-4-2 449,-8-5 291,-1-2-361,-40-13-1,56 23-327,0 0 0,0 0 0,-1 1 0,1 0 0,-1 0 0,1 1-1,-1-1 1,1 2 0,-1-1 0,1 1 0,-11 2 0,8 0-138,1 1 0,0 0 0,0 1 0,1 0 0,-1 0 0,1 1 0,0 0 0,-7 8 0,7-4-11,1-1 1,0 1-1,1 1 0,0-1 0,0 1 1,1 0-1,1 0 0,0 0 1,-2 12-1,-4 27 346,1 0 1,-1 53-1,7 101 804,3-127-765,-2-56-302,1-10-17,0 0-1,0 0 1,4 19 0,-4-28-86,1 1-1,-1-1 0,1 0 1,0 0-1,-1 0 1,1 0-1,0 0 0,0 0 1,1 0-1,-1-1 0,0 1 1,1 0-1,-1-1 1,1 1-1,-1 0 0,1-1 1,0 0-1,0 1 1,-1-1-1,1 0 0,0 0 1,0 0-1,4 1 0,1 0-21,-1-1 0,0 0-1,1-1 1,-1 1 0,0-1-1,1 0 1,-1-1-1,0 0 1,1 0 0,-1 0-1,0 0 1,0-1 0,0 0-1,0-1 1,0 1-1,0-1 1,0 0 0,7-6-1,3-3-204,0-1-1,-1-1 0,0 0 1,18-24-1,-10 10-581,-2-1 0,-1-1 0,29-57 0,-38 64-104,-1 0 1,-2-1-1,0-1 1,-1 1-1,-2-1 0,4-30 1,-7-39-3331,-2 72 3697,0 15 595,-1-8-32,-5 11 2965,5 4-2857,1 0 0,0 0 0,-1 0 0,1 0 0,0 0 0,-1 0 0,1 0 0,-1 0 0,1 0 0,0 0 0,-1 0 0,1 0 0,0 0 0,0 1 0,-1-1 0,1 0 0,0 0 0,-1 0 0,1 1 0,0-1 0,0 0 0,-1 0 0,1 1 0,0-1 0,0 0 0,0 0 0,-1 1 1,-1 13 1726,2-4-1079,-7 280 3270,8-208-3436,-1-71-559,0 14 110,0 0 0,6 27 0,-5-45-155,1 0 0,-1 1 0,2-1 0,-1 0 0,1 0 0,0 0 0,1-1 0,-1 1 0,1-1 0,1 1 0,5 6 0,-8-12-68,-1 1 0,1 0 1,-1-1-1,1 1 1,0-1-1,0 1 1,0-1-1,0 0 1,0 0-1,0 0 0,0 0 1,0 0-1,0-1 1,1 1-1,-1 0 1,0-1-1,0 0 0,1 1 1,-1-1-1,0 0 1,1 0-1,-1-1 1,0 1-1,0 0 1,1-1-1,-1 1 0,0-1 1,0 0-1,0 0 1,1 0-1,-1 0 1,0 0-1,0 0 1,-1 0-1,1-1 0,0 1 1,0-1-1,-1 1 1,3-4-1,4-9-1695,-1 0 0,-1 0 0,7-24 0,-12 35 1286,13-43-8088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2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94 4802,'0'0'7612,"-5"-15"-6812,-16-46-192,15 45 69,1 14-371,1 17-165,3-13-123,-3 36 324,2 59 0,2-89-292,0 41 277,5 376 2624,33-6-952,-18-312-1807,-16-94-178,0 1-1,0-1 1,1-1 0,1 1 0,9 13 0,-13-22-15,1-1 0,-1 1-1,1-1 1,0 0 0,1 0 0,-1 0 0,0 0 0,1-1 0,-1 1 0,7 2 0,-9-4-43,1-1 1,-1 1-1,1-1 1,-1 1-1,1-1 1,-1 1-1,1-1 1,0 0-1,-1 0 1,1 1-1,-1-1 1,1 0-1,0-1 1,-1 1-1,1 0 1,0 0-1,-1-1 1,1 1-1,-1-1 1,1 1-1,-1-1 1,1 0-1,-1 0 1,1 1-1,-1-1 1,0 0-1,0 0 1,1-1-1,-1 1 1,2-2-1,0-2-227,0-1 0,0 1 1,0-1-1,-1 0 0,1 0 0,-1 0 0,2-9 1,6-53-3153,-4-14-3306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2.7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10757,'0'0'1611,"35"0"-426,-11 0-984,2-1 18,0 1 1,31 5 0,-43-3-96,1 1 0,-1 1 0,0 0 0,-1 1 0,1 0 0,-1 1-1,22 13 1,-5 1 96,-2 0 1,0 2-1,31 31 0,-50-44-109,1 1 1,-2 0-1,1 1 1,-2 0 0,1 1-1,-2-1 1,1 1 0,-2 1-1,1-1 1,-2 1-1,6 22 1,-8-23 82,0 0 1,-1 1-1,-1-1 0,0 0 0,-1 0 1,0 1-1,-3 13 0,2-17-88,-1-1 0,0 0 0,0 0 0,-1 0-1,1 0 1,-2-1 0,1 1 0,-1-1 0,-1 0 0,-8 10 0,1-5-47,0 0 1,-1-1-1,0 0 1,-1-1-1,0 0 1,-1-1-1,1-1 1,-2-1-1,-31 11 1,29-13-490,0-1 1,0-1-1,0 0 1,0-2-1,-26 0 0,42-1 199,0 0-1,1 0 0,-1 0 0,0-1 1,0 1-1,1-1 0,-1 0 0,0 0 1,1 0-1,-6-2 0,7 2-21,0 0 0,0-1-1,-1 1 1,1 0 0,0-1 0,0 1-1,0-1 1,1 1 0,-1-1 0,0 0 0,0 1-1,1-1 1,-1 0 0,1 1 0,0-1 0,-1 0-1,1-2 1,-2-35-6390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3.0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0 590 13830,'0'0'3015,"33"-36"-2575,102-118-410,-75 76-138,-53 66 48,0 0-1,5-16 1,-8 19 23,2-7-329,0 1-1,-2-1 0,0 0 1,0-1-1,-2 1 1,0 0-1,-1-1 1,0 0-1,-3-26 0,1 40 245,1 0 0,0 0 0,-1 0 0,0 0 0,0 0 0,0 0 0,0 1 0,0-1 0,0 0 0,-1 1 0,1-1 0,-1 0 0,0 1 0,0 0 0,0-1 0,0 1 0,0 0 0,0 0 0,0 0 0,-1 1 0,-3-3 0,0 1 127,0 1-1,0-1 1,0 2 0,0-1 0,0 1 0,0 0 0,-1 0 0,1 0 0,-9 1 0,12 0 84,0 1 0,-1-1 1,1 1-1,0 0 1,0 0-1,0 0 1,0 0-1,0 0 1,1 1-1,-1-1 0,0 1 1,0 0-1,1 0 1,0 0-1,-1 0 1,1 0-1,0 0 1,0 1-1,0-1 0,0 1 1,0-1-1,1 1 1,-1 0-1,1 0 1,-1 0-1,0 6 1,-4 8 433,1 1 1,1 0-1,-3 28 1,6-38-322,-7 80 2142,5 99 0,3-139-1830,0-30-311,0-1 0,2 1 0,0 0 0,1-1 0,1 0 0,11 32-1,-13-42-161,1-1 0,0-1 0,0 1-1,0 0 1,1-1 0,0 0-1,0 0 1,0 0 0,1 0 0,-1 0-1,1-1 1,0 0 0,1 0-1,-1-1 1,1 1 0,-1-1 0,1 0-1,0 0 1,0-1 0,0 0-1,12 2 1,-11-2-58,1-1 0,-1 0-1,1-1 1,-1 0 0,1 0 0,-1 0-1,1-1 1,-1 0 0,1-1-1,-1 0 1,0 0 0,0 0 0,0-1-1,0 0 1,0-1 0,0 1 0,-1-1-1,7-6 1,0-1-334,-1 0 0,-1-1 1,0-1-1,-1 0 0,0 0 0,-1-1 0,10-20 0,-5 6-1838,16-43 0,1-26-4651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3.4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0 13414,'0'0'3527,"-2"36"-1080,2-22-2221,-8 270 3269,6-190-2593,2 72 429,2-130-977,1 1 0,11 49 0,-12-78-304,-1-2-31,0-1 0,0 0 0,0 0 0,1 0 0,0 0 0,0 0 0,0 0 0,1-1 0,3 7 0,2-8-64,-7-4 38,-1 1 0,1-1 1,-1 1-1,1-1 0,-1 1 1,0-1-1,1 1 0,-1-1 1,0 0-1,1 1 0,-1-1 1,0 0-1,1 1 0,-1-1 1,0 0-1,0 1 0,0-1 1,0 0-1,0-1 0,19-224-1922,-8 61-314,11 15-1504,-18 134 3081,0 0 0,1 0 0,1 0 0,0 1 0,1 0 0,17-26 0,-20 36 659,-1 0 0,1 1 0,0 0 1,0 0-1,1 0 0,-1 0 0,1 0 1,-1 1-1,1 0 0,0 0 0,1 1 0,-1-1 1,0 1-1,1 0 0,-1 1 0,8-2 1,-8 2 172,-1 1 1,1-1 0,0 1 0,-1 1-1,1-1 1,-1 1 0,1 0 0,-1 0-1,1 0 1,-1 0 0,1 1 0,-1 0-1,0-1 1,0 2 0,0-1 0,0 0 0,0 1-1,-1 0 1,1 0 0,-1 0 0,4 4-1,6 10 345,-1 0 0,0 0 0,-2 1 0,0 0 0,-1 1 0,-1 0 0,11 38 0,-3 2 473,11 85 0,-5 30 193,-22-173-1183,2 7 51,-1-1-1,1 1 1,0-1 0,3 8-1,-4-14-75,-1 0-1,0 0 0,1 0 0,-1 0 1,1 0-1,-1 0 0,1 0 0,0 0 0,-1 0 1,1-1-1,0 1 0,0 0 0,0 0 1,-1-1-1,1 1 0,0 0 0,0-1 1,0 1-1,0-1 0,0 1 0,0-1 1,0 0-1,0 1 0,0-1 0,0 0 1,0 0-1,0 0 0,0 0 0,1 0 1,-1 0-1,0 0 0,0 0 0,0 0 0,0 0 1,0-1-1,1 1 0,-1-1-130,1 1 0,-1-1-1,0 0 1,1 0 0,-1 0 0,0 0 0,0 0-1,0 0 1,0 0 0,0 0 0,0 0-1,0 0 1,0 0 0,0-1 0,0 0-1,3-7-922,0 0 0,0-1 0,3-11 0,8-45-5654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3.8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453 94 16135,'0'0'4328,"-24"-11"-4264,-75-35 50,83 38 110,-1 1-1,1 1 1,-19-5-1,23 9 38,-1 1-1,1 0 1,-16 1 0,24 0-226,0 0 16,0 0 0,1 1 0,-1-1 0,1 1 0,-1 0 0,1 0 0,-1 0 0,1 0 0,0 1 0,0 0 0,0-1 0,-1 1 0,-3 4 0,1-1 2,1 0 1,-1 1-1,1-1 1,0 1-1,1 1 1,-5 6-1,-1 7 28,0 1 0,1 0 0,-10 34-1,9-12 103,0 1 0,3 0 0,2 1 0,1 61 0,3-96-163,1 1 0,1-1 0,0 1 0,0-1 0,4 13 0,-4-20-21,0-1 0,0 1 0,0-1 0,1 1 1,-1-1-1,1 0 0,-1 1 0,1-1 0,0 0 0,0 0 1,-1 0-1,2-1 0,-1 1 0,0 0 0,0-1 1,0 1-1,1-1 0,-1 0 0,1 0 0,-1 0 0,1 0 1,0 0-1,-1 0 0,4 0 0,1 0-32,0 0-1,0-1 1,-1 1-1,1-1 1,0-1-1,0 1 0,-1-1 1,1-1-1,0 1 1,-1-1-1,1 0 1,-1 0-1,0-1 1,1 0-1,-1 0 1,-1 0-1,1-1 1,0 0-1,6-7 1,6-6-467,-1 0 0,-2-2 0,1 0 0,12-22 0,-13 19-222,83-130-6220,-98 151 6919,1 0-1,-1 1 1,0-1 0,1 0 0,-1 0-1,1 0 1,-1 0 0,1 0 0,-1 1-1,1-1 1,0 0 0,-1 0 0,1 1-1,0-1 1,0 1 0,-1-1 0,2 0-1,4 22 1630,4 34 294,38 219 2962,-22 8-3188,-25-240-1453,2 33 345,-13 131 0,8-185-540,-2 0 0,0-1-1,-1 1 1,-1-1 0,-1 0 0,-1 0-1,-1-1 1,-1 0 0,0-1 0,-1 0-1,-14 17 1,19-29-43,0 0 0,0 0 0,0-1 0,-1 0 0,0 0 0,0 0 0,-1-1 0,1 0 0,-1-1-1,0 1 1,0-2 0,-16 5 0,16-6-61,1 1 1,0-2-1,0 1 0,-1-1 0,1 0 0,0 0 0,0-1 1,-1 0-1,1 0 0,0-1 0,0 0 0,0 0 0,0-1 0,1 0 1,-12-6-1,9 2-172,0 0 1,0-1 0,1 0-1,0-1 1,0 0-1,1 0 1,0 0 0,1-1-1,0 0 1,-5-12-1,0-3-1068,0-2 0,2 1-1,-8-33 1,-2-44-4875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4.1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4 227 9124,'0'0'9661,"-1"25"-8322,-1 293 2620,2-300-3733,1 0-1,0-1 1,2 1 0,0-1-1,1 1 1,9 25 0,-11-39-210,-1 0 0,1 0 1,0 0-1,0-1 0,0 1 1,1 0-1,-1-1 0,1 0 1,0 0-1,0 0 0,0 0 1,0 0-1,1 0 0,-1-1 1,1 1-1,0-1 0,-1 0 0,1 0 1,0-1-1,0 1 0,0-1 1,0 0-1,1 0 0,-1 0 1,0-1-1,0 1 0,1-1 1,-1 0-1,0 0 0,0 0 1,1-1-1,7-2 0,-5 2-42,-1-2 0,1 1 0,-1-1 0,0 0 0,0 0-1,0-1 1,0 0 0,-1 0 0,1 0 0,-1-1 0,0 1 0,0-1-1,-1 0 1,0-1 0,6-8 0,5-10-331,-1 0-1,15-38 1,-25 52 207,12-29-935,-2 0 1,-2 0 0,-2-1 0,7-46 0,-11 36-2509,0-69 1,-6 103 2371,0 1 1,-2-1-1,0 0 1,-5-20-1,6 31 1257,-1 0 1,1 0-1,-1 1 0,0-1 0,-1 1 0,1-1 1,-1 1-1,1 0 0,-1 0 0,-1 0 1,1 0-1,0 1 0,-1-1 0,0 1 1,0 0-1,0 0 0,-6-3 0,8 5-43,0 0-1,0 0 1,0 1-1,1-1 0,-1 0 1,0 1-1,0 0 1,0-1-1,0 1 0,0 0 1,0 0-1,-4 1 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4.5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10341,'0'0'7961,"-1"25"-7137,1-13-718,-3 46 593,8 81 1,35 469 2648,-41-370-2618,4 116-198,-3-346-531,0-5-1,0-1-1,0 1 1,0-1-1,0 1 1,0-1-1,0 1 1,1-1 0,-1 1-1,1-1 1,0 1-1,0-1 1,-1 0-1,2 1 1,-1-1-1,0 0 1,0 0-1,1 0 1,-1 0-1,3 2 1,-4-3-9,1-1 0,-1 0-1,1 0 1,-1 0 0,0 0 0,1 1 0,-1-1 0,1 0-1,-1 0 1,1 0 0,-1 0 0,1 0 0,-1 0 0,1 0-1,-1 0 1,0 0 0,1-1 0,-1 1 0,1 0 0,-1 0 0,1 0-1,-1 0 1,0-1 0,1 1 0,-1 0 0,0 0 0,1-1-1,-1 1 1,0 0 0,1-1 0,-1 1 0,0 0 0,1-1-1,-1 1 1,0 0 0,0-1 0,1 0 0,8-20-513,1-17-1106,-2 0 1,4-47-1,-4 20-1050,6-25-2812,0 3-2492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4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417 0 11829,'0'0'9778,"-29"8"-9220,11-4-492,-12 3-35,1 2 1,0 1 0,0 1 0,1 1-1,-34 20 1,45-21-40,-1 1-1,1 0 1,1 2 0,-20 21 0,30-29 3,0 1 0,1 0 1,0 0-1,0 1 0,1 0 1,0 0-1,0 0 0,1 0 1,0 0-1,0 1 0,1-1 1,0 1-1,0 10 0,0-4 91,0 1 1,2 0-1,0 0 0,1 0 1,1 0-1,0 0 0,1-1 0,0 1 1,2-1-1,0 1 0,9 19 0,-5-19 71,0 0 0,1-1-1,1 0 1,0-1-1,1 0 1,16 15 0,-22-24-142,1 1 1,-1-1 0,1 0 0,1-1 0,-1 0 0,1 0 0,-1 0-1,1-1 1,0 0 0,0-1 0,0 0 0,1 0 0,-1-1 0,1 0-1,13 0 1,-17-1-135,0 0 0,0-1 0,0 0 0,0 0-1,0-1 1,0 1 0,0-1 0,-1 0 0,1 0-1,-1 0 1,1-1 0,-1 0 0,0 0 0,0 0-1,0 0 1,4-5 0,3-5-1182,0-1 0,-1 1 0,13-26 0,16-34-5619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5.3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11125,'0'0'8930,"-1"23"-8170,0-12-644,-2 52 880,7 80-1,4-76-239,4 0 0,2-1 0,33 92-1,-41-140-597,1 1-1,1-1 1,1-1-1,18 29 0,-23-42-131,-1 1-1,1-1 0,1 1 0,-1-1 0,0 0 0,1-1 0,0 1 0,8 4 0,-9-7-24,-1 1 0,1-1 0,-1 0-1,1 0 1,0 0 0,-1 0 0,1-1-1,0 1 1,0-1 0,0 0 0,-1 0-1,1-1 1,0 1 0,6-3 0,-5 2-18,0-1 0,0 0 0,0 0 1,0-1-1,0 1 0,0-1 0,-1 0 1,0-1-1,1 1 0,-1-1 0,5-6 0,2-3-124,0-1-1,11-21 0,-2 2-493,-2 0 0,-2-1 0,-1 0 0,-2-2 0,-1 1 0,-1-2 0,-3 1 0,-1-1 0,4-49 0,-10 55-365,1 2-933,-4-53-1,2 76 1841,-1 0-1,0 0 1,0 0-1,0 0 1,-1 0-1,0 1 1,0-1-1,0 0 1,-1 1-1,0 0 1,0-1-1,-1 1 1,1 0-1,-7-6 1,7 8 95,-1 1 1,0 0 0,1 0 0,-1 1-1,0-1 1,0 1 0,0 0-1,0 0 1,0 0 0,0 0 0,0 1-1,0 0 1,-1-1 0,1 2 0,-8 0-1,-3-1-2772,4 0-3345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5.6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24 14455,'0'0'2462,"-1"44"-237,0-27-1965,-1 64 1051,4 0 1,15 107-1,57 197 1400,-72-376-2663,10 30 129,-11-38-168,-1 1 1,1 0-1,0-1 0,0 1 1,0-1-1,0 1 0,1-1 1,-1 1-1,0-1 0,1 0 1,-1 0-1,1 0 0,-1 0 1,1 0-1,-1 0 0,3 1 1,-4-2-9,0 0 0,1 1 0,-1-1 0,0 0 0,1 0 0,-1 0 0,0 0 0,1 0 0,-1 0 0,1 0 0,-1 0-1,0 0 1,1 0 0,-1 0 0,0 0 0,1 0 0,-1 0 0,0 0 0,1 0 0,-1 0 0,1 0 0,-1-1 0,0 1 0,1 0 0,-1 0 0,0 0 0,0-1 0,1 1 0,-1 0 0,0 0 0,1-1 0,-1 1 0,0 0 0,0-1 0,0 1 0,1 0 0,-1 0 0,0-1 0,0 1 0,0-1 0,6-11-24,-2-1 0,0 0 0,0 0 0,-1 0 0,2-26 0,0 8-103,27-237-2147,-8 53-2519,-20 186 3353,1 1 0,2 0 0,10-30 0,-14 50 1285,1-1 0,-1 1 1,1-1-1,1 1 0,0 0 0,0 1 0,0-1 0,1 1 0,0 0 0,1 0 0,-1 1 1,1 0-1,10-6 0,-13 9 312,0 1-1,0 0 1,1 0 0,-1 1 0,1-1 0,-1 1-1,1 0 1,-1 0 0,1 1 0,0-1-1,0 1 1,-1 0 0,1 0 0,0 1 0,-1 0-1,1-1 1,0 1 0,-1 1 0,1-1 0,4 3-1,-1 3-35,-1 0 0,1 1-1,-1 0 1,-1 0-1,1 1 1,8 16 0,3 3-963,6 4-2142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6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418 59 8932,'0'0'5931,"-23"-10"-4659,-73-27 150,91 35-1152,-1 0-1,0 0 0,0 0 0,1 1 1,-1 0-1,0 0 0,0 0 0,0 1 1,0 0-1,-10 1 0,-4 1 206,14-2-407,0 0 1,0 0 0,0 1-1,0 0 1,1 0 0,-1 1-1,0 0 1,1 0 0,-1 0-1,1 0 1,0 1 0,0 0-1,0 0 1,0 1 0,0-1-1,0 1 1,1 0 0,0 0-1,0 0 1,0 1 0,0 0-1,-4 7 1,-2 5 23,0-1-1,1 2 1,1-1 0,0 1-1,1 1 1,2-1 0,-1 1-1,2 0 1,-2 21 0,0 27 640,2 83 0,4-140-629,0 4-5,-1 7 77,1 0 0,2 0-1,0 0 1,6 28 0,-6-45-153,-1 1-1,0-1 1,1 1 0,0-1-1,0 0 1,0 1-1,0-1 1,1 0 0,0-1-1,0 1 1,0 0-1,0-1 1,0 1 0,1-1-1,-1 0 1,1 0-1,0-1 1,0 1 0,0-1-1,0 0 1,1 0-1,-1 0 1,1 0 0,-1-1-1,5 1 1,-2-1-31,1 0-1,-1-1 1,0 0 0,0 0 0,0 0-1,0-1 1,0 0 0,0-1 0,0 1-1,-1-2 1,1 1 0,0-1 0,-1 1-1,1-2 1,-1 1 0,0-1 0,0 0-1,-1 0 1,6-5 0,10-11-294,-2 0 0,0-1 0,23-34 0,-38 49 219,23-31-1086,-2-1 1,39-81-1,-54 96 322,0 0-1,-2-1 1,-1 0 0,-1-1 0,-1 1-1,3-49 1,-8 13 1682,0 48 4450,-8 184-2492,-1-1-1977,9-22-458,0-146-358,0-1-1,0 1 0,0-1 1,0 1-1,1-1 1,-1 1-1,1-1 1,-1 0-1,1 1 1,0-1-1,0 0 0,0 1 1,0-1-1,3 3 1,-3-4-22,0 0 0,0 0 0,0-1 0,1 1 0,-1 0 0,0-1 0,1 1 0,-1-1 0,0 0 1,1 1-1,-1-1 0,1 0 0,-1 0 0,0 0 0,1 0 0,-1 0 0,1 0 0,-1 0 0,1-1 0,-1 1 0,0-1 0,1 1 0,-1 0 0,0-1 1,0 0-1,1 1 0,-1-1 0,2-1 0,7-5-488,0-1 0,0 0 0,0-1 0,-1 0 0,0 0 0,-1-1 0,13-20 1,27-44-5466,1-11-5688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6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15 18953,'-9'48'4130,"7"-36"-3878,-48 393 4199,46-55-1063,4-347-3366,0 1-1,1-1 0,-1 0 1,0 0-1,1 0 0,0 0 0,0 0 1,1 3-1,-1-6-22,-1 1 0,1 0 0,-1-1-1,1 1 1,0-1 0,-1 1 0,1-1 0,0 1 0,-1-1-1,1 1 1,0-1 0,0 0 0,-1 1 0,1-1-1,0 0 1,0 0 0,0 0 0,0 0 0,-1 1 0,1-1-1,0 0 1,0 0 0,0-1 0,0 1 0,-1 0 0,3 0-1,-1-1-20,-1 1 0,1 0-1,0-1 1,-1 1 0,1-1-1,0 0 1,-1 0 0,1 1-1,0-1 1,-1 0 0,1 0 0,-1-1-1,0 1 1,1 0 0,-1 0-1,0-1 1,0 1 0,0 0-1,0-1 1,1-1 0,2-4-84,-1 0 0,-1 0 0,4-13 0,-1 4-69,25-101-1666,20-166 0,-34 183 358,-14 88 1311,4-26-1304,17-59 1,-20 86 1145,1 1 1,0 1-1,0-1 1,1 0-1,0 1 1,1 0 0,0 1-1,1-1 1,-1 1-1,13-11 1,-15 15 303,1 1-1,0 0 1,-1 0-1,1 1 1,0-1-1,0 1 1,1 0-1,-1 0 1,0 1-1,1 0 1,8-2-1,-10 3 125,0 0 0,0-1 0,0 1 0,0 1 0,1-1 0,-1 1 0,0-1 0,0 1 0,0 0 0,-1 1 0,1-1 0,0 1 0,0 0-1,-1 0 1,1 0 0,4 4 0,0 1 149,-2 1 0,1 1 0,-1-1 0,0 1 0,-1 0 0,1 0-1,-2 1 1,0 0 0,5 14 0,23 100 1385,-21-60-968,-3 1 1,-1 128-1,-7-189-1016,0-9-854,0-23-1665,0-26-2969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6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1 25308,'0'0'2497,"-38"22"-6451,38-29-496,-35 7-3906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49.8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8036,'0'0'8033,"5"0"-7865,93-1-167,119 3-405,-215-2 409,1 0-1,-1 1 1,0-1 0,1 1-1,-1-1 1,0 1 0,0 0 0,0 0-1,1 0 1,-1 0 0,0 0-1,0 0 1,-1 0 0,1 1-1,0-1 1,0 1 0,-1 0-1,1-1 1,-1 1 0,1 0 0,-1 0-1,0 0 1,1 0 0,-1 0-1,0 0 1,0 0 0,-1 0-1,2 4 1,0 4 114,0 1 1,-1 0-1,0 0 0,-1 21 0,-1-15 29,2 63 379,-7 146 1091,-63 150 803,27-183-1344,23-93-572,4 0 0,-4 155 0,19-246-482,0 0 0,0 0-1,1 0 1,0 0 0,4 14-1,-4-20-20,1-1 0,-1 1-1,0-1 1,1 0-1,-1 1 1,1-1 0,0 0-1,-1 0 1,1 0 0,0 0-1,0 0 1,1-1 0,-1 1-1,0 0 1,0-1 0,1 0-1,-1 0 1,1 1 0,-1-1-1,5 0 1,5 2-29,-1 0 1,1-1-1,-1 0 0,1-1 0,0-1 1,0 0-1,-1 0 0,1-1 0,0-1 1,-1 0-1,1-1 0,-1 0 1,0 0-1,19-9 0,-9 2-203,-2-1-1,1-1 1,-1 0-1,-1-2 1,0 0-1,28-28 1,-38 33-1,-1 1 1,0-1-1,0-1 1,0 1 0,-1-1-1,-1 0 1,8-19-1,-15 75 186,-39 173 1219,6-47-43,-5 106-47,19-109-480,-52 195 0,72-360-592,-3 13 30,-1 0 0,0 0-1,-1-1 1,-1 0 0,0 0-1,-14 20 1,18-33-38,-1 1-1,1-1 1,-1 1 0,0-1-1,0 0 1,0-1 0,-1 1 0,1-1-1,-1 1 1,1-1 0,-1-1-1,0 1 1,1-1 0,-1 0-1,0 0 1,-10 1 0,3-1-26,0-1 0,-1 0 0,1-1 0,-1 0 0,-18-5-1,19 3-128,0-2 0,0 1 0,0-2 0,0 1 0,1-1 0,0-1 0,0 0 0,1-1 0,-17-15 0,20 16-273,0-1 1,0 1-1,0-1 1,1-1-1,0 1 1,1-1-1,0 0 0,0 0 1,1-1-1,0 1 1,0-1-1,-3-18 1,4-33-4854,3-3-4071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50.6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241 155 11669,'0'0'4229,"26"-24"-3423,84-76-660,-106 97-142,-1 0-1,1 0 0,0 0 0,0 0 0,0 1 0,0 0 0,0 0 0,0 0 1,0 1-1,1-1 0,-1 1 0,1 0 0,-1 0 0,1 0 0,-1 1 1,1 0-1,0 0 0,-1 0 0,6 1 0,8 0 1,-11-1 6,-1 0 0,1 1 0,-1-1 0,0 1 0,1 1 0,-1-1 0,12 5 0,-14-4 32,0 1-1,0-1 1,0 0 0,-1 1-1,1 0 1,-1 0 0,0 0-1,0 0 1,0 1 0,0-1-1,-1 1 1,4 6 0,-1-1 105,-1 1 1,0-1-1,0 1 1,-1 0-1,0 0 1,-1 1 0,2 20-1,-3-2 527,-4 49 1,0-56-421,-1 0 1,0 0-1,-2 0 0,-1-1 1,-1 1-1,0-2 0,-2 1 1,0-1-1,-16 21 0,-9 11 151,-3-2 1,-45 46-1,-34 23-42,92-97-312,-1-1-1,-55 35 1,75-52-40,0-1 1,0 0-1,0 0 1,-1 0 0,1-1-1,-1 0 1,0 0-1,0-1 1,0 0-1,0 0 1,-8 0 0,13-1-21,1 0 0,-1 0 0,1-1 0,-1 1 0,1 0 0,-1-1 0,1 1 0,0-1 0,-1 1 1,1-1-1,-1 1 0,1-1 0,0 0 0,0 0 0,-1 0 0,1 0 0,0 0 0,0 0 1,0 0-1,0 0 0,0 0 0,-1-3 0,0 0-44,0 1 0,1-1 0,-1 0 0,1 0 0,0 0 0,0 1 1,1-1-1,-1-8 0,1 3-87,0 1 1,0 0 0,1-1 0,0 1-1,1 0 1,0-1 0,0 1 0,5-12-1,-3 14 83,-1 1 1,1 0-1,0 0 0,0 0 0,1 1 0,-1 0 0,1-1 0,0 1 0,0 1 0,1-1 0,-1 1 1,1 0-1,0 0 0,-1 1 0,1-1 0,10-1 0,-9 2 77,1 0 1,-1 1-1,1 0 1,0 0-1,-1 1 0,1 0 1,0 0-1,-1 1 0,1 0 1,-1 0-1,1 1 1,-1 0-1,1 0 0,8 5 1,-3 0 77,-1 1 1,0 0-1,0 1 1,-1 1 0,0 0-1,14 15 1,57 77 626,-65-79-545,7 9 13,-4-5-20,0-1 1,2 0-1,30 26 1,-45-45-177,0-1 0,1-1 0,-1 0 1,1 0-1,0 0 0,1-1 1,-1 0-1,1-1 0,0 0 0,0 0 1,0-1-1,0 0 0,0-1 1,0 0-1,1 0 0,12-1 0,-17 0-63,0-1 0,0 0 0,0 0 0,0-1-1,0 1 1,0-1 0,0 0 0,0-1-1,-1 1 1,1-1 0,-1 0 0,8-6 0,0-3-596,0 0 1,17-23 0,-18 22-61,32-46-3958,-4-6-4031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50.9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13622,'0'0'7692,"35"36"-6964,117 124-18,-126-130-488,0 2 0,-3 1 0,35 62 0,-32-48-56,316 500 1264,-341-614-9837,-8 30 2807,-6 2-3356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51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1020 0 11445,'0'0'8335,"-30"10"-8210,-5 2-70,-65 32-1,75-29 15,1 2-1,0 1 0,-29 28 0,53-46-68,-631 581 2203,610-561-2171,-47 50-18,60-58-1115,21-20-5703,20-22-2785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52.6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48 5619,'0'0'5394,"-2"-6"-4364,0-1-518,-3-9-95,3-2 4206,3 23-4503,32 172 894,12 479 3200,-44-644-4160,0 33 128,4 69 243,-3-96-342,0 0 0,2 0 0,10 34 0,-14-50-89,1-1 0,-1 0 0,1 1 0,-1-1 0,1 1-1,0-1 1,0 0 0,-1 1 0,1-1 0,0 0 0,0 0 0,0 0 0,0 0-1,1 0 1,-1 0 0,0 0 0,0 0 0,1 0 0,1 0 0,-2-35-5647,-2 14 3982,1-28-3262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53.0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1 110 11317,'0'0'4765,"39"-18"-4445,127-57-269,-157 71-43,1 1 1,-1 1-1,1-1 0,-1 1 1,18-1-1,-22 3-4,-1 0 1,1 1-1,0-1 0,-1 1 0,1 0 0,-1 0 0,1 0 1,-1 1-1,7 2 0,-5 0 25,1 1-1,-1-1 1,0 1 0,-1 1 0,1-1-1,-1 1 1,0 0 0,0 0 0,-1 0-1,5 10 1,4 5 241,-2 1 1,0 1-1,-2 0 0,-1 0 1,0 1-1,-2 0 0,6 45 1,-7-22 372,-2-1 0,-2 0 0,-7 61 1,4-93-549,-1-1 1,0 1 0,-1-1 0,0 1 0,-1-1 0,-1 0 0,0-1 0,-1 1 0,0-1-1,-1-1 1,0 0 0,-1 0 0,-19 19 0,17-20-161,0-1 0,0 1 1,0-2-1,-1 0 0,-1 0 0,1-1 0,-1-1 0,-1 0 1,1-1-1,-1 0 0,0-1 0,0 0 0,-20 1 0,23-4-281,-7 1-719,-30-1 1,44-1 619,0 0 0,0-1 0,0 0 0,0 1 0,0-1 0,0 0 0,0-1 0,1 1 0,-1-1 0,0 1 0,1-1 0,0 0 0,-6-5 0,6 4-690,0-1 0,0 1 0,1-1 0,-1 0 0,-2-7 0,4 9 670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53.3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20137,'0'0'3042,"41"0"-7380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57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75 7828,'0'0'6757,"-5"0"-6188,-13 0 2,13 0 2694,9 0-2641,42-2-388,0-3 1,0-2-1,54-15 0,-55 10-282,2 3 0,0 1 0,57-1 0,-103 9 32,0 0 0,0 0 1,0 0-1,0 0 0,0 0 0,0 0 1,0 0-1,0 0 0,0 0 1,0 1-1,-1-1 0,1 0 1,0 1-1,0-1 0,0 0 0,1 2 1,0 12-178,-2-7 209,-1 0-8,0 0-1,0-1 1,0 1-1,-1 0 1,0 0 0,0-1-1,-1 1 1,0-1-1,0 0 1,-1 0 0,1 0-1,-1 0 1,0-1-1,-8 8 1,-5 11 36,-198 257 143,211-277-192,-39 43 24,39-43-37,-1 0 0,1-1 0,-1 1 0,0-1 0,0 0 0,-1 0 0,1-1 0,-7 3 1,11-5-14,1 0 0,-1 1 0,1-1 0,-1 0 0,1 0 1,-1 0-1,0-1 0,1 1 0,-1 0 0,1 0 0,-1 0 1,1 0-1,-1 0 0,1-1 0,-1 1 0,1 0 0,-1 0 1,1-1-1,-1 1 0,1 0 0,0-1 0,-1 1 0,1-1 1,-1 1-1,1-1 0,0 1 0,-1 0 0,1-1 0,0 1 1,0-1-1,-1 1 0,1-1 0,0 1 0,0-1 0,0 0 1,0 1-1,0-1 0,0 1 0,0-1 0,0 1 0,0-1 1,0 1-1,0-1 0,0 0 0,2-32-1002,-2 27 817,1 1 110,0 0 1,0 0-1,0 0 0,0 0 0,1 0 1,0 0-1,0 1 0,0-1 1,1 1-1,0-1 0,-1 1 0,1 0 1,1 0-1,-1 0 0,1 0 1,-1 1-1,1 0 0,0-1 0,0 1 1,1 1-1,-1-1 0,1 0 0,-1 1 1,1 0-1,0 0 0,5-1 1,9-2 74,1 1 1,-1 0 0,1 1 0,0 1 0,28 1 0,-36 2 108,-1 1 1,1 0-1,-1 0 1,1 1-1,-1 0 1,0 1-1,0 1 1,-1-1-1,1 2 1,-1-1-1,0 2 1,-1-1-1,1 1 1,13 13-1,-9-6 199,-1 0-1,0 0 0,0 1 0,-2 1 0,0 0 0,-1 0 0,0 1 1,8 21-1,-13-22 68,0 0-1,-1 0 1,0 0 0,1 25-1,-1 68 757,-5-99-983,1 1 0,-1 0 0,-1 0 0,0 0 0,0-1 0,-1 1 0,0-1 0,-9 19 0,4-15-4,0-1 1,-1 0-1,0-1 1,-1 0-1,-19 19 1,10-13-43,0-2 0,-1 0 0,-1-1 0,-29 15 0,34-21-81,0-2 0,-1 1 0,0-2 0,0 0 0,-1-2 0,-33 6 0,-56-7-776,74-3 296,19 0 101,0-1 0,1 0 0,-21-5 0,28 5 102,0-1 1,0 0-1,0 0 0,0-1 1,0 0-1,1 0 1,-1 0-1,1-1 0,-8-6 1,11 8 28,1 1 0,-1-1 1,1 0-1,0 0 0,-1 1 0,1-1 1,0 0-1,0 0 0,0 0 1,0 0-1,1 0 0,-1 0 0,1-1 1,-1 1-1,1 0 0,-1 0 1,1 0-1,0 0 0,0-4 0,0-16-5613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58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20297,'0'0'785,"48"-7"-21387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1:59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22 6307,'0'0'4282,"-8"1"-3114,-1 1-675,-6 0-169,-2-1 5454,25-1-6741,3 0-279,-1 0 0,1-1-1,0 0 1,0 0 0,12-4-1,34-15-8692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0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897 782 5202,'0'0'7350,"-30"-13"-6258,-98-46-337,116 54-610,0-1-1,0-1 1,1 0 0,0 0 0,-16-15 0,7 4 66,-45-36 144,-88-99 0,-43-77-370,177 207 43,-56-53-4,56 59 242,0-2 0,1 0 0,-20-28 1,36 53 736,1 15-774,0 32-186,1-49 21,-19 441 2660,11-318-1804,7-126-904,1 0-1,0 0 1,0 0-1,0 0 1,0 0 0,0 0-1,0 0 1,1 0-1,-1 0 1,0 0-1,0 0 1,1 0-1,-1 0 1,1 0 0,-1 0-1,0 0 1,1-1-1,0 1 1,-1 0-1,1 0 1,1 1-1,0-2-3,-1 1-1,1-1 1,0 1-1,-1-1 1,1 0-1,0 1 1,0-1-1,-1 0 1,1 0-1,2-1 1,7 1 26,-1-1-25,0 0 0,-1 0 1,1-1-1,-1 0 0,0 0 0,1-1 0,-1-1 1,0 1-1,-1-2 0,11-5 0,11-9-37,41-36 0,-32 24-97,-9 8-230,41-33-1181,148-87 1,-195 130 722,0 1 0,1 1 0,1 1 0,0 2 0,0 0 0,1 2 0,0 0 0,0 2 1,0 2-1,50 0 0,-70 2 378,0 1 0,0 0 1,0 1-1,0 0 0,-1 0 0,1 0 1,0 1-1,-1 0 0,0 0 0,7 4 1,19 12-3180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1.7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22 118 3666,'0'0'4463,"2"-15"-3791,1-7-271,2-15-125,-4-7 4901,-5 50-4925,1 0 1,0 0 0,1 0-1,-1 0 1,1 1 0,-1 9 0,-2 14-210,1 0 0,1 0 0,3 46 1,1-33 73,-3 160 651,7 291 2111,-3-425-2260,4 0-1,2-1 0,35 134 0,-39-190-525,-1 0 0,2 0-1,0 0 1,0-1 0,1 0-1,14 21 1,-18-30-84,-1 0 0,1 0 0,0-1 0,0 1 0,0 0 0,1-1 0,-1 0 0,0 1 1,5 1-1,-7-3-17,1 0 0,0 1 0,0-1 0,0 0 0,0 0 1,0 0-1,0 0 0,0 0 0,0 0 0,-1 0 0,1 0 0,0 0 1,0 0-1,0-1 0,0 1 0,0 0 0,0-1 0,-1 1 0,1 0 1,0-1-1,0 1 0,0-1 0,-1 1 0,1-1 0,0 0 0,-1 1 1,1-1-1,-1 0 0,1 1 0,0-1 0,-1 0 0,0 0 0,1 0 1,0 0-1,3-9-300,-1 1 1,1-1 0,-2 0 0,1 1 0,-1-1 0,-1 0-1,1-12 1,-2-81-4149,-1 54 1312,1-19-2814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2.4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162 218 8420,'0'0'5314,"6"-18"-4972,20-60-94,-24 73-205,0 0 0,1 0 0,0 0 0,0 0 0,0 1 0,0-1 0,1 1 0,-1 0 0,1 0 0,0 0 0,1 0 0,-1 1 1,1 0-1,-1 0 0,9-4 0,-6 3 20,7-4-33,1 1-1,0 1 0,0 0 1,1 1-1,0 1 0,0 0 1,0 1-1,0 1 0,0 0 1,32 2-1,-28 0-24,3 0 47,39 4 1,-53-3-41,-1 1 1,1 0 0,-1 1-1,0 0 1,1 0 0,-1 1-1,14 9 1,-14-8 60,0 1 1,0 1-1,-1-1 0,0 1 1,-1 0-1,1 1 0,-1 0 1,-1 0-1,1 0 0,-1 1 1,-1-1-1,0 1 1,0 0-1,-1 1 0,0-1 1,0 1-1,-1-1 0,0 1 1,-1 0-1,0-1 1,-1 19-1,1-6 256,-3 29 478,1-47-760,0 0 1,0-1-1,0 1 1,0 0-1,-1-1 0,1 1 1,-1-1-1,0 1 1,0-1-1,-1 0 0,-2 4 1,-40 38 305,-1-3 0,-71 50 0,71-57-294,-103 72 52,119-88-47,-1-1-1,-1-2 1,-36 14-1,55-26-24,-1 0-1,1-1 1,0 0-1,-1-1 0,1-1 1,-18 0-1,28-1-35,-1 0 1,0 0 1,1 0-1,-1 0 1,1-1-1,-1 1 1,-4-2-1,7 1-7,0 1-1,0-1 1,-1 1 0,1-1-1,0 0 1,0 0 0,0 0-1,0 1 1,1-1 0,-1 0-1,0 0 1,0 0 0,0-1-1,1 1 1,-1 0 0,0 0-1,1 0 1,-1 0 0,1-1-1,0 1 1,-1-2-1,-1-7-177,1 1-1,-1-1 0,2 1 0,-1-1 0,2 1 0,-1-1 1,4-15-1,-3 20 61,0 0 0,0 0 0,1 0 1,-1 0-1,1 1 0,0-1 0,1 0 0,-1 1 1,1 0-1,0 0 0,0 0 0,0 0 0,0 0 1,1 0-1,0 1 0,5-4 0,-2 3 112,1 0-1,0 1 0,-1 0 0,1 1 1,0 0-1,1 0 0,-1 0 1,0 1-1,0 1 0,1-1 1,-1 1-1,0 1 0,1-1 1,-1 1-1,0 1 0,0 0 1,0 0-1,0 0 0,0 1 1,0 0-1,-1 1 0,1 0 1,11 8-1,0 4 154,-1 1 1,-1 0-1,-1 1 0,-1 0 0,0 1 1,-2 1-1,13 24 0,70 156 2035,-94-196-2126,34 89 1017,-19-47-294,27 50 0,-41-90-721,1 1 1,0-1-1,0 0 0,0 0 0,1-1 0,0 0 1,0 1-1,6 3 0,-9-8-62,-1 0-1,0 0 0,1 0 1,-1 0-1,1-1 1,-1 1-1,1-1 1,-1 1-1,1-1 0,0 1 1,-1-1-1,1 0 1,0 0-1,-1 0 1,1 0-1,3 0 0,-3-1-44,0 0 0,0 0 0,0 0-1,0 0 1,0 0 0,-1 0 0,1 0-1,0-1 1,0 1 0,-1-1 0,1 1-1,-1-1 1,1 0 0,-1 0-1,0 1 1,2-4 0,4-9-929,0 0 1,-1-1 0,0 0-1,-1 0 1,3-17-1,0-25-5328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2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0 620 11397,'0'0'4856,"36"-21"-4659,-36 21-197,150-92 14,-140 85-79,1 0 1,-2-1-1,1 0 1,-1 0-1,0-1 1,-1-1-1,0 1 1,0-1-1,8-15 1,-4 6-260,-5 8-27,-1-1-1,0 0 1,0 0 0,-1 0-1,-1-1 1,0 0 0,-1 0-1,0 0 1,-1 0 0,0 0-1,-1-1 1,-1-15 0,0 21 244,-1 0 0,0 1-1,-1-1 1,0 0 0,0 1 0,-1-1 0,1 1 0,-2 0 0,1 0 0,-1 0 0,0 0 0,0 0 0,-7-6 0,2 2-104,-1 0 0,0 1 0,0 0 0,-1 1 1,0 0-1,-18-10 0,24 17 190,0-1 0,0 1 1,0-1-1,-1 1 0,1 1 0,-1-1 1,1 1-1,-11-1 0,14 2 101,0 0 0,-1 0 1,1 0-1,0 0 0,0 0 0,0 1 0,0-1 0,0 1 0,0 0 1,0-1-1,0 1 0,0 0 0,0 0 0,0 0 0,0 0 0,1 1 1,-1-1-1,0 0 0,1 1 0,-1 0 0,1-1 0,-1 1 0,1 0 0,0-1 1,0 1-1,-2 3 0,-1 6 277,0-1 1,1 1-1,0 0 0,0 0 1,1 0-1,0 15 0,1 73 1768,2-51-1218,-2 22 267,-1-23-196,2 1 0,8 57 0,-6-92-766,0 0-1,1-1 1,1 1 0,0-1-1,0 0 1,1 0-1,1 0 1,0 0 0,0-1-1,1 0 1,1-1 0,17 20-1,-20-26-156,0 1 0,1-1 0,-1 1 0,1-2 1,0 1-1,0-1 0,1 0 0,-1 0 0,1 0 0,7 1 0,-1-1-33,1-1 1,-1-1-1,0 0 0,19-1 1,-24 0-59,0-1-1,1 0 1,-1-1 0,0 0 0,0 0-1,-1-1 1,1 1 0,0-2-1,-1 1 1,1-1 0,-1 0 0,0-1-1,-1 0 1,7-6 0,-1 0-690,-1 0 0,0-1 1,-1-1-1,0 0 0,-1 0 1,9-19-1,9-24-4188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3.4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356 1 4418,'0'0'9340,"-24"1"-8449,-80 7-106,96-7-688,1 1 0,0 0 1,0 0-1,0 0 1,0 1-1,1 0 0,-1 0 1,1 0-1,-1 1 0,1 0 1,0 0-1,1 1 0,-1 0 1,-5 7-1,1-4 59,-1 3 26,1 0-1,0 0 0,0 1 0,1 0 0,1 0 0,0 1 0,0 0 0,2 1 0,-1 0 0,2 0 0,0 0 0,0 1 0,2-1 0,0 1 0,0 0 0,1 0 0,1 0 0,1 0 0,0 0 0,3 23 0,0-28-173,-1-1 0,1 0 0,0 0 1,1 0-1,0 0 0,0-1 0,1 1 0,0-1 0,0 0 0,1 0 0,13 12 0,5 4-46,55 40-1,-52-44 19,-4-2 2,-4-5 16,-1 1 0,0 2 0,28 30 0,-43-42-5,1 0 0,-1 1-1,0 0 1,0-1 0,0 1 0,-1 0 0,1 0 0,-1 1 0,-1-1 0,1 0 0,-1 1 0,0-1 0,0 1 0,0-1 0,-1 1 0,0-1 0,0 1 0,0-1 0,-1 1 0,0-1 0,-2 8 0,1-8 14,0-1 0,0 0 0,-1 1 0,0-1 0,0 0 0,0 0 0,0-1 0,0 1 0,-1-1 0,0 1 1,0-1-1,0 0 0,0 0 0,0-1 0,0 1 0,-1-1 0,0 0 0,1 0 0,-1-1 0,-6 2 0,-5 1 47,-1 0-1,0-1 1,0-1-1,-29 1 1,40-3-38,4 0-10,1 1 1,-1-1-1,1 0 1,-1 0-1,1 0 0,-1 0 1,1 0-1,-1 0 1,1 0-1,-1 0 0,1-1 1,0 1-1,-1-1 1,1 1-1,-1-1 0,1 1 1,0-1-1,-1 0 1,1 0-1,0 1 0,0-1 1,0 0-1,-1 0 1,1 0-1,0 0 0,0-1 1,0 1-1,1 0 1,-3-3-1,1-10-15,1 1 0,0-1 0,1 0 1,0 0-1,4-20 0,-2 19-87,1 0 0,0 1 0,1-1 0,1 1 0,0 0 0,10-19 0,51-77-1025,-51 87 817,-6 9 136,81-113-1971,-81 115 1897,2 0 0,0 1 0,0 0 0,1 1 0,0 0 1,1 1-1,23-13 0,-28 19 230,-1 0 0,1 0-1,-1 1 1,1 0 0,0 0 0,0 1 0,0 0 0,0 0 0,0 1 0,9 1-1,-14-1 67,0 0-1,0 1 0,0 0 0,-1 0 0,1 0 1,0 0-1,0 0 0,-1 0 0,1 1 0,-1-1 0,1 1 1,-1 0-1,0-1 0,1 1 0,-1 0 0,0 1 1,0-1-1,-1 0 0,1 0 0,0 1 0,-1-1 0,1 1 1,-1 0-1,2 4 0,1 6 322,0 0 1,-1 1-1,0-1 0,1 15 1,-4-21-210,8 90 2877,-6 138 1,-3-113-1728,1-118-1321,2 29 248,-2-33-258,0 1 0,0-1 0,1 1 0,-1-1 0,0 1 0,0-1-1,0 1 1,1-1 0,-1 1 0,0-1 0,0 1 0,1-1 0,-1 1 0,0-1-1,1 1 1,-1-1 0,0 0 0,1 1 0,-1-1 0,1 0 0,-1 1-1,1-1 1,-1 0 0,1 0 0,-1 1 0,1-1 0,-1 0 0,1 0-1,-1 0 1,1 0 0,-1 0 0,1 0 0,0 0 0,-1 0 0,1 0-1,-1 0 1,1 0 0,-1 0 0,1 0 0,-1 0 0,1 0 0,-1 0 0,1-1-1,-1 1 1,1 0 0,-1 0 0,1-1 0,-1 1 0,1 0 0,0-1-1,1-1-121,-1 0 0,1 0 0,0 0 0,-1 0 0,1 0-1,-1 0 1,0-1 0,0 1 0,0-1 0,0 1-1,0 0 1,0-1 0,-1 0 0,1 1 0,-1-1 0,0 1-1,0-1 1,0-2 0,1-4-477,3-49-3465,-3-9-2076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3.8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7283,'0'0'13318,"45"-3"-17576,-27 3-2449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4.1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325 1 12198,'0'0'4762,"-35"20"-3844,-113 69-107,140-84-720,-1 1 0,1 0 0,1 0 0,-1 0 0,1 1 0,-6 8 0,11-12-40,0 1-1,0-1 1,0 1 0,1 0-1,-1-1 1,1 1-1,0 0 1,-1 8-1,1-9-22,-1 7-13,1-1 0,-1 1 0,2-1 0,-1 1 0,1-1 0,1 1 1,0-1-1,0 1 0,1-1 0,0 0 0,1 0 0,0 0 0,0 0 0,1 0 0,0 0 0,0-1 0,1 0 0,0 0 0,12 15 1,20 16-59,-12-13 107,40 54 0,-59-71-63,-1 0 1,1 1-1,-1-1 1,-1 1-1,0 0 0,-1 0 1,0 0-1,0 0 1,-1 1-1,2 18 1,-4-22-9,1 8-32,-1 1 0,-2 15 0,1-26 36,0 0 0,0 1 0,0-1 1,-1 0-1,0 0 0,0-1 0,0 1 0,-1 0 1,-4 6-1,-2 0 23,0 0 0,-1-1 1,0 0-1,0-1 0,-1 0 1,0 0-1,-19 9 0,20-12-24,0-1-1,-1 0 1,1-1-1,-1 0 1,0 0-1,0-1 1,-1-1-1,1 0 1,-19 1-1,29-3-44,0 0 0,-1 0 0,1 0 0,0 0 0,-1-1 0,1 1 0,0 0 0,-1 0 0,1-1 0,0 1-1,0-1 1,-1 1 0,1-1 0,0 0 0,0 1 0,0-1 0,0 0 0,0 0 0,0 0 0,0 0 0,0 0 0,0 0 0,0 0 0,0 0 0,1 0-1,-1 0 1,0 0 0,1-1 0,-1 0 0,-1-4-363,1 1 0,1 0-1,-1-1 1,1 1 0,0-11 0,0 7-354,0-49-5464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4.5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69 5891,'0'0'10789,"-1"-11"-9912,-1-2-655,-1-31 1704,5 44-1869,3 12-53,24 151 1057,9 202-1,-25 287 996,-14-450-3848,1-221-189,-1 0-1,-1 1 1,-5-24-1,-14-25-5872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4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0 121 12166,'0'0'8788,"228"-28"-7508,-142 19-672,-3-3-576,-7-4-32,-4 4-1264,-9-4-1185,-12 1-2465,-9 2-4515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5.1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443 100 7780,'0'0'7238,"-4"-6"-6454,2 0-645,-1 1 0,0-1 0,-1 1 0,1 0 0,-1 0 0,0 1-1,0-1 1,-1 1 0,1 0 0,-1 0 0,0 0 0,-8-4 0,3 3 63,0 1 0,0 0 0,0 1 0,0 0 0,-1 1 0,-13-2 0,-66 1 624,65 3-854,21 0 34,1 1 0,-1 0 0,1-1 0,-1 1 0,1 1 0,-1-1 0,1 0 0,0 1 1,-1 0-1,1 0 0,0 0 0,0 0 0,0 0 0,1 1 0,-1-1 0,0 1 0,1 0 0,0-1 0,-3 5 1,-3 4 56,1 1 1,0 0 0,1 1-1,-6 13 1,-3 16 406,2 1 0,2 0 1,1 1-1,-4 55 0,2 180 1800,12-274-2233,0 0 1,0-1 0,0 1 0,0 0-1,1 0 1,0-1 0,0 1-1,0-1 1,1 1 0,0-1-1,2 5 1,-3-7-32,1 0 1,0 0-1,0 0 0,0-1 0,0 1 1,0-1-1,0 1 0,1-1 1,-1 0-1,0 0 0,1 0 0,-1 0 1,1 0-1,-1-1 0,1 1 1,-1-1-1,1 1 0,-1-1 0,1 0 1,3-1-1,1 2-28,0-1 0,0 0 0,0-1 1,0 0-1,0 0 0,0 0 0,-1-1 0,1 0 0,0-1 0,-1 1 1,0-1-1,0 0 0,0-1 0,0 1 0,0-1 0,0 0 1,-1-1-1,0 0 0,0 1 0,6-9 0,2-2-448,0 0 0,0-2 0,-2 0 0,0 0 0,-1-1 0,0 0 0,-2-1-1,0 1 1,-1-2 0,-1 1 0,-1-1 0,-1 0 0,0 0 0,0-31 0,-3-64-1195,-1 79 5189,17 278-916,-10-175-2193,-7-66-409,11 77 352,-9-70-340,0 0 1,1 0-1,-1 0 1,2-1 0,-1 1-1,1-1 1,6 9-1,-9-14-75,1-1 0,-1 1 0,1 0 0,0 0 0,-1 0 0,1-1 0,0 1 0,0-1 0,0 0 0,0 1 0,0-1 0,1 0 0,-1 0 0,0-1 0,0 1 0,1 0 0,-1-1 0,0 1 0,1-1 0,-1 0 0,1 1 0,-1-1 0,0-1 0,1 1 0,-1 0 0,1 0 0,-1-1 0,0 0 0,1 1 0,-1-1 0,0 0 0,3-1 0,1-1-460,0-1 0,0 1 0,0-1 0,0 0 0,-1-1 0,0 1 0,0-1 0,0 0 0,7-10 0,22-36-5104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5.6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1 14807,'0'0'2673,"-7"45"-413,2-19-1908,-8 62 1209,-4 158-1,17 292 2431,0-562-4192,-1-40-495,3-1 0,2 1 0,16-78 0,-9 98-88,1 1 1,2 1-1,27-57 1,-32 81 401,1-1 0,1 1 1,1 0-1,0 1 1,2 1-1,0 0 1,0 1-1,1 0 1,22-15-1,-28 24 424,0 0-1,1 1 1,-1 1-1,1-1 1,0 1 0,0 1-1,1 0 1,-1 1-1,1-1 1,-1 2-1,1 0 1,-1 0-1,16 1 1,-21 1 58,0-1 0,1 1 0,-1 0 0,0 0 0,0 1 0,0 0 0,0 0 0,0 0 0,0 0 0,0 1-1,-1 0 1,1 0 0,-1 0 0,0 0 0,0 1 0,0-1 0,0 1 0,-1 0 0,1 1 0,-1-1 0,4 7 0,3 7 239,-1 0-1,0 0 1,-1 0 0,8 32-1,-7-13 270,0 0-1,-3 1 0,2 41 0,-4 118 842,-4-141-1464,-2-60-2532,-3-8 1131,0 0 0,2 0 0,-1-1 0,1 1 0,1-1 0,1 0 0,-1-20 0,1-23-9595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6.3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504 92 384,'0'0'10584,"1"-8"-8906,1-4-1276,2-26 706,-5 37-1071,1-1 1,0 1-1,0 0 1,-1 0-1,1-1 1,-1 1-1,1 0 1,-1 0-1,0 0 1,1 0-1,-1-1 1,0 1-1,0 0 1,0 0-1,0 1 1,0-1-1,0 0 1,0 0-1,0 0 1,0 1-1,0-1 1,0 0-1,0 1 1,-1-1-1,1 1 1,0 0-1,0-1 1,-2 1-1,-4-2 138,1 1-1,0 0 0,-1 0 0,-9 0 0,-10 1 154,15-1-152,0 1 0,0 0 0,0 0-1,1 2 1,-1-1 0,0 1-1,-18 6 1,13 0 88,0 0-1,1 0 1,0 2-1,0 0 0,-15 14 1,1 2 489,-35 41 0,46-47-241,2 1-1,-20 32 1,30-42-319,0 1-1,0-1 1,1 1 0,1 0-1,0 1 1,1-1-1,-3 14 1,6-21-166,-1-1 0,1 0 0,0 1 0,0-1 0,0 1 0,0-1 0,2 6-1,-2-9-25,1 1-1,0-1 0,-1 1 0,1 0 0,0-1 0,0 1 1,0-1-1,0 1 0,0-1 0,0 0 0,1 0 0,-1 1 0,0-1 1,1 0-1,-1 0 0,1 0 0,-1 0 0,1-1 0,-1 1 0,1 0 1,3 0-1,13 3-79,0-1 1,0-1-1,0-1 1,31-1-1,-24 0-64,233-7-2621,-250 7 2699,0 0-1,-1 1 1,1 0 0,-1 0 0,1 0 0,-1 1 0,0 0 0,1 0 0,-1 1 0,0 0 0,10 6 0,-11-5 54,-1 1 0,0-1 0,-1 1 1,1 0-1,-1 0 0,1 0 1,-2 0-1,1 1 0,-1 0 0,1-1 1,-1 1-1,-1 1 0,3 8 0,0 1 216,0 0-1,-2 0 1,0 0-1,-1 0 1,0 1-1,-1-1 1,-1 1-1,-1-1 0,0 1 1,-2-1-1,1 0 1,-2 0-1,0 0 1,-1 0-1,-1-1 1,0 1-1,-1-1 1,-10 16-1,-3-3 320,-44 49 0,54-66-428,-1 0 1,-1-2-1,1 1 1,-1-2-1,-1 1 1,-26 12-1,34-19-70,0 0 0,0-1 0,0 0 0,-1 0-1,1 0 1,0 0 0,-1-1 0,-10 0-1,15 0-25,1 0 0,-1 0 0,0 0 0,0 0-1,1-1 1,-1 1 0,0 0 0,0 0 0,1 0-1,-1-1 1,0 1 0,1 0 0,-1-1 0,0 1-1,1-1 1,-1 1 0,0-1 0,1 1 0,-1-1-1,1 1 1,-1-1 0,1 1 0,-1-1 0,1 0-1,-1-1 1,-2-8-37,0 0 0,1-1 1,0 0-1,1 1 0,0-1 0,0 0 0,2-15 0,0 12-20,-1-17-185,1 0-1,2 0 1,1 0-1,1 0 1,2 1-1,1 0 1,2 1-1,23-51 1,-16 46-356,1 0 1,2 2-1,1 0 0,33-38 1,-44 59 382,0 0 1,1 1 0,0 0-1,1 0 1,0 1 0,0 1-1,1 0 1,0 1 0,0 0-1,1 1 1,0 0 0,0 1-1,0 1 1,16-3 0,-26 6 276,0 0-1,0 1 1,0-1 0,0 1 0,0 0 0,0 0 0,0 0-1,0 1 1,0-1 0,-1 1 0,1 0 0,0 0-1,0 0 1,-1 1 0,1-1 0,0 1 0,-1 0 0,0 0-1,1 0 1,-1 1 0,0-1 0,0 1 0,0 0-1,0 0 1,-1 0 0,1 0 0,-1 0 0,0 0 0,0 1-1,0-1 1,0 1 0,-1-1 0,1 1 0,0 4-1,3 8 364,0 1 0,-1 0 0,-1 1-1,1 27 1,-4 75 1553,-2-53-1272,2-56-572,0-4-557,0-20-10325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06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0 18649,'0'0'7059,"-52"31"-8996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12.0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460 121 10757,'0'0'6325,"-22"-18"-6122,-91-78 285,110 94-442,0 1 0,0 0 0,0 0 0,0 1 0,0-1 0,0 1-1,0-1 1,0 1 0,0 0 0,0 0 0,-1 0 0,-5 2-1,-5-1 2,-3-2-27,0 2-1,-1 0 1,-21 5 0,32-5-20,0 2 0,0-1 1,1 1-1,-1 0 1,0 0-1,1 1 0,0-1 1,0 2-1,0-1 1,-8 8-1,5-2 18,0-1 0,1 1 0,1 1 0,0-1 0,0 1 0,1 1 0,0-1 0,1 1 0,1 0 0,-1 0 0,2 0 0,-4 22 0,1 10 164,2 1 0,3 56 0,1-76-124,0 49 394,3 0 0,3 0 0,30 139 1,-33-205-422,50 167 861,-46-157-752,0 0 1,2-1 0,0 0 0,0-1-1,2 0 1,0-1 0,18 20 0,-27-32-133,1 0 1,1-1-1,-1 1 1,0-1 0,1 1-1,-1-1 1,1 0-1,0 0 1,-1 0 0,1-1-1,0 1 1,0-1-1,0 0 1,0 0 0,0-1-1,1 1 1,4-1-1,-8 0-27,0 0-1,0 0 0,0 0 0,-1 0 0,1 0 0,0-1 1,0 1-1,0 0 0,-1 0 0,1-1 0,0 1 1,0 0-1,-1-1 0,1 1 0,0-1 0,-1 1 1,1-1-1,-1 0 0,1 1 0,0-1 0,-1 1 0,0-1 1,1 0-1,-1 1 0,1-1 0,-1 0 0,1-1 1,3-24-670,-3 20 436,1-80-3699,-2 56 1717,0-32-3442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12.5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1 337 10613,'0'0'1926,"7"-26"-816,-2 8-967,-3 6-82,1 0-1,0 0 1,1 0 0,0 1-1,1 0 1,0 0 0,1 0-1,0 1 1,1-1 0,0 1-1,1 1 1,0 0 0,17-16-1,-1 7-44,0 1 0,1 1-1,36-16 1,-43 24-22,-1 1 0,1 1 0,1 0 0,-1 2 1,1 0-1,26-2 0,-20 5 41,0 0 1,33 3-1,-50-1-3,1 1-1,-1 0 1,0 0 0,0 0-1,0 1 1,0 0-1,0 1 1,0 0-1,-1 0 1,10 7-1,-8-5 96,-1 1 1,1 0-1,-2 1 0,1-1 0,-1 1 1,0 1-1,-1-1 0,0 1 0,0 0 1,-1 1-1,0-1 0,0 1 0,-1 0 0,-1 0 1,4 17-1,-4-10 267,-2 0 0,0 0 0,-1 0 0,-1 0 0,-5 32 0,4-38-211,-1 0 0,0 0 0,-1-1 0,0 1 0,-1-1 0,0 0 0,0 0 0,-1 0 0,-13 14 0,4-6-15,-1-1 0,-1-1 0,-1-1 0,0 0 0,-1-1 0,-1-1 0,-22 11 0,25-16-162,0-1 1,0 0-1,0-1 1,-1-1-1,0-1 1,0-1-1,-1 0 0,1-1 1,-26-1-1,40-1-76,0 0 0,-1 0-1,1 0 1,0-1 0,0 0-1,0 0 1,0 0 0,0 0-1,0-1 1,0 0 0,1 1-1,-1-1 1,0-1 0,1 1-1,0 0 1,-1-1 0,1 0-1,0 0 1,0 0 0,1 0-1,-1 0 1,1 0 0,-1-1-1,1 1 1,0-1 0,0 0-1,1 0 1,-1 0 0,1 0-1,0 0 1,0 0 0,-1-7-1,0 1-337,1 1-1,0-1 0,0 1 0,2-14 1,-1 21 345,0 0 1,0-1-1,0 1 1,1 0 0,-1 0-1,1 0 1,0 0-1,-1-1 1,1 1-1,0 0 1,0 0 0,0 0-1,1 1 1,-1-1-1,0 0 1,1 0-1,-1 1 1,1-1 0,-1 1-1,1-1 1,0 1-1,0 0 1,0-1-1,3 0 1,2-1 49,0 1 0,0 0 0,1 1 0,-1 0-1,1 0 1,-1 0 0,1 1 0,-1 0 0,0 1 0,1 0 0,7 1-1,-4 1-1,0 0 0,0 1 0,0 0 0,-1 1 0,1 0 0,14 11 0,-3 0 115,-1 1 0,-1 1 0,0 1-1,-2 0 1,23 31 0,-24-26 208,-1 1 0,0 1 0,-2 0 0,-1 1 0,-1 0 0,7 30 0,36 173 2513,-43-164-1971,-9-56-767,-3-30-1281,1 6 520,-1-39-2289,0-11-1659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12.9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1 518 11317,'0'0'7983,"22"2"-7506,74 4-151,-89-5-317,0-1 1,0 0-1,0 0 1,0 0 0,0-1-1,0 0 1,0-1 0,-1 1-1,1-1 1,0-1 0,-1 1-1,1-1 1,-1 0 0,0-1-1,0 1 1,0-1 0,7-7-1,-5 2-168,1-1-1,-2-1 1,1 1-1,-1-1 1,-1-1 0,0 1-1,5-15 1,-4 6-556,-1 0 0,0-1 0,-1 0 0,-2 0 0,0 0 0,-1 0 0,-2-40 0,0 53 672,-1 1 0,0-1 0,-1 1 1,1-1-1,-1 1 0,-1 0 0,1 0 0,-1 0 1,0 0-1,-1 0 0,0 0 0,-8-9 1,6 8 131,0 0 1,-1 1-1,0 0 1,0 1-1,-1-1 1,0 2-1,0-1 1,0 1-1,-12-6 1,17 10-12,0 0 1,1-1 0,-1 1 0,0 1 0,0-1 0,0 0 0,0 1-1,0-1 1,0 1 0,-4 0 0,6 0-26,0 1 0,-1-1 0,1 1 0,-1-1 0,1 1 0,0-1-1,0 1 1,-1 0 0,1 0 0,0 0 0,0-1 0,0 1 0,0 0 0,0 0 0,0 0 0,0 1 0,0-1 0,0 0 0,1 0 0,-1 0 0,0 1 0,1-1-1,-1 0 1,1 1 0,-1 2 0,-4 14 393,1 1 0,0 0-1,-1 31 1,4 66 1151,1-68-972,0 7 499,15 106 0,-12-141-901,2 0 0,0 0 0,1 0 0,1-1 0,1 0 0,0-1 0,1 1 0,19 25 0,-24-38-198,0 0 0,1 0 0,0-1 0,0 0 0,0 0 0,0 0 0,1 0 0,0-1 1,0 0-1,0 0 0,0-1 0,0 0 0,1 0 0,0 0 0,0-1 0,-1 0 0,1 0 0,1-1 0,-1 0 0,0 0 0,0-1 0,13 0 0,-13-1-38,0 0-1,0 0 1,0-1-1,0 0 1,-1 0-1,1-1 1,-1 0-1,1 0 1,-1-1-1,0 1 1,0-1-1,-1 0 1,1-1-1,-1 0 1,0 0-1,0 0 1,0 0-1,5-9 1,8-11-781,-1-2 0,24-51 0,-39 74 636,28-67-3233,-14 10-1883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13.5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224 13 8116,'0'0'9204,"-10"-2"-8281,-2-1-599,1 0 0,-23-1 0,29 4-242,0-1 1,-1 2-1,1-1 1,0 1-1,-1 0 0,1 0 1,0 0-1,0 1 1,-1-1-1,1 1 1,-5 4-1,3-2-1,1 0 1,-1 1-1,1 0 1,0 0-1,1 1 0,-1-1 1,1 1-1,0 1 1,1-1-1,-1 1 1,1-1-1,1 1 0,-1 1 1,-3 11-1,5-13-85,0 1 0,0 0-1,1-1 1,0 1-1,1 0 1,-1 0-1,1 0 1,0-1 0,1 1-1,0 0 1,0 0-1,1-1 1,-1 1-1,1-1 1,1 1 0,-1-1-1,7 12 1,6 2-102,0 0 0,2-1 0,25 23 0,21 24 60,-53-53 78,1 0 1,-2 0-1,1 1 0,-2 0 0,0 1 0,-1 0 1,0 0-1,-1 0 0,-1 1 0,-1 0 0,0 0 1,-1 0-1,0 1 0,0 29 0,-3-35 31,0-1-1,-1 1 1,0-1 0,0 1-1,-1-1 1,-1 1 0,1-1-1,-6 11 1,6-17-48,-1 0 0,1 0 0,-1 0 0,0 0 0,0 0 0,0-1 0,0 1 0,-1-1 0,0 0-1,1 0 1,-1 0 0,0-1 0,0 1 0,-1-1 0,1 0 0,0 0 0,-1-1 0,1 1 0,-1-1 0,-5 1 0,4 0-7,-1-1-1,1 0 1,-1-1 0,1 1 0,-1-1 0,0 0 0,1-1-1,-10-1 1,13 1-19,0 0-1,0 0 1,0 0 0,0-1-1,0 1 1,0-1-1,0 0 1,0 0-1,1 0 1,-1 0 0,1 0-1,-1 0 1,1-1-1,0 1 1,0-1-1,0 0 1,0 0 0,-2-4-1,0-4-92,-1 0 1,1-1-1,1 1 0,0-1 1,1 0-1,-2-21 0,3-80-898,2 95 820,-1 4 118,1 0 0,1 0 0,0 0 0,1 0 0,0 0 0,1 0 0,1 1 0,0 0 0,1 0 0,0 0 0,1 0 0,1 1 0,15-19-1,-13 18 47,0 1 0,1 1 0,0 0 0,0 0 0,2 1 0,17-12 0,-21 17-13,0 0 0,0 1 0,1 0 0,0 1 0,-1 0 0,1 0 0,0 1 0,0 0 0,0 1 1,17 0-1,-17 1 12,-4-1 46,1 1-1,-1 1 1,1-1-1,-1 1 1,11 2-1,-14-2 12,-1 1 0,1-1 0,-1 1 0,1-1 0,-1 1 0,0 0 1,0-1-1,1 1 0,-1 0 0,-1 1 0,1-1 0,0 0 0,0 0 0,-1 1 0,2 3 0,4 9 270,0-1 1,-1 1-1,-1 1 0,-1-1 0,0 1 1,0 0-1,0 16 0,1 115 1834,-5-116-1817,7 26-1096,-8-62-3641,-5-27-535,-12-17-3835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13.9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16824,'0'0'5346,"38"0"-17287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14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280 0 13686,'0'0'6926,"-29"26"-6438,-89 83-178,114-104-296,0-1-1,0 1 1,1-1 0,0 1-1,-4 7 1,3 8 35,4-15-42,1 0 1,-1 0-1,1 0 1,0 0 0,1 0-1,-1-1 1,1 1 0,0 0-1,0-1 1,0 0 0,1 1-1,3 4 1,5 5 52,1 0 0,15 13 0,9 11 269,-24-26-228,-2 2-1,1-1 1,-2 1 0,0 1 0,0 0 0,-2 0-1,0 0 1,0 1 0,-2 0 0,0 0 0,-1 1 0,0 0-1,1 23 1,-4-32-97,-1 0 1,0 0-1,0 1 0,-1-1 1,0 0-1,-4 16 0,3-21-3,1 0 0,-1 0 0,0 0 0,1 0 0,-1 0 0,-1-1 0,1 1-1,0 0 1,-1-1 0,1 0 0,-1 1 0,0-1 0,0 0 0,0-1 0,0 1 0,0 0-1,0-1 1,0 0 0,-4 2 0,-8 0-193,0 0-1,0 0 1,0-2-1,0 0 1,-28-1-1,19 0-301,19 0 221,1 0 0,-1 0 0,1-1 0,-1 1-1,1-1 1,0 0 0,-1 0 0,1 0-1,0-1 1,0 1 0,0-1 0,0 0 0,0 0-1,0-1 1,0 1 0,1-1 0,-1 0 0,1 0-1,0 0 1,0 0 0,0 0 0,0-1 0,1 1-1,-1-1 1,1 0 0,-4-8 0,-6-27-5346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14.6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0 400,'0'0'15783,"3"2"-15484,-1 0-263,0-1-1,0 1 0,0-1 1,-1 1-1,1-1 0,0 1 1,-1 0-1,1 0 1,-1 0-1,0 0 0,0 0 1,2 3-1,9 33 302,-11-34-293,102 533 4928,-44 5-2216,-57-516-2727,2 0-1,11 45 1,-15-70-39,0 1 0,1 0 0,0-1 0,-1 1 0,1-1 0,0 1 0,0-1 0,0 1 1,0-1-1,0 0 0,0 1 0,0-1 0,1 1 0,-1-2 1,-1 0 1,0 0-1,0 1 1,0-1-1,0 0 1,1 0-1,-1 0 1,0 0-1,0 0 1,0 0-1,0 0 0,1 0 1,-1 0-1,0-1 1,0 1-1,0 0 1,0 0-1,1 0 1,-1 0-1,0 0 1,0 0-1,0 0 1,0 0-1,1 0 0,-1 0 1,0-1-1,0 1 1,0 0-1,0 0 1,0 0-1,0 0 1,0 0-1,1-1 1,-1 1-1,0 0 1,0 0-1,0 0 0,0 0 1,0-1-1,2-17-647,-2-194-8404,-3 133 2316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14.9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 14359,'0'0'6485,"36"-1"-5746,118-7-515,-4-13-348,-118 15-422,56-4 0,-74 10 354,-8-1 38,0 1 0,0 0 0,0 0 0,10 2 0,-14-2 132,0 1-1,0 0 0,-1-1 0,1 1 1,0 0-1,0 0 0,-1 0 1,1 0-1,-1 0 0,1 0 1,-1 1-1,1-1 0,-1 1 1,0-1-1,0 0 0,1 1 0,-1 0 1,1 3-1,5 12 171,-1 1 0,-1 0 0,0 1 0,-2-1 0,0 1-1,0 27 1,0-12 287,4 39 460,-4-25-227,2 0 1,3-1 0,15 57 0,-20-95-591,0 0 1,1 0-1,-1-1 1,2 1-1,-1-1 1,8 10-1,-10-15-77,1-1-1,-1 1 0,1-1 0,-1 1 1,1-1-1,0 0 0,0 0 0,0 0 1,0-1-1,0 1 0,1-1 1,-1 1-1,0-1 0,1 0 0,-1 0 1,1-1-1,-1 1 0,1-1 0,4 0 1,-5 0-5,0 0 1,0 0 0,-1-1-1,1 1 1,0-1 0,-1 0-1,1 0 1,-1 0 0,1 0-1,-1 0 1,1-1 0,-1 1-1,0-1 1,3-2 0,0 0-32,0-1 0,-1 0 0,0 0 0,0 0 0,6-10 0,1-7-274,0 0-1,9-32 1,-16 42 120,6-21-636,-1-1-1,-2 0 0,-1 0 1,-2-1-1,-1 1 1,-3-62-1,0 89 806,0 0 0,-1 0 0,1 0 0,-2 0 0,1 0 0,-1 0 0,0 0 0,0 0 0,-1 1 0,0-1 0,0 1 0,0 0 0,-1 0 0,0 0-1,0 0 1,-1 1 0,1-1 0,-1 1 0,-1 0 0,1 1 0,0-1 0,-1 1 0,0 0 0,-11-5 0,8 5 270,0 0-1,-1 1 1,1 0 0,-1 0-1,0 1 1,0 0 0,1 1-1,-1 0 1,0 1 0,0 0-1,0 0 1,0 1 0,0 1-1,0-1 1,0 2 0,1-1-1,-1 1 1,1 1 0,0-1-1,0 2 1,0-1 0,0 1-1,-8 7 1,-69 54 198,85-65-558,-1 0-1,1 0 0,0 0 1,-1 0-1,0 0 0,1-1 1,-1 1-1,1-1 1,-1 1-1,0-1 0,1 0 1,-4 1-1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15.3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13222,'0'0'8484,"11"35"-7620,0-3-607,14 45 611,17 85 0,-21-13 322,-3-23-331,-12-108-688,-6-18-171,0 0 1,0 0-1,0 0 0,0 0 1,0 0-1,0 0 1,0-1-1,0 1 0,0 0 1,0 0-1,0 0 0,0 0 1,0 0-1,0 0 1,0 0-1,0 0 0,0 0 1,0 0-1,0 0 0,0 0 1,0 0-1,1-1 1,-1 1-1,0 0 0,0 0 1,0 0-1,0 0 0,0 0 1,0 0-1,0 0 0,0 0 1,0 0-1,1 0 1,-1 0-1,0 0 0,0 0 1,0 0-1,0 0 0,0 0 1,0 0-1,0 0 1,0 0-1,0 0 0,0 0 1,1 0-1,-1 0 0,0 0 1,0 1-1,0-1 1,2-32-575,-2-50 0,-1 25-61,1-236-2787,-1 289 3398,1 1-1,0-1 1,1 1 0,-1-1 0,0 1 0,1 0 0,0-1 0,0 1 0,0 0 0,0 0 0,1-1 0,-1 1 0,3-4 0,-2 5 50,0 0-1,0 0 1,1 1-1,-1-1 1,0 1 0,1-1-1,-1 1 1,1 0-1,-1 0 1,1 0 0,0 0-1,-1 0 1,1 0-1,0 1 1,0 0 0,5-1-1,0 0 92,0 0 1,0 1-1,0 0 0,0 0 0,1 1 1,-1 0-1,0 0 0,-1 1 0,1 0 0,0 1 1,0 0-1,-1 0 0,1 0 0,7 5 0,18 16 154,-25-17-263,1 0 1,0 0-1,1-1 0,0-1 0,0 1 0,0-2 0,0 1 0,1-1 0,13 3 1,-22-7-77,-1 0-37,0 1 0,-1-1 0,1 0 0,0 0 0,0 1 0,0-1 0,0 0 0,0 0 0,0 0 0,0 0 0,0 0 0,0-1 0,0 1 0,0 0 0,0 0 0,0-1 0,0 1 1,0 0-1,0-1 0,0 1 0,0-1 0,0 1 0,-1-1 0,1 1 0,0-1 0,0 0 0,-1 1 0,1-1 0,0 0 0,0-1 0,1-22-4772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2:15.7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23051,'0'0'3665,"41"0"-4481,-41 22-4483,-14 0 1730,-6 3-2578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5:02.4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17208,'0'0'3586,"31"0"-5219,-24 0-688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19.3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11 312 11029,'0'0'7580,"-2"-6"-7218,-1-2-285,2 5-21,0-1 0,0 1 0,0 0 0,0 0 0,1-1 1,-1 1-1,1-6 0,0 8 23,0 0 1,0 0-1,0 0 1,1 0-1,-1 0 1,0 0-1,0 0 1,1 1-1,-1-1 1,0 0-1,1 0 1,-1 0-1,1 0 0,-1 1 1,1-1-1,0 0 1,-1 0-1,1 1 1,0-1-1,-1 1 1,2-2-1,1 0 395,-2 1-204,0 0-263,0 1 0,0 0 1,0-1-1,0 1 0,0-1 1,0 1-1,1 0 0,-1 0 1,0 0-1,0 0 0,0-1 1,0 2-1,1-1 0,-1 0 1,0 0-1,0 0 0,0 0 1,0 1-1,0-1 0,0 0 1,0 1-1,0-1 0,2 2 1,2 3-18,-1 0 0,0 1 0,0-1 0,0 1 0,-1 0 0,0 0 0,0 0 1,3 10-1,1-1 11,86 250 223,-20 12 481,-58-217-532,12 50 106,33 127 277,18-9-156,-71-211-369,0-1 0,1 0 0,1 0 0,0-1 0,15 18 0,-20-28-12,1-1 1,-1 1 0,1-1 0,0 0 0,0-1 0,0 1 0,1-1 0,-1 0 0,1-1 0,-1 1 0,1-1 0,0 0-1,0 0 1,0-1 0,0 0 0,1 0 0,10 0 0,-12-1-11,-1 0 0,1 0 0,-1 0 0,1-1 0,0 0 0,-1 0 0,1 0 0,-1 0 0,1-1-1,-1 0 1,0 1 0,0-2 0,0 1 0,7-5 0,-3-1 10,1 0-1,-2-1 1,1 0-1,12-20 1,11-22-69,-2-1-1,-3-2 1,-1-1 0,-3 0-1,-3-2 1,16-74 0,44-364-1294,-70 420 1175,57-378-47,-54 407 697,-9 38-972,0-1 0,-1 0 0,2-16 0,-4 54-3012,0 20-1905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19.7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66 9620,'0'0'6051,"0"34"-4682,1 115-94,-1-132-1004,1 0 0,1 0-1,0 0 1,1-1 0,0 1 0,1-1 0,2 1-1,-1-2 1,2 1 0,0-1 0,18 29 0,-22-38-225,0 0 1,1-1-1,0 1 1,0-1-1,0 0 1,1 0 0,-1-1-1,1 1 1,0-1-1,1 0 1,-1-1 0,1 1-1,-1-1 1,1 0-1,0 0 1,0-1-1,0 0 1,1 0 0,-1 0-1,1-1 1,-1 0-1,1 0 1,-1 0 0,1-1-1,8-1 1,-10 1-39,-1-1 0,0 0 0,1 0 0,-1-1 0,0 1 1,0-1-1,0 0 0,0 0 0,0 0 0,-1 0 0,1-1 0,0 1 0,-1-1 1,0 0-1,0 0 0,5-6 0,2-4-29,-1-1 0,0 0 0,7-16 0,-15 28 15,7-14-196,-1-1 0,-1 1 0,0-2 0,-2 1 0,0 0 0,0-1 0,-2 0 0,0 0 0,-2-26 0,0 36 146,0 1 0,-1-1 0,1 1 0,-2 0 0,1-1 0,-1 1 0,0 0 0,-1 0 0,0 0 0,0 1 0,-4-8 0,0 5 72,1 0-1,-2 0 1,0 1 0,0 0-1,0 0 1,-14-9-1,11 7 95,-1 1 0,0 1 0,0 0 0,-1 1 0,0 0 0,-1 1 0,1 0 0,-1 1 0,0 1 0,-1 0 0,1 1 0,-1 1 0,-21-2 0,29 4-32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0.2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1 245 9556,'0'0'4008,"0"-29"-3232,2-89-413,-2 113-291,0 0 0,1 1 1,-1-1-1,1 0 0,1 0 0,-1 1 1,0-1-1,1 0 0,0 1 1,0-1-1,3-3 0,-4 6 79,0 1 0,0-1 0,0 1 1,0-1-1,-1 0 0,1 1 0,0-1 0,-1 0 0,0 0 0,1 1 0,-1-1 0,0 0 0,0-2 0,2-7 2604,1 13-2161,3 22-800,52 993 2519,-57-972-2203,10 219 325,-10-249-413,7 44 72,-7-54-88,0 0 1,1 0 0,-1 0-1,1-1 1,0 1 0,0-1-1,1 0 1,4 8 0,-6-11-10,-1 0 1,1-1 0,0 1 0,0 0 0,-1 0 0,1 0 0,0 0 0,0-1-1,0 1 1,0 0 0,0-1 0,0 1 0,0-1 0,0 1 0,0-1 0,0 1 0,1-1-1,-1 0 1,0 0 0,0 1 0,0-1 0,0 0 0,0 0 0,1 0 0,-1 0-1,0-1 1,0 1 0,0 0 0,0 0 0,0-1 0,1 1 0,-1 0 0,0-1-1,0 1 1,0-1 0,0 0 0,0 1 0,1-2 0,2-3-44,-1-1 0,0 1 0,0 0 0,0-1 0,0 0 0,-1 0 0,2-7 0,11-53-731,-7 17-2044,2-95 0,-9 50-2085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0.5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12214,'0'0'5066,"6"30"-4506,0-1-395,8 34 474,7 90 0,-8 321 2656,3 41-1870,-14-494-1400,0 0 1,2-1-1,8 32 0,-11-49-37,-1-2 5,0 0-1,1 0 1,-1-1-1,0 1 1,0 0-1,1 0 1,-1 0 0,0 0-1,1 0 1,-1-1-1,1 1 1,-1 0-1,1 0 1,-1-1-1,1 1 1,0 0-1,-1-1 1,1 1 0,0 0-1,-1-1 1,1 1-1,0-1 1,0 1-1,0-1 1,-1 0-1,3 1 1,-3-1-10,0 0 0,0 0 1,1 0-1,-1 0 0,0 0 0,0 0 0,0 0 1,0 0-1,1 0 0,-1 0 0,0 0 0,0-1 1,0 1-1,0 0 0,0 0 0,1 0 0,-1 0 1,0 0-1,0 0 0,0 0 0,0-1 0,0 1 1,0 0-1,0 0 0,0 0 0,1 0 0,-1-1 1,0 1-1,0 0 0,0 0 0,0 0 0,0 0 1,0-1-1,0 1 0,0 0 0,0 0 0,0 0 1,0 0-1,0-1 0,0 1 0,0 0 0,0 0 1,-1-1-1,4-46-3946,-6-61 0,3 94 2839,-6-65-6463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0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69 16520,'0'0'7267,"207"-13"-7171,-145-2-96,7-1-592,-7 1-1585,-7 8-2978,-14 4-8947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1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6563,'0'0'11845,"59"9"-11172,-11-6-481,4-3-192,3 0-576,-7-12-2210,-3-16-4225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1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0 111 1217,'0'0'12240,"0"12"-11469,23 265 3958,-5-101-2220,7 150 1127,-25-319-3533,0-6-82,0 0 1,0 1-1,0-1 1,0 0-1,0 1 0,0-1 1,0 0-1,1 0 1,-1 1-1,0-1 1,1 0-1,-1 0 0,1 0 1,-1 1-1,1-1 1,0 0-1,1 2 0,-2-4-15,1 1 0,0-1-1,-1 0 1,1 1 0,-1-1-1,1 0 1,-1 0 0,1 1-1,-1-1 1,1 0 0,-1 0-1,0 0 1,1 1 0,-1-1-1,0 0 1,0 0 0,0 0 0,0 0-1,0 0 1,0 0 0,0 1-1,0-1 1,0-1 0,0-1-1,16-351-3412,-14 220 926,-1 97 1405,10-64 0,-8 86 996,0 0 1,1 0 0,1 1-1,0-1 1,1 1-1,15-25 1,-19 36 163,0 0 1,0 1-1,0-1 1,0 0-1,0 1 0,1-1 1,0 1-1,-1 0 1,1 0-1,0 0 1,0 0-1,0 1 1,0-1-1,0 1 0,0 0 1,1 0-1,-1 0 1,6-1-1,-6 2 4,0 0 1,0 0-1,0 0 1,0 1-1,0-1 0,0 1 1,0 0-1,0 0 0,-1 0 1,1 0-1,0 0 0,0 1 1,-1-1-1,1 1 0,-1-1 1,0 1-1,1 0 0,-1 0 1,0 0-1,0 1 0,0-1 1,2 4-1,9 16 289,-2 0 0,0 0 0,-2 1 0,0 0 0,6 29 1,6 36 1185,17 181 0,-19-112-528,-17-144-968,-2-6-41,1 0 0,0 0 0,0-1-1,1 1 1,0 0 0,0-1 0,0 1-1,5 7 1,-4-19 119,-3-11-74,1-63-875,16-116-1,-10 152 304,2 1 0,2-1 0,2 1 0,25-55 0,-20 60 23,1 1-1,2 1 0,28-37 0,-34 53 356,0 1-1,1 0 1,1 2-1,1 0 1,0 1-1,34-22 1,-44 32 115,-1 1 1,1 1-1,0-1 1,0 2-1,1-1 1,-1 1-1,14-2 1,-19 3 23,1 1 1,-1 0 0,1 0 0,-1 0 0,1 0-1,-1 1 1,1-1 0,-1 1 0,1 0 0,-1 0-1,0 0 1,0 0 0,1 1 0,-1-1-1,0 1 1,0 0 0,-1 0 0,1 0 0,0 0-1,0 1 1,3 3 0,-1 2 68,0 0 0,-1 0 0,1 0 0,-2 0 0,1 1 0,-1-1 0,2 11 0,1 6 304,4 39 1,-2 210 1484,-9-184-1304,-15 122 676,12-177-1187,0 14-91,4-47-256,-1-9-676,-2-109-6189,3 90 4339,0-33-7068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2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1 691 18168,'0'0'4792,"31"-17"-4368,-2 2-358,6-4-18,0 0-1,-2-2 1,0-2 0,33-29-1,-39 27-112,0-1 1,-2-1-1,36-49 0,-52 63-114,-1-1 1,0 0-1,-1 0 1,-1 0 0,0-1-1,-1 0 1,0 0-1,-1-1 1,-1 1-1,-1-1 1,2-17-1,-4 26 134,0 0 0,0 0 0,-1 1 0,0-1 0,0 0 0,0 1 0,-1-1 0,0 1 0,0-1 0,-1 1 0,0 0 0,0 0 0,0 0 0,-1 0 0,1 0 0,-2 1 0,1 0-1,0 0 1,-1 0 0,0 0 0,0 1 0,-1 0 0,1 0 0,-7-3 0,5 3 108,0 0 1,-1 0-1,1 1 0,-1 0 0,0 0 0,1 1 0,-1 0 0,-1 1 0,1-1 1,-11 1-1,15 1-17,0 0 0,0 0 0,0 1 0,-1-1 0,1 1 0,0 0 0,0 0 0,0 1 0,0-1 0,0 1 0,1 0 0,-1 0 0,0 0 0,1 0 0,0 1 0,-1-1 0,1 1 1,0 0-1,0 0 0,0 0 0,-4 7 0,-2 6 110,1 1 0,0 0-1,2 1 1,0-1 0,0 1 0,2 1 0,0-1 0,-1 20 0,-2 156 971,7-170-971,0-19-131,-1 32 316,2 1 1,12 73 0,-11-100-277,2 1 1,-1-1-1,1 0 1,1 0-1,0 0 1,0 0-1,1-1 1,0 0-1,1 0 1,0-1-1,1 0 1,0 0-1,13 11 0,-12-13-66,0-1 0,1 0 0,-1-1 0,1 0 0,0 0-1,0-1 1,1-1 0,-1 1 0,1-2 0,0 1 0,0-2-1,0 1 1,0-2 0,0 1 0,0-1 0,0-1 0,0 0-1,-1-1 1,1 0 0,0 0 0,0-1 0,-1-1-1,0 0 1,12-6 0,-4 0-310,-1 0-1,-1-2 1,1 0 0,-2-1-1,0 0 1,-1-1 0,17-21-1,-20 21-460,0 0 0,-2-1-1,0-1 1,0 1 0,-1-1-1,-1-1 1,-1 1 0,8-33-1,-3-50-4781,-11 98 5503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2.6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54 4466,'0'0'14948,"0"-12"-14254,0-5-498,-1-8 34,3 47 150,28 270 2047,-8 157-678,1 5-547,-23-448-1193,1 22 36,2 1 0,1 0 0,12 47 0,-13-66-47,-3-8-4,0 0 0,1 0 0,-1-1 0,0 1 0,1 0 0,0 0 0,-1-1 0,1 1 0,0 0 0,0-1 0,0 1 0,0-1 0,0 1 0,0-1 0,1 0 0,-1 1 0,0-1 0,1 0 0,-1 0 0,3 2 0,-4-3-7,0 0 1,1 0-1,-1 0 0,0 0 0,0 0 0,1 0 0,-1 0 0,0 0 0,1-1 0,-1 1 0,0 0 0,0 0 0,0 0 0,1 0 0,-1 0 0,0 0 0,0 0 1,1-1-1,-1 1 0,0 0 0,0 0 0,0 0 0,1 0 0,-1-1 0,0 1 0,0 0 0,0 0 0,0 0 0,0-1 0,1 1 0,-1 0 0,0 0 0,0-1 1,0 1-1,0 0 0,0 0 0,0-1 0,0 1 0,0 0 0,0-1 0,0 1 0,0 0 0,0-1 0,0-18-380,0 13 171,1-27-684,0 6-820,-1 0 1,-2 0 0,0 0 0,-10-41-1,-18-12-5801,30 80 7470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2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17048,'0'0'7875,"225"28"-7875,-153-28-224,4-15-1072,-7-10-1906,-7 0-3985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3.2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1 714 12502,'0'0'9113,"15"-20"-8726,108-140-219,-97 124-586,-2-1 0,30-59 0,-45 77 215,-1-1 1,-1 0-1,0 0 0,-2-1 0,0 1 1,-1-1-1,1-28 0,-4 33-43,0 3 30,-1 0 0,-2-18-1,2 27 205,-1 0 0,0 0 0,0 0 0,0 1 0,0-1 0,-1 0 0,0 1 0,1-1 0,-1 1 0,-1 0 0,1-1 0,-4-3 0,1 2 35,0 0 0,-1 1 0,1-1 0,-1 1 0,0 0 0,0 1 0,-1-1 0,1 1 0,-1 1 0,1-1 0,-1 1 1,0 0-1,0 1 0,0-1 0,0 1 0,0 1 0,0-1 0,-1 1 0,1 1 0,0-1 0,-7 3 0,11-3 3,1 1 1,-1 0-1,1 1 0,-1-1 1,1 0-1,0 1 0,0-1 0,0 1 1,0 0-1,0-1 0,0 1 1,0 0-1,0 0 0,1 1 1,-1-1-1,0 3 0,-3 4 108,1 0 0,-6 19-1,9-25-106,-8 27 225,2 1 0,1 0 0,-2 31 1,0 99 896,8-145-1015,-2 33 231,0 8 387,7 83 0,-4-125-630,1 0 1,1 1-1,0-1 0,1 0 0,1-1 0,0 1 0,1-1 0,1 0 0,0 0 0,12 16 0,-14-24-96,1 0 1,-1 0-1,1 0 1,0-1-1,1 0 1,-1 0-1,1-1 0,0 1 1,0-2-1,0 1 1,1-1-1,-1 0 1,1 0-1,0-1 1,0 0-1,14 1 1,-12-2-37,0 0 0,0-2 0,1 1 0,-1-1 0,0 0 1,0-1-1,0 0 0,0-1 0,0 0 0,0-1 0,-1 0 1,1 0-1,8-6 0,0-3-260,0 0 0,0-1 0,-2-1 0,0-1 0,22-27 0,-11 8-2243,43-73 0,-19 6-2980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3.6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 15255,'0'0'2823,"-1"45"-35,-5 326 1139,5-254-3003,4 157 745,-2-253-1452,1 1-1,1-1 1,12 40 0,-7-43-163,-8-18-54,0 0 1,0 1-1,0-1 0,1 0 1,-1 0-1,0 0 1,0 0-1,0 0 0,0 1 1,0-1-1,1 0 1,-1 0-1,0 0 0,0 0 1,0 0-1,1 0 1,-1 0-1,0 0 1,0 1-1,0-1 0,1 0 1,-1 0-1,0 0 1,0 0-1,0 0 0,1 0 1,-1 0-1,0 0 1,0 0-1,0 0 0,1 0 1,-1-1-1,0 1 1,0 0-1,0 0 0,0 0 1,1 0-1,-1 0 1,0 0-1,2-3-6,-1 1 1,0-1-1,1 1 0,-1-1 1,0 0-1,-1 1 1,1-1-1,0 0 0,-1 0 1,1-3-1,21-197-1355,6-36-1040,-21 200 1323,1 1 0,3 0 1,28-73-1,-31 95 812,1 0 0,0 0 0,1 1 0,0 0 0,1 1 0,1 0 0,22-20 0,-23 24 433,1 1 1,0 1-1,0 0 1,1 0-1,0 2 1,0-1-1,0 2 0,1 0 1,26-6-1,-5 6 672,-1 1-1,1 2 1,49 4 0,-73-2-757,-4 0-160,-1 0 0,1 1 0,0-1 0,0 2 1,0-1-1,-1 1 0,1 0 0,-1 0 1,1 1-1,-1-1 0,0 1 0,7 5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5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646 1211 11381,'0'0'1673,"-41"-24"-934,-135-92-203,156 101-392,0-2 0,1 0 0,0-1 0,-23-29 0,20 14 117,-29-52 0,44 74-230,-32-61 168,3-2-1,4-2 1,3-1 0,3-1 0,-30-155-1,51 194 220,-1-74-1,6 109-342,0 0-1,0-1 0,1 1 1,-1-1-1,1 1 1,0 0-1,0 0 0,2-7 1,-2 10-45,0-1 0,0 1 0,0 0 0,0-1 1,1 1-1,-1 0 0,0 0 0,1 0 0,-1 0 0,1 0 1,-1 0-1,1 0 0,-1 0 0,1 1 0,0-1 0,-1 0 1,1 1-1,0 0 0,-1-1 0,1 1 0,0 0 1,1 0-1,1-1 20,-1 1 1,0 0-1,0 0 1,1 0-1,-1 0 1,0 1-1,0-1 1,0 1-1,1 0 1,-1 0-1,0 0 1,0 0 0,0 0-1,-1 1 1,1-1-1,0 1 1,0 0-1,-1 0 1,1 0-1,-1 0 1,0 1-1,1-1 1,-1 0-1,0 1 1,0 0-1,-1-1 1,3 6-1,1 3 54,-1 0 0,0 1-1,-1-1 1,0 1-1,-1 0 1,2 20-1,-2 170 939,-2-172-936,-3 27 136,-17 90 1,-24 53 85,4-20-64,36-158-242,-6 32 3,10-51-22,-1 0-1,1 0 0,0 0 1,0 0-1,1 0 0,-1 1 1,0-1-1,1 0 0,0 0 0,0 0 1,2 4-1,-2-5 0,0-1 0,0 0 0,0 0 0,0 0 0,1-1 0,-1 1-1,0 0 1,1 0 0,-1-1 0,1 1 0,-1-1 0,1 1 0,-1-1 0,1 0 0,-1 1 0,1-1-1,-1 0 1,1 0 0,-1 0 0,3-1 0,10 1 11,-1 0 0,1-1 0,-1-1 1,1 0-1,-1-1 0,0-1 0,0 0 0,0 0 0,16-9 0,15-10 2,52-36 0,-70 42 0,92-59-378,203-126-148,15 28-6683,-272 145 82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7.5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584 158 2161,'0'0'11074,"7"-23"-10308,0-5-543,-2 9 41,0-1 1,2 1-1,9-20 1,-15 30 1137,-4 8-199,-4 8-940,-8 13-205,1 0 0,1 2 0,-12 28 0,-94 235 298,19 15 389,47-139-227,-215 557 611,254-686-1104,14-32-12,2-7-15,20-49-416,67-139-5355,-40 89-526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7.9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 9108,'0'0'6496,"19"-1"-5975,-1 1-383,0 0-1,24 3 1,-39-2-115,0 0 0,0 0 0,0 0 0,-1 0 0,1 0 0,0 0 0,-1 1 0,1-1 0,-1 1 0,1 0 0,-1 0 0,0 0 0,1 0 0,1 3 0,1 1 38,-1 1 0,-1-1 1,1 1-1,2 6 1,1 1 71,13 31 348,-2 1 0,-2 0 0,13 58 1,19 151 888,-46-241-1309,63 459 1681,-31-205-1011,-24-199-472,22 85 0,-22-133-448,-9-24-615,-3-12-517,-1 4 262,-1 0-1,-1 0 0,0 1 0,0-1 1,-1 1-1,0 1 0,-1-1 0,-11-12 1,-38-43-8503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8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 15319,'0'0'2321,"190"0"-608,-94 0-1025,1 0-672,6 0-16,-3 0-784,-6 0-1425,-15 0-1889,-17-22-4098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8.7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8452,'0'0'8494,"0"6"-7901,26 379 3298,-10-219-2783,-13-119-808,25 189 1180,-28-234-1456,10 35 238,-10-36-257,0 0-1,0 0 1,0-1-1,1 1 0,-1 0 1,0 0-1,0-1 1,1 1-1,-1 0 1,0-1-1,1 1 1,-1 0-1,1-1 0,-1 1 1,1 0-1,-1-1 1,1 1-1,0-1 1,-1 1-1,1-1 1,-1 1-1,1-1 0,0 0 1,0 1-1,-1-1 1,1 0-1,0 1 1,-1-1-1,1 0 1,0 0-1,0 0 0,0 0 1,-1 0-1,1 0 1,0 0-1,1 0 1,-1 0-4,0-1-1,-1 0 1,1 1 0,0-1 0,0 0 0,-1 1 0,1-1 0,0 0 0,-1 0 0,1 0-1,-1 0 1,1 0 0,-1 1 0,1-1 0,-1 0 0,0 0 0,1-2 0,13-44-446,11-76 0,-13 59-154,29-232-3011,-26 163 1308,-13 117 1996,12-72-1045,-12 77 1300,0 1-1,2 0 1,-1 1-1,1-1 1,1 0-1,6-10 1,-11 19 97,1 0 0,-1 0 1,1 0-1,-1 1 0,1-1 0,0 0 0,-1 0 1,1 0-1,0 1 0,0-1 0,0 0 0,-1 1 0,1-1 1,0 1-1,0-1 0,0 1 0,0-1 0,0 1 1,0 0-1,0 0 0,0-1 0,0 1 0,0 0 1,0 0-1,0 0 0,0 0 0,0 0 0,0 0 0,0 0 1,0 0-1,0 0 0,0 1 0,0-1 0,0 0 1,1 2-1,1-1 108,0 1 1,-1 0 0,1 0-1,-1 0 1,1 1 0,-1-1 0,0 1-1,0-1 1,0 1 0,2 4-1,9 19 672,0 2 0,-2-1 0,-1 2-1,7 32 1,17 125 1128,-18 8-392,-3-25-563,-13-166-995,0 0-1,0 0 0,1 0 1,-1-1-1,1 1 0,-1 0 1,1 0-1,0-1 0,0 1 1,0 0-1,0-1 0,0 1 1,1-1-1,-1 0 0,4 5 1,-4-7-8,-1 0 0,0 0 1,1 1-1,-1-1 1,0 0-1,1 0 1,-1 0-1,1 0 1,-1 0-1,0 0 1,1 0-1,-1 0 1,0 0-1,1 0 0,-1 0 1,0 0-1,1 0 1,-1 0-1,1 0 1,-1 0-1,0 0 1,1 0-1,-1 0 1,0-1-1,1 1 0,-1 0 1,0 0-1,1 0 1,-1-1-1,0 1 1,0 0-1,1 0 1,-1-1-1,0 1 1,0 0-1,1-1 1,-1 0-1,9-17-192,40-139-1096,-18 51 401,50-115-1741,-71 199 2236,1 0 0,1 0 0,1 1 0,1 1 0,0 0 0,2 1 0,27-26 0,-36 39 376,0 0-1,0 1 1,1 0-1,0 0 0,0 1 1,0 0-1,1 0 0,-1 1 1,1 0-1,-1 0 0,1 1 1,0 1-1,0-1 1,13 1-1,-18 0 75,0 1-1,0 1 1,0-1 0,1 0 0,-1 1-1,0 0 1,0 0 0,0 0 0,0 1-1,0-1 1,-1 1 0,1 0 0,0 0-1,-1 0 1,1 1 0,-1-1 0,0 1-1,0 0 1,0 0 0,0 0 0,0 0-1,-1 0 1,1 0 0,3 8 0,2 5 237,0 2 0,-2-1 1,0 1-1,6 26 0,-10-33-164,10 42 751,9 105 0,-13 58 73,-6-136-721,-1-77-231,-2 4-20,1 1 1,1-1 0,0 0-1,0 0 1,0 0-1,5 13 1,-3-16-869,-2-13-1389,-1-28-1660,0-16-2038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9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0 11557,'0'0'5352,"-1"32"-4330,0-10-834,-1 11 82,2 1 1,1-1-1,2 1 0,12 58 0,14 59 1013,17 243 0,-27 152-102,-16-408-1059,12 75-90,-10-179-35,-5-35 2,0 1 0,0 0-1,0 0 1,0 0 0,0 0 0,0 0 0,0 0-1,0-1 1,1 1 0,-1 0 0,0 0-1,0 0 1,0 0 0,0 0 0,0 0 0,0 0-1,0 0 1,1 0 0,-1 0 0,0-1-1,0 1 1,0 0 0,0 0 0,0 0 0,0 0-1,1 0 1,-1 0 0,0 0 0,0 0-1,0 0 1,0 0 0,0 0 0,1 0 0,-1 0-1,0 0 1,0 0 0,0 0 0,0 0 0,0 0-1,1 1 1,-1-1 0,0 0 0,0 0-1,0 0 1,0 0 0,0 0 0,0 0 0,0 0-1,1 0 1,-1 0 0,0 1 0,0-1-1,0 0 1,0 0 0,0 0 0,0 0 0,0 0-1,0 0 1,0 1 0,0-1 0,0 0-1,0 0 1,0 0 0,0 0 0,0 0 0,0 1-1,0-1 1,0 0 0,0 0 0,1-2-44,0-1 0,0 1-1,0-1 1,0 1 0,-1-1 0,0 0 0,1 1 0,-1-4 0,1-248-3506,-2 229 3164,-5-51-1238,-3 0-1,-21-79 1,-11-78-3514,33 82 2220,7-4-605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9.4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21 112 2657,'0'0'8804,"200"-111"-6435,-148 111-48,-7 49-784,-11 26 16,-10 21 48,-20 7-353,-4-1-287,-7-6-449,-34-9-496,-8-18-16,-3-23-80,-3-27-865,-7-19-1136,4-16-1760,2-43-3043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29.7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1 561 12886,'0'0'6803,"36"-25"-6584,117-87-88,-129 95-132,-2-1 1,0-1-1,-1-1 1,34-41-1,-55 60 1,13-15-225,0-1 0,-1-1 1,-1 0-1,11-25 0,-18 36 5,-1 0 0,0 0 0,-1-1 0,0 1 0,0-1 0,-1 0 0,0 0 0,0 1 0,0-1 0,-1 0 0,-1 0 0,1 0 0,-1 0 0,-4-13 0,4 18 153,-1 0-1,1 0 0,-1 0 0,0 1 1,0-1-1,0 1 0,0-1 0,-1 1 1,1 0-1,-1 0 0,1 0 0,-1 0 0,0 0 1,0 0-1,0 1 0,0-1 0,0 1 1,0 0-1,0 0 0,0 0 0,0 1 1,-7-2-1,0 1 71,0 0 0,0 1 0,0 0 0,0 0 1,0 1-1,-13 2 0,18-1 19,1-1 0,-1 1 1,1 0-1,0 0 1,0 0-1,0 1 0,0 0 1,0-1-1,0 1 0,1 1 1,0-1-1,-1 0 0,1 1 1,0 0-1,1 0 0,-1-1 1,1 2-1,-1-1 0,-2 7 1,-2 8 345,0 0-1,2 0 1,-5 26 0,0 26 1306,3 1 0,4 103 0,3-141-1304,0-20-222,0 7 131,0-1 0,2 1 0,5 31 0,-6-47-238,0 1-1,1-1 1,0 0-1,0 0 1,0 0 0,1 0-1,-1-1 1,1 1-1,1 0 1,-1-1 0,0 0-1,1 0 1,0 0-1,0 0 1,0-1 0,0 1-1,1-1 1,5 3-1,-3-3-17,0 1-1,1-1 0,0-1 1,0 0-1,-1 0 1,1 0-1,1-1 0,-1 0 1,0 0-1,0-1 0,0 0 1,0-1-1,0 0 0,0 0 1,1 0-1,14-6 1,-9 2-106,-1-1 0,0 0 0,0-1 0,0-1 0,-1 0 0,0-1 1,0 0-1,16-16 0,-1-5-1494,0-1-1,-2 0 1,31-54-1,-5-12-4635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0.1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1 14391,'-3'34'2998,"-18"410"3653,21-16-3943,-1-579-3180,4-223-2711,-2 350 2678,1 0 0,1 0 0,13-45 0,-13 57 408,2 0 0,-1 0 0,2 1 0,0 0 0,0 0 0,1 1 0,0-1 0,0 1 0,12-10 0,-14 15 132,0 1 0,1 0 0,-1 0 0,1 0 0,0 1 0,0 0 0,1 0 0,-1 0 0,0 1 0,1 0 0,0 1 0,-1-1 0,1 1 0,0 0 0,0 1 0,0-1 0,0 2 0,12 0 0,-8 1 65,1 0 1,-1 0-1,0 2 1,0-1 0,0 1-1,-1 0 1,1 1-1,-1 1 1,0 0-1,10 7 1,29 31 159,-38-33-558,0-1-1,0 0 0,1-1 1,1 0-1,24 14 1,-22-21-3686,-7-2-2851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0.5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0 693 13126,'0'0'10653,"36"-5"-10226,-2-1-377,0 0 1,54-20 0,-77 22-58,0-2 0,0 0 0,-1 0 0,0 0 0,-1-2 0,1 1 0,15-17 0,-6 2-216,27-41 0,-33 45 61,-2 2-214,-1 0 0,0 0 0,-2-1 0,0 0 1,0 0-1,-2-1 0,0 0 0,-1-1 0,0 1 1,-2-1-1,0 0 0,-2 0 0,0-19 0,-1 28 11,0 0 0,-1-1 0,0 1 0,-1 0 0,0 0 0,-1 0 0,0 0 0,0 0 0,-7-12 0,6 15 254,-1 0-1,1 1 0,-1-1 1,0 1-1,-1 0 1,0 0-1,0 0 0,0 1 1,-1 0-1,1 0 1,-1 1-1,-8-4 0,8 4 179,-1 1 0,1 0-1,-1 0 1,1 1 0,-1 0-1,0 1 1,0-1-1,-14 1 1,18 1 57,0 0 0,0 0 0,0 0 1,0 1-1,0 0 0,0 0 0,1 0 0,-1 0 0,0 1 1,1-1-1,-1 1 0,1 0 0,-1 0 0,1 0 0,0 1 0,0-1 1,0 1-1,0 0 0,1-1 0,-5 7 0,0 3 204,0 0 1,1 1-1,1 0 0,0 0 0,0 0 0,1 1 1,1-1-1,-3 28 0,0 122 1703,7-131-1693,-2 21 352,3 1 1,14 90 0,-13-129-631,0 0 0,2 0 0,-1-1 0,2 1 0,0-1 0,0 0 0,1-1 0,1 0 0,1 0 0,-1-1 0,2 0 0,0 0 0,0-1 0,18 14 0,-19-18-72,1-1 1,0 0-1,1-1 0,-1 0 1,1-1-1,0 0 1,0-1-1,0 0 1,1-1-1,-1 0 1,1-1-1,-1 0 0,1-1 1,-1 0-1,1-1 1,0 0-1,-1-1 1,0 0-1,1 0 0,16-8 1,-17 5-232,0-1 1,0 0-1,0-1 0,-1 0 1,18-17-1,-4 1-2205,24-30 0,16-30-7546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1.2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76 7716,'0'0'8526,"-1"-13"-7891,-5-29-238,6 33-71,5 39-30,76 766 6278,-78-752-6349,-1-6-6,1 1 0,2-1 0,10 37 1,-6-55-41,-9-20-178,0 0 1,0 0-1,0 1 1,1-1-1,-1 0 1,0 0-1,0 0 1,0 0-1,0 0 1,0 0-1,1 0 1,-1 0-1,0 0 1,0 1-1,0-1 1,0 0-1,1 0 1,-1 0-1,0 0 1,0 0-1,0 0 1,0 0-1,1 0 1,-1 0-1,0 0 1,0 0-1,0 0 1,0 0-1,1-1 1,-1 1-1,0 0 0,0 0 1,0 0-1,0 0 1,1 0-1,-1 0 1,0 0-1,0 0 1,0-1-1,7-14 9,6-50-604,-3-1 0,3-89 0,-11-144-3489,-3 167 1733,1 93 1696,2-1 0,9-56 0,-8 83 650,0 0 0,0 1 0,1-1 0,1 1 0,0 0-1,0 0 1,1 0 0,1 1 0,0 0 0,1 0 0,10-11 0,-15 19 135,0 0 0,0 0 0,0 1 0,0-1 0,0 1-1,1 0 1,-1 0 0,1 0 0,0 0 0,0 1 0,-1 0 0,1-1 0,0 1 0,0 1 0,0-1 0,0 1 0,0-1 0,0 1 0,0 0 0,0 0 0,8 2 0,-7-1 30,0 1 1,0 0 0,0 0 0,0 0 0,0 0 0,0 1 0,-1 0 0,1 0 0,-1 0 0,0 1 0,0-1 0,0 1 0,0 0 0,-1 0 0,6 9 0,6 13 229,-1 0 0,-2 1 1,-1 1-1,-1-1 0,-1 2 1,6 34-1,-2 8 472,4 101 1,-11 231 1336,-6-278-1868,0-213-1370,21-170 0,-6 179-224,44-139 1,-48 187 937,2 0 1,1 1-1,1 0 0,1 1 1,2 1-1,1 1 1,24-28-1,-35 46 302,1 1 0,0 0 0,1 0 0,-1 1 0,1 0 0,1 0 0,0 1-1,16-6 1,-24 10 51,0 1-1,0 0 0,1-1 0,-1 2 0,0-1 0,1 0 1,-1 1-1,1 0 0,-1-1 0,1 1 0,-1 1 0,1-1 1,-1 0-1,1 1 0,-1 0 0,1 0 0,-1 0 1,0 0-1,1 0 0,-1 1 0,0 0 0,0-1 0,0 1 1,0 0-1,0 1 0,-1-1 0,1 0 0,-1 1 1,1-1-1,-1 1 0,0 0 0,3 5 0,2 4 115,-2 0 0,1 1 0,-2 0 0,1 0-1,-2 0 1,0 0 0,2 24 0,0 99 636,-5-113-655,2 71 375,0-34-131,-2-1 1,-3 1-1,-11 61 0,4-79-283,0 2-256,6-17-3513,10-57-726,12-9-3703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1.6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1 680 16712,'0'0'4220,"40"-20"-3395,133-70-543,-154 79-304,0-1 0,-1 0 0,-1-1 0,0-2 0,-1 1 0,-1-2 0,0 0 0,15-21 0,-26 31-1,6-7-175,0 0-1,-1-1 1,0 0 0,-1-1 0,-1 0-1,0 0 1,-1-1 0,-1 0 0,0 0-1,-1 0 1,-1-1 0,0 1 0,-2-1-1,0 1 1,-2-32 0,1 42 152,-1 0 0,-1 0 0,1 0 0,-1 1 0,0-1 0,0 0 0,0 1 0,-1 0 0,0 0 0,0 0 0,-1 0 0,1 0 0,-1 0 0,0 1 0,0 0 0,-1 0 0,-8-7 0,5 6 59,-1-1 0,1 2 0,-1-1 0,0 1 0,0 1 0,0-1 0,-1 2 0,1-1-1,-1 1 1,-11-1 0,17 3 11,-1-1 0,0 1 0,0 0 0,0 0 0,0 1 0,-8 1 0,11-1 1,-1 0 1,1 0-1,0 0 1,-1 0-1,1 1 0,0-1 1,0 1-1,0-1 1,0 1-1,0 0 1,1-1-1,-1 1 1,1 0-1,-1 0 1,1 1-1,-2 1 1,-2 7 126,0-1 0,1 0 1,0 1-1,1 0 0,-3 17 1,-4 65 768,4 143 885,6-201-1598,0 1 51,1 0-1,2-1 1,2 1 0,11 44-1,-13-68-191,1 0 1,0 0-1,1 0 0,0 0 0,1-1 1,0 0-1,1 0 0,1 0 1,-1-1-1,2 0 0,-1-1 0,1 1 1,1-2-1,-1 0 0,15 10 0,-14-13-49,0 0-1,0-1 1,0 0 0,1 0-1,-1-1 1,1-1-1,0 1 1,0-2-1,-1 0 1,1 0 0,19-2-1,-21 1-45,0 0 1,0-1-1,1-1 0,-1 0 0,0 0 0,0 0 1,-1-1-1,1-1 0,0 1 0,-1-2 0,0 1 1,0-1-1,12-9 0,1-5-460,0-1 1,-1 0-1,20-29 0,-17 20-1334,28-49 0,6-35-3242,-55 110 4920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1.9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9332,'0'0'5702,"9"30"-4654,21 74 475,26 168 1,-28 390 2072,-26-479-3118,-2-133-365,3-1 0,16 85-1,-17-125-117,-2-8-6,0 1 1,0-1-1,0 1 0,1-1 1,-1 0-1,1 1 0,-1-1 1,1 1-1,-1-1 0,1 0 1,0 0-1,0 1 0,-1-1 1,2 1-1,0-18-2289,-4-80-5765,-7 32 304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2.3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35 13990,'0'0'7492,"224"12"-6436,-141-12-848,-10 0-208,-8-12-832,-13-1-1825,-18 1-2049,-9 3-7236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2.6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0 733 14903,'0'0'3071,"32"-25"-2762,107-87-336,-120 96-170,-1-1 1,0-1-1,-1 0 0,-1-1 0,-1-1 0,13-23 0,-25 39 145,10-15-298,-1-2-1,0 0 1,-1 0 0,-2-1-1,0 0 1,-1 0-1,-2-1 1,0 0-1,-1-1 1,2-38-1,-6 41 80,0 7 245,0 1 0,-2-1-1,-1-13 1,2 24 84,-1 0 0,1 0 0,-1 0 0,0 0 0,0 0 0,0 1-1,0-1 1,0 0 0,-1 1 0,1-1 0,-1 1 0,0-1 0,0 1 0,0 0 0,0 0-1,0 0 1,0 0 0,0 0 0,-4-2 0,-1 1 124,0 0-1,0 0 1,0 1 0,-1 0-1,1 0 1,-10 0 0,13 1-72,0 0-1,-1 1 1,1 0 0,-1 0 0,1 0 0,0 0 0,-1 1 0,1 0-1,-1 0 1,1 0 0,0 0 0,-6 3 0,6-1-31,0 1 1,0-1-1,1 0 1,-1 1 0,1 0-1,0 0 1,0 0-1,0 0 1,-2 6-1,-21 48 641,12-12-64,2 0 0,2 1 1,2 0-1,-2 53 0,5 192 1263,5-277-1823,1-1 1,1 1-1,0 0 0,1-1 1,0 1-1,1-1 0,1 0 1,9 21-1,-11-29-75,0 0 0,1-1-1,0 1 1,0-1 0,0 1-1,1-1 1,0 0 0,0-1-1,0 1 1,0-1 0,1 0 0,0-1-1,0 1 1,0-1 0,0 0-1,0-1 1,0 1 0,1-1-1,-1 0 1,11 1 0,-6-2-98,0 0 0,0 0 0,1-1 0,-1 0 0,0-1 0,0 0 0,0-1 0,0 0 0,0-1 0,-1 0 0,1-1 0,-1 0 0,0-1 0,0 0 0,0 0 0,-1-1 0,1 0 0,-1-1 0,14-14 1,8-8-2383,-1-2 1,-2 0-1,32-46 1,-2-18-8366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3.0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 6115,'-3'27'8110,"-11"240"-1384,13-156-4926,3 127 499,1-189-1696,2-1 1,21 88-1,-13-101-211,-13-34-385,0-1-1,1 1 0,-1 0 0,0-1 0,1 1 0,-1-1 0,0 1 0,1-1 0,-1 1 0,1-1 0,-1 1 0,1-1 0,-1 1 0,1-1 0,0 1 0,-1-1 0,1 0 0,-1 0 0,1 1 0,0-1 0,-1 0 1,1 0-1,1 1 0,-2-2-5,1 1 1,-1 0-1,1 0 1,0-1-1,-1 1 1,1 0-1,-1-1 1,1 1 0,-1-1-1,1 1 1,-1 0-1,1-1 1,-1 1-1,1-1 1,-1 1-1,0-1 1,1 0-1,-1 1 1,1-2 0,11-36-81,-12 35 72,18-92-1238,8-158 0,-7 41-2094,-17 194 2857,1-1 0,1 1 1,1 0-1,0 0 0,12-26 0,-14 38 498,0 0-1,0 1 0,0-1 0,1 1 1,0 0-1,0 0 0,0 1 1,1-1-1,0 1 0,0 0 0,0 0 1,0 0-1,0 1 0,1 0 0,-1 0 1,1 0-1,0 1 0,0 0 0,8-2 1,-2 1 239,-1 1 1,0 0 0,1 1 0,-1 0 0,1 1 0,-1 0 0,0 1-1,1 0 1,-1 1 0,0 0 0,1 1 0,-1 0 0,-1 1-1,1 0 1,0 1 0,-1 0 0,0 0 0,16 13 0,46 32-523,-41-32-3714,-22-12-2595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3.3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 23643,'0'0'672,"0"-18"-13318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7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11 128 8132,'0'0'4999,"-2"-14"-4225,-6-99 4087,8 118-4941,1 8 68,0 0-1,2-1 1,-1 1 0,7 18 0,-3-13 36,46 189 1563,29 236 0,-78-415-1472,-2-12-51,1-1 1,1 0-1,0 0 0,0 0 1,2-1-1,0 1 0,0-1 1,9 15-1,-13-28-51,-1 0 0,1 0 1,-1-1-1,1 1 0,0 0 0,-1 0 0,1-1 1,0 1-1,-1 0 0,1-1 0,0 1 0,0 0 1,0-1-1,0 1 0,-1-1 0,1 0 1,0 1-1,0-1 0,2 1 0,-3-2-6,1 1-1,-1 0 0,1 0 1,-1-1-1,1 1 1,-1 0-1,1-1 1,-1 1-1,1 0 0,-1-1 1,0 1-1,1-1 1,-1 1-1,1-1 1,-1 1-1,0-1 1,0 1-1,1-1 0,-1 1 1,0-1-1,0 1 1,0-1-1,1 1 1,-1-1-1,0 0 0,0 1 1,0-1-1,0 1 1,0-1-1,0 0 1,0 1-1,-1-1 0,1 0 1,0-35-448,-1 0-1,-1 1 1,-3-1 0,-11-47 0,2 33-175,3 1 1,2-2 0,2 1 0,0-75-1,7 97 429,-1 0 35,2-1 1,5-38-1,-4 58 146,0-1 1,1 1-1,0 0 1,0-1-1,1 1 0,1 1 1,-1-1-1,1 1 0,1-1 1,10-12-1,-11 16 21,1-1 1,0 1-1,0 0 0,0 0 0,1 0 0,0 1 1,-1 0-1,2 0 0,-1 1 0,0 0 0,9-2 1,-11 3 23,0 1 1,1 0 0,-1 0-1,0 1 1,0 0 0,1 0-1,-1 0 1,0 0 0,0 1-1,0 0 1,0 0 0,1 0-1,-1 1 1,0 0 0,-1 0-1,1 0 1,0 0 0,6 5 0,-2 0 126,-1 0 0,0 1 0,0 0 0,-1 0 0,12 17 0,28 54 924,-19-25 25,38 107 0,4 65 770,-32-96-1150,-35-121-682,1 3 55,0 0-1,10 21 1,-13-30-98,1-1-1,-1 1 1,1-1 0,0 0-1,-1 1 1,1-1 0,0 0-1,0 0 1,1 0-1,-1-1 1,0 1 0,1 0-1,-1-1 1,1 1 0,-1-1-1,1 0 1,3 1 0,-4-2-10,-1 1 0,0-1 0,0 0 0,0 0 0,1 0 1,-1 0-1,0 0 0,0 0 0,0 0 0,1-1 0,-1 1 0,0 0 1,0-1-1,0 1 0,0-1 0,1 1 0,-1-1 0,0 1 1,0-1-1,0 0 0,0 1 0,-1-1 0,1 0 0,0 0 0,0 0 1,0 0-1,-1 0 0,1 0 0,0 0 0,-1 0 0,1 0 0,0-1 1,2-5-17,-1 0 1,1 0-1,-1-1 0,1-8 1,-1 4-27,27-127-943,33-128-1263,-49 222 1497,2 1-1,3 1 0,40-76 0,-49 104 544,1 0 0,1 1 0,0 0 1,0 0-1,2 1 0,15-12 0,-24 21 209,1 0 0,-1 1 0,1-1 0,0 1 0,1 0 0,-1 1-1,0-1 1,1 1 0,0 0 0,-1 0 0,1 1 0,0 0 0,0 0 0,0 0-1,0 1 1,0 0 0,0 0 0,-1 0 0,1 1 0,0 0 0,11 3-1,-13-3 66,0 1-1,0 0 0,-1 0 1,1 1-1,-1-1 0,1 1 1,-1-1-1,0 1 0,0 0 1,0 1-1,0-1 0,-1 0 1,1 1-1,3 6 0,1 4 332,0 1-1,6 25 0,2 8 504,-3 1-1,8 75 0,-2 103 840,-5-39-640,-12-180-1069,-1-5-22,0 0 0,0 0 0,0 0 0,1 1 0,0-1 0,-1 0 0,1 0 0,1 0 0,-1 0 0,0 0 0,4 5 0,-5-8-9,3 2-70,-2-12-306,-1-141-6675,0 119 4156,0-51-8517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8.2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82 745 6323,'0'0'13764,"14"-31"-13556,5-11-186,61-146-26,-66 151-481,-3 0 1,-1-1-1,-2 0 0,-1-1 0,-2 0 0,-2 0 0,-2-55 0,-1 89 320,0 0 0,-1 0 0,0 0-1,0 1 1,0-1 0,0 0 0,-1 0-1,1 1 1,-1-1 0,-1 1 0,1-1-1,0 1 1,-1 0 0,0 0 0,0 0 0,0 0-1,-1 1 1,1-1 0,-1 1 0,-5-4-1,2 3 117,0 0 0,0 0 0,-1 1 0,1 0 0,-1 1 0,0-1 0,1 1 0,-1 1 0,0 0 0,0 0 0,-14 0 0,19 1 83,0 0-1,0 0 0,0 1 0,0-1 1,0 1-1,0 0 0,0-1 0,0 1 1,0 1-1,1-1 0,-1 0 0,0 1 1,1-1-1,-1 1 0,1 0 1,-1 0-1,1 0 0,0 0 0,0 0 1,0 0-1,0 1 0,0-1 0,0 1 1,-1 2-1,-1 5 195,0 0-1,0 0 1,1 1 0,0-1 0,-2 21 0,-3 47 1462,4 1 0,6 85 1,0-108-954,-1-12-156,2 0 0,2-1 1,14 56-1,-16-85-471,1 1 0,1-1 0,0 0-1,1-1 1,0 1 0,1-1 0,1-1 0,0 1 0,1-1-1,0 0 1,0-1 0,1 0 0,18 14 0,-18-19-88,0-1 0,0 0 0,0 0 1,0-1-1,0-1 0,1 0 0,0 0 1,0-1-1,0 0 0,0-1 0,0 0 1,0-1-1,0 0 0,0-1 0,0 0 1,0-1-1,19-5 0,-20 3-61,-1-1 0,0 0 0,0 0 0,0-1 1,0 0-1,-1 0 0,0-1 0,-1 0 0,1 0 0,10-15 0,0-2-740,-2 0-1,22-42 0,-26 41-966,-1 1 1,0-2-1,-2 1 0,9-43 0,-9-13-5753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8.6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7700,'0'0'5834,"-1"38"-2382,-2 274 1500,13-23-1966,-3-207-2209,28 120 1,-33-190-734,-2-10-37,0 0 0,0 0 0,1 0-1,-1 0 1,1 0 0,-1-1-1,1 1 1,-1 0 0,1 0 0,0-1-1,0 1 1,0 0 0,0-1-1,0 1 1,0-1 0,1 1-1,1 1 1,-2-5 4,0-1 0,-1 1 0,1 0 0,0 0 0,-1-1 0,0 1-1,0 0 1,1 0 0,-1-1 0,0 1 0,-1-4 0,1 1-7,0-127-1541,19-141-1,-15 234 572,3 0 1,1 0-1,2 1 0,2 0 0,2 0 1,0 2-1,3 0 0,27-44 0,-35 67 716,0 0-1,1 0 1,0 1 0,21-18-1,-25 25 271,1 0-1,-1 1 1,1-1-1,0 1 0,0 1 1,1 0-1,-1 0 0,0 0 1,1 1-1,0 0 1,9-1-1,-14 2 106,1 1-1,0 0 1,-1 0-1,1 0 1,-1 0-1,1 1 1,0-1-1,-1 1 1,1 0-1,-1 0 1,0 1-1,1-1 1,-1 0-1,0 1 1,5 3-1,-3-1 80,-1 0 0,1 0 0,-1 0-1,-1 0 1,1 1 0,0-1-1,-1 1 1,5 10 0,0 5 308,0-1 0,-2 2 1,0-1-1,4 29 0,1 39 1058,-4 1 0,-6 138 0,-2-107-990,2-110-460,2-10-978,0-18-1848,-3 5 798,1-1 0,0 1 0,1-1 0,3-13 0,14-25-8921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9.2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402 250 4034,'0'0'7878,"-1"-27"-6675,-2-134 1596,3 155-2479,1 3 94,-1-1-1,0 0 1,-1 0 0,1 1-1,0-1 1,-1 0 0,-2-6-1,2 9-337,0 0-1,0-1 0,0 1 0,0 0 0,0 0 0,0 0 0,0 0 0,0 0 1,-1 0-1,1 0 0,0 0 0,-1 1 0,1-1 0,-1 0 0,1 1 1,0-1-1,-1 1 0,0 0 0,1 0 0,-1-1 0,-2 1 0,-3-1 7,0 0-1,0 0 0,0 1 1,0 0-1,0 1 0,0-1 1,-13 4-1,16-3-66,0 1 1,-1 0-1,1 0 1,0 0-1,0 1 1,1-1-1,-1 1 1,0 0-1,1 0 1,0 1-1,-1-1 0,1 1 1,-4 5-1,-16 27 260,0 2-1,3 0 0,-26 66 1,-32 127 914,67-197-1062,1 0 0,2 1 0,1-1 0,2 2 1,0 34-1,4-69-131,1-1 1,0 1-1,0-1 1,0 1-1,0-1 1,0 1-1,0-1 0,0 1 1,0-1-1,0 1 1,0-1-1,0 1 1,0-1-1,1 1 1,-1-1-1,0 1 1,0-1-1,0 1 0,1-1 1,-1 1-1,0-1 1,1 1-1,-1-1 1,0 0-1,1 1 1,-1-1-1,0 0 1,1 1-1,-1-1 0,1 0 1,-1 1-1,1-1 1,-1 0-1,0 0 1,1 0-1,0 1 1,18-8-133,-12 2 71,-1 0-1,0 0 1,0 0 0,0-1 0,-1 1-1,8-10 1,28-48-428,59-133-2973,-1-1-2984,-84 178 5910,-15 19 543,1 0-1,-1-1 1,0 1 0,1 0-1,-1-1 1,1 1-1,-1 0 1,0 0 0,1 0-1,-1 0 1,1-1-1,-1 1 1,0 0 0,1 0-1,-1 0 1,1 0-1,-1 0 1,1 0 0,-1 0-1,1 0 1,-1 0-1,1 0 1,-1 0 0,0 0-1,2 1 1,-1 1 100,1 0 1,0 0-1,-1 0 1,0 0-1,1 0 1,-1 0-1,0 1 1,0-1-1,0 0 1,0 1-1,-1-1 1,1 1-1,-1-1 1,1 3-1,40 198 5367,13 113-2085,-40-188-2418,-3 219-1,-11-312-890,0-13-51,0-1-1,-2 1 1,0-1 0,-8 31 0,9-47-32,0 0 1,-1-1 0,0 1 0,0 0 0,0 0 0,-1-1-1,1 0 1,-1 1 0,0-1 0,0 0 0,0 0 0,-1 0 0,0-1-1,1 1 1,-1-1 0,0 0 0,-1 0 0,1 0 0,-1-1-1,1 0 1,-1 1 0,0-2 0,-8 4 0,5-4-71,1 1 1,-1-1 0,1 0-1,-1-1 1,0 0 0,0 0-1,1-1 1,-1 0 0,0 0-1,1-1 1,-1 0 0,1 0-1,0 0 1,0-1-1,-9-5 1,7 2-164,-1-1-1,1 0 1,0 0 0,1-1-1,-1 0 1,2 0-1,-1-1 1,1 0 0,-9-17-1,3 4-949,1-1 0,2 0 1,0-1-1,1-1 0,-10-49 0,0-36-4501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39.6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0 122 8964,'0'0'8860,"4"-3"-7651,-4 2-1191,1 1 1,-1 0 0,0-1 0,0 1 0,1 0-1,-1 0 1,0-1 0,0 1 0,1 0-1,-1-1 1,0 1 0,1 0 0,-1 0-1,1 0 1,-1-1 0,0 1 0,1 0 0,-1 0-1,0 0 1,1 0 0,-1 0 0,1 0-1,-1 0 1,0 0 0,1 0 0,-1 0-1,1 0 1,-1 0 0,0 0 0,1 0 0,-1 0-1,1 0 1,-1 0 0,0 0 0,1 0-1,-1 1 1,1-1 0,-1 0 0,0 0-1,1 1 1,-1-1 0,0 0 0,0 0 0,1 1-1,-1-1 1,0 0 0,0 1 0,1-1-1,-1 0 1,0 1 0,0-1 0,1 1-1,2 34 562,-2-20-340,6 76 1213,4 0 0,40 155 0,-46-222-1259,2-1-1,1 1 1,1-1-1,20 35 1,-26-52-170,1-1 0,0 0 0,0 0 0,0 0 0,1 0 0,-1 0 0,1-1 0,0 0 0,1 0 0,5 3-1,-7-5-27,0-1 0,-1 1 0,1-1 0,1 0-1,-1 0 1,0 0 0,0 0 0,0-1-1,0 0 1,1 0 0,-1 0 0,0 0 0,0-1-1,0 1 1,1-1 0,-1 0 0,4-2-1,-3 1-3,-1 0 0,1 0 0,-1 0 1,0-1-1,0 0 0,0 0 0,0 0 0,0 0 0,0-1 0,-1 0 0,5-6 0,1-3-82,0 0 0,9-21 0,-1-2-416,-2-2 1,-1 0 0,-2 0-1,-2-1 1,8-52-1,-10 18-2282,-1-148 0,-8 209 2595,1-1 0,-2 0 0,0 0 0,-6-20 0,8 31 270,-1-1 0,0 1 0,0-1 0,0 1 0,0-1-1,0 1 1,0 0 0,-1-1 0,1 1 0,-1 0 0,1 0 0,-1 0-1,0 0 1,0 0 0,0 1 0,0-1 0,0 0 0,0 1 0,-1 0-1,1-1 1,0 1 0,-1 0 0,1 0 0,-1 0 0,0 1 0,1-1-1,-1 1 1,-2-1 0,4 1-65,0 0-1,1 0 1,-1 0-1,0 0 1,1 1 0,-1-1-1,0 0 1,0 0-1,1 1 1,-1-1-1,1 0 1,-1 1 0,0-1-1,1 1 1,-1-1-1,1 1 1,-1-1-1,1 1 1,-1-1-1,1 1 1,-1-1 0,1 1-1,-1 0 1,1-1-1,0 1 1,0 0-1,-1-1 1,1 1 0,0 0-1,0-1 1,-1 2-1,0 25-3106,1-21 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0.1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1 162 160,'0'0'13057,"5"-22"-12340,16-67-183,-20 85-370,0 0 0,0 0 0,0 0 0,0 0 0,-1 0 0,1-1 0,-1-7 0,-1 3 1509,1 8-1374,0 9 11,0 1231 5199,0-1209-5464,-1 12 17,2 0-1,10 66 0,3-59 25,-14-47-86,0-1 1,1 1-1,-1-1 1,1 0 0,-1 1-1,1-1 1,0 0-1,-1 0 1,1 1-1,0-1 1,0 0 0,0 0-1,0 0 1,0 0-1,0 0 1,0 0-1,1 0 1,-1 0-1,0-1 1,0 1 0,1 0-1,-1-1 1,0 1-1,1-1 1,-1 1-1,0-1 1,3 1 0,-3-1-9,-1 0-1,1-1 1,-1 1 0,1 0 0,0 0 0,-1 0 0,1 0 0,-1-1 0,0 1 0,1 0 0,-1-1-1,1 1 1,-1 0 0,1-1 0,-1 1 0,0 0 0,1-1 0,-1 1 0,0-1 0,1 1 0,-1-1 0,0 1-1,0-1 1,1 1 0,-1-1 0,0 1 0,0-1 0,0 0 0,4-12-324,0 0 1,-2 0 0,1-1-1,0-24 1,-4-65-3127,0 45 844,1-4-2447,0 5-3351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0.5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507 47 6515,'0'0'10509,"11"-8"-9322,30-23-227,-30 24 1089,-14 18-1224,-3-2-743,-1 0 0,1-1-1,-1 0 1,-1 0 0,1-1 0,-1 0 0,-10 7 0,-66 41 106,-232 100-79,219-113-445,96-42 329,1 1 1,0-1-1,0 0 0,0 0 0,0 0 1,0 0-1,0 0 0,-1 0 0,1 0 0,0 1 1,0-1-1,0 0 0,0 0 0,0 0 1,0 0-1,0 0 0,0 1 0,0-1 1,0 0-1,0 0 0,0 0 0,0 0 1,0 0-1,0 1 0,0-1 0,0 0 1,0 0-1,0 0 0,0 0 0,0 1 1,0-1-1,0 0 0,0 0 0,0 0 0,0 0 1,0 0-1,0 1 0,0-1 0,0 0 1,0 0-1,1 0 0,-1 0 0,0 0 1,0 0-1,0 1 0,0-1 0,0 0 1,0 0-1,1 0 0,-1 0 0,0 0 1,0 0-1,0 0 0,0 0 0,0 0 1,1 0-1,-1 0 0,0 0 0,15 8-120,-14-7 111,39 20 48,-1 3-1,-1 1 0,-1 1 0,-2 3 0,-1 0 0,33 37 1,-28-23 143,-2 3 1,-1 1 0,-3 1-1,35 68 1,-61-101-143,-4-9-28,1 1 1,-1-1-1,1 1 0,0-1 0,0 0 0,9 8 0,-8-30-786,1-82-5500,-2 36-1442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0.9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1 12710,'0'0'5626,"-4"4"-5105,1 0-403,-1 0 0,1 1 0,1-1 0,-1 0 0,1 1-1,-1 0 1,1 0 0,1-1 0,-1 1 0,1 0 0,-2 9 0,0 11 464,0 32 0,2-28-205,-3 488 3504,4-499-3785,1 0 0,0 0 0,2-1 0,0 1 0,9 28 0,-11-41-89,1 0 1,0-1 0,0 1 0,0-1-1,1 0 1,0 0 0,-1 0-1,1 0 1,1 0 0,-1-1 0,1 1-1,-1-1 1,1 0 0,0 0 0,0 0-1,0 0 1,1-1 0,-1 0-1,1 0 1,-1 0 0,1 0 0,0-1-1,-1 0 1,7 1 0,-5-1-10,-1-1 0,0 0 1,0 0-1,0-1 0,0 1 0,0-1 0,0 0 1,0-1-1,0 1 0,-1-1 0,1 0 1,0 0-1,-1 0 0,1-1 0,-1 0 1,0 1-1,0-2 0,0 1 0,0 0 1,0-1-1,-1 0 0,5-6 0,6-9-124,-2 0-1,0-1 0,16-37 0,-20 39-27,10-22-298,-1 0 0,-3 0 0,-1-1-1,-2-1 1,-2 0 0,-2-1 0,3-61-1,-9-90-814,-2 190 1423,1 0 1,-1-1-1,1 1 0,-1 0 0,-1 0 1,1 0-1,-1 0 0,1 0 0,-1 1 1,-4-7-1,-8-17 705,11 12-1704,3 4-2839,0 3-1499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1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14247,'0'0'4471,"-1"34"-3054,2 66-150,15 109 0,20 399 2065,-36-608-3329,6 126 512,-2-112-452,-1-15-45,1-11-3,29-221-724,-26 160 95,15-199-2299,-14 142 855,-5 93 1235,2 0 0,1 1 0,14-43 0,-18 71 881,0 1 0,1 0 0,0 0 0,0 0 0,1 1 0,0-1 0,0 1 0,0 0 0,1 0 0,9-9 0,-10 12 192,1-1 1,0 1 0,0 0 0,0 0 0,0 1-1,1-1 1,-1 1 0,1 0 0,-1 1 0,1-1-1,0 1 1,0 0 0,11 0 0,2 0 54,0 1 0,-1 0 0,1 2 0,0 0 0,-1 1 1,1 0-1,24 10 0,-20-4-568,21 8-77,-14-12-6156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2.1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7668,'0'0'6032,"4"-2"-5731,-3 2-291,0 0 0,-1 0 0,1-1 1,0 1-1,-1 0 0,1 0 0,0 0 0,-1-1 0,1 1 0,0 0 0,0 0 1,-1 0-1,1 0 0,0 0 0,-1 1 0,1-1 0,0 0 0,0 0 1,-1 0-1,1 1 0,0-1 0,-1 0 0,1 1 0,-1-1 0,1 0 0,0 1 1,-1-1-1,1 1 0,-1-1 0,1 1 0,0 0 0,1 3 49,0 0 0,0 0 0,0 0 0,-1 0 0,3 8 0,13 54 818,13 99 1,-5 79 806,-3 216 845,-20 4-1449,-2-295-965,0-125-43,0-44-74,0 1 0,0 0 0,0-1 1,0 1-1,0 0 0,1 0 0,-1-1 0,0 1 0,0 0 0,0-1 1,1 1-1,-1 0 0,0 0 0,1-1 0,-1 1 0,0-1 0,1 1 1,-1 0-1,1-1 0,-1 1 0,1-1 0,0 1 0,-1-1 1,1 1-1,-1-1 0,1 0 0,0 1 0,-1-1 0,1 0 0,0 1 1,0-1-33,0 0 0,0-1 1,0 1-1,0 0 1,0 0-1,-1 0 1,1-1-1,0 1 1,0 0-1,0-1 1,-1 1-1,1-1 0,0 1 1,-1-1-1,1 1 1,0-1-1,-1 0 1,1 1-1,0-1 1,-1 0-1,1 1 1,-1-1-1,0 0 1,1 0-1,-1 1 0,1-2 1,4-14-1124,0 0 0,-1-1 1,-1 1-1,3-31 0,-1-23-6230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2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65 16776,'0'0'3761,"194"0"-2416,-112-3-881,-2-9-464,3-4 0,-8 4-976,-9 0-2450,-18 2-3793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2.9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1 820 14423,'0'0'5597,"18"-27"-4645,16-24-766,150-234-78,-163 247-283,-1-1 1,16-45-1,-28 61-167,-1 0 0,-1 0-1,-1 0 1,-1-1 0,1-32 0,-5 45 101,1 2 46,-1 0-1,0 0 0,-1 1 1,-2-16-1,2 21 187,0 1-1,1 0 1,-1-1-1,0 1 1,-1 0-1,1 0 1,0 0 0,-1 0-1,1 0 1,-1 0-1,1 0 1,-1 1-1,0-1 1,0 1-1,0-1 1,0 1 0,0 0-1,0-1 1,0 1-1,-4-1 1,-3-1 22,0 0 0,0 1 0,0 0 0,0 0 0,0 1 0,0 0 0,0 1-1,-14 1 1,17-1 4,1 1-1,-1 0 0,1 0 0,0 0 1,0 1-1,-1 0 0,1 0 0,0 0 0,0 1 1,1-1-1,-1 1 0,1 0 0,-1 1 1,1-1-1,-6 7 0,1 2 112,1 0-1,0 1 1,1 0-1,1 0 1,-1 0 0,2 1-1,0 0 1,1 1-1,0-1 1,-2 22-1,0 21 676,1 78-1,5-111-643,-2 41 255,0 3 213,9 83 1,-5-132-517,0 0-1,2-1 0,0 1 0,2-1 1,0 0-1,0 0 0,2 0 0,0-1 1,13 18-1,-15-26-73,0-1-1,1-1 1,0 1 0,1-1 0,0-1 0,0 1 0,0-1-1,1 0 1,-1-1 0,1 0 0,1-1 0,-1 0 0,1 0-1,0-1 1,-1 0 0,22 3 0,-19-5-30,0 0 0,0 0 0,0-1 1,0-1-1,1 0 0,-1-1 0,0 0 0,0 0 0,-1-2 1,1 1-1,-1-2 0,1 1 0,-1-1 0,11-8 0,4-5-239,0-2 0,-1-1 0,-1 0 0,-1-2-1,-1-1 1,-1-1 0,-2-1 0,21-33-1,-10 7-1098,-1-2 0,-3-1 0,27-86 0,-10-7-996,-36 118 3269,-2 1 0,-1-1 0,0-33 0,-4 62-878,-1 0 0,1 1 0,0-1 0,0 1 0,0-1 0,-1 0 0,1 1 0,0-1 0,-1 1 0,1-1 0,-1 1 0,1-1 0,0 1-1,-1 0 1,1-1 0,-1 1 0,1-1 0,-1 1 0,0 0 0,1-1 0,-1 1 0,1 0 0,-1 0 0,1 0 0,-1-1 0,0 1 0,1 0 0,-1 0 0,1 0 0,-1 0 0,-1 0 0,-25 0 76,20 0 7,0 0-135,-1 1 0,0 0 0,0 0-1,1 0 1,-1 1 0,1 0-1,-1 1 1,1-1 0,0 1-1,0 1 1,0 0 0,-9 6-1,5-1 0,0 0 0,0 1 0,1 0-1,1 1 1,-17 23 0,16-19 8,2-1 1,-1 2 0,2-1-1,0 1 1,1 0 0,1 1-1,-6 28 1,6-13-31,1 0-1,2 0 1,3 39 0,0-51-49,2 1 0,0-1 0,1 0 0,1 0 0,1 0 0,13 28 0,64 109-643,-49-97 646,45 93 84,-67-125 147,-2-1 0,0 1 0,9 55 0,-14-54 30,-1 1 0,-2-1 0,-1 1-1,-2 0 1,-6 47 0,5-61-146,-2-1 1,0 1-1,-1-1 1,0 0-1,-1 0 1,-1-1-1,0 0 0,-1 0 1,-1-1-1,0 0 1,-1 0-1,-12 12 1,14-17-42,0 0 0,0 0 1,-1 0-1,0-1 0,-1-1 1,0 0-1,0 0 0,0-1 1,0 0-1,-1-1 0,0 0 1,0 0-1,0-1 0,0-1 1,-1 0-1,1 0 0,-13-1 1,20-1-63,0 0 1,0 0-1,0 0 1,0-1-1,0 0 1,0 0-1,-4-1 1,6 1-24,0 0 0,0 0 0,0 0 0,0-1 0,1 1 0,-1 0 0,1-1 0,-1 0 0,1 1 0,-1-1 0,1 0 0,0 1 0,0-1 0,0 0 0,-2-4 0,-1-7-601,1 1-1,0-2 1,1 1-1,0 0 0,1-1 1,0 1-1,2-16 0,-1-47-5100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3.5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350 277 10165,'0'0'7147,"3"-19"-6077,11-62-35,-12 67-490,0-1 1,-1-1-1,-2-23 1,0 13-423,1 24-125,-1-1 1,1 0-1,-1 1 1,0-1-1,1 1 0,-1-1 1,0 1-1,-1-1 1,1 1-1,0-1 1,-1 1-1,0 0 0,1 0 1,-1 0-1,0 0 1,0 0-1,0 0 0,0 1 1,-4-3-1,3 1-10,-1 1-1,0 0 0,1 0 0,-1 0 1,0 0-1,0 1 0,-1-1 1,1 1-1,0 0 0,0 1 1,-6-1-1,0 0 6,1 1-1,-1 1 1,0 0 0,1 1-1,-10 2 1,13-2 8,1 0-1,0 0 1,0 1-1,0 0 1,0 0 0,1 0-1,-1 0 1,1 1-1,0 0 1,-5 6 0,-6 7 60,1 2 1,1 0 0,0 1-1,2 0 1,0 1 0,2 0 0,-11 32-1,6-5 363,2-1-1,-9 70 0,12 51 799,9-166-1204,0 1 0,-1 0 1,1-1-1,1 1 0,-1-1 0,0 1 1,1 0-1,-1-1 0,1 1 0,0-1 1,0 1-1,0-1 0,0 0 0,0 1 1,0-1-1,1 0 0,-1 0 0,1 0 0,-1 0 1,4 3-1,-2-3-13,0-1 0,0 0 0,1 0 0,-1 0 0,0-1 0,0 1 1,0-1-1,1 1 0,-1-1 0,0 0 0,0 0 0,1-1 0,-1 1 0,0-1 0,0 0 0,5-1 0,0 0 0,1-1 0,-1-1-1,0 1 1,0-1-1,0-1 1,-1 1-1,1-1 1,-1-1-1,0 1 1,11-13-1,4-6-242,30-44 0,-35 46-16,14-20-919,-2 0-1,-2-2 1,-2-1-1,-1-2 1,18-52 0,-39 90 892,-1-1 0,1 1 0,-2 0-1,1 0 1,-1-19 0,-4 34 1984,-7 18-767,2-1 0,0 2 0,2-1 1,-6 42-1,-2 109 991,13 26-524,1-191-1350,0-1-1,0 1 0,1-1 1,1 1-1,-1-1 0,6 15 1,-6-21-51,0-1 0,0 1-1,1 0 1,0-1 0,-1 1 0,1-1 0,0 0 0,0 0 0,0 0 0,1 0 0,-1 0 0,0 0 0,1 0 0,-1-1 0,1 1 0,0-1 0,-1 0 0,1 0 0,0 0 0,0 0 0,0 0 0,0 0 0,5 0 0,-4-1-11,1 1 1,0-1-1,-1 0 1,1-1-1,0 1 1,-1-1-1,1 0 1,-1 0-1,1 0 1,-1 0 0,0-1-1,1 0 1,-1 0-1,0 0 1,0 0-1,0-1 1,6-5-1,2-3-77,-1 0-1,0-1 0,15-24 1,-23 32 54,39-56-1912,56-106 0,-83 137 660,-2-2 0,0 1 0,-3-2 0,0 1 0,-2-1 0,3-35 1,-7-24-5400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3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1 6307,'0'0'13467,"-7"35"-11124,-9 40-827,-10 146 1,20-93-435,-4 227 1206,11-373-2453,1 1 1,1 0-1,9-33 1,-1 10-123,-7 23 134,51-196-2027,-40 164 896,2 2 1,32-63-1,-41 95 788,1-1-1,0 1 1,2 0 0,-1 1 0,20-19-1,-25 28 488,0 1 1,1-1-1,-1 1 0,1 0 0,0 0 0,1 1 1,-1 0-1,1 0 0,-1 0 0,1 1 0,0 0 1,0 0-1,0 1 0,0 0 0,14 0 0,-18 1 92,0 0-1,0 1 0,1-1 0,-1 1 0,0 0 1,0 0-1,0 0 0,0 1 0,0-1 0,0 1 1,0-1-1,0 1 0,-1 0 0,1 0 0,-1 0 1,1 0-1,-1 1 0,0-1 0,0 1 0,0-1 1,0 1-1,0 0 0,2 5 0,3 7 286,-1 1-1,0 0 0,6 25 0,-9-31-183,7 34 425,-1 1 1,4 76-1,-10 95 233,-3-164-743,0-52-117,0 1-1,0-1 0,0 1 0,0 0 0,0-1 1,0 1-1,0-1 0,0 1 0,0 0 0,0-1 1,0 1-1,0 0 0,0-1 0,1 1 1,-1-1-1,0 1 0,0-1 0,1 1 0,-1-1 1,0 1-1,1-1 0,-1 1 0,1-1 1,-1 1-1,0-1 0,1 1 0,-1-1 0,1 0 1,-1 1-1,1-1 0,0 0 0,-1 1 0,1-1 1,-1 0-1,1 0 0,-1 0 0,1 0 1,0 1-1,0-1 0,2-1-114,-1 1-1,0-1 1,0 1 0,0-1 0,1 0-1,-1 0 1,0 0 0,0 0 0,0 0-1,-1-1 1,4-1 0,8-9-1172,0-1 0,-1 0 0,18-26 0,-5 7-1687,38-45-6423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4.3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587 42 13622,'0'0'9645,"-33"-7"-8989,-102-19-170,80 17-206,31 10-166,11 1-84,6 0-12,0-1 1,0 1-1,1 0 1,-1 0-1,1 1 1,0 0 0,0 0-1,0 0 1,0 1-1,0 0 1,1 0-1,-1 1 1,-6 6-1,-5 8 80,1 0-1,-19 31 1,8-9 82,2 0-1,2 2 1,-17 45-1,30-61-84,1 0-1,0 0 0,3 1 1,0 0-1,1 0 1,0 44-1,4-71-95,1 0 0,0 0 0,0 1 0,0-1-1,0 0 1,0 1 0,0-1 0,1 0 0,-1 0-1,0 1 1,1-1 0,-1 0 0,0 0 0,1 1 0,0-1-1,-1 0 1,1 0 0,0 0 0,-1 0 0,3 2 0,-1-3-9,0 1 0,0 0 1,0-1-1,1 0 1,-1 1-1,0-1 1,0 0-1,1 0 1,-1 0-1,4-1 0,-3 1-1,5-1-29,1-1 0,-1 0-1,1 0 1,-1 0 0,0-1 0,0 0 0,0-1 0,0 0-1,0 0 1,12-9 0,4-7-244,38-37 0,-38 34 35,20-20-267,-23 20-167,2 1-1,0 0 1,2 2 0,0 1-1,28-15 1,-46 30 520,0 1 0,0 0 0,0 1 0,0-1 0,1 2 0,-1-1 0,1 1 0,11-1 0,-15 2 158,-1 0-1,1 0 1,0 1 0,-1-1-1,1 1 1,-1 0 0,1 0-1,-1 0 1,1 0 0,-1 1-1,1-1 1,-1 1 0,0 0-1,0 0 1,0 0-1,0 1 1,0-1 0,-1 1-1,5 4 1,1 5 168,0 1-1,-1 0 1,0 1-1,-1-1 0,-1 1 1,7 25-1,15 95 1188,-14-43-645,-5 0 1,-3 0 0,-9 107-1,1-165-538,-1 0 1,-2-1-1,-1 0 0,-23 60 0,21-69-106,-2 1 1,0-2-1,-2 0 0,0 0 0,-1-1 1,-34 37-1,40-51-65,1 1 1,-2-2-1,1 1 1,-1-1 0,0 0-1,0-1 1,0 0-1,-1-1 1,1 0-1,-16 5 1,11-6-22,-1 0-1,1-1 1,0-1-1,-1 0 1,1-1-1,-30-4 1,37 3-28,0 0-1,0-1 1,-1 0 0,1 0 0,1-1 0,-1 0 0,0 0 0,1-1-1,-1 1 1,1-2 0,0 1 0,0 0 0,1-1 0,-1 0-1,1-1 1,0 1 0,-6-11 0,4 5-130,1 1 0,0-1 0,1-1 0,0 1-1,1-1 1,0 0 0,1 0 0,0 0 0,-1-24 0,1 1-894,2 0 1,4-37 0,-1 53-162,1 0 0,1 0 0,1 0 1,0 0-1,12-25 0,31-52-9425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4.9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335 268 4434,'0'0'10135,"11"-23"-8411,33-68-89,-31 57 116,-13 21-277,-2 2-662,2 6-705,0 0 1,0 0-1,-1 0 0,0 1 1,0-1-1,0 0 1,0 0-1,-1 0 1,0 1-1,0-1 1,0 1-1,-3-5 0,3 6-107,0 1 0,0-1 0,-1 1 0,1 0-1,0 0 1,-1 0 0,0 0 0,1 1 0,-1-1-1,0 1 1,0-1 0,0 1 0,0 0 0,0 0 0,0 0-1,0 1 1,0-1 0,0 1 0,-1 0 0,-4 0-1,4 0-6,-9-1-28,0 2 0,-22 2-1,29-1 32,1-1 0,0 1-1,0 0 1,0 0-1,0 0 1,0 0-1,0 1 1,1 0-1,-8 6 1,-1 3 15,1 1 0,0 0 0,1 0 0,1 1 0,0 1 0,1 0 0,0 0 0,-11 29 0,3 0 230,3 0 1,-10 50 0,11-33 203,3 0 0,3 1 0,1 65 0,5-113-366,3 25 77,-2-38-152,0 0-1,1 1 1,-1-1-1,1 0 1,-1 1-1,1-1 1,-1 0-1,1 0 1,0 1-1,0-1 1,-1 0-1,1 0 1,0 0 0,0 0-1,0 0 1,0 0-1,0 0 1,1 0-1,-1-1 1,0 1-1,0 0 1,0-1-1,2 2 1,2-1-2,0 0 0,0 0 0,-1-1 0,1 1 0,0-1 0,0 0 0,0-1 0,0 1 0,-1-1 0,1 0 0,0 0 0,0 0 0,-1 0 0,1-1 0,-1 0 0,1 0 0,-1 0 0,0-1 0,4-3 0,6-3-30,-1-2 1,0 0-1,-1-1 0,15-17 0,19-25-1151,-3-2 0,-2-2 0,-3-1-1,48-99 1,-79 139 536,0 1 0,-1-1 0,-1 0-1,0 0 1,-2 0 0,0-1 0,-1 0-1,-1 1 1,-3-31 0,2 49 712,0 1 1,0-1-1,0 1 0,0-1 1,0 1-1,0-1 1,0 1-1,0-1 0,0 1 1,0-1-1,0 1 1,-1-1-1,1 1 0,0-1 1,0 1-1,-1-1 0,1 1 1,0 0-1,0-1 1,-1 1-1,1 0 0,-1-1 1,1 1-1,0 0 1,-1-1-1,1 1 0,-1 0 1,1 0-1,0-1 1,-1 1-1,1 0 0,-1 0 1,1 0-1,-1 0 0,1-1 1,-1 1-1,1 0 1,-1 0-1,1 0 0,-1 0 1,1 0-1,-1 0 1,1 1-1,-1-1 0,1 0 1,-1 0-1,1 0 0,-1 0 1,1 0-1,-1 1 1,1-1-1,-1 1 0,-1 0 126,0 0 0,1 0 1,-1 0-1,0 1 0,1-1 0,-1 0 0,1 1 0,-1 0 0,1-1 0,0 1 0,0 0 0,-1 0 0,0 3 0,-5 19 610,2 0-1,0 1 0,-2 47 1,7-65-709,-8 344 2786,8-257-2371,0-91-492,0 5 25,0 1 1,0-1-1,1 0 1,0 1 0,4 14-1,-4-21-43,0 0-1,0 0 1,0 0-1,0 0 1,1 0-1,-1 0 1,0 0-1,1-1 1,-1 1-1,1 0 1,0-1-1,0 1 1,-1-1-1,1 0 1,0 0-1,0 1 1,0-1-1,1 0 1,-1-1-1,0 1 1,0 0-1,0-1 1,1 1-1,-1-1 1,4 1-1,-4-1-15,0 0 1,0 0-1,0 0 1,-1 0-1,1 0 0,0-1 1,0 1-1,0 0 1,0-1-1,-1 0 0,1 1 1,0-1-1,-1 0 1,1 0-1,0 0 0,-1 0 1,1 0-1,-1 0 1,1 0-1,1-2 0,1-3-63,0 1-1,0-1 0,0 0 0,4-9 0,-4 8-12,26-54-1923,38-107-1,-24 7-4772,-25 55-1097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5.2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1 14455,'-2'26'4954,"-17"372"3063,19-36-4632,-1-343-3258,2 28 106,0-44-223,-1-1-1,0 1 0,1-1 0,-1 1 1,1-1-1,0 0 0,0 1 0,0-1 1,0 0-1,0 0 0,1 0 1,-1 1-1,0-2 0,3 4 0,-3-4-20,1-1 0,0 1-1,-1 0 1,1 0 0,0 0-1,-1-1 1,1 1 0,0-1-1,0 0 1,0 1 0,-1-1 0,1 0-1,0 0 1,0 0 0,0 0-1,0 0 1,-1-1 0,1 1-1,0 0 1,0-1 0,0 0-1,-1 1 1,1-1 0,0 0-1,-1 0 1,1 0 0,-1 0-1,1 0 1,-1 0 0,1 0-1,-1 0 1,2-3 0,4-5-98,0 0 0,-1-1 1,-1 1-1,0-1 0,5-14 1,22-65-541,-28 77 557,53-198-1854,-7 26-622,-45 165 2027,1 1 0,0 0-1,2 0 1,0 1 0,1-1-1,1 2 1,0-1 0,17-18 0,-24 31 456,1 0 1,0 0-1,0 0 1,0 1 0,1-1-1,-1 1 1,1 0-1,0 0 1,0 1 0,0-1-1,0 1 1,0 0-1,1 1 1,-1-1 0,1 1-1,-1 0 1,1 0 0,10 1-1,-13 0 120,0 0-1,0 0 1,0 0-1,-1 0 0,1 1 1,0-1-1,0 1 1,0 0-1,-1 0 1,1 0-1,-1 0 1,1 1-1,-1-1 1,1 1-1,-1-1 1,1 1-1,-1 0 0,3 4 1,1 1 127,-2 0-1,1 1 1,-1-1 0,0 1 0,3 9-1,-7-15-132,14 34 583,-2 0-1,-2 1 1,-1 0-1,5 48 1,3 156 1004,-12-139-1183,-4-93-378,-1 5 36,1-1 0,0 0 0,1 0-1,1 0 1,5 18 0,0-19-195,-8-12 89,1 1 0,-1-1 1,0 0-1,0 0 0,1 0 1,-1 0-1,0 0 0,0 0 1,0 0-1,1 0 0,-1 0 1,0 0-1,0 0 0,1 0 0,-1 0 1,0 0-1,0 0 0,1 0 1,-1 0-1,0-1 0,0 1 1,1 0-1,-1 0 0,0 0 1,0 0-1,0 0 0,1-1 1,-1 1-1,0 0 0,0 0 1,0 0-1,2-2-151,-1 0-1,0 0 1,0 0-1,0-1 1,0 1-1,0 0 1,-1 0-1,1 0 1,0-3 0,5-44-3385,-5-12-2345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5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912 830 11813,'0'0'6755,"-39"7"-5613,-128 19-251,160-25-838,0-1 0,0 0 0,-1 0 0,1-1 0,0 0 0,0 0 0,-1-1 0,1 0 0,0 0 0,1-1 0,-1 1 0,-12-8 0,-18-13 189,1-1 1,0-3-1,-62-59 1,51 37-27,-77-104 1,86 96-46,3-1 0,2-2-1,2-1 1,4-1 0,-27-88 0,54 150-172,0 0 0,0 0 1,0 0-1,0 0 1,0 0-1,0 0 1,0 0-1,0 0 1,0 0-1,0 0 1,0 0-1,0 0 0,0 0 1,-1 0-1,1 0 1,0 0-1,0 0 1,0 0-1,0 0 1,0 0-1,0 0 1,0 0-1,0 0 0,0 0 1,0 0-1,0 0 1,0 0-1,0 0 1,0 0-1,0 0 1,0 0-1,0 0 1,-1 0-1,1 0 0,0 0 1,0 0-1,0 0 1,0 0-1,0 0 1,0 0-1,0 0 1,0 0-1,0 0 1,0 0-1,0 0 0,0-1 1,-2 14-41,1 26-39,1 625 843,0-638-714,-1-2 18,2 1-1,3 26 0,-3-45-54,0-1 1,0 0-1,0 0 1,1 0-1,0 0 1,0 0-1,0 0 1,1 0-1,-1-1 0,1 1 1,0-1-1,0 0 1,1 1-1,7 6 1,-7-8-9,1 0 0,0-1 0,0 1 1,0-1-1,0 0 0,0 0 1,1-1-1,-1 1 0,1-1 0,-1-1 1,1 1-1,-1-1 0,1 1 0,-1-2 1,8 0-1,0 0 7,1-2 0,-1 0 0,0 0-1,0-1 1,22-10 0,-3-3 38,0-2 0,51-41 0,403-362-1570,-438 379 1060,240-232-4891,-180 169 443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6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512 75 5763,'0'0'8996,"4"-13"-8180,15-37-173,-15 38 1027,-11 17-1216,-14 18-326,1 1 0,1 1-1,-23 38 1,-42 95 110,-18 62 637,-75 244 1,156-402-755,-20 99 0,37-123-102,4-37-18,0-1-1,0 0 1,0 1 0,0-1-1,0 1 1,0-1 0,0 0-1,0 1 1,0-1 0,0 0 0,0 1-1,0-1 1,0 0 0,0 1-1,0-1 1,0 0 0,0 1-1,0-1 1,0 0 0,1 1-1,-1-1 1,0 0 0,0 1-1,0-1 1,1 0 0,-1 0 0,0 1-1,0-1 1,1 0 0,-1 0-1,0 1 1,1-1 0,-1 0-1,0 0 1,1 0 0,13-10-10,6-13-254,-2 0 0,27-45 0,28-63-2707,-22 28-1043,-8 5-1987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7.2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8052,'0'0'6080,"13"10"-4981,-2 0-840,0-1 0,-1 2 0,0-1 0,-1 1 0,0 1 0,-1-1 0,-1 2 0,1-1 0,8 23 0,44 125 2118,65 281-1,-6 176-854,-80-448-1434,-39-167-176,0-3-43,0 0 1,-1-1-1,1 1 0,-1 0 0,1 0 0,-1-1 0,0 1 0,0 0 0,1 0 0,-1 0 0,0 0 0,0 0 0,-1-1 1,0 0-111,-68-71-7249,-102-82 0,78 76 607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7.5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 11573,'0'0'10245,"238"-16"-9637,-158 32-384,6-4-208,7-5-16,7-7-640,0 0-1265,-3-7-2561,-18-24-2721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7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1 1249,'0'0'15684,"-5"30"-13822,3-18-1672,-8 48 760,3 0-1,0 64 1,7 432 2782,-1-537-3644,1-16-72,0-1 0,-1 1 1,1-1-1,0 1 0,0 0 0,0-1 1,1 1-1,-1-1 0,1 1 0,-1-1 1,1 0-1,2 5 0,-2-8-10,0-1 0,0 0-1,0 0 1,0 1 0,0-1-1,0 0 1,0 0 0,-1 0 0,1 0-1,-1 0 1,1 0 0,-1 0-1,0-2 1,25-288-1080,3-25-2913,-27 303 3423,2 1 1,0-1-1,0 1 0,11-25 0,-13 35 441,1 0-1,-1 0 1,1 1 0,0-1-1,0 0 1,0 1 0,0-1-1,1 1 1,-1 0-1,1 0 1,-1 0 0,1 0-1,0 0 1,0 0 0,0 1-1,0-1 1,0 1-1,0 0 1,0 0 0,0 0-1,0 0 1,1 1 0,-1-1-1,0 1 1,5 0-1,85 0-5676,-55 0 937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8.2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16 7059,'0'0'11048,"-2"26"-9847,0 13-800,-14 263 2516,16-296-2871,1 220 1077,0-211-1056,0 1-1,1-1 1,1 1 0,0-1 0,8 22 0,-9-32-61,0 0 1,0-1 0,0 1-1,1 0 1,0-1-1,0 0 1,0 1 0,1-1-1,-1-1 1,1 1 0,0 0-1,0-1 1,0 0 0,0 0-1,1 0 1,-1 0 0,1-1-1,0 0 1,8 3-1,-6-3-22,0 0 0,0 0 0,1-1 0,-1-1 0,0 1 0,1-1 0,-1 0 0,0 0 0,1-1 0,-1 0 0,0-1 0,0 1 0,0-1 0,0-1 0,0 1 0,0-1 0,0-1 0,-1 1 0,0-1 0,0 0 0,0 0 0,0-1 0,0 0 0,-1 0 0,9-11 0,15-20-1178,-2-1-1,-2-2 1,-1 0-1,-2-2 1,-2 0 0,22-63-1,-34 80-430,-1 1 1,-1-2-1,-1 1 0,3-35 0,-6-11-4601</inkml:trace>
  <inkml:trace contextRef="#ctx0" brushRef="#br0" timeOffset="1">490 0 3153,'0'0'13516,"-4"24"-12067,1-8-1178,-5 34 861,-4 84-1,5 526 1038,8-673-2913,0 0 0,1 0 0,1 1 0,4-14 0,3-17-1693,4-35-3486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8.6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390 1 13974,'0'0'5336,"-34"23"-4511,-107 78 2,134-96-745,0 0 1,1 1-1,0 1 0,0-1 1,0 1-1,1-1 1,0 2-1,0-1 1,1 0-1,0 1 1,-3 9-1,4-7 38,1 0 0,0 0 1,1 0-1,0 0 0,1 1 0,0 11 0,0-5-3,1-9-99,0 1 0,0-1-1,0 1 1,1-1 0,1 0 0,-1 0 0,1 0-1,1 0 1,0 0 0,0-1 0,0 1-1,1-1 1,7 9 0,10 9 17,1-1 0,31 26 1,5 4 20,-47-42-32,0 1 1,0 1-1,18 28 0,-27-35-50,0 0 0,0-1-1,0 1 1,-1 0 0,1 0-1,-2 1 1,1-1 0,-1 0-1,0 1 1,-1-1 0,0 14-1,0-19 10,-1 0 0,0 0 0,1 1 0,-1-2 0,0 1 0,0 0 1,0 0-1,0 0 0,0 0 0,0 0 0,-1-1 0,1 1 0,0-1 0,-1 1 0,0-1 0,1 1 0,-1-1 0,0 0 0,0 0 0,1 0 0,-1 0 0,0 0 0,-2 1 0,-7 2-2,0 0-1,0-1 1,-11 2 0,20-5 7,-29 4-203,1-1 0,0-1 0,-39-3 0,58 0 96,3 1-35,-1-1 0,1 0 0,0 0 0,-1-1 0,1 0 0,0-1 0,0 1 0,1-2 0,-1 1-1,1-1 1,-1 0 0,-9-8 0,12 8-196,0 0 0,0-1-1,1 1 1,0-1-1,0 0 1,0-1 0,-3-5-1,4 5-338,0 1-1,1-1 1,0 0 0,0 0-1,0 0 1,1 0-1,0 0 1,-1-6 0,1-38-8070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4:49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18024,'0'0'3650,"255"49"-2818,-172-45-832,-4-4-64,-13 0-1568,-22 0-2370,-26 0-5955</inkml:trace>
  <inkml:trace contextRef="#ctx0" brushRef="#br0" timeOffset="1">1249 969 23323,'0'0'1584,"-34"19"-3104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5:17.0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90 137 6051,'0'0'8484,"200"-136"-22155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5:26.3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8740,'0'0'9941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5:38.2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4994,'0'0'14279,"131"74"-18937,-110-61-5619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5:39.8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19417,'0'0'4994,"3"0"-5282,-3 7-1377,0-1-832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5:50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2374 5026,'0'0'7465,"-7"0"-6243,-13 0-513,6 0 4099,15 4-4565,6 7-110,0 0-1,0 0 1,1 0 0,1-1-1,10 11 1,56 46 357,-35-38-357,1-2 1,1-2-1,1-1 1,1-3-1,51 18 1,240 62 153,-206-71-183,1-6-1,153 9 1,268-17 71,-440-15-110,199-5 186,-245-1-150,-1-2 0,113-29 0,-127 22-57,0-3 1,-1-2-1,0-2 1,-2-2 0,-1-2-1,-1-2 1,-1-2-1,-1-2 1,-2-1-1,-1-3 1,-2-1-1,34-41 1,238-323 8,-289 369-14,-1-2-1,-2 0 1,-1-1-1,-1 0 1,-2-2-1,-2 1 1,-1-2-1,10-64 1,-2-45 23,-7-1 0,-6-174 1,-7 308-68,-1 0 1,0 1 0,-1-1-1,0 1 1,-1 0-1,0 0 1,-10-20 0,-52-78-2,41 71 9,-18-26 10,-70-85-1,79 113-19,0 1-1,-3 2 1,-54-40-1,-14 4-29,-2 4-1,-3 5 1,-220-87 0,293 136 12,0 1 1,-1 1 0,0 3-1,-71-6 1,-161 11-17,141 4-76,117-2 56,-51 0-158,-71 9 0,-224 38 197,316-39 6,1 0 0,0 3-1,-43 17 1,-115 58-184,-34 11 70,56-27 141,151-57-10,0 2 0,1 0 0,1 1 0,-33 30 0,3 5 10,3 2-1,2 3 0,3 2 1,2 1-1,3 3 0,-53 104 0,80-132 27,1 0-1,-12 50 0,7-18 45,4-26-57,3 0 0,1 0 0,2 1 0,-3 53 0,11 170 67,2-246-83,1 0-1,1 0 1,0 0 0,2 0 0,10 25 0,48 85 78,-23-48-38,-26-51-16,29 65 89,80 122 1,-48-107-106,42 64 25,-92-131-33,-2 2-1,22 56 1,-43-93-6,-1 0 0,2-1 0,-1 1 1,1-1-1,0 0 0,0 0 0,1 0 0,0 0 0,0-1 1,0 0-1,1 0 0,-1 0 0,1-1 0,8 5 1,-2-3 2,-1-1 1,1-1-1,0 0 1,0-1-1,0 0 1,0-1 0,20 2-1,5-2 5,-21-1-193,1 0 0,-1 2 0,19 3-1,-34-6 60,0 1 0,0-1 0,0 0 0,-1 0 0,1 0 0,0 1 0,0-1 0,0 0 0,0 1 0,-1-1 0,1 0 0,0 1 0,0-1 0,-1 1 0,1 0 0,0-1 0,-1 1 0,1-1 0,-1 1 0,1 0 0,-1 0 0,1-1 0,-1 1 0,1 0 0,-1 0 0,0 0 0,1-1 0,-1 1 0,0 0 0,0 0 0,1 0 0,-1 0 0,0 0 0,0 0 0,0-1 0,0 1 0,0 0 0,-1 0 0,1 0 0,0 0 0,-1 1 1,-7 16-6414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5:53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50 6115,'0'0'6886,"-5"2"-5937,-16 4-116,16-4-121,5-2-617,0 1 0,1 0 0,-1-1 0,0 1 0,1 0 0,-1-1 0,0 1 0,1-1 0,-1 1 0,1-1 0,-1 1 0,1-1 0,-1 1 0,1-1 0,-1 1 0,1-1 0,0 0 0,-1 1 0,1-1 0,-1 0 0,1 1 0,0-1 0,1 0 0,21 6 26,-17-4 138,57 12-56,0-3 0,0-2-1,96 0 1,285-1 88,2-1-19,-287-5-260,181-5 35,-165-15-40,11 0 4,-26 14-25,99-7 15,230-26-21,-153 15 8,174 13-33,-360 16 54,42 1 350,-147-8-166,12 1-43,0-3 0,56-9 0,-25 1 434,168 1 0,-240 9-888,-80 0-4712,-4 0-362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06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35 5314,'0'0'6817,"-4"-1"-6380,-1 0 230,0-1 0,0 0-1,1 0 1,-1 0-1,0 0 1,-6-5 0,11 7-630,0 0 1,-1 0 0,1 0 0,0-1 0,0 1 0,0 0 0,0 0 0,0 0-1,-1 0 1,1 0 0,0-1 0,0 1 0,0 0 0,0 0 0,0 0 0,0 0 0,0-1-1,0 1 1,0 0 0,0 0 0,-1 0 0,1-1 0,0 1 0,0 0 0,0 0-1,0 0 1,0-1 0,0 1 0,0 0 0,1 0 0,-1 0 0,0-1 0,0 1-1,0 0 1,0 0 0,0 0 0,0 0 0,0-1 0,0 1 0,0 0 0,1 0-1,9-5 376,12 2-322,82 3-131,-95 2 32,0 0-1,0 0 1,0 1 0,-1 0-1,1 1 1,-1 0 0,1 0 0,-1 1-1,10 7 1,-14-8-4,0 0 0,0 0 1,0 1-1,0-1 0,-1 1 0,0 0 0,0 0 0,0 0 0,0 0 1,-1 1-1,0-1 0,0 1 0,0-1 0,-1 1 0,1 8 0,1 11 10,-1 0 0,-1 32 0,-2-33 118,1-23-57,1-1 2,1 0-34,-1 0 56,2-5-130,-3 4 56,1 1 0,0-1 0,0 0 0,-1 0 0,1 0 0,-1 0 0,1 0 0,-1 0 0,1 0 0,-1 0 0,0 0 0,1 0 1,-1-2-1,0 2-10,0 0-6,-1 0 0,1 0 0,0-1 0,0 1 0,0 0 0,0 0 0,0-1 0,0 1 0,0 0 0,0 0 0,1 0 0,-1-1 0,0 1 0,1 0 0,-1 0 0,2-2 0,-1 2-20,1 1 43,-1 0 5,0 0-56,-1 0 32,1 0 1,0-1-1,-1 1 0,1 0 0,0-1 0,-1 1 0,1 0 0,-1-1 0,1 1 0,-1-1 1,1 1-1,-1-1 0,1 1 0,-1-1 0,1 0 0,-1 1 0,1-1 0,-1 0 0,0 1 1,0-1-1,1 0 0,-1 1 0,0-1 0,0 0 0,0 1 0,1-2 0,2-25-1091,-2 22 516,-1-40-3690,0 7-713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08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62 153 7379,'0'0'7006,"8"-19"-6528,3-5-339,16-29-1,-25 50-134,1 0 0,-1 0-1,0 0 1,1 0 0,0 0-1,0 1 1,0-1 0,0 1-1,0 0 1,0 0 0,0 0-1,1 0 1,-1 1 0,1-1-1,-1 1 1,1 0 0,0 0-1,6-1 1,0 0 6,11-3 6,-1 2 0,1 0 0,0 1 0,0 1 0,22 2 0,-41-1-13,-1 1-1,0-1 1,1 0-1,-1 1 0,1-1 1,-1 1-1,0-1 0,0 1 1,1 0-1,-1 0 1,0-1-1,0 1 0,0 0 1,0 0-1,0 0 1,0 0-1,0 0 0,0 1 1,0-1-1,-1 0 1,1 0-1,0 2 0,11 32 160,-11-29-123,6 28 246,-1-1-1,1 50 0,-5 73 519,-3-87-495,1 25 126,-16 544 2149,8-404-2108,8-180-280,0-53-187,0 0 0,0 0 0,0 1 0,0-1 1,0 0-1,1 0 0,-1 0 0,0 0 0,1 0 0,-1 0 0,1 0 0,-1 0 0,1 0 1,-1 0-1,1 0 0,0-1 0,-1 1 0,1 0 0,0 0 0,0 0 0,0-1 0,-1 1 1,1 0-1,0-1 0,0 1 0,0-1 0,0 1 0,0-1 0,0 0 0,0 1 0,0-1 1,0 0-1,1 0 0,-1 1 0,0-1 0,0 0 0,0 0 0,2-1 0,2 1 4,0 0-1,0-1 0,0 0 0,0 0 0,0-1 0,0 1 0,8-5 1,0-1-47,-1-1 0,0-1 1,-1 0-1,0 0 1,18-20-1,45-62-1089,-58 70 550,-1 0-1,0-1 0,-2-1 1,11-25-1,-19 28 249,-7 80 500,-11 69 709,-9 99 419,13-4-530,-12 158 87,10-274-584,-36 158 1,37-226-229,-1-1 0,-28 62 0,32-87-42,0 0 0,-1 0 0,0 0 0,-2-1 0,1 0-1,-2-1 1,1 0 0,-2-1 0,-18 15 0,23-21-29,-1 0 1,1-1-1,-1-1 1,0 1-1,1-1 1,-2 0 0,1-1-1,-11 2 1,0-1-125,1-2 1,-33 0-1,43-1 26,-1-1 0,1-1-1,0 1 1,-1-1 0,1 0 0,0-1-1,0 0 1,1-1 0,-1 1 0,0-1 0,1-1-1,0 1 1,0-1 0,1-1 0,-1 1-1,1-1 1,0 0 0,0-1 0,1 1 0,0-1-1,0 0 1,1 0 0,-4-9 0,-2-5-796,1 0 1,1 0-1,1-1 0,1 0 1,0 0-1,2-1 1,-2-35-1,3-76-7838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0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184 225 1425,'0'0'6240,"8"-14"-4848,50-106 2346,-52 108-3439,-2 5-75,0-1 0,-1 0 0,1 0-1,-2 0 1,1 0 0,-1-1-1,1-9 1,-3 17 80,-13 0 1152,11 0-1456,-1 1 0,1-1 0,0 1 0,0 0 0,0 0 0,-1 0-1,1 0 1,0 0 0,0 1 0,0-1 0,-1 0 0,1 1 0,0 0 0,0 0-1,-3 1 1,-4 4 11,1 0-1,-1 0 1,1 1 0,1 0-1,-1 1 1,-7 9-1,-40 58 36,41-54-17,0 1 0,2 0 0,0 0 0,1 1 0,2 1 0,0 0-1,2 0 1,0 0 0,2 1 0,-3 27 0,6-32-3,2 0 0,2 36 0,-1-49-25,0 1-1,1-1 1,0 0 0,0 0-1,1 0 1,0 0 0,0 0-1,0-1 1,1 1 0,7 8-1,17 18 33,43 38-1,-39-41 19,33 41-1,-56-59-51,0 0-1,-1 0 0,0 1 0,-1 0 1,-1 0-1,0 0 0,6 24 0,-6-10-6,-2 0 0,-1 1 0,-1 0 0,-2 0 0,-4 41 0,3-55 32,-2 0 0,0 0 0,0-1-1,-1 1 1,-1-1 0,0 0 0,-1 0 0,-11 19-1,-5 1 241,-44 53 0,59-78-259,6-7-138,1-5-598,0-56-6432,0 12-2410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0.8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7459,'0'0'5123,"-3"239"-3763,13-137 161,1-6-240,-1-15-417,-3-16-304,3-18-256,0-25-191,1-13-113,-1-9-113,-6 0-703,3-34-769,-4-19-1104,-3-12-4418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1.2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12134,'0'0'1264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1.6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6 5218,'0'0'4843,"-10"-6"-596,10 31-3183,1-1 1,8 46-1,0-24-529,-2 0 0,2 57 1,-9 95 1116,-1-98-948,-2-9-72,4-109-821,1 0 0,1 0-1,1 1 1,1-1-1,0 1 1,1 0-1,13-25 1,-5 10-176,67-153-2114,-57 138 977,52-78 0,-75 124 1486,28-34-629,-27 33 620,0 0 0,0 1 1,0-1-1,0 1 0,0 0 0,0 0 1,1-1-1,-1 1 0,0 1 1,1-1-1,-1 0 0,1 1 1,-1-1-1,1 1 0,2-1 1,-4 1 31,0 0 1,-1 0 0,1 0-1,-1 0 1,1 0-1,-1 0 1,1 1 0,-1-1-1,1 0 1,-1 0 0,1 0-1,-1 0 1,1 1 0,-1-1-1,1 0 1,-1 0 0,1 1-1,-1-1 1,1 0 0,-1 1-1,1-1 1,-1 0 0,0 1-1,1-1 1,-1 1-1,0-1 1,1 1 0,-1-1-1,0 1 1,4 12 324,0 0 0,-1 0 0,-1 1 0,0-1 0,0 22 0,-1-26-158,1 180 2880,-4-116-1447,13 113-1,-11-184-1587,0 0-1,1 1 1,-1-1-1,1 0 1,-1 0-1,1 1 1,0-1-1,0 0 1,0 0-1,0 0 1,0 0-1,0 0 0,1 0 1,1 2-1,-1-3-26,0 1 0,0-1 0,0 0 0,0-1 0,0 1 1,0 0-1,0 0 0,0-1 0,0 0 0,0 1 0,0-1 0,0 0 0,0 0 0,4 0 0,-5 0-33,1 0 0,-1-1 0,1 1 0,0-1 0,-1 1 0,1-1 0,-1 1 0,0-1 0,1 0 0,-1 0 0,1 0 0,-1 1 0,0-1 0,0-1 0,0 1 0,1 0 1,-1 0-1,0 0 0,0-1 0,-1 1 0,1 0 0,0-1 0,0 1 0,0-2 0,14-42-1188,-14 38 902,5-16-1516,-1-1 1,1-30-1,-5 1-3005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2.1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36 8148,'0'0'6285,"1"38"-4628,1 1-1191,16 218 2478,-14-223-2447,11 73 734,-12-94-1131,0 0 0,1-1 0,0 1 0,1-1 0,1 0-1,6 11 1,-8-18-105,-1-1-1,1 0 1,0 0-1,1 0 1,-1 0-1,1-1 1,0 0-1,-1 0 1,1 0-1,1 0 1,-1-1-1,0 0 1,1 0-1,-1 0 1,1-1-1,-1 1 1,1-2-1,0 1 1,-1 0-1,1-1 1,0 0-1,-1-1 1,1 1-1,0-1 1,0 0-1,-1 0 1,1-1-1,-1 0 1,0 0-1,1 0 1,5-4-1,-2 0-128,0 0-1,-1-1 1,0 0-1,0-1 1,0 0-1,-1 0 1,12-18-1,-4 2-624,-1 0 0,10-26 0,-10 16-62,-3 0 0,0-1 1,-3-1-1,0 1 1,-3-1-1,-1 0 0,-1-1 1,-2 1-1,-6-58 0,5 91 917,-1 0 0,1 0-1,0 1 1,-1-1 0,1 0-1,-1 0 1,0 0-1,0 1 1,0-1 0,0 0-1,0 1 1,-1-1 0,1 1-1,-1 0 1,0-1 0,1 1-1,-1 0 1,0 0 0,-4-3-1,5 4-17,1 1-1,0 0 0,-1 0 1,1 0-1,0-1 0,-1 1 1,1 0-1,-1 0 0,1 0 1,0 0-1,-1 0 0,1 0 1,-1-1-1,1 1 0,-1 0 1,1 0-1,0 0 0,-1 1 1,1-1-1,-1 0 1,1 0-1,0 0 0,-1 0 1,1 0-1,-1 0 0,1 1 1,0-1-1,-1 0 0,1 0 1,0 0-1,-1 1 0,1-1 1,0 0-1,-1 1 0,1-1 1,0 0-1,0 1 0,-1-1 1,1 0-1,0 1 0,0-1 1,-6 19 347,6-19-350,-4 32 614,2-1 0,3 57 1,0-26-136,18 192 881,-1-59-749,-16 218-208,-4-386-469,-1 1 0,-1-1 0,-11 38 0,12-55-8,0 0 0,-1 0 0,0 0 0,-1 0 0,0-1 0,-1 0 0,1 0 0,-2 0 0,1-1 0,-1 0 0,-12 11 0,13-15-34,1-1 1,-1 0 0,0 0-1,0-1 1,0 1 0,0-1-1,-1-1 1,1 1 0,0-1-1,-1 0 1,1-1 0,-1 1-1,1-1 1,-10-1 0,11 1-28,0-1-26,1 1-1,0-1 0,-1 0 0,1 0 0,0 0 0,-1 0 0,1-1 0,0 0 0,0 0 0,0 0 1,1 0-1,-1 0 0,0-1 0,1 0 0,0 0 0,-1 0 0,1 0 0,0 0 0,1-1 0,-1 1 1,0-1-1,-2-5 0,-2-4-425,1 0 0,0-1 1,1 0-1,0 0 0,-5-25 0,6 14-1490,-2-32 0,4-34-4924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2.9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294 196 5699,'0'0'7520,"3"-6"-6687,-3 5-836,14-40 2210,-13 39-2136,-1-1 1,1 0-1,-1 1 1,0-1-1,0 1 0,0-1 1,0 1-1,0-1 1,0 0-1,-1 1 0,1-1 1,-1 1-1,0-1 1,0 1-1,0-1 1,0 1-1,-2-4 0,-13-16-13,14 18-42,-1 0 1,1 0 0,-1 0-1,0 0 1,0 0-1,0 1 1,0-1 0,-1 1-1,0 0 1,1 0-1,-1 0 1,0 1-1,0-1 1,-1 1 0,-7-3-1,-27-3 74,21 4-5,0 0 1,0 2 0,-20-1-1,36 3-80,1 0-1,-1 0 0,1 0 1,-1 0-1,1 1 1,0-1-1,-1 0 0,1 1 1,-1 0-1,1-1 0,0 1 1,0 0-1,-1-1 0,1 1 1,0 0-1,0 0 0,0 0 1,0 0-1,0 0 1,0 0-1,0 1 0,0-1 1,-1 2-1,0 2 37,-1 1-1,1 0 1,0 0 0,-2 8-1,3-9-3,-15 67 965,3 0 0,3 2 1,0 128-1,10-198-968,0 3 17,0-1 0,0 1 0,1-1 0,2 11-1,-3-15-44,1-1 0,-1 1-1,1 0 1,0-1 0,0 1 0,0-1-1,0 0 1,0 1 0,0-1-1,0 0 1,0 1 0,0-1 0,1 0-1,-1 0 1,0 0 0,1 0-1,-1 0 1,1 0 0,-1-1-1,1 1 1,2 0 0,3 1-3,0 0-1,0-1 1,0 0 0,1 0 0,-1-1-1,0 0 1,0 0 0,0-1-1,1 0 1,-1 0 0,0 0 0,0-1-1,0 0 1,0-1 0,-1 1 0,1-1-1,-1-1 1,9-5 0,4-4-175,-1 0 1,0-2-1,-1-1 1,24-26-1,-23 22-470,0-1 0,-2-1 0,0-1-1,20-39 1,-30 50 234,-1-1 1,0 1-1,-1-1 0,-1 0 0,0 1 0,0-2 0,-1 1 1,-1 0-1,0 0 0,-1-1 0,-3-21 0,3 33 446,-1 0-1,1 1 1,0-1 0,-1 1-1,0-1 1,1 1-1,-1-1 1,0 1 0,0-1-1,0 1 1,0-1 0,0 1-1,0 0 1,0 0-1,0-1 1,0 1 0,-1 0-1,1 0 1,0 0-1,-1 0 1,1 1 0,-1-1-1,1 0 1,-1 1-1,0-1 1,1 1 0,-1-1-1,1 1 1,-1 0 0,0-1-1,0 1 1,1 0-1,-1 0 1,0 1 0,1-1-1,-1 0 1,0 0-1,1 1 1,-1-1 0,1 1-1,-1-1 1,1 1-1,-1 0 1,1 0 0,-1-1-1,1 1 1,-1 0 0,1 0-1,0 1 1,-2 1-1,-1 2 152,0 1-1,0 0 0,1 1 1,0-1-1,0 1 1,1-1-1,-1 1 0,-1 10 1,-10 67 1290,5 20 235,4 133 0,5-226-1659,0-1-1,1 0 1,0 1-1,1-1 1,0 0-1,1 0 1,0 0-1,7 16 1,-7-22-45,0 1 1,-1-1 0,2 0 0,-1 0 0,1 0 0,-1 0 0,1 0-1,0-1 1,0 0 0,0 0 0,1 0 0,-1 0 0,1-1-1,0 1 1,0-1 0,0-1 0,0 1 0,9 1 0,-5-1-37,-1 0 0,1-1 1,0-1-1,0 1 0,0-1 0,0-1 1,0 0-1,0 0 0,0-1 1,-1 0-1,11-4 0,-8 2-77,0-1 1,-1-1-1,1 0 0,-2 0 0,1-1 1,-1 0-1,15-14 0,-4-1-323,-1-2-1,-1 0 1,-1 0-1,-1-2 1,24-51-1,-27 48-1308,14-47-1,-3-29-2677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3.3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10421,'0'0'5386,"2"14"-4871,17 509 2417,-19-477-2761,-7 498 1079,4-323-1139,2-62-296,1-104-2480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4.4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 1857,'0'0'7142,"2"-2"-5867,-1 1-1050,0 0-1,1 0 1,-1 0 0,1 0-1,-1 0 1,1 0-1,0 1 1,-1-1 0,1 0-1,0 1 1,0-1 0,-1 1-1,1 0 1,0-1 0,0 1-1,0 0 1,-1 0-1,1 0 1,3 1 0,-4 0-209,0 0 1,-1-1-1,1 1 1,0 0-1,0 0 1,-1 0 0,1 0-1,-1 0 1,1 0-1,-1 0 1,1 0-1,-1 0 1,0 0-1,1 0 1,-1 0-1,0 0 1,0 1 0,0-1-1,0 2 1,1-1 20,9 80 828,-1 103 0,-8-165-765,1 450 2270,-3-228-1328,8-254-2373,-3-4-416,-1 0 1,3-25-1,-5-3-4119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4.9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4770,'0'0'3178,"31"1"-2439,97 6 106,-121-6-731,-1 0 0,0 0-1,0 0 1,0 1 0,0 0-1,7 3 1,-11-4-10,1 1 0,-1-1 0,0 1 0,1 0 0,-1 0 0,0 0 1,3 4-1,2 2 220,-3-3-151,1 1-1,-1-1 1,-1 1-1,1-1 0,-1 1 1,0 0-1,0 0 1,-1 1-1,1-1 0,-2 1 1,1-1-1,1 9 1,-1 8 165,-1 1 1,-1 28 0,-1-15-75,1-19-155,1 27 112,-2-1-1,-2 0 0,-1 0 1,-12 44-1,-4-20 94,-47 105 0,-47 56 710,106-213-931,3-5-39,-2 0 0,1 0 0,-9 10 0,9-17-134,4-15-619,2-121-7121,0 79 417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5.5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285 73 3666,'0'0'5594,"7"-4"-4367,34-14 1095,-41 18-2249,1 0 1,-1 0-1,0 0 1,1-1 0,-1 1-1,0 0 1,0-1 0,1 1-1,-1 0 1,0 0 0,0-1-1,1 1 1,-1 0-1,0-1 1,0 1 0,0-1-1,0 1 1,1 0 0,-1-1-1,0 1 1,0 0 0,0-1-1,0 1 1,0-1-1,0 1 1,0 0 0,0-1-1,0 1 1,0-1 0,0 1-1,0 0 1,0-1 0,-1 1-1,1-1 1,0 1-1,0 0 1,0-1 0,-1 1-1,1 0 1,0-1 0,0 1-1,-1 0 1,1-1 0,0 1-1,0 0 1,-1 0-1,1-1 1,0 1 0,-1 0-1,1 0 1,0 0 0,-1-1-1,-19-13-227,8 10 185,0 0 1,0 1-1,0 0 0,0 1 0,-1 0 1,1 1-1,-1 0 0,-21 2 1,15-1-23,14 0-5,1 1 1,0-1-1,-1 1 0,1 0 1,0 0-1,0 1 1,0-1-1,-1 1 0,2 0 1,-1 0-1,0 0 1,0 1-1,1-1 0,-1 1 1,1 0-1,-1 0 0,-4 5 1,2 1 18,-1-1 0,1 1 0,0 1 0,1-1 0,0 1 0,-5 15 0,2-1 166,1 0 1,1 1-1,-5 50 1,6 78 1108,4-123-1025,1-23-212,-1 41 530,2 0 0,13 87-1,-12-122-516,1 0 1,0 0-1,1-1 0,1 1 0,0-1 0,0 0 0,2 0 1,-1 0-1,1-1 0,1 0 0,0 0 0,1-1 0,0 0 1,0-1-1,13 10 0,-13-13-54,1 0 0,-1-1-1,1 0 1,0 0 0,0-2 0,0 1 0,1-1 0,-1 0-1,14 1 1,-6-2-64,-1-1-1,1 0 1,-1-2-1,35-4 1,-42 3-144,0 0 0,-1-1 0,1 0 0,0-1 0,-1 0 0,0-1 0,0 0 0,0 0 0,15-13 0,-18 13-408,0 0-1,0-1 1,-1 0-1,0 0 1,0 0 0,0-1-1,6-13 1,-9 16-336,-1 0-1,0 0 1,1 0 0,-1-1 0,-1 1-1,1-7 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18.5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129 1 144,'0'0'816,"-9"11"-690,-26 33-22,33-42-87,1 0 1,-1 0-1,1-1 1,0 2-1,0-1 1,0 0-1,0 0 1,0 0-1,0 0 0,0 1 1,1-1-1,-1 0 1,1 1-1,0-1 1,0 0-1,0 1 1,0-1-1,0 5 1,1-5-2,-1 0 1,0-1 0,0 1 0,0 0 0,0 0 0,0 0 0,0 0 0,-1 0 0,1-1 0,-2 4-1,-12 30 218,-33 68-182,40-89-348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7:46.3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38 115 3682,'0'0'3724,"-20"-9"1201,18 2-4780,1 1 0,-1 0 0,1-1 1,0-7-1,1 13 1,-11-20 1442,11 21-1500,1-17 1454,-2 10-2876,1-13-2180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7:47.2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13 6035,'0'0'4364,"0"0"-4334,0 0 0,0 0 0,0 0 0,0-1 0,0 1 0,0 0-1,-1 0 1,1 0 0,0 0 0,0 0 0,0 0 0,-1 0 0,1-1-1,0 1 1,0 0 0,0 0 0,-1 0 0,1 0 0,0 0-1,0 0 1,0 0 0,-1 0 0,1 0 0,0 0 0,0 0 0,0 0-1,-1 0 1,1 0 0,0 0 0,0 0 0,0 1 0,-1-1 0,1 0-1,0 0 1,0 0 0,0 0 0,0 7 135,1 0 0,0 0 0,1 0 1,0 0-1,0-1 0,0 1 0,1-1 0,0 1 0,6 9 0,1 2 102,190 475 4282,45 320-720,-174-555-3277,-2-35-299,-69-223-252,53 138 64,-45-122-47,0 0-1,1-1 1,0 0-1,1 0 0,21 22 1,-28-33 4,2 0 0,-1 0 0,0-1 0,1 1 0,-1-1 0,1 0 0,0 0 0,0-1 0,0 1 0,1-1 0,-1 0 0,0-1 0,1 1 0,-1-1 0,1 0 0,6 0 0,-7-2-3,0 1 1,0-1-1,0 1 1,0-1-1,-1-1 1,1 1-1,0-1 1,-1 0-1,1 0 1,-1 0-1,1 0 1,-1-1-1,0 0 1,0 0-1,0 0 1,-1 0-1,1-1 1,6-7-1,2-6 33,-1 0 1,0-1-1,-1 0 0,10-25 1,26-90 157,-27 55-245,-3-1 0,-3-1-1,2-86 1,-11-248-458,-6 242 140,2-45-334,1-254-379,14 278 1242,-14 192-173,0-24 331,-1 25-217,4 19-813,0 4-2891,1 33 0,-4-5-5383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7:47.6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111 133 12726,'0'0'4661,"-6"-2"-4130,3 1-454,1 0-50,1 0 1,0 0-1,-1 0 1,1 1-1,-1-1 0,1 0 1,-1 1-1,1 0 1,-1-1-1,1 1 0,-1 0 1,0 0-1,1 0 1,-1 0-1,1 0 0,-1 0 1,0 0-1,1 0 1,-1 1-1,1-1 0,-1 1 1,1-1-1,-1 1 1,1-1-1,-1 1 0,1 0 1,0 0-1,-1 0 1,1 0-1,0 0 0,0 0 1,0 0-1,0 0 1,0 0-1,0 1 0,-2 1 1,-2 7 82,0 0 0,1 1 0,0 0 0,1 0 0,0 0 0,-2 13 0,-5 74 676,9-84-656,-4 61 610,3-1 0,8 87-1,-5-152-681,1 0-1,0 1 0,0-1 0,7 17 0,-7-23-50,-1 0-1,1 0 1,0 0-1,-1 0 1,2 0-1,-1 0 1,0 0-1,0-1 1,1 1-1,-1-1 1,1 0-1,0 0 1,0 0-1,0 0 1,5 2-1,-3-2-1,1-1 0,-1 1 1,1-1-1,0-1 0,-1 1 0,1-1 0,0 0 1,0 0-1,0-1 0,-1 1 0,1-1 0,0-1 0,-1 1 1,1-1-1,-1 0 0,1 0 0,7-5 0,-3 0 10,-1-1-1,0 0 1,0 0-1,0-1 1,-1 0-1,8-13 1,42-68-90,-42 64-214,-2-1 1,0-1-1,-2 0 1,-1-1-1,-1-1 1,-2 1-1,-1-1 0,-1-1 1,-2 1-1,0-1 1,-3-44-1,-1 68 190,0-1 0,-1 1 1,-1 0-1,1 0 0,-1 0 0,0 0 0,-1 0 0,1 0 1,-1 0-1,-1 1 0,1-1 0,-8-9 0,4 9 54,0-1 0,0 1 0,-1 0 0,0 1-1,0 0 1,0 0 0,-1 1 0,-15-7 0,12 7 80,1 1 1,-1 0-1,0 0 1,0 1 0,-1 1-1,1 0 1,0 1-1,-22 0 1,29 1-25,-1 0 0,0 0 0,0 1 0,0 0 0,1 0 0,-1 1-1,0 0 1,1 0 0,-1 0 0,1 0 0,0 1 0,0 0 0,0 0 0,0 0 0,0 1 0,1 0 0,-1-1 0,1 2-1,0-1 1,-4 6 0,5-5-42,-1 1 1,1 0-1,0 0 0,0 1 0,1-1 0,-3 10 0,6 7-5201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7:48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0 168 6883,'0'0'5189,"3"-26"-4677,6-80-197,-4 76 196,-5 30-497,0 0 0,0 0-1,0 0 1,0 0 0,0 0 0,0 0 0,1 1 0,-1-1-1,0 0 1,0 0 0,0 0 0,0 0 0,0 0 0,0 0-1,0 0 1,0 0 0,0 0 0,0 0 0,0 0 0,0 0-1,0 0 1,0 0 0,0 0 0,1 0 0,-1 0 0,0 0-1,0 0 1,0 0 0,0 0 0,0 0 0,0 0 0,0 0-1,0 0 1,0 0 0,0 0 0,0 0 0,0 0 0,0 0-1,0 0 1,1 0 0,-1 0 0,0 0 0,0 0 0,0-1-1,0 1 1,0 0 0,0 0 0,0 0 0,0 0 0,0 0-1,0 0 1,0 0 0,0 0 0,0 0 0,0 0 0,0 0-1,0 0 1,0 0 0,0 0 0,0 0 0,0-1 0,0 1-1,0 0 1,0 0 0,0 0 0,0 0 0,1-5 2145,34 5-946,-34 0-1186,0 0 0,-1 1 0,1-1 0,0 0 0,0 0 0,0 0 0,-1 0 0,1 1 0,0-1 0,-1 0-1,1 1 1,0-1 0,-1 1 0,1-1 0,0 1 0,-1-1 0,1 1 0,-1-1 0,1 1 0,-1-1-1,1 1 1,-1 0 0,1-1 0,-1 1 0,0 0 0,1 0 0,-1-1 0,0 1 0,0 0 0,0 0 0,1-1-1,-1 1 1,0 0 0,0 0 0,0-1 0,0 1 0,0 0 0,0 1 0,3 15-23,32 110 285,-6 3 0,12 138 0,1 264 745,-14-130-654,-26-387-373,-2 3 21,2-1 1,0 1-1,1-1 0,1 1 1,1-1-1,11 27 1,-10-36-48,-2-14-206,-3-18-351,-1 22 521,0-37-3535,-10-71 0,-1 43-1873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7:49.0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35 3025,'0'0'7636,"2"-6"-6748,5-17-226,-6 18 2203,-1 10-2740,-1 0 0,1 0 0,-1 0 0,2 0 0,0 9-1,0 2 58,19 694 3511,-21-453-2911,4 324 234,-1-533-895,1 0 0,14 62 0,-15-104-102,8 30 101,-9-35-117,-1 0 1,0 0-1,1 0 1,0 0-1,-1 0 0,1 0 1,-1 0-1,1 0 0,0-1 1,0 1-1,-1 0 0,1 0 1,0-1-1,0 1 1,0 0-1,0-1 0,0 1 1,0-1-1,0 1 0,0-1 1,0 1-1,0-1 0,0 0 1,0 0-1,2 1 0,-3-1-5,1 0-1,0 0 1,-1-1-1,1 1 0,0 0 1,-1 0-1,1 0 1,-1 0-1,1-1 0,0 1 1,-1 0-1,1-1 1,-1 1-1,1 0 0,-1-1 1,1 1-1,-1-1 1,1 1-1,-1-1 0,1 1 1,-1-1-1,0 1 1,1-1-1,-1 1 0,0-1 1,1 0-1,4-20-145,-5 17 100,4-30-929,-2 0 0,-2-36 1,-1 22-854,0-26-1862,-5 2-2090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7:49.3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11333,'0'0'7572,"187"3"-6724,-105-3-512,-6 0-272,-7 0-64,-7 0-240,-10 0-1537,-14 0-1984,-17 0-4259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0.0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1 243 3826,'0'0'5536,"0"-18"-4829,3-54-112,-3 67-474,0 1 1,1-1-1,-1 0 0,1 1 1,0-1-1,0 1 1,1-1-1,0 1 1,-1-1-1,1 1 1,4-7-1,4-7 9,-8 14-104,2-4 117,-1 0 0,0 0 1,-1 0-1,1 0 1,-2 0-1,2-12 1,-3 19 163,0 23-708,3 74 562,22 137 0,35 93 808,-31-182-203,-17-75-491,28 119 662,-30-161-606,-9-26-305,-1 0 0,1-1 1,0 1-1,-1 0 0,1-1 0,0 1 0,0 0 0,0-1 1,0 1-1,-1-1 0,1 1 0,0-1 0,0 0 0,0 1 1,0-1-1,0 0 0,0 0 0,0 0 0,0 0 0,0 0 0,2 0 1,-3 0-10,1 0 0,0 0-1,-1 0 1,1 0 0,-1 0 0,1-1 0,-1 1 0,1 0 0,-1 0 0,1-1 0,-1 1 0,1 0 0,-1-1 0,1 1 0,-1-1 0,0 1 0,1 0 0,-1-1 0,0 1 0,1-1 0,-1 1 0,0-1 0,0 1 0,1-1-1,-1 0 1,5-18 133,-3 12-68,9-56-299,5-75-1,1-8-1575,13-22-484,20-167-4156,-50 322 6370,0 10 108,0-1 0,0 1 0,0-1 0,1 1 0,-1-1 0,1 0 0,0 1 0,-1 0 0,2-1 0,-1 1 0,3-7 0,-4 10-22,1 0 0,-1 0 0,0 0 0,0 0 1,0 0-1,0 0 0,1 0 0,-1 0 0,0 0 0,0 0 0,0 0 0,0 0 0,1 0 0,-1 0 0,0 0 0,0 0 0,0 0 0,0 0 1,1 0-1,-1 0 0,0 0 0,0 0 0,0 0 0,0 0 0,0 0 0,1 1 0,-1-1 0,0 0 0,0 0 0,0 0 0,0 0 1,0 0-1,0 0 0,1 1 0,-1-1 0,0 0 0,0 0 0,0 0 0,0 0 0,0 0 0,0 1 0,0-1 0,6 12 356,54 227 5375,-41-157-4555,8 49 340,31 117 1092,-57-244-2598,0 0 1,0 0-1,1-1 1,-1 1-1,1 0 0,0-1 1,0 1-1,0-1 1,1 0-1,-1 0 1,4 4-1,-5-7-27,-1 0-1,1 1 1,-1-1 0,1 0 0,0 1-1,-1-1 1,1 0 0,0 0-1,-1 1 1,1-1 0,0 0-1,-1 0 1,1 0 0,0 0-1,-1 0 1,1 0 0,0 0 0,-1 0-1,1 0 1,0 0 0,-1 0-1,1-1 1,0 1 0,-1 0-1,2-1 1,0-1 3,0 1-1,0-1 1,-1 1 0,1-1 0,0 0-1,-1 0 1,1 0 0,-1 0-1,0 0 1,0 0 0,2-4-1,24-62-578,-2-1-1,26-123 1,-2 4-1179,-35 143 1001,3 0 0,27-54 1,-41 92 702,1 1 1,0 0 0,1 0-1,-1 0 1,1 1 0,0-1 0,1 1-1,9-8 1,-12 12 45,-1-1 1,0 1-1,0 0 1,0 0-1,0 0 1,1 0-1,-1 0 1,1 0-1,-1 1 1,0-1-1,1 1 0,-1 0 1,1 0-1,-1 0 1,1 0-1,-1 0 1,1 0-1,-1 1 1,1-1-1,-1 1 1,1 0-1,-1-1 1,0 1-1,0 0 0,1 0 1,-1 1-1,0-1 1,0 0-1,4 4 1,2 3 64,-1 0 1,1 1-1,-1 0 1,-1 0-1,0 0 0,7 15 1,30 71 865,-40-88-846,19 49 780,-2 1 1,14 73-1,11 122 1124,-41-226-1813,-4-17-109,1 0 1,1 0-1,-1 0 0,2 0 1,-1 0-1,1-1 0,0 1 1,8 12-1,-10-19-79,0-1-1,0 1 1,0-1-1,0 1 1,1-1-1,-1 0 1,0 0 0,1 0-1,-1 0 1,1 0-1,0 0 1,-1 0-1,1 0 1,0 0-1,0-1 1,-1 1-1,1-1 1,0 1 0,0-1-1,0 0 1,0 0-1,-1 0 1,1 0-1,0 0 1,0 0-1,0 0 1,0-1 0,-1 1-1,1 0 1,0-1-1,0 0 1,-1 1-1,1-1 1,0 0-1,-1 0 1,1 0-1,-1 0 1,1 0 0,-1-1-1,2-1 1,1-2-243,-1 0 0,0 0 0,0-1 0,-1 0 0,0 0 0,0 1 0,2-9 0,7-49-3842,-6-16-4671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0.4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24 951 14983,'0'0'1811,"20"-27"-1282,1-3-402,116-164 82,-115 160-717,-2-1 0,31-74 0,-45 94 55,-1-1 0,0 0 0,-2 0 0,0 0 0,-1 0 0,0 0 0,-1 0 0,-1-1 0,-1 1 0,-2-21 0,1 31 331,1 1 0,-1-1 0,0 0 0,-1 1-1,1-1 1,-1 1 0,0 0 0,0 0 0,0 0 0,-1 1 0,0-1 0,0 1 0,0 0 0,-1 0 0,1 0 0,-1 0 0,0 1 0,0 0 0,0 0 0,0 0 0,-11-3 0,0 0 570,1 1 0,-1 1 1,0 1-1,0 0 1,-1 1-1,-27 0 0,41 2-369,0 0-1,1 0 1,-1 1-1,0-1 0,0 0 1,0 1-1,0 0 1,1 0-1,-1-1 0,0 2 1,1-1-1,-1 0 1,0 1-1,1-1 1,0 1-1,-1-1 0,1 1 1,0 0-1,0 0 1,0 0-1,0 1 0,0-1 1,1 0-1,-1 1 1,-2 4-1,1 2 110,-1 1 0,2 0 1,-1 0-1,1 0 0,1 1 0,-1 12 1,-2 26 804,3 1 1,1-1 0,13 82 0,-10-109-802,2 0 0,0 0 1,2 0-1,0-1 0,2 0 1,0 0-1,1-1 0,1 0 1,1-1-1,19 24 0,-24-36-168,0 1 0,0-1 1,0 0-1,1-1 0,0 0 0,1 0 0,-1-1 0,1 0 0,0-1 0,16 7 0,-9-7-10,1 0-1,-1-1 1,1 0 0,0-2-1,26 0 1,-31-1-17,0 0-1,0-1 1,1-1 0,-1 0-1,0 0 1,-1-1-1,1-1 1,0 0 0,-1-1-1,0 0 1,0 0 0,0-1-1,-1-1 1,14-10-1,11-10-557,-2-2 0,0-1 0,-2-1 0,-2-1 0,0-2 0,24-39 0,-34 43-234,-1-1 0,-2-1-1,-1-1 1,-1 0-1,-2 0 1,-1-1 0,12-71-1,-13-39-2498,-9-2-1413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0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32 161 2913,'0'0'6486,"-4"-27"-5115,-10-78-434,8 80-71,7 25-856,-1 0-1,0 0 1,0-1-1,0 1 0,0 0 1,0 0-1,0 0 1,0 0-1,0 0 0,0 0 1,0 0-1,0-1 1,0 1-1,0 0 0,0 0 1,0 0-1,-1 0 0,1 0 1,0 0-1,0 0 1,0 0-1,0-1 0,0 1 1,0 0-1,0 0 1,0 0-1,0 0 0,0 0 1,0 0-1,0 0 1,-1 0-1,1 0 0,0 0 1,0 0-1,0 0 1,0-1-1,0 1 0,0 0 1,0 0-1,0 0 1,-1 0-1,1 0 0,0 0 1,0 0-1,0 0 0,0 0 1,0 0-1,0 0 1,0 0-1,-1 0 0,1 0 1,0 0-1,0 1 1,0-1-1,0 0 0,0 0 1,0 0-1,-4 14 431,3 281 2323,3-235-2391,30 385 2328,-14-245-1697,-6-48-358,38 322 695,-47-453-1297,1-1-1,0 1 1,2 0 0,0-1-1,2 0 1,13 26 0,-21-44-43,1 0 1,0 0-1,0 0 0,0 0 1,0 0-1,1 0 1,-1-1-1,0 1 0,1-1 1,-1 1-1,1-1 1,0 1-1,-1-1 0,1 0 1,0 0-1,0 1 1,0-1-1,0-1 1,0 1-1,0 0 0,0 0 1,0-1-1,0 1 1,0-1-1,3 0 0,-4 1-4,0-1-1,-1 0 1,1 0-1,0 0 1,-1 0-1,1 0 1,0-1-1,-1 1 1,1 0-1,0 0 1,-1 0-1,1 0 1,0-1-1,-1 1 1,1 0-1,-1-1 1,1 1-1,-1 0 1,1-1-1,-1 1 1,1-1-1,-1 1 1,1-1-1,-1 1 1,1-1-1,-1 1 1,0-1-1,1 0 1,2-11-237,0 1 1,0 0 0,-2-1-1,1 0 1,-2 1-1,1-1 1,-2-13 0,1 10-244,0-7-747,0 0 0,-1 1 0,-1-1 0,-1 0 0,-1 1 0,-11-36 0,3 31-3128,-31-48-1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1.1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87 11925,'0'0'8548,"183"16"-7107,-94-16-785,8-16-448,3-9-208,-7 0-96,-10 7-1488,-14 5-2514,-14 7-4402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1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52 609 13382,'0'0'678,"12"-35"-721,78-221-293,-82 232-414,-1 0-1,-1-1 1,3-35-1,-6 30-1923,-2-1 0,-3-42 0,2 71 2605,0 0 1,-1-1-1,1 1 0,0 0 0,-1 1 0,1-1 0,-1 0 1,1 0-1,-1 0 0,0 0 0,0 0 0,0 0 0,0 1 1,0-1-1,0 0 0,0 1 0,-1-1 0,1 1 0,-1-1 1,1 1-1,-1 0 0,1 0 0,-1 0 0,0 0 0,-3-2 1,-1 2 645,0-1 1,0 1 0,0 0 0,-1 1 0,1-1 0,-11 2-1,4-1 210,10 0-644,0 0 1,0 1-1,-1-1 1,1 1-1,0 0 1,0 0-1,0 0 1,0 0-1,0 0 1,0 1-1,0 0 1,1-1-1,-1 1 1,1 0-1,-1 0 1,1 0-1,-1 1 0,1-1 1,0 0-1,0 1 1,0 0-1,1-1 1,-1 1-1,1 0 1,-1 0-1,1 0 1,-1 4-1,-3 7 378,1 1-1,1 0 0,0-1 0,-1 31 1,3 146 3097,1-162-3066,1 17 364,3 1 1,1 0 0,19 73 0,-17-95-703,0-1 1,2 0 0,0-1 0,2 0-1,1-1 1,0 0 0,2-1 0,23 30-1,-29-43-185,-1 0 0,1-1 0,1 0 0,-1 0 0,1-1 0,0 0 0,0-1 0,1 0 0,0 0 0,0-1 0,0 0 0,0-1 0,0 0 0,1-1 0,0 0 0,12 1 0,-11-3-15,1 0 0,0-1 0,-1 0 0,1-1 0,-1 0 0,1-1 0,-1-1 0,0 0 0,0 0 0,-1-1 0,1-1 0,-1 0 0,14-10 0,1-3-257,-1-1 1,-1-1-1,-1-1 1,-1-2-1,-1 0 0,-2-1 1,0-1-1,-1 0 1,18-39-1,-22 36-524,-2 0 0,0-1 0,-2 0 0,-2-1 0,0 0 0,-2 0 0,-2 0 0,-1-1 0,-1-47 0,-2 67-38,-1-1-1,0 0 0,-1 1 0,-1-1 0,0 1 0,0 0 0,-1 0 0,-1 0 0,-6-12 0,5 14 701,0 1 0,-1 0 1,-10-12-1,15 19 614,0 0 0,0 0 0,0 0 0,0 0 0,0 1 0,0-1 1,-1 1-1,1-1 0,-4 0 0,6 1-372,0 1 1,-1 0 0,1 0-1,0 0 1,-1 0 0,1 0-1,-1 0 1,1 0 0,0 0-1,-1 0 1,1 0 0,-1 0-1,1 0 1,0 1 0,-1-1-1,1 0 1,0 0 0,-1 0-1,1 0 1,0 1 0,-1-1-1,1 0 1,0 0 0,-1 1-1,1-1 1,0 1 0,-1 0 83,0 0 0,1 0 1,-1 1-1,0-1 0,1 0 1,0 1-1,-1-1 0,1 1 1,0-1-1,0 1 0,0 1 1,-3 251 5233,9-136-3775,25 148 0,-26-229-1438,3 0 0,1-1 0,14 37 0,-23-70-237,1 0 0,0 0-1,1 0 1,-1-1 0,0 1 0,1 0 0,0-1 0,0 1-1,0-1 1,0 1 0,0-1 0,0 0 0,0 0 0,1 0-1,-1 0 1,1 0 0,-1 0 0,1-1 0,0 0 0,3 2-1,-6-3-3,1 0-1,0 1 0,-1-1 1,1 0-1,0 0 0,-1 0 1,1 0-1,0 0 1,-1 0-1,1 0 0,0 0 1,-1-1-1,1 1 0,0 0 1,-1 0-1,1 0 0,0-1 1,-1 1-1,1 0 0,-1-1 1,1 1-1,-1 0 1,1-1-1,-1 1 0,1-1 1,-1 1-1,1-1 0,-1 1 1,1-2-1,3-3 1,-1-1-1,0 0 0,0 0 1,-1 0-1,1 0 1,1-11-1,9-50-16,-10 55 8,19-166-558,1-13-1268,-16 154 1140,1 0 0,25-68 0,-29 96 657,-1 1 1,1 0 0,0 0 0,1 0 0,0 1 0,0 0 0,8-9-1,-9 13 53,0-1-1,0 1 0,0 0 1,1 0-1,-1 0 0,1 1 1,-1-1-1,1 1 0,0 0 1,0 1-1,0-1 0,0 1 1,8-1-1,-2 0 29,0 1-1,0 0 1,0 1-1,0 1 1,0-1 0,0 2-1,0-1 1,0 2 0,-1-1-1,1 1 1,-1 1 0,1 0-1,10 6 1,11 8-265,65 31 431,-86-45-1357,0 0 0,1-1 0,22 4-1,2-5-6898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2.0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687 797 8052,'0'0'10359,"-22"13"-9238,-74 36-433,90-46-655,0-1 1,0 0-1,0 0 0,0-1 1,0 0-1,-1 0 1,1-1-1,0 1 0,-1-1 1,1-1-1,0 1 0,0-1 1,-1 0-1,1-1 1,0 1-1,-11-5 0,6 0-15,0 0-1,0-1 0,0-1 0,1 1 1,0-2-1,-9-9 0,-14-15-25,1-3 0,2 0 0,1-2 0,-35-63-1,26 32-105,-55-142 0,82 180 72,2 1 0,0-2 0,2 1 0,1-1 0,2 0 0,0-54 0,6 322 329,46 324 0,-22-420-164,-22-124-94,1-1 1,0 1 0,1-1 0,1 0 0,17 29-1,-20-40-16,-1 1 0,1-1-1,-1 0 1,1 0-1,0 0 1,1 0-1,-1-1 1,1 1 0,0-1-1,-1-1 1,1 1-1,0 0 1,1-1-1,-1 0 1,0-1 0,1 1-1,-1-1 1,1 0-1,-1 0 1,1 0 0,0-1-1,-1 0 1,7-1-1,1-1 18,0 0-1,-1-1 1,0 0 0,1-1-1,-1-1 1,-1 0-1,1 0 1,-1-1-1,17-12 1,5-7 17,0-1 1,-2-2-1,54-61 0,74-114-891,-135 171 544,72-97-1195,105-139-5643,-135 182 463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2.8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4690,'0'0'3143,"2"22"-2012,5 40 679,23 99 0,89 428 3942,-54 1-3361,-47-311-2028,-7-59-222,-10-173-109,1-2 14,1-1 1,11 57-1,-4-73 38,-10-28-80,0 1 0,0-1 0,0 0 1,0 0-1,1 1 0,-1-1 0,0 0 0,0 1 0,0-1 0,0 0 0,1 0 0,-1 0 0,0 1 0,0-1 0,1 0 0,-1 0 0,0 0 0,0 1 0,1-1 0,-1 0 1,0 0-1,1 0 0,-1 0 0,0 0 0,0 0 0,1 1 0,-1-1 0,0 0 0,1 0 0,-1 0 0,0 0 0,1 0 0,-1 0 0,0 0 0,1 0 0,-1-1 0,0 1 0,1 0 1,-1 0-1,0 0 0,0 0 0,1 0 0,-1 0 0,0-1 0,0 1 0,1 0 0,-1 0 0,0 0 0,0-1 0,1 1 0,-1 0 0,0 0 0,0-1 0,0 1 0,1 0 0,-1 0 1,0-1-1,0 1 0,0 0 0,0-1 0,0 1 0,0 0 0,0-1 0,3-5 51,-1-1 0,-1 1 0,1-1 1,-1 1-1,0-12 0,4-186 286,-5 166-383,0-17-244,-3 0 1,-2 0-1,-22-99 1,-83-172-2603,-5-17-1171,100 272 3503,2 0 0,4-1 0,2 0 0,4 0 0,6-73 1,-1 119 625,1 0-1,2 0 1,0 0 0,17-48 0,-16 61 120,-1 0-1,2 0 0,0 0 1,0 1-1,1 0 1,1 0-1,0 1 1,1 1-1,0-1 0,14-10 1,-17 15-43,1 1 0,0 1 0,0-1 0,1 2 0,-1-1 0,1 1 1,0 0-1,0 1 0,0 0 0,0 0 0,10 0 0,-7 1-3,0 1 0,0 0 0,0 1 0,0 0-1,0 1 1,0 0 0,-1 1 0,12 4 0,-10-1 18,0 1 0,0 0-1,-1 0 1,0 1 0,-1 1 0,1 0 0,-2 0 0,19 22-1,-15-15 59,-2 1-1,0 0 0,0 0 0,-2 1 1,15 35-1,-15-23 11,-2 1 0,-2-1 1,0 1-1,-2 0 0,-1 0 1,-2 1-1,-1-1 0,-7 51 1,5-65-183,-1-1 0,-1 1 1,0-1-1,-1 0 0,-1 0 0,-1 0 1,0-1-1,-17 27 0,20-36-92,0 0 1,0-1-1,-1 0 0,1 1 1,-1-1-1,0-1 0,-1 1 1,1-1-1,-1 0 0,0 0 1,0 0-1,0-1 0,0 0 1,-1 0-1,1-1 0,-1 0 1,0 0-1,1-1 0,-1 1 1,0-1-1,0-1 0,0 1 1,-14-2-1,17 0-94,-1 1 0,1-1 1,0-1-1,-1 1 0,1 0 0,0-1 0,0 0 0,0 0 0,0 0 0,1-1 1,-1 1-1,-4-5 0,2 1-285,0 0 0,0-1 0,1 0 0,0 0 0,-5-10 0,-27-60-4142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3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7 792 11717,'0'0'435,"13"-32"-216,-4 10-150,10-26 84,3 1 0,45-74 0,-41 81-144,29-61 0,-48 84-349,0 0 0,-1-1 1,-1 0-1,0 0 0,-1-1 0,1-32 0,-3 32-667,-2-1-1,-4-36 1,3 50 824,0 0 0,0 0 0,-1 1 1,0-1-1,0 1 0,0-1 0,-1 1 0,0 0 1,0 0-1,0 0 0,0 1 0,-1-1 1,-8-7-1,6 7 376,0 0-1,0 0 1,-1 1-1,0 0 1,1 0-1,-1 1 1,-1 0 0,1 0-1,0 0 1,-1 1-1,0 0 1,1 1 0,-1 0-1,0 0 1,-15 1-1,20 0-114,0 0 0,0 0 0,0 0 0,1 0 0,-1 1 0,0 0-1,0-1 1,0 1 0,1 0 0,-1 0 0,1 0 0,-1 1 0,1-1 0,-1 1 0,1-1-1,0 1 1,-1 0 0,1 0 0,0 0 0,0 0 0,0 0 0,1 1 0,-1-1-1,-1 3 1,-1 3 115,1 0 1,0 1-1,1-1 0,0 0 0,0 1 0,0-1 0,1 11 1,-2 188 3325,4-173-2997,4 46 445,4 0 0,3-1 0,3 0 0,34 101 0,-37-142-795,1-1 1,2 0-1,1-1 1,25 40-1,-33-64-145,0 0-1,2 0 1,-1-1-1,1-1 0,1 1 1,12 8-1,-14-13-17,-1 0-1,1-1 1,0 0 0,0-1-1,1 0 1,-1 0 0,1-1-1,0 0 1,17 2 0,-14-3-5,1-2 1,-1 0 0,0 0-1,1-1 1,-1-1 0,0 0-1,0-1 1,0 0 0,0-1 0,-1-1-1,1 0 1,-1 0 0,0-1-1,-1-1 1,15-10 0,-3 0-230,-1-2 0,-1 0 0,0-1 0,-2-1 0,0-1 0,16-26 0,-21 28-328,-2-1 0,0 0 0,-1-1 0,-2 0 0,0-1 0,-1 0 0,-1 0 0,-1-1 0,-2 0-1,0 0 1,-1 0 0,-2-41 0,0 40-819,-2-1 0,-5-29 0,0 29-939,-20-51 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3.8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 4706,'0'0'9391,"1"38"-7798,0-33-1518,28 300 3275,9 2-415,7 32-918,-42-320-1936,-3-13-62,0-1 1,1 0-1,0 1 0,0-1 0,1 0 1,-1 0-1,1 0 0,0 0 0,1 0 1,-1 0-1,4 4 0,-5-8-18,-1-1 0,0 0 0,1 1-1,-1-1 1,0 0 0,1 1 0,-1-1 0,0 0 0,1 0-1,-1 0 1,1 1 0,-1-1 0,0 0 0,1 0 0,-1 0-1,1 0 1,-1 0 0,1 0 0,-1 0 0,1 0-1,-1 0 1,0 0 0,1 0 0,-1 0 0,1 0 0,-1 0-1,1 0 1,-1 0 0,1 0 0,-1-1 0,0 1 0,1 0-1,0-1 1,0 0 4,1 0 0,-1-1 0,0 1-1,0-1 1,1 1 0,-1-1 0,0 0-1,-1 1 1,1-1 0,0 0 0,0-2 0,15-47-13,-4-1 1,-1 0 0,4-65 0,-11 88-69,19-218-1270,6-40-1477,-25 260 2694,0 1 0,2 0 1,1 1-1,13-35 1,-18 56 159,0-1 0,1 1-1,0-1 1,-1 1 0,1 0 0,1 0 0,-1 0 0,7-5 0,-9 8 7,0 0 0,1 0 0,-1 0 0,1 0 0,-1 0 0,1 1 0,0-1 1,-1 1-1,1-1 0,-1 1 0,1-1 0,0 1 0,0 0 0,-1 0 0,1 0 0,0 0 0,-1 0 0,1 0 0,0 0 0,0 0 0,-1 1 0,1-1 0,-1 1 0,1-1 0,0 1 0,-1 0 0,1 0 1,2 1-1,1 2 51,0 0 1,-1 1-1,1-1 1,-1 1-1,0 0 1,0 0-1,0 0 1,3 7-1,25 52 613,-12-14-148,-3 0 1,14 63-1,12 109 576,-20-96-439,-20-110-603,-2-10-73,-1-1 0,1 1 0,0-1 1,0 0-1,1 1 0,0-1 0,0 0 1,0 0-1,0 0 0,1-1 0,0 1 0,6 8 1,-8-13-19,-1 1 0,1-1 0,0 1 0,-1-1 0,1 1 0,0-1 0,0 0 0,0 1 1,-1-1-1,1 0 0,0 0 0,0 0 0,0 0 0,-1 0 0,1 1 0,0-2 0,0 1 0,0 0 1,0 0-1,-1 0 0,1 0 0,2-1 0,-2 0-1,1 1 1,-1-1-1,1 0 0,-1 0 1,1-1-1,-1 1 1,0 0-1,1 0 0,-1 0 1,0-1-1,0 1 1,0-1-1,1-1 0,7-14-30,0-1-1,-2 0 0,11-35 0,10-70-390,-17 75 109,13-78-624,10-41-992,-24 130 1325,1 1 0,21-48 0,-28 76 572,0-1 1,1 0-1,8-12 0,-11 19 44,0 0-1,0-1 1,1 1-1,-1 0 1,1 0-1,-1 0 1,1 0 0,-1 1-1,1-1 1,0 1-1,0-1 1,0 1-1,0 0 1,4-1-1,-6 2 15,1 0 0,0-1 0,0 1-1,0 0 1,0 0 0,0 0-1,0 0 1,0 0 0,-1 1 0,1-1-1,0 0 1,0 1 0,0 0-1,-1-1 1,1 1 0,0 0 0,0 0-1,-1 0 1,1 0 0,-1 0 0,1 0-1,-1 0 1,3 3 0,1 3 98,-1-1 1,1 1 0,-1 0 0,5 13-1,-8-19-98,16 39 509,-2 0 1,-2 0-1,16 84 1,4 133 246,-27-197-649,-4-40-87,-1-5-19,1 0 1,0 0-1,1-1 0,1 1 1,6 19-1,1-17-78,-11-17 41,0 1 0,1-1 1,-1 0-1,0 0 1,0 0-1,1 1 0,-1-1 1,0 0-1,1 0 0,-1 0 1,0 0-1,0 1 1,1-1-1,-1 0 0,0 0 1,1 0-1,-1 0 1,0 0-1,1 0 0,-1 0 1,0 0-1,1 0 0,-1 0 1,0 0-1,1 0 1,-1 0-1,0 0 0,1-1 1,0 0-56,0 0-1,0-1 1,0 1 0,0-1 0,0 1 0,0-1-1,-1 1 1,1-1 0,0 0 0,-1 1 0,1-1 0,-1 0-1,0 0 1,0 1 0,1-1 0,-2-3 0,3-160-4928,-2 86-477,0-28-6925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4.3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12806,'0'0'5184,"13"15"-4808,-1 2-109,0-1 1,17 34 0,-20-28 53,0 1-1,-2 0 1,6 32 0,52 331 2005,-20 7-1145,-31-262-828,4 39 62,53 396 363,-65-535-765,12 63 1,-15-82-14,1 0-1,0 0 0,0-1 1,12 21-1,-14-30 0,-1 0 0,0-1 0,0 1 0,0 0 0,1-1 0,-1 1 0,1-1-1,0 1 1,-1-1 0,1 0 0,0 1 0,0-1 0,2 1 0,-3-2 0,0 0 1,0 0-1,0 0 0,0 0 0,-1 0 0,1 0 1,0 0-1,0 0 0,0 0 0,0 0 0,0 0 1,0-1-1,0 1 0,0 0 0,0-1 1,0 1-1,0-1 0,-1 1 0,1-1 0,0 1 1,0-1-1,-1 1 0,1-1 0,0 0 0,-1 1 1,1-1-1,0 0 0,-1 0 0,1 0 1,-1 1-1,1-2 0,11-23-11,-1-1 1,-1 0-1,11-49 1,-13 46-39,51-219-935,-4 12-712,-37 172 657,40-96 0,-47 137 834,16-27 0,-22 43 187,0-1 1,0 1-1,1 0 1,0 1-1,0 0 1,10-9-1,-14 13 19,-1 1-1,1 0 0,0-1 1,0 1-1,0 0 1,0 0-1,0 0 0,0 0 1,0 0-1,0 1 1,0-1-1,0 0 1,1 1-1,-1 0 0,0 0 1,0-1-1,0 1 1,1 0-1,-1 1 0,0-1 1,0 0-1,1 1 1,-1-1-1,0 1 0,0 0 1,0-1-1,0 1 1,0 0-1,0 0 0,0 1 1,0-1-1,0 0 1,-1 1-1,1-1 0,0 1 1,-1-1-1,0 1 1,1 0-1,-1 0 1,0-1-1,2 3 0,4 8 37,-1 1 0,0-1 0,-1 1 0,0 0 0,2 15 0,-6-27-32,7 34 254,-1 0 0,-2 0 0,-2 1 0,0 0 0,-3 0 0,-6 56 0,2-67-178,0 1 0,-2-1 0,-2 0 0,0 0-1,-1-1 1,-1 0 0,-2-1 0,0 0 0,-1-1 0,-1 0 0,-2-1 0,0-1-1,-1 0 1,-1-1 0,-25 20 0,38-34-100,-2 0-1,1-1 1,0 1 0,-1-1-1,0-1 1,0 0 0,0 0-1,0 0 1,-1 0 0,1-1-1,-1-1 1,1 1 0,-1-1-1,0-1 1,-11 1 0,14-1-85,0-1 1,0 1-1,0-1 1,0 0-1,0 0 1,0 0 0,0-1-1,1 0 1,-1 0-1,0 0 1,1 0 0,0-1-1,-1 0 1,1 0-1,0 0 1,1 0-1,-1-1 1,0 1 0,1-1-1,-4-5 1,-3-7-912,0 0 0,1-1 0,0 0 0,-6-22 0,-19-61-6702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4.6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0 736 17848,'0'0'2401,"36"-29"-1795,7-4-513,177-154 94,-174 143-251,61-76 0,-95 106-110,-2-1 1,0 0-1,0-1 0,-2 0 0,0 0 0,-1-1 0,0 1 0,-1-2 0,-1 1 0,3-22 0,-7 32 47,0-4-47,0-1 0,0 0 0,-2-16 0,1 25 182,0 1 0,-1 0 1,1 0-1,0 0 0,-1 0 0,0 0 0,1 0 0,-1 0 1,0 0-1,0 0 0,0 0 0,0 0 0,-1 0 0,1 1 1,0-1-1,-1 0 0,1 1 0,-1-1 0,0 1 0,1 0 0,-1-1 1,0 1-1,0 0 0,-2-1 0,0 1 26,1-1-1,-1 1 1,1 0 0,-1 0-1,0 0 1,0 1-1,1-1 1,-1 1 0,0 0-1,0 0 1,0 0-1,1 0 1,-1 1 0,0 0-1,0 0 1,1 0-1,-1 0 1,0 0 0,1 1-1,-1-1 1,1 1-1,0 0 1,0 0 0,0 1-1,0-1 1,-4 4-1,1 2 13,-1 0-1,2 0 0,-1 0 1,1 1-1,0 0 0,1 0 1,0 0-1,0 1 0,-2 12 1,-4 20 352,1 0 0,-6 77 1,9 90 735,6-181-972,0 15 55,1 0 0,2 0 0,9 45 0,-9-75-185,0 0 1,1-1 0,1 1-1,0-1 1,13 23 0,-13-29-36,-1 1 1,1-1 0,1 0-1,-1 0 1,1 0 0,0-1 0,0 0-1,1 0 1,-1-1 0,14 7-1,-11-7-11,0 0-1,0-1 1,1 0-1,-1-1 0,1 0 1,-1-1-1,1 0 1,0 0-1,0-1 0,0 0 1,-1-1-1,1 0 1,0 0-1,-1-1 0,1 0 1,-1-1-1,1 0 1,13-7-1,2-3-442,0-2-1,0 0 1,-2-1 0,44-39 0,34-45-4050,-14-9-3509,-85 106 7789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5.1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9588,'0'0'7166,"7"37"-6173,71 467 2230,-62 233-925,-17-516-1891,1 126 305,0-265-538,0-79-162,0 0 0,0 0 0,0 0 0,1-1 1,-1 1-1,1 0 0,1 4 0,-2-6-8,0-1 0,1 0 0,-1 1 0,0-1-1,0 1 1,1-1 0,-1 1 0,0-1 0,1 0 0,-1 1 0,0-1-1,1 0 1,-1 1 0,1-1 0,-1 0 0,0 1 0,1-1 0,-1 0-1,1 0 1,-1 0 0,1 1 0,-1-1 0,1 0 0,-1 0-1,1 0 1,0 0 0,2-1 3,-1 0 0,1 0 0,-1 0 0,0 0-1,1 0 1,-1-1 0,0 1 0,0-1 0,0 0 0,0 0-1,0 1 1,0-1 0,0 0 0,2-4 0,13-20 15,-1 0-1,-1 0 1,20-52 0,-22 48-96,155-361-3037,-103 255 1349,-51 112 1395,1 0 1,1 0 0,21-23-1,-33 43 365,0 0 1,0 0-1,0 1 1,0-1-1,1 1 0,-1 0 1,1 0-1,-1 1 0,1-1 1,0 1-1,0 0 0,1 1 1,7-3-1,-10 4 37,-1 0 1,1-1-1,0 1 1,0 1-1,-1-1 0,1 0 1,0 1-1,-1-1 1,1 1-1,0 0 0,-1-1 1,1 2-1,-1-1 1,1 0-1,-1 0 1,0 1-1,1-1 0,-1 1 1,0 0-1,0-1 1,0 1-1,0 0 0,-1 0 1,1 1-1,0-1 1,-1 0-1,2 4 1,5 9 183,-2 0 1,0 1 0,-1 0 0,-1 0 0,0 0-1,-1 0 1,2 24 0,-3 10 376,-4 62 0,0-93-482,-1 0-1,-1 0 1,0 0 0,-1-1-1,-1 0 1,-1 0-1,-1 0 1,0-1 0,-1 0-1,-19 26 1,14-24-84,0-2 0,-1 1-1,-1-2 1,0 0 0,-2-1 0,1-1 0,-2 0-1,-32 17 1,41-26-56,0 0 0,-1-1 0,0-1 1,0 0-1,0-1 0,0 0 0,0 0 0,0-1 0,0-1 0,-15 0 0,19-1-90,1 0 1,-1 0-1,1 0 1,-1-1-1,1 0 1,0 0-1,0 0 1,0-1-1,0 0 1,0 0-1,1-1 1,-1 0-1,1 0 1,0 0-1,0 0 1,0-1-1,1 0 1,0 0-1,0 0 1,0-1-1,0 1 1,-3-8-1,-1-3-802,0-1 0,1 0 0,1-1-1,0 1 1,1-1 0,-4-36 0,5-45-5765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5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288 257 11493,'0'0'2577,"12"-30"-2096,36-90 170,-34 78 152,-14 28 105,-2 3-186,2 10-657,0-1 0,0 1 0,-1 0 1,1 0-1,-1 0 0,1-1 0,-1 1 1,1 0-1,-1 0 0,0 0 0,1 0 1,-1 0-1,0 0 0,0 0 0,0 0 1,0 1-1,0-1 0,0 0 0,0 0 0,0 1 1,0-1-1,0 0 0,0 1 0,0-1 1,0 1-1,-2-1 0,-37-8 168,33 8-114,-24-2 37,1 1 1,-54 5-1,82-3-133,-1 0 1,0 1-1,0 0 0,1 0 0,-1-1 1,1 2-1,-1-1 0,0 0 0,1 0 0,0 1 1,-1-1-1,1 1 0,0 0 0,0 0 1,0 0-1,0 0 0,0 0 0,0 0 0,1 0 1,-3 4-1,-2 5 73,0 1 1,0 0-1,-4 15 1,10-25-82,-15 45 460,2 0 1,3 0-1,-9 88 1,10 148 997,8-268-1407,1-1-3,0-1 0,1 1 0,0-1 0,6 27 0,-6-37-60,0 0 0,0 0 0,1 0 0,-1 1 0,1-2 0,0 1 1,0 0-1,0 0 0,0 0 0,0-1 0,0 0 0,1 1 0,0-1 0,-1 0 0,1 0 0,0 0 1,0 0-1,0-1 0,0 1 0,0-1 0,0 0 0,0 0 0,1 0 0,3 1 0,4 0 4,0-1-1,-1 0 0,1-1 0,0 0 1,0 0-1,0-1 0,0-1 0,0 0 1,-1 0-1,1-1 0,-1-1 0,1 0 1,-1 0-1,0-1 0,-1 0 1,1 0-1,14-12 0,-5 2-141,-1-1 0,-1-1 1,0 0-1,-1-1 0,-1-1 0,-1-1 0,14-22 1,-18 24-287,0-1 0,-1 0 0,-1 0 0,-1-1 0,0 1 0,-2-2 0,0 1 0,-1 0 0,2-42 0,-5 40-235,0 6 1,-1 0-1,-3-28 0,3 43 684,-1-1 1,1 1-1,0 0 0,-1 0 0,1-1 0,-1 1 0,1 0 1,-1 0-1,1 0 0,-1 0 0,0 0 0,0 0 1,0 0-1,1 0 0,-1 0 0,0 0 0,0 0 0,0 1 1,0-1-1,0 0 0,0 1 0,-2-2 0,2 2 20,0 0 1,0 0-1,0 0 0,0 0 0,0 0 0,1 1 1,-1-1-1,0 0 0,0 0 0,0 1 0,0-1 0,0 0 1,0 1-1,0-1 0,1 1 0,-1-1 0,0 1 1,0-1-1,1 1 0,-1 0 0,0-1 0,1 1 0,-1 0 1,0 0-1,1-1 0,-1 1 0,1 0 0,0 0 0,-1 0 1,1 0-1,0 0 0,-1-1 0,1 1 0,0 2 1,-5 16 209,1 1 1,0 0 0,2 0 0,0 25 0,1-32-126,-3 227 1564,4-203-1596,0-27-87,0 1-1,1-1 1,0 0-1,0 0 1,6 20-1,-6-27-20,1 0-1,-1 1 0,1-1 1,0 0-1,0 0 0,0 0 0,0-1 1,0 1-1,0 0 0,1-1 1,-1 1-1,1-1 0,0 0 1,0 0-1,0 0 0,0 0 1,0-1-1,0 1 0,0-1 1,7 2-1,-5-1-75,0-1 0,0 0-1,0-1 1,0 1 0,0-1 0,1 0-1,-1 0 1,0 0 0,0-1 0,0 0-1,0 0 1,0 0 0,0-1 0,0 1-1,0-1 1,0 0 0,0-1 0,-1 1 0,6-5-1,3-3-693,-1-1 0,-1 1 0,0-2-1,0 0 1,10-16 0,28-44-4807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6.0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0 15927,'-7'30'2585,"-8"36"-1281,3 0 0,-4 83 0,14 143 1230,3-238-2120,8 54 1,-5-85-316,1 0 1,0 0-1,2 0 1,16 37-1,-19-52-89,-3-5-13,-1-1 0,1 1 0,0-1 0,0 0 0,1 1 1,-1-1-1,0 0 0,1 0 0,-1 0 0,1 0 0,0 0 0,-1 0 0,1 0 1,0 0-1,0-1 0,0 1 0,1-1 0,-1 1 0,0-1 0,5 2 0,-7-3-1,1 0 1,-1 0-1,1 0 0,0 0 0,-1 0 0,1 0 0,-1 0 0,1 0 0,-1 0 0,1 0 0,-1 0 0,1 0 0,-1 0 1,1 0-1,-1-1 0,1 1 0,-1 0 0,1 0 0,-1-1 0,1 1 0,-1 0 0,1-1 0,-1 1 0,1 0 1,-1-1-1,0 1 0,1-1 0,-1 1 0,1-1 0,4-9-32,-1-1 1,0 1-1,0-1 0,-1 1 0,-1-1 1,0 0-1,2-20 0,-2 13-1,19-189-1086,12-81-2663,-28 266 3479,1-1 0,0 1-1,2 0 1,1 0 0,0 1-1,2 0 1,17-25 0,-23 38 301,1 0 0,0 0 1,1 1-1,-1 0 0,1 0 1,1 0-1,-1 1 0,1 0 1,0 1-1,0 0 0,1 0 1,0 1-1,0 0 0,0 0 1,0 1-1,0 0 0,1 1 1,-1 0-1,19-1 0,-23 3 49,-1 0 0,1 0 0,-1 1-1,1 0 1,-1 0 0,1 0 0,-1 0 0,0 1-1,1-1 1,-1 1 0,0 0 0,0 1-1,0-1 1,4 4 0,-2-1 32,0 0 1,-1 1-1,1 0 1,-1 1-1,0-1 1,0 1-1,4 10 1,3 8 208,-1 1 0,-1 1 1,9 43-1,-9-26 162,-2 1-1,4 73 1,-11 90 1026,-2-102-829,1-103-766,0-9-429,0-97-3725,0 19-463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6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349 311 6403,'0'0'10418,"11"-12"-9860,34-39-156,-42 48-293,0-1-1,0 1 0,-1-1 0,0 0 0,0 0 0,0 0 1,0-1-1,0 1 0,-1 0 0,0-1 0,0 1 0,0-1 1,0 1-1,-1-1 0,0 1 0,0-1 0,0 1 0,-2-10 1,1-8 386,1 9-340,1 0-33,-2 0-1,-3-27 0,4 37-119,-1 0-1,0 0 0,0 0 0,0 0 1,0 0-1,0 1 0,0-1 1,-1 0-1,1 1 0,-1-1 1,0 0-1,0 1 0,0 0 1,0 0-1,0-1 0,-1 1 1,1 0-1,-4-2 0,1 3 13,1 0-1,0-1 0,-1 2 1,1-1-1,-1 0 0,0 1 1,1 0-1,-1 0 0,1 0 1,-6 2-1,-9-1 22,12-2-6,-1 1 1,1 0 0,-1 1 0,1 0-1,-1 0 1,1 0 0,0 1 0,0 0-1,0 1 1,0-1 0,0 1 0,0 1-1,0-1 1,1 1 0,0 1 0,0-1-1,0 1 1,0 0 0,-7 9 0,0 1 118,1 1 0,1 1 0,0 0 0,1 1 0,1 0 0,-11 30 0,-30 119 950,39-123-797,2 0 0,2 1 0,2 0 0,0 49 0,5-94-301,0 4 15,0 0 0,0 0 0,0 0 1,1 0-1,-1 0 0,1 0 1,2 6-1,-2-9-13,-1 1 0,1-1 0,0 0 0,0 0 0,1 0 0,-1 0 0,0 0 1,0 0-1,0 0 0,1 0 0,-1 0 0,0 0 0,1-1 0,-1 1 0,1-1 0,-1 1 0,0-1 0,1 1 0,0-1 1,-1 0-1,3 0 0,7 1 9,0-1 1,0 0 0,0-1 0,0 0-1,0 0 1,0-1 0,-1-1 0,1 0-1,-1 0 1,0-1 0,1-1 0,-2 0-1,16-9 1,11-10-159,-1-2 0,35-32-1,-58 47 47,23-20-550,-1 0 0,-1-3 1,36-48-1,-59 68 273,0 0-1,-1-1 1,-1 0 0,0-1-1,-1 1 1,-1-1 0,0-1 0,-2 1-1,1-1 1,-2 0 0,0 0-1,0-24 1,-12 74 3745,-3 24-2566,2 1 0,-3 60 0,5 120 840,8-217-1569,-1 20 12,2-39-86,-1 0 1,0 1-1,0-1 1,1 0-1,0 0 1,-1 1-1,1-1 1,0 0-1,0 0 1,0 0-1,0 0 1,3 3-1,-3-3-20,1-1 0,0 0-1,0 0 1,0 0-1,0 0 1,0 0-1,0-1 1,0 1 0,0-1-1,0 1 1,0-1-1,0 0 1,1 1-1,-1-1 1,0 0 0,0 0-1,0-1 1,0 1-1,0 0 1,0-1-1,1 0 1,-1 1 0,0-1-1,0 0 1,0 0-1,2-1 1,2-3-117,0 0 0,0 0 0,-1 0 0,0-1-1,9-12 1,24-40-1162,-34 51 1094,20-32-2605,-2-1-1,17-43 0,-7-14-7114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7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11 14263,'-4'35'4994,"-50"274"288,33-227-4277,-2 6 240,-15 119 0,37-191-1189,1-11-55,0-17-53,31-346-1841,-27 332 1642,-4 23 223,4-34-550,2-1-1,1 1 1,22-63-1,-25 90 471,1-1-1,0 1 1,1 0-1,0 1 1,0-1-1,1 1 0,10-11 1,-11 15 99,-1 0-1,1 1 1,0-1-1,0 1 1,1 0-1,0 0 1,-1 1-1,1 0 1,0 0 0,0 1-1,1 0 1,8-2-1,-7 3 83,0-1-1,0 1 0,0 1 1,0 0-1,0 0 0,0 0 1,0 1-1,0 1 0,9 2 1,-12-2-6,0 0 0,-1 1 1,1 0-1,-1 0 1,0 0-1,0 0 1,0 1-1,0 0 1,-1 0-1,0 1 0,1-1 1,-1 1-1,6 10 1,6 11 95,-2 0 0,-1 2 1,-1 0-1,-1 0 0,13 56 1,18 151 427,-35-149-522,-6-50-3126,-1-55-1465,0-28-5221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7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7 21226,'0'0'4594,"-17"3"-5282,23-3-449,-6-10-1232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9.4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1 118 1393,'0'0'10783,"2"-18"-9417,0-7-905,8-49 1314,-10 83 2155,3 47-3773,-17 684 2668,14-721-2786,-1-3-19,1 0 1,1 0 0,1 1 0,5 27 0,-6-40-19,1-1 0,-1 1 0,0-1 0,1 1 0,0-1 0,0 0 0,0 1 1,0-1-1,0 0 0,1 0 0,-1-1 0,1 1 0,0 0 0,0-1 0,0 0 1,0 1-1,0-1 0,1-1 0,-1 1 0,0 0 0,1-1 0,0 0 0,-1 1 1,1-1-1,4 0 0,2 0-1,0 0 1,0 0-1,1-1 1,-1-1-1,0 0 1,0 0-1,0-1 0,0 0 1,0-1-1,0 0 1,0-1-1,15-8 1,8-6-102,-1-1 1,35-29 0,-25 18-145,-29 21 129,15-12-150,2 2-1,50-25 1,-71 40 137,1 0 0,-1 1 1,1 0-1,0 0 0,0 1 0,0 0 0,0 1 1,0 0-1,0 1 0,0 0 0,1 1 1,-1-1-1,18 6 0,-23-5 71,0 1 1,-1 1-1,1-1 1,-1 1-1,0 0 0,1 0 1,-1 0-1,0 0 0,-1 1 1,1-1-1,-1 1 1,1 0-1,-1 0 0,-1 0 1,1 1-1,3 6 1,1 3-679,-1 0 1,0 1 0,-1 0-1,3 18 1,-7-30 48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09.7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8868,'0'0'3986,"10"233"-1713,7-81-416,1 28-192,-1 7-177,0-1-751,4-6-401,0-34-288,-1-37-48,1-47-80,-4-34-513,-3-28-991,-4 0-1682,-3-31-3249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0.1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0 20569,'0'0'2994,"-24"0"-4963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4.3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1361,'0'0'3137,"0"10"-3985,4 2-609,-1-6-352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5.4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52 132 2673,'0'0'3314,"0"-4"-2714,0-10-200,0 10 865,-1-24 877,-7 4-1279,6 18-613,0 1 0,0-1 0,0 1-1,1-1 1,0 0 0,-1-10 0,2 15-236,0 1 1,0-1-1,0 1 1,-1 0-1,1-1 1,0 1-1,0-1 1,-1 1 0,1 0-1,0-1 1,-1 1-1,1 0 1,0 0-1,-1-1 1,1 1-1,0 0 1,-1 0-1,1-1 1,-1 1-1,1 0 1,-1 0-1,1 0 1,-1 0-1,1 0 1,0-1-1,-1 1 1,1 0-1,-1 0 1,1 0-1,-1 0 1,1 0-1,-1 1 1,1-1-1,-1 0 1,1 0-1,0 0 1,-1 0-1,1 0 1,-1 1-1,1-1 1,0 0-1,-1 0 1,1 1-1,-1-1 1,1 0-1,0 1 1,-1-1-1,1 0 1,0 1-1,0-1 1,-1 0-1,1 1 1,0-1-1,0 1 1,-1-1-1,1 0 1,0 1-1,0-1 1,0 1-1,0-1 1,0 1-1,0-1 1,0 1-1,-5 35 57,2 0 0,1 0 0,3 41 0,1-4 168,-2-1 89,14 648 2826,23-186-2071,-35-505-1050,-2-17 1,1 0 0,0 0 0,1 0 0,0-1 0,8 22 0,-1-22 115,-1-14-46,2-19-106,-5 2-856,-2 0 0,-1 0 0,0 0 0,-3-39 0,1 24-1124,0-26-3329,0 2-2030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5.8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1 181 6275,'0'0'2252,"20"-28"-1588,1-2-289,1 2 0,28-30 1,-46 55-321,0-1 1,0 1 0,0 0 0,0 0-1,1 1 1,-1-1 0,1 1-1,0 0 1,0 0 0,-1 0 0,1 1-1,0 0 1,1 0 0,-1 0-1,0 0 1,6 1 0,22-2 319,1 1 0,-1 2 1,1 2-1,-1 0 0,0 3 1,47 13-1,-66-14-200,0 0 0,-1 1 0,1 1 0,-1 0 1,0 1-1,-1 0 0,15 13 0,-19-13-53,0 0 0,0 0 0,-1 1 0,0 0 0,-1 0 0,0 1 0,0 0 0,-1 0 0,0 1 0,5 16 0,-5-4 154,0 0-1,-2 0 0,-1 1 0,-1-1 0,-3 45 1,0-48-154,-1-1 0,-1 1 0,0-1 0,-1 0 0,-2-1 0,0 1-1,0-1 1,-2 0 0,0-1 0,-15 21 0,8-16-97,0-1 0,-1-1 0,-2 0-1,0-1 1,-1-1 0,0-1-1,-24 15 1,37-27-105,0-1 1,0 0-1,0 0 0,0 0 0,-1-1 1,0 0-1,1 0 0,-1-1 0,0 0 1,0-1-1,0 0 0,0 0 0,0 0 1,-1-1-1,1 0 0,0-1 1,-8-1-1,15 1-36,0 1 0,-1 0 0,1-1 0,0 1 1,0-1-1,0 0 0,0 1 0,0-1 0,0 0 0,0 0 0,0 1 1,0-1-1,0 0 0,0 0 0,0 0 0,1 0 0,-1 0 0,0 0 1,1 0-1,-1 0 0,1-1 0,-1 1 0,0-2 0,-1-29-2785,2 22 1742,0-45-6532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6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120 650 9124,'0'0'7193,"14"-37"-6468,0-4-663,6-14-25,2-1 0,35-61 1,-43 92-74,46-94 124,-55 105-180,0 0 0,0-1 0,-2 1 0,0-1 0,0 0 0,0-27 0,-3 40 7,0-1 1,0 1 0,-1 0-1,1 0 1,0-1 0,-1 1-1,0 0 1,1 0 0,-1 0-1,0 0 1,0-1 0,0 1-1,-1 1 1,1-1 0,0 0-1,-1 0 1,-3-3 0,2 2 1,-1 1 0,1-1 0,-1 1 1,0 0-1,0 0 0,0 0 0,0 1 1,-8-3-1,-6 1-10,0 1 0,-1 0 1,-28 1-1,37 1 59,-2 0 22,1 0 3,-1 0 1,1 1-1,-17 3 0,24-4 16,0 2-1,0-1 1,1 0 0,-1 1-1,1 0 1,-1 0 0,1 0-1,-1 0 1,1 0 0,0 1-1,0-1 1,1 1 0,-1 0-1,-2 3 1,-2 4 109,1 0-1,0 0 0,1 1 1,1 0-1,-1 0 1,2 0-1,-1 0 1,2 1-1,-1-1 1,2 1-1,-1 12 1,0 8 323,2-1 0,1 1 1,6 31-1,-2-35 55,1 1-1,1-2 1,22 54 0,-20-61-297,0-1 0,1-1 0,1 0-1,1 0 1,0-1 0,16 17 0,-20-27-176,0 0-1,0 0 1,1 0-1,0-1 1,0-1-1,0 1 1,1-2-1,0 1 1,0-1-1,0-1 1,0 0-1,1 0 0,-1-1 1,1 0-1,20 0 1,-18-1-25,1-2 0,-1 0 0,1-1 0,-1 0 0,0-1 0,0 0-1,0-1 1,-1-1 0,1 0 0,-1 0 0,0-1 0,13-9 0,-3-2-352,0-1-1,0 0 1,-2-2 0,-1 0-1,0-2 1,-2 0 0,20-31-1,-23 30-753,-1 0 0,-1-1-1,-1 0 1,-1-1 0,-1 0-1,-2 0 1,9-52 0,-13 7-2302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6.6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34 4162,'0'0'10970,"-3"38"-9012,2-17-1645,-3 43 765,3 0 1,10 98 0,-1-104-453,3 42 804,35 135 1,-44-231-1413,-1 1 0,1-1 0,0 1 0,0-1 0,3 5 0,-5-9-17,1 1 0,-1 0 0,0-1 0,1 1 0,-1-1 0,1 1 0,-1-1 0,1 1 0,-1-1 0,1 1 0,-1-1 0,1 1 0,-1-1 0,1 1 0,-1-1 0,1 0 0,0 1 0,-1-1 0,1 0 0,0 0 0,-1 0 0,1 1 0,0-1 0,-1 0 0,1 0 0,0 0 0,-1 0 0,1 0 0,0 0 0,0 0 0,-1 0 0,1-1 0,0 1-1,-1 0 1,1 0 0,0 0 0,-1-1 0,2 0 0,-2 1 2,1-1-1,0 0 0,0 0 1,-1 0-1,1 0 0,-1 0 1,1 0-1,-1 0 0,1-1 1,-1 1-1,0 0 0,1 0 1,-1 0-1,0-2 0,22-203-588,-8 51-789,-9 119 722,2 1 1,0-1-1,3 1 0,1 1 1,30-65-1,-34 86 464,1 0 0,0 1 0,1 0 1,0 0-1,1 1 0,0 0 0,16-13 0,-17 18 170,0 0 0,0 0-1,0 1 1,0 0 0,1 1-1,0 0 1,0 0 0,0 1 0,0 1-1,0-1 1,16 0 0,-19 2 31,1 1 0,0-1 0,-1 1 0,1 1 0,-1 0 0,1 0 0,-1 0 0,1 1 0,-1 0 0,1 0 0,9 5 0,-12-3 30,1 0 0,0 0 0,-1 0 0,0 1 0,0-1 0,0 1 0,-1 0 1,0 1-1,0-1 0,0 1 0,0 0 0,-1 0 0,3 8 0,5 11 319,-2 2-1,-1-1 1,-1 1-1,-1 0 0,3 51 1,-4 145 1614,-6-153-1340,1-38-335,-1-17-173,1-1 0,3 21-1,-3-35-137,-1 1-1,1-1 0,0 0 0,0 1 0,0-1 0,0 1 0,0-1 0,0 0 0,1 1 0,-1-1 0,0 0 0,0 1 0,0-1 0,0 1 0,0-1 0,0 0 0,1 1 0,-1-1 0,0 0 0,0 1 0,0-1 0,1 0 1,-1 0-1,0 1 0,1-1 0,-1 0 0,0 0 0,1 1 0,-1-1 0,0 0 0,1 0 0,-1 0 0,0 0 0,1 1 0,-1-1 0,0 0 0,1 0 0,-1 0 0,1 0 0,-1 0 0,0 0 0,1 0 0,-1 0 0,1 0 1,-1 0-1,0 0 0,1 0 0,-1 0 0,0-1 0,1 1 0,-1 0 0,0 0 0,1 0 0,-1 0 0,0-1 0,1 1 0,-1 0 0,0 0 0,1-1 0,-1 1 0,0 0 0,0-1 0,1 1 0,-1 0 0,0-1 0,0 1 1,1-1-1,16-24-1627,3-30-1595,0-11-1998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7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453 60 8260,'0'0'9172,"-12"-11"-8278,-3-1-406,-24-17 0,37 28-457,0 0 1,1 0-1,-1 0 0,0 0 1,0 1-1,0-1 0,0 0 1,1 1-1,-1 0 0,0-1 1,0 1-1,0 0 0,0 0 0,0 0 1,0 0-1,0 0 0,0 1 1,0-1-1,0 1 0,0-1 1,0 1-1,1 0 0,-1-1 0,-2 2 1,-1 2 14,0 0 1,1 0 0,-1 0 0,1 0-1,0 0 1,-3 6 0,-1-1 54,-16 22 238,2 0-1,0 2 0,3 0 0,1 2 0,-26 66 0,22-36 159,2 0 0,-16 98-1,33-145-469,0-1 0,1 1-1,1 0 1,1 20 0,0-38-31,0 1-1,0-1 1,0 0 0,0 1 0,0-1 0,0 0 0,0 0 0,0 0 0,1 1-1,-1-1 1,0 0 0,0 0 0,0 1 0,0-1 0,0 0 0,0 0-1,1 0 1,-1 1 0,0-1 0,0 0 0,0 0 0,0 0 0,1 0 0,-1 1-1,0-1 1,0 0 0,1 0 0,-1 0 0,0 0 0,0 0 0,0 0-1,1 0 1,-1 0 0,0 0 0,0 1 0,1-1 0,-1 0 0,0 0 0,0 0-1,1-1 1,-1 1 0,0 0 0,0 0 0,1 0 0,-1 0 0,0 0-1,0 0 1,1 0 0,-1 0 0,0-1 0,5 0-39,0 0 0,0 0 1,-1-1-1,1 1 0,-1-1 0,1-1 0,-1 1 0,0 0 1,0-1-1,0 0 0,0 0 0,-1 0 0,1-1 1,-1 1-1,1-1 0,2-4 0,10-14-365,24-41 1,-27 41 90,40-68-2744,-4-3-1,45-116 0,-91 235 3913,37 201 4357,9 89-2172,-45 80-1009,-6-361-1945,-1 0-1,-12 56 0,11-76-72,0 0 0,-2 1 0,1-2 0,-2 1-1,0-1 1,-1 0 0,-17 24 0,20-32-6,0 0 0,0-1 0,-1 0-1,1 0 1,-1 0 0,0-1 0,0 0 0,-1 0-1,1 0 1,-1-1 0,-12 4 0,7-3-17,-1-2 0,1 1 0,-1-1 0,0-1 0,-22-1-1,27 0-49,0-1 0,0 1 0,1-2 0,-1 1-1,1-1 1,-1 0 0,1-1 0,0 1 0,0-2-1,0 1 1,0-1 0,0 0 0,-8-7 0,6 3-225,0-1 0,0 0 0,1 0 0,1-1 0,0 0 1,0 0-1,-10-22 0,8 11-480,0-1 0,2 0 0,1-1 0,0 0 0,2 1 0,0-2 0,0-24 0,2-67-3793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7.4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 11973,'0'0'6980,"0"11"-6393,2 45 346,3-1 1,19 94 0,43 108 947,-67-255-1870,8 27 125,1 0 0,1 0-1,23 44 1,-30-67-132,1 0-1,-1 0 1,1-1 0,1 1-1,-1-1 1,1 0 0,-1 0-1,1 0 1,1 0 0,-1-1-1,1 0 1,0 0 0,0-1-1,0 0 1,0 0 0,0 0-1,1-1 1,-1 1 0,1-2-1,0 1 1,11 1 0,-12-3-2,-1 0 0,1-1 0,-1 1 0,1-1 0,-1 0 0,0 0 0,1-1 0,-1 0 0,0 0 0,0 0 0,0 0 0,0-1 0,-1 0 0,1 0 0,-1 0 0,1 0 0,-1-1 0,0 0 0,4-5 0,4-5-19,-2-1 0,1-1 0,-2 1-1,12-26 1,-8 12-323,-2 1 0,-1-2-1,-1 0 1,10-56 0,-12 26-998,-1-92-1,-6 136 972,-1 1-1,0-1 0,-1 1 0,-1 0 0,0 0 0,-9-24 0,8 29 273,-1 1 0,0-1 0,0 1 0,-1 0 0,0 0 0,0 1 0,-1 0 0,0 0 0,-1 1 0,-10-9 0,16 14 109,0 1 1,0-1-1,0 1 1,-1-1-1,1 1 1,-1 0-1,1 0 1,-1 0-1,1 1 1,-1-1-1,1 1 1,-1-1-1,0 1 1,1 0-1,-1 0 0,0 0 1,1 0-1,-5 1 1,7 0-59,-1 0-1,1 1 1,-1-1 0,1 0 0,0 1-1,0-1 1,0 0 0,0 1 0,0-1-1,0 0 1,0 1 0,0 1 0,0-2-118,0 11-2540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7.8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74 11397,'0'0'6190,"0"-13"-5635,0-47 66,18 581 1980,-10-406-2172,5 59 42,39 189 1,-49-347-466,11 42 12,-12-54-19,-1 0-1,1 0 1,-1-1-1,1 1 1,0 0-1,1-1 1,-1 0-1,0 1 1,1-1-1,4 4 1,-6-6-5,-1 0 1,1-1 0,0 1 0,0-1-1,-1 1 1,1 0 0,0-1 0,0 1-1,0-1 1,0 0 0,0 1-1,0-1 1,0 0 0,-1 1 0,1-1-1,0 0 1,0 0 0,0 0 0,0 0-1,0 0 1,0 0 0,0 0-1,0 0 1,0 0 0,0-1 0,0 1-1,0 0 1,0-1 0,0 1-1,0 0 1,0-1 0,0 1 0,-1-1-1,1 0 1,0 1 0,0-1 0,-1 0-1,1 1 1,0-1 0,-1 0-1,1 0 1,0 1 0,0-3 0,2-2-69,-1 0 0,1 0 0,-1-1 0,0 1 1,2-11-1,2-14-1185,4-53 0,-8-33-4670,-2 38-714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8.2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448 1 6947,'0'0'11576,"-34"19"-11437,6-3-122,-182 112 43,188-114-56,3-3-14,0 2-1,0 0 1,1 1-1,1 1 1,-22 24 0,37-35 16,-1-1 1,1 1 0,-1 0-1,1-1 1,0 1-1,1 0 1,-1 1 0,1-1-1,-1 0 1,1 0 0,0 1-1,1-1 1,-1 0 0,1 1-1,0-1 1,0 1 0,0-1-1,1 0 1,1 8 0,1-4 83,-1 0 1,1-1 0,0 0 0,1 1-1,0-1 1,0-1 0,0 1 0,1 0-1,10 10 1,15 13 174,0 0 0,2-3 0,1 0 0,2-2 0,70 39 0,-93-59-297,0 0-1,0 0 1,1-1 0,-1 0 0,1-2-1,0 1 1,0-1 0,14 0-1,-25-2-46,-1 0 0,0 0 0,0 0 0,0 0 0,0 0 0,0 0 0,0-1-1,0 1 1,1 0 0,-1-1 0,0 1 0,0 0 0,0-1 0,0 1 0,0-1 0,0 0-1,-1 1 1,1-1 0,0 0 0,0 1 0,0-1 0,0-1 0,1-1-245,-1 0 0,0 0 0,0 0 1,0 1-1,0-1 0,-1-1 0,1-2 0,4-44-4745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8.6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 11685,'0'0'5595,"-8"40"-4523,1-4-740,-1-2-20,2 0 1,1 1-1,1-1 0,3 1 1,0 0-1,6 46 1,8-2 259,3-1 0,3 0 1,37 93-1,-44-143-452,14 27 0,-21-46-95,1 0-1,-1-1 1,2 1-1,-1-1 0,15 14 1,-17-19-19,-1-1-1,1 1 1,-1-1 0,1 0 0,0 0-1,0 0 1,0-1 0,0 1 0,0-1-1,0 0 1,1 0 0,-1-1 0,0 1-1,0-1 1,1 0 0,-1 0 0,0 0 0,1-1-1,-1 1 1,0-1 0,0 0 0,0 0-1,0-1 1,0 1 0,0-1 0,0 0-1,0 0 1,0 0 0,-1 0 0,7-6 0,-1-1-5,-1 0 0,0-1 0,0 0 1,9-18-1,26-53-249,-40 76 217,20-43-810,-3-1-1,-2-1 0,-1-1 0,-3-1 0,-3 0 0,-1 0 0,-3-1 0,0-98 1,-6 143 839,-1 0 1,-1 0 0,0 0 0,0 1 0,-4-13-1,5 18 22,-1 0 1,1 1-1,-1-1 0,0 1 0,0-1 0,0 1 0,0-1 0,0 1 0,0-1 1,0 1-1,0 0 0,-1 0 0,1 0 0,0-1 0,-1 1 0,1 0 0,-1 1 1,1-1-1,-1 0 0,1 0 0,-1 1 0,0-1 0,1 1 0,-1-1 0,0 1 0,0 0 1,1 0-1,-4 0 0,4 0-160,1 0 0,0 0 1,0 0-1,-1 0 0,1 0 0,0 1 1,0-1-1,-1 0 0,1 0 1,0 1-1,0-1 0,-1 0 0,1 0 1,0 1-1,0-1 0,0 0 0,0 0 1,0 1-1,-1-1 0,1 0 0,0 1 1,0-1-1,0 0 0,0 0 1,0 1-1,0-1 0,0 0 0,0 1 1,0-1-1,0 0 0,0 1 0,0-1 1,0 0-1,0 1 0,1-1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8.9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 10533,'0'0'6176,"-3"31"-5213,-3 56 568,8 112 1,5 228 1345,-7-333-2529,1-39-180,5-38-91,-6-16-75,0-1-1,0 0 1,1 0 0,-1 0-1,0 0 1,1 1 0,-1-1-1,0 0 1,0 0 0,1 0-1,-1 0 1,0 0 0,1 0-1,-1 0 1,0 0-1,1 0 1,-1 0 0,0 0-1,1 0 1,-1 0 0,0 0-1,1 0 1,-1 0 0,0 0-1,0 0 1,1-1 0,-1 1-1,0 0 1,1 0 0,-1 0-1,0 0 1,0-1 0,1 1-1,-1 0 1,0 0 0,0-1-1,0 1 1,1 0-1,-1 0 1,0-1 0,0 1-1,0 0 1,0-1 0,5-7 8,0 0 1,-1 0-1,0-1 1,-1 0 0,0 0-1,0 1 1,-1-2-1,2-13 1,0 3-16,48-299-1977,-34 199 656,-13 86 505,2 1-1,16-52 1,-19 74 740,0 1 0,1-1 1,0 1-1,1 0 0,0 0 0,0 1 1,1-1-1,1 1 0,-1 1 0,1-1 1,11-7-1,-13 12 147,0 1-1,0-1 1,1 1 0,-1 1 0,1 0 0,-1-1 0,1 2 0,0-1 0,0 1-1,0 0 1,0 1 0,0-1 0,0 1 0,8 2 0,1-2 109,-9 0-131,-1 1 0,0-1 0,1 2-1,-1-1 1,0 1 0,1 0 0,-1 0 0,8 4 0,45 30 144,-46-27-471,-1-1 0,1 0 0,0-1 0,27 10 0,8-8-2908,7-7-3444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9.3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387 33 9973,'0'0'7115,"-26"-6"-6008,-79-17-349,99 22-684,0 0-1,0 0 1,-1 0 0,1 1 0,0 0 0,-6 1 0,10-1-37,0 1 1,0-1-1,0 1 1,0 0-1,0 0 1,0 0-1,0 0 1,0 0-1,1 1 1,-3 1-1,-4 3 87,-4 3 13,0 2 0,1-1 0,1 1 0,0 1 0,0 0-1,1 0 1,1 1 0,0 0 0,1 0 0,0 1 0,1 0-1,-8 27 1,1 6 256,3 0 1,-8 82-1,11-68-61,3 0 0,7 117-1,-3-175-329,0 1 0,1-1 0,-1 0 0,1 1 0,0-1 0,0 0 0,0 1 0,0-1 0,1 0 0,0 0 0,-1 0 0,1 0 0,0 0 0,0 0 0,1-1 0,-1 1 0,0-1 0,5 4 0,-4-4-2,1-1-1,-1 1 0,1-1 1,-1 0-1,1 0 0,0 0 1,-1 0-1,1 0 0,0-1 1,0 0-1,0 0 0,-1 0 1,1 0-1,0 0 0,0-1 1,5-1-1,-2 0-3,0 0-1,-1-1 1,1 1-1,0-1 1,-1-1 0,0 1-1,1-1 1,-2-1-1,1 1 1,0-1 0,-1 0-1,0 0 1,6-7 0,5-9-119,0-2 1,15-28-1,-18 28-78,21-35-979,26-65 0,-49 97 518,-1-1 0,-1 0-1,-2 0 1,-1-1 0,3-33 0,-7-70-3596,-7 92 3978,5 37 443,-1 1 1,1 0 0,-1-1-1,1 1 1,-1-1 0,1 1-1,-1 0 1,0 0 0,1-1-1,-1 1 1,0 0 0,0 0-1,0 0 1,0 0 0,0 0-1,0 0 1,0 0 0,-1 0-1,1 1 1,0-1 0,0 0-1,-3 0 1,3 0 299,-4 1 801,1 11-246,3 112 643,2-59-985,-1-24 26,12 77-1,-10-101-615,2 0-1,0 0 0,1 0 1,0-1-1,1 0 1,1 0-1,15 24 1,-20-36-101,1 1 1,0-1-1,0 1 0,0-1 1,0 0-1,0 0 0,1 0 1,0-1-1,-1 1 1,1-1-1,0 0 0,0 0 1,0 0-1,1-1 1,-1 1-1,0-1 0,0 0 1,1 0-1,-1-1 1,1 1-1,-1-1 0,1 0 1,-1 0-1,1-1 1,-1 1-1,0-1 0,1 0 1,-1 0-1,0 0 1,1-1-1,-1 1 0,0-1 1,0 0-1,0-1 1,0 1-1,-1 0 0,6-6 1,5-4-297,-2-1 1,0 0 0,0-1-1,-1-1 1,-1 0 0,0 0 0,9-20-1,-3 0-1294,-1 0-1,15-56 0,-11 3-2163,-10 6-1367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19.7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0 156 5090,'0'0'16178,"0"41"-13923,0-28-2073,10 289 2210,-6-223-1669,-3-42-324,2-2-1,1 1 0,9 40 0,-12-74-376,0 1 0,0-1 0,0 1 0,0-1 0,0 1 0,0-1 0,0 0 0,1 0 0,-1 1 0,1-1 0,2 2 0,-4-4-22,1 0 1,-1 1-1,0-1 0,1 0 0,-1 0 0,0 1 1,1-1-1,-1 0 0,1 0 0,-1 0 0,1 0 1,-1 0-1,0 0 0,1 0 0,-1 0 0,1 0 1,-1 0-1,1 0 0,-1 0 0,1 0 0,-1 0 1,0 0-1,1 0 0,-1 0 0,1-1 0,-1 1 1,1 0-1,0-1-9,1-1 1,-1 1-1,0 0 1,0 0-1,0-1 1,0 1-1,0-1 1,0 1 0,0-1-1,0 1 1,0-3-1,13-37-129,-1 0-1,12-83 1,-12 52-133,-3 25-22,37-161-1861,-38 181 1477,0-1 1,1 1-1,2 1 1,1 0-1,18-28 0,-26 48 557,0-1-1,0 1 1,0 0-1,1 1 1,0-1-1,0 1 0,12-8 1,-16 12 114,1-1 0,0 1 0,0-1 0,-1 1 0,1 0 0,0 0 0,0 0 0,0 1 0,0-1 0,0 1 0,0 0 0,0-1 0,0 1 0,0 1 0,0-1 0,0 0 0,0 1 0,0-1 0,0 1 1,0 0-1,0 0 0,5 3 0,-3-1 29,-1 1 1,1-1 0,-1 1 0,0 0 0,0 0 0,0 1-1,0-1 1,-1 1 0,5 8 0,24 52 530,-30-60-503,25 62 568,-3 1 1,-3 1 0,18 110-1,-9-49-424,-29-127-263,10 25 255,-10-27-263,-1-1-1,1 1 1,0 0-1,-1 0 1,1 0-1,0 0 0,0-1 1,0 1-1,-1 0 1,1-1-1,0 1 1,0-1-1,0 1 1,0-1-1,0 1 1,0-1-1,0 0 1,1 1-1,-1-1 1,0 0-1,0 0 1,2 0-1,-3 0-10,0 0 0,0 0 0,0 0 0,1 0 0,-1 0 0,0 0 1,0 0-1,1 0 0,-1 0 0,0 0 0,0 0 0,0 0 0,1 0 0,-1 0 0,0 0 0,0 0 0,0 0 0,1-1 0,-1 1 0,0 0 0,0 0 0,0 0 0,1 0 1,-1 0-1,0-1 0,0 1 0,0 0 0,0 0 0,0 0 0,0-1 0,1 1 0,-1 0 0,0-1 0,1-17-5257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3.6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89 118 1745,'0'0'8935,"-5"-12"-8114,-14-40-292,17 49-430,1 0 0,0 0 0,-1-1 1,0 1-1,0 0 0,0 0 1,0 1-1,0-1 0,-1 0 0,1 1 1,-4-4-1,-8-9 180,13 14-119,1 12-355,7 653 9031,-7-662-8753,4-45-398,-4 19-596,-1-1 0,-1 0 0,-1 1 1,-8-34-1,5 32 10,2 0 0,0 0 0,2 0 0,1 0 0,5-52 1,-3 69 914,1 0 1,0 0 0,0 0 0,1 0 0,0 0 0,1 0 0,0 1-1,0 0 1,1 0 0,0 0 0,0 0 0,1 1 0,12-12 0,-18 18-5,1 0 0,0 0 0,0 0 0,0 0 0,0 0 0,0 0 0,0 0 0,0 1 0,0-1 0,0 0 0,0 1 0,0-1 0,0 1 0,1-1 0,-1 1 0,0 0 0,0-1 0,1 1 1,-1 0-1,0 0 0,0 0 0,1 0 0,-1 0 0,0 0 0,1 0 0,-1 0 0,0 1 0,2 0 0,0 0 38,-1 1 0,0 0 1,0 0-1,0 0 0,0 0 0,0 1 0,0-1 0,0 0 1,-1 1-1,1 0 0,-1-1 0,2 6 0,37 96 3152,-4 2 0,31 152-1,-65-248-3051,-1-4-47,0 0-1,1 0 1,0 0 0,0 0 0,5 10 0,-7-15-95,1-1 0,-1 1 0,1 0 0,0 0 0,-1 0 0,1-1 0,0 1 0,0 0 0,0-1 1,0 1-1,-1 0 0,1-1 0,0 1 0,0-1 0,0 0 0,0 1 0,0-1 0,0 0 0,0 0 0,0 1 0,0-1 0,0 0 0,1 0 0,-1 0 1,0 0-1,0 0 0,0 0 0,0-1 0,0 1 0,0 0 0,0-1 0,0 1 0,0 0 0,0-1 0,0 1 0,0-1 0,-1 1 0,1-1 1,2-1-1,5-5 6,0 0 1,0-1-1,-1 0 1,0 0-1,0-1 1,0 0 0,4-10-1,1 1-70,134-214-3738,-131 205 3165,90-151-3423,-101 173 3993,0-1 1,1 1-1,0 0 1,-1 0-1,9-6 1,-12 10 82,1 0 0,-1 0 0,0 1 0,1-1 0,-1 0 0,1 0 0,-1 1 1,1-1-1,-1 0 0,1 1 0,0 0 0,-1-1 0,1 1 0,0 0 0,-1 0 1,1 0-1,0 0 0,-1 0 0,1 0 0,0 1 0,-1-1 0,1 0 1,0 1-1,-1-1 0,1 1 0,-1 0 0,3 1 0,-2 0 84,1 0-1,-1 1 1,1-1 0,-1 1-1,0-1 1,0 1 0,0 0-1,0 0 1,0 0-1,2 6 1,10 37 1091,-11-34-808,8 36 834,-2 0 1,3 58-1,10 55 358,-21-158-1561,0 0 0,0 1 1,0-1-1,0 0 1,1 0-1,0 0 1,-1 0-1,1 0 0,0 0 1,1 0-1,-1-1 1,0 1-1,1-1 1,2 3-1,-3-4-67,-1 0-1,1 0 1,-1 0 0,1-1-1,-1 1 1,1 0 0,-1-1-1,1 1 1,0-1 0,-1 0-1,1 1 1,0-1 0,-1 0-1,1 0 1,0 0 0,-1 0-1,1 0 1,0-1-1,-1 1 1,1 0 0,0-1-1,-1 1 1,1-1 0,-1 0-1,1 1 1,-1-1 0,1 0-1,-1 0 1,1 0 0,-1 0-1,3-3 1,2-2-854,0-1 1,-1-1-1,9-13 1,-4 4-1178,15-19-4082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4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163 363 12486,'0'0'7926,"0"-14"-7659,0 2-291,0 0 1,1 0 0,0 0-1,1 0 1,0 0 0,1 1-1,8-22 1,-2 13-646,-1 0 0,9-32 1,-15 43 400,-1 1 0,1-1 0,-1 0 0,0 0 0,-1 0 1,0 0-1,-1 0 0,0 1 0,-2-10 0,2 15 254,0 1 0,0-1-1,-1 1 1,1-1 0,-1 1-1,0 0 1,0 0 0,1 0-1,-1 0 1,-1 0 0,1 0-1,0 0 1,0 1 0,-1-1-1,1 1 1,0 0 0,-1 0-1,0 0 1,1 0 0,-1 0-1,0 0 1,1 1-1,-6-1 1,0-1 68,1 1 0,-1 1 0,1 0 0,-1 0 0,0 0 0,1 1 0,-1 0 0,-8 2 0,14-2-12,-1 1 0,0-1 0,0 0 0,0 1 0,1-1 0,-1 1 1,1 0-1,-1 0 0,1 0 0,0 0 0,0 0 0,0 0 0,0 1 1,0-1-1,-2 4 0,0 3 147,0-1 1,0 1 0,-5 17-1,3 2 362,0 0-1,1 0 0,0 29 1,2 87 1409,3-124-1738,-1 0 20,2 0 0,0 1 0,1-1 0,1 0 0,10 31 0,-12-45-215,2 0-1,-1 0 1,1 0 0,0-1 0,0 0-1,0 1 1,1-1 0,0 0 0,0-1-1,0 1 1,0-1 0,1 1 0,0-2-1,0 1 1,0 0 0,0-1 0,1 0-1,-1 0 1,1 0 0,0-1 0,0 0-1,9 2 1,-7-2-10,1-1-1,0 0 0,0 0 0,0-1 1,0 0-1,0-1 0,0 0 1,0 0-1,0-1 0,0 0 0,-1-1 1,1 0-1,-1 0 0,0-1 1,0 0-1,0 0 0,9-7 1,4-5-110,0-1 1,-2 0 0,0-2-1,27-33 1,-25 27-1145,-1-1-1,-1-1 0,-1-1 1,-2-1-1,-1 0 1,-1-1-1,20-62 1,-14-2-5004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4.4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10405,'0'0'6221,"8"12"-5335,-6-9-821,6 7 165,-1 1 0,0 0 0,-1 0 0,-1 1 0,1 0 0,-2 0 0,5 15 0,6 59 733,-4-1 0,0 131 0,-10-163-699,2 107 352,11 168-10,-13-320-611,6 30 33,-6-37-33,-1 0 1,0 0-1,1 0 0,-1 0 1,1-1-1,-1 1 0,1 0 1,0 0-1,-1 0 1,1 0-1,0-1 0,0 1 1,0 0-1,-1-1 1,1 1-1,0 0 0,0-1 1,0 1-1,0-1 0,0 0 1,0 1-1,0-1 1,0 0-1,0 0 0,0 1 1,0-1-1,2 0 1,-1-1-71,-1 0 1,0 1 0,0-1 0,0 0 0,0 0 0,0 0 0,0 0 0,0 0 0,0 0 0,0-1 0,0 1 0,0 0-1,-1 0 1,1-1 0,0 1 0,-1 0 0,1-1 0,-1 1 0,0 0 0,1-1 0,-1 1 0,0-3 0,7-37-2091,-5-8-1770,-2-3-3095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4.8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14999,'0'0'5458,"183"-16"-5394,-128 16-64,-3 0-304,-7 0-3009,-8 0-5731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5.1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13 457 10789,'0'0'9666,"11"-17"-9437,-5 8-221,80-116 16,-66 100-203,-3 5-1239,27-41-1,-40 54 1048,-1-1 0,1 1 1,-1-1-1,0 0 0,-1 1 1,0-1-1,0 0 0,0-1 1,-1 1-1,0-10 0,-1 13 172,0 0 0,0 0 1,0 0-1,-1 0 0,0 0 0,0 0 0,-2-6 0,2 8 160,-1 1-1,1 0 1,-1 0-1,1 0 1,-1 0 0,0 0-1,0 0 1,0 1-1,0-1 1,0 0 0,0 1-1,0 0 1,-1-1-1,-4-1 1,-5-2 280,0 0 0,-1 1 0,0 0 0,0 1 0,0 0 0,0 1 0,0 1 0,-25 0 0,36 1-200,1 0 0,-1 0 0,1 1 0,-1-1 0,1 1 0,-1-1 0,1 1 0,-1 0 0,1-1 0,-1 1 0,1 0 0,0 0 0,0 0 1,-1 0-1,1 0 0,0 0 0,0 0 0,0 0 0,0 1 0,0-1 0,0 0 0,0 1 0,1-1 0,-1 1 0,0-1 0,1 1 0,-1-1 0,1 1 0,-1 2 0,-1 7 242,0 0-1,1 1 0,0 14 1,0-14 21,-1 30 1010,1 1 0,8 67 0,-6-97-1118,2 0 1,0-1 0,0 1 0,1-1-1,0 1 1,1-1 0,1-1-1,0 1 1,0-1 0,1 0 0,1 0-1,15 16 1,-18-22-154,1 0-1,0-1 1,0 0-1,0 0 1,0-1 0,1 1-1,0-2 1,-1 1-1,1 0 1,0-1-1,0-1 1,0 1 0,1-1-1,-1 0 1,0-1-1,0 0 1,10 0-1,-5-1-15,0-1-1,0 0 0,0 0 1,0-1-1,0-1 0,0 0 1,-1 0-1,0-1 1,15-9-1,-4-1-277,0-1-1,-1-1 1,-1-1-1,0 0 1,-2-2 0,28-36-1,-34 40-705,-2 0-1,0-1 1,0 0 0,-2-1-1,0 0 1,-1 0-1,-1-1 1,-1 0 0,0 0-1,1-20 1,-3-36-5849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5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0 10325,'0'0'6976,"-1"45"-4561,-2-4-1835,0 13 254,2 0 0,2 0 0,15 92 0,-8-98-289,2-1 1,2 0-1,2-1 0,29 65 1,-39-102-417,1-1 0,-1 0 0,12 14 1,-15-21-118,1 1 1,0 0 0,0 0 0,0-1 0,0 1-1,0-1 1,0 1 0,0-1 0,0 0 0,0 0 0,1 0-1,-1 0 1,0-1 0,1 1 0,-1 0 0,0-1-1,1 0 1,2 1 0,-3-2-5,-1 1 0,0 0 0,1 0 0,-1-1 0,0 1 0,1-1 0,-1 0 0,0 1 0,0-1 0,0 0 0,1 0-1,-1 1 1,0-1 0,0 0 0,0 0 0,0 0 0,0 0 0,-1-1 0,1 1 0,0 0 0,0 0 0,-1 0 0,1-1 0,-1 1 0,1 0 0,0-3 0,9-42 31,-9 35-42,9-50-85,-4 18-478,2 1 1,1-1 0,27-71-1,-32 104 484,1 0 0,0-1 1,0 2-1,1-1 0,0 1 0,1 0 0,0 0 0,1 1 0,-1 0 0,2 0 0,-1 0 0,1 1 0,0 1 0,0 0 0,1 0 0,0 1 0,0 0 0,0 0 0,18-4 0,-13 6 156,1 0 0,-1 1-1,1 1 1,26 1 0,-18 0-53,-20 0-50,0 0-1,0 1 1,1 0 0,-1-1-1,0 1 1,0 1 0,0-1-1,0 0 1,-1 1-1,1 0 1,0 0 0,-1 0-1,1 0 1,-1 1 0,0-1-1,1 1 1,-1 0 0,2 3-1,-1-2-624,-1 1 1,0-1-1,0 1 0,-1-1 0,1 1 0,-1 0 0,0 0 0,2 8 0,1 21-8286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6.4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6755,'0'0'3898,"6"3"-3458,10 2-115,1-1-1,-1 0 1,1-2 0,-1 1-1,21-1 1,29 4 576,80 21 763,58 8-401,137-20-804,-335-15-462,0 0 0,0-1 0,0 1 1,0-1-1,0-1 0,-1 1 0,1-1 0,0 0 1,-1 0-1,0 0 0,1-1 0,-1 0 0,0 0 0,0 0 1,0-1-1,6-6 0,-11 10-42,0 0 0,1 0 0,-1 0 0,0 0 0,0 0 0,1-1 0,-1 1 0,0 0 0,0 0 0,1 0 0,-1-1 0,0 1 0,0 0 0,1 0 0,-1 0 0,0-1 0,0 1 0,0 0 0,0 0 0,0-1 0,1 1 0,-1 0 0,0-1 0,0 1 0,0 0 0,0 0 0,0-1 0,0 1-1,0 0 1,0-1 0,0 1 0,0 0 0,0 0 0,0-1 0,0 1 0,0 0 0,0-1 0,-1 1 0,-10-2-4762,-8 2 1261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6.8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3426,'0'0'2115,"4"18"-1152,39 260 5635,-36 19-2534,-5-67-2728,-2-225-1314,1 1-1,-1-1 1,1 1 0,0-1 0,0 0 0,0 0 0,1 1 0,0-1-1,4 8 1,-4-11-57,-1 0-1,1 0 1,0 0 0,0-1-1,-1 1 1,1-1-1,0 1 1,0-1 0,1 0-1,-1 0 1,0 0-1,0 0 1,0 0 0,1 0-1,-1-1 1,0 1-1,1-1 1,-1 0 0,1 0-1,-1 1 1,5-2 0,-3 1-224,-1 0 1,1 0-1,-1 0 1,1-1 0,0 1-1,3-2 1,21-17-3565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0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487 57 4370,'0'0'9829,"3"-9"-8554,8-28-203,-8 28-175,-5 9-318,-10-1-424,8 1-144,0-1 0,0 1 0,0 0 0,0 1 0,0-1 0,0 0 0,1 1 0,-1 0 0,0 0 0,0 0 0,1 1 0,-7 2 0,-2 6-4,1 1 0,0 0 0,1 1 0,0-1 0,1 2 0,0 0 0,-9 17 0,-12 25 74,2 1 0,-41 118 0,-19 131 693,78-264-635,-4 11 11,-84 359 978,91-349-1035,62-248-3564,-16 61-2100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0.6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1 976,'0'0'11817,"22"16"-10950,4 3-399,38 36 0,-59-50-381,-2 0 0,1-1 0,0 1 1,-1 0-1,0 1 0,0-1 0,-1 1 0,1-1 0,-1 1 1,0 0-1,1 10 0,44 229 2443,-24-109-1552,25 132 577,46 237 190,-85-461-1644,2 1 0,2-2-1,21 49 1,-11-51-78,-21-38-25,-1-1 1,1 0-1,1 1 1,-1-1 0,0 0-1,0 0 1,1 0-1,-1-1 1,1 1-1,0-1 1,3 3-1,-5-4-27,0 0 0,0 1-1,0-1 1,0 0-1,0 0 1,-1 0 0,1 0-1,0 0 1,0 0 0,0 0-1,0 0 1,0 0-1,0 0 1,0 0 0,0 0-1,0-1 1,0 1-1,0 0 1,-1-1 0,1 1-1,0-1 1,0 1-1,0-1 1,-1 1 0,1-1-1,0 1 1,-1-1-1,1 0 1,0 1 0,-1-1-1,1 0 1,-1 0 0,1 0-1,-1 1 1,1-1-1,-1 0 1,0 0 0,1 0-1,-1 0 1,0 0-1,0 0 1,0-1 0,2-5-341,-1-1 1,0 1 0,0-1-1,-1-7 1,0 9 41,1-57-3610,-1-10-2564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1.0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11045,'0'0'8100,"190"68"-6868,-110-68-1072,6 0-160,7 0-288,0 0-2545,-7-28-1713,-17-6-6131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1.3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6883,'0'0'7996,"15"33"-5950,1 0-1505,6 13 409,-3 0 0,26 90 0,-20-17 999,12 161 0,-35-268-1844,3 28 139,-5-39-235,0 1 0,0-1 0,0 0 0,1 0 0,-1 0-1,1 0 1,-1 1 0,1-1 0,-1 0 0,1 0 0,-1 0 0,1 0 0,0 0 0,0 0 0,-1 0-1,1-1 1,0 1 0,0 0 0,0 0 0,0-1 0,0 1 0,0 0 0,2 0 0,-3-1-8,1 0 0,-1 0 1,0 0-1,1 0 1,-1 0-1,0 0 0,0 0 1,1 0-1,-1 0 0,0 0 1,1 0-1,-1 0 0,0 0 1,0-1-1,1 1 1,-1 0-1,0 0 0,0 0 1,1 0-1,-1-1 0,0 1 1,0 0-1,0 0 1,1 0-1,-1-1 0,0 1 1,0 0-1,0 0 0,0-1 1,1 1-1,-1 0 0,0 0 1,0-1-1,0 1 1,0 0-1,0-1 0,0 1 1,0-1-1,8-24-40,-1 0 1,-2-1-1,5-46 0,-1 4-401,-8 60 384,9-53-1135,24-81 0,-29 126 1021,0 0-1,1 1 0,1 0 0,1 0 0,0 0 1,0 1-1,2 1 0,-1-1 0,2 2 0,17-18 0,-23 26 165,0 1 0,1-1 0,-1 1 0,1 1 0,0-1-1,0 1 1,0 0 0,0 0 0,0 0 0,0 1 0,0 0-1,1 1 1,9-1 0,-4 1 3,1 1-1,0 0 1,-1 1 0,1 0-1,21 8 1,-21-7-72,-1 1 0,0-1 1,19 1-1,15-3-6144,-31-4-1152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1.7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 9588,'0'0'9471,"-1"20"-8475,-5 280 2122,13-143-2033,-4-135-949,1 0 0,0-1 1,2 1-1,15 39 0,-18-55-108,-1-1 0,1 1-1,1 0 1,-1-1-1,1 1 1,0-1-1,0 0 1,0 0 0,1-1-1,7 7 1,-8-8-30,1-1 0,0 0 0,0 1 1,0-1-1,0-1 0,0 1 0,0-1 0,0 0 1,1 0-1,-1 0 0,0-1 0,8 0 1,-8 0-2,-1-1 1,1 1-1,0-1 1,-1 0-1,1 0 1,-1 0-1,1-1 1,-1 0 0,0 0-1,0 0 1,0 0-1,6-5 1,-2 2-15,-1-2 0,-1 1-1,1 0 1,-1-1 0,10-15 0,0-4-331,-2-2-1,21-51 0,-35 79 345,22-59-1522,-2-1 0,-3 0 0,-3-2 0,-2 1 0,3-74 0,-13 120 2093,0 19 1190,2 25-82,-4-28-1795,15 535 5222,-16-364-4850,2-171-721,2-8 7,13-101-3959,-9 46-95,4-12-5198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2.1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552 1 8964,'0'0'10386,"-23"14"-9316,-76 53-294,91-61-671,1 0 0,0 1-1,0 0 1,0 0 0,0 1-1,1 0 1,1 0 0,-1 0-1,2 1 1,-1 0 0,1 0-1,0 0 1,1 0 0,-4 15-1,3 0-19,1 0 0,1 1 0,1-1 0,3 26 0,-2-34-103,1-8 7,0 1 0,1 0 0,0 0 0,0-1-1,1 1 1,0-1 0,0 1 0,1-1 0,0 0-1,0-1 1,7 9 0,8 10-91,40 39 0,-39-44 53,7 6-18,29 32 46,-52-54 25,0 0 0,0 1 1,-1-1-1,0 0 0,0 1 1,0 0-1,-1 0 0,1 0 1,1 9-1,-4-13-6,1-1 0,-1 1 0,0 0 0,0-1 0,1 1 1,-1 0-1,0-1 0,-1 1 0,1 0 0,0-1 0,0 1 0,-1-1 0,1 1 0,-1 0 0,1-1 0,-1 1 1,0-1-1,0 1 0,0-1 0,0 0 0,0 1 0,0-1 0,0 0 0,0 0 0,-2 2 0,-1-1 9,-1 0 0,1 0 0,0 0 0,-1 0-1,1-1 1,-1 0 0,-5 1 0,-5 1 17,-16 3-13,-1-1 0,-51 2 0,-67-9-491,103 1 186,37 1 153,0-1 1,0 0 0,-1-1-1,1 0 1,0-1 0,0 0-1,1 0 1,-1-1 0,-10-6-1,15 8-266,0-1-1,1 0 0,-1-1 1,1 1-1,0-1 0,0 0 1,1 0-1,-1 0 0,1 0 1,-1-1-1,1 1 1,1-1-1,-1 0 0,1 0 1,0 0-1,0 0 0,0 0 1,1 0-1,-2-8 0,1-27-6221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2.5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19305,'0'0'2705,"200"0"-1456,-104 6-337,-10 6-528,-10 4-272,-14-4-112,-17 4-48,-14-10-368,-20-3-1057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4.0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31 147 4114,'0'0'7718,"-3"-16"-6971,-1-5-482,2 8 105,-1-1 0,0 1 0,-9-21 0,10 33-166,1 9-185,1 17-58,4 22 177,2-1 0,14 57 0,-2-17 339,53 469 3005,-68-525-3306,-3-17 47,2 0-1,-1 0 1,8 25 0,-9-38-199,0 1 1,0 0-1,0-1 1,1 1 0,-1 0-1,0-1 1,1 1-1,-1-1 1,0 1-1,1-1 1,-1 1 0,1-1-1,-1 1 1,1-1-1,-1 1 1,1-1-1,-1 1 1,1 0-1,8-5 190,3-20 13,1-28-206,-2 0 0,-2-1 0,2-65 0,-7-170-3359,-4 196 1357,-1 1 147,2-105 136,-1 194 1715,0 0 0,1 0 0,-1 0 0,0 0 0,1 0-1,-1 1 1,1-1 0,0 0 0,-1 0 0,1 0 0,0 1 0,0-1 0,0 1 0,0-1-1,1 0 1,-1 1 0,0 0 0,1-1 0,-1 1 0,3-2 0,-2 2 24,-1 1 1,1-1 0,-1 1 0,1 0-1,-1 0 1,1-1 0,-1 1 0,1 0-1,-1 0 1,1 1 0,-1-1 0,1 0-1,-1 0 1,1 1 0,-1-1 0,1 1-1,-1-1 1,0 1 0,1 0 0,-1-1-1,0 1 1,1 0 0,-1 0 0,0 0-1,0 0 1,0 0 0,0 0 0,0 0-1,0 1 1,1 1 0,15 21 579,-2 0 0,0 1 0,16 41 0,-5-4 753,-2 1 0,24 106 0,2 136 896,-48-290-2186,0 5 35,1-1 0,0 1 0,8 24 0,-2-29-79,-8-15-38,-1 0 0,0 0 0,1 0 0,-1 0-1,0 1 1,0-1 0,1 0 0,-1 0 0,1 0 0,-1 0 0,0 0 0,1 0 0,-1 0 0,0 0 0,1 0 0,-1 0 0,0 0 0,1 0 0,-1 0-1,0 0 1,1 0 0,-1 0 0,0-1 0,1 1 0,-1 0 0,1 0 0,1-2 10,-1 0 0,1 0 0,0 0 0,-1 1 0,1-2 0,-1 1 0,0 0 0,0 0 0,0 0 0,2-4 0,70-232-703,-40 117-288,-12 53-477,55-120-1,-63 161 1052,1 1 0,1 1 1,2 0-1,1 1 0,0 1 0,44-42 1,-55 59 370,0 0 1,1 1 0,0-1-1,0 2 1,17-8 0,-23 11 36,0 0 0,1 0 0,-1 0 0,1 0 1,-1 1-1,1-1 0,-1 1 0,1 0 0,0-1 1,-1 1-1,1 1 0,-1-1 0,1 0 0,0 1 0,-1-1 1,1 1-1,-1-1 0,1 1 0,-1 0 0,0 0 0,1 1 1,-1-1-1,0 0 0,0 1 0,4 3 0,-1 0 48,-1 1 0,0 1 0,0-1 0,-1 0 0,0 1 0,0 0 0,0 0 0,1 7 0,15 68 870,-10-14 104,-4 1 0,-3 93 1,-3-96-517,-8 173 1092,8-214-1574,1-24-34,0-1-1,0 1 1,1-1 0,-1 1 0,0-1 0,0 1 0,0-1 0,1 1 0,-1-1 0,0 1 0,1-1-1,-1 1 1,0-1 0,1 0 0,-1 1 0,0-1 0,1 0 0,-1 1 0,1-1 0,-1 0 0,1 0 0,-1 1-1,1-1 1,-1 0 0,1 0 0,-1 0 0,1 1 0,-1-1 0,1 0 0,-1 0 0,1 0 0,-1 0 0,1 0-1,-1 0 1,1 0 0,-1 0 0,1 0 0,-1-1 0,1 1 0,-1 0 0,1 0 0,-1 0 0,1-1 0,0 1-1,4-1-105,2 0-139,-1 0 0,0-1-1,0 0 1,0 0-1,0 0 1,0-1-1,-1 1 1,1-2 0,-1 1-1,0 0 1,1-1-1,8-9 1,33-34-3891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4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96 744 12005,'0'0'3149,"3"-32"-1973,13-108-602,-13 123-542,1 0 0,0 1 0,2-1 0,-1 1 0,2 0-1,10-18 1,0 1 1,-6 9-11,11-22-212,15-51 0,-32 84-57,-2 0-1,1 0 1,-2 0-1,0-1 0,-1 1 1,0-1-1,0 1 1,-2-1-1,-1-14 1,1 26 239,0-1 1,1 1-1,-1 0 1,0-1 0,0 1-1,-1 0 1,1 0-1,0-1 1,-1 1 0,1 0-1,-1 0 1,0 1 0,1-1-1,-1 0 1,0 1-1,0-1 1,0 1 0,0-1-1,-1 1 1,1 0-1,0 0 1,0 0 0,-1 0-1,1 0 1,-4 0 0,-5-1 18,0 0-1,0 0 1,0 2 0,-14-1 0,24 1-12,-3 0 4,-1 1 0,0-1 0,0 1 0,0 0 0,0 0 0,1 0 0,-1 0 0,0 1 0,1 0 0,0 0 0,-1 0 0,1 0 0,0 1 0,-5 3 0,4-1 31,1 0-1,-1 0 1,0 0-1,1 0 1,0 1-1,1 0 1,-1-1-1,1 2 0,-3 6 1,-1 7 233,1 1 0,1-1 0,1 1 0,1 1 0,-2 32 0,5 156 2721,0-195-2758,1 0 0,1 1 0,0-1 0,1 0 0,1 0-1,6 17 1,-7-25-169,0-1-1,1 1 1,-1-1-1,1 0 1,1 0-1,-1 0 0,1-1 1,0 1-1,0-1 1,0 0-1,1-1 1,0 1-1,0-1 0,12 6 1,-6-5-31,-1 0 1,0-1-1,1-1 0,0 0 1,0-1-1,0 0 0,0-1 1,0 0-1,0-1 0,0 0 0,0-1 1,0 0-1,0-1 0,12-3 1,-3-1-32,-1 0 0,-1-1 0,1-1 0,-2-1 1,1-1-1,-1-1 0,19-14 0,-1-2-755,-1-3-1,53-56 0,-72 67-38,0 0-1,-2 0 1,0-1-1,-2-1 1,0-1-1,15-38 1,-23 47 17,0 0 1,-1 0-1,0 0 0,-1-1 1,-1 1-1,0-1 0,-1 0 1,-2-20-1,1 27 443,0 1 0,-1 0 0,0-1 1,0 1-1,0 0 0,0 0 0,-1 1 0,0-1 1,0 0-1,-7-8 0,7 10 420,0 1 1,-1 0-1,1 0 0,0 1 1,-1-1-1,1 1 0,-1-1 1,0 1-1,0 1 0,-6-3 1,8 3 285,0 0 1,-1 0 0,1 1-1,0-1 1,0 1 0,-1 0-1,1 0 1,0 0 0,-3 0-1,4 0-216,1 0-1,-1 1 0,0-1 1,0 0-1,1 0 0,-1 1 1,0-1-1,0 1 0,1-1 1,-1 0-1,0 1 0,1-1 1,-1 1-1,1 0 0,-1-1 0,0 1 1,1-1-1,-1 2 0,-1 2 128,1 0 0,0 1-1,-1-1 1,2 0-1,-1 1 1,0-1-1,1 0 1,0 6 0,-5 504 8266,6-309-6697,-2-166-1481,0-30-265,1 0 0,-1 0 0,2 0 0,-1 0 0,1 0 0,3 12 0,-3-20-102,-1-1 0,0 1 1,1 0-1,-1-1 0,1 1 1,-1 0-1,1-1 0,-1 1 1,1 0-1,0-1 1,-1 1-1,1-1 0,0 1 1,-1-1-1,1 0 0,0 1 1,0-1-1,-1 1 0,1-1 1,0 0-1,0 0 1,0 0-1,-1 1 0,1-1 1,0 0-1,2 0 0,-2 0 0,1 0 1,0-1-1,-1 1 0,1 0 0,0-1 0,-1 1 0,1-1 0,-1 1 0,1-1 0,0 0 0,-1 0 0,3-1 0,0-2 16,1-1 0,-1 0 0,0 0-1,0 0 1,-1 0 0,1-1 0,3-8-1,20-50 109,-24 56-118,70-239-944,-50 156-1230,39-98-1,-52 163 1678,2 0 1,0 1-1,2 1 0,1 0 1,1 1-1,1 0 0,0 2 0,25-23 1,-34 36 486,0 1-1,1 0 1,0 0 0,0 1 0,0 0 0,1 1 0,0 0 0,0 0 0,0 1 0,1 0-1,16-3 1,-23 7 32,0-1-1,0 1 0,1 0 0,-1 0 0,0 0 1,0 0-1,0 1 0,0 0 0,0 0 0,0 0 1,0 0-1,0 1 0,-1-1 0,1 1 1,0 0-1,-1 0 0,1 1 0,-1-1 0,0 1 1,0-1-1,0 1 0,5 5 0,1 4 208,-1 0 0,0 0-1,-1 1 1,-1 0 0,7 16-1,-1 3 401,-2-1 0,-1 1 1,8 49-1,3 101 1348,-18-153-1698,-1-23-242,-1 6 59,2 1 0,-1-1-1,2 1 1,0-1 0,4 12 0,-6-21-115,0-1 1,0 1-1,1-1 1,-1 1-1,1-1 0,-1 0 1,1 0-1,0 0 0,0 0 1,0 0-1,0 0 0,0 0 1,0 0-1,1-1 0,-1 1 1,0-1-1,1 0 0,0 0 1,-1 0-1,1 0 1,0 0-1,-1 0 0,1-1 1,0 1-1,0-1 0,-1 0 1,5 0-1,-2 0-177,-1 0-1,1-1 1,0 0 0,0 0-1,-1 0 1,1 0 0,-1 0 0,1-1-1,-1 0 1,1 0 0,-1 0-1,0-1 1,0 0 0,4-3-1,0-1-614,0-1 0,-1 0 0,0 0 0,0-1 0,6-11 0,23-46-7333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5.3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455 93 10917,'0'0'6971,"-6"-18"-5778,4 7-987,1 5-128,-1 0 0,0 0 0,0 0 0,0 1 0,0-1-1,-1 0 1,-4-5 0,7 10-59,-1 0-1,0 0 1,0 1 0,0-1-1,1 0 1,-1 0 0,0 0-1,0 1 1,0-1 0,0 1-1,-1-1 1,1 0 0,0 1-1,0 0 1,0-1 0,0 1-1,0 0 1,-3-1 0,2 2 12,0-1 0,0 0 0,0 1 0,-1-1 0,1 1 0,0 0 0,0 0 0,0 0 0,0 0 0,0 0 0,1 0 0,-1 0 0,0 1 0,-2 1-1,-17 17 220,0 0-1,2 1 0,0 1 0,-15 24 1,-58 104 891,58-89-620,4 0 0,2 3 0,-33 108 0,49-109-446,12-63-75,-1 2-2,1 1-1,-1-1 1,1 0 0,0 1 0,0-1 0,0 0 0,0 1 0,1-1 0,0 4 0,0-5-3,-1-1 1,1 1-1,0-1 1,-1 1-1,1-1 1,0 1-1,-1-1 1,1 0-1,0 1 0,0-1 1,0 0-1,0 1 1,-1-1-1,1 0 1,0 0-1,0 0 1,0 0-1,0 0 1,-1 0-1,1 0 1,0 0-1,0 0 1,0 0-1,0-1 1,0 1-1,-1 0 1,1-1-1,1 0 1,8-2-28,-1 0 0,0-1 1,1 0-1,-2-1 1,1 0-1,-1 0 1,1-1-1,-1 0 1,11-11-1,8-10-313,27-37 1,-43 51 185,24-31-1007,-2-1-1,33-57 1,-56 84 545,-1 0 1,-1 0 0,-1-1-1,0 0 1,-1 0 0,-2 0-1,0-1 1,0 0 0,0-29-1,-2 88 2765,14 71 0,-4-32-640,12 79 655,14 129-282,-33-221-1663,-3 0-1,-7 91 1,4-146-212,-1 0 0,0 0 0,0 0 0,-1-1 0,0 1 0,0-1-1,-1 1 1,-1-1 0,0 0 0,0-1 0,-8 11 0,8-12-14,-1-1-1,0 0 1,-1 0 0,1-1-1,-1 0 1,0 0 0,-1 0 0,1-1-1,-1 0 1,1-1 0,-1 0-1,-1 0 1,-13 3 0,5-2-113,0-2 0,0 0 0,-32 0 1,40-2 17,0-1 1,1 0-1,-1 0 1,1-1-1,-1 0 1,1-1 0,-1 0-1,1 0 1,-12-7-1,12 5-109,0-1-1,0 0 0,1-1 1,0 1-1,0-1 1,1-1-1,0 1 0,0-1 1,1 0-1,0-1 1,0 1-1,1-1 1,0 0-1,-4-13 0,2 0-1017,1 0 0,1 0 0,1-1 0,0 0 0,2-26 0,1-47-7300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5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360 137 6547,'0'0'9580,"9"-20"-7851,28-61-235,-36 80-1426,0 0 0,0-1 0,-1 1 0,1-1 0,0 1 0,-1 0-1,1-1 1,-1 1 0,0-1 0,1 1 0,-1-1 0,0 0 0,0 1 0,0-1 0,0 1 0,0-1-1,0 1 1,-1-1 0,1 1 0,-1-3 0,0 4-35,1 0 0,-1-1 0,0 1 0,0 0 0,0-1 0,0 1 0,0 0 0,0 0 0,0 0 0,1 0 0,-1 0 0,0 0 0,0 0 0,0 0 0,0 0 0,0 0 0,0 1 0,-1-1 0,-7 2-53,2-2 42,0 1 0,0 0-1,0 1 1,0 0 0,1 0 0,-1 0 0,1 1-1,-1 0 1,1 0 0,0 1 0,0 0-1,1 0 1,-1 0 0,-6 7 0,-7 8 86,1 2 1,-23 31-1,38-48-85,-32 46 379,2 2-1,3 1 1,-44 104-1,69-145-363,0-1 0,1 0 0,0 1 0,1 0 0,1 0 0,0 0 0,-1 14 0,3-26-39,0 1 1,0-1-1,0 0 0,0 1 0,0-1 0,0 0 1,0 0-1,0 1 0,0-1 0,0 0 0,0 1 0,0-1 1,0 0-1,0 0 0,1 1 0,-1-1 0,0 0 1,0 0-1,0 1 0,0-1 0,1 0 0,-1 0 0,0 1 1,0-1-1,0 0 0,1 0 0,-1 0 0,0 1 1,0-1-1,1 0 0,-1 0 0,0 0 0,0 0 0,1 0 1,-1 0-1,0 0 0,1 1 0,-1-1 0,0 0 0,0 0 1,1 0-1,-1 0 0,0 0 0,1 0 0,-1 0 1,0-1-1,0 1 0,1 0 0,-1 0 0,0 0 0,1 0 1,6 0-3,1-1 0,-1 0 0,0 0 0,0-1 1,0 0-1,0 0 0,0 0 0,0-1 1,-1 0-1,1 0 0,-1-1 0,7-5 0,16-11-92,34-33 0,-35 29-47,65-60-749,-47 41-333,1 2-1,83-55 1,-127 93 1164,1 1 0,0-1 0,0 1 0,0 0 0,0 0 0,1 1 0,-1-1 0,0 1 0,1 0 0,-1 0 0,7 0 0,-10 1 57,0 0 1,0 0-1,0 1 1,0-1-1,0 0 1,0 1-1,0-1 1,0 1-1,0-1 1,0 1 0,0-1-1,-1 1 1,1 0-1,0-1 1,0 1-1,-1 0 1,1 0-1,0 0 1,0 1-1,1 1 8,-1 1 0,1-1 0,-1 1-1,0 0 1,0-1 0,0 1 0,0 6 0,2 135 959,-4-86-306,2 15-1,-4-1 0,-3 1 0,-29 136 0,-45 48 483,65-217-969,-3 0 0,-2-1 0,-48 74 0,62-105-160,0-1 0,-1 0 0,0 0 0,0-1 0,-1 0 0,-15 11-1,18-15-9,-1 0-1,0 0 0,0 0 0,0-1 0,0 0 0,0-1 0,-1 1 0,1-1 0,0 0 1,-1 0-1,-8-1 0,11 0-10,0 0 1,0-1-1,0 1 1,0-1 0,0 0-1,0 0 1,0-1-1,0 1 1,0-1-1,0 1 1,1-1-1,-1-1 1,1 1-1,-6-5 1,4 2-63,-1 0 0,2-1 0,-1 1 1,1-1-1,0 0 0,0 0 0,-5-13 0,1 0-414,2-1 0,0 1 0,1-1 0,1 0-1,-1-27 1,2-53-2982,3-2-1374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6.2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8356,'0'0'8839,"10"39"-7538,-9-35-1239,74 326 3593,-66-286-3267,23 100 615,-26-126-908,0 0 0,1-1 0,0 0 0,2-1 0,19 30 0,-24-41-84,0 1 0,1-1 0,0 0 1,0-1-1,0 1 0,1-1 0,0 0 1,-1 0-1,1 0 0,9 3 0,-10-5-1,-1-1 0,1 1 0,-1-1 0,1 0 0,-1 0 0,1-1 0,0 1 0,0-1 0,-1 0 0,1-1 0,0 1 0,-1-1 0,1 0 0,0 0 0,7-3 0,-6 2 2,0-2 1,0 1 0,0-1 0,-1 1 0,1-2 0,-1 1 0,0 0 0,8-11 0,-1 0-32,-1 0-1,10-18 1,-8 8-226,-1 0-1,0 0 1,-2-1-1,-1-1 1,-2 0 0,0 0-1,-2 0 1,-1-1-1,-1 0 1,-1-42-1,-1 45 150,-1 2-213,-3-35 0,2 51 268,-1 1 1,1-1 0,-1 0-1,0 0 1,-1 1 0,1 0-1,-1-1 1,-1 1 0,-4-7-1,-19-19 110,26 31-147,-1 0 0,0-1 0,0 1-1,0 0 1,0 0 0,0 0 0,-1 1 0,1-1-1,0 0 1,0 1 0,0-1 0,-1 1-1,1 0 1,-4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6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11509,'0'0'7353,"-4"14"-6569,-1 15-260,1 0 1,1 1-1,1 56 0,16 106 1512,-7-102-1380,-3-29-275,-3-27-208,1-1 0,2 1 0,1-1 0,1 0 0,17 47 0,-22-77-168,0 0 0,0 0 0,1 0 0,0 0 0,-1 0 0,1-1 0,0 1 0,0 0 0,1-1-1,-1 1 1,4 2 0,-5-4-4,1-1-1,-1 1 1,0-1-1,1 1 0,-1-1 1,0 1-1,1-1 1,-1 0-1,1 1 1,-1-1-1,1 0 1,-1 0-1,1 0 0,-1 0 1,0-1-1,1 1 1,-1 0-1,1-1 1,-1 1-1,0 0 1,1-1-1,-1 0 0,0 1 1,1-1-1,-1 0 1,0 0-1,0 0 1,0 1-1,2-3 1,2-2 5,0 0 0,0-1 1,0 1-1,-1-1 1,0 0-1,6-13 0,21-48-16,-29 60 5,78-228-957,-31 80-499,-41 132 926,0 0-1,2 1 1,1 1-1,23-36 1,-29 51 406,0-1 0,0 1 1,1 0-1,0 1 1,0-1-1,0 1 0,14-8 1,-15 10 120,-1 1 0,1 0 1,0 1-1,-1-1 1,1 1-1,0 0 1,0 0-1,0 0 0,0 1 1,0 0-1,0 0 1,0 0-1,0 0 1,6 2-1,-8-1 20,0 0 0,0-1 0,0 1 0,0 1 1,-1-1-1,1 0 0,0 1 0,0 0 0,-1-1 0,1 1 0,-1 0 0,0 0 0,1 1 0,2 3 1,1 2 50,-1 0 0,0 0-1,5 13 1,-6-13-10,14 33 440,-2 0 0,20 82 0,4 89 773,-39-207-1289,0 6 90,1 0 0,1 0 0,-1 0 0,8 16 0,-9-25-149,0 0 1,0 0-1,0 0 0,0 0 0,0 0 0,1-1 1,-1 1-1,1 0 0,-1-1 0,1 1 0,-1-1 1,1 1-1,0-1 0,0 0 0,0 0 1,0 0-1,0 0 0,0 0 0,0 0 0,0-1 1,0 1-1,0-1 0,0 1 0,1-1 0,-1 0 1,0 0-1,0 0 0,4 0 0,-3 0-218,-1-1 0,1 1 0,-1-1 0,1 1 0,-1-1-1,0 0 1,1 0 0,-1 0 0,0 0 0,0 0 0,3-2 0,2-4-998,0 0 1,0 0 0,6-10-1,-13 17 1291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7.1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373 63 9012,'0'0'10159,"4"-11"-8899,-1 4-1038,0 0 0,-1 0 0,2-15 0,-4 22-213,0-1 0,0 1 0,0 0 0,0-1 0,0 1 0,0 0 0,0-1 0,0 1 0,0 0 0,0-1 0,0 1 0,0 0-1,0-1 1,0 1 0,-1 0 0,1 0 0,0-1 0,0 1 0,0 0 0,0 0 0,-1-1 0,1 1 0,0 0 0,0 0 0,-1-1 0,1 1 0,0 0 0,0 0 0,-1 0 0,1 0 0,0-1 0,-1 1 0,-13 3 218,2 5-158,1 0 1,-1 1-1,1 0 0,1 1 1,0 0-1,0 1 1,-9 13-1,-25 34 386,3 2 1,2 2-1,3 2 0,3 0 1,-35 97-1,67-158-449,-1 2 0,0 1-1,0 0 1,0 0-1,1 0 1,-1 0-1,2 0 1,-1 9 0,1-14-41,3-3-16,277-337-5786,-255 304 3761,-17 27 1258,-7 8 807,-1 0-1,0 0 0,0 0 0,0 0 1,0 0-1,0 0 0,1 0 0,-1 0 1,0 0-1,0 0 0,0 0 0,0 0 1,1 0-1,-1 0 0,0 0 0,0 0 1,0 0-1,0 0 0,0 0 0,1 0 1,-1 0-1,0 1 0,0-1 0,0 0 1,0 0-1,0 0 0,0 0 0,1 0 1,-1 0-1,0 0 0,0 1 0,0-1 0,0 0 1,0 0-1,0 0 0,0 0 0,0 0 1,0 0-1,0 1 0,0-1 0,0 0 1,1 0-1,0 12 211,1-1-1,-1 0 1,-1 1 0,-1 21 0,0 3 682,1-12-226,4 140 2216,-1-139-2602,0-1 0,1 0-1,2 0 1,13 37-1,-17-56-248,-1-1 0,1 0-1,1 0 1,-1-1 0,0 1-1,1 0 1,0-1 0,0 1 0,0-1-1,0 0 1,0 0 0,1 0-1,0-1 1,-1 1 0,1-1-1,0 0 1,0 0 0,0 0-1,0 0 1,1-1 0,-1 0 0,0 0-1,1 0 1,-1 0 0,0-1-1,1 1 1,-1-1 0,1 0-1,-1-1 1,1 1 0,-1-1-1,1 0 1,-1 0 0,0 0 0,0 0-1,1-1 1,-1 0 0,0 0-1,0 0 1,-1 0 0,7-6-1,4-2-95,-1-2 0,0 0-1,-1 0 1,-1-1 0,15-21-1,47-81-2367,-22 26-875,-5-4-1051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7.5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1 10389,'0'0'7953,"-3"2"-7329,1-1-554,1 1-1,-1-1 0,1 1 1,-1-1-1,1 1 1,0 0-1,0 0 1,0-1-1,0 1 1,0 0-1,0 0 1,0 0-1,1 0 1,-1 1-1,1-1 1,-1 0-1,1 0 1,0 3-1,0 53 834,1-30-549,-49 742 2106,24-505-2177,16-44-179,8-220-105,0-1 1,0 1-1,0-1 0,0 0 1,0 1-1,-1-1 0,1 1 1,0-1-1,0 1 0,0-1 1,0 1-1,1-1 0,-1 1 1,0-1-1,0 1 0,0-1 1,0 1-1,0-1 0,0 0 1,1 1-1,-1-1 0,0 1 1,0-1-1,1 0 0,-1 1 1,0-1-1,1 1 0,-1-1 1,0 0-1,1 0 0,-1 1 1,1-1-1,-1 0 0,0 0 1,1 1-1,-1-1 0,1 0 1,-1 0-1,1 0 0,-1 0 1,1 1-1,-1-1 0,1 0 1,-1 0-1,0 0 0,1 0 1,-1 0-1,1 0 0,-1-1 1,1 1-1,-1 0 0,1 0 1,-1 0-1,1 0 0,-1 0 1,1-1-1,-1 1 0,0 0 1,1 0-1,-1-1 0,1 1 1,-1 0-1,1-1 0,0 0-4,4-2-3,0 0 0,0 0 0,0-1 0,0 1 0,-1-1 1,0 0-1,0-1 0,0 1 0,5-7 0,29-50-207,-29 44 101,133-243-3088,-139 254 3127,38-71-740,-38 68 804,1 1 0,-2-1-1,1 0 1,-1 0 0,0 0 0,-1 0 0,0-12 0,-7 33 710,-8 23-376,1 1-1,3 0 1,0 1-1,3 0 1,1 0-1,1 1 1,2-1-1,2 1 1,5 56 0,-3-90-313,-1-1 0,0 0 0,1 1 0,0-1 0,-1 0 0,1 1 0,1-1 0,-1 0 1,0 0-1,1 0 0,0 0 0,-1 0 0,1 0 0,0 0 0,1-1 0,-1 1 1,0-1-1,1 0 0,-1 1 0,4 1 0,-1-2-16,0 0-1,0 0 1,-1 0 0,2 0 0,-1-1-1,0 0 1,0 0 0,0-1-1,0 1 1,1-1 0,-1 0 0,8-2-1,-9 2-37,0-1 1,0 0-1,0 0 0,0 0 1,0 0-1,0-1 0,0 0 0,0 0 1,-1 0-1,1 0 0,-1 0 0,4-4 1,3-3-642,-1 0 1,12-16-1,-7 9-585,21-26-3826,3-6-2761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8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494 192 5122,'0'0'8618,"0"-20"-7450,0-62 14,0 79-1039,0-1-1,0 1 1,0 0-1,0-1 1,-1 1-1,1 0 1,-1-1-1,0 1 1,0 0-1,0 0 1,-3-5-1,3 6-52,-1 1 1,1-1-1,-1 1 0,1-1 0,-1 1 0,0 0 1,0 0-1,1 0 0,-1 0 0,0 0 0,-3-1 0,-4-3-19,0 2 42,-1 0 0,1 0 0,0 1 0,-1 0 0,0 1 0,1 0 0,-1 0 0,0 1 0,-17 2 0,-2-2 29,22 1-118,1-1-1,-1 1 1,1 0-1,0 0 0,-1 1 1,1 0-1,0 0 1,0 0-1,0 1 1,-10 6-1,7-3 33,0 1-1,0 0 1,0 0-1,1 1 1,-12 15-1,2 3 207,1 0 0,1 1 0,-20 44-1,21-38 56,2 1 0,1 1 0,2-1 0,1 2-1,1-1 1,3 1 0,-3 60 0,8-87-243,-1-6-49,1-1-1,0 1 1,0 0-1,1-1 1,-1 1-1,0 0 0,1-1 1,1 5-1,-2-6-20,1 0-1,0 0 1,0-1-1,0 1 1,-1 0 0,1 0-1,0 0 1,0-1-1,0 1 1,0 0-1,1-1 1,-1 1-1,0-1 1,0 1 0,0-1-1,0 1 1,0-1-1,1 0 1,-1 0-1,0 0 1,0 0-1,2 0 1,7 1 6,-1-1 0,1 0 0,-1 0 0,0-1 0,1 0 0,-1-1 0,0 0 0,16-6 0,-14 3-19,0-1 0,0 0 0,0-1 0,0 0 0,-1 0 0,12-12 0,137-139-2126,-141 138 1462,-1 0 0,-1-2 0,-1 0 0,-1-1 0,-1 0 0,14-34 0,-24 47 528,0-1 1,-1 0-1,0 0 1,0 0-1,-1 0 1,-1-20-1,0 29 202,0-2 1546,-7 27 1705,-5 79-1504,3 183 0,9-267-1645,0-1-54,0-7-52,-1 0 1,2 1 0,0-1 0,0 0-1,3 13 1,-3-21-56,-1 0-1,1 0 1,0 0 0,0-1-1,0 1 1,0 0 0,0-1-1,0 1 1,0-1 0,0 1-1,0-1 1,1 1 0,-1-1-1,1 0 1,-1 0 0,1 0-1,0 0 1,-1 0-1,1 0 1,0 0 0,-1 0-1,1-1 1,0 1 0,0-1-1,0 1 1,0-1 0,0 0-1,0 1 1,0-1 0,-1 0-1,1-1 1,0 1 0,3 0-1,-3-1-7,1 1 1,-1-1-1,0 1 0,0-1 0,1 0 1,-1 0-1,0 0 0,0 0 0,0 0 0,0 0 1,0 0-1,0-1 0,0 1 0,2-4 0,18-26-91,-15 19 50,9-15-484,0-1 0,-2-1 0,-1 0-1,-1-1 1,-2-1 0,0 1 0,-3-2-1,0 1 1,-2-1 0,1-53-1,-6-52-1510,0 133 3866,0 12 79,-22 246 3283,-1 7-2614,23-261-2568,1 12 79,-1-12-78,0 0-1,0 1 0,0-1 1,0 0-1,0 0 1,0 0-1,0 0 1,0 0-1,0 0 1,0 1-1,0-1 0,0 0 1,1 0-1,-1 0 1,0 0-1,0 0 1,0 0-1,0 0 1,0 0-1,0 0 0,0 1 1,0-1-1,0 0 1,1 0-1,-1 0 1,0 0-1,0 0 1,0 0-1,0 0 0,0 0 1,0 0-1,0 0 1,1 0-1,-1 0 1,0 0-1,0 0 1,0 0-1,0 0 0,0 0 1,0 0-1,1 0 1,-1 0-1,0 0 1,0 0-1,0 0 1,0 0-1,0 0 0,0 0 1,0 0-1,1-1 1,3-2-26,0 0 0,-1 0 0,1 0 1,-1-1-1,1 0 0,-1 0 0,0 0 0,4-8 0,25-46-287,34-89-221,-38 80-545,61-104-1,-80 157 879,0 1 0,1 0 0,0 1 0,1 0 0,16-14 0,-21 21 159,1 0 1,0 1-1,0-1 1,0 1-1,1 1 1,-1-1 0,1 1-1,0 1 1,0-1-1,0 1 1,13-1-1,-17 3 39,1-1 0,-1 1 0,1 0 0,-1 1 0,1-1 0,-1 1 0,0 0 0,1 0 0,-1 0 0,0 0 0,0 1 0,1 0 0,-1 0 0,6 4 0,-5-2 7,0 0 1,0 0-1,-1 1 0,1 0 1,-1 0-1,0 0 0,0 0 1,-1 1-1,4 6 0,2 9 95,-1 1 0,-1-1 0,-1 1 0,6 39 0,-3 14 183,-1 116-1,-6-105-268,-2-76-70,2 27 195,-2-35-186,1-1 0,-1 1 0,0-1 0,1 1 0,-1 0-1,1-1 1,-1 1 0,1-1 0,0 0 0,-1 1 0,1-1-1,0 0 1,0 1 0,0-1 0,0 0 0,0 0-1,3 2 1,6-1-1750,-4-7-2144,-2-18-2254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29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552 119 7347,'0'0'7775,"-9"-12"-7373,1 1-293,4 5-62,0 0 1,0 1-1,0-1 0,-1 1 1,0 0-1,0 0 1,0 1-1,0-1 1,-1 1-1,0 0 1,-8-4-1,-1 2 31,-1 0 0,0 1 0,-1 1 0,1 0 0,-26-2-1,3 4-73,-51 3 0,84 0-10,0 0 1,0 1-1,0-1 1,0 1-1,1 0 1,-1 1-1,1-1 1,-1 1-1,1 0 1,0 1-1,0-1 1,0 1-1,0 0 1,1 0-1,-6 7 1,-2 4 6,0-1 0,1 1 1,-17 33-1,18-29 158,1 1 1,1 1-1,1 0 0,1 0 0,-6 33 0,7-11 983,-1 78 0,6-115-1041,0 0-1,0 0 1,1 0-1,0 0 1,0 0-1,2 8 1,-2-12-85,0 0 0,0 0 0,0 0 0,0 0 0,1-1-1,-1 1 1,0 0 0,1-1 0,-1 1 0,1-1 0,0 0 0,-1 1 0,1-1 0,0 0-1,0 0 1,0 0 0,0 0 0,0 0 0,0-1 0,2 2 0,8 0 13,0 0-1,0-1 1,0 0 0,0-1 0,0 0-1,0-1 1,0 0 0,23-6 0,-19 2-34,0 0 1,1-2-1,-2 0 1,1-1-1,-1 0 1,24-19 0,-6 1-983,49-49 1,-64 56-38,-1 0 0,-1-1-1,23-36 1,-32 45 718,-1-1 0,0 0-1,-1 0 1,-1 0 0,0 0-1,0-1 1,-1 0 0,2-20-1,-5 25 352,1-3-115,0 0 1,-2-19-1,1 29 126,0 0 0,0-1 1,0 1-1,-1 0 0,1 0 0,0 0 0,0-1 0,-1 1 0,1 0 1,0 0-1,-1 0 0,1 0 0,-1 0 0,0 0 0,1 0 0,-1 0 1,0 0-1,0 0 0,1 0 0,-1 0 0,0 0 0,0 1 0,0-1 1,0 0-1,0 1 0,0-1 0,0 0 0,0 1 0,0-1 1,-1 1-1,1 0 0,0-1 0,-1 1 0,1 0-15,1 0 0,-1 0-1,1 0 1,0 0 0,-1 0 0,1 0-1,0 0 1,-1 0 0,1 0 0,0 0-1,-1 0 1,1 0 0,0 0 0,-1 1-1,1-1 1,0 0 0,-1 0 0,1 0-1,0 1 1,-1-1 0,1 0 0,0 0-1,0 1 1,-1-1 0,1 0 0,0 0-1,-1 1 1,0 15 500,1-11-406,-1 81 1315,5 139 1102,-2-207-2456,1-1 0,0 0 0,1 0 0,1-1 0,12 29 0,-14-39-83,0 0 0,0 0 1,0 0-1,1 0 0,0-1 0,0 1 0,1-1 1,0 0-1,0-1 0,0 1 0,0-1 0,0 0 0,1 0 1,0 0-1,0-1 0,0 0 0,9 3 0,-8-4-15,0 0 0,0 0 0,0-1 0,1 0 0,-1-1 0,1 0-1,-1 0 1,0 0 0,1-1 0,-1 0 0,0-1 0,1 1-1,11-6 1,-10 3-196,0 0 0,0-1 0,-1-1 1,1 1-1,-1-1 0,-1-1 0,1 1 0,-1-1 0,8-11 0,-3 3-444,0-2-1,-2 1 1,0-2-1,-1 1 1,-1-1 0,0-1-1,-2 1 1,0-1 0,6-35-1,-4-26-2769,-7-2-558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0.1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 3249,'0'0'11291,"-3"32"-9480,-5 240 1471,10-127-1551,8 88 398,-10-227-2086,1 0-1,0 0 1,0 1-1,0-1 1,1 0-1,-1 0 0,2 0 1,-1 0-1,5 7 1,-7-12-41,0-1 0,1 1 0,-1-1 0,0 0 0,1 1 0,-1-1 0,0 0 0,1 0 0,-1 1 0,1-1 0,-1 0-1,0 0 1,1 1 0,-1-1 0,1 0 0,-1 0 0,1 0 0,-1 0 0,1 0 0,-1 0 0,1 0 0,-1 1 0,1-1 0,-1-1 0,0 1 0,1 0 0,-1 0 0,1 0 0,-1 0 0,1 0 0,-1 0 0,1 0 0,-1-1 0,0 1 0,1 0 0,-1 0 0,1-1 0,0 0 5,1 0-1,-1-1 1,0 1 0,0 0-1,0 0 1,0-1-1,0 1 1,0-1-1,2-3 1,9-32-271,-1 0 0,-1-1 0,4-42 0,1 1-697,-14 73 861,13-58-1631,22-65-1,-30 112 1535,0 0 0,1 0-1,1 1 1,1 0 0,0 1 0,1 0-1,1 0 1,22-23 0,-28 34 201,0 0 1,-1 1 0,1-1 0,1 1-1,-1 0 1,0 0 0,10-3 0,-13 6 38,1-1 1,-1 0-1,1 0 0,-1 1 1,1-1-1,0 1 1,-1 0-1,1 0 1,0 0-1,-1 0 1,1 0-1,-1 1 1,1-1-1,0 1 0,-1 0 1,1 0-1,-1 0 1,1 0-1,1 1 1,-1 1 36,0-1 1,0 1 0,0 0-1,-1 0 1,1 0-1,-1 0 1,0 1 0,0-1-1,0 0 1,-1 1-1,3 5 1,12 48 860,-13-46-707,8 45 838,-2-1 0,2 78 0,-9 117 1241,-3-135-1036,3-100-1179,-2-14-96,0-1-1,0 0 1,0 0 0,0 0-1,0 1 1,0-1-1,0 0 1,1 0-1,-1 0 1,0 0-1,0 0 1,0 1-1,0-1 1,0 0 0,0 0-1,1 0 1,-1 0-1,0 0 1,0 0-1,0 0 1,0 1-1,1-1 1,-1 0-1,0 0 1,0 0-1,0 0 1,1 0 0,-1 0-1,0 0 1,0 0-1,0 0 1,1 0-1,-1 0 1,0 0-1,0 0 1,2-2 0,0 1 1,0 0-1,-1-1 1,1 0-1,-1 1 1,1-1-1,-1 0 1,0 1-1,1-1 1,-1 0-1,1-2 1,21-45-450,-1 0 0,26-92 0,-12 33-402,-33 99 762,73-177-2896,-67 168 2678,1 0 0,1 1 0,1 0 0,0 1 0,1 0 0,0 1 0,28-23 0,-36 34 290,0 0 0,0 0 0,1 0-1,0 1 1,0 0 0,0 0 0,0 1 0,0-1-1,0 1 1,1 1 0,-1-1 0,1 1-1,0 0 1,-1 0 0,1 1 0,8 1 0,-10-1 27,-1 1 0,1-1 0,-1 2 0,0-1 1,1 0-1,-1 1 0,0 0 0,0-1 1,0 2-1,0-1 0,-1 0 0,1 1 0,0 0 1,-1 0-1,0 0 0,0 0 0,0 0 0,0 1 1,4 6-1,2 5 195,-1 1 1,0 0-1,9 28 1,-15-38-117,8 23 304,-2 0 0,-1 0 0,4 41 0,-1 89 664,-8-108-862,-1-37-156,-1-5-32,0 0 1,1 1 0,0-1-1,0 0 1,1 1 0,0-1-1,4 9 1,-5-17-57,0 0 0,-1 1 0,1-1 0,0 0 0,-1 0 0,1 0 0,0 0 0,0 0 0,0 0 0,0-1 0,0 1 0,0 0 0,0 0 0,0-1 0,0 1 0,0-1 0,0 1 0,1-1 0,-1 1 0,0-1 0,0 1 0,1-1 0,-1 0 1,2 0-1,-2 0-175,1 0 0,0 0 0,0-1 1,-1 1-1,1-1 0,0 1 1,-1-1-1,1 0 0,0 1 1,-1-1-1,1 0 0,-1 0 1,1 0-1,-1 0 0,0 0 0,1-1 1,-1 1-1,2-3 0,21-34-5129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0.6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8724,'0'0'5891,"4"27"-3821,26 326 2810,-27 91-2499,-2-8-1812,4-386-521,2-34-28,-7-16-19,0 0 0,0 0 0,1 1-1,-1-1 1,0 0 0,1 0-1,-1 0 1,0 0 0,1 0-1,-1 1 1,0-1 0,1 0-1,-1 0 1,0 0 0,1 0 0,-1 0-1,0 0 1,1 0 0,-1 0-1,0 0 1,1 0 0,-1 0-1,0 0 1,1-1 0,-1 1-1,1 0 1,0-1 1,1 0 0,-1 0 0,1-1 0,-1 1-1,0 0 1,0-1 0,0 1 0,0 0 0,0-1 0,0 0 0,0 1-1,0-1 1,0 1 0,0-3 0,7-22-98,-1 0-1,-1-1 1,-1 0 0,2-41 0,-5-119-1309,-3 116 583,2-273-3503,0 315 4069,1 0 0,1 0 0,2 0 0,0 0 0,2 1 0,12-30-1,-14 44 338,1 1-1,1-1 1,0 1-1,1 0 1,0 0-1,1 1 0,0 0 1,1 1-1,0 0 1,1 0-1,0 1 1,1 1-1,19-13 0,-21 17 133,1 0 0,0 0 0,0 1 0,0 1-1,1 0 1,-1 0 0,1 1 0,0 1 0,-1 0 0,1 0-1,0 1 1,20 3 0,-28-2-158,1 0 1,0 0-1,-1 0 1,1 0-1,-1 1 1,1 0-1,-1 0 1,0 0-1,0 1 0,0-1 1,0 1-1,0 0 1,0 0-1,-1 0 1,0 0-1,4 5 0,-3-2 35,1 1 0,-1-1-1,-1 1 1,1 0 0,-1 0-1,-1 0 1,1 0 0,-1 1-1,1 11 1,-1-7-3,-1 1 1,0-1-1,-1 0 1,0 0-1,-1 1 0,-1-1 1,0 0-1,0 0 0,-1 0 1,-1 0-1,0-1 0,-10 22 1,3-17-93,-1 0 1,0 0-1,-1-1 1,0 0 0,-1-1-1,-1-1 1,0-1-1,-1 0 1,-1 0-1,1-2 1,-2 0 0,-26 11-1,27-14-600,-1-1 0,0-1 0,0 0 0,0-1-1,-1-1 1,1-1 0,-1-1 0,-24-1 0,-10-5-3933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1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0 481 4578,'0'0'13585,"30"-24"-13126,102-82-323,-101 80-223,33-36 1,-54 50-159,0 0-1,-2 0 0,1-1 1,9-19-1,-15 24-112,1 0 0,-1 0 0,0 0 0,-1-1 0,0 1 0,2-16 0,-4 21 255,0-1 0,0 0 0,0 1 0,0-1 0,0 0 0,-1 1 0,0-1 0,1 1 0,-1-1 0,-1 1 0,1-1 0,0 1 0,-1 0 0,0 0 0,0-1 0,0 1 0,0 0 0,-4-4 0,0 3 159,0-1 1,0 1-1,-1 0 1,1 0 0,-1 1-1,0 0 1,0 0-1,0 1 1,0 0-1,0 0 1,-1 1-1,1-1 1,0 2-1,-1-1 1,-8 1-1,13 0-21,0 0 0,1 0-1,-1 1 1,0-1 0,0 1-1,1-1 1,-1 1 0,0 0-1,1 0 1,-1 0 0,1 1-1,0-1 1,-1 1 0,1-1-1,0 1 1,-4 3 0,3-1 73,0 0 0,0 0 0,0 0 0,0 0 0,1 1 0,0-1 0,-1 1 0,-1 8 0,-1 7 345,1 0 1,1 1-1,-1 33 0,4 252 2895,1-294-3275,0 0 0,1-1 0,1 0 0,-1 1 0,2-1 0,-1 0 0,8 15 0,-8-21-46,0 0 0,1 0-1,-1 0 1,1-1 0,0 1 0,0-1-1,0 1 1,0-2 0,1 1-1,0 0 1,0-1 0,0 0-1,0 0 1,0 0 0,11 3 0,-6-3-53,0 0 1,0-1-1,0-1 1,0 1-1,0-2 1,1 1-1,-1-1 1,0-1-1,0 0 1,0-1-1,1 0 1,-1 0-1,-1-1 1,1 0-1,0-1 1,-1 0-1,0 0 1,13-8-1,2-5-999,0 0-1,-1-2 1,-1 0-1,-1-1 0,20-26 1,-23 26-1999,24-38 0,2-26-5612,-43 82 8425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1.4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3298,'0'0'7208,"0"39"-3926,-3 270 1587,3 123 1440,18-748-7579,-15 288 794,1 1 0,0 0 0,3 1-1,0-1 1,16-38 0,-18 55 408,-1 1 0,1 0 0,1 0 0,-1 1 0,1-1 0,1 1 0,0 1 0,0-1 0,0 1 0,1 0 0,0 1 0,1 0-1,-1 0 1,1 1 0,0 0 0,0 0 0,17-5 0,-13 7 133,0-1-1,1 2 1,-1 0-1,1 0 0,0 1 1,17 2-1,-23-1-14,-1 1 0,1 0 1,0 0-1,0 1 0,-1 0 0,1 0 0,-1 1 0,1 0 0,-1 1 0,0-1 0,0 1 0,6 6 0,21 20 68,-24-20-687,0 0 1,1-1 0,20 13-1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8.2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90 6211,'0'0'4415,"-2"-12"-4017,-6-41 42,4 33 372,0 16 338,4 5-1071,-1 0-1,1 0 1,-1 0-1,1 0 1,0 0 0,-1 0-1,1 1 1,0-1 0,0 0-1,0 0 1,0 0-1,0 1 1,0 0 0,0 18-27,2 1 0,0-1 0,7 26 0,89 321 2850,-52-162-1395,23 90 100,-64-275-1498,-3-13-38,-1-1 0,1 1 0,0 0 0,0 0 0,1-1 0,0 1 0,0-1 0,1 0 0,4 6 0,-6-11-52,-1 1 1,0-1-1,0-1 1,1 1-1,-1 0 1,0 0-1,1 0 1,-1-1-1,1 1 1,-1-1-1,1 1 0,-1-1 1,1 0-1,-1 1 1,1-1-1,-1 0 1,1 0-1,-1 0 1,1 0-1,-1 0 1,1-1-1,0 1 1,-1 0-1,1-1 1,-1 1-1,0-1 1,1 0-1,-1 1 0,1-1 1,-1 0-1,0 0 1,1 0-1,-1 0 1,0 0-1,0 0 1,1-1-1,12-17 6,-2 0 0,0-1 0,-2 0 0,0-1 0,13-42 0,25-87-1592,-27 80-1479,56-131-1,-12 65 5507,-64 136-2445,-1-1 1,0 1-1,0 0 0,0 0 1,0 0-1,0 0 0,0 0 1,0 0-1,0 0 0,0 0 1,1 0-1,-1 0 0,0 0 1,0 0-1,0 0 0,0 0 1,0 0-1,0 0 0,1 0 1,-1 0-1,0 0 0,0 0 1,0 0-1,0 0 0,0 0 1,0 0-1,0 0 0,1 0 1,-1 0-1,0 0 0,0 0 1,0 0-1,0 0 0,0 0 1,0 0-1,0 1 0,0-1 1,0 0-1,1 0 0,-1 0 1,0 0-1,0 0 0,0 0 1,0 0-1,0 0 1,0 1-1,0-1 0,0 0 1,0 0-1,0 0 0,0 0 1,0 0-1,0 0 0,0 0 1,0 1-1,3 5 75,0-1 0,-1 2-1,0-1 1,3 11 0,2 10 179,74 213 2271,-52-164-1748,44 79 0,-64-137-714,2-1 0,0 0 0,1-1 0,0 0 0,2 0 0,0-2 0,16 15 0,-23-24-60,-1 0-1,1 0 1,0 0 0,0-1 0,1 0 0,-1-1-1,1 0 1,0 0 0,0 0 0,0-1-1,0 0 1,0-1 0,0 0 0,1 0-1,-1 0 1,0-1 0,1-1 0,-1 1 0,15-4-1,-15 1 2,0 0-1,-1-1 1,1 0-1,-1 0 1,0 0-1,0-1 1,0 0-1,-1 0 1,0-1-1,0 0 1,0 0-1,-1 0 1,1-1-1,-2 1 0,7-12 1,3-6-38,-2-1 1,0-1-1,10-32 1,-14 30-119,0-1 1,-2 0 0,4-49-1,-6-87-816,-4 129 742,-1 17 177,0 0 1,-2 0-1,0 1 1,-1-1-1,0 1 1,-2-1-1,0 1 1,-17-33-1,22 50-91,1 0 0,-1 1 0,1-1 0,-1 0 0,1 0 0,-1 0 0,1 0 0,0 0 1,0 0-1,-1 0 0,1 0 0,0 0 0,0 0 0,0 0 0,0 0 0,0 0 0,0 1 0,0-1 0,1-2 0,10 0-3960,-6 3 2356,20-5-5957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9.1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105 101 3490,'0'0'8470,"-5"-14"-7726,0-4-520,2 9-71,0-1 1,0 2 0,0-1 0,-9-15 0,11 23-59,0 0-1,0 1 1,0-1-1,0 0 1,0 0 0,0 1-1,0-1 1,0 1 0,0-1-1,-1 1 1,1 0 0,0-1-1,0 1 1,0 0-1,-1 0 1,1-1 0,0 1-1,-2 0 1,-22 2 1114,20 6-1199,-1 21 198,1 1 0,1 0 1,2 0-1,2 57 0,1-38 213,-1 628 3848,-1-656-4190,3 38 155,-2-55-203,1 0 1,0-1-1,-1 1 0,1-1 0,0 1 0,1-1 0,-1 1 0,1-1 0,-1 0 0,1 1 0,0-1 1,3 3-1,-5-6-25,1 1 0,-1-1 0,1 1 0,0-1 0,-1 0 0,1 1 0,-1-1 0,1 0 0,0 0 0,-1 0 0,1 1 0,0-1 0,-1 0 0,1 0 0,0 0 1,-1 0-1,1 0 0,0 0 0,-1 0 0,1 0 0,0 0 0,-1-1 0,1 1 0,0 0 0,-1 0 0,1 0 0,0-1 0,-1 1 0,1 0 0,-1-1 0,1 1 0,-1-1 1,1 1-1,-1-1 0,1 1 0,-1-1 0,1 1 0,-1-1 0,1 1 0,-1-1 0,0 1 0,1-1 0,-1 0 0,0 1 0,0-1 0,0 1 0,1-2 0,7-21-93,-1-1 0,-2-1 0,0 1 0,-1 0-1,1-43 1,-3 28-1072,13-62 0,-10 82 506,0-1 0,2 1 0,0 1 1,1-1-1,1 1 0,21-32 0,-23 39 652,2 0 0,-1 0-1,21-18 1,-24 25 16,0 0-1,1 0 1,-1 1-1,1-1 1,0 2-1,0-1 1,0 0-1,0 1 1,0 0-1,9-1 1,26 1 35,-23 3-39,-17-1 10,0 0 0,0 1 1,0-1-1,0 0 0,0 1 0,0-1 0,0 1 0,0 0 0,0-1 1,0 1-1,0 0 0,0 0 0,0-1 0,0 1 0,0 0 1,-1 0-1,1 0 0,0 0 0,-1 0 0,1 0 0,-1 0 0,1 0 1,-1 0-1,1 0 0,-1 0 0,0 1 0,1 1 0,-1-1 40,1 0 0,0 1 1,0-1-1,0 0 0,0 0 0,1 0 0,-1 0 0,3 3 0,0 1-40,0-1 0,0 1 1,-1 0-1,0 0 0,0 0 0,0 0 0,-1 0 0,0 1 1,0-1-1,-1 1 0,2 7 0,5 17-22,-5-14-7,-2-13 9,0-1 1,-1 1-1,1-1 0,0 1 1,1-1-1,-1 1 1,2 2-1,-1-2 17,0 0 0,-1 0 0,0 0 0,0 0 0,0 0 0,0 0 0,-1 0 0,1 0 0,-1 1 0,0-1 0,-1 0 0,0 6 0,0 11 76,1 256 2910,0-277-2995,1 0 0,-1 0 1,0 0-1,0 1 0,0-1 0,1 0 0,-1 0 0,0 0 0,0 0 0,0 0 0,1 0 0,-1 1 1,0-1-1,0 0 0,1 0 0,-1 0 0,0 0 0,0 0 0,1 0 0,-1 0 0,0 0 0,0 0 1,0 0-1,1 0 0,-1 0 0,0 0 0,0-1 0,1 1 0,-1 0 0,0 0 0,0 0 0,1 0 0,-1 0 1,0 0-1,0-1 0,0 1 0,0 0 0,1 0 0,1-2-22,1 1 0,-1-1 0,0 0 0,0 0 0,0 0 0,0 0 0,0 0 0,-1-1 0,1 1-1,-1 0 1,1-1 0,-1 1 0,2-5 0,11-39-1134,-9 27 140,8-24-2896,-5 1-3292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39.6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12 470 3362,'0'0'13419,"32"-29"-13264,103-92-99,-128 115-58,77-73-66,-75 69-110,-1 0-1,0-1 0,-1 0 0,8-15 1,-12 20 28,0-1 1,-1 0 0,0 1-1,0-1 1,-1 0-1,1 0 1,-1 0 0,-1 0-1,1 0 1,-2-11-1,1 8-18,0 7 169,-1 1 0,1-1 0,-1 0 0,0 1 0,1-1 0,-1 1 0,0-1-1,-1 1 1,1 0 0,0-1 0,-1 1 0,1 0 0,-1 0 0,0 0 0,1 0 0,-1 0 0,0 0-1,0 1 1,-1-1 0,1 1 0,0-1 0,0 1 0,-1 0 0,1 0 0,-1 0 0,1 0 0,-1 0 0,-2 0-1,-10-3 98,0 0 0,0 2-1,-23-2 1,36 4-91,0 0 1,-11-1 40,0 0 1,-23 2 0,32 0-38,0 0 0,0 0 0,0 0 0,0 0 0,0 0 0,0 1 0,0 0 0,0 0 0,0 0 0,1 0 0,-1 0 0,-5 6 0,1 1 100,1 0 1,0 1-1,0 0 1,1 0 0,0 0-1,1 1 1,0 0 0,1 0-1,0 1 1,1-1-1,0 1 1,0-1 0,0 17-1,-1 18 781,2 0 1,4 47-1,-2-84-729,1 0 0,0 0 0,1 0 0,0 0 0,0 0 0,1 0 1,0-1-1,0 1 0,1-1 0,0 0 0,1 0 0,7 11 0,-7-14-94,0 1 1,0-1-1,0-1 0,1 1 0,0 0 1,0-1-1,0-1 0,0 1 0,1-1 1,-1 0-1,1 0 0,0 0 0,0-1 1,0 0-1,0-1 0,9 1 0,6 1 23,-1-2-1,0-1 0,26-2 0,-35 1-57,0-1 0,-1-1 1,1 0-1,-1 0 0,0-1 0,0 0 0,15-9 0,-8 2-266,-1-1 0,0 0 0,0-1-1,-2-1 1,20-22 0,-24 23-1516,-1 0-1,0-1 1,-1 0-1,8-16 1,-2-6-9436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0.4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445 124 5939,'0'0'7694,"-5"-5"-7379,-2-4-237,0-1-23,0 1 1,-1 0-1,0 0 0,0 1 1,-1 0-1,-1 0 0,1 1 1,-13-7-1,5 6 142,14 6-178,0 0-1,-1 0 0,1 1 0,-1-1 0,1 1 1,-1 0-1,0 0 0,1 1 0,-1-1 0,-6 0 1,-124-5 127,131 6-112,1 1 1,-1-1-1,1 1 0,-1 0 0,1 0 0,-1 0 0,1 0 1,0 0-1,-1 0 0,1 1 0,0-1 0,0 1 0,0-1 0,0 1 1,0 0-1,0 0 0,1 0 0,-2 2 0,-5 6 215,0 1-1,-6 15 0,10-20-166,-6 14 316,1 0 0,1 1 0,1 1 1,0-1-1,-6 42 0,6-7 1021,0 63-1,6-96-1065,0-15-209,0 0 0,1 1 0,0-1 0,0 0 0,1 1 0,0-1 0,3 11 0,-3-18-122,0 1-1,0-1 1,0 0 0,0 1 0,0-1 0,0 0 0,0 0 0,1 0 0,-1 0-1,0 0 1,1 0 0,-1 0 0,1 0 0,-1 0 0,1-1 0,-1 1 0,1-1-1,-1 1 1,3 0 0,32 3 129,-29-4-123,4 0 1,0 0-1,0-2 1,0 1 0,1-1-1,-1-1 1,-1 0 0,1-1-1,0 0 1,-1 0 0,0-1-1,0-1 1,0 0 0,-1 0 0,14-11-1,0-3-306,-1-1-1,0-1 0,-2-1 1,22-30-1,-35 43-41,0 0 1,-1 0 0,1 0-1,-2-1 1,0 0 0,0-1-1,-1 1 1,-1-1-1,1 0 1,-2 1 0,0-1-1,0 0 1,-1-22-1,-1 21 235,0-7 288,-1 20-165,1-1 0,0 1 0,0-1 1,0 1-1,-1 0 0,1-1 0,0 1 0,-1-1 0,1 1 0,0 0 0,-1-1 1,1 1-1,0 0 0,-1-1 0,1 1 0,-1 0 0,1-1 0,0 1 0,-1 0 0,1 0 1,-1 0-1,1 0 0,-1-1 0,1 1 0,-1 0 0,1 0 0,-1 0 0,1 0 0,-1 0 1,0 0-1,0 0-5,1 0 0,-1 0 0,0 0 0,1 0 0,-1 1 0,0-1 0,1 0 0,-1 0 0,1 0 0,-1 1 0,0-1 0,1 0 0,-1 0 0,1 1 0,-1-1 0,1 1 0,-1-1 0,1 0 0,-1 1 0,1-1 0,-1 1 0,1-1 0,0 1 0,-1 0 0,-5 18 257,5-12-138,-7 41 555,2 1 1,2 0-1,4 62 0,0-63-369,0-40-288,0 0 0,1 0 0,0 1 1,0-1-1,0 0 0,6 15 0,-6-20-44,0 0 0,1-1 0,0 1 0,-1 0 0,1-1-1,0 1 1,0-1 0,0 0 0,0 0 0,1 0 0,-1 0 0,0 0 0,1 0-1,0-1 1,-1 1 0,1-1 0,0 0 0,0 1 0,0-1 0,4 1 0,1-1-2,0 0 0,-1 0 0,1-1-1,0 0 1,-1 0 0,1 0 0,0-1 0,-1 0 0,1-1 0,-1 0 0,1 0 0,-1-1 0,0 0 0,0 0 0,0 0 0,0-1 0,-1 0 0,1 0 0,7-7 0,5-6-443,0-1 0,-1-1 0,0 0 0,20-31 0,-28 35-248,0-1 1,0 0-1,-1-1 1,-1 0-1,-1 0 1,9-32-1,-10 20-1281,-1-1 0,-1 0 0,0-45 0,-3-23-5406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0.8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1 156 3330,'0'0'9398,"7"-26"-8026,20-77-385,-19 77-283,-8 26-668,1 0 0,0 0 1,-1 1-1,1-1 0,0 0 0,-1 1 0,1-1 0,-1 1 0,1-1 0,0 0 0,-1 1 1,1-1-1,-1 1 0,1 0 0,-1-1 0,0 1 0,1-1 0,-1 1 0,0 0 0,1-1 1,-1 1-1,0 0 0,0-1 0,1 1 0,-1 0 0,0-1 0,0 1 0,0 0 0,0 1 1,3 7 173,18 63 991,-2 1 0,-4 0 0,7 85 0,-2 228 835,-8-115-1203,-12-264-821,1 21 7,1-1 0,1 0 0,2 1 1,0-1-1,2 0 0,11 27 1,-18-52-30,1-1 1,-1 1 0,1 0-1,0-1 1,0 1-1,-1-1 1,1 1 0,0-1-1,0 1 1,1-1-1,-1 1 1,0-1 0,0 0-1,1 0 1,-1 0-1,1 0 1,-1 0 0,1 0-1,-1 0 1,4 1-1,-3-9-321,2-100-2757,-4 91 1667,-1-1-1,-1 1 0,0-1 1,-10-30-1,4 27-2259,-20-34 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1.2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40 12038,'0'0'7267,"217"-6"-6211,-138-6-704,-6-4-352,-11 10-32,-14 6-1008,-10 0-2930,-14 0-6515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1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270 1 6211,'0'0'9204,"-32"2"-8652,-10 1-272,-51 9 1,88-11-245,0 1 0,1-1 1,-1 1-1,0 0 0,1 0 1,0 0-1,0 0 0,-1 1 0,1 0 1,1 0-1,-1 0 0,0 0 1,1 1-1,0-1 0,-1 1 1,1 0-1,1 0 0,-1 0 1,1 0-1,-1 0 0,1 1 1,0-1-1,1 1 0,-1 0 1,0 6-1,-2 4 93,0 1-1,2-1 1,0 1-1,1 0 1,0 0 0,1-1-1,1 1 1,0 0-1,5 17 1,-4-26-118,1-1 0,-1 1 0,1-1 0,1 0 0,-1 0 0,1-1 0,0 1 0,0-1 0,1 0 0,8 9 0,7 2 18,31 22 0,-46-35-21,45 27 167,-37-24-137,-1 1 1,1 1 0,-2 0-1,15 12 1,-25-18-42,1-1 1,0 1-1,-1 0 1,1-1-1,-1 1 1,0 0-1,1 0 1,-1 0-1,0 0 1,0 0-1,0 0 1,-1 1-1,1-1 1,0 0-1,-1 0 1,1 0-1,-1 1 0,0-1 1,0 0-1,0 1 1,0-1-1,0 0 1,0 0-1,-1 1 1,1-1-1,-1 0 1,0 0-1,1 1 1,-1-1-1,0 0 1,0 0-1,0 0 1,-1 0-1,1 0 1,-3 2-1,-5 3 37,0-1 0,-1-1 1,1 0-1,-1 0 0,0 0 0,0-2 0,-1 1 0,1-1 1,-13 2-1,-41 2-1847,4-9-4082,37-3-2583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1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41 2273,'0'0'13873,"-2"-7"-13422,-7-20-160,6 21 253,3 9-464,0 841 5002,0-824-4979,0-4 3,0-1-1,1 1 0,0-1 1,5 20-1,-6-33-101,1-1 0,-1 0 0,1 1 0,-1-1 0,1 1-1,0-1 1,-1 0 0,1 0 0,0 1 0,0-1 0,0 0 0,0 0 0,0 0 0,0 0 0,1 0 0,-1 0 0,0 0-1,0 0 1,1-1 0,-1 1 0,0 0 0,1-1 0,-1 1 0,1-1 0,-1 1 0,1-1 0,-1 0 0,1 0 0,-1 0-1,1 0 1,-1 0 0,1 0 0,-1 0 0,1 0 0,-1 0 0,1-1 0,-1 1 0,1-1 0,-1 1 0,0-1 0,1 1-1,-1-1 1,0 0 0,1 0 0,-1 0 0,2-1 0,1-4-246,0 1 0,0-1 1,-1 0-1,0 0 0,0 0 0,0 0 0,2-11 1,0 2-1307,-2-1 1,3-21 0,-4-12-4288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2.3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 13542,'0'0'7844,"210"-6"-7444,-151 6-320,-7 0-80,-7 0-112,-11 0-1537,-13 16-3521,-18 9-9589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2.9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70 6323,'0'0'6373,"0"-9"-6018,0-44 528,0 52-854,-1 1-1,1-1 1,0 1-1,-1-1 1,1 1-1,-1 0 0,1-1 1,0 1-1,-1-1 1,1 1-1,-1 0 1,1-1-1,-1 1 0,1 0 1,-1 0-1,0-1 1,1 1-1,-1 0 1,1 0-1,-1 0 0,1 0 1,-1 0-1,0-1 1,1 1-1,-1 0 1,1 0-1,-1 1 1,0-1-1,-23 3 233,22-2-251,0 0-1,0 1 1,0-1-1,1 0 1,-1 1 0,1-1-1,-1 1 1,1-1-1,-1 1 1,1-1-1,0 1 1,0 0 0,0 0-1,0 0 1,-1 3-1,-9 35 279,10-38-262,-8 56 1190,3 0-1,3 97 1,2-135-863,2 0 0,0 0 0,1 0 0,1 0 1,9 32-1,-10-46-296,1-1 0,-1 1 0,1-1 0,0 1 1,0-1-1,0 0 0,1 0 0,-1 0 0,1 0 0,1-1 1,-1 0-1,1 0 0,-1 0 0,1 0 0,0-1 0,1 0 1,-1 0-1,0 0 0,1 0 0,0-1 0,-1 0 0,12 2 1,-3-1 6,0-1 0,0 0 1,0-1-1,0-1 1,1-1-1,-1 1 1,0-2-1,0 0 0,0-1 1,0 0-1,24-10 1,-21 5-102,0 0 0,-1-1 0,1-1 0,-2 0 0,0-2 0,0 1 0,-1-2 0,17-18 0,-25 24-145,0 0 0,0 0 0,-1-1 0,0 0 0,0 0 0,0 0 0,-2-1 0,1 0 1,-1 1-1,0-1 0,0-1 0,-1 1 0,-1 0 0,1 0 0,-2-1 0,1 1 0,-1-1 0,-1 1 0,1 0 0,-3-12 0,1 16 153,1-1-1,-1 1 0,0 0 0,-1-1 1,1 1-1,-1 0 0,0 0 0,0 1 0,0-1 1,-1 1-1,0-1 0,1 1 0,-2 0 0,-3-3 1,-8-5 30,1 2 0,-31-16 1,31 19 4,-1 0 0,1 2 0,-1 0 0,0 0 0,-1 2 0,1 0 1,-1 1-1,1 0 0,-32 2 0,12 4-18,35-4 5,0 1 0,0-1 0,0 0 0,0 1 0,0-1 0,0 0 0,0 1 0,0-1 0,0 1 0,0 0 0,0-1 0,0 1 0,1 0 0,-1-1 0,0 1 0,1 0 0,-1 0 0,0 0 0,1 0 0,-1-1 0,1 1 0,-1 0 0,1 0 0,0 0 0,-1 0 0,1 0 0,0 0 0,0 0 0,-1 2 1,6-2-736,67-1-5925,-21 0-1724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3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5507,'0'0'9911,"7"37"-8361,-2-8-1140,8 48 1455,6 110 0,-17-101-413,4 73 429,-6-155-1821,1 0 0,-1-1 0,1 1 0,0 0 0,0 0 0,0-1 0,1 1 0,1 3 0,-3-6-53,1-1 1,-1 1-1,1-1 0,-1 1 0,1 0 1,-1-1-1,1 1 0,-1-1 1,1 0-1,-1 1 0,1-1 0,0 1 1,-1-1-1,1 0 0,0 1 1,-1-1-1,1 0 0,0 0 0,0 0 1,-1 1-1,1-1 0,0 0 1,0 0-1,-1 0 0,1 0 1,0 0-1,0 0 0,-1-1 0,1 1 1,0 0-1,-1 0 0,1 0 1,0-1-1,0 1 0,-1 0 0,1-1 1,-1 1-1,1-1 0,0 1 1,-1-1-1,1 1 0,-1-1 0,1 1 1,-1-1-1,1 1 0,0-2 1,4-3 6,0-1 0,0 0 0,0 0 0,-1-1 0,0 1 1,4-9-1,20-50-241,-18 39 29,25-72-680,21-47-2136,-50 132 2594,1 0 0,0 0 0,1 1 0,1 0 0,0 0-1,0 1 1,1 1 0,12-11 0,-19 19 422,-1-1 0,1 1 0,0 0 0,0 1 1,0-1-1,0 0 0,0 1 0,1 0 0,-1 0 0,0 0 0,1 0 0,-1 0 0,1 1 0,-1-1 0,1 1 0,-1 0 0,0 0 0,5 1 0,-5 0 57,0 0-1,0 0 1,0 0-1,0 0 1,0 1-1,0-1 1,-1 1-1,1-1 1,-1 1-1,1 0 0,-1 0 1,0 1-1,1-1 1,-1 0-1,0 1 1,-1-1-1,1 1 1,0 0-1,1 3 1,8 17 438,-2 1 0,-1 1 1,0-1-1,5 36 0,8 107 1389,-18-145-1661,-3-16-184,1-1-1,0 1 1,0-1 0,0 0 0,4 8 0,-5-12-90,1 0-1,-1 0 0,0 0 1,1-1-1,-1 1 1,0 0-1,1-1 1,-1 1-1,1 0 1,0-1-1,-1 1 0,1-1 1,-1 1-1,1 0 1,0-1-1,-1 0 1,1 1-1,0-1 0,0 1 1,-1-1-1,1 0 1,0 1-1,0-1 1,0 0-1,0 0 0,-1 0 1,1 0-1,0 0 1,0 0-1,0 0 1,0 0-1,-1 0 0,1 0 1,0 0-1,0 0 1,0-1-1,-1 1 1,1 0-1,0-1 1,0 1-1,-1 0 0,1-1 1,0 1-1,0-2 1,11-14-2638,1-15-2278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3.7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1 340 12310,'0'0'7817,"34"-6"-6932,110-21-482,-137 25-380,1 0-1,0 0 1,0 0-1,-1-1 1,1 0-1,-1-1 1,0 1-1,0-1 1,-1-1-1,1 1 1,-1-1-1,12-11 1,-5 2-6,0 3-46,-1 0 0,-1-1 0,0-1 1,12-17-1,-19 23-147,0 1 0,-1-1 0,0 0 0,0-1 1,0 1-1,-1 0 0,0-1 0,-1 1 0,1-1 0,-2 0 0,1-9 0,-1 15 143,0-1 0,0 1 0,-1-1 0,1 1 0,-1 0 0,1 0 0,-1-1-1,0 1 1,0 0 0,0 0 0,0 0 0,-1 0 0,1 0 0,0 0 0,-1 0 0,1 0 0,-1 0-1,0 1 1,0-1 0,1 1 0,-1-1 0,0 1 0,0 0 0,-1 0 0,1 0 0,0 0 0,0 0-1,-4-1 1,-3 0 39,-1-1-1,0 1 0,0 1 0,0 0 1,-15 0-1,20 1 4,1 0 1,0 0-1,-1 0 0,1 0 1,0 1-1,0-1 0,-1 1 1,1 0-1,0 1 1,0-1-1,0 1 0,0 0 1,0 0-1,1 0 1,-1 0-1,1 0 0,-1 1 1,1 0-1,0 0 0,0 0 1,0 0-1,0 0 1,0 0-1,1 1 0,-1 0 1,1-1-1,0 1 0,0 0 1,1 0-1,-1 0 1,1 0-1,-2 7 0,-1 9 348,0 1 0,1-1 0,-1 40-1,8 63 1216,-2-112-1527,-1 0-1,1 0 1,1 0-1,0 0 1,1 0-1,0-1 1,0 1-1,1-1 1,0-1-1,1 1 1,0-1-1,1 0 1,0 0-1,0 0 1,1-1 0,0 0-1,0-1 1,1 0-1,0 0 1,0-1-1,1 0 1,0-1-1,0 0 1,0 0-1,11 3 1,-4-4-243,1 0 1,-1-1-1,1-1 0,0-1 1,-1 0-1,19-2 1,-3 0-733,5-1-4227,-9-11-5963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4.7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 5587,'0'0'7872,"0"-5"-7437,0-13-98,0 13-23,0 5-304,0-1 0,1 1 0,-1 0 0,0 0 0,1 0 1,-1 0-1,1-1 0,-1 1 0,0 0 0,1 0 0,-1 0 0,0 0 0,1 0 0,-1 0 0,1 0 0,-1 0 0,0 0 0,1 0 0,-1 0 0,1 0 0,-1 0 0,0 1 0,1-1 0,-1 0 0,0 0 0,1 0 0,-1 0 0,0 1 0,1-1 0,-1 0 0,0 0 0,1 1 0,-1-1 0,0 0 0,0 1 0,1-1 0,-1 0 1,0 1-1,0-1 0,0 0 0,0 1 0,1-1 0,-1 0 0,0 1 0,0-1 0,0 1 0,0-1 0,0 0 0,0 1 0,6 17 92,-2 0 0,5 27 1,-3-10 182,0-1 24,122 602 5494,-119-595-5438,1-1 0,22 54-1,-31-91-338,1 0 0,-1 1-1,1-1 1,0 0 0,0-1-1,0 1 1,0 0 0,1 0 0,-1-1-1,1 0 1,-1 1 0,1-1 0,0 0-1,0 0 1,0 0 0,0-1-1,0 1 1,7 1 0,-7-2-14,0-1 0,0 1 1,0-1-1,0 0 0,0 0 0,0 0 0,0-1 1,0 1-1,0-1 0,0 0 0,0 0 1,0 0-1,0 0 0,-1 0 0,1 0 0,0-1 1,-1 1-1,1-1 0,-1 0 0,1 0 1,2-3-1,6-6-92,-1-1 0,0-1 0,-1 1 1,-1-1-1,0-1 0,0 1 0,6-20 0,2-9-902,14-57-1,-9 4-804,4-13-1287,-23 101 2770,-1 1-1,2 0 1,-1-1 0,1 1-1,0 0 1,0 0 0,7-9 0,-8 13 271,1 0 1,-1 0-1,0 0 1,1 0 0,-1 1-1,1-1 1,-1 1 0,1-1-1,0 1 1,0 0 0,-1 0-1,1 0 1,0 1-1,0-1 1,0 0 0,0 1-1,0 0 1,5 0 0,-4 1 137,0-1 1,0 1 0,0 0 0,0 1 0,0-1 0,0 1-1,0-1 1,0 1 0,-1 1 0,1-1 0,-1 0 0,1 1-1,-1-1 1,0 1 0,0 0 0,0 0 0,0 1 0,-1-1-1,4 6 1,5 7 459,-1 1 1,14 33-1,-17-32-241,0 0 1,-2 0-1,0 1 0,-1 0 1,-1-1-1,0 1 0,-1 34 0,-2-42-234,-1 1-1,0-1 0,0 1 0,-1-1 0,-1 0 1,0 0-1,-1 0 0,0 0 0,0-1 1,-1 1-1,0-1 0,-1 0 0,0-1 0,-9 11 1,5-10-66,0 0 1,-1 0-1,0-1 1,0 0-1,-1-1 1,-1-1-1,-14 8 1,19-11-106,0-1 0,1 0 0,-1-1 0,0 1 0,0-1 0,-1-1 0,1 0 1,0 0-1,0-1 0,-1 0 0,1 0 0,0-1 0,-16-2 0,22 2-32,0 0-1,-1 0 0,1 0 1,0-1-1,0 1 1,0 0-1,0-1 1,1 1-1,-1-1 0,0 0 1,1 0-1,-1 0 1,1 1-1,-1-1 0,1 0 1,0-1-1,0 1 1,0 0-1,0 0 1,0 0-1,1-1 0,-1 1 1,1 0-1,-1-1 1,1 1-1,0-3 1,-1-7-1042,0 0 0,1 0 0,3-22 0,9-21-5421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5.1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 6067,'0'0'9431,"0"25"-7793,0 182 2001,-1-152-2593,1 62 512,1-99-1321,1 0 1,1 0-1,0 0 0,7 20 1,-10-36-215,0-1 0,1 1 1,0 0-1,-1 0 0,1 0 0,0-1 0,0 1 1,0-1-1,0 1 0,0 0 0,0-1 0,1 0 1,-1 1-1,0-1 0,1 0 0,2 2 0,-3-2-14,0-1 0,-1 0 0,1 0 0,0 0 0,0 0 0,0 0 0,0 0 0,-1 0 0,1 0 0,0 0 0,0-1 0,0 1 0,0 0 0,-1 0 0,1-1 0,0 1 0,0-1 0,-1 1 0,1-1 0,0 1 0,-1-1 0,1 1 0,0-1 0,-1 1 0,1-2 0,4-4 11,0-1 1,0 1-1,-1-1 0,0 0 0,6-14 1,9-33-779,-3-1 1,18-100 0,-26 112 206,-1 12-460,18-57-1,-21 79 860,-1 1-1,1-1 1,0 0-1,1 1 1,0 0-1,0 0 1,0 1-1,1-1 1,1 1-1,10-10 1,-14 15 170,0 0 1,-1 0 0,1 1 0,0-1 0,0 1 0,0 0 0,0 0-1,0 0 1,0 0 0,0 0 0,0 1 0,1-1 0,-1 1 0,0 0-1,0 0 1,1 0 0,-1 0 0,0 1 0,0-1 0,0 1 0,0 0-1,1 0 1,-1 0 0,0 0 0,4 3 0,5 4 94,-1 0 0,0 0 0,-1 1 0,18 18 0,1 1 27,-11-13-250,0-1 1,30 17-1,-10-14-4265,-23-15-2361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5.5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10773,'0'0'5442,"10"221"-3425,-3-131-64,3 0-912,1-19-417,6-18-464,4-22-144,-4-25-16,0-6-560,-3-6-577,0-31-1232,-4-19-2353,-10-3-6211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5.9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13350,'0'0'2481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6.2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373 818 8004,'0'0'6088,"-11"-9"-5773,-2-2-238,-1-1 14,0 1 1,-1 0-1,-22-12 0,24 17 60,0 0 0,-1 1 0,1 1 0,-1 0 0,0 1 0,0 0 0,0 1 0,0 1 0,-24 0 0,34 1-108,1 1-1,0-1 0,-1 1 1,1 0-1,0 0 0,-1 0 1,1 0-1,0 0 0,0 1 1,0-1-1,0 1 0,0 0 1,1 0-1,-1 0 0,0 0 1,1 0-1,0 1 0,-1-1 1,1 1-1,0 0 0,0 0 0,1-1 1,-1 1-1,0 0 0,1 1 1,-2 3-1,-3 10 279,1 1 0,0 0 0,-3 31-1,8-48-304,-7 66 1391,3 100 0,4-132-1068,0-35-333,-1 15 153,2-1 0,-1 0 0,2 1 0,4 17 0,-5-28-126,0 0-1,1 0 1,-1 0-1,1-1 0,0 1 1,0 0-1,0-1 0,1 1 1,-1-1-1,1 0 0,0 0 1,0 0-1,0 0 1,0-1-1,1 1 0,-1-1 1,1 0-1,-1 0 0,5 2 1,-1-1-7,0 0 0,0-1 0,0 0 0,0 0 0,0 0 1,1-1-1,-1 0 0,1-1 0,-1 0 0,1 0 0,-1 0 0,12-3 1,-9 1 2,0-1 1,-1-1-1,1 1 1,-1-2 0,0 1-1,0-1 1,0 0 0,10-9-1,0-2-200,-1-1 0,-1-1-1,0 0 1,-2-1 0,0-1 0,23-41-1,-27 41-283,-1-1 0,-1 0-1,0 0 1,-2-1-1,-1-1 1,0 1 0,-2-1-1,-1 1 1,1-31-1,-5-155-1262,-2 161 1588,-3 1 0,-16-66 1,5 42-325,3 0-1,3-1 1,-3-130 0,14 189 1253,0 14 152,0 24-441,3 1130 6813,-3-1137-7287,1 34 68,0-50-92,-1 0 0,1 1 0,0-1 0,0 0 0,0 1 0,0-1 0,1 0 0,-1 0 0,1 0 0,0 0 0,0 0 0,3 3 0,-5-6-13,0 1 0,1-1 0,-1 1 0,1 0 0,-1-1 0,1 1 0,-1-1 0,1 1 0,-1-1 0,1 0 0,-1 1 0,1-1-1,-1 1 1,1-1 0,0 0 0,-1 0 0,1 1 0,0-1 0,-1 0 0,1 0 0,0 0 0,-1 0 0,1 0 0,0 0 0,0 0 0,-1 0 0,1 0 0,0 0 0,-1 0 0,1 0 0,0 0 0,-1 0 0,1-1 0,0 1 0,-1 0-1,1-1 1,-1 1 0,1 0 0,0-1 0,-1 1 0,1-1 0,-1 1 0,1-1 0,-1 1 0,1-1 0,-1 1 0,0-1 0,1 1 0,-1-1 0,0 0 0,1 1 0,-1-1 0,0 0 0,1 0 0,2-7-232,-1 1 1,1-1 0,1-15-1,-1 12-290,13-78-7313,-12 45-1795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6.8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349 225 5523,'0'0'11429,"5"-20"-10274,16-62 3,-19 75-1026,-1 1 0,0-1 0,-1 0 1,1 1-1,-1-1 0,0 0 0,-2-8 1,2 12-109,-1 0 0,0 0 0,0 1 0,0-1 1,0 1-1,0-1 0,0 1 0,-1-1 0,1 1 1,-1 0-1,0-1 0,1 1 0,-4-2 0,0 1-19,0 0-1,0 0 0,0 0 1,0 1-1,0 0 1,-1 0-1,1 1 0,0 0 1,-1-1-1,0 2 0,1-1 1,-1 1-1,0 0 0,-5 0 1,7 0 0,-1 0 0,1 0 0,0 1-1,0-1 1,-1 1 0,1 0 0,0 0 0,0 1 0,0-1 0,0 1 0,0 0 0,0 0 0,-6 4 0,4 0 24,0 0 1,1-1 0,0 2 0,0-1 0,0 1-1,-5 11 1,-19 36 527,3 2 0,2 1 0,3 1 1,-18 79-1,31-105-259,2 1 1,0 0 0,0 60 0,6-92-293,0 0-1,0 0 1,0 0 0,0 0 0,0 0-1,0 0 1,0 0 0,1 0 0,-1 0-1,0 0 1,1 0 0,-1 0 0,1 0-1,-1 0 1,1 0 0,-1 0 0,1-1 0,0 1-1,-1 0 1,1 0 0,0-1 0,0 1-1,-1 0 1,1-1 0,0 1 0,0-1-1,1 1 1,1 0 4,-1 0 1,1-1-1,0 1 0,-1-1 0,1 0 0,0 0 0,-1 0 0,1 0 1,0 0-1,3-1 0,4-1-2,-2 0 1,1-1 0,0 0-1,0-1 1,-1 1 0,10-7-1,2-3-276,-2-1 0,0-1-1,0-1 1,-1 0 0,-1-1-1,-1-1 1,0 0 0,-2-1-1,0-1 1,-1 0 0,-1-1 0,0 0-1,10-33 1,-17 34-72,0 0 1,-2 0-1,0-1 1,-2-32-1,0 33 760,0 20-397,0 0-1,0 0 1,0 0 0,1 1-1,-1-1 1,0 0 0,0 0-1,0 0 1,0 1-1,0-1 1,1 0 0,-1 0-1,0 0 1,0 0 0,0 0-1,1 1 1,-1-1 0,0 0-1,0 0 1,0 0 0,1 0-1,-1 0 1,0 0 0,0 0-1,1 0 1,-1 0 0,0 0-1,0 0 1,0 0 0,1 0-1,-1 0 1,0 0 0,0 0-1,1 0 1,-1 0-1,0 0 1,0 0 0,1 0-1,-1 0 1,0 0 0,0-1-1,0 1 1,1 0 0,-1 0-1,0 0 1,0 0 0,0 0-1,0-1 1,0 1 0,1 0-1,-1 0 1,0 0 0,0-1-1,0 1 1,0 0 0,0 0-1,0-1 1,0 1 0,5 16 86,0 1 0,-2-1 0,0 1 0,0 18 0,3 12 223,4 34 195,-2 0-1,-7 145 1,-1-221-525,-1 1 1,0-1 0,0 0-1,0 1 1,-1-1 0,0 0-1,0 0 1,0 1-1,-1-2 1,1 1 0,-1 0-1,0 0 1,-1-1 0,1 0-1,-1 0 1,0 0 0,0 0-1,0 0 1,0-1-1,-1 0 1,0 0 0,1 0-1,-1 0 1,0-1 0,-10 4-1,2-2-76,-1 0 0,0-1-1,0-1 1,0 0 0,0-1-1,0 0 1,0-1 0,-28-4-1,39 4-14,0-1-1,0 1 0,0-1 1,0 0-1,1 0 0,-1 0 1,0 0-1,1-1 0,-1 1 1,1-1-1,-1 0 0,1 1 1,0-1-1,0 0 0,0 0 1,0 0-1,0-1 0,0 1 1,0 0-1,1-1 0,0 1 1,-2-4-1,0-1-813,1 0 0,0 1 1,0-2-1,1 1 0,-1 0 1,2 0-1,-1-14 0,1-13-6055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7.3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0 616 7491,'0'0'14042,"16"-18"-13634,110-123-69,-100 110-420,-2 0 1,41-70 0,-57 86-85,-1-1 1,0 0-1,-1-1 1,0 0-1,-2 0 1,0 0-1,-1 0 0,0-1 1,-1-21-1,-1 34 149,-1 0-1,-1 0 0,1 0 0,-1 1 1,0-1-1,0 0 0,0 1 0,-1-1 0,1 1 1,-1-1-1,0 1 0,0 0 0,-4-5 1,4 6 16,-1 0 1,0 0-1,0 1 1,0-1-1,-1 1 0,1 0 1,0 0-1,-1 0 1,0 0-1,1 0 1,-1 1-1,0 0 1,0-1-1,0 1 1,0 1-1,-5-1 1,5 0 0,-1 0 0,1 0 0,-1 1 0,1-1 0,-1 1 0,1 0 0,0 1 0,-1-1 0,1 1 0,-1 0 0,1 0 0,0 0 0,0 1 0,-1-1 1,1 1-1,0 0 0,0 1 0,1-1 0,-8 6 0,5-1 26,0 1 0,1 0 1,0 0-1,0 0 0,1 0 0,0 1 0,-4 15 0,0 2 278,-8 47 0,7 15 846,4 0-1,8 122 1,-3-197-1035,1 0 0,1 0 0,0 0-1,1 0 1,1-1 0,0 1 0,9 19 0,-10-24-82,2-1 0,-1 0 0,1-1 0,0 1 1,0-1-1,1 0 0,0 0 0,0 0 1,1-1-1,-1 0 0,1 0 0,13 6 0,-7-6-22,1 0-1,-1-1 0,1-1 1,0 0-1,1-1 0,-1 0 1,0-2-1,0 1 0,1-2 0,-1 0 1,0 0-1,22-6 0,-24 3-190,0-1 0,0 0 0,-1-1 0,0 0 0,0 0 0,0-1 0,-1-1 0,0 0 0,0 0 0,9-12 0,-9 10-1146,0-1 0,-2-1 0,1 0 0,-1 0 0,6-15 0,2-14-10659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47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 23659,'0'0'4994,"10"-18"-5058,-6 18-512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42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 7203,'0'0'8906,"0"-3"-7997,0-37 2256,0 39-2883,1 0-283,2 8-32,4 24 116,-1 1 0,-2 0-1,1 52 1,-4-58 87,2 202 1343,-1-50-622,-2-168-821,3 37 246,-2-44-280,-1 0-1,1 0 0,0 1 0,0-1 0,0 0 0,0 0 1,1 0-1,-1 0 0,1 0 0,0-1 0,2 4 0,-3-5-41,1 0 0,-1 0 0,0 0 0,0 0 0,1 0 0,-1 0-1,1-1 1,-1 1 0,1-1 0,-1 1 0,1-1 0,-1 1 0,1-1-1,-1 0 1,1 0 0,-1 0 0,1 0 0,0 0 0,-1 0 0,1 0-1,-1 0 1,1 0 0,-1-1 0,1 1 0,-1-1 0,1 1-1,2-3 1,2 1-77,0-2 0,-1 1-1,1-1 1,-1 1-1,6-7 1,10-8-160,0 0 0,2 1 1,38-22-1,-47 32 221,0 0 1,1 1 0,-1 1-1,1 0 1,1 1 0,-1 1 0,0 0-1,17 0 1,10 1-12,76 5-1,-111-2 38,-1 0 0,1 1-1,0 0 1,-1 0 0,1 1-1,-1 0 1,0 0 0,0 0-1,0 1 1,0-1 0,-1 1-1,0 1 1,1-1 0,-1 1-1,6 7 1,-6-5 30,0 0 1,-1 0-1,1 0 0,-1 1 0,-1-1 1,1 1-1,-1 0 0,-1 0 0,1 0 1,-1 0-1,-1 1 0,1 8 0,0-5 50,-1 1 0,-1-1 1,0 0-1,0 1 0,-1-1 0,-1 0 0,0 0 0,-1 0 0,0 0 0,-1 0 0,-7 15 0,0-8-10,-2-1-1,1 0 1,-2-1 0,0-1 0,-1 0 0,-1-1-1,-24 18 1,11-11-12,-1-3 0,0 0 0,-60 26 0,64-36-120,0 0 1,-1-2-1,0 0 1,-1-2-1,0-1 1,1-2-1,-1 0 1,-36-3-1,61 1-31,0-1 0,1 1 0,-1 0-1,0-1 1,1 1 0,-1-1 0,0 0 0,1 0 0,-1 0 0,1 0-1,0 0 1,-1-1 0,1 1 0,0-1 0,0 0 0,0 1 0,0-1-1,0 0 1,-3-4 0,2 1-391,0-1 0,0 1 0,0-1 0,1 0 0,0 0-1,0 0 1,-2-10 0,-4-35-4413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6:42.5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11541,'0'0'5491,"207"53"-4307,-110-34-479,3-13-433,-4-3-128,-10-3-144,-17 0-64,-20 0-1297,-25 0-1552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8:59.7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60 21450,'0'0'3201,"-114"-56"-3233,114 53-800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06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134 406 7571,'0'0'9087,"0"-8"-8521,0-39 915,-5 47-1050,2-1-331,1 1-1,-1 0 1,1 0 0,-1 0 0,1 0-1,-1 1 1,1-1 0,-1 1 0,1-1-1,-3 2 1,-1 4-100,2 1 0,-1 0 0,1-1 0,0 1 0,0 1 0,1-1 0,0 0 0,-2 9 0,-16 70 0,19-72 0,-13 67 66,-4 119 0,16 85 282,4-233-148,2-1 0,2 0 0,3 0 0,2 0-1,2-1 1,2 0 0,3-2 0,34 73 0,-42-104-118,1 0 0,0 0 1,1-1-1,1-1 0,1 0 1,0-1-1,0 0 0,25 18 1,-31-27-65,1 0 1,-1 0 0,1-1-1,0 1 1,0-2 0,0 1 0,1-2-1,-1 1 1,1-1 0,0 0-1,0 0 1,0-1 0,-1-1 0,1 1-1,0-2 1,0 1 0,0-1-1,0 0 1,0-1 0,13-4-1,-9 1-14,0-1 0,-1-1-1,0 0 1,0-1-1,0 0 1,-1-1-1,-1 0 1,1-1-1,-1 0 1,-1 0 0,9-13-1,4-6-101,-2-2 0,-2 0 0,19-41 0,-21 35-173,-2-1 0,-1 0-1,-2-1 1,7-51 0,-9 22-114,0-119 0,-10 155 426,-1-1 0,-2 1 0,-2 0 1,-1 1-1,-1-1 0,-1 1 0,-2 1 0,-25-50 1,-211-381 366,156 300-406,86 151 0,0 1 16,1 1 0,-1-1 0,-1 1 0,-11-13 0,16 20-6,0-1 0,-1 1 0,1 0-1,0 0 1,-1 0 0,1 0 0,0 0 0,-1 1-1,1-1 1,-1 0 0,1 1 0,-1-1-1,0 1 1,1-1 0,-1 1 0,1 0 0,-1-1-1,0 1 1,1 0 0,-1 0 0,0 1-1,1-1 1,-1 0 0,0 0 0,1 1 0,-1-1-1,1 1 1,-1-1 0,0 1 0,1 0-1,-1 0 1,1-1 0,0 1 0,-2 2 0,-6 6 26,1 0 1,0 1-1,1 0 1,0 0-1,0 1 1,1 0 0,-7 17-1,11-22-32,-9 17-196,2 1-1,1 1 1,1 0-1,1 0 1,1 0 0,2 1-1,0-1 1,2 1-1,2 36 1,-1-57-270,0-1 0,0 0 0,1 1 0,-1-1 0,1 0 0,0 1 0,3 5 1,-3-8-128,1 1 1,0-1-1,0 1 1,0-1-1,0 0 1,0 0 0,0 0-1,3 2 1,-2-2-134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07.2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178 0 11973,'0'0'7004,"-17"2"-6265,12-2-688,-5 0 30,0 1 1,1 0-1,-1 1 0,-9 3 1,14-4-57,1 1 1,-1 0 0,1 0-1,0 0 1,-1 1-1,1 0 1,1-1-1,-1 1 1,0 1 0,1-1-1,-1 0 1,1 1-1,-4 6 1,1-1-16,1 0 0,0 1 1,1 0-1,0 0 0,1 0 0,0 1 0,0-1 1,1 1-1,1-1 0,-1 1 0,2 13 0,0-10-73,1 0 1,0 0-1,1 0 0,1 0 0,0 0 1,1-1-1,0 0 0,8 17 0,16 20-723,61 83 0,-39-63 333,-47-64 440,22 29-51,-1 2 1,22 51-1,-40-75 87,-1 0 0,0 0 0,-1 1 0,-1-1 0,0 1 0,-1 0 0,-1 0 0,0 0 0,0 0 0,-2 0 0,-2 18 0,1-25 5,0 0-1,0 0 1,-1 0-1,0 0 1,0-1-1,0 0 1,-1 1-1,0-1 1,-1 0-1,1-1 1,-1 1-1,0-1 1,0 0-1,-1 0 1,1-1-1,-1 0 1,-11 6-1,6-3 13,-1 0 0,0-2 0,-1 1 0,0-2 0,1 0-1,-2 0 1,1-1 0,-23 2 0,24-4-38,4 0-21,0-1 0,1 1 0,-1-1 0,-11-2 0,18 2-6,-1-1 0,0 1 0,1-1 0,-1 1 1,1-1-1,-1 0 0,0 1 0,1-1 0,0 0 0,-1 0 0,1 0 0,-1 0 0,1 0 0,0 0 0,0-1 0,0 1 0,0 0 0,0 0 0,0-1 0,0 1 0,0-1 0,0 1 0,0-1 0,1 0 0,-1-1 0,-1-7-611,1 1 0,0-1-1,1-12 1,0 22 636,0-66-5939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07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330 16 12822,'0'0'6416,"-13"-1"-4959,2-1-1051,-5-2-296,1 1 0,-1 0 0,-19 0 0,29 3-118,-1 0 1,1 0 0,0 1 0,0 0 0,-8 2 0,10-2 4,1 1-1,0-1 1,0 1 0,0 0 0,0 0 0,0 0 0,0 1 0,0-1-1,1 0 1,-3 4 0,-11 14 1,0 0-1,2 1 0,0 0 0,2 1 1,0 1-1,1 0 0,2 0 1,0 1-1,2 0 0,0 1 1,2 0-1,1 0 0,-2 35 1,5 205 917,2-239-722,1 0-1,1 0 1,2 0 0,1-1-1,15 43 1,-17-57-126,1 0 0,0-1 0,1 0 0,0 0 0,1-1 0,13 15 0,-15-19-43,0 0 0,1 0 0,0 0 0,0-1 0,1 0 0,-1 0 0,1-1 0,0 1 0,0-1 0,0-1 0,9 3 0,-6-3-28,0 0 0,0 0 0,0-1 0,0 0 1,1-1-1,-1 0 0,0-1 0,1 0 0,-1-1 1,0 0-1,0 0 0,0-1 0,-1 0 0,1-1 0,0 0 1,-1-1-1,0 0 0,0 0 0,-1-1 0,0 0 0,1 0 1,12-15-1,-1 0-440,-1 0 1,-1-1-1,-1-1 1,-1-1-1,-1-1 1,12-27 0,-18 31-818,-1 0 0,0-1 1,-2 0-1,6-39 1,-6-12-4599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08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3298,'0'0'11925,"-1"9"-11445,2 32 211,1 0 0,15 79 0,-2-25 323,30 223 875,-43-302-1892,1 0 0,0-1-1,1 1 1,1 0 0,12 25 0,-16-38-89,1-1 0,-1 0 0,1 0 0,0 0 0,0 0 0,0 0-1,0 0 1,0 0 0,0 0 0,5 2 0,-6-4-58,-1 1 0,1-1 0,0 0 0,0 0 0,-1 0 0,1 1 0,0-1-1,0 0 1,-1 0 0,1 0 0,0 0 0,0 0 0,0 0 0,-1-1 0,1 1 0,0 0 0,0 0 0,-1 0 0,1-1 0,0 1 0,0 0-1,-1-1 1,1 1 0,0-1 0,-1 1 0,1-1 0,-1 1 0,1-1 0,0 1 0,-1-1 0,1 0 0,-1 1 0,0-1 0,1 0 0,-1 1 0,1-1-1,-1 0 1,0 1 0,0-1 0,1 0 0,-1 0 0,0 1 0,0-1 0,0-1 0,8-46-8038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08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34 16936,'0'0'3329,"-7"-34"-16887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08.7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11013,'0'0'4922,"1"-1"-4235,5 10-557,-2 8 61,1 0 0,-2 1 0,0-1 0,0 24 0,0-1 86,83 994 4467,-63-783-4155,-20-234-554,-4-12-30,2-1 1,-1 0-1,0 0 0,1 0 1,0 0-1,0 0 0,0 0 1,1 0-1,-1 0 0,1 0 1,0-1-1,0 1 0,0-1 1,5 6-1,-7-8-11,1-1 0,-1 0 0,1 1 0,-1-1 0,0 0 0,1 0 1,-1 1-1,1-1 0,-1 0 0,1 0 0,-1 0 0,1 0 0,0 0 0,-1 1 0,1-1 0,-1 0 0,1 0 0,-1 0 0,1-1 0,-1 1 0,1 0 0,-1 0 1,1 0-1,-1 0 0,1 0 0,-1-1 0,1 1 0,0 0 0,0-1-25,0 0-1,0 0 1,0 0 0,0-1-1,0 1 1,0 0 0,0 0 0,0 0-1,-1-1 1,1 1 0,-1 0-1,2-3 1,3-20-729,-1-1 0,0 1 0,-2-1 0,-1 0 0,-2-27 0,0 14-995,0-45-2617,-8 5-655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09.0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 10661,'0'0'6531,"4"-5"-5974,12-18-170,-16 23-366,0-1-1,0 1 1,1 0-1,-1 0 0,0-1 1,0 1-1,0 0 1,0 0-1,0 0 0,1-1 1,-1 1-1,0 0 1,0 0-1,0 0 0,0-1 1,1 1-1,-1 0 1,0 0-1,0 0 0,1 0 1,-1 0-1,0 0 1,0-1-1,1 1 0,-1 0 1,0 0-1,0 0 1,1 0-1,-1 0 0,0 0 1,0 0-1,1 0 1,-1 0-1,0 0 1,0 0-1,1 1 0,2 7 575,-3-4-635,16 74 628,8 102 0,-8 85 204,-14-217-607,7 229 689,10 164 82,-18-439-952,1 41 165,16 80 0,-18-122-170,11 33 43,-10-33-47,-1 0 0,0 0 0,0 0 0,1 0 0,-1 0 0,0-1 0,1 1 0,-1 0 0,1 0 0,-1-1-1,1 1 1,-1 0 0,1-1 0,-1 1 0,1 0 0,0-1 0,0 1 0,-1-1 0,1 1 0,0-1 0,0 1 0,-1-1 0,1 0 0,0 1 0,0-1 0,0 0 0,0 0 0,0 0 0,-1 0 0,1 1 0,0-1 0,1-1-1,-1 1-10,-1 0-1,1 0 0,-1-1 0,1 1 1,-1 0-1,1-1 0,-1 1 0,0-1 1,1 1-1,-1-1 0,0 1 0,1-1 1,-1 1-1,0-1 0,0 1 0,1-1 1,-1 1-1,0-1 0,0 1 0,0-1 1,0 1-1,0-1 0,0 1 0,0-2 1,5-33-1862,1-56-1,-6 2-3718,0 54 2313,0-37-7305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09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69 9828,'0'0'8703,"0"7"-8215,-1 142 595,4 212 1727,-1-316-2466,2-1 0,3 0 0,17 66 0,-22-101-303,1 1 0,1-1-1,0-1 1,0 1-1,0 0 1,12 14-1,-14-20-39,0-1 1,1 1-1,-1-1 0,1 0 0,-1 0 1,1 0-1,0 0 0,0-1 0,-1 1 1,1-1-1,1 0 0,-1 0 0,0 0 0,0 0 1,0 0-1,0 0 0,1-1 0,-1 0 1,0 0-1,0 0 0,1 0 0,5-1 1,-5 0-12,1 0-1,-1-1 1,1 1 0,-1-1 0,0 0 0,1 0 0,-1-1 0,0 1 0,0-1 0,0 0 0,-1 0 0,1 0-1,-1-1 1,0 1 0,0-1 0,0 0 0,0 1 0,3-7 0,4-9-197,-1 0 0,13-38 0,-16 41 3,8-28-557,-1-1 0,-3 0 0,-1-1 0,-3 0 0,-1 0-1,-3-71 1,-2 104 716,-1 0 0,-1 0 0,0-1 0,-1 1 0,0 1 0,-1-1 0,-1 0 0,-6-13 0,0 6 84,-1 0 1,0 1-1,-29-32 0,26 33 249,-1 1-1,0 1 1,-35-25-1,43 35-110,0 1 0,0 0 0,0 0 0,-1 1 0,0 0 0,0 1 0,0 0 0,0 0 0,-1 1 0,1 1 0,-19-2 0,25 2-195,0 1-1,0 0 1,0 0 0,0 1 0,0-1-1,1 0 1,-1 1 0,0 0 0,0 0-1,0 0 1,1 0 0,-4 1 0,5 0-203,0-1 1,0 1 0,-1-1 0,1 1-1,0-1 1,0 1 0,1 0-1,-1 0 1,0-1 0,0 1 0,1 0-1,-1 0 1,1 0 0,0 0 0,-1 0-1,1 0 1,0 3 0,0 18-5591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09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350 0 16696,'0'0'5645,"-16"11"-5328,10-7-289,-1-1-6,1 1-1,0 0 1,0 0-1,0 1 1,1 0-1,0 0 1,-1 0 0,2 1-1,-1 0 1,1 0-1,0 0 1,0 0-1,0 0 1,1 1 0,0 0-1,0 0 1,1 0-1,-2 9 1,-2 31 6,3 0 0,1 0 0,7 63 0,-1-82-67,1-1-1,2 0 1,0 0-1,23 51 1,9 29-109,-35-92 136,0 1 1,-1 0 0,-1 0-1,-1 0 1,0 18-1,-1-29 12,-1 0 0,0 0-1,0 0 1,0 0-1,0 0 1,-1 0 0,0-1-1,0 1 1,0-1-1,0 1 1,-1-1 0,-5 8-1,1-5-1,1 0 0,-1-1 0,0 0 0,0 0 1,-1 0-1,-12 7 0,4-5-3,0 0 0,-1-1 0,0-1 0,0 0 0,-1-1 0,-32 4 0,47-8 6,-6 0-57,1 0 0,0 0 0,-1-1 1,-14-2-1,21 2-11,0 0-1,0-1 1,0 1 0,1-1-1,-1 0 1,0 1 0,1-1 0,-1 0-1,0 0 1,1 0 0,-1 0-1,1 0 1,-1-1 0,1 1 0,0 0-1,0-1 1,-1 1 0,1-1-1,0 1 1,0-1 0,1 0 0,-1 1-1,0-1 1,0 0 0,0-3-1,-2-9-1483,1 0 0,1 0-1,1-27 1,0 25-687,0-38-8175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10.1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266 14 13526,'0'0'6302,"-6"-3"-6009,1 1-279,1 1-1,-1-1 1,1 1 0,-1-1-1,0 1 1,1 1 0,-1-1-1,0 1 1,0 0-1,0 0 1,1 0 0,-1 0-1,0 1 1,0 0 0,1 0-1,-1 0 1,1 1-1,-7 2 1,2 2 28,0 0 1,1 0-1,0 1 0,0 0 1,1 0-1,0 1 0,0-1 1,0 2-1,1-1 0,1 1 1,-8 15-1,3-3 83,0 1-1,2 0 1,1 0 0,-6 30-1,3 8 276,3 1-1,3 0 1,2-1 0,10 99-1,-5-135-262,1 0 1,1 0-1,1 0 0,1-1 0,1 0 0,19 40 0,-22-54-119,0 1 0,1-1-1,0 0 1,0-1 0,1 1 0,0-1 0,0 0 0,1-1-1,0 0 1,1 0 0,-1-1 0,1 0 0,0 0 0,1-1-1,0 0 1,-1-1 0,19 5 0,-16-6-23,-1-1 0,1 0 0,0-1-1,0-1 1,0 1 0,0-2 0,21-3 0,-25 2-72,0 0 1,0 0-1,0-1 1,-1 0-1,1-1 0,-1 0 1,0 0-1,0 0 0,0-1 1,0 0-1,10-11 1,-5 4-683,-1-1 1,-1 0 0,0-1-1,-1 0 1,-1 0 0,0-1 0,-1 0-1,6-17 1,4-40-6515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10.5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139 1 10309,'0'0'6661,"-12"7"-5777,5-3-771,1 0 1,-1 0-1,1 1 1,0 0 0,1 1-1,-1-1 1,1 1 0,0 0-1,0 0 1,1 0 0,0 1-1,0 0 1,0 0 0,-4 11-1,-2 16 442,1 0-1,2 1 0,-6 69 1,8 108 1370,5-184-1703,0-26-207,-1 41 576,11 79 0,-8-109-528,0-1-1,1 0 1,1 0-1,0-1 1,0 1-1,1-1 1,1 0-1,0 0 1,0 0 0,1-1-1,9 10 1,-11-15-54,0-1 0,0 1 0,0-1 0,1 0 0,0-1 0,0 1 0,0-1 1,0 0-1,1 0 0,-1-1 0,1 0 0,-1 0 0,1-1 0,0 1 0,-1-2 1,1 1-1,0-1 0,0 0 0,0 0 0,0-1 0,0 1 0,-1-2 1,1 1-1,0-1 0,9-4 0,-9 2-24,1 0 1,-1-1-1,-1 0 1,1-1-1,-1 0 0,0 0 1,0 0-1,6-9 1,40-63-450,-28 39-155,-2-2 0,-1 0-1,19-57 1,-34 79 158,0 0-1,-2 0 1,0-1-1,-1 1 1,-1-1-1,-1 0 1,0 0 0,-2 1-1,0-1 1,-6-29-1,3 37 193,0 0 1,-1-1-1,0 2 0,-1-1 1,0 1-1,-1 0 0,0 0 0,-1 0 1,0 1-1,-15-14 0,9 11 201,0 0 0,0 2 0,-1 0-1,-1 0 1,0 2 0,-32-15 0,38 20 445,-1 1-1,0 0 1,0 1 0,0 0 0,-1 1 0,1 0 0,-20 1 0,19 0-90,10 0-274,0 0 0,1 0 0,-1 1 0,0-1 0,0 0 0,1 0 0,-1 1 0,0-1 0,1 1 0,-1 0 0,1-1 0,-1 1 0,1 0 0,-1 0 0,1 0 0,0 0 0,-1 0 0,1 0 0,0 0 0,0 1 0,-1-1 0,1 0 0,0 1 0,0-1 0,1 1 0,-2 1 0,0 1-320,1 1 1,-1 0-1,1 0 1,0 0-1,1 0 0,-1 0 1,1 8-1,0 10-3511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10.8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73 138 15175,'0'0'3791,"-4"-2"-3140,4 2-642,0-1 0,-1 1 0,1 0 0,0-1-1,-1 1 1,1 0 0,0-1 0,-1 1 0,1 0 0,0 0 0,-1 0 0,1-1 0,-1 1 0,1 0-1,0 0 1,-1 0 0,1 0 0,-1 0 0,1 0 0,0 0 0,-1 0 0,1 0 0,-1 0-1,1 0 1,-1 0 0,1 0 0,0 0 0,-1 0 0,1 0 0,-1 0 0,1 1 0,0-1 0,-1 0-1,1 0 1,-1 1 0,1-1 0,0 0 0,-1 0 0,1 1 0,0-1 0,0 0 0,-1 1 0,1-1-1,0 0 1,0 1 0,-1-1 0,1 0 0,0 1 0,0-1 0,0 1 0,0-1 0,-1 1-1,-1 37 164,2-28-116,18 371 2196,-5-182-1329,-1 109 83,4 81-158,-15-360-812,-1-22-30,0 1 1,0-1 0,0 0-1,1 0 1,0 0 0,1 0 0,-1 0-1,2-1 1,-1 1 0,5 9-1,-7-16-4,0 0 0,0 1 0,1-1 0,-1 1 0,1-1-1,-1 0 1,0 1 0,1-1 0,-1 0 0,1 1 0,-1-1 0,1 0-1,-1 0 1,1 0 0,-1 1 0,0-1 0,1 0 0,0 0 0,-1 0-1,1 0 1,-1 0 0,1 0 0,-1 0 0,1 0 0,-1 0 0,1 0 0,0 0-1,0-1-2,0 1 0,0 0 0,-1-1 0,1 0-1,0 1 1,0-1 0,-1 1 0,1-1 0,-1 0-1,1 1 1,0-1 0,-1 0 0,1 0-1,-1 1 1,1-1 0,-1 0 0,0 0 0,1 0-1,-1 0 1,0-1 0,4-20-122,-1 0 0,-1-1 0,-2-34 0,-1 34-12,-3-142-1191,1 131 783,-1 1-1,-17-62 1,-14-17-603,10 32 178,-19-95 1,34 104 610,2-1 1,4 0 0,7-105 0,-1 152 362,0 0 0,2 1 0,2 0 0,11-37 0,-12 48 63,1-1 1,0 1 0,1 1 0,0 0 0,1 0 0,0 0 0,1 1 0,0 0-1,13-11 1,-16 17 58,1 0-1,-1 0 0,1 1 1,0 0-1,0 1 0,1-1 1,-1 1-1,1 1 0,0 0 1,-1 0-1,1 0 0,0 1 1,0 0-1,0 0 1,0 1-1,0 0 0,0 1 1,0-1-1,0 2 0,0-1 1,0 1-1,0 0 0,-1 1 1,1 0-1,-1 0 0,0 0 1,0 1-1,0 0 0,9 7 1,-5-1-9,-1 0 0,1 1 0,-2 0 1,0 1-1,0 0 0,-1 0 0,-1 1 1,0 0-1,0 0 0,7 23 0,-9-18-17,0 1-1,-2-1 0,0 0 0,0 1 0,-2 0 1,0-1-1,-2 1 0,-2 20 0,1-29-94,0 0-1,-1 0 1,0 0-1,0 0 1,-1 0 0,-1-1-1,0 0 1,0 0-1,0 0 1,-1 0 0,-1-1-1,1 0 1,-1-1-1,-1 1 1,1-1-1,-16 10 1,14-10-158,0-1 0,-1-1 0,0 1 0,0-1 1,0-1-1,-1 0 0,0-1 0,1 0 0,-1 0 0,0-1 0,-1-1 0,1 0 0,0 0 0,0-1 1,-17-2-1,23 1-147,0 0 0,0 0 0,0-1 0,0 0 0,0 0 0,1 0 1,-1-1-1,0 1 0,1-1 0,0 0 0,0 0 0,0-1 0,0 1 0,0-1 1,1 0-1,-1 0 0,1 0 0,0 0 0,-4-9 0,-20-47-7169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11.2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1 493 16920,'0'0'6000,"30"-14"-5557,-4 2-380,-6 4-53,0-2 1,-1 1-1,0-2 0,-1-1 0,0 0 0,-1-1 0,0-1 0,18-20 0,-23 20-124,0 0 0,-2 0 0,0-1 0,-1 0 0,12-26 0,-17 31-26,0 0 1,-1 0 0,0 0-1,-1-1 1,0 1 0,-1-1 0,0 1-1,0-1 1,-1 0 0,-2-15-1,1 22 105,0-1 0,0 1-1,0-1 1,-1 1 0,0 0-1,0-1 1,0 1 0,0 0-1,-1 1 1,1-1 0,-1 0-1,0 1 1,0-1-1,-1 1 1,1 0 0,0 0-1,-1 0 1,0 1 0,0-1-1,0 1 1,0 0 0,0 0-1,-6-2 1,-1 0 143,-1 1-1,0 0 1,0 0 0,0 2 0,0-1-1,0 1 1,-19 2 0,27-1-66,0 0 0,-1 1 1,1-1-1,0 1 0,1 0 0,-1 0 1,0 1-1,0-1 0,0 1 0,1 0 1,-1 0-1,1 0 0,-1 0 1,1 0-1,0 1 0,0 0 0,0 0 1,0 0-1,0 0 0,1 0 0,-1 0 1,1 1-1,0-1 0,-2 6 0,-1 4 68,0 0-1,1 1 1,1-1-1,0 1 0,1 0 1,0 16-1,-1 10 185,2 1 1,1 0-1,2-1 1,2 1-1,11 44 0,-11-66-197,1 0 0,1 0 0,1-1 1,1 0-1,0-1 0,1 0 0,1 0 0,1-1 0,0 0 0,1 0 0,1-2 0,26 26 0,-29-33-90,-1 0-1,1-1 1,0 0 0,0 0-1,1-1 1,0-1 0,0 1 0,0-2-1,0 0 1,1 0 0,-1-1-1,1 0 1,14 0 0,-18-2-154,0 0 1,0-1 0,0 1 0,1-2 0,-1 1 0,0-1-1,-1 0 1,1-1 0,0 0 0,-1 0 0,1-1-1,-1 0 1,0 0 0,0 0 0,0-1 0,-1 0-1,0 0 1,11-13 0,-9 8-1103,-1 0 0,0-1-1,6-13 1,10-32-9118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11.6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24107,'0'0'816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14.5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21 100 6211,'0'0'4759,"-3"0"-3908,-14 0 393,17 2-15,0-1-1179,0-1 0,0 0 0,-1 0 0,1 0 0,0 0 0,0 1 0,0-1 1,0 0-1,0 0 0,0 0 0,0 1 0,0-1 0,0 0 0,0 0 0,0 0 0,0 1 0,0-1 0,0 0 0,0 0 0,0 0 0,0 1 0,0-1 0,1 0 0,-1 0 0,0 0 0,0 0 0,0 1 0,0-1 0,0 0 0,0 0 1,0 0-1,1 0 0,-1 0 0,0 1 0,0-1 0,0 0 0,0 0 0,1 0 0,-1 0 0,0 0 0,0 0 0,0 0 0,0 0 0,1 0 0,-1 0 0,0 0 0,0 1 0,1-1 0,178 0 579,501-17-455,-630 13-169,828-53 68,-514 54 4,-351 2-23,1 1 0,0 1 0,0 0 1,0 1-1,-1 0 0,24 8 0,-30-8 3331,-8-10-3811,1 1 165,-1-11-3052,1 17 3086,0 1 1,-1-1-1,1 1 0,0-1 0,-1 1 1,1-1-1,0 1 0,-1-1 1,1 1-1,-1-1 0,1 1 0,-1-1 1,1 1-1,-1 0 0,1-1 1,-1 1-1,1 0 0,-1 0 0,1-1 1,-1 1-1,0 0 0,1 0 0,-1 0 1,1 0-1,-2-1 0,-8-1-4879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6:59:14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28 5651,'0'0'7531,"-4"-4"-6576,3 3-942,1 1 0,-1 0 0,1 0 0,-1-1 1,1 1-1,-1-1 0,1 1 0,-1-1 0,1 1 0,0 0 0,-1-1 0,1 1 0,0-1 0,-1 1 0,1-1 0,0 0 0,0 1 1,0-1-1,-1 1 0,1-1 0,0 1 0,0-1 0,0 0 0,0 1 0,0-1 0,0 1 0,0-1 0,0 0 0,0 1 0,0-1 1,1 1-1,-1-1 0,0 0 0,0 1 0,0-1 0,1 0 0,1 1 3,-1-1 0,1 0 0,0 1 1,-1 0-1,1-1 0,0 1 0,-1 0 0,1 0 0,0 0 0,-1 0 1,1 0-1,0 0 0,1 1 0,10 1 52,-1 1-1,1 0 1,-1 0 0,12 7 0,3 3-4,-1 1 0,-1 2 0,38 29 0,60 66 48,-116-104-113,0 0 0,-1 1 0,11 15 0,-15-21-14,-1 0 0,0 1-1,0-1 1,0 0 0,0 1 0,0 0-1,0-1 1,-1 1 0,1-1-1,-1 1 1,0 0 0,0-1-1,0 1 1,0 0 0,0-1 0,-1 1-1,1 0 1,-1-1 0,-1 5-1,-1-2 18,0 1 1,-1-1-1,0 0 0,0 0 0,0-1 0,-1 1 1,1-1-1,-1 0 0,0 0 0,-1-1 0,1 1 0,-6 2 1,2-1 8,-264 142 172,187-104-168,77-39-29,-1 1-22,-1 0 0,1 1-1,0 0 1,0 1 0,1 0 0,-13 11 0,20-13-1653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07.3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18 570 2353,'0'0'4826,"-10"-23"777,10 13-5341,0 9-222,0 1 0,1-1 0,-1 1 0,0-1 0,0 1 0,0-1 0,0 1 0,0-1 1,0 1-1,0-1 0,0 1 0,0-1 0,0 1 0,0-1 0,0 1 0,0-1 0,0 1 0,0-1 0,-1 1 0,1-1 0,0 1 1,0-1-1,-1 1 0,1-1 0,0 1 0,0 0 0,-1-1 0,1 1 0,-1 0 0,1-1 0,0 1 0,-1 0 0,1-1 0,-1 1 0,1 0 1,0 0-1,-2-1 0,2 1 389,2 16 309,2-1-1,0 0 1,10 26 0,7 21-599,7 58 1083,20 190 1,-27-154-712,-19-141-452,-2-7-12,1-1-1,0 1 1,1 0 0,0 0-1,0-1 1,1 1-1,4 9 1,-1-12 85,-3-8-200,-1-14-310,-2 13 254,6-34-305,-8-7-106,-8-49 0,-2-15-177,12-13 520,2 116 181,-1-1 0,1 1 0,-1 0 0,2 0 0,-1 1 0,1-1 0,-1 0 1,2 1-1,-1-1 0,1 1 0,-1 0 0,9-8 0,3-2-47,-1 1 1,29-20-1,-34 28 61,0 0-1,0 1 1,0 0 0,1 1 0,-1-1 0,1 2 0,17-5 0,-7 5 6,0 0 1,0 2 0,21 0-1,-34 1 0,-1 1 0,1 0 0,-1 1-1,1-1 1,-1 1 0,1 1 0,-1-1 0,0 1 0,0 0-1,0 0 1,-1 1 0,1 0 0,-1 0 0,0 0 0,0 0-1,0 1 1,6 7 0,1 4 95,0-1 0,-1 1-1,-1 1 1,15 32 0,-13-21 149,-2 1 0,-1-1 0,-2 2 1,5 34-1,6 120 1116,-9-67-469,-8-108-786,3 24 232,-4-31-319,0-1-1,1 1 1,-1-1 0,0 0 0,1 0 0,-1 1 0,1-1 0,-1 0 0,1 0 0,0 1 0,-1-1 0,1 0 0,0 0-1,0 0 1,0 0 0,0 0 0,1 1 0,-2-2-22,0 0 0,1 0 0,-1 0 0,0 0 0,0 0 0,1 1 0,-1-1 0,0 0 0,1 0 0,-1 0 0,0 0 0,0 0 0,1 0 0,-1 0 0,0 0 0,0 0 0,1 0 0,-1-1 0,0 1 0,1 0-1,-1 0 1,0 0 0,0 0 0,1 0 0,-1 0 0,0 0 0,0-1 0,0 1 0,1 0 0,-1 0 0,6-15 84,27-161-675,-11 44-103,-20 126 664,11-61-419,3 1-1,37-95 1,-47 146 419,2 0 0,0 1 0,0-1 0,1 2 0,16-19 0,-21 28 37,0-1 0,1 1 0,-1 1 0,1-1 0,0 1 0,0-1 0,0 1 0,7-2 0,-9 4 20,1-1 1,-1 2-1,0-1 0,1 0 0,-1 1 1,1-1-1,-1 1 0,1 0 1,-1 0-1,0 1 0,1-1 0,-1 1 1,1-1-1,-1 1 0,4 2 1,-4-2-8,0 1 0,-1 0 1,1 0-1,-1 1 1,0-1-1,1 0 0,-1 1 1,0-1-1,0 1 0,-1 0 1,1 0-1,0-1 1,-1 1-1,0 0 0,0 1 1,0-1-1,0 0 1,1 5-1,0-1 23,10 39 262,-2 0-1,-2 1 0,2 53 0,-6-55-164,1 1 0,3-1 0,18 66 0,-25-107-141,1 0-1,-1 0 1,0 0-1,1 0 0,0-1 1,0 1-1,0 0 1,0-1-1,1 0 0,-1 1 1,1-1-1,0 0 1,0 0-1,0-1 1,0 1-1,1-1 0,-1 1 1,1-1-1,-1 0 1,1 0-1,0-1 0,0 1 1,0-1-1,0 0 1,0 0-1,0 0 1,0 0-1,0-1 0,0 1 1,0-1-1,8-1 1,-3 1-15,1-1 0,0 0-1,-1-1 1,1 0 0,0 0 0,-1-1 0,0 0 0,0 0 0,0-1 0,12-8 0,-9 5-50,0-2-1,-1 0 1,0 0-1,0-1 1,-1 0-1,14-19 1,-11 12-106,-1-1 1,-2 0-1,1-1 1,-2 0-1,-1-1 1,0 0-1,-1 0 1,-2 0-1,7-38 1,-8 9-320,-3-52 0,-2 57 97,1 39 378,0 1 1,0-1-1,-1 1 0,0-1 1,0 1-1,0 0 0,-1-1 1,1 1-1,-1 0 0,0 0 1,0 0-1,0 0 0,-1 0 1,0 1-1,1-1 0,-1 1 1,0 0-1,-1-1 0,-3-2 1,2 2 13,-1 1 0,1 0 0,-1-1 0,0 2 0,1-1 0,-1 1 0,0 0 0,-1 0 0,1 0 0,0 1 0,0 0 0,-1 1 0,-7-1 0,13 1 1,-1 0-1,1 0 1,-1 1-1,0-1 0,1 0 1,-1 1-1,1-1 1,-1 1-1,1-1 1,-1 1-1,1 0 1,0-1-1,-1 1 0,1 0 1,0 0-1,0 0 1,-1 0-1,1 0 1,0 1-1,0-1 0,0 0 1,0 0-1,1 1 1,-1-1-1,0 1 1,0 1-1,-2 4 46,0 1 1,1-1-1,1 1 0,-2 10 1,2-14-27,-8 94 576,4 0-1,8 100 1,-2-179-511,0 10 147,1 0 1,12 53 0,-10-65-143,1-1 0,1 0 0,0 0 0,1-1 0,1 0 0,11 18 0,-15-28-79,-1 0 1,1 0 0,1-1 0,-1 1-1,0-1 1,1 0 0,0 0 0,0 0-1,0-1 1,1 1 0,-1-1-1,12 4 1,-6-4-5,0 0 0,0-1 0,0 0 0,1-1 0,21 0-1,-24-1-9,0 0-1,0-1 0,0 0 0,0-1 1,0 0-1,0 0 0,0-1 1,-1 0-1,17-8 0,-15 4-47,-1 1 1,1-1-1,-1-1 0,-1 1 0,1-2 0,-1 1 1,8-13-1,4-7-294,-1-1 0,-1-2 0,-2 1 0,-1-2 1,20-60-1,31-175-2086,12-252-1603,-64 404 3518,-9 52 1026,-2-65 0,-3 99 1014,0 29-1464,-1-1-1,1 1 1,-1-1-1,1 1 0,-1 0 1,1-1-1,-1 1 1,1-1-1,-1 1 1,1 0-1,-1 0 0,1-1 1,-1 1-1,0 0 1,1 0-1,-1 0 1,1 0-1,-1-1 0,0 1 1,1 0-1,-1 0 1,1 0-1,-1 0 1,0 1-1,0-1 0,-19 2 257,17-1-308,1 1-1,-1 0 0,1-1 0,0 1 0,0 0 0,0 0 0,0 0 0,0 0 0,0 0 0,0 1 0,1-1 0,-2 4 0,-18 35 243,15-28-151,-1 3 38,1 0 0,1 1 0,1 0 0,0 0 0,1 0 1,-1 18-1,2 108 812,3-79-511,17 174 813,-5-119-669,-2 33 180,23 191 961,-32-326-1647,1 0 0,1 0 0,0 0 0,1-1 0,1 1 0,11 22 0,-16-37-78,1 1 0,-1-1 1,1 0-1,-1 1 0,1-1 1,0 0-1,0 0 0,0 0 0,0-1 1,0 1-1,0 0 0,1-1 1,-1 1-1,1-1 0,-1 0 1,1 0-1,-1 0 0,1 0 1,0 0-1,-1 0 0,1-1 0,0 0 1,-1 1-1,1-1 0,0 0 1,0 0-1,0 0 0,3-1 1,-1-1-21,1 1 1,-1-1 0,0 0 0,1-1 0,-1 1 0,0-1 0,0 0-1,-1-1 1,1 1 0,-1-1 0,1 1 0,-1-1 0,5-7 0,17-23-380,-2-2 1,-1 0-1,-2-2 1,-1-1-1,-2 0 1,21-71-1,-28 68-994,8-73-1,-5 24-91,-7 75 1422,-3 12 342,0 12 727,9 190 1846,-1-2-1600,-8-167-1059,15 52 1,-17-72-194,1-1 0,0 0 0,1 0 0,0 0 0,0 0 0,1 0 0,0-1 0,0 0 0,1 0 0,7 7 0,-12-13-40,0 0 0,0 0 0,0 0 0,0 0-1,0 0 1,0 0 0,0-1 0,0 1 0,1 0 0,-1-1 0,0 1 0,1-1 0,-1 1-1,0-1 1,1 0 0,-1 1 0,0-1 0,1 0 0,2 0 0,-3 0-49,0-1 0,0 1 1,0-1-1,-1 1 0,1-1 1,0 0-1,0 1 0,0-1 0,-1 0 1,1 0-1,0 1 0,-1-1 1,1 0-1,-1 0 0,1 0 1,-1 0-1,1 0 0,-1 0 0,1 0 1,-1-1-1,3-8-882,-2 0-1,1 1 1,-1-1-1,0-14 1,-1 18 333,0-54-5214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07.7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7 15671,'0'0'5555,"-10"-6"-9157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08.1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35 842 14295,'0'0'9166,"13"-15"-8952,7-7-226,-1-2 0,-1 0 0,-2-1 0,0 0 0,23-53 0,-30 49-233,-1-1-1,-2 0 1,-1 0 0,2-46 0,-7-124-666,0 193 911,-3-15-56,0 0 0,-1 0 0,-2 0 0,0 0 0,-1 1 0,-19-40 0,25 59 36,0 0 1,0 0-1,0 0 1,-1 0 0,1 0-1,0 0 1,-1 1-1,0-1 1,1 0 0,-1 1-1,0-1 1,0 1-1,0-1 1,0 1 0,0 0-1,0 0 1,-3-1-1,0 1-4,-1-1 0,1 1 0,-1 1 0,0-1 0,-9 1 0,13 0 23,0 1-1,0-1 1,0 0-1,1 1 0,-1 0 1,0-1-1,0 1 1,1 0-1,-1 0 1,0-1-1,1 2 1,-1-1-1,1 0 1,-1 0-1,1 0 1,0 1-1,-1-1 1,1 0-1,0 1 1,0-1-1,0 1 1,0 0-1,0-1 1,0 3-1,-4 6 27,2-1 0,0 1 0,-3 12 0,5-16-4,-9 43 390,3 0 0,2 1 1,3 80-1,1-78-125,0 45 303,4 465 2600,-3-550-3130,9 112 605,-7-106-559,1 0 0,1-1 0,1 1 0,11 26 1,-15-42-99,0 0 0,-1 0 0,1 0 0,0 0 0,0 0 0,0 0 0,1 0 0,-1-1 0,0 1 0,1 0 1,-1-1-1,1 1 0,-1-1 0,1 0 0,0 1 0,0-1 0,-1 0 0,1 0 0,0 0 0,0 0 0,0-1 0,0 1 0,0-1 1,4 2-1,-4-3-20,1 1 0,-1-1 0,0 0 0,0 1 0,0-1 0,0 0 0,0 0 0,0-1 0,0 1 0,0 0 0,-1 0 0,1-1 0,0 1 0,-1-1 0,1 0 0,-1 1 1,1-1-1,-1 0 0,0 0 0,0 0 0,0 0 0,0 0 0,0 0 0,0-3 0,9-20-247,-2 1 1,-1-2 0,4-25-1,8-85-943,-7 42 379,-10 81 672,16-85-943,-15 89 945,0 0 0,0 0-1,1 0 1,0 0-1,0 1 1,1-1 0,11-13-1,-15 20 125,1 0-1,-1 0 1,1 1-1,0-1 0,0 0 1,0 1-1,0 0 1,0-1-1,0 1 0,0 0 1,0 0-1,1 0 1,-1 0-1,0 1 0,1-1 1,-1 0-1,1 1 1,-1 0-1,0 0 0,5 0 1,-4 0 25,0 1 0,1 0 1,-1 0-1,0 0 0,0 0 0,0 0 0,-1 1 1,1-1-1,0 1 0,0 0 0,-1 0 1,1 0-1,-1 0 0,0 0 0,4 5 0,4 6 76,0 1-1,-1 0 0,-1 1 0,-1 0 0,0 0 0,6 20 0,-1 2 342,11 65-1,-14-30 226,0 90-1,-4-35-66,-4-122-573,-2-3-6,1 0-1,0 0 0,0 0 0,0 0 0,0 0 0,1 0 0,-1 0 0,0 0 0,1 0 0,-1 0 0,1-1 1,0 1-1,0 0 0,0 0 0,0-1 0,0 1 0,0 0 0,0-1 0,0 1 0,1-1 0,1 2 1,-2-2-20,-1-1 1,0 0-1,1 0 1,-1 0-1,0 0 1,1 0 0,-1 0-1,0 0 1,1 0-1,-1 0 1,0 0-1,1 0 1,-1 0 0,0 0-1,1 0 1,-1 0-1,0 0 1,1 0 0,-1-1-1,0 1 1,0 0-1,1 0 1,-1 0-1,0 0 1,1-1 0,-1 1-1,0 0 1,0 0-1,1-1 1,-1 1-1,0 0 1,0 0 0,0-1-1,1 1 1,-1 0-1,0-1 1,0 1 0,0-1-1,6-11-904,-1 0 1,-1-1-1,0 0 0,3-17 0,-2 5-1046,15-59-6706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08.8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384 494 12070,'0'0'7502,"-1"2"-7212,1-1-248,0 0 0,-1 0 0,1-1 0,0 1 0,0 0 0,-1-1 0,1 1-1,-1 0 1,1-1 0,-1 1 0,1-1 0,-1 1 0,1 0 0,-1-1 0,1 1-1,-1-1 1,0 0 0,1 1 0,-1-1 0,0 0 0,1 1 0,-1-1 0,0 0-1,0 1 1,1-1 0,-1 0 0,0 0 0,0 0 0,1 0 0,-1 0 0,0 0-1,0 0 1,1 0 0,-1 0 0,0 0 0,0 0 0,1-1 0,-1 1 0,-1-1-1,-1 0 18,1-1-1,-1 0 0,0 0 0,1 0 0,0 0 1,-1 0-1,1 0 0,0-1 0,-2-3 0,-4-5-79,0 0 0,-1 0 0,-1 1 0,1 0 0,-14-9 0,20 16 12,-1 0 1,0 1 0,0-1 0,-1 1 0,1 0-1,0 0 1,-1 0 0,1 1 0,-1 0 0,0 0-1,1 0 1,-1 0 0,0 1 0,0 0-1,1 0 1,-1 0 0,0 0 0,-6 2 0,8-1 16,1 0 0,-1 0 0,1 0 0,-1 0 0,1 0 0,0 0 0,-1 1 0,1-1 0,0 1 0,0 0 0,0-1 0,0 1 0,0 0 1,-2 4-1,-18 35 262,18-33-202,-15 39 429,1 1 0,2 1 0,3 1 0,-8 58 0,9-23 619,0 142-1,12-223-1085,0 1 0,0-1-1,0 1 1,0-1-1,1 0 1,0 1 0,0-1-1,0 0 1,0 1-1,1-1 1,-1 0 0,4 6-1,-3-9-28,0 1-1,0-1 1,0 1-1,0-1 1,0 0-1,0 0 1,0 0 0,0 0-1,1 0 1,-1 0-1,0 0 1,1-1-1,-1 1 1,0-1-1,1 0 1,-1 0 0,1 0-1,-1 0 1,0 0-1,1 0 1,-1-1-1,4 0 1,3-1-62,0-1 1,0 0-1,0 0 0,0-1 1,0 0-1,0 0 0,-1-1 0,0-1 1,0 1-1,-1-1 0,1 0 1,-1-1-1,0 0 0,-1 0 1,7-10-1,5-6-397,-1-2 1,-1 0-1,21-47 1,-28 47-224,0-1 0,-1 0 0,-2 0 0,-1-1 0,-1 1 1,-1-1-1,-1 0 0,-2 0 0,-3-37 0,2 60 655,-2-22-175,3 25 250,-1 0 0,1 1 0,0-1 0,-1 0 0,1 0 0,-1 0 0,1 0-1,-1 1 1,1-1 0,-1 0 0,1 0 0,-1 1 0,0-1 0,0 0-1,1 1 1,-1-1 0,0 1 0,0-1 0,1 1 0,-1-1 0,-2 0 0,3 1-9,0 0 1,-1 0-1,1 0 0,0 0 1,0 0-1,-1 0 1,1 0-1,0 0 1,-1 0-1,1 0 1,0 0-1,0 0 1,-1 1-1,1-1 1,0 0-1,-1 0 1,1 0-1,0 0 1,0 0-1,-1 1 1,1-1-1,0 0 1,0 0-1,-1 0 1,1 1-1,0-1 1,0 0-1,0 0 1,0 1-1,-1-1 1,1 0-1,0 0 0,0 1 1,0-1-1,0 0 1,0 0-1,0 1 1,0-1-1,0 0 1,0 1-1,0-1 1,0 0-1,0 1 1,0-1-1,0 1 1,-4 18 467,1 1 0,1 0 1,0 0-1,3 29 0,-1-24-211,-1 47 314,7 157 1109,-3-200-1540,1 1 1,2-2-1,0 1 0,2 0 0,20 46 1,-22-63-158,0 0 1,0-1 0,1 0-1,0 0 1,1 0 0,0-1 0,12 11-1,-14-16-21,0 0-1,0-1 1,0 0-1,1 0 1,-1 0-1,1-1 1,0 0-1,0 0 1,0-1-1,0 0 1,1 0-1,-1 0 1,13 0-1,-14-2-25,0 0 1,0 0-1,0-1 0,0 1 0,0-2 0,0 1 0,0 0 0,0-1 1,-1 0-1,1 0 0,-1-1 0,1 0 0,-1 0 0,0 0 1,0 0-1,0-1 0,0 0 0,6-7 0,4-6-184,-1-1-1,-1 0 1,19-34-1,-26 42 130,16-28-38,-2-2 0,21-58 0,-21 38-2445,-3 0 0,15-105 1,-3-326-10953,-27 393 13193,-1-39 11624,-1 85-4072,0 60-6553,0 887 2787,-1-845-3409,6 135 77,-3-159-154,1 0 1,1 0-1,2-1 0,16 46 0,-10-50-127,-12-21 114,0 0 0,1 1 1,-1-1-1,0 0 0,1 0 0,-1 1 0,0-1 0,1 0 0,-1 0 0,1 1 0,-1-1 0,0 0 0,1 0 0,-1 0 0,1 0 0,-1 0 0,0 0 0,1 0 1,-1 0-1,1 0 0,-1 0 0,1 0 0,-1 0 0,0 0 0,1 0 0,0 0 0,0-1-92,1-1 0,-1 1 1,0-1-1,0 1 0,1-1 0,-1 1 0,0-1 0,-1 0 1,1 0-1,0 1 0,0-1 0,-1 0 0,1 0 0,-1 0 0,0 0 1,1 0-1,-1-2 0,4-32-3852,-1-53 0,-3 7-6000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09.2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18072,'0'0'5731,"234"93"-5667,-144-93-64,-4-6-704,-6-28-2754,-22 0-6435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09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325 38 11925,'0'0'3007,"-19"-4"-2871,-59-13-101,68 15-14,1 1-1,0 0 1,-1 1 0,-18 1-1,24 0 14,-1-1 0,1 1 0,0 1 0,-1-1 0,1 0 0,0 1 0,0 0 0,-7 5 0,5-2 66,0 0 1,0 1-1,1 0 1,0 0-1,1 0 0,-1 0 1,1 1-1,0 0 1,1 0-1,-1 0 1,-1 8-1,-7 16 451,2 1 0,1 0 0,1 0 1,-5 62-1,6 133 1495,7-213-1944,0-8-51,-1 7 68,1-1-1,1 0 1,4 22 0,-4-31-107,0 0 0,0 0 0,0 0 1,0 0-1,1 0 0,-1 0 0,1-1 0,0 1 0,0 0 1,0-1-1,0 1 0,0-1 0,1 0 0,-1 0 1,1 0-1,-1 0 0,1 0 0,3 2 0,0-2-23,0 1-1,0-1 0,0 1 0,0-2 1,0 1-1,0-1 0,1 0 1,-1 0-1,1-1 0,-1 1 0,0-2 1,1 1-1,-1-1 0,1 0 1,-1 0-1,0 0 0,0-1 0,0 0 1,0 0-1,0-1 0,0 0 1,0 0-1,-1 0 0,10-8 0,3-3-280,-1-1 0,0-1 0,-1-1-1,-1 0 1,22-33 0,-18 21-1164,0-1 0,-2-1-1,24-59 1,-33 68 29,-1-1 0,-1 0 0,-1 0-1,-1 0 1,-1 0 0,0-41 0,-3 53 1116,-1 1 0,0-1 0,-1 1 0,0-1 0,0 1 0,-8-20-1,6 22 566,0 1-1,0 0 0,-1-1 0,0 1 0,0 1 1,0-1-1,-1 1 0,-11-10 0,16 15-18,-1 0 1,1 0-1,-1 0 0,1 0 1,-1 0-1,1 0 0,-1 0 1,1 0-1,-1 1 0,-3-2 0,5 2-134,-1 0 0,1 0-1,-1 0 1,1 0 0,0 0-1,-1 0 1,1 0 0,-1 1-1,1-1 1,0 0 0,-1 0-1,1 0 1,0 0-1,-1 0 1,1 1 0,-1-1-1,1 0 1,0 0 0,0 1-1,-1-1 1,1 0 0,0 1-1,-1-1 1,1 0 0,0 1-1,0-1 1,0 0-1,-1 1 1,0 3 430,0 0 0,0 1 0,1-1-1,-1 0 1,1 0 0,0 9 0,0-5-550,1 42 1127,1 1-1,3-1 0,1 1 0,16 55 0,71 298 985,-73-290-1400,9 182 0,-28-277-653,2 59 56,-9 95 1,5-163-97,-1 1 0,0-1 0,-1 1 1,0-1-1,0 0 0,-1 0 0,0 0 0,-9 14 0,10-19-2,0-1 0,-1 1 0,1-1 0,-1 0 0,0 0 0,-1-1 0,1 1 0,0-1 0,-1 0 0,0 0 0,0 0 0,0 0 0,0-1 0,0 0 1,0 0-1,-1-1 0,-7 2 0,4-1-57,0-1 0,-1-1 0,1 0 0,0 0 0,-1 0 1,1-1-1,0-1 0,-1 0 0,1 0 0,-11-5 1,7 2-150,2 0 0,-1-1 1,0-1-1,1 0 0,0-1 1,-16-14-1,8 2-676,0 0 0,1-1 0,1-1 0,2-1 0,0 0 0,-18-38 0,24 41-496,1 1 0,1-2-1,-6-21 1,7 9-2849,-2-36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0.3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9 649 12966,'0'0'2686,"30"-35"-2459,93-119-144,-111 140-58,-1-1 0,0-1 0,-1 0 0,-1 0-1,-1-1 1,0 0 0,-1-1 0,6-25 0,-6 12 2,-1 1-1,-2-2 1,-1 1 0,-2-50-1,-1 74-26,0 1-1,0 0 1,-1 0-1,0-1 0,0 1 1,-3-11-1,3 15 0,0 0-1,0 1 1,0-1-1,0 0 1,-1 1-1,1-1 0,0 1 1,-1-1-1,1 1 1,-1 0-1,1 0 1,-1-1-1,0 1 1,1 0-1,-1 0 1,0 1-1,0-1 1,0 0-1,0 1 0,0-1 1,1 1-1,-1-1 1,0 1-1,-4 0 1,1 0-7,0 0-1,0 0 1,0 0 0,-1 1 0,1 0-1,0 0 1,0 0 0,0 1 0,1-1-1,-1 1 1,0 0 0,1 1 0,-1-1-1,1 1 1,0 0 0,-1 0 0,1 0-1,1 1 1,-1-1 0,0 1 0,1 0-1,0 0 1,-3 5 0,-5 8 42,1 1 0,1 0 1,1 1-1,-11 34 0,5-4 484,1 1 0,3 1 1,-5 84-1,11 154 2275,4-268-2623,2-1-1,0 0 1,0 0-1,2-1 0,1 1 1,0-1-1,11 25 0,-13-37-143,1 0 0,-1 0-1,1-1 1,1 0 0,-1 0-1,1 0 1,0 0 0,0-1-1,1 0 1,-1 0 0,1 0-1,0-1 1,1 0-1,-1 0 1,1-1 0,0 1-1,0-1 1,0-1 0,0 1-1,0-1 1,0-1 0,10 2-1,-6-2-80,-1 0 0,1-1 0,-1-1 0,1 1 0,-1-2 0,0 1 0,1-2 0,-1 1 1,0-1-1,0-1 0,0 0 0,-1 0 0,1-1 0,-1 0 0,0 0 0,15-13 0,-7 3-847,-1-1 0,0-1 0,-1 0 0,-1-1 0,0 0 0,18-36 0,20-52-8471,-52 105 9336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0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8340,'0'0'7056,"5"27"-6183,-1-3-657,5 22 338,-2 1 0,2 65 0,2 680 4347,-11-746-4727,5 116 349,-2-133-445,1-1 0,1 1-1,13 41 1,-16-64-73,1 0-1,-1 0 1,1 0-1,0 0 1,1 0-1,7 8 1,-10-12-24,-1-1-1,1 0 1,0 0 0,0 0 0,0 0 0,0 0 0,1 0 0,-1-1 0,0 1 0,0 0 0,0 0-1,1-1 1,-1 1 0,0-1 0,1 1 0,-1-1 0,0 0 0,1 1 0,-1-1 0,1 0 0,-1 0-1,0 0 1,1 0 0,-1 0 0,1 0 0,-1 0 0,1-1 0,-1 1 0,0 0 0,1-1 0,-1 1-1,0-1 1,1 0 0,-1 1 0,2-2 0,0-1-135,0 0-1,0 0 1,0-1 0,0 1-1,-1-1 1,0 1 0,1-1-1,-1 0 1,0 0 0,-1 0-1,2-4 1,14-52-2192,-16 55 2107,14-86-5841,-9-10-4210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1.0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1 12662,'0'0'3047,"-1"34"-1348,0-18-1460,-7 247 2673,9-198-1743,13 97 1,-8-129-905,1 0-1,1-1 1,1 0 0,26 56 0,-31-79-236,0-1 0,1 0 0,0 0 0,0-1 0,1 1 1,-1-1-1,10 8 0,-11-12-28,0 0-1,0 0 1,0 0-1,1-1 1,-1 1 0,1-1-1,0 0 1,-1-1 0,1 1-1,0-1 1,0 0 0,0 0-1,0-1 1,7 1 0,-7-1-27,-1 0 0,1-1 0,0 1 1,0-1-1,0 0 0,-1 0 1,1-1-1,-1 1 0,1-1 1,-1 0-1,1-1 0,5-3 1,-3 1-83,0-1 0,0 0 0,-1 0 0,0 0-1,0-1 1,7-10 0,-1-3-558,-1 0-1,0 0 0,-2-1 1,12-37-1,-14 33-458,-1 0 0,-1-1 0,-1 0 0,-1 1 0,-2-1 0,0-1 0,-2 1 0,-1 0 0,-5-28 0,1 35-110,0 0-1,-16-32 1,21 49 1128</inkml:trace>
  <inkml:trace contextRef="#ctx0" brushRef="#br0" timeOffset="1">45 1 5330,'97'83'4819,"-145"-83"-1522,10 0-1136,10 28-944,11 0-577,7-3-464,10-6-176,0-4-1329,24-12-8259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1.6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0 9236,'0'0'10506,"-10"42"-9228,-6 25-642,3 1 0,3 0-1,-3 98 1,12 28 811,3 208 1190,-2-394-2586,0-7-43,-1 1-1,1-1 1,0 0 0,0 1-1,0-1 1,0 0-1,0 1 1,0-1-1,1 0 1,-1 1-1,0-1 1,1 0-1,-1 0 1,1 1 0,-1-1-1,1 0 1,0 0-1,-1 0 1,1 0-1,0 0 1,0 0-1,0 0 1,1 1-1,-2-2-5,0 0 1,0 0-1,1 0 0,-1 1 0,0-1 0,0 0 0,0 0 0,1 0 0,-1 0 0,0-1 0,0 1 0,1 0 0,-1 0 0,0 0 0,0 0 0,0 0 0,1 0 0,-1 0 0,0 0 0,0 0 0,0 0 0,1-1 0,-1 1 0,0 0 1,0 0-1,0 0 0,0 0 0,1-1 0,-1 1 0,0 0 0,0 0 0,0 0 0,0-1 0,0 1 0,0 0 0,0 0 0,0 0 0,1-1 0,-1 1 0,0 0 0,0 0 0,0-1 0,0 1 0,0 0 0,0 0 0,0-1 0,9-37-262,-2 0-1,-1 0 1,0-43-1,-4 55 60,6-343-3179,-9 267 1974,1 98 1365,0-32-661,6-43-1,-5 68 647,1 0 0,1 0 0,0 0 0,0 0 0,1 1 0,1-1 0,-1 1 0,7-10 0,-9 18 109,-1-1 0,1 1-1,-1 0 1,1 0 0,0 0 0,0 0 0,0 0 0,0 0 0,0 1 0,0-1-1,1 1 1,-1-1 0,0 1 0,1 0 0,-1 0 0,1 0 0,-1 0 0,1 0 0,0 1-1,-1-1 1,1 1 0,0-1 0,0 1 0,-1 0 0,1 0 0,4 1 0,-3 0 48,0 0 0,0 1 1,0-1-1,0 1 0,-1 0 1,1 0-1,0 0 0,-1 1 1,1-1-1,-1 1 0,0 0 1,0 0-1,0 0 1,0 0-1,0 0 0,3 7 1,8 14 216,-2 1 1,-1 0-1,0 1 1,-2 0-1,-1 1 1,-2 0 0,8 55-1,-3 202 1727,-10-180-1185,-1-101-840,0 19 129,1 0 1,1-1 0,4 24 0,-5-43-149,-1-1 0,0 0-1,1 0 1,-1 1 0,1-1 0,-1 0 0,1 0 0,-1 0 0,1 0 0,0 0 0,0 0 0,-1 0 0,2 1 0,-1-1-3,-1-1 1,0 0-1,1 0 1,-1 0-1,0 1 1,1-1 0,-1 0-1,1 0 1,-1 0-1,1 0 1,-1 0-1,0 0 1,1 0 0,-1 0-1,1 0 1,-1 0-1,1 0 1,-1 0 0,0 0-1,1 0 1,-1 0-1,1-1 1,-1 1-1,1 0 1,0 0 0,1-2-23,0 0 0,0 0 1,0 0-1,0-1 1,0 1-1,0 0 1,0-1-1,-1 1 1,1-1-1,-1 0 0,2-2 1,14-37-447,-2 0 0,11-49 0,13-95-1258,-23 101-456,46-143 1,-54 207 1748,0 0-1,23-38 1,-28 54 453,1-1-1,-1 1 1,1 0 0,1 0 0,-1 1 0,0-1-1,1 1 1,0 0 0,0 0 0,1 1-1,-1-1 1,1 1 0,-1 0 0,1 1 0,7-3-1,-11 4 54,0 1-1,1-1 1,-1 1-1,1 0 0,-1 0 1,0-1-1,1 1 0,-1 1 1,1-1-1,-1 0 1,0 1-1,1-1 0,-1 1 1,0 0-1,0 0 1,4 1-1,-3 1 24,0-1 0,1 1 1,-1-1-1,-1 1 0,1 0 0,0 0 0,-1 0 1,1 0-1,-1 1 0,2 4 0,6 12 125,-2 0 0,0 1-1,-1-1 1,-1 2-1,-1-1 1,-1 1-1,1 23 1,2 163 644,-8-163-668,1 304-46,1-360-1337,0-1 0,1 1 0,3-15 0,3-15-1146,0-37-3172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2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4 11877,'0'0'9546,"2"-1"-9196,-1 0-331,0 1-1,-1 0 1,1 0 0,0-1 0,0 1 0,0 0 0,0 0 0,0 0-1,0 0 1,0 0 0,0 0 0,0 0 0,0 1 0,0-1 0,0 0 0,0 0-1,0 1 1,0-1 0,0 1 0,0-1 0,0 1 0,0-1 0,-1 1-1,1-1 1,0 1 0,0 0 0,-1-1 0,1 1 0,0 0 0,-1 0 0,1 0-1,-1-1 1,1 1 0,0 1 0,19 39 289,0 16 156,-4 2-1,-1 0 1,8 86-1,10 220 725,-28 2-399,-3-88-431,1-224-270,1-36-67,0-15-40,2-11-61,0-7-96,-1 0 0,-1 0 0,0-1 0,2-24-1,1 1-180,5-24-310,6-37-1958,62-190 0,-76 276 2451,1 0 0,0 1 0,0 0 0,2 0 0,0 0 0,0 1 0,1 0 0,9-10 0,-16 20 186,0-1 0,1 1 1,-1-1-1,1 1 0,-1 0 0,1 0 0,0 0 0,-1 0 1,1 0-1,0 0 0,0 0 0,-1 0 0,1 1 0,0-1 1,0 1-1,0 0 0,0-1 0,0 1 0,0 0 1,0 0-1,0 0 0,0 0 0,0 0 0,0 1 0,0-1 1,0 1-1,0-1 0,-1 1 0,1 0 0,0-1 0,0 1 1,0 0-1,-1 0 0,1 1 0,-1-1 0,1 0 0,-1 0 1,1 1-1,-1-1 0,2 3 0,4 5 247,-1 0-1,0 1 0,0 0 0,-1 0 1,6 18-1,-1 3 157,-1 0 1,-1 0 0,-2 1-1,-2 0 1,0 0-1,-2 1 1,-5 61-1,2-83-341,0 0 1,-1 0-1,-1-1 0,1 1 1,-2-1-1,1 0 0,-2 0 0,1 0 1,-1 0-1,-1-1 0,0 0 1,0 0-1,0-1 0,-1 1 1,-1-1-1,-11 9 0,8-7-82,-1-2-1,0 0 1,0 0-1,0-1 1,-1-1-1,0 0 1,-1-1-1,1 0 1,-1-1-1,0-1 1,0 0-1,-16 1 1,11-2-162,-1-1 0,1 0 0,-1-2 0,-29-5 0,40 5 7,1-1 0,-1-1 0,1 0 0,0 0 1,-1 0-1,1-1 0,1 0 0,-1-1 0,1 0 0,0 0 1,0-1-1,-8-7 0,6 3-327,1 0 0,-1-1 1,1 0-1,1 0 0,0-1 0,1 1 1,0-2-1,1 1 0,0-1 0,1 0 0,-3-15 1,5 7-1274,0 0 0,1-23 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2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435 269 6419,'0'0'8807,"-4"-24"-8802,-16-74 75,19 92 34,-1 1 0,1-1 0,-1 1-1,0 0 1,-1-1 0,-3-6 0,4 10 71,1 1 0,-1-1-1,1 0 1,-1 1 0,0-1-1,0 1 1,0-1 0,-4-1-1,-2-2 604,5 3-655,0 0-1,0 0 1,0 1 0,0-1-1,0 1 1,-1 0 0,1 0-1,0 0 1,-1 0 0,1 1 0,-1-1-1,1 1 1,-1 0 0,1 0-1,-1 0 1,1 0 0,-1 1 0,1 0-1,-1-1 1,1 1 0,-1 0-1,1 1 1,0-1 0,0 1-1,0-1 1,0 1 0,0 0 0,0 0-1,0 0 1,-3 4 0,-13 20 176,2 1 1,1 1-1,-12 30 1,26-53-268,-34 70 460,3 2-1,4 2 1,3 0 0,-19 103-1,42-166-426,0 1 0,1-1-1,0 1 1,2 0 0,2 31-1,-2-47-73,0 0 0,1 0 0,-1 1 0,1-1 0,-1 0 1,1 0-1,-1 0 0,1 0 0,-1 0 0,1 0 0,0 0 0,0 0 0,-1 0 0,1 0 0,0 0 0,0 0 0,0-1 0,0 1 0,0 0 0,0-1 0,0 1 0,0-1 0,0 1 0,1-1 0,-1 1 0,0-1 0,0 0 0,0 0 0,0 1 0,2-1 0,3 0-10,-1 0 0,0-1 1,1 1-1,-1-1 0,7-2 0,-4 1-29,0-1 1,0 0-1,0-1 1,0 1-1,-1-2 1,1 1-1,-1-1 1,8-6-1,7-9-203,22-23-1,-44 42 236,32-33-756,-2-1 0,-2-1 0,29-50 0,-42 60-296,-1-1 1,-1 0-1,-2-1 1,0-1 0,-2 0-1,5-33 1,-7 12-929,-2-1 0,-3-65 0,-2 94 2256,-4 1 1890,4 21-2039,0 0 0,0-1-1,0 1 1,0 0 0,0-1 0,0 1 0,-1 0-1,1-1 1,0 1 0,0 0 0,-1 0 0,1-1-1,0 1 1,0 0 0,-1 0 0,1-1 0,0 1-1,-1 0 1,1 0 0,0 0 0,-1-1 0,1 1 0,0 0-1,-1 0 1,1 0 0,-1 0 0,0 1 113,-1 0 1,1 0-1,0 0 1,0 0-1,0 0 1,0 0-1,-1 0 1,2 0-1,-1 1 1,0-1-1,0 0 1,0 1-1,1-1 1,-1 1-1,0-1 1,1 1-1,-1-1 1,1 1-1,0-1 1,0 1-1,-1 2 1,-9 63 1194,2 1 0,1 95 0,6-136-1144,0 32 179,-1 110 606,3-140-873,2 0-1,1 0 0,12 45 0,-13-62-154,1-1 0,0 0 0,1 0 0,1 0 0,0-1 0,0 0 0,1 0 0,0 0 0,14 14 0,-17-20-51,1 0 0,-1 0 0,1 0 0,0-1 0,1 1 0,-1-1 0,1-1 0,-1 1 0,1-1 0,0 0 0,0 0 0,0 0 1,0-1-1,0 0 0,0 0 0,0-1 0,0 0 0,0 0 0,0 0 0,7-2 0,-6 1-56,1-1-1,-1-1 1,0 0-1,0 0 1,0 0-1,0-1 1,0 0 0,-1 0-1,1 0 1,-1-1-1,0 0 1,-1 0-1,1-1 1,6-9 0,6-9-310,-1-1 1,19-37 0,-35 60 349,15-30-814,-2-1 1,-1-1-1,-1 0 0,-2 0 0,-2-1 1,8-71-1,-6-217-10865,-11 228 8408,1 72 3291,1-17 1082,6 18 9840,-6 28-9036,1 16-344,-2 13-367,-15 401 4650,-12-231-4512,-10 132 572,36-266-2013,5-125-593,2 1 0,18-79 0,-16 94 231,8-40-908,3 1 1,29-76 0,-39 130 977,1 0 0,1 1 0,0 0 0,2 1 0,1 0 0,0 1 0,2 0 0,0 1 0,1 1 0,34-28 0,-46 42 464,1 0-1,0 1 1,0-1-1,0 1 1,0 0-1,1 1 1,8-3-1,-13 5 14,0-1-1,0 1 1,0-1-1,0 1 1,0 0-1,0 0 0,0 0 1,0 0-1,0 1 1,0-1-1,0 0 0,0 1 1,0-1-1,0 1 1,0 0-1,0 0 1,0 0-1,0 0 0,-1 0 1,1 0-1,0 0 1,-1 0-1,1 1 0,-1-1 1,1 1-1,-1-1 1,0 1-1,1 0 0,-1-1 1,1 3-1,4 9 208,-1 0 0,0 0 0,-1 1 0,0 0 0,-1 0 0,2 24 0,1 95 901,-6-120-1062,2 320 1730,-2-328-1802,-1 9 20,1-1 1,1 0-1,0 1 1,0-1 0,2 0-1,0 0 1,0 0 0,8 19-1,-9-30-73,0 1 0,0 0 0,0 0 1,1-1-1,-1 1 0,1-1 0,-1 0 0,1 0 0,0 0 0,0 0 0,0 0 0,0 0 0,0-1 1,1 0-1,-1 1 0,0-1 0,1 0 0,-1-1 0,0 1 0,1-1 0,4 1 0,1-1-216,1 0 0,0 0 0,0-1-1,-1 0 1,1-1 0,16-5 0,-11 1-258,-1 0 1,1-1 0,-2 0 0,23-16-1,51-47-2939,10-17-2488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3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852 41 9316,'0'0'11187,"-29"-7"-9787,-4-1-1115,7 1-83,-1 1 1,1 1-1,-1 1 1,-51 1-1,55 3-90,-90 3 469,95-2-443,1 2 1,0 0-1,0 1 0,-23 8 1,21-4-1,0 0 0,1 1-1,0 0 1,-30 23 0,42-27-105,0 0 0,0 0-1,1 0 1,0 1-1,0-1 1,0 1-1,0 1 1,1-1-1,0 1 1,1-1-1,-1 1 1,1 0 0,1 0-1,-1 1 1,1-1-1,-1 8 1,1-7-30,1 1 0,1-1 1,-1 1-1,1-1 0,0 0 0,1 1 1,0-1-1,1 1 0,0-1 1,0 0-1,0 0 0,1 0 0,0 0 1,1-1-1,0 1 0,0-1 0,0 0 1,1 0-1,0 0 0,1-1 1,6 7-1,14 11-35,0-1 1,45 29-1,66 32-498,26 18-200,-139-85 679,-2 1-1,0 2 1,0 0 0,28 35-1,-41-42 56,-1 0 0,0 1 0,0 0 0,-1 0 0,-1 1-1,0-1 1,-2 2 0,1-1 0,-2 0 0,0 1 0,-1-1 0,0 1-1,-1 0 1,-1 0 0,-1 0 0,0 0 0,-1-1 0,0 1-1,-2-1 1,0 1 0,0-1 0,-1 0 0,-1-1 0,-9 16-1,-1-3 81,-2-1 0,-1 0 0,-1-2 0,-1 0 0,-31 28 0,2-9 195,-86 57 0,84-66 236,-110 51 0,135-73-332,-1-1 1,0-2-1,0-1 0,-1-1 1,0-1-1,-30 2 0,57-8-168,0 0-1,1 1 1,-1-1-1,0 0 1,0 0-1,0 0 1,1 0-1,-1 0 1,0-1-1,0 1 0,0-1 1,1 1-1,-1-1 1,0 1-1,1-1 1,-1 0-1,0 0 1,1 0-1,-2-1 1,2 0-12,0 0 1,1 0-1,-1-1 1,1 1 0,-1 0-1,1 0 1,0 0-1,0-1 1,0 1 0,0 0-1,0-1 1,0 1-1,1 0 1,-1 0 0,2-4-1,1-5-25,0 0 0,1 0 0,0 0 0,1 0 0,0 1-1,12-19 1,3 2-192,31-34-1,7 1-256,2 2 0,4 3-1,87-60 1,225-112-7086,-273 171-1015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4.0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13062,'0'0'5250,"186"118"-5250,-103-103-1264,-7-5-4835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4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14663,'0'0'1873,"217"69"-3266,-172-45-5746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6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49 149 3570,'0'0'6688,"-4"-11"-5279,-1-5-492,0-1 1,-3-27 0,7 38-591,-1 0-1,0-1 1,-1 1-1,-3-7 1,-3-7 348,7 17-590,1 8-109,0 14-73,1-18 98,12 295 802,-5-234-378,36 467 3264,-42-499-3519,-1-18-44,0 0 1,1-1-1,0 1 1,1 0-1,4 16 0,-5-27-111,-1 0 0,0 0 0,0 0 0,1 0 0,-1 0 0,0-1 0,1 1 0,-1 0 0,1 0 0,-1-1 0,1 1 0,-1 0 0,1-1 0,0 1 0,-1 0-1,1-1 1,0 1 0,1 0 0,-2-1-9,1 0-1,-1 0 0,0 0 1,1 0-1,-1 0 1,1 0-1,-1 0 0,1 0 1,-1-1-1,1 1 1,-1 0-1,1 0 0,-1 0 1,1-1-1,-1 1 0,0 0 1,1 0-1,-1-1 1,0 1-1,1 0 0,-1-1 1,0 1-1,1 0 0,-1-1 1,3-3-4,0-1 0,-1 1 1,1-1-1,-1 1 0,2-8 1,11-37-969,-2-1 1,-2 0-1,8-96 1,-12-161-4954,-7 267 5327,0 32 522,0-10-208,0 0-1,1-1 0,1 1 1,5-21-1,-6 35 369,0 1 0,0 0-1,0-1 1,0 1 0,0 0 0,1 0-1,0 0 1,-1 0 0,1 0 0,0 0-1,0 1 1,0-1 0,1 1 0,-1-1-1,1 1 1,-1 0 0,1 0 0,0 0-1,0 0 1,0 0 0,0 1 0,0-1-1,0 1 1,0 0 0,1 0 0,-1 0-1,0 1 1,1-1 0,3 0 0,-2 1 142,1 0 0,0 1 1,0 0-1,0-1 0,-1 2 1,1-1-1,0 1 0,-1 0 1,1 0-1,-1 0 1,0 1-1,0 0 0,0 0 1,0 0-1,0 1 0,-1-1 1,1 1-1,5 7 0,2 4 180,0 0-1,-1 1 1,-1 0-1,13 28 1,-5-5 210,-2 1 0,-2 1 0,-1 0 0,12 74 0,6 174 1346,-30-270-1878,4 16 106,-3-33-117,0-7-14,5-53-4,-5 39-129,5-39-367,3 0-1,22-75 1,-23 105 138,1 0 0,1 1 1,2 0-1,0 0 1,2 1-1,27-35 0,-36 53 215,0 1-1,0 0 1,0 0-1,1 1 0,0 0 1,0 0-1,0 0 1,1 1-1,0 0 1,0 1-1,0 0 0,1 0 1,0 0-1,-1 1 1,1 1-1,0 0 1,0 0-1,1 0 0,11 1 1,-16 0 79,0 2 0,0-1 0,-1 1 1,1-1-1,0 1 0,-1 0 0,1 1 0,0-1 0,-1 1 1,0 0-1,1 0 0,-1 1 0,0-1 0,4 4 0,-1 0 36,-1-1 0,0 1 0,-1 1-1,1-1 1,-1 1 0,0 0 0,5 11 0,2 7 177,-2 1 0,0 0 0,-2 0 0,5 30 0,0 18 724,4 121 0,0-3 138,-15-179-1007,0 0 1,0 1 0,2-1 0,-1 0-1,7 13 1,-9-23-62,1 0 1,0 0-1,-1-1 0,1 1 1,0-1-1,0 1 0,0-1 1,0 0-1,1 1 0,-1-1 1,1 0-1,-1-1 0,1 1 1,0 0-1,0-1 0,0 0 1,-1 1-1,1-1 0,1 0 1,-1-1-1,0 1 0,0 0 1,0-1-1,0 0 0,5 0 1,-4 0-15,-1 0 0,0-1 0,1 0 0,-1 0 0,0 0 0,1 0 0,-1 0 0,0 0 0,0-1 0,0 0 0,0 0 1,-1 0-1,1 0 0,0 0 0,-1 0 0,1 0 0,-1-1 0,0 0 0,4-4 0,3-8-69,0 1 0,12-29-1,-17 33 36,21-46-672,24-92-1,4-63-2006,-48 191 2352,4-24-261,-2 0-1,-2 0 1,-1-70 0,-4 113 687,0-1 0,0 1 0,0-1 0,0 1 0,0-1 0,0 1 0,-1 0 0,1-1 0,0 1 0,-1 0 0,1-1 0,-1 1 0,0 0 0,1-1 0,-1 1 0,0 0 0,0 0 0,0 0 0,1 0 0,-1 0 0,0 0 0,-1 0 0,1 0 0,0 0 0,-2-1 0,0 1 27,-1 0-1,0 0 0,0 0 0,0 0 0,0 0 0,0 1 1,0 0-1,-5 0 0,7 0-58,0 0 0,0 0 0,0 0-1,0 1 1,0-1 0,0 0 0,0 1 0,0 0 0,1-1 0,-1 1 0,0 0 0,0 0 0,-2 1-1,2 0 17,-1 1-1,1-1 1,-1 1-1,1 0 1,0 0-1,0-1 1,0 1-1,-2 6 1,-7 18 271,0 0-1,2 0 1,1 1 0,1 0-1,-5 48 1,-1 150 961,11-174-989,1-15 63,5 68 0,-3-96-313,0 0-1,1 0 1,0 0 0,0 0 0,1 0 0,1-1-1,-1 1 1,1-1 0,1 0 0,-1 0-1,1 0 1,9 9 0,-10-13-29,0 0 0,0 0 0,1 0 0,-1-1 0,1 0 0,0 0 0,0 0 0,0 0 0,0-1 0,1 0 0,6 2 0,2-1-24,0-1 0,-1 0 0,22-1 0,-24-1-48,0 0 0,0-1 1,-1 0-1,1-1 0,0 0 0,-1-1 1,1 0-1,-1-1 0,0 0 1,0 0-1,0-1 0,-1 0 0,1-1 1,-1 0-1,-1-1 0,10-8 0,11-10-619,-2-1 0,-1-1-1,-1-1 1,23-34-1,-32 38-724,-1 0-1,-1-1 0,-1-1 0,-1 0 0,16-55 0,-11-7-3786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7.2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 0 10069,'0'0'7862,"-8"33"-5320,2-10-2123,-6 19 346,2 2 0,1-1 0,-3 71 0,10 186 1765,3-173-1706,-1-121-786,0 20 66,0-25-106,0-1 0,0 1 1,0 0-1,0-1 0,0 1 0,0 0 1,0-1-1,0 1 0,0 0 0,0-1 1,1 1-1,-1-1 0,0 1 1,0 0-1,1-1 0,-1 1 0,0-1 1,1 1-1,-1-1 0,0 1 0,1-1 1,-1 1-1,1-1 0,0 1 1,0-9-234,-1-84-2029,5 0-1,32-179 1,-31 246 1430,0 0-1,2 1 1,1 0-1,23-45 1,-27 61 746,0 0 1,1 1 0,-1-1 0,2 1 0,-1 0-1,1 1 1,9-8 0,-11 11 201,0-1-1,0 1 1,1 0 0,0 1 0,-1-1-1,1 1 1,0 0 0,0 1 0,0-1-1,1 1 1,11-1 0,-15 2 20,1 0 1,0 1 0,0-1-1,0 1 1,-1-1 0,1 1-1,0 0 1,-1 1 0,1-1-1,-1 0 1,1 1 0,-1 0-1,0 0 1,1 0 0,-1 0-1,0 1 1,0-1-1,-1 1 1,1 0 0,0-1-1,3 7 1,1 3 170,0 0 0,0 1 0,-1 0 0,6 21 0,-1 1 201,-1 1-1,-2-1 1,-2 2 0,2 50-1,-6 152 740,-4-123-973,4-108-847,5-12-328,-1-2 206,-1 0 0,0-1 1,0 0-1,-1 0 0,0 0 1,6-13-1,2-4-1400,28-46-4962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7.7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509 75 12678,'0'0'7662,"-20"-12"-6987,-65-36-91,79 45-507,0 1-1,0 0 0,-1 0 1,1 0-1,-1 1 0,1 0 1,-1 0-1,1 1 1,-1-1-1,1 1 0,-1 1 1,1-1-1,-1 1 0,1 1 1,-11 2-1,9-1 7,1-1-1,0 1 1,0 0-1,0 1 1,1 0-1,-1 0 1,1 0-1,-9 8 1,1 2 141,0 0-1,-15 21 1,5-4 79,2 2-1,1 1 1,-20 43 0,30-53-194,2 0 1,0 0-1,1 1 1,2 0-1,-7 51 1,13-27-118,0-48 1,0 0 1,0 0-1,0 0 1,1-1-1,-1 1 1,0 0-1,0 0 1,1 0-1,-1 0 1,0 0-1,1-1 1,-1 1-1,1 0 1,-1 0-1,1-1 1,-1 1-1,1 0 1,0-1-1,-1 1 1,1 0-1,0-1 1,0 1-1,-1-1 1,1 1-1,0-1 1,0 0-1,0 1 1,-1-1-1,3 1 1,3 0-72,1 0-1,-1-1 1,1 0-1,0 0 1,-1 0 0,1 0-1,-1-1 1,1 0 0,-1-1-1,1 0 1,-1 0 0,0 0-1,0 0 1,0-1 0,6-4-1,11-6-457,-2-1 0,33-28-1,11-15-893,46-38-2479,-99 87 3205,0 0 0,1 0-1,-1 1 1,2 1 0,-1 0 0,0 0-1,24-4 1,-31 8 496,1 1-1,0 0 1,0 1 0,0 0-1,11 1 1,-15-1 217,0 0-1,0 1 1,1 0-1,-1 0 1,0 0 0,0 0-1,0 0 1,-1 1 0,1-1-1,0 1 1,0 0 0,-1 0-1,1 0 1,3 4 0,-2 0 203,1 1 1,-1-1 0,-1 1-1,1-1 1,-1 1-1,-1 0 1,1 0 0,2 13-1,-1 4 910,4 40-1,-5-9-215,-1 0 0,-4 0 0,-1 0 1,-3 0-1,-2-1 0,-3 0 0,-18 54 0,9-49-535,-1-2 1,-4 0-1,-2-2 0,-42 66 1,61-109-338,-1 0 1,0-1-1,-1-1 1,1 0-1,-2 0 1,0-1-1,0 0 1,-16 9-1,20-14-30,0 0-1,0-1 1,0 0-1,-1 0 0,0-1 1,1 0-1,-1 0 1,0-1-1,0 0 1,0 0-1,0-1 0,0 0 1,0-1-1,0 1 1,-14-4-1,16 2-42,1 0-1,0 0 1,0 0 0,0-1-1,0 1 1,1-1-1,-1 0 1,1-1 0,-1 1-1,1-1 1,0 1-1,1-1 1,-1-1-1,1 1 1,-1 0 0,1-1-1,1 0 1,-1 0-1,-3-7 1,0-5-396,0-1 0,1 1 0,1-1-1,-4-29 1,3-11-2914,2 1 0,4-65 0,11-8-7251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8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17 100 14823,'0'0'4717,"-3"36"-2930,0-4-1392,-2 8 80,1 0 1,3 0-1,1 0 1,9 64-1,-3-68-150,1-1-1,2 1 1,2-2 0,1 1 0,2-2-1,22 41 1,-33-68-311,0-1 0,0-1 0,1 1-1,0 0 1,0-1 0,0 0 0,1 0 0,-1 0 0,1-1-1,0 1 1,0-1 0,0 0 0,0-1 0,1 1 0,-1-1-1,1 0 1,8 2 0,-9-4-24,0 1-1,0-1 1,1 0 0,-1 0-1,0 0 1,1-1 0,-1 0 0,0 0-1,0 0 1,0-1 0,0 0-1,0 0 1,0 0 0,0 0-1,-1-1 1,1 0 0,-1 0-1,0 0 1,7-7 0,12-15-244,-2-1 0,-1-1 0,-1 0 0,21-41 0,-16 24-484,-2 0 0,22-64 0,-34 77 215,-1-1 1,-2 0-1,-1 0 1,3-52 0,-7 46 208,-4-41 1,2 77 396,0 0 1,0-1-1,0 1 0,-1 0 1,1 0-1,-1 0 1,1-1-1,-1 1 1,0 0-1,0 0 1,0 0-1,0 0 0,0 1 1,-1-1-1,1 0 1,-1 0-1,1 1 1,-3-3-1,2 3-85,0-1 1,0 1-1,0 0 0,0 1 1,0-1-1,-1 0 1,1 1-1,-4-1 0,-13-1-3425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8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90 13782,'0'0'7353,"4"-15"-7236,10-45-15,-11 45-70,-3 39 2,4 524 2195,20-3-384,-22-529-1820,0 21 17,1-1 0,2 1 0,14 49-1,-18-82-44,0 0 0,0 0 0,0 0 0,1-1 1,-1 1-1,1 0 0,0-1 0,0 0 0,0 1 0,0-1 0,1 0 0,-1 0 0,1 0 0,0 0 0,0-1 0,4 4 0,-7-6-8,1 0 1,-1 1-1,1-1 1,0 0-1,-1 0 1,1 0-1,0 0 1,-1 1 0,1-1-1,0 0 1,-1 0-1,1 0 1,0 0-1,-1 0 1,1-1-1,0 1 1,-1 0-1,1 0 1,-1 0-1,1-1 1,0 1-1,-1 0 1,1 0 0,-1-1-1,1 1 1,-1 0-1,1-1 1,-1 1-1,1-1 1,0 0-1,1-2-57,-1 1 1,1 0-1,-1-1 0,0 0 0,0 1 0,0-1 1,1-4-1,11-56-2645,-3-1 1,4-110 0,-13 147 1538,3-64-4568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8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348 9 10261,'0'0'10199,"-39"25"-9713,-129 91-137,158-108-299,0 1 0,0 0 0,1 0-1,0 1 1,0 0 0,1 1 0,1 0 0,0 0 0,0 1 0,1 0-1,0 0 1,1 0 0,1 1 0,-4 16 0,6-22-19,-5 20 114,1 0-1,2 0 0,1 0 1,1 0-1,1 0 1,1 1-1,5 33 0,-4-56-125,-1-1 0,1 1 0,0-1 0,0 1 0,1-1 0,-1 1 0,1-1 0,0 0 0,0 0 0,0 0 0,1 0 0,0 0 0,-1-1 0,1 1 0,1-1 0,-1 0 0,0 0 0,1 0 0,-1 0 0,1 0 0,0-1 0,5 3 0,1-1 3,0-1 1,1 0-1,-1-1 0,1 1 1,-1-2-1,1 0 0,0 0 1,16-2-1,-17 0-68,0 0 0,1-1 0,-1 0 0,0-1 0,0 0 0,0 0 0,-1-1 0,1-1 0,-1 0 0,0 0 0,0 0 0,8-8 0,14-12-659,51-55 0,-51 48 192,-19 21 151,25-27-1639,40-50 0,-68 76 974,0 0-1,-1-1 1,0 0-1,-1-1 0,0 0 1,-2 0-1,1 0 1,6-30-1,-9 23-878,1-41 0,-10 9 4248,6 51-1823,-1 0 0,0 0-1,0 0 1,0 0 0,0 1-1,0-1 1,0 0 0,0 0 0,-1 1-1,1-1 1,-2-1 0,2 2-358,1 1 0,-1-1 1,1 1-1,-1-1 1,0 1-1,1 0 0,-1-1 1,1 1-1,-1 0 1,0-1-1,1 1 0,-1 0 1,0 0-1,1-1 1,-1 1-1,0 0 0,1 0 1,-1 0-1,0 0 1,1 0-1,-1 0 0,0 0 1,1 0-1,-1 1 1,0-1-1,1 0 0,-1 0 1,0 0-1,1 1 1,-1-1-1,0 0 0,1 1 1,-1-1-1,1 0 1,-1 1-1,1-1 0,-1 1 1,1-1-1,-1 1 1,-3 6 150,1-1 0,0 0 0,0 1-1,1 0 1,0 0 0,0 0 0,-1 10 0,1-10-150,-8 59 987,3 0 1,3 117-1,4-158-985,0-16-104,0 22 219,1-1 1,8 54 0,-8-77-261,0-1 0,1 1 0,0 0 0,0-1 0,1 0 0,-1 1 0,1-1 0,1 0 0,-1 0 0,1-1 0,0 1 0,0-1 0,1 0 0,-1 0 0,1 0 0,0-1 0,1 1-1,7 4 1,-10-7-34,1-1 0,0 1-1,0 0 1,-1-1 0,1 0-1,0 0 1,0 0 0,0-1-1,0 1 1,0-1 0,0 0 0,1 0-1,-1-1 1,0 1 0,0-1-1,0 0 1,0 0 0,-1 0-1,1 0 1,0-1 0,0 1-1,-1-1 1,1 0 0,-1 0-1,1 0 1,-1-1 0,5-4-1,6-6-187,-2-1-1,0 0 1,-1-1 0,17-27-1,-26 38 167,28-44-1462,42-95 1,-60 116 590,-3-1-1,0 0 1,-1 0 0,-2-1 0,4-41 0,-8 49 199,0-5-882,-1-37 0,-1 57 1487,-1-1 1,0 1-1,0-1 0,0 1 0,-1 0 1,0 0-1,0-1 0,0 1 0,-1 0 1,-6-10-1,7 14 286,0 0 1,0 0-1,0 0 0,0 0 0,-1 0 1,1 0-1,0 0 0,-1 1 1,1-1-1,-1 1 0,0 0 1,0 0-1,-5-2 0,7 3-80,-1-1 0,0 1 0,0 0 0,0 0-1,0 0 1,1 0 0,-1 0 0,0 0 0,0 0 0,0 1 0,0-1-1,1 1 1,-1-1 0,0 1 0,0-1 0,1 1 0,-1 0-1,0 0 1,1 0 0,-1 0 0,1 0 0,0 1 0,-1-1-1,0 2 1,-6 7-213,2 0 0,-11 19 0,-8 14-3760,5-15-4053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19.3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14727,'0'0'2249,"0"36"171,17 284 1872,2-139-2520,5 43-372,-23-214-1347,0 2 1,1 0 0,-1 0 1,2 1-1,0-2 1,0 1-1,2 0 0,-1-1 1,7 12-1,-11-22-55,1 0 1,-1 0-1,1 0 1,0 0-1,0 0 1,-1 0-1,1 0 0,0 0 1,0-1-1,0 1 1,0 0-1,0 0 1,0-1-1,0 1 1,0-1-1,0 1 1,0-1-1,0 1 0,1-1 1,-1 0-1,0 1 1,0-1-1,0 0 1,1 0-1,-1 0 1,0 0-1,0 0 1,0 0-1,1 0 0,-1 0 1,0-1-1,0 1 1,0 0-1,0-1 1,1 1-1,-1-1 1,0 1-1,1-2 1,2-2-47,0 0 1,-1 0 0,1 0-1,-1 0 1,0-1 0,0 1-1,3-10 1,16-41-461,-16 36 299,74-272-3766,-36 113 64,-38 157 3384,1 1 0,0-1 0,1 1 0,15-24 0,-20 38 654,0 0-1,1 1 1,0-1 0,0 1 0,1 0-1,0 1 1,-1-1 0,2 1 0,-1 0-1,0 0 1,1 0 0,0 1 0,-1 0-1,1 0 1,1 0 0,-1 1 0,11-3-1,-9 3 191,0 1 0,0 0-1,-1 0 1,1 1 0,0 0-1,0 0 1,0 1 0,0 0-1,0 0 1,-1 1 0,1 0-1,8 3 1,19 23 169,-29-22-675,1 1 0,1-1-1,15 9 1,-20-14-518,0 1 0,0-1 0,0 0 0,0 0 0,0 0 0,1 0 0,-1-1 0,0 1 0,4-1 0,11 0-11329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2.3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0 103 7379,'0'0'8423,"1"-17"-8015,2-68 11,-3 84 24,0 2-342,4 13-29,9 134 342,-1 714 4837,-14-569-4750,2-263-476,-1-1-6,2 0 1,0 1-1,2-1 1,8 37-1,-9-59-9,1 0-1,-1 1 1,1-1-1,6 10 1,-9-16-17,1 1 1,0-1-1,0 1 1,1-1-1,-1 1 0,0-1 1,0 0-1,1 0 1,-1 1-1,1-1 0,-1 0 1,1 0-1,-1 0 1,1-1-1,0 1 1,-1 0-1,1-1 0,0 1 1,0-1-1,-1 1 1,1-1-1,2 0 0,-3 0-26,0 0-1,0 0 0,0 0 1,0 0-1,0 0 0,0 0 0,0-1 1,0 1-1,0 0 0,0-1 1,0 1-1,-1-1 0,1 1 0,0-1 1,0 1-1,0-1 0,-1 1 1,1-1-1,0 0 0,-1 1 0,1-1 1,0-1-1,9-22-611,-9 17 481,8-29-1981,-2 0 0,-2 0 0,1-69 0,-5 21-4253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2.6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9108,'0'0'2900,"34"-2"-1915,2-1-654,0 3 1,40 3 0,-69-2-271,1 1 1,-1 0-1,0 0 0,1 0 1,-1 1-1,0 0 1,0 1-1,-1 0 1,1 0-1,9 8 0,-4-1 107,0 0-1,-2 1 0,13 16 1,-12-13 18,3 1 18,-2 1 0,0 0-1,-1 1 1,-1 0 0,-1 1 0,0 0-1,-2 0 1,0 1 0,-1 0 0,-1 0-1,-1 0 1,0 1 0,-2 0 0,0 0-1,-2 25 1,-2-34-80,0 1-1,-1-1 1,0 0-1,-1 0 1,0 0-1,-1-1 1,0 1-1,-1-1 0,0-1 1,-1 1-1,0-1 1,-1 0-1,0 0 1,-11 9-1,3-3-77,0-1-1,-2-1 0,0-1 0,0-1 1,-1 0-1,-1-1 0,-22 8 1,33-15-104,-1 0 0,1-1 1,-1 0-1,0-1 1,0 0-1,0-1 1,0 0-1,0 0 0,-1-1 1,1-1-1,-18-2 1,27 3 12,0 0 0,-1-1 0,1 1 1,0-1-1,0 1 0,0-1 0,0 1 0,0-1 1,0 0-1,0 1 0,0-1 0,0 0 1,0 0-1,0 0 0,0 0 0,0 0 1,1 1-1,-1-2 0,0 1 0,1 0 0,-1 0 1,0-2-1,-3-27-885,4 24 707,-1-5-564,1 0 0,0 0 0,1 1 0,0-1 0,1 0 0,0 1 0,0-1 0,5-10 0,0 7-1638,1 0 0,11-14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3.0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9764,'0'0'9589,"224"0"-9205,-166 3-384,-6-3-384,-10 0-1505,-11 0-3265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3.6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1 4066,'-2'0'9344,"1"6"-8572,-1 841 5939,0-1-4212,3-902-3249,0-10-1116,-14-124 0,-44-276-2413,49-10 3608,8 411 448,0 46 199,1 0 1,1 0-1,0-1 0,2 2 0,0-1 1,7-19-1,-8 28 60,1 1 0,0 1 1,1-1-1,0 1 0,0 0 0,1 0 1,0 0-1,0 0 0,0 1 0,1 1 1,1-1-1,-1 1 0,16-10 0,-14 12 100,0-1-1,1 2 1,-1 0-1,1 0 0,0 0 1,0 1-1,0 1 0,0 0 1,1 0-1,-1 1 0,0 0 1,0 1-1,0 0 1,0 1-1,0 0 0,0 0 1,0 1-1,-1 0 0,1 1 1,-1 0-1,0 1 1,13 7-1,-7 1 24,-1 0 0,0 0 1,0 1-1,-1 1 0,-1 0 0,-1 1 0,0 0 1,-1 1-1,-1 0 0,0 0 0,-1 1 1,-1 0-1,-1 1 0,-1-1 0,0 1 0,-1 0 1,-2 1-1,0-1 0,0 0 0,-2 1 1,-4 36-1,3-49-120,-1 1-1,0-1 1,0 1 0,-1-1 0,1 0-1,-2 0 1,1 0 0,-1 0 0,0-1 0,-1 1-1,1-1 1,-1 0 0,-1-1 0,1 1 0,-1-1-1,0 0 1,-8 6 0,5-6-69,0 0 0,0 0 0,0-1-1,0 0 1,-1 0 0,0-1 0,0-1 0,1 1 0,-2-2 0,1 1 0,0-1 0,-18-1 0,23-1-100,0 1 1,0-1 0,-1 0 0,1 0 0,0 0 0,1-1 0,-1 0 0,0 0-1,0 0 1,1 0 0,-1-1 0,1 0 0,0 0 0,0 0 0,0 0 0,-4-5-1,1 0-507,1 0-1,1 0 0,-1-1 1,1 0-1,1 0 0,-1 0 1,-3-13-1,-11-47-6600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4.0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18697,'0'0'5330,"6"24"-6098,5-21-1201,-8-3-993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5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73 413 2081,'0'0'6806,"0"-2"-6994,0-25 9833,0 24-9647,1-1 0,-1 1 0,1 0-1,0-1 1,0 1 0,0 0 0,0-1-1,1 1 1,0 0 0,2-3 0,24-33-256,-12 19 68,-10 11 132,0 0 1,-1 0-1,0 0 0,0-1 0,-1 0 1,0 0-1,-1 0 0,0-1 1,0 1-1,-1-1 0,-1 1 0,0-1 1,0-15-1,-1 21 60,0 0 1,-1 0 0,0 0-1,1 0 1,-1 0 0,-1 1-1,1-1 1,-1 0 0,-2-5-1,-2 1-1,0-1 0,0 1-1,-9-9 1,12 15-9,0 0 0,0 0 0,-1 0 0,1 1 0,-1-1 0,1 1 0,-1 0 0,0 0 0,-5-2-1,8 3 7,-1 1-1,0-1 1,1 1-1,-1-1 1,1 1-1,-1 0 1,0-1-1,1 1 0,-1 0 1,0 0-1,1 0 1,-1 1-1,0-1 1,1 0-1,-1 1 1,1-1-1,-1 1 0,1-1 1,-1 1-1,1-1 1,-1 1-1,1 0 1,-1 0-1,1 0 1,0 0-1,-1 0 0,1 0 1,0 0-1,-1 2 1,-3 5 24,1 0 0,0 0 1,0 0-1,1 0 1,0 0-1,0 1 0,-2 12 1,-7 69 393,12-84-382,-5 252 2074,5-251-2033,0-1-1,1 1 1,-1 0-1,2 0 1,-1-1-1,1 1 1,0-1-1,0 1 1,0-1-1,6 8 1,-6-10-54,1-1 1,-1 0-1,1 0 1,0 0 0,0 0-1,0 0 1,0-1-1,1 0 1,-1 1 0,1-1-1,0 0 1,-1-1 0,1 1-1,0-1 1,0 1-1,0-1 1,6 0 0,-3 1-18,0-1 0,1-1 0,-1 1 0,0-1 0,0 0 0,1-1 0,-1 0 0,0 0 1,0-1-1,0 1 0,0-2 0,0 1 0,0-1 0,-1 0 0,1 0 0,-1-1 0,0 1 0,9-9 1,-6 4-261,0 0 0,-1-1 1,-1 0-1,1 0 0,-2-1 0,1 0 1,-1 0-1,-1-1 0,0 0 1,7-18-1,-9 18-1087,0 0 0,-1 0 0,0 0 1,-1 0-1,0-18 0,-1 2-7226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6.3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280 91 160,'0'0'8351,"-1"15"-5756,-2-14-2501,0-1-1,0 0 1,0 0-1,0 0 0,0 0 1,1 0-1,-1-1 0,0 1 1,0-1-1,0 0 1,0 0-1,1 0 0,-1 0 1,0 0-1,1 0 0,-1-1 1,1 0-1,-1 1 1,1-1-1,0 0 0,0 0 1,-4-4-1,5 5-17,0 0-1,0-1 1,-1 1 0,1 0-1,0 0 1,-1 0 0,1 1 0,-1-1-1,1 0 1,-1 0 0,0 1-1,1-1 1,-1 1 0,0 0-1,1-1 1,-1 1 0,0 0-1,-2 0 1,-9-10 113,3 9-90,-1 0-1,1 0 0,-16 1 0,6 1 179,18-1-260,1 0-1,-1 1 1,0 0-1,1-1 1,-1 1-1,1 0 1,-1-1-1,1 1 1,-1 0-1,1 0 1,0 1-1,-1-1 1,1 0-1,0 0 1,0 0-1,0 1 1,0-1-1,0 1 1,0-1-1,0 1 1,0 1-1,-18 39 326,17-35-249,-9 26 475,2 0 1,2 1 0,0 0-1,3 0 1,1 0 0,2 51-1,1-84-552,0 0 0,0 0-1,0 1 1,1-1 0,-1 0 0,0 0-1,1 0 1,-1 1 0,1-1-1,-1 0 1,1 0 0,0 0-1,-1 0 1,1 0 0,0 0 0,0 0-1,0 0 1,0-1 0,0 1-1,0 0 1,0 0 0,0-1-1,0 1 1,0-1 0,0 1 0,0-1-1,1 1 1,-1-1 0,0 0-1,0 1 1,0-1 0,1 0-1,-1 0 1,0 0 0,0 0 0,1 0-1,-1 0 1,2-1 0,2 1-15,1 0 1,0-1 0,0 0 0,-1-1 0,1 1 0,0-1-1,9-4 1,-6 0-44,0 0 0,-1 0 1,0-1-1,0 0 0,12-14 0,34-45-914,-52 63 893,19-24-1127,-2-1-1,18-35 0,-30 51 579,-2-1-1,1 0 0,-2 0 1,1-1-1,-2 1 0,0-1 1,2-26-1,-4-14-73,-1 54 711,0 0-1,0-1 0,0 1 1,0 0-1,0 0 0,0 0 1,0 0-1,0 0 0,0-1 1,0 1-1,-1 0 0,1 0 1,0 0-1,0 0 0,0 0 0,0-1 1,0 1-1,0 0 0,0 0 1,0 0-1,0 0 0,-1 0 1,1 0-1,0 0 0,0 0 1,0 0-1,0 0 0,0-1 0,0 1 1,-1 0-1,1 0 0,0 0 1,0 0-1,0 0 0,0 0 1,-1 0-1,1 0 0,0 0 1,0 0-1,0 0 0,0 0 1,0 0-1,-1 0 0,1 0 0,0 0 1,0 1-1,0-1 0,0 0 1,0 0-1,-1 0 0,1 0 1,0 0-1,0 0 0,0 0 1,0 0-1,0 0 0,0 1 0,-9 6 703,4 5-152,0 1 0,0 0 0,2 0-1,-1 1 1,2-1 0,-3 24 0,-3 190 2921,8-176-3076,0-43-358,0 7 50,0-1 1,1 0 0,5 27-1,-5-38-103,0 1 0,0-1 0,0 0 0,0 0 0,0 1 0,1-1 0,0 0 0,0 0 0,0-1 0,0 1 0,0 0 0,0-1 0,1 1 0,-1-1 0,1 0 0,0 1 0,-1-1 0,1-1 0,0 1 0,0 0 0,4 1 0,-3-1-37,0-1 0,1 0 1,-1 0-1,0 0 0,0 0 0,0 0 1,1-1-1,-1 0 0,0 0 0,1 0 1,-1 0-1,0-1 0,0 0 0,1 0 1,-1 0-1,7-3 0,-7 2-60,1-1 0,-1 0 0,0 0 0,0 0-1,0 0 1,-1-1 0,1 0 0,-1 1 0,1-1 0,-1 0 0,-1-1 0,4-5 0,2-7-1050,-1 0 0,-1-1 1,0 0-1,-2 0 1,0-1-1,3-28 0,-3-15-7394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6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0 5523,'0'0'6069,"0"27"-5199,-7 305 2715,-7-107-1270,-10 310 832,25-497-3011,-1-37-135,0 0 0,0-1 0,0 1 0,0 0 0,0-1 0,0 1 0,0 0 0,0-1 0,0 1 0,1-1 0,-1 1 0,0 0 0,0-1 0,1 1 0,-1-1 0,0 1 0,1-1 0,-1 1 0,1-1 0,-1 1 0,0-1 1,1 1-1,-1-1 0,1 1 0,-1-1 0,1 0 0,0 1 0,-1-1 0,1 0 0,-1 0 0,1 1 0,0-1 0,-1 0 0,1 0 0,0 0 0,-1 0 0,1 0 0,-1 0 0,1 0 0,1 0 0,-1 0-16,0 0-1,1-1 0,-1 1 0,1-1 1,-1 0-1,0 1 0,0-1 1,1 0-1,-1 0 0,0 1 0,0-1 1,0 0-1,0 0 0,0 0 1,0 0-1,0-1 0,2-1 0,1-8-223,1 1 0,-1-1 0,-1 0 0,1 0 0,-2 0 0,0 0 0,1-13 0,2-86-4873,-5 61 1830,0 4-1157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7.0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209 0 5955,'0'0'9668,"-15"12"-9140,-11 8-280,-65 56 433,83-68-585,0-1 1,1 1 0,0 0 0,0 1 0,1-1 0,0 1 0,1 1 0,0-1-1,-4 12 1,7-14-44,0 0 0,0 1 0,1-1-1,0 1 1,1-1 0,-1 0 0,2 1 0,-1-1-1,1 1 1,0-1 0,2 9 0,-1-11-15,0 0 1,0 0-1,0 0 1,1 0-1,0 0 1,0 0-1,0 0 1,0-1-1,1 0 1,0 0-1,0 0 1,0 0-1,0 0 1,9 5-1,0-1 77,2-1 0,-1 0 0,1 0-1,0-2 1,0 0 0,1 0 0,31 3-1,48-1-1326,-31-6-3284,-50-1 2828,0 0-6251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7.8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48 266 9700,'0'0'4202,"21"-20"-3484,68-63-619,-78 74-133,-2 0 1,1-1-1,-1 0 0,14-20 1,-21 25-26,0 0 0,-1-1 1,1 1-1,-1 0 0,0-1 1,0 1-1,0-1 0,-1 1 0,-1-12 1,1 16 57,0 0 1,-1 0 0,1 0 0,0 0-1,-1-1 1,1 1 0,-1 0-1,0 0 1,1 0 0,-1 0-1,0 0 1,0 0 0,0 1-1,1-1 1,-1 0 0,0 0 0,0 0-1,0 1 1,0-1 0,0 1-1,-1-1 1,1 1 0,0-1-1,0 1 1,0-1 0,0 1 0,0 0-1,-3 0 1,-38-5 10,38 4-9,-10 0 25,-31 1 28,42 0-33,0 0-1,0 1 0,0 0 0,0-1 0,0 1 1,1 0-1,-1 0 0,0 0 0,1 1 0,-1-1 1,1 1-1,-1 0 0,-2 1 0,0 3 91,0 0 0,0 1 0,1-1 0,0 1-1,0 0 1,0 0 0,1 0 0,0 0 0,1 1 0,-1-1 0,-1 11-1,0 7 391,0 1 0,0 30 1,6 129 2093,-2-176-2485,1-1 0,0 0-1,1 0 1,0 0 0,0 0-1,1-1 1,0 1 0,0-1-1,1 1 1,7 10 0,-8-13-76,1-1 0,0 0 0,0 0 0,0 0 0,1 0 1,-1-1-1,1 0 0,0 0 0,0 0 0,0 0 0,0-1 1,1 0-1,-1 0 0,1 0 0,8 1 0,-4 0-36,1-2-1,-1 1 0,1-1 1,-1-1-1,1 0 0,-1 0 1,1-1-1,-1-1 0,0 1 1,1-2-1,-1 1 0,0-2 1,0 1-1,-1-1 0,1-1 1,-1 1-1,12-9 0,-7 2-449,-1-1-1,0 0 1,0-1-1,13-19 0,-19 22-622,0-1-1,0 1 1,-2-1-1,6-13 0,2-20-5591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8.8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295 125 1889,'-1'-3'12222,"-5"-12"-12033,-9-7-87,15 20-99,-1 0 0,0 0 0,0 1-1,0-1 1,-1 0 0,1 1 0,0-1-1,0 0 1,-1 1 0,1 0 0,-1-1 0,0 1-1,1 0 1,-5-2 0,1-1 63,-1 1 1,0-1-1,1 1 0,-6-7 0,-15-9 302,18 15-197,-1 1-1,1 1 1,-1 0 0,0 0 0,1 0-1,-1 1 1,0 1 0,0-1 0,-11 2-1,18-1-140,0 0-4,1 1 1,-1-1-1,0 1 1,1-1 0,-1 1-1,0 0 1,1 0-1,-1 0 1,1 0 0,-1 0-1,1 0 1,0 0-1,-1 0 1,1 0-1,0 1 1,0-1 0,0 0-1,0 1 1,0-1-1,-1 4 1,-17 37 439,18-40-415,-9 26 413,2 0 0,1 0 0,2 0 0,0 1-1,2-1 1,1 1 0,1 0 0,4 31 0,-3-59-448,1 1 0,-1-1 0,1 1-1,-1-1 1,1 0 0,-1 1 0,1-1 0,0 0-1,0 1 1,0-1 0,-1 0 0,1 0 0,0 1 0,1-1-1,-1 0 1,0 0 0,0 0 0,0-1 0,1 1-1,-1 0 1,0 0 0,1-1 0,-1 1 0,1 0 0,-1-1-1,1 0 1,-1 1 0,1-1 0,-1 0 0,1 0-1,-1 0 1,3 0 0,4 0-9,-1 0 1,1 0-1,0-1 0,-1 0 0,14-5 1,-11 3-20,-1-2 1,1 1 0,-1-1-1,0 0 1,-1-1 0,1 0 0,-1-1-1,-1 1 1,11-12 0,7-10-565,25-36 0,-36 45-257,-1-1 0,15-30 0,-24 40 582,0 1 0,-1 0 0,0-1 0,0 1 1,-1-1-1,0 0 0,-1 0 0,0-10 0,-1 20 272,0 0-1,0 0 0,0 0 0,0 0 0,0-1 1,0 1-1,0 0 0,0 0 0,0 0 0,0 0 1,0 0-1,0 0 0,-1-1 0,1 1 0,0 0 1,0 0-1,0 0 0,0 0 0,0 0 0,0 0 1,-1 0-1,1 0 0,0 0 0,0 0 1,0 0-1,0 0 0,0 0 0,0 0 0,-1 0 1,1 0-1,0 0 0,0 0 0,0 0 0,0 0 1,0 0-1,-1 0 0,1 0 0,0 0 0,0 0 1,0 0-1,0 0 0,0 0 0,-1 0 0,1 0 1,0 0-1,0 0 0,0 0 0,0 0 1,0 1-1,0-1 0,0 0 0,-1 0 0,-6 6 385,2 3-83,1-1 0,1 1 0,-1 0 0,2 0 0,-1 0 0,-1 15 0,-5 62 1100,8 24-536,1-108-873,0 0 0,0 0 1,0 0-1,0 0 1,0 0-1,0 0 0,1 0 1,-1 0-1,1 0 0,-1 0 1,1 0-1,0 0 1,0-1-1,0 1 0,0 0 1,0 0-1,0-1 0,0 1 1,1 0-1,-1-1 1,1 0-1,1 3 0,1-3-9,0 1 0,-1-1 0,1 0 0,0 0-1,0 0 1,0 0 0,0-1 0,0 1 0,-1-1-1,7-1 1,-6 1-6,0 0 1,0-1-1,1 1 0,-1-1 0,0 0 0,0 0 0,0-1 0,0 1 0,0-1 1,0 0-1,0 0 0,-1 0 0,5-4 0,-2 1-59,0-1 0,0 0-1,0 0 1,-1 0 0,0-1 0,6-9-1,0-4-741,-1-1 0,-1 0-1,-1 0 1,7-28 0,-2-10-3170,-5-3-2560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9.4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80 0 5106,'0'0'7860,"0"5"-5998,-23 318 3390,18-272-4763,-8 66 240,-25 426 1421,37-540-2144,1-1 0,0 1 0,0-1 0,1 0 0,-1 1 0,0-1 0,1 1 0,-1-1 0,1 0 0,0 0 0,0 1 0,0-1 0,0 0 0,0 0 0,3 3 0,-3-4-11,0 0 0,1 0 0,-1 0 0,1 0 0,-1-1 1,1 1-1,0 0 0,-1-1 0,1 0 0,0 1 1,-1-1-1,1 0 0,0 0 0,-1 0 0,1 0 0,0 0 1,-1 0-1,1 0 0,0-1 0,-1 1 0,4-2 0,0 0-23,0 0-1,0 0 1,0-1-1,-1 0 1,1 0-1,-1 0 1,1 0-1,-1-1 1,0 0-1,0 0 1,-1 0-1,1 0 0,-1-1 1,5-7-1,-4 6-1,26-37-1063,-1-2 1,-3 0 0,-1-2 0,25-71-1,-46 109 781,-1-1 0,-1 0 0,0 0 0,0 0 0,-1 0-1,0-14 1,-1 22 702,-15 36 264,2 1 1,1 1-1,1 0 1,3 0-1,0 1 1,3 0 0,1 0-1,1 63 1,3-95-599,0 1 0,0 0 0,1-1-1,-1 1 1,1-1 0,1 1 0,-1-1 0,1 0 0,3 7 0,-4-10-46,1 1 0,-1-1 0,1 0 0,0 1 0,0-1 0,0 0-1,0 0 1,1-1 0,-1 1 0,0 0 0,1-1 0,-1 1-1,1-1 1,-1 0 0,1 0 0,0 0 0,-1 0 0,6 1 0,-1-1-90,0 0 0,0 0 1,0 0-1,1-1 1,-1 0-1,0 0 0,0-1 1,0 0-1,11-3 1,-15 3-296,1 0 1,-1 0 0,0-1 0,0 1 0,-1-1-1,1 1 1,0-1 0,0 0 0,-1 0 0,1-1-1,-1 1 1,0 0 0,1-1 0,-1 0 0,0 1 0,-1-1-1,1 0 1,0 0 0,-1 0 0,0 0 0,2-6-1,0-14-9434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9.7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14519,'0'0'1328,"10"0"-2032,-24 0-3234,0 0-2353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0.2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0 162 1201,'0'0'8435,"4"-14"-6724,9-46-191,-9 46 232,-2-1 0,0 1 1,1-30 1087,-3 45-2778,0 7-60,0 0 0,1-1 0,0 1 0,4 12 0,3 16 6,118 965 3759,-124-955-3674,21 205 265,-22-242-349,11 50 27,-11-54-33,1-1 0,-1 0-1,1 0 1,0 0 0,0 0 0,0 0-1,0 0 1,1 0 0,5 5-1,-7-7-16,0-1 0,0 0 0,1 0 0,-1 0 0,0-1 0,1 1 0,-1 0 0,0 0 0,1-1 0,-1 1 0,1-1 0,0 1 0,-1-1 0,1 0-1,-1 1 1,1-1 0,-1 0 0,3 0 0,-3 0-46,0-1 0,1 1-1,-1 0 1,0-1 0,0 1 0,-1-1-1,1 1 1,0-1 0,0 0-1,0 1 1,0-1 0,0 0 0,-1 0-1,1 1 1,0-1 0,0 0-1,-1 0 1,1 0 0,-1 0 0,1 0-1,-1 0 1,1 0 0,-1 0-1,0 0 1,1 0 0,-1 0-1,0 0 1,0 0 0,0-2 0,2-26-3183,-3-55 0,-5 14-3029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0.6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87 12422,'0'0'6147,"179"0"-4035,-89 0-527,7 0-896,-1-12-593,-6-10-96,-7 3-353,-21 4-1439,-17 2-1762,-28 7-3153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1.0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1 687 15655,'0'0'5827,"31"-3"-5040,-14 2-716,-1 0-43,-1 0 0,0-1 1,0 0-1,0-1 1,0-1-1,0-1 1,-1 0-1,1 0 0,-1-2 1,-1 0-1,1 0 1,23-19-1,-14 7-209,-2-2 0,0-1-1,-1 0 1,-1-1 0,20-34 0,-29 40-263,-1-1 0,0 0 0,-1 0 0,-1-1 0,-1 0 0,-1 0 0,-1-1 1,5-38-1,-9 55 401,2-17-429,-1-1-1,-1 0 1,-5-36 0,4 51 476,0 0 1,-1 1 0,1-1-1,-1 1 1,0 0 0,-1-1-1,1 1 1,-1 0 0,0 0-1,0 1 1,-1-1 0,1 1-1,-1-1 1,0 1 0,-1 0-1,1 1 1,0-1 0,-7-3-1,5 4 96,1 0-1,0 0 0,-1 1 1,0-1-1,0 2 1,1-1-1,-1 0 0,0 1 1,0 0-1,-1 1 1,1-1-1,-9 2 0,12-1-23,-1 1-1,0-1 0,0 1 1,1 0-1,-1 1 0,0-1 0,1 1 1,-1-1-1,1 1 0,0 0 1,-1 0-1,1 1 0,0-1 1,0 1-1,0-1 0,1 1 0,-1 0 1,1 0-1,0 0 0,-4 6 1,-4 11 261,1 1 1,0-1-1,2 1 1,-8 34-1,-9 91 587,15 84 216,8-218-1080,2 0 1,-1 0-1,2 1 0,-1-1 1,2-1-1,0 1 1,0 0-1,8 17 1,-8-24-49,0 1 1,0-1-1,1 0 1,0 0-1,0-1 1,0 1-1,0-1 1,1 0-1,0 0 1,0 0-1,0-1 1,0 0-1,0 0 1,1 0-1,-1 0 1,1-1-1,0 0 1,9 2-1,0 0-68,1-2 0,-1 1 0,0-2 0,1 0 0,-1-1 0,1-1 0,-1 0 0,0-1 0,0-1 0,0 0 0,0-1 0,0 0 0,0-1 0,-1-1 0,0-1 0,0 0 0,17-12 0,12-12-1307,-2-1 0,-2-3 0,-1-1 0,-1-1 1,42-58-1,-60 69-1124,27-48 1,-1-28-4640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21.3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244 0 2913,'0'0'13350,"-27"36"-11378,-86 123-401,105-146-1439,0 0-1,1 0 0,0 1 0,1-1 0,0 2 0,1-1 1,1 0-1,0 1 0,1 0 0,1 0 0,-1 15 0,1-13-56,-3 193 527,5-196-580,1 18 29,2 0 0,1-1 0,2 1 0,18 60 0,1-24 87,37 71 0,6-5 273,29 63-178,-77-151-246,-2 1 1,15 62-1,-29-94-32,-1 0 0,0 0 0,-1 0 0,-1 0 0,0 0 0,-1 1 0,0-1 0,-4 20-1,3-32 32,0 0 0,0 1-1,0-1 1,-1 0-1,1 0 1,-1-1 0,0 1-1,0 0 1,0-1-1,0 1 1,0-1-1,-1 1 1,1-1 0,-1 0-1,1 0 1,-1 0-1,0 0 1,0-1 0,1 1-1,-1-1 1,-1 0-1,1 1 1,-6 0-1,-5 1-30,0-1-1,-1-1 1,1 0-1,-18-1 1,14 0-9,10 0 52,-1 0 0,0 0 0,0-1 0,0 0-1,1-1 1,-1 0 0,1 0 0,-1 0 0,1-1 0,0-1-1,0 0 1,0 0 0,0 0 0,1-1 0,0 0-1,-9-7 1,7 4 22,1-1 0,0 0 0,1 0 0,0 0 0,0-1 0,1 0 0,0 0 0,1 0-1,0-1 1,0 0 0,2 0 0,-1 0 0,-3-20 0,6 20-9,0 1 0,0-1 0,1 1 0,0-1 0,1 1 1,0-1-1,0 1 0,1-1 0,1 1 0,0 0 0,0 0 0,1 0 0,0 0 0,1 1 0,10-15 0,6-4-100,2 1 0,0 1 0,2 1 0,37-29 0,119-77-3774,-87 71-825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1.0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1 19721,'0'0'4738,"-38"18"-5282,52-18-3314,-4 0-1744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2.1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15351,'0'0'1601,"190"59"-1473,-114-56-128,-4-3-1441,-10 0-3313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3.0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50 7411,'0'0'5187,"-14"-8"-4723,-44-25-152,44 24 1860,13 23-4536,-2 3-957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3.4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1 124 12742,'0'0'2932,"44"-15"-2279,-27 8-583,40-13 75,1 2 0,0 2 0,1 3 0,65-6 0,414 4-46,-466 17-85,1 4 1,-1 3-1,-1 4 0,0 2 0,86 31 1,23 18 339,-72-24 306,163 39 1,-258-76-493,1-1 0,0-1 0,15 1 0,-28-2-32,1-3-213,4-4-923,0 1-1,0 0 1,1 0-1,0 0 1,0 1-1,0 0 1,16-7-1,20-7-6850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3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235 1 9668,'0'0'5731,"-90"171"-4450,66-88-417,-4 4-208,-3-3 113,4-12-81,6-20-272,7-24-192,14-18-144,0-41-240,24-38-1280,11-18-1746,3-3-5266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4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11813,'93'161'1905,"-131"-102"-1200,14-6 1119,7-9-319,10-10-817,7-9-608,0-13-80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4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1 183 6467,'0'0'9119,"32"-11"-9047,-14 5-65,11-4 2,0 1 0,0 1 0,1 1-1,-1 2 1,2 1 0,40 0 0,-16 8 194,0 2 0,0 3 0,59 17 0,-55-11 322,1-3-1,82 7 0,-114-18-245,0-1-1,53-7 0,-66 4-246,-1 0 0,0-1 0,0 0 0,0-1 0,-1-1 0,0 0 0,16-10 0,-12 5-250,0-1 0,-1-1 0,22-22 0,-30 28-827,-1-2 0,-1 1 1,1-1-1,8-17 0,-5-1-6075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4.8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683 80 7619,'0'0'3426,"-29"-12"-3082,-94-40 291,116 49-481,1 0 0,-1 1 1,1 0-1,-1 1 0,0-1 0,0 1 0,0 0 0,0 1 0,1 0 0,-13 1 0,-2 0 320,13-1-364,0 1-1,0 0 1,0 0 0,0 1-1,0 0 1,0 1-1,0 0 1,1 0 0,-1 0-1,1 1 1,0 0-1,0 0 1,0 1 0,1 0-1,0 0 1,0 1 0,0 0-1,0 0 1,1 0-1,0 1 1,0-1 0,-5 12-1,0 0 29,1 0-1,1 1 1,1 0-1,1 1 1,0-1 0,1 1-1,2 0 1,-3 25-1,1 176 547,5-170-586,26 331 820,32-2-101,-4-31-139,-24 2-50,-29-166 117,-1-180-726,1-1-1,-2 0 1,1 1 0,0-1 0,-1 1 0,0-1 0,0 0 0,0 1-1,0-1 1,-1 0 0,0 0 0,0 0 0,-4 7 0,4-9-47,-1 0 1,1 0-1,0-1 1,-1 1-1,1-1 1,-1 1-1,1-1 0,-1 0 1,0 0-1,0 0 1,1 0-1,-1 0 1,0-1-1,0 1 1,0-1-1,0 0 1,0 0-1,0 0 1,0 0-1,1-1 1,-6 0-1,4 0-81,0 1 0,1-1-1,-1 0 1,0-1 0,0 1-1,1 0 1,-1-1 0,1 0 0,0 0-1,-1 0 1,-3-3 0,-30-36-1380,34 38 1384,-120-157-6816,48 60-565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5.2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 15575,'0'0'2609,"183"49"-928,-104-46-1233,4-3-448,-4 0-432,-6-28-1505,-15-3-1873,-16-6-3585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5.6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 12118,'0'0'2633,"1"27"-1046,21 197 1222,-10-120-865,-3 184 0,-9-282-1856,0-3 117,2-9-72,16-77-983,49-140 0,-51 183 448,1 0-1,2 1 1,2 1 0,1 1 0,37-46 0,-48 70 416,0 0 1,1 0-1,26-21 1,-33 31 27,0 0 1,0 0-1,-1 0 1,2 0-1,-1 1 0,0 0 1,0 0-1,1 1 0,-1-1 1,1 1-1,-1 0 0,1 1 1,0-1-1,-1 1 1,11 1-1,-14-1-37,0 1 1,1 0 0,-1-1-1,0 1 1,1 0-1,-1 0 1,0 0-1,0 1 1,0-1-1,0 0 1,0 1-1,0 0 1,0-1 0,0 1-1,1 2 1,22 35-29,-13-19-16,-7-12-129,2 3-220,0-1 0,13 15 0,-17-23-190,-1 1 0,1-1 0,0 1 0,0-1 0,0 0 0,0 0 0,0-1 0,4 3 0,14-2-7444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5.9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0 433 13638,'0'0'2700,"38"-28"-1857,121-91-728,-140 105-252,-1 0 0,0-2 0,-1 0 0,-1-1 0,19-26 0,-29 35 33,0 1-89,0-1-1,-1 1 1,0-1 0,0 0-1,0 0 1,-2-1 0,1 1-1,-1-1 1,0 0 0,0 0-1,-1 0 1,-1 0 0,0-1-1,1-12 1,-2 22 197,0-1 1,0 0-1,-1 0 0,1 1 1,0-1-1,0 0 0,0 0 0,-1 1 1,1-1-1,-1 0 0,1 1 0,0-1 1,-1 0-1,1 1 0,-1-1 1,1 1-1,-1-1 0,1 1 0,-1-1 1,0 1-1,1-1 0,-1 1 1,0 0-1,1-1 0,-1 1 0,0 0 1,1-1-1,-1 1 0,0 0 0,0 0 1,1 0-1,-2 0 0,-30-1 320,22 1-215,-6 0 86,8-1-52,1 1 0,-1 1 0,1-1 0,-10 3-1,14-3-81,1 1 0,-1 0 0,0 0 0,0 1 0,1-1-1,-1 1 1,1-1 0,-1 1 0,1 0 0,0 0 0,-1 0-1,1 0 1,0 0 0,-3 4 0,-2 7 188,-1 0 1,2 0-1,0 0 0,0 1 0,2 0 1,-1 0-1,2 0 0,-4 28 1,-3 124 1646,10-150-1727,-1 26 211,-1-15-79,2-1 1,0 0-1,7 40 1,-6-60-261,0 0-1,0 0 0,1-1 1,0 1-1,0-1 1,0 1-1,1-1 1,0 0-1,0 0 1,0 0-1,1 0 0,-1 0 1,1-1-1,0 0 1,1 0-1,-1 0 1,1 0-1,-1-1 0,1 1 1,11 4-1,-8-4-29,0-1 0,1 0 0,0-1-1,-1 0 1,1-1 0,0 1-1,0-2 1,0 1 0,0-1 0,0 0-1,12-3 1,-8 1-43,-1-2-1,1 1 1,-1-2-1,0 1 1,0-2-1,0 0 1,11-7 0,5-8-856,0 0 0,-1-2 0,-2-1 0,41-48 0,11-23-4090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6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1008,'0'0'12486,"-1"13"-11880,1-11-608,-2 50 1321,5 57 0,8 254 2054,-12-247-2632,-2 520 1836,3-636-2576,0 1 1,-1-1 0,1 0-1,0 1 1,0-1 0,0 0-1,0 1 1,0-1 0,0 0-1,0 1 1,0-1 0,0 1-1,1-1 1,-1 0 0,0 1-1,0-1 1,0 0 0,0 1-1,0-1 1,1 0 0,-1 0-1,0 1 1,0-1 0,1 0-1,-1 1 1,0-1 0,0 0-1,1 0 1,-1 1 0,0-1-1,1 0 1,-1 0 0,1 0-1,10-5-15,-3-2-15,0-1 0,0 0 0,-1 0-1,-1-1 1,1 0 0,-2 0 0,8-14-1,-4 7-58,125-224-3702,-22-12-4711,-104 223 7865,-8 16 5092,-3 15-3688,0 1-651,0-1 0,0 2 0,1-1 0,-1 0 0,0 0 0,1 1-1,0-1 1,0 1 0,0 0 0,0 0 0,-1 5 0,-13 50 901,14-49-776,-8 47 964,2 1 0,3 0 0,4 93 0,1-144-1135,0 0 0,1 0 1,0 0-1,0 0 0,1 0 1,0 0-1,0 0 0,1-1 1,-1 1-1,1-1 0,1 1 1,3 5-1,-4-8-55,1 0 0,-1-1 0,1 1 0,-1-1 0,1 0-1,0 0 1,0 0 0,0-1 0,1 0 0,-1 1 0,1-1 0,-1-1 0,1 1 0,-1-1 0,1 1 0,0-1 0,0-1-1,5 1 1,-1 0-45,1 0 0,-1-1 0,0 0 0,14-3 0,-19 2-58,0 0-1,1 0 1,-1-1-1,0 0 1,0 0-1,0 0 1,0 0-1,0-1 1,-1 1-1,1-1 1,3-4-1,12-13-2077,-1 0-1,-1-2 0,25-40 1,-18 21-4519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6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 8404,'0'0'8001,"0"-3"-7267,0 3-657,0-1 8,0 0 0,0 0 0,0 1 0,-1-1 0,2 0 0,-1 0 0,0 0 0,0 0 1,0 0-1,0 1 0,0-1 0,1 0 0,-1 0 0,0 0 0,1 1 0,0-2 814,1 6-104,18 87 1322,14 140 1,-3-12-1004,-30-213-1077,2 11 74,1-1-1,0 0 1,9 20 0,-13-33-102,2-1 1,-1 1-1,0 0 1,0-1-1,1 1 0,-1-1 1,1 0-1,0 1 1,0-1-1,0 0 1,0 0-1,0 0 1,0 0-1,0-1 1,1 1-1,-1 0 0,1-1 1,-1 0-1,1 1 1,0-1-1,-1 0 1,1-1-1,0 1 1,0 0-1,4 0 0,-5-1-8,1-1-1,-1 1 0,1-1 0,-1 1 0,0-1 0,1 0 0,-1 0 0,0 0 1,0 0-1,0 0 0,1 0 0,-1 0 0,0-1 0,-1 1 0,1-1 0,0 0 0,0 1 1,-1-1-1,1 0 0,-1 0 0,2-2 0,3-7-34,0 0-1,-1 0 1,5-13 0,-2 6-58,2-6-61,35-80-1548,55-186 1,-96 274 1521,4-19-103,-8 34 300,1-1 1,-1 1-1,0 0 1,1 0-1,-1 0 0,1 0 1,-1 0-1,1 0 1,0 0-1,-1 0 0,1 0 1,0 0-1,0 0 1,0 0-1,-1 1 0,1-1 1,0 0-1,0 0 0,0 1 1,3-2-1,-4 2 9,0 0-1,1 0 0,-1 0 0,1 0 1,-1 0-1,1 0 0,-1 0 0,0 0 1,1 0-1,-1 0 0,1 0 0,-1 0 1,1 1-1,-1-1 0,0 0 1,1 0-1,-1 0 0,1 1 0,-1-1 1,0 0-1,1 0 0,-1 1 0,0-1 1,1 0-1,-1 1 0,0-1 0,0 0 1,1 1-1,5 17 293,6 55 571,4 94 0,-11-94-326,22 111 0,-26-177-547,1-1 0,0 0 0,0 0 0,1 0 0,-1 0 0,1 0 0,0-1 0,1 1 0,5 7 0,-7-12-18,-1 1 1,1-1-1,0 1 1,0-1-1,-1 1 1,1-1 0,0 0-1,0 0 1,0 0-1,0 0 1,1-1 0,-1 1-1,0 0 1,0-1-1,0 0 1,0 1 0,1-1-1,-1 0 1,0 0-1,0 0 1,1 0-1,-1-1 1,0 1 0,0 0-1,0-1 1,1 0-1,-1 0 1,0 1 0,3-3-1,-1 1-18,0-1 0,0 1-1,0-1 1,-1 0 0,1 0 0,-1-1 0,0 1-1,0 0 1,4-7 0,22-39-188,-25 41 171,23-45-310,-3 0 0,-1-1 0,-4-2 0,-1 0 0,-3-1 0,14-109 0,-29 158 399,2-17-1319,-5 11-6018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7.7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4 427 12838,'0'0'8761,"18"0"-8046,-11 0-645,0 1-25,-1-1 1,0 0-1,1 0 0,-1 0 0,1-1 0,-1 0 1,0-1-1,0 1 0,1-1 0,-1 0 0,0-1 0,-1 1 1,1-1-1,0-1 0,-1 1 0,0-1 0,0 1 1,0-2-1,5-4 0,2-4-185,-1 0 0,-1-1 0,0 0 0,-1-1 0,0 0 0,-2-1 0,1 0-1,-2 0 1,0 0 0,-1-1 0,-1 1 0,0-1 0,-1-1 0,-1 1 0,0-25 0,-2 30-97,-3-28-260,2 38 487,1 0 1,-1 0-1,0 0 1,0 0-1,0 0 0,0 0 1,0 0-1,0 0 0,-1 1 1,1-1-1,0 0 0,-1 1 1,0-1-1,1 1 0,-4-3 1,-3 0 5,1 1 0,-1-1 0,1 2 0,-1-1 0,0 1 0,-1 0 0,1 0 0,0 1 0,0 0 1,-1 1-1,1 0 0,-16 1 0,21 0 31,1-1-1,-1 1 1,0-1-1,1 1 1,-1 0 0,0 0-1,1 0 1,-1 1 0,1-1-1,0 0 1,-1 1 0,1 0-1,0-1 1,0 1-1,0 0 1,0 0 0,0 0-1,0 1 1,1-1 0,-3 4-1,-2 6 138,0-1 0,1 1 0,-5 16-1,8-23-89,-6 23 252,0 0-1,3 0 0,-5 52 1,6 87 526,4-133-714,0-19-75,0 0-1,1 0 1,1-1 0,0 1-1,1 0 1,1-1-1,5 16 1,-7-25-49,1 0-1,-1-1 1,1 1-1,-1-1 1,2 1 0,-1-1-1,0 0 1,1 0-1,0 0 1,0 0 0,0-1-1,0 0 1,0 0-1,1 0 1,-1 0 0,1-1-1,0 1 1,0-1-1,0-1 1,0 1 0,0-1-1,11 2 1,-8-2-67,0 0 1,1 0-1,-1-1 0,0 0 1,1-1-1,-1 0 0,0 0 1,1-1-1,-1 0 0,0-1 1,0 1-1,-1-1 0,1-1 1,-1 0-1,8-4 0,-2-2-193,0-1-1,-1 1 0,0-2 1,-1 0-1,0 0 0,16-25 1,-14 18-416,-1 0 1,-1-2-1,0 1 1,-2-1 0,0-1-1,-2 0 1,0 0-1,-2 0 1,0-1 0,-1 1-1,1-36 1,-4 33 165,0-32-142,-2 53 754,1 0 0,-1 0 0,1 0 0,-1 0 0,0 0 0,-1 0 0,1 1-1,-1-1 1,1 0 0,-5-5 0,5 8 100,0 0-1,0 0 0,0 0 1,0-1-1,0 1 0,0 1 1,0-1-1,-1 0 0,1 0 1,0 0-1,-2 0 1,2 1-117,1 0 1,-1 0-1,1 0 1,-1 0-1,1 0 1,-1 0-1,0 0 1,1 0-1,-1 0 1,1 0-1,-1 0 1,1 0-1,-1 0 1,1 1-1,-1-1 1,1 0-1,-1 0 1,1 1-1,-1-1 1,1 0-1,0 1 1,-1-1-1,1 0 1,-1 1-1,1-1 1,0 1-1,-1-1 1,1 1-1,0-1 1,0 1-1,-1-1 1,1 1-1,0-1 1,0 1-1,0-1 1,0 1-1,-1-1 1,1 1 0,0-1-1,0 2 1,-6 30 955,1 0 0,-1 44 1,2-16-535,-12 383 2517,16-440-3030,0-1-1,0 0 0,0 0 0,0 0 1,1 0-1,-1 0 0,1 0 1,0 1-1,-1-1 0,1 0 0,0-1 1,0 1-1,0 0 0,0 0 1,1 0-1,-1 0 0,0-1 0,1 1 1,-1-1-1,1 1 0,0-1 1,-1 0-1,3 2 0,-2-2-27,0-1 1,0 0-1,0 1 0,-1-1 0,1 0 0,0 0 0,0 0 1,0 0-1,0-1 0,0 1 0,-1 0 0,1-1 0,0 1 1,0-1-1,-1 0 0,1 1 0,0-1 0,-1 0 0,1 0 1,-1 0-1,1 0 0,-1-1 0,1 1 0,-1 0 0,0-1 1,1 1-1,-1 0 0,2-4 0,8-11-159,0 0 1,-1-1-1,0-1 0,-2 1 0,12-35 1,25-104-1175,-35 114 878,-6 28 319,7-27-715,29-75-1,-36 106 832,1 0-1,0 0 1,1 0-1,0 1 1,1-1-1,0 2 1,0-1-1,1 1 1,0 0-1,0 0 1,1 1-1,11-7 1,-16 11 115,1 1 1,0-1 0,1 1-1,-1 0 1,0 0-1,1 1 1,-1 0-1,1 0 1,-1 0-1,1 1 1,-1-1-1,7 1 1,-9 1-45,-1-1 0,0 0-1,0 0 1,0 1 0,0-1 0,0 1 0,0 0 0,0 0 0,0-1 0,0 1-1,0 0 1,0 1 0,0-1 0,-1 0 0,1 1 0,1 1 0,1 1 44,0 1 0,-1 0 0,0 0 0,4 7-1,-3-4 3,7 15 73,-1-1-1,-2 1 0,0 0 1,-1 1-1,-2 0 1,5 46-1,-3 152 336,-7-164-527,2-56-1116,1-6 550,26-46-2689,-13 18 1178,23-34-3734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8.2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259 38 4882,'0'0'10485,"3"-6"-8991,6-19-147,-7 19-37,-4 6-224,-6 0-930,0 1 0,0 1-1,1-1 1,-1 1 0,0 1-1,1-1 1,0 1 0,-1 0-1,1 1 1,0 0 0,1 0 0,-1 1-1,-6 5 1,-7 7 195,1 1 0,-29 34 1,40-43-277,1-1 1,0 1 0,0 0 0,1 1 0,0 0 0,0 0-1,1 0 1,1 1 0,0-1 0,0 1 0,1 0 0,1 0 0,-3 15-1,5-23-82,0-1-1,0 1 0,0-1 0,0 1 0,0-1 0,1 1 0,-1-1 1,2 5-1,-2-6-5,1 0 0,0 0 1,0 0-1,0 0 1,0 0-1,-1 0 0,1 0 1,1 0-1,-1-1 1,0 1-1,0 0 0,0 0 1,0-1-1,0 1 1,1-1-1,-1 1 0,0-1 1,1 0-1,1 1 1,17 2-198,1 0 1,-1-2 0,22 0 0,-21-1 104,-1 0 0,1 1 0,0 2 0,-1 0 0,22 6 0,-37-7 84,-1 0-1,1 0 1,0 0-1,-1 0 0,0 1 1,1 0-1,-1-1 1,0 2-1,0-1 0,-1 0 1,1 1-1,-1 0 1,1 0-1,-1 0 1,0 0-1,-1 0 0,1 1 1,-1-1-1,0 1 1,0-1-1,0 1 0,-1 0 1,1 0-1,-1 0 1,0 7-1,1 2 39,0 1 0,-2-1 0,0 1 0,0-1 0,-5 28 0,3-33 36,0-1-1,-1 0 1,0 0-1,0-1 1,-1 1 0,1-1-1,-2 1 1,1-1 0,-1 0-1,0-1 1,-8 9 0,4-6 71,-1 0 0,-20 15 1,26-21-60,-1 0 1,0-1-1,1 0 1,-1 1-1,0-2 1,0 1-1,0-1 1,0 1-1,0-1 1,-6 0-1,9-1-45,1 0-1,0 0 0,0 0 0,0 0 0,-1 0 0,1 0 0,0 0 0,0 0 0,0 0 0,-1-1 0,1 1 0,0 0 0,0-1 0,0 1 0,-2-2 0,2 1-15,0 0 0,0-1 1,1 1-1,-1 0 0,0-1 0,1 1 1,-1-1-1,1 1 0,-1-1 0,1 1 1,0-1-1,0 1 0,-1-1 0,2-2 1,-3-11-70,2 0 1,0 0 0,1 0 0,0 0-1,1 0 1,1 1 0,0-1 0,1 1 0,1-1-1,0 1 1,1 1 0,14-25 0,-1 8-303,0 1 0,2 1 1,39-40-1,-51 58 281,1 1 0,0 0 0,0 1 0,1 0 0,0 1 0,0 0 0,1 1 0,0 0 0,0 1 0,1 0 0,-1 1-1,23-4 1,-31 7 93,0 0-1,0 1 1,0 0-1,1 0 0,-1 0 1,0 0-1,0 0 1,0 1-1,0 0 0,0 0 1,0 0-1,0 0 1,0 1-1,0 0 0,0 0 1,0 0-1,-1 0 1,1 0-1,3 4 0,-2-1 39,0 1 0,-1 0 0,0 0 0,0 1 0,0-1-1,-1 1 1,0-1 0,0 1 0,3 14 0,0 5-147,-2 0 1,0 1 0,-2-1 0,-2 53-1,-1-41-3471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38.6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1585,'0'0'25099,"10"12"-25099,-3-3-224,0 1-848,0-1-1137,-7 0-3682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3.2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438 37 3282,'-3'0'18108,"-13"3"-17643,8-3-424,-1-1 1,0 0-1,1 0 0,-1 0 0,0-1 0,1-1 0,0 1 0,-1-1 0,-12-7 0,12 6-41,0 1-1,-1 1 0,1 0 1,-1 0-1,1 1 1,-1 0-1,0 1 1,0 0-1,-10 1 1,-6 0-27,21-1 24,-1 0 0,1 1 0,-1 0 0,0 0 0,1 1 0,0 0 0,-1 0 0,1 0 0,0 0 0,0 1 0,0 0 0,0 0 0,1 0 0,-1 0 0,1 1 0,0 0 0,0 0 0,0 0 0,0 1 0,1-1 0,-5 8 0,-1 4 16,0 0 1,2 1 0,0-1 0,0 1-1,-6 30 1,4-4 191,2 1 1,-3 59-1,8 92 785,3-167-793,0 0-1,2-1 1,1 1 0,1-1-1,12 38 1,-15-57-154,1 1 0,1-1-1,0 1 1,0-1 0,0 0 0,1-1-1,0 1 1,1-1 0,0 0 0,0 0 0,0-1-1,1 0 1,0 0 0,0 0 0,1-1 0,-1 0-1,1-1 1,0 1 0,0-2 0,12 5 0,-7-5-36,-1 0 0,0-1 1,1-1-1,-1 0 0,1 0 1,0-1-1,-1-1 0,1 0 1,-1-1-1,0-1 0,1 1 1,-1-2-1,0 0 1,0 0-1,-1-1 0,17-9 1,-15 6-72,0-1 0,-1 0 0,0 0 0,0-1 1,-1-1-1,0 0 0,-1 0 0,0-1 0,-1-1 1,0 0-1,-1 0 0,12-25 0,-18 33-7,0 0 1,-1 1-1,1-1 0,-1 0 0,0 0 0,-1 0 0,1 0 1,-1 0-1,0 0 0,0-9 0,-1 13 61,1 1 0,0-1-1,0 0 1,0 1 0,0-1-1,-1 1 1,1-1 0,0 1-1,0-1 1,-1 0 0,1 1 0,0-1-1,-1 1 1,1-1 0,-1 1-1,1 0 1,-1-1 0,1 1-1,-1-1 1,1 1 0,-1 0 0,1-1-1,-1 1 1,1 0 0,-1 0-1,0-1 1,1 1 0,-2 0-1,-14-3 41,-1 1 0,0 0 0,1 1 0,-1 1 0,0 1 0,0 0 0,-21 5 1,27-3 25,0 1 0,0 1 0,1 0 1,-1 0-1,1 1 0,1 0 1,-18 14-1,14-10 20,1 2 0,0-1 0,0 2-1,-16 23 1,19-22-528,26-42-6035,0-9 177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3.5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1 19865,'0'0'5587,"-69"9"-5940,79-9-1087,1 0-1041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5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44 9524,'0'0'4843,"0"-7"-4523,0-22 19,0 22 1880,0 11-1909,-1 26 84,-7 38 0,0-9 48,-3 299 2013,12-261-1914,18 285 1280,-10-316-1542,2-1 0,3-1 0,41 112 0,-50-162-246,0 0 0,1-1 0,1 0 0,0-1 0,1 0 0,17 20 0,-22-28-20,1-1 1,-1 1-1,1-1 1,0 0-1,0-1 1,1 1-1,-1-1 1,0 1-1,1-1 1,0-1-1,-1 1 1,1 0-1,0-1 1,0 0-1,0-1 1,0 1-1,0-1 1,0 1 0,0-2-1,-1 1 1,1 0-1,6-2 1,-5 0-6,1 1 0,0-1 0,-1-1 0,1 1 0,-1-1 0,0 0 0,0-1 0,0 1 1,0-1-1,-1 0 0,8-7 0,-2-1-2,0 0 1,-1-1-1,16-25 0,1-7-66,-3-1-1,25-66 0,23-106-389,-56 154 154,-3 0 0,-3-1 0,-2 0-1,-1-83 1,-7 127 204,0 1 0,-1 0 0,-1-1 0,-1 1 0,-1 0 0,-1 0 0,0 1 0,-1-1 0,-13-25 0,5 20 28,-1 0 1,-1 1-1,0 1 1,-2 0-1,-30-29 1,34 38 81,-1 2 0,0-1 0,-1 2 0,0 0 0,-1 1 0,0 0 1,0 2-1,-1 0 0,-20-6 0,26 11 17,-1 0 1,0 1-1,0 1 1,0 0-1,-19 1 0,24 0-25,-1 1 0,1 0-1,-1 0 1,1 1-1,0 0 1,-1 1-1,1 0 1,-14 7 0,20-9-133,-29 19-239,14-3-7677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6.0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225 0 7619,'0'0'10424,"-32"24"-9309,-98 81-315,124-99-776,0 0-1,1 0 0,0 1 0,0 0 1,1 0-1,-1 0 0,1 0 0,1 0 1,0 1-1,0 0 0,0 0 0,1 0 0,0 0 1,1 0-1,-1 0 0,2 0 0,-1 16 1,1-5-26,-2-4-23,2 0 1,0 0 0,0-1 0,1 1 0,1 0 0,1 0-1,0-1 1,1 1 0,1-1 0,0 0 0,0 0-1,2-1 1,-1 1 0,13 15 0,53 61-270,-45-58 349,39 57 0,-63-84-29,-1 1 0,1-1 1,-1 0-1,1 1 0,-2-1 0,1 1 1,-1 0-1,1 0 0,-2 0 0,1-1 1,-1 1-1,1 0 0,-2 0 0,1 0 1,-1 0-1,0 0 0,0 0 0,0-1 1,-1 1-1,0 0 0,0-1 0,0 1 1,-1-1-1,0 0 0,0 0 1,0 0-1,-1 0 0,0-1 0,0 1 1,0-1-1,-9 7 0,2-2-13,-1 0-1,0-2 1,0 1-1,-18 7 1,23-13-201,0 1 0,0-1 0,0 0 0,0-1-1,0 0 1,0 0 0,0 0 0,0-1 0,-1 0 0,-11-2 0,18 2 92,0 0 1,0 0-1,0-1 1,0 1-1,0 0 0,0-1 1,0 1-1,0-1 1,0 1-1,0-1 1,0 1-1,1-1 0,-1 0 1,0 1-1,1-1 1,-1 0-1,0 0 0,1 1 1,-1-1-1,1 0 1,-1 0-1,1 0 1,-1-1-1,-4-25-2313,5 22 1829,-1-43-5468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6.5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261 89 11381,'0'0'6387,"0"-14"-5693,0-40-158,0 53-465,0 0 1,0 0-1,0 0 0,0 0 1,0 1-1,0-1 1,0 0-1,0 0 0,0 0 1,0 0-1,-1 0 0,1 1 1,0-1-1,-1 0 0,1 0 1,-1 0-1,1 1 0,0-1 1,-1 0-1,0 0 1,1 1-1,-1-1 0,1 1 1,-2-2-1,-13 3 634,9 0-374,-8-1-217,3-1-82,0 1-1,0 1 0,-20 3 1,27-3-37,0 1-1,0-1 1,0 1 0,0 0-1,0 0 1,0 0 0,0 0-1,1 1 1,-1-1 0,1 1-1,0 0 1,0 0 0,-4 5-1,-3 6 13,0 1 0,1 0 0,1 1 0,0-1 0,1 2 0,1-1-1,0 1 1,-3 17 0,0 11 249,-6 90 0,13 144 931,3-256-1070,1 0 0,1-1 0,0 1 0,2-1 0,9 26 0,-11-39-87,0 0-1,1-1 1,1 0 0,-1 1-1,1-1 1,1-1 0,-1 1-1,1-1 1,1 0 0,-1-1-1,1 1 1,0-1 0,1 0-1,-1-1 1,11 6 0,-9-7-19,0 0 1,1 0 0,-1-1 0,1 0-1,0-1 1,-1 0 0,1 0-1,0-1 1,0 0 0,0-1-1,0 0 1,0-1 0,0 0-1,0 0 1,0-1 0,0-1-1,0 1 1,14-7 0,-6 0-64,1-1 0,-2 0 1,1-1-1,-1-1 0,-1 0 0,0-2 0,27-29 1,-8 2-406,-2-2 1,-1-1 0,-3-2 0,-1 0 0,21-53-1,-39 74-75,-1 0 0,-1 0 0,-2-1 0,0 0 1,-2-1-1,0 1 0,-2-1 0,-1 1 0,-3-30 0,-2 33 414,3 23 139,1-1 1,0 1-1,-1-1 0,1 1 0,-1-1 1,1 1-1,-1 0 0,1-1 0,-1 1 1,0 0-1,1-1 0,-1 1 0,1 0 1,-1 0-1,0-1 0,1 1 0,-1 0 1,0 0-1,1 0 0,-1 0 0,1 0 1,-1 0-1,0 0 0,1 0 0,-1 0 1,0 1-1,0-1 28,0 0 1,0 0-1,0 0 0,1 0 1,-1 0-1,0 0 1,1 1-1,-1-1 0,0 0 1,0 1-1,1-1 1,-1 0-1,0 1 1,1-1-1,-1 1 0,1-1 1,-1 1-1,1-1 1,-1 1-1,1 0 0,-1-1 1,1 1-1,-1 0 1,1-1-1,0 1 0,-1 1 1,-5 18 406,1 0 0,0 1 0,2-1 0,1 1 1,0 23-1,1-41-421,-5 93 1003,12 164-1,-3-237-1006,0-1 0,2 0 0,1 0 0,1-1 0,0 0 0,13 24-1,-17-40-48,-1 0 0,2 0-1,-1 0 1,0 0 0,1-1-1,0 0 1,0 0 0,1 0 0,-1 0-1,1 0 1,9 5 0,-12-8-17,0 0 1,1 0 0,-1 0-1,0 0 1,1-1 0,-1 1-1,1-1 1,-1 0 0,1 1 0,-1-1-1,1 0 1,-1 0 0,1-1-1,-1 1 1,1-1 0,-1 1-1,0-1 1,1 0 0,-1 0-1,1 1 1,-1-2 0,0 1 0,0 0-1,0 0 1,0-1 0,0 1-1,0-1 1,0 0 0,0 0-1,2-2 1,8-13-902,-1 0-1,0-1 1,-1 0-1,-1 0 1,-1-1 0,0 0-1,7-33 1,1-22-3970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6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9668,'0'0'8500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7.2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10981,'0'0'6558,"0"1"-5910,1 494 4071,-2 413-3019,1-658-1641,2-238-94,-1-12 31,-1 0 0,0 0 0,1 0 0,-1 1 0,0-1 0,0 0 0,1-1 0,-1 1 0,0 0 0,1 0 0,-1 0 0,0 0 0,0 0 0,1 0 0,-1 0 0,0 0 1,0 0-1,1-1 0,-1 1 0,0 0 0,0 0 0,1 0 0,-1 0 0,0-1 0,0 1 0,0 0 0,1 0 0,-1-1 0,0 1 0,0 0 0,0 0 0,0-1 0,0 1 0,0 0 0,0 0 0,1-1 0,-1 1 0,0 0 0,0 0 0,0-1 0,4-9-160,1 0-1,-1 0 1,-1-1-1,0 1 1,2-17-1,5-62-1449,-8 61 835,6-151-6942,-8 91 1654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7.6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57 9636,'0'0'6764,"8"-10"-6359,25-27-173,-25 28-56,-8 13 110,0 1236 6741,0-1220-6970,-1 39 129,3-1-1,12 78 1,0-81-108,-13-52-78,0 0 1,0-1 0,0 1-1,1 0 1,-1-1 0,1 1-1,0-1 1,0 1 0,-1-1-1,2 0 1,-1 0 0,0 0-1,0 0 1,4 2 0,-5-3-1,0-1-1,0 1 1,0-1 0,0 0 0,0 1 0,0-1 0,0 0 0,0 0 0,0 1 0,0-1 0,0 0 0,0 0 0,0 0 0,0 0 0,0-1 0,0 1 0,0 0 0,0 0 0,0-1 0,0 1 0,0 0 0,2-2 0,-1 1-11,0-1-1,0 1 1,0-1 0,0 0-1,-1 0 1,1 0 0,0 0-1,-1 0 1,1 0-1,0-3 1,7-12-148,-2-1-1,0 0 1,-1 0-1,5-26 1,10-84-1584,-13-51-4243,-8 97 647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7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0 12358,'0'0'7328,"-3"38"-6661,-18 433 2348,20-398-2566,4 130 607,-2-178-906,5 28 0,-5-47-135,0 0 0,1 0 0,0 0-1,0 0 1,0-1 0,1 1 0,0 0-1,0-1 1,4 6 0,-6-9-13,0-1 0,0 1 1,1-1-1,-1 1 0,0-1 0,1 0 1,-1 0-1,1 0 0,0 1 0,-1-1 1,1 0-1,0-1 0,0 1 0,-1 0 1,1-1-1,0 1 0,0-1 0,0 1 1,0-1-1,0 0 0,0 0 1,0 0-1,0 0 0,0 0 0,-1 0 1,5-1-1,-3 0-5,0-1 1,1 1-1,-1-1 0,0 0 1,0 0-1,0 0 0,0 0 1,0-1-1,-1 1 0,1-1 1,-1 1-1,0-1 1,1 0-1,0-3 0,11-17-168,-1-1 0,16-43 0,14-60-1098,-36 105 952,5-18-487,-2-1 1,-2 0-1,-1 0 1,-2-1-1,-1-50 1,-3 78 649,-1 0 0,-1 0-1,-1-1 1,0 1 0,0 0 0,-1 1 0,-1-1 0,-1 1 0,0-1 0,0 1 0,-1 0-1,-1 1 1,0 0 0,-1 0 0,0 0 0,-15-15 0,16 19 373,-2-1 0,1 1 0,-1 1 0,0-1 0,-1 2-1,1-1 1,-1 1 0,-1 1 0,1 0 0,-1 0 0,0 1 0,0 0 0,0 1 0,0 0 0,-1 1 0,-20-1 0,24 3 38,4-1-218,0 1 1,0 0-1,0 0 0,0 0 1,0 1-1,0-1 1,0 1-1,0 0 0,1 0 1,-1 1-1,0-1 0,0 1 1,-3 2-1,-9 4-1521,4-6-5784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8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259 1 15319,'0'0'7737,"-20"34"-6811,-59 114-462,75-139-459,0 0-1,1 1 1,-1-1 0,2 1-1,-1 0 1,1 0 0,1 0-1,0 0 1,1 0 0,-1 0-1,3 19 1,0-6-34,-1-15-34,0 0 0,0 0 0,1 0 1,0 0-1,0 0 0,1 0 1,0 0-1,0-1 0,1 0 1,0 1-1,10 12 0,2-1-307,1-1 1,31 27-1,-30-29 255,-10-9 119,0 0 0,-1 0 0,0 1 0,-1 0 0,0 1 0,9 14 0,-13-20-9,-1 1-1,0-1 1,0 0-1,0 0 1,0 0-1,0 1 1,0-1-1,-1 0 1,0 1-1,0-1 1,0 1-1,0-1 1,0 0-1,-1 1 1,1-1-1,-1 0 0,0 1 1,0-1-1,0 0 1,0 0-1,-1 0 1,1 0-1,-1 0 1,0 0-1,-4 4 1,-4 4 3,0 0 1,-1-1-1,-1 0 0,0-1 1,0-1-1,-20 11 1,-86 37 41,115-55-40,-45 17-233,44-17 126,0 0 0,0 0-1,0 0 1,-1 0 0,1-1 0,0 0 0,0 0 0,-1 0 0,-5-1 0,9 0 23,1 1 0,-1 0 0,1 0 0,0 0 0,-1-1 0,1 1 0,-1 0 0,1 0 0,0-1 0,-1 1 0,1 0 0,0-1 0,-1 1 0,1 0 0,0-1 0,0 1 0,-1-1 0,1 1 0,0 0 0,0-1 0,0 1 0,-1-1 0,1 1 0,0-1 0,0 1 0,0-1 0,0 1 0,0-1 0,0 1 0,0-1 0,-1-42-4902,1-19-3456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8.6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312 19 16952,'0'0'5517,"-17"-5"-5221,9 2-250,1 1-7,1 0-1,-1 0 1,1 1 0,-1-1 0,0 2-1,-10-1 1,14 1-22,-1 0 0,0 1-1,0 0 1,1 0 0,-1 0 0,0 0-1,1 1 1,0-1 0,-1 1 0,1 0 0,0 0-1,-1 0 1,1 1 0,1-1 0,-1 1-1,0-1 1,-4 6 0,-12 17 137,1 1 0,2 0-1,0 2 1,2-1 0,1 2 0,1 0-1,2 0 1,-14 58 0,15-37 123,2-1-1,2 1 1,2 0-1,7 89 1,-3-128-255,0-1 0,1 1 0,0 0 0,1-1 0,0 0 0,0 0 1,1 0-1,1 0 0,7 12 0,-8-17-24,0 1 1,0 0-1,1-1 1,0 0-1,0 0 0,1 0 1,-1-1-1,1 0 1,0 0-1,0 0 0,1-1 1,-1 0-1,1 0 1,11 3-1,-8-3-79,0 0 1,1-1-1,-1 0 0,0-1 0,1 0 0,-1-1 1,1 0-1,0-1 0,-1 0 0,0-1 0,1 0 1,-1 0-1,0-1 0,0 0 0,0-1 1,0 0-1,17-11 0,-1-5-1320,0-1-1,-2-1 1,30-35 0,2-8-4122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9.0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72 14695,'0'0'6936,"-2"29"-6506,-2 86 478,11 135 1,-6-234-800,17 113 681,-14-111-692,0 0 1,2-1 0,0 0 0,0 0-1,10 17 1,-14-31-89,0 1 0,1-1 0,-1 0-1,1 0 1,0 0 0,0 0 0,0 0 0,0 0 0,0-1 0,0 0 0,1 1 0,4 1-1,-6-3-10,0 0-1,0 0 0,1-1 0,-1 1 0,0 0 1,0-1-1,0 0 0,1 0 0,-1 0 0,0 0 1,0 0-1,1 0 0,-1 0 0,0-1 0,0 1 1,1-1-1,-1 1 0,0-1 0,0 0 0,0 0 1,0 0-1,0 0 0,3-3 0,-1 0-27,1 0 0,-1-1 0,0 0 0,0 0 0,-1 0 0,1 0 0,3-8 0,20-48-442,-20 44 291,8-18-493,-1-1-1,-2 0 0,-2-1 1,-1 0-1,-2-1 0,-2 0 1,2-68-1,-7 97 534,0 0 0,-1-1 0,0 1 0,-1 0 0,0 0 0,0 0 0,-1 0 0,0 0 0,0 1-1,-1-1 1,0 1 0,-1 0 0,1 0 0,-2 0 0,-7-9 0,-1 1 154,-1 0 0,0 2 0,-25-19 0,31 26 237,-1 1 0,1 0-1,-1 0 1,-1 1 0,1 0 0,-1 1 0,-21-6-1,29 10-149,0-1 0,0 1-1,0-1 1,0 1 0,0 0-1,0 0 1,0 0 0,0 1-1,0-1 1,-3 2 0,-5 6-1413,7 10-4276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9.3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56 17336,'0'0'3340,"0"8"-3020,2 33-178,9 49 0,0-6 209,1 429 1683,-13-346-1701,-6 336 288,8-651-995,-16-369-3051,-6 110 378,22 375 3034,0 1 0,2 0-1,9-42 1,-7 55 135,0 1 0,1 0 0,0 0 0,2 1 0,0 0 0,1 0 0,11-16 1,-15 26 39,0-1 0,1 1 0,0 1 0,0-1 0,0 1 0,0 0 0,1 0 0,0 1 1,0 0-1,0 0 0,13-5 0,-15 8-67,0-1-1,0 1 1,0 0 0,0 0-1,0 0 1,1 1 0,-1 0-1,0 0 1,0 0 0,0 0-1,0 1 1,0 0 0,1 0 0,-1 1-1,-1-1 1,1 1 0,0 0-1,0 0 1,6 5 0,-3-1-14,-1 0 1,0 1-1,0-1 1,-1 2 0,0-1-1,0 1 1,-1 0-1,0 0 1,0 0 0,-1 1-1,0 0 1,-1 0-1,0 0 1,3 12 0,0 5 52,-1 0 0,-1 0 0,0 54 0,-4-58-52,-1-1 0,-1 1 0,0 0 0,-2-1 0,-9 33 0,9-43-72,-1 0-1,0 0 1,0 0 0,-1-1 0,-1 0-1,1 0 1,-2 0 0,1-1 0,-2 0-1,1-1 1,-15 12 0,15-14-87,0 0 0,-1-1 0,1 0 0,-1-1 0,0 0 0,0 0 0,-1-1 0,1 0 0,-20 3 0,24-5-98,0-1 1,0 0-1,0 1 1,0-1-1,0-1 0,0 1 1,0-1-1,0 0 1,0 0-1,1 0 1,-1-1-1,0 0 1,0 0-1,1 0 0,-1 0 1,1-1-1,0 0 1,0 0-1,0 0 1,0 0-1,-4-5 1,2 0-568,1 1 1,-1-2 0,2 1 0,-1 0-1,-4-15 1,-17-57-7246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49.6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1 490 9893,'0'0'14019,"23"-14"-13712,-6 4-283,-2 2-36,-1 0-1,0-1 1,-1-1-1,0 0 0,0-1 1,-1 0-1,0-1 1,-1 0-1,16-25 1,-18 24-128,-2-2 0,0 1 0,0-1 0,-1 0 1,-1 0-1,-1 0 0,0-1 0,-1 0 0,-1 1 0,0-1 0,-1-19 1,0 28 57,-2 1 1,1-1 0,-1 0 0,0 0 0,0 1-1,0-1 1,-1 1 0,0-1 0,-1 1-1,1 0 1,-1 0 0,-1 0 0,-5-9 0,5 11 105,1 1 1,-1-1 0,1 1-1,-1 0 1,0 1 0,0-1 0,0 1-1,-1-1 1,1 1 0,0 0-1,-1 1 1,0-1 0,1 1-1,-1 0 1,0 0 0,1 1 0,-1-1-1,0 1 1,-9 0 0,12 0 18,-1 0 0,1 1 1,-1-1-1,1 0 0,-1 1 1,1-1-1,0 1 0,-1 0 1,1 0-1,0 0 0,0 0 1,-1 0-1,1 1 0,0-1 0,0 0 1,0 1-1,1 0 0,-1-1 1,0 1-1,1 0 0,-3 3 1,0 2 43,1 0 1,0 0-1,0 1 1,1-1 0,-1 1-1,0 9 1,-5 37 343,3 1 0,2 85 0,3-135-404,0 29 176,2-1 0,1 1-1,2-1 1,10 39 0,-8-49-114,1 0 1,1-1 0,0 0-1,2 0 1,1-1-1,22 31 1,-24-40-108,0 0 0,0-1 0,1 0-1,1-1 1,-1-1 0,2 1 0,-1-2 0,1 0 0,0 0 0,1-1-1,0-1 1,26 9 0,-28-12-196,-1-1-1,1 1 1,0-2-1,0 1 1,0-2-1,0 0 1,0 0-1,-1-1 1,1 0 0,0-1-1,0-1 1,-1 0-1,1 0 1,-1-1-1,0-1 1,18-9-1,-17 6-1245,-1 0 0,0 0 0,19-19 0,23-34-11028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0.1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 1425,'0'0'18984,"251"43"-18391,-92-31-209,17-12-384,-7 0-560,-3-12-1585,-15-22-1377,-26-3-3073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0.5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132 0 9925,'0'0'1632,"238"193"-303,-155-100 464,-11 9-337,-24 1-607,-30 2 175,-18 7 289,-31 0-177,-45 0-575,-10-16-289,-8-25-192,1-27-80,14-32-64,13-12-881,22-9-1360,23-41-1536,21-12-3283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1.8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97 1 6131,'0'0'5682,"-8"2"-5031,-24 6-101,24-6 1400,-6-6-256,12 3-1295,0 0 0,-1 0 0,1 0 0,0 1 0,-1-1 0,1 1 0,0 0 0,-4 0 0,-5-1-162,15 0-16,22 0 4,51 0-145,0 4 0,107 17 0,-74 2-84,148 9 0,-146-27 25,-1-4-1,185-26 1,-249 18-53,-11 1-67,0 2-1,49 0 0,-85 16-95,1 2-3,1 13 285,-4-13-4674,5-20-2083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2.1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6259,'0'0'8961,"-20"38"-7347,-63 127 64,59-116-495,-19 62-1,35-86-868,2-11-70,2 0 1,0 0-1,0 0 0,1 0 1,1 1-1,-1 15 0,3-30-242,0 0-1,0 0 1,1 0-1,-1 1 1,0-1 0,0 0-1,0 0 1,0 0-1,0 0 1,0 0 0,0 0-1,0 1 1,0-1-1,0 0 1,0 0-1,0 0 1,0 0 0,0 0-1,0 0 1,1 0-1,-1 1 1,0-1-1,0 0 1,0 0 0,0 0-1,0 0 1,0 0-1,1 0 1,-1 0-1,0 0 1,0 0 0,0 0-1,0 0 1,0 0-1,1 0 1,-1 0 0,0 0-1,0 0 1,0 0-1,0 0 1,0 0-1,0 0 1,1 0 0,-1 0-1,0 0 1,0 0-1,0 0 1,0 0-1,0 0 1,1 0 0,-1 0-1,0 0 1,0-1-1,0 1 1,10-6-38,12-15-552,0-1 0,-2-1 0,18-26 1,53-82-6592,-51 67 784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2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13958,'114'248'2690,"-142"-167"-1298,-3 3 529,4-13-656,6-12-449,14-18-288,7-20-384,31-46-3089,7-24-400,7-13-3987</inkml:trace>
  <inkml:trace contextRef="#ctx0" brushRef="#br0" timeOffset="1">738 432 16808,'0'0'5474,"287"100"-5474,-149-100-16,10 0-496,4 0-368,6 0-225,-6 0-1072,-14-6-2337,-24-1-7556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3.3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7075,'0'0'5411,"2"37"-4632,34 293 2118,0 89 909,-35 0-1679,-3-334-1649,-22 137 0,17-186-288,4-27-21,2 0 0,-1 0 0,1-1 0,0 14 0,2-39-209,0 0 0,1 0 1,1 0-1,7-24 0,27-63-499,-34 97 495,203-493-3592,-200 483 3517,1 1 0,1-1 0,1 1 0,0 1 0,1 0 0,22-26 0,-29 38 123,0 1-1,0-1 1,0 1-1,0 0 1,1 0-1,-1 0 1,1 1-1,-1-1 1,1 1-1,0-1 1,-1 1-1,8-1 1,-9 2 34,1 0 1,-1 0 0,1 0 0,-1 0 0,1 1 0,-1-1 0,0 1 0,1-1-1,-1 1 1,1 0 0,-1 0 0,0 0 0,0 0 0,1 0 0,-1 0 0,0 1-1,0-1 1,0 1 0,0 0 0,2 3 0,4 5 130,-1 0 0,-1 0 0,0 1 0,0 0-1,-1 0 1,-1 0 0,5 18 0,-2-2 186,-1 0-1,3 39 0,-5-22 15,-2-1 0,-3 1-1,-9 72 1,6-92-294,-1-2 0,0 1-1,-2-1 1,-1 1 0,-1-2 0,-1 0 0,0 0-1,-20 28 1,24-41-83,1 0 0,-1-1 0,-1 0 0,1-1 0,-1 1 0,0-1 0,-1 0 0,1-1 0,-1 0 0,0 0 0,-1 0 0,1-1 0,-1-1 0,0 1 0,0-2 0,0 1 0,0-1 0,0 0 0,-1-1 0,1 0 0,0-1 0,-13 0 0,17 0-52,0 0-1,1 0 1,-1 0 0,1-1-1,-1 0 1,1 0-1,-1 0 1,1 0 0,0-1-1,-1 0 1,1 1 0,0-2-1,0 1 1,0 0 0,1-1-1,-1 0 1,0 0 0,1 0-1,0 0 1,0 0-1,0-1 1,0 1 0,0-1-1,1 0 1,-1 0 0,1 0-1,0 0 1,1 0 0,-1-1-1,1 1 1,-2-9-1,0 4-363,1-1 0,0 0 0,1 1 0,0-1-1,1 0 1,0 0 0,0 1 0,1-1 0,0 0 0,1 1-1,0-1 1,1 1 0,0-1 0,0 1 0,1 0-1,0 0 1,6-10 0,3 3-2244,22-22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3.7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0 569 1409,'0'0'19040,"34"-33"-18498,115-111-425,-42 52-167,-76 66-245,-2 0 1,32-38 0,-55 59 150,-1-1 1,0-1-1,0 1 1,0-1 0,-1 0-1,0 0 1,-1 0-1,1-1 1,-2 1 0,1-1-1,-1 0 1,0 0-1,0 0 1,-1 0 0,1-15-1,-2 21 140,0 0-1,-1 0 1,1-1-1,0 1 1,-1 0-1,0 0 0,1 0 1,-1 0-1,0 0 1,0 0-1,0 0 1,0 0-1,0 0 1,-1 1-1,1-1 1,0 0-1,-1 1 1,0-1-1,1 1 0,-1 0 1,0-1-1,0 1 1,1 0-1,-1 0 1,0 0-1,0 0 1,0 0-1,0 1 1,0-1-1,-1 0 1,1 1-1,-2-1 0,-9 0 90,0-1 0,0 1 0,-1 1 0,-14 2 0,23-2-43,1 1-1,-1 0 1,1 0 0,0 0-1,-1 0 1,1 1 0,0 0 0,0 0-1,0 0 1,0 0 0,0 0-1,1 1 1,-1 0 0,1 0-1,0 0 1,-1 0 0,1 0-1,1 1 1,-1-1 0,0 1 0,-1 4-1,-5 8 240,1 0-1,1 1 0,-9 35 0,3-2 378,2 0 0,-7 78-1,10 105 943,7-224-1532,1 1 1,1 0-1,0 0 1,0 0 0,1-1-1,0 1 1,1-1 0,6 15-1,-7-19-55,1-1 0,-1-1-1,1 1 1,0 0-1,0-1 1,0 1 0,1-1-1,-1 0 1,1 0-1,0 0 1,0-1 0,0 1-1,0-1 1,0 0-1,0 0 1,1 0-1,-1-1 1,1 0 0,8 2-1,-2-1-70,1-1 1,0 0-1,1-1 0,-1 0 0,0 0 0,0-2 0,0 1 0,-1-2 1,1 1-1,0-2 0,-1 0 0,1 0 0,-1-1 0,0 0 0,-1-1 1,14-9-1,-6 3-667,0-2 0,-1 0 0,15-18 1,-8 7-2441,24-35 0,3-18-7880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4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427 653 11717,'0'0'5227,"-11"-14"-5166,-36-44 115,44 55-111,0 0 0,0 0 0,-1 0 0,1 1 0,-1-1 0,1 1 0,-1 0 0,0 0 0,0 0 0,0 0 0,0 1 0,0-1 0,0 1 0,-1 0 0,1 0 0,0 1 0,-1 0 0,1-1 0,0 1 0,-1 1 0,1-1 0,-6 2 0,-12-1 273,17-1-282,0 0 0,0 1 0,0 0 0,1 0 1,-1 0-1,0 0 0,1 1 0,-1 0 0,1-1 0,-1 2 0,1-1 0,0 1 1,0-1-1,0 1 0,0 0 0,1 0 0,-1 1 0,1-1 0,0 1 0,-5 7 0,-3 6 138,1 0 0,1 1-1,-13 35 1,19-46-149,-19 53 289,2 1 0,3 0 0,3 2 0,3 0-1,2 0 1,3 1 0,3 83 0,2-143-325,1-1 0,1 1 0,-1-1-1,0 0 1,1 1 0,0-1 0,-1 0 0,1 0 0,1 0 0,-1 1 0,0-1 0,1 0 0,-1-1 0,1 1 0,0 0-1,0 0 1,0-1 0,1 1 0,-1-1 0,1 0 0,4 4 0,-3-4-1,1 0 1,1 0-1,-1-1 1,0 1 0,0-1-1,0 0 1,1-1-1,-1 1 1,1-1-1,-1 0 1,0-1-1,10-1 1,-6 1-14,-1-1 0,1-1 0,-1 1 1,0-1-1,0-1 0,0 1 0,0-1 1,-1-1-1,0 1 0,0-1 1,0 0-1,11-12 0,3-5-188,-1-1 1,22-34-1,-28 38-8,17-25-811,-2-2-1,32-65 0,-48 81 415,-1 0-1,-1-1 0,-2 0 1,0-1-1,4-40 1,-8 6 188,-2 1 1,-3-1 0,-3 1-1,-3-1 1,-2 1 0,-32-115-1,23 121 838,7 27 152,2-1 1,-6-38-1,17 120 3076,-5 53-2767,1-10-373,1 1039 3102,0-1119-3617,-1-10-1,1 0-1,0 0 0,-1 0 1,1 0-1,0 0 0,0 0 0,1 0 1,-1 0-1,0 0 0,1 0 0,-1 0 1,1 0-1,0 0 0,-1 0 0,1 0 1,0-1-1,0 1 0,0 0 0,3 2 1,-4-3-6,0-1 0,0 0 1,1 0-1,-1 0 0,0 0 1,1 0-1,-1 0 1,0 1-1,0-1 0,1 0 1,-1 0-1,0 0 0,1 0 1,-1 0-1,0 0 1,1 0-1,-1 0 0,0 0 1,1 0-1,-1 0 0,0-1 1,0 1-1,1 0 1,-1 0-1,0 0 0,1 0 1,-1 0-1,0-1 0,0 1 1,1 0-1,-1 0 1,0 0-1,0-1 0,1 1 1,-1 0-1,0 0 0,0-1 1,0 1-1,0 0 1,1-1-1,7-16-290,-8 17 289,36-117-2352,-7 20-1578,1 11-1636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4.9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515 186 672,'0'0'14322,"-6"-5"-14085,4 3-143,-1 0 2,1 0 0,0 0 0,0 1 0,0-1 1,1 0-1,-1-1 0,0 1 0,1 0 0,0 0 0,-1-1 0,1 1 1,0-1-1,0 1 0,0-1 0,1 1 0,-1-1 0,1 1 0,-1-1 1,1 0-1,0-3 0,1-14 1181,-1 14-1238,1-1 1,-1 1-1,-1 0 0,1 0 0,-2-7 1,1 12-39,0-1 1,1 1-1,-1 0 1,0 0 0,-1-1-1,1 1 1,0 0 0,0 0-1,0 0 1,-1 0-1,1 0 1,0 1 0,-1-1-1,1 0 1,-3 0-1,-23-8 46,-25-8 654,44 13-609,0 1 0,0 0 0,-1 1 0,1 0 0,-1 0 0,1 0 0,-1 1 0,0 1 0,1 0-1,-15 1 1,20-1-65,1 1-1,-1-1 0,0 1 0,1 0 0,-1 0 0,1 0 0,-1 1 1,1-1-1,0 1 0,-1-1 0,1 1 0,0 0 0,-3 3 0,-22 33 402,24-34-378,-21 39 638,2 2 1,-30 85 0,-15 101 801,56-189-1242,1 1 0,3 0 0,1 1 0,0 45 0,6-88-245,0 1 0,0-1 0,0 0 0,0 0 0,0 1 0,0-1 0,0 0 0,0 0 0,1 0 0,-1 1 0,0-1 0,1 0 0,-1 0 0,1 0 0,-1 0 0,1 0 0,0 0 0,-1 0 0,1 0 0,0 0 0,0 0 0,1 1 0,0-1-2,0 0 0,1-1 0,-1 1 0,0-1 0,0 1 0,1-1-1,-1 0 1,0 0 0,5-1 0,4 1-1,-2 0-21,-1-1 1,1 0 0,-1-1 0,0 1-1,0-2 1,0 1 0,0-1-1,0 0 1,-1-1 0,1 0 0,-1 0-1,0 0 1,8-8 0,9-8-207,-2-1 1,27-32 0,-46 49 199,19-21-470,-1-2-1,-1 0 1,25-48-1,-35 57 57,-2-1 0,0 0-1,-1 0 1,-2 0 0,1-1 0,-2 0-1,2-25 1,-4-54-1101,-6 81 1974,4 18-408,0 0 0,0-1 0,0 1 0,-1 0 0,1 0-1,0 0 1,0 0 0,-1-1 0,1 1 0,0 0 0,0 0 0,-1 0 0,1 0 0,0 0 0,0 0 0,-1 0 0,1 0 0,0 0-1,0 0 1,-1 0 0,1 0 0,0 0 0,0 0 0,-1 0 0,1 0 0,0 0 0,0 0 0,-1 0 0,1 0 0,0 0 0,0 0-1,-1 0 1,1 1 0,0-1 0,-1 0 0,0 2 85,-1 0-1,0-1 1,1 1-1,-1 0 1,1 0-1,0 0 1,-1 0-1,1 1 1,0-1-1,0 0 1,0 0-1,1 1 1,-2 2-1,-4 28 480,1-1 1,-2 49-1,7 73 221,1-78-560,-2-42-283,0-12 88,1-1 0,0 1 0,2-1 0,8 39 0,-9-56-100,0 1 0,0-1 1,1 0-1,0 0 0,0 0 0,0 0 0,0 0 0,0 0 0,1-1 0,0 1 1,0-1-1,0 1 0,0-1 0,0 0 0,1 0 0,-1-1 0,1 1 0,0-1 1,0 1-1,0-1 0,0-1 0,0 1 0,0 0 0,1-1 0,-1 0 0,0 0 1,1 0-1,7 0 0,-2-1-279,0 0 1,0-1 0,1 1 0,-1-2-1,0 0 1,0 0 0,0-1 0,17-7-1,1-3-1760,41-27 0,-40 23 348,43-26-4810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5.5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2017,'0'0'16445,"0"-5"-15367,0-10 1098,0 50-1564,10 728 1434,-10-166-1240,-1-574-741,0-19-54,1-1 0,0 1 0,0-1 0,0 1 0,0-1 0,0 0 0,1 1 0,0-1 0,0 0 0,1 6 0,2-16 10,0-12-47,9-221-1258,-17-8-604,4 238 1829,-6-133-984,0-136-905,7 250 1773,1 0 0,2 1 0,1-1 0,1 1 0,18-53 0,-18 67 195,0-1 0,1 1 0,1 0 0,0 0-1,1 1 1,0 0 0,1 1 0,1 0 0,0 0 0,0 1-1,1 1 1,16-11 0,-21 16 83,1 1-1,0 0 0,0 0 1,0 1-1,1 0 1,-1 0-1,1 1 1,-1 0-1,1 1 1,0 0-1,0 0 0,0 1 1,-1 0-1,1 1 1,0-1-1,0 2 1,0-1-1,-1 1 1,13 5-1,-13-2 12,0 0 1,-1 0-1,0 1 1,0-1-1,0 2 1,-1-1-1,1 1 1,-2 0-1,1 0 0,7 13 1,-3-2 48,-1 0 0,0 0-1,12 37 1,-15-32 16,-1-1 0,0 0 0,-2 1 0,-1 0 0,-1 0 0,-1 0 1,0 0-1,-8 44 0,4-55-128,0 0 0,0 0 0,-1 0 1,-1 0-1,0-1 0,0 0 0,-2 0 1,-9 12-1,12-16-40,-1-1 1,0 0 0,0 0-1,-1 0 1,1 0 0,-1-1-1,0 0 1,0-1 0,-1 0-1,0 0 1,0 0 0,0-1-1,-9 3 1,9-5-59,0 0 0,1 0-1,-1 0 1,0-1 0,1 0 0,-1 0 0,-10-3-1,14 2-21,0 0-1,0 0 0,0-1 0,0 1 0,0-1 1,0 0-1,1 0 0,-1 0 0,1-1 0,-1 1 0,1-1 1,0 0-1,0 0 0,-4-6 0,0-2-277,0 0 0,1 0-1,0-1 1,1 0-1,1 0 1,0 0 0,0-1-1,1 1 1,-2-22 0,1-15-2627,2-57 0,2 80 1377,0-64-6132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6.1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47 9556,'0'0'7820,"0"-8"-6980,-3-23-106,3 23 707,0 14-1185,2 42 43,13 69 1,-8-64 24,20 189 1498,-6 279 0,-21-424-1572,8 234 735,-7-325-957,-1 0-2,0 0 1,0 0-1,1 0 1,0 0 0,0-1-1,1 1 1,0 0 0,0-1-1,0 1 1,5 8 0,-7-14-26,1 1 0,-1-1 0,0 0 0,0 1 0,1-1 0,-1 0 0,0 0 0,0 1 0,1-1 0,-1 0 0,0 0 0,1 0 0,-1 1 1,0-1-1,1 0 0,-1 0 0,1 0 0,-1 0 0,0 0 0,1 0 0,-1 0 0,0 0 0,1 0 0,-1 0 0,1 0 0,-1 0 0,0 0 0,1 0 1,-1 0-1,0 0 0,1 0 0,-1 0 0,0-1 0,1 1 0,-1 0 0,0 0 0,1 0 0,-1-1 0,0 1 0,1 0 0,-1 0 0,0-1 0,0 1 1,1 0-1,-1-1 0,0 1 0,0 0 0,0-1 0,1 1 0,3-8-22,-1 1 0,0-1 0,0 0 0,-1 0 0,1 0 0,-2 0 0,2-10 0,2-10-113,26-143-1049,-16 82-688,43-150 1,-50 219 1585,0 0 1,1 0-1,1 1 1,21-29 0,-28 44 270,0 0 0,1-1 0,-1 2 0,1-1 0,9-6 1,-12 9 27,0 0 1,0 0 0,0 1-1,0-1 1,0 1-1,0-1 1,0 1 0,0 0-1,0-1 1,0 1 0,0 0-1,0 0 1,1-1 0,-1 1-1,0 0 1,0 0 0,0 0-1,0 1 1,1-1-1,-1 0 1,0 0 0,0 1-1,0-1 1,0 0 0,0 1-1,0-1 1,0 1 0,0 0-1,0-1 1,0 1-1,0 0 1,0-1 0,0 1-1,1 1 1,2 4 84,-1-1 0,1 1 0,-1-1 0,0 1 1,0 0-1,-1 1 0,3 10 0,11 54 477,-6-3 222,3 102 1,-13 75 350,-1-106-590,1-137-705,0-9-401,1-15-176,1 0 0,1 0 0,7-27 1,24-69-5211,-32 110 5286,22-64-6896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6.9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370 274 8740,'0'0'4994,"5"-10"-4031,-3 5-1170,3-4 836,-1 0 0,0-1 0,-1 1-1,0-1 1,0 0 0,-1 0 0,2-14 0,-4 17-694,0 1 116,0 1 0,0-1 0,0 0 1,-1 0-1,1 0 0,-1 1 0,-1-1 1,1 0-1,-1 1 0,0-1 0,-3-5 1,-4-6 53,-20-30 515,25 44-614,0 0 1,0 0-1,0 1 0,-1 0 0,-8-4 1,7 5 49,-1 0 0,1 0 0,0 1 0,-1 0 0,-11 1 0,-7 1-22,21-3-36,-1 1 0,1 0 0,0 0 0,-1 0 0,1 1 0,-1 0 0,1-1 0,0 2 0,0-1 0,-1 0 0,1 1 0,0 0 0,0 0 0,0 0 0,1 0 0,-1 1 0,1-1 0,-1 1 0,1 0 0,-4 4 0,-3 6 72,0 0 0,1 1 0,1 0 0,0 0 0,1 1 0,-10 27 0,-21 100 920,35-133-928,-13 69 629,4 1 0,3 0 0,1 97 0,8-162-609,-1-6-12,1 1 1,1-1 0,-1 1-1,4 13 1,-3-20-63,-1 0 0,1-1 0,-1 1 0,1 0 0,0-1-1,0 1 1,0 0 0,0-1 0,0 1 0,0-1 0,1 0 0,-1 1 0,0-1-1,1 0 1,-1 0 0,1 0 0,-1 0 0,1 0 0,0 0 0,-1 0 0,1 0-1,0-1 1,0 1 0,-1 0 0,4-1 0,1 1-18,0 0 1,0-1-1,0 0 0,0 0 1,1-1-1,-1 1 0,0-1 0,0-1 1,0 1-1,0-1 0,0 0 1,-1 0-1,1-1 0,-1 0 1,1 0-1,-1 0 0,9-8 1,3-4-235,0-1 1,-1 0 0,20-27 0,-24 27-73,-1 1 1,-1-2 0,0 1-1,-1-1 1,-1-1 0,0 0-1,-2 0 1,0 0 0,-1-1-1,-1 0 1,0 0 0,-2 0-1,0 0 1,-1-21 0,0-5-380,0 24 683,0 0 0,-2 0 0,0 0 0,-1 0 0,-2 0 0,-6-26 0,5 31 807,4 14 136,1 5-115,14 171 845,-1-32-1068,-11 119 208,-2-258-819,0-1 1,0 0 0,1 1-1,-1-1 1,1 1-1,0-1 1,-1 0 0,1 0-1,0 1 1,1-1-1,0 2 1,-1-3-17,-1-1 1,0 0-1,1 1 0,-1-1 1,0 0-1,1 1 0,-1-1 1,0 0-1,1 0 0,-1 1 1,1-1-1,-1 0 0,1 0 1,-1 0-1,0 1 0,1-1 1,-1 0-1,1 0 0,-1 0 1,1 0-1,-1 0 0,1 0 1,0 0-1,0-1-68,0 1 0,0-1-1,0 1 1,0-1 0,0 1 0,0-1-1,0 0 1,0 1 0,0-1 0,-1 0-1,1 0 1,0 0 0,0 0 0,0-1-1,7-12-1121,-1-1 1,0 0-1,-1 0 0,0-1 0,5-29 0,-2 11-2000,9-34-5618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7.3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452 16 4738,'0'0'12870,"-6"-3"-11307,2 1-1449,0 0-1,1 1 1,-1-1-1,0 1 0,0 0 1,-1 0-1,1 0 1,0 1-1,0-1 0,0 1 1,0 0-1,0 0 0,-1 0 1,1 1-1,0 0 1,0 0-1,-5 1 0,-5 5 47,1 0 0,0 1 0,0 0 0,0 1 0,1 1 0,1 0 0,0 1 0,0 0 0,1 0-1,0 1 1,1 0 0,0 1 0,1 0 0,1 1 0,-8 17 0,10-14-115,0-1 1,1 1-1,1 0 0,1 1 1,0-1-1,2 0 0,2 34 1,-2-50-46,0 7-12,1 0-1,0 0 1,1 0 0,0 0 0,0 0 0,1-1 0,5 12 0,2 1-70,18 24 1,-1 0 58,-24-39 18,0 0 0,-1 0 1,0 0-1,0 1 0,0-1 1,0 1-1,-1 0 0,0-1 0,-1 1 1,1 0-1,-1 0 0,0 6 1,0-10-2,0 0 1,0-1-1,-1 1 1,1-1-1,0 1 1,-1 0-1,1-1 1,-1 1-1,1-1 1,-1 1-1,0-1 1,0 0-1,1 1 1,-1-1-1,0 0 1,0 1-1,0-1 1,-3 2-1,1-1 3,1 0 1,-1 0-1,0-1 0,0 1 0,-1-1 0,1 0 0,0 1 0,-6 0 1,-6 0-54,0 0 0,0-1 1,-19 0-1,25-1-37,4-1 14,-1 1 1,1 0-1,0-1 0,0 0 0,0-1 0,0 1 1,0-1-1,1 1 0,-1-2 0,0 1 1,1 0-1,-1-1 0,1 0 0,0 0 1,0 0-1,0 0 0,0-1 0,1 0 1,-1 0-1,1 0 0,0 0 0,0 0 1,1 0-1,-4-8 0,1 2-523,0-1 1,2 1 0,-1-1-1,-2-15 1,3 11-1525,1-1 1,0-22 0,2-9-6970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8.1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398 238 9732,'0'0'6075,"7"-7"-5005,21-21-195,-27 26-762,0 0 0,0 0 1,0 0-1,0 0 0,0 0 0,-1 0 0,1 0 0,0 0 1,-1 0-1,1 0 0,-1 0 0,0 0 0,0-1 0,0 1 1,0 0-1,0 0 0,-1 0 0,0-3 0,0-4 424,1 7-511,0 1 1,0 0-1,-1-1 1,1 1 0,-1 0-1,1 0 1,-1-1-1,1 1 1,-1 0 0,0 0-1,1 0 1,-1 0 0,0 0-1,0 0 1,0 0-1,0 0 1,0 0 0,0 0-1,0 1 1,0-1-1,0 0 1,-1 1 0,1-1-1,0 1 1,-2-1-1,1 0-19,-1 0 0,1 0-1,0-1 1,0 1-1,0-1 1,0 1 0,0-1-1,0 1 1,0-1-1,1 0 1,-3-4 0,-30-25 169,26 22-157,0 1 0,0 0 0,-1 1 0,0 0 0,-17-10 0,22 15-8,0-1 1,-1 1-1,1 0 0,-1 1 1,1-1-1,-1 1 1,0 0-1,0 0 0,0 0 1,0 1-1,0 0 0,1 0 1,-1 0-1,0 0 1,-10 3-1,13-2 5,0 0 0,-1 0 0,1 0 0,0 0 0,0 0 1,0 1-1,0-1 0,0 1 0,0-1 0,0 1 0,0 0 0,0 0 0,-2 3 0,-15 31 212,15-28-161,-28 62 649,4 2-1,3 0 1,-23 105 0,42-143-394,2 0 0,-2 57 0,6-88-305,0 0 1,0 0-1,-1-1 1,2 1-1,-1 0 1,0 0-1,1 0 1,-1-1-1,1 1 1,0 0-1,0-1 1,0 1 0,0 0-1,0-1 1,0 0-1,1 1 1,2 2-1,-1-3-10,0 0-1,0-1 0,0 0 1,0 0-1,0 0 1,1 0-1,-1-1 1,0 1-1,1-1 0,-1 0 1,0 0-1,1 0 1,5-1-1,0 0-44,0 0 0,0-1-1,0 0 1,0-1 0,0 0 0,0 0-1,-1-1 1,1 0 0,-1 0-1,0-1 1,0 0 0,-1-1 0,12-10-1,2-4-325,-1-1 0,-1-1-1,20-29 1,-28 36 7,0 0 1,-2 0-1,1-1 0,-2-1 0,0 0 0,-2 0 0,8-26 1,-12 32 126,-2 9 359,0 4 748,-7 366 1756,7-368-2655,0 0-1,0 1 0,0-1 1,0 0-1,0 0 1,0 1-1,-1-1 1,1 0-1,0 1 1,1-1-1,-1 0 1,0 0-1,0 1 0,0-1 1,0 0-1,0 1 1,0-1-1,0 0 1,0 0-1,0 1 1,0-1-1,1 0 1,-1 0-1,0 1 0,0-1 1,0 0-1,1 0 1,-1 0-1,0 1 1,0-1-1,0 0 1,1 0-1,-1 0 1,0 0-1,0 0 0,1 1 1,-1-1-1,0 0 1,1 0-1,-1 0 1,0 0-1,0 0 1,1 0-1,-1 0 1,0 0-1,1 0 0,-1 0 1,0 0-1,0 0 1,1 0-1,12-10-1599,4-18-1507,0-8-2698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0:58.4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22874,'0'0'3394,"7"6"-4883,0-6 49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3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19 693 10501,'0'0'7350,"-6"6"-6240,5-5-1088,0-1 0,0 1 0,0-1 0,1 1 0,-1 0 0,0-1 1,0 1-1,1 0 0,-1 0 0,1 0 0,-1 0 0,1 0 0,-1-1 0,1 1 1,-1 0-1,1 0 0,0 0 0,-1 0 0,1 0 0,0 0 0,0 0 0,0 0 0,0 1 1,0-1-1,0 0 0,0 0 0,0 0 0,0 0 0,0 0 0,1 1 0,2 1 12,0-1-1,-1 1 0,1-1 0,1 0 1,-1 1-1,0-1 0,1-1 0,-1 1 0,1 0 1,7 1-1,28 11 84,0-2 0,2-2 0,-1-2-1,62 5 1,175-3 39,-244-10-130,391-1 15,265 5-285,-140 52 44,-363-32 218,-168-22 0,-15-3 7,1 1 0,-1 0 0,0 1 1,1-1-1,-1 1 0,0-1 0,1 1 1,-1 0-1,0 0 0,0 0 0,5 3 0,-5 2 1931,0-12-1607,-1-2-426,24-88-1536,-5 0 0,18-196 0,-39 285 1525,1-20-118,2-1 1,9-44-1,-10 71 275,-1 0-1,0 1 1,0-1 0,0 1-1,1-1 1,-1 1-1,0-1 1,1 1 0,-1 0-1,0 0 1,1 0-1,-1-1 1,0 1 0,1 1-1,-1-1 1,0 0-1,1 0 1,-1 0 0,0 1-1,0-1 1,1 1-1,-1-1 1,0 1-1,0-1 1,1 1 0,-1 0-1,0-1 1,0 1-1,0 0 1,1 1 0,4 9-14,-1 0 1,0 0 0,-1 0 0,-1 1 0,4 16 0,-2-10 46,9 47 416,-2 0-1,5 96 0,-11 134 906,-4-89-679,-1-198-716,-2 9 72,2 1 0,1-1-1,0 0 1,1 1 0,6 20 0,-8-37-87,-1 1 0,1-1 0,0 1-1,0-1 1,-1 1 0,1-1 0,0 0 0,1 0 0,-1 1-1,0-1 1,0 0 0,0 0 0,1 0 0,-1 0 0,0 0-1,1 0 1,-1-1 0,1 1 0,-1 0 0,1-1-1,-1 1 1,1-1 0,3 1 0,-3-1-3,1 0 1,0 0-1,-1 0 1,1 0-1,0-1 1,0 1-1,-1-1 0,1 1 1,0-1-1,-1 0 1,1 0-1,-1 0 0,1-1 1,2-1-1,3-4 0,0 0-1,0 0 0,-1 0 0,0-1 1,8-12-1,33-52-89,-44 66 62,29-50-618,-1-2 1,-4-2 0,-2 0-1,-2-2 1,-4 0 0,20-100-1,20-215-2245,-59 366 3164,0 1 1,2 0-1,-1 0 0,1 0 1,1 0-1,-1 1 0,2-1 1,-1 1-1,7-9 0,-11 18-255,1-1-1,-1 1 0,1-1 0,-1 1 1,1-1-1,-1 1 0,1 0 1,-1-1-1,1 1 0,-1 0 0,1-1 1,0 1-1,-1 0 0,1 0 0,-1 0 1,1-1-1,0 1 0,-1 0 1,1 0-1,0 0 0,-1 0 0,1 0 1,0 0-1,-1 0 0,1 1 1,-1-1-1,1 0 0,0 0 0,-1 0 1,2 1-1,-1 0-20,0 0 0,1 0 1,-1 0-1,0 0 0,1 0 0,-1 0 1,0 1-1,0-1 0,0 0 0,0 1 1,0-1-1,0 1 0,0 1 0,7 18 164,0-1-1,-2 2 1,6 30-1,6 75 650,-16-113-745,19 252 1069,-14-144-611,35 193-1,-40-301-507,1 0 0,1 0 0,0 0 0,1-1 0,1 1 0,0-2 0,11 19 0,-15-29-21,-1 1-1,1-1 0,-1 0 0,1 0 1,0 0-1,0 0 0,0-1 1,0 1-1,0 0 0,0-1 1,0 1-1,0-1 0,1 0 1,-1 0-1,1 0 0,-1 0 1,1 0-1,-1-1 0,1 1 1,-1-1-1,1 1 0,0-1 1,-1 0-1,1 0 0,-1 0 0,1 0 1,0-1-1,-1 1 0,1-1 1,-1 0-1,1 1 0,-1-1 1,1 0-1,-1 0 0,1-1 1,-1 1-1,0 0 0,0-1 1,4-3-1,5-4-25,0-2 1,0 1-1,-1-1 0,0-1 1,11-19-1,1-4-266,-1-1 0,-2-1 1,20-56-1,31-127-1274,-37 112 636,-21 69 558,184-505-718,-184 516 1204,-9 19 23,0 0-1,1 0 0,0 0 0,0 1 1,1-1-1,1 1 0,11-14 0,-17 22-121,1 0-1,-1 0 1,0-1-1,0 1 1,1 0 0,-1 0-1,0 0 1,1 0-1,-1 0 1,0 0-1,1 0 1,-1 0-1,0 0 1,0 0-1,1 0 1,-1 0-1,0 0 1,1 0-1,-1 0 1,0 0-1,0 0 1,1 0-1,-1 0 1,0 1-1,1-1 1,-1 0-1,0 0 1,0 0-1,1 0 1,-1 1-1,0-1 1,0 0-1,0 0 1,1 0-1,-1 1 1,0-1-1,0 0 1,0 0-1,0 1 1,1-1-1,-1 0 1,0 1-1,0-1 1,0 0-1,0 0 1,0 1-1,0-1 1,0 1 0,10 29 268,-1 0 1,8 44 0,-9-34-68,36 210 825,-25-123-734,38 129 0,-55-251-312,0 4 4,1 0 1,0-1-1,1 0 1,4 9 0,-7-15-7,0 0 1,0-1-1,1 1 1,-1-1-1,0 1 1,1-1-1,-1 1 1,1-1-1,-1 0 1,1 0 0,0 0-1,-1 0 1,1 0-1,0 0 1,0 0-1,0 0 1,0-1-1,0 1 1,0-1-1,0 1 1,0-1 0,3 0-1,-3 0-10,-1 0 0,0-1 0,0 1 0,1 0 0,-1-1 0,0 1 0,1-1 0,-1 0 0,0 1 1,0-1-1,0 0 0,0 0 0,0 0 0,0 0 0,0 1 0,0-1 0,0-1 0,0 1 0,0 0 0,-1 0 0,1 0 0,0 0 0,0-3 0,12-35-324,-10 29 198,15-67-883,8-28-429,-25 103 1433,0 0 1,-1 0-1,1 0 1,0 0-1,0 0 1,0 0-1,0 0 1,0 0-1,1 1 0,-1-1 1,0 0-1,1 1 1,-1-1-1,1 1 1,0 0-1,-1-1 1,4 0-1,-1 1 34,0-1 0,0 2 1,0-1-1,0 0 0,0 1 0,0 0 0,6 0 0,-2 0 8,16 2 162,0 1-1,-1 1 1,1 1 0,-1 1-1,33 14 1,37 9 146,39-1-223,1-6 0,162 7 1,275-18-65,-545-11-36,128 1 4,186-4-10,-311 2 4,0-2 1,0-1 0,-1-1-1,1-1 1,-1-2 0,0-1-1,33-15 1,-59 23-8,0 1-4,0 0 1,0 0 0,-1-1 0,1 1-1,0 0 1,-1-1 0,1 1 0,0 0-1,-1-1 1,1 1 0,-1-1 0,1 1-1,-1-1 1,1 1 0,-1-1 0,1 0-1,-1 1 1,1-1 0,-1 1 0,0-1-1,1 0 1,-1 1 0,0-1 0,1 0-1,-1 0 1,0 0 0,0 0 339,0 5-504,0 31 127,8 202 71,7-101 1,27 391 29,-41-35-33,-1-492 130,0-4-77,0 4-80,-1-15-212,1 1 1,0-1-1,1 1 1,1 0-1,0-1 1,1 1-1,0 0 1,2 0-1,8-20 1,3 6-1241,2-7-1739,-6 11-1789,-7 5-2752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4.1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75 9316,'0'0'8866,"42"-10"-7455,147-35-587,-152 37-587,0 3 0,1 1-1,68 2 1,-62 2-87,99-1 73,433 19 562,-519-10-813,-9-2-109,54 0 1,-100-6-198,-6 1-330,-158 33-3581,118-23 729,-1-1-1686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4.5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1 184 14150,'0'0'2954,"44"-19"-2127,-1-1-607,12-5 74,0 3 1,2 1-1,80-17 1,-54 23-93,1 4 0,153-1-1,-198 12-171,0 2-1,0 2 0,0 2 0,43 11 1,-54-9 10,0 2 1,-2 0-1,1 2 1,-1 1-1,-1 1 1,30 21-1,-40-24-12,-1 1-1,0 0 1,-1 1-1,0 0 1,-1 1-1,0 0 1,-1 1 0,-1 1-1,-1-1 1,0 2-1,-1-1 1,0 1-1,-1 0 1,4 20 0,-4-16-91,-7-21-10,1 0 1,-1-1-1,0 1 1,0 0-1,0-1 0,0 1 1,0 0-1,0 0 1,0-1-1,0 1 0,1 0 1,-1 0-1,0-1 1,0 1-1,0 0 1,1 0-1,-1 0 0,0-1 1,0 1-1,1 0 1,-1 0-1,0 0 0,0 0 1,1 0-1,-1-1 1,0 1-1,0 0 1,1 0-1,-1 0 0,0 0 1,1 0-1,-1 0 1,0 0-1,0 0 0,1 0 1,-1 0-1,0 0 1,1 0-1,-1 0 0,0 0 1,0 0-1,1 1 1,-1-1-1,0 0 1,0 0-1,1 0 0,-1 0 1,0 0-1,0 1 1,1-1-1,-1 0 0,0 0 1,0 0-1,0 1 1,1-1-1,-1 0 0,0 0 1,0 1-1,0-1 1,0 0-1,0 0 1,0 1-1,1-1 0,-1 0 1,0 1-1,0-1 1,0 0-1,0 0 0,0 1 1,7-27-4853,3-8-4583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4.8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7347,'0'0'5598,"6"42"-3923,47 293 942,7 175 315,-56-195-2270,8 126-635,-12-434-36,16 127-453,-13-117 293,1 0 0,1 0 0,0 0 1,2-1-1,10 22 0,-15-35 71,-1-1 0,1 0 0,0 0 0,0 0 0,0 0-1,0 0 1,5 3 0,-7-5 46,0 1-1,1-1 1,-1 0-1,0 0 1,1 1-1,-1-1 1,1 0 0,-1 0-1,0 0 1,1 1-1,-1-1 1,1 0-1,-1 0 1,1 0 0,-1 0-1,0 0 1,1 0-1,-1 0 1,1 0-1,-1 0 1,1 0-1,-1 0 1,1 0 0,-1 0-1,0 0 1,1 0-1,-1 0 1,1-1-1,-1 1 1,0 0-1,1 0 1,-1 0 0,1-1-1,-1 1 1,0 0-1,1-1 1,-1 1-1,0 0 1,0-1 0,1 1-1,-1 0 1,0-1-1,0 1 1,1 0-1,-1-1 1,0 1-1,0-1 1,0 1 0,0-1-1,1 1 1,-1 0-1,0-1 1,0 1-1,0-1 1,0 0-1,1-37-1801,-1-13-1427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6.4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0 191 7363,'0'0'6577,"10"0"-5158,324 0-209,1068-9-2172,-768 5 795,-445 4 185,336 16 19,-8-1 38,-404-15-78,647 20-1312,-652-10 1337,411 22 113,163-46 129,-442 6-341,-41 2 120,12-5 102,566-35 985,49 7-36,-751 39 2209,-62-6-2860,-6-3-422,-6 9 38,-1 5-3,-2 23 144,-5 32 0,3-39-44,2 1 0,0-1 1,1 1-1,3 23 0,-2-44-146,0 0-1,0 0 1,0 0-1,1-1 0,-1 1 1,1 0-1,-1 0 0,0 0 1,1 0-1,0 0 1,-1 0-1,1-1 0,-1 1 1,1 0-1,0-1 1,-1 1-1,1 0 0,0-1 1,0 1-1,0-1 0,1 2 1,1-1 3,-1 0 1,1 0 0,0-1-1,0 1 1,0-1-1,0 1 1,4-1 0,2 0 1,-1-1 0,1 1 1,0-2-1,13-3 1,-9 0-46,-1 0 0,1-1 0,-1 0 1,0-1-1,-1-1 0,19-15 0,60-61-658,-74 68 514,-1-1-1,0-1 1,13-20 0,-23 30 109,-1 1 0,0-1 0,0 0 0,0 0 0,-1 0 0,-1-1 0,1 1 1,-1-1-1,-1 1 0,2-17 0,-3 24 82,0 0 1,0 0 0,0-1-1,0 1 1,0 0-1,0 0 1,0 0 0,-1-1-1,1 1 1,0 0-1,-1 0 1,1 0-1,-1 0 1,1-1 0,-1 1-1,1 0 1,-1 0-1,0 0 1,1 0-1,-1 0 1,0 1 0,0-1-1,-1-1 1,-1 1 65,1 0 1,-1 0-1,1 1 1,-1-1-1,1 1 1,0 0-1,-1 0 1,1 0-1,-4 0 1,-2 0-12,-4 1 11,1 1 1,-1 0 0,1 0 0,-1 1-1,1 1 1,0 0 0,0 0 0,1 1 0,-1 0-1,-17 13 1,-31 14-683,56-31 121,-2 0-393,3-10-5573,2-25-5121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7.4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10053,'0'0'3713,"39"19"-1923,-19-8-1561,16 8 67,1-1 0,0-2 0,1-2 0,1-1 0,1-2-1,59 9 1,286 8 528,4-26-738,-241-3-65,11 1-22,435 6-126,-274-2 34,-268-4 98,-38 0 23,0-1 0,0 0-1,0-1 1,1-1 0,-2 0-1,1-1 1,0 0 0,-1-1-1,0-1 1,0 0 0,0 0-1,-1-1 1,0-1 0,0 0-1,18-18 1,-28 24 65,0 0 0,0 1 0,0-1 0,0-1 0,-1 1 0,1 0 0,-1 0 0,0-1 0,0 1 0,1-1 0,-1 1 0,-1-1 0,1 1 0,0-1 0,-1 1 0,1-1 0,-1 0 0,0 1 0,0-6 0,0 8-88,0 0 0,0-1 0,0 1 1,0 0-1,0 0 0,0 0 0,0 0 1,0-1-1,0 1 0,0 0 1,0 0-1,0 0 0,0 0 0,0-1 1,-1 1-1,1 0 0,0 0 0,0 0 1,0 0-1,0 0 0,0 0 1,0-1-1,0 1 0,-1 0 0,1 0 1,0 0-1,0 0 0,0 0 0,0 0 1,0 0-1,-1 0 0,1 0 1,0 0-1,0 0 0,0 0 0,0 0 1,-1 0-1,1 0 0,0 0 0,0 0 1,-1 0-1,-5-2 40,-1 1 1,0 0-1,0 0 0,0 0 1,-1 1-1,1 0 0,0 1 1,0 0-1,0 0 1,0 0-1,0 1 0,1 0 1,-1 0-1,0 1 0,1-1 1,-1 2-1,1-1 0,0 1 1,0 0-1,1 0 0,-8 7 1,3-1 79,0 1-1,0 0 1,1 1 0,1 0 0,-10 17 0,14-21-63,0 0 0,1 0 0,0 0 0,0 1 1,1-1-1,0 1 0,1 0 0,-1-1 0,2 1 0,-1 10 0,1-17-58,0-1 1,0 0-1,0 0 0,1 0 0,-1 1 0,0-1 0,0 0 0,1 0 0,-1 0 0,1 0 0,-1 0 0,1 1 0,-1-1 0,1 0 0,0 0 0,-1 0 0,1-1 0,0 1 0,0 0 0,0 0 0,0 0 0,0-1 0,0 1 0,0 0 1,1 0-1,2 0-2,0 0 1,0 0-1,0 0 1,0 0-1,0-1 0,6 0 1,-2 0 2,13 0-224,0-1 0,0 0 0,0-2 0,-1-1-1,1-1 1,-1 0 0,0-1 0,0-2-1,-1 0 1,0-1 0,0-1 0,-1 0-1,0-2 1,-1 0 0,0 0 0,29-31-1,-43 40 146,0 1 0,-1-1 0,1 0 0,-1 0 0,1 0 0,-1 0 0,0 0 0,0-1 0,0 1 0,-1-1 0,1 1 0,-1-1 0,0 0 0,0 1 0,0-1 0,-1 0 0,1 0 0,-1-4 0,0 6 81,0 1-1,0-1 0,0 1 1,-1 0-1,1-1 0,0 1 0,-1-1 1,1 1-1,-1 0 0,1 0 1,-1-1-1,0 1 0,1 0 0,-1 0 1,0 0-1,0 0 0,0-1 1,0 2-1,0-1 0,0 0 0,0 0 1,0 0-1,-1 0 0,1 1 1,0-1-1,0 0 0,-1 1 0,1-1 1,0 1-1,-1 0 0,-1-1 0,-6-1 123,1 1-1,-1 1 0,0-1 1,-10 2-1,6-1 94,5 0-110,-100 4 1634,93-3-1574,1 2 0,-1 0 0,1 0 0,0 1-1,-18 8 1,23-8-135,-49 25 199,52-26-268,1 1-1,0 0 1,0-1-1,0 2 1,0-1 0,1 0-1,-7 9 1,8-5-1772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8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1 100 14599,'0'0'8820,"224"112"-8548,-97-112-160,8 0-112,-4-19 0,-7-12-288,-24-6-449,-24 6-1135,-21-3-1426,-24 0-1680,-17 9-5651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7.9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10341,'0'0'7811,"265"37"-7811,-161-37-336,-11 0-1441,-21 0-1584,-20 0-2386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8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0 9620,'0'0'2209,"-18"264"-320,18-105-144,0 8-48,0 7-1073,0 3-624,0-9-256,4-22-2241,3-28-3634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9.1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9 350 9060,'0'0'6798,"-1"-14"-5934,-6-44-202,6 44 10,3 13-452,2 8 8,1 8 81,-1-1-1,-1 1 0,3 28 0,-3-19-28,13 102 1022,37 207 1054,-48-312-2222,2 0 1,0-1 0,14 31-1,-18-45-114,1 0-1,-1 0 0,1-1 0,0 1 0,0-1 1,1 0-1,-1 0 0,1-1 0,0 1 0,0-1 1,1 0-1,0 0 0,-1-1 0,1 0 0,7 3 1,-1-3-4,-1 0 1,1-1 0,0-1 0,0 1-1,0-2 1,0 0 0,0 0-1,0-1 1,0-1 0,14-3 0,-11 0-55,1 0 0,-1-1-1,0-1 1,-1 0 0,0-1 0,0-1 0,-1 0 0,18-16 0,7-9-750,46-54 0,-64 65 382,0 0 0,-2-1 0,0-1 0,-2-1 0,-1 0 0,-1-1 0,-2-1 0,0 0 0,-2-1 0,-1 0-1,-1 0 1,-2-1 0,5-51 0,-10-144-258,-2 207 831,-1-1-1,0 1 1,-7-21 0,8 34-17,0 0 0,-1 0 0,0 0-1,0 0 1,0 0 0,-1 1 0,0-1 0,0 1 0,0 0 0,0 0 0,-1 0 0,1 0 0,-1 0-1,0 1 1,-5-4 0,7 6-95,1 0 0,-1 0 1,1 0-1,0 0 0,-1 0 0,0 1 0,1-1 0,-1 1 0,1-1 0,-1 1 1,0-1-1,1 1 0,-1 0 0,0 0 0,1 0 0,-1 0 0,0 0 0,1 0 0,-1 1 1,1-1-1,-1 0 0,0 1 0,1-1 0,-1 1 0,1 0 0,-1-1 0,1 1 0,-1 0 1,1 0-1,-2 2 0,-1 1 58,1 0 1,0 0 0,0 0 0,0 1-1,0 0 1,1-1 0,0 1-1,-2 5 1,-4 16 129,0 0 0,2 0 0,1 1-1,2 0 1,0 0 0,2 0 0,2 33-1,-1-53-220,0 1-1,1 0 1,0 0-1,1 0 1,0 0-1,0-1 1,0 1-1,1-1 0,0 1 1,1-1-1,0 0 1,0 0-1,0-1 1,1 1-1,0-1 0,0 0 1,1 0-1,-1-1 1,1 0-1,0 0 1,1 0-1,-1 0 1,1-1-1,0 0 0,0-1 1,9 4-1,3-1-31,-1-1 0,1 0 0,0-2 0,0 0 0,0-1 0,0-1-1,1-1 1,-1 0 0,36-7 0,-41 5-289,0-1 1,0-1-1,-1-1 0,0 0 1,0 0-1,19-12 0,-15 7-1901,30-24 0,-13 2-3685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09.7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259 1 7587,'0'0'11435,"-27"38"-9720,-84 129-151,106-158-1427,-1 0 1,1 0-1,1 1 1,-1 0-1,2 0 1,-1 0-1,2 0 0,-1 0 1,1 1-1,1-1 1,0 1-1,0-1 1,2 15-1,-1-5 108,-1 7 74,0-18-192,1 0-1,0-1 1,0 1-1,1 0 0,3 12 1,-3-19-113,0-1 0,0 1 0,0-1 0,0 1 0,0-1 0,0 0 0,0 0 0,1 0 0,-1 1 0,0-1 0,1 0 0,-1-1 0,1 1 0,-1 0 0,1 0 0,-1-1 0,1 1 0,0-1 0,-1 1 0,1-1 0,0 0 0,0 1 0,-1-1 0,1 0 0,0 0 0,2-1 0,1 1 3,1 0 0,-1 0 0,1-1 0,0 0 0,-1 0 1,0-1-1,7-2 0,-2-1-49,0-1 0,-1-1 0,0 1 1,0-2-1,0 1 0,-1-1 1,13-17-1,46-68-987,-60 81 806,0 1 0,0-1 1,-2 0-1,1 0 0,-2-1 0,1 0 0,-2 0 0,0 0 1,0 0-1,-1 0 0,-1 0 0,0-14 0,-1 22 193,0 0 0,0 1 0,0-1 0,-1 0-1,0 1 1,0-1 0,0 1 0,0-1 0,-1 1 0,0-1-1,1 1 1,-2 0 0,1 0 0,0 0 0,-1 0-1,0 0 1,0 1 0,0-1 0,0 1 0,-1 0-1,1 0 1,-1 0 0,0 0 0,0 1 0,0-1 0,0 1-1,0 0 1,-1 0 0,-4-1 0,-5-2 78,0 1 0,0 1 1,0 0-1,-1 1 0,-15-1 0,-77 4-517,44 0-3118,32-1-4710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10.5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9556,'0'0'10325,"138"0"-10069,-41 3 128,-1 7-192,-6-1-143,-14 0-49,-17-6-257,-18-3-1599,-17 0-1986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10.8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7139,'0'0'3090,"4"226"-1185,6-102-113,4 22-303,-7 22-993,-4 21-496,-3 13-880,0-9-3058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11.2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65 496,'0'0'20346,"234"-6"-19674,-113-6-336,-7 12-304,-14 0-32,-21 0-320,-17 0-801,-24-13-1968,-17-21-1697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11.7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0 276 11541,'0'0'4810,"7"38"-3649,59 272 1459,-43-223-1732,-3-4 275,52 130 1,-65-197-1059,1 0 1,0 0 0,2 0 0,19 25 0,-24-35-77,0-1 0,1 1 1,-1-1-1,1-1 0,0 1 0,0-1 1,1 0-1,-1 0 0,1 0 1,0-1-1,0 0 0,0-1 1,12 3-1,-8-3-14,0-1-1,-1 0 1,1-1 0,0-1 0,0 1-1,-1-2 1,1 1 0,-1-1 0,1-1-1,-1 0 1,0-1 0,0 1 0,0-2-1,0 0 1,-1 0 0,0 0 0,0-2-1,15-12 1,1-3-202,-2-2 1,0-1-1,-1-1 0,30-48 0,-30 39-178,0-1 1,-3-2-1,-1 0 0,-2 0 0,-1-2 1,-3 0-1,-1 0 0,-2-1 0,-1-1 0,3-64 1,-8 27 180,-10-145-1,5 211 223,0 1 1,-1-1-1,0 1 0,-1-1 0,0 1 0,0 1 0,-13-23 0,16 33-12,0-1 1,0 0 0,0 1-1,-1-1 1,1 1 0,0 0-1,-1-1 1,1 1-1,-1 0 1,1 0 0,-1-1-1,0 1 1,1 0 0,-1 1-1,0-1 1,0 0 0,0 1-1,-2-1 1,3 1-9,0 0 1,-1 0-1,1 0 1,0 1-1,0-1 1,-1 1-1,1-1 0,0 1 1,0-1-1,0 1 1,-1 0-1,1-1 1,0 1-1,0 0 0,0 0 1,0 0-1,1 0 1,-1 0-1,0 0 1,0 0-1,0 0 0,1 0 1,-1 0-1,1 1 1,-1-1-1,1 0 0,-1 0 1,1 1-1,-1 1 1,-4 14 173,1 0 0,1 0 0,0 1 0,0 28 0,6 78 1019,-2-114-1107,0 0 0,1 0-1,0 1 1,0-1-1,2 0 1,-1-1 0,1 1-1,0-1 1,1 1-1,8 11 1,-5-10-16,1-1-1,0 0 1,0-1 0,1 1-1,1-2 1,-1 0 0,21 13-1,-15-13-67,1 1 1,0-2-1,0 0 0,0-1 0,1-1 0,18 3 1,110 9 254,-107-15-1855,-1 3 0,1 0 0,48 15-1,-45-2-5185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12.1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7155,'0'0'12022,"0"196"-10245,0-106-561,0-9-496,0-19-431,0-22-241,0-25-48,14-15-192,13-9-1457,-2-47-1056,2-15-4243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12.4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19481,'0'0'4050,"62"28"-11350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17.4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6 112 12598,'0'0'8292,"-3"1"-7436,3-1-851,0 1 0,0-1 0,0 0 0,0 0 0,0 0 0,0 0 0,0 0 0,0 0 0,0 0 0,0 0 0,0 0 0,0 0 1,0 0-1,0 1 0,0-1 0,0 0 0,0 0 0,0 0 0,0 0 0,0 0 0,0 0 0,0 0 0,0 0 0,0 0 0,0 1 0,0-1 0,0 0 0,0 0 0,0 0 0,0 0 0,0 0 0,0 0 0,0 0 0,0 0 0,0 0 0,0 0 1,0 0-1,0 1 0,0-1 0,0 0 0,-1 0 0,1 0 0,0 0 0,0 0 0,0 0 0,0 0 0,0 0 0,0 0 0,0 0 0,0 0 0,0 0 0,0 0 0,-1 0 0,1 0 0,0 0 0,0 0 0,0 0 0,0 0 0,0 0 1,0 0-1,0 0 0,0 0 0,0 0 0,-1 0 0,1 0 0,13 3 112,34 1 1,186-5 256,-178-3-366,0-2 0,67-16 0,142-50-659,-242 66 449,1 1 0,22-2 0,-45 11 77,-3 51 229,-3-1-1,-22 97 1,-1-1 233,-66 797 1451,94-766-1674,1-180-115,0 1 1,0-1-1,0 1 0,0-1 0,0 1 0,0-1 0,1 1 0,-1-1 0,0 1 1,1-1-1,0 2 0,0-2 1,-1-1-1,0 0 1,0 0 0,0 0 0,0 1-1,1-1 1,-1 0 0,0 0-1,0 0 1,1 0 0,-1 0 0,0 0-1,0 1 1,1-1 0,-1 0 0,0 0-1,0 0 1,1 0 0,-1 0 0,0 0-1,1 0 1,-1 0 0,0 0-1,0 0 1,1 0 0,-1 0 0,0 0-1,0-1 1,1 1 0,-1 0 0,0 0-1,0 0 1,1 0 0,-1 0 0,0-1-1,3-1-9,0-1 0,0 1 0,-1-1 0,1 0 0,-1 0 0,4-6 0,3-9-255,0-1 0,-2 0 1,0-1-1,8-38 0,-15 58 263,8-41-2048,-3 0 1,-1-1 0,-2-62 0,-2 97 1604,0-62-6462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17.8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63 16616,'0'0'4594,"179"0"-4098,-58-10-352,7-11-144,-8 2-208,-16 10-2385,-18 6-1777,-24 3-4514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18.1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75 20826,'0'0'3569,"-49"-40"-5650,49 24-1408,11-2-3266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3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722 396 8980,'0'0'7505,"2"-11"-6889,8-33-29,-3 19-321,-2 0 0,5-50 0,-10 62-279,0 1 0,-1 0 0,-4-22 0,4 29 11,-1 0 1,0 0-1,0 0 0,0 0 1,-1 0-1,0 1 1,0-1-1,0 1 1,0 0-1,-8-8 0,0 1 114,-1 0-1,-20-14 1,27 22-97,-1-1 1,1 2 0,-1-1-1,0 0 1,0 1 0,0 0-1,0 0 1,0 1 0,-9-1-1,-21-2-2,-100-6-31,111 10 21,7 0-19,-36 3-1,47-2 11,1 0 0,0 1 0,0-1 1,0 1-1,0 1 0,0-1 0,1 1 0,-1 0 1,-8 6-1,-6 8 6,1 0 0,1 1 0,0 1 0,2 1 1,-28 42-1,23-28 62,2 1 1,2 1-1,-16 44 1,26-58-13,1 1 0,0 0-1,2 1 1,1-1 0,0 1 0,2 33 0,1-42-31,1 0 0,1 0 0,1-1 0,0 1 0,0 0 0,2-1-1,-1 0 1,2 0 0,0 0 0,1-1 0,10 16 0,1-6-2,1-1 0,1 0 0,0-1 0,2-1 0,1-1 0,40 25 0,163 80-565,-32-20-472,-184-99 988,-1 2-1,0-1 0,0 1 0,-1 1 1,0-1-1,0 1 0,0 1 0,-1 0 1,-1 0-1,8 13 0,-10-14 11,0 0-1,-1 1 1,-1-1-1,1 1 1,-1-1-1,-1 1 1,1 0-1,-1 0 1,-1 0-1,0-1 1,0 1-1,-1 0 1,-3 14-1,2-13 13,-1 0-1,0-1 1,0 0-1,-1 0 1,-1 0-1,1 0 1,-2-1-1,1 0 0,-10 11 1,-8 7 127,-35 30 0,44-43-43,-85 70 313,60-53-305,2 1 1,-51 56 0,86-85-667,9-11-1884,28-38-2558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3.6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 12550,'0'0'4877,"2"-6"-4560,6-6-54,-8 12-256,1 0 0,-1 0 1,0 0-1,0 0 0,1 0 1,-1 0-1,0 0 1,0 0-1,1 0 0,-1 0 1,0 0-1,0 0 1,1 0-1,-1 0 0,0 0 1,0 0-1,1 0 1,-1 1-1,0-1 0,0 0 1,0 0-1,1 0 0,-1 0 1,0 0-1,0 1 1,0-1-1,0 0 0,1 0 1,-1 0-1,0 1 1,0-1-1,0 0 0,0 0 1,0 1-1,4 6 134,-2 1 1,1 0-1,2 13 0,46 279 2107,-13-62-1257,-35-219-921,-2-12-60,0 1-1,1-1 1,0 0-1,0 1 1,0-1-1,1 0 1,0 0-1,0-1 1,7 11-1,-10-16-19,1 0 0,0 0 0,0 0 0,-1 0-1,1-1 1,0 1 0,0 0 0,0 0 0,0 0 0,0-1 0,0 1 0,0 0-1,1-1 1,-1 1 0,0-1 0,0 0 0,0 1 0,1-1 0,-1 0-1,0 1 1,0-1 0,1 0 0,-1 0 0,2 0 0,-2-1-32,1 0 1,-1 0 0,1 1-1,-1-1 1,0 0 0,0 0-1,1 0 1,-1 0 0,0 0-1,0-1 1,0 1 0,0 0-1,0-1 1,0 1-1,-1 0 1,1-1 0,0 1-1,-1-1 1,1 1 0,-1-1-1,1-1 1,5-24-1504,-2-1 1,-1 1-1,-1-43 0,-2-25-6160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4.0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0 175 18152,'0'0'801,"211"-153"-3907,-173 132-3633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4.3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9957,'0'0'5928,"0"28"-3973,0 35-764,3 0 0,12 72-1,48 388 3158,-54-435-3693,-9-70-448,0-16-176,0 0-1,0 0 1,0 0-1,0 0 1,0 0-1,1 0 1,-1 0-1,1 0 1,-1 0 0,1 0-1,0 0 1,0 0-1,1 2 1,-2-4-28,1 1 0,-1-1 0,0 0 0,0 0 0,0 0 0,1 0 0,-1 0 0,0 0 0,0 0 1,1 0-1,-1 0 0,0-1 0,0 1 0,1 0 0,-1 0 0,0 0 0,0 0 0,0 0 0,1 0 0,-1 0 0,0 0 1,0-1-1,0 1 0,1 0 0,-1 0 0,0 0 0,0 0 0,0-1 0,0 1 0,1 0 0,-1 0 0,0 0 0,0-1 1,0 1-1,0 0 0,0 0 0,0-1 0,0 1 0,0 0 0,0 0 0,0-1 0,0 1 0,7-18-34,7-65-757,4-129 0,-8 78-138,-9 120 863,23-180-2161,-19 170 1829,0-1 0,2 1-1,1 0 1,1 0 0,18-33-1,-25 52 373,1 0 0,1 1 0,-1-1 0,1 1-1,0 0 1,0 0 0,0 0 0,1 0-1,-1 1 1,1 0 0,0 0 0,7-4-1,-8 6 56,-1-1-1,0 1 1,0 0-1,1 1 0,-1-1 1,0 0-1,1 1 0,-1 0 1,1 0-1,-1 0 0,0 0 1,1 1-1,-1-1 0,0 1 1,1 0-1,-1 0 0,0 0 1,0 0-1,1 1 0,-1-1 1,0 1-1,3 2 0,-1 0 82,1 1 1,-1 0-1,-1 0 0,1 0 0,-1 1 0,0-1 0,0 1 0,3 7 0,24 55 748,-16-29-386,-2 1 1,9 46 0,7 83 600,-8-41-466,-19-116-619,0 0-1,1 0 1,0-1 0,1 1-1,6 13 1,1-15-205,-11-9 180,0-1 0,1 0 0,-1 0 0,0 0 0,1 0 0,-1 0 0,0 0 0,0 0 0,1 0 0,-1 1 0,0-1 0,1 0 0,-1 0 0,0 0 0,0 0 0,1-1 0,-1 1 0,0 0 0,1 0 0,-1 0 0,0 0 0,0 0 0,1 0 0,-1 0 0,0 0 0,1-1 0,-1 1 0,0 0 0,0 0 0,0 0-1,1-1 1,-1 1 0,0 0 0,0 0 0,0-1 0,1 1 0,-1 0 0,0 0 0,0-1 0,0 1 0,0 0 0,0 0 0,0-1 0,0 1 0,0 0 0,0-1 0,0 1 0,0 0 0,0-1 0,0 1 0,0 0 0,0-1 0,8-116-5419,-5 49-19,4-15-4754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4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24 14487,'0'0'5640,"-7"32"-4082,1-6-1286,-1-2-42,1 1 0,1 0 0,1 1 0,2-1 0,1 0 0,0 1 1,6 40-1,5-7 206,4-2 0,1 0 0,46 107 0,-53-147-375,0-1-1,1 0 0,1-1 1,16 21-1,-21-31-62,0 1 0,0-1 0,0-1 0,1 1 0,-1-1 1,1 0-1,1 0 0,-1 0 0,0-1 0,1 0 0,-1 0 0,1-1 0,12 3 0,-7-3-50,1 0 0,21-1 0,-28-1 22,-1 0 0,0-1 1,0 0-1,0 1 0,0-2 1,0 1-1,-1-1 0,1 1 1,0-1-1,5-3 0,-2-2-48,0 0 0,0-1-1,-1 0 1,0 0 0,0 0-1,-1-1 1,0 0 0,-1 0-1,0-1 1,7-15 0,1-8-363,-2 0-1,9-37 1,-13 32-393,-1-1-1,-1 0 0,-2 0 1,-2 0-1,-7-60 1,4 80 352,-2 0 1,0 1-1,-1-1 1,-1 1 0,-1 1-1,0-1 1,-18-29-1,15 31 752,0 2 0,-1-1 0,0 1-1,-24-22 1,34 37-79,1-1-1,0 1 0,-1 0 1,1-1-1,-1 1 1,1 0-1,0-1 1,-1 1-1,1 0 1,0 0-1,0-1 0,0 1 1,0 0-1,0 0 1,0-1-1,0 1 1,0 0-1,0 0 1,0 1-1,-1 23 88,3-1-28,2-1 0,0 0 0,1 0 0,1-1 0,1 1 0,14 28-1,3 15 19,-4-1-30,-3 0-1,-3 1 1,-3 1-1,-2 0 1,-1 93-1,-8-148-225,1 34 30,-2-1-1,-12 84 0,11-116-50,-1-1 1,-1 1-1,1-1 1,-2 0-1,0 0 1,0 0-1,-2 0 1,1-1-1,-1 0 1,-1-1-1,1 1 1,-2-2-1,0 1 0,-19 16 1,22-22-17,0 0 0,-1 0 1,0 0-1,0-1 0,0 0 0,-1 0 0,1-1 1,0 0-1,-15 2 0,-1-1-330,-45-3 0,33 0-13,23 0 146,1-1 0,-1 0 0,1 0 0,0-1 0,-1-1 0,-11-4 0,18 5 22,1 1 0,-1-1 0,1-1 0,0 1 0,0 0 0,0-1 0,0 0 0,0 0 0,1 0 0,-1-1 0,1 1 0,0-1 0,0 0 0,0 0 0,0 0 0,1 0 0,-3-6 0,3 4-681,0 0 0,0 0 0,1-1 0,-1-11 0,1-28-6880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5.6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276 129 3778,'0'0'7179,"-1"-28"-4588,1 26-2518,-1-1 1,1 1 0,-1 0 0,0 0 0,0 0 0,0 0 0,0 0 0,0 0 0,0 1 0,0-1 0,-1 0 0,1 0-1,-1 1 1,0-1 0,-2-1 0,-1 0 79,0 0-1,0 0 1,0 1 0,-9-3-1,6 3 101,-17-14 244,22 14-465,-1-1-1,1 1 1,-1 0 0,0 0 0,-7-3 0,-4 0-19,7 2 54,0 1 0,0 0 1,0 0-1,0 1 0,0 0 0,-8 0 0,7 1-14,8-1-37,-1 1-1,1 0 0,-1 0 1,1 0-1,0 0 1,-1 0-1,1 0 1,-1 0-1,1 0 0,-1 0 1,1 1-1,0-1 1,-1 0-1,1 1 1,0 0-1,-1-1 1,1 1-1,0 0 0,0-1 1,0 1-1,-1 0 1,1 0-1,0 0 1,0 0-1,0 0 0,0 0 1,1 0-1,-1 1 1,0-1-1,0 0 1,0 3-1,-5 12 238,0 0 1,2 1-1,0 0 0,1 0 1,-2 27-1,4 94 1371,2-81-1041,-2 23 268,-1-22-141,3 1-1,13 93 1,-14-146-677,2-1 1,-1 1-1,1 0 0,-1-1 0,1 1 1,1-1-1,-1 1 0,1-1 1,0 0-1,0 0 0,6 5 0,-7-7-30,1-1 1,-1 0-1,1 0 0,0-1 0,0 1 0,0 0 0,0-1 0,0 0 1,0 0-1,0 0 0,1 0 0,-1 0 0,0-1 0,1 1 0,-1-1 1,0 0-1,1 0 0,4-1 0,-2 0-22,0 0 1,-1 0-1,1-1 1,-1 1-1,0-2 0,1 1 1,-1 0-1,0-1 1,0 0-1,-1 0 1,1-1-1,0 1 0,-1-1 1,0 0-1,0 0 1,0 0-1,-1-1 1,5-6-1,5-9-240,-2 0 1,0 0-1,8-24 1,-7 15-384,-2-1-1,-1-1 1,-1 0 0,4-36 0,-6 4-2093,-1-70-1,-5 119 2249,-3-53-1109,3 62 1668,-1 0 0,0 0-1,0 0 1,0 0 0,-1 1 0,0-1-1,0 0 1,0 1 0,-1-1 0,-3-4-1,6 8-21,0 1-1,0 0 0,0 0 1,0 0-1,0 0 0,0 0 1,0-1-1,0 1 0,0 0 1,0 0-1,0 0 0,0 0 1,0 0-1,0 0 0,0-1 1,0 1-1,-1 0 0,1 0 1,0 0-1,0 0 0,0 0 1,0 0-1,0 0 1,0 0-1,0-1 0,-1 1 1,1 0-1,0 0 0,0 0 1,0 0-1,0 0 0,0 0 1,-1 0-1,1 0 0,0 0 1,0 0-1,0 0 0,0 0 1,0 0-1,-1 0 0,1 0 1,0 0-1,0 0 0,0 0 1,0 0-1,0 0 0,-1 0 1,1 1-1,0-1 0,0 0 1,0 0-1,0 0 0,0 0 1,0 0-1,0 0 0,-1 0 1,1 0-1,0 1 0,-1 15 2128,1 25-802,3 131 1491,-1-138-2474,2 0 1,16 67 0,-13-77-301,1-1 0,0 0 0,2 0 0,1-1 1,0-1-1,23 31 0,-29-46-108,0 0 0,0 0-1,1-1 1,0 0 0,0 0 0,0 0-1,0-1 1,1 0 0,0 0-1,0-1 1,0 0 0,0 0 0,0-1-1,1 0 1,8 2 0,-10-3-48,-1-1-1,1 0 1,-1 0 0,1 0 0,-1 0 0,1-1-1,-1 0 1,1 0 0,-1-1 0,0 1 0,1-1-1,-1 0 1,0-1 0,0 1 0,-1-1 0,1 0-1,0 0 1,-1-1 0,0 1 0,0-1 0,4-4-1,3-5-413,-1-1-1,0 0 1,-1 0-1,-1-1 1,0 0-1,6-17 1,-4 5-1287,-2 0 0,-1 0-1,4-29 1,1-45-6457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5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 14551,'0'0'4754,"-3"26"-3871,-6 85 112,10 170 0,69 285 1201,-58-495-1983,3-1 1,30 87-1,-40-144-209,0-1 0,0 0 0,1 0 0,1 0 0,13 17 0,-17-26-53,-1 1 0,1-1 1,0-1-1,1 1 0,-1 0 1,0-1-1,1 0 1,-1 0-1,1 0 0,0 0 1,0 0-1,-1-1 0,1 0 1,0 1-1,0-2 0,0 1 1,1 0-1,-1-1 1,0 0-1,7 0 0,-7 0-78,1-1-1,-1 0 0,0 0 1,1 0-1,-1-1 0,0 1 1,0-1-1,0 0 0,0 0 1,0 0-1,0-1 0,-1 1 1,1-1-1,-1 0 0,0 0 1,0 0-1,0-1 0,0 1 1,3-5-1,2-6-1070,0 0 1,-1-1-1,10-28 0,-16 42 1072,21-66-7184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6.5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 5523,'0'0'7019,"0"-6"-6109,0 4-836,0 5 476,5 78 676,3 1 1,25 105-1,-15-93-503,105 627 1995,-120-703-2715,2 12-11,1 1 1,1-2 0,16 42 0,-22-69-26,0 0 0,-1-1 0,1 1 0,0-1 1,0 1-1,-1-1 0,1 1 0,0-1 0,1 0 1,-1 1-1,0-1 0,0 0 0,1 0 0,-1 0 0,0 0 1,1 0-1,-1 0 0,1 0 0,-1 0 0,1-1 0,0 1 1,-1-1-1,1 1 0,-1-1 0,4 1 0,-4-2-92,1 1 0,0-1 0,0 1 0,0-1 0,0 1 0,-1-1 0,1 0 0,0 0 0,-1 0 0,1 0 0,-1 0 0,1-1 0,-1 1 0,1 0 0,-1-1 0,0 1 0,0-1 0,1 1 0,-1-1-1,0 0 1,1-3 0,2-3-481,-1-1-1,1 0 0,-2 0 1,4-15-1,3-56-4337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6.9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1 120 9444,'0'0'2986,"37"-17"-2882,-5 2-50,-6 1 3,1 1 0,1 2 0,0 0 1,0 2-1,1 1 0,0 2 1,47-5-1,-27 7 21,0 3 0,0 2 0,56 8 1,-85-5-9,-1 0 1,1 1-1,-1 0 1,0 2-1,-1 0 1,0 1-1,0 1 1,-1 1-1,0 1 1,27 20-1,-29-16 122,1 0-1,-2 0 0,0 2 0,0-1 0,-2 2 0,0 0 0,-1 0 0,-1 1 0,-1 0 0,-1 1 0,0 0 1,-1 0-1,-2 1 0,0 0 0,4 33 0,-3 11 616,-2 0 1,-8 117 0,-1-133-570,-2 0 1,-2-1-1,-3 0 0,-22 61 1,12-53-137,-2 0-1,-38 62 1,52-100-101,-1-1 0,-1 0 0,-1-1 1,0-1-1,-1 0 0,0-1 0,-1 0 0,-1-1 0,0-1 0,-22 13 0,30-21-22,1-1 0,-1 1 0,0-1-1,0-1 1,0 0 0,0 0 0,0 0-1,0-1 1,-1 0 0,1-1 0,-10 0 0,13-1-41,-1 0 1,1 0 0,0 0 0,0 0 0,0-1 0,0 0 0,0 0-1,0-1 1,0 1 0,1-1 0,-1 0 0,1 0 0,0-1 0,0 1-1,0-1 1,0 0 0,-5-8 0,2 2-217,0-1 0,2 0 1,-1 0-1,1-1 0,1 1 0,0-1 1,0 0-1,1 0 0,-1-14 0,1-1-964,1 0-1,2 0 1,3-36 0,11-34-4793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7.4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731 93 7443,'0'0'5790,"-35"-14"-4696,-114-45 141,139 55-1086,0 1 1,0 0-1,0 0 0,0 1 1,0 0-1,-1 1 1,1 0-1,0 1 0,-16 1 1,-3 0 122,4-1 47,0 1 0,-43 8-1,55-6-201,1 0-1,0 1 1,-1 0 0,1 1-1,1 1 1,-1 0-1,-14 10 1,14-7 17,-1 1 1,2 0-1,-1 1 0,1 0 1,1 1-1,0 0 0,1 1 1,0 0-1,1 0 0,1 1 1,0 0-1,0 0 1,2 1-1,-5 15 0,0 12 233,2 0 0,2 0 0,2 0 0,1 48 0,3-23 170,3 0 1,18 106 0,-11-124-314,2-1 0,2-1-1,2 0 1,28 57-1,-31-78-168,0-1-1,2 0 0,1-1 1,1-1-1,1-1 1,22 23-1,-28-34-64,1 0 0,0-1 0,0-1 0,1 0 0,0-1 0,0 0 0,1-1 0,0-1 0,1 0 0,-1-1 0,1-1 0,18 3 0,-11-4-117,-1-1 0,0-1 0,1-1 0,-1-1 0,1-1 0,-1-1 0,0-1 0,0-1 0,0-1 0,-1-1 0,0-1 0,0-1 0,-1 0 0,0-2 0,-1 0 0,0-1 0,0-1-1,-2-1 1,0 0 0,21-23 0,-29 27-559,0-1 0,-1 0 0,0 0 0,9-19-1,-12 19-663,-1-1 0,0 1 1,3-19-1,-7 30 1334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8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199 0 6963,'0'0'9698,"-1"0"-8722,-4 0-880,0 0 0,-1 0-1,1 1 1,0-1-1,1 1 1,-1 0-1,0 1 1,0-1-1,0 1 1,1 0 0,-1 0-1,1 0 1,-1 1-1,1 0 1,0 0-1,0 0 1,0 0-1,0 0 1,1 1 0,-1 0-1,-3 5 1,-6 6-85,2 0-1,0 0 1,0 1 0,2 1 0,-10 19 0,15-25-15,0 0-1,0 1 1,1-1-1,1 1 1,0-1 0,0 1-1,2 0 1,-1 0-1,3 20 1,-1-25-1,0 1 1,1-1-1,-1 0 0,2-1 0,-1 1 0,1 0 1,0-1-1,1 1 0,-1-1 0,1 0 1,1 0-1,-1-1 0,9 9 0,5 3-31,1-1 0,34 22 0,-32-23 16,61 36-134,14 11 56,-83-53 92,0 2 1,0 0-1,-1 0 1,16 20-1,-26-28-3,0 0-1,0 0 1,-1 0 0,1 1-1,-1-1 1,0 0-1,0 1 1,0-1 0,0 1-1,0-1 1,-1 1-1,0 0 1,0-1 0,0 6-1,0-4-12,0-3 13,-1 0 0,1 1 0,-1-1 0,1 0 0,-1 0 0,0 0 0,0 0 0,0 0 0,0 0 0,0 0 0,-1 0 0,1 0 0,0 0-1,-1-1 1,0 1 0,1-1 0,-1 1 0,0-1 0,0 1 0,1-1 0,-1 0 0,0 0 0,0 0 0,-1 0 0,1 0 0,0-1 0,0 1 0,0-1-1,-3 1 1,-10 3-41,1-2 0,-1 0 0,-18 0 0,25-1-11,-8 0-221,0 0-216,0 0 1,-18-3-1,29 2 196,1-1-1,0 1 1,0-1 0,0 0-1,0-1 1,0 1-1,0-1 1,0 0 0,0 0-1,1 0 1,-1 0 0,1-1-1,-4-2 1,-19-27-4725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9.1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35 4514,'0'0'10525,"-5"-6"-9762,-16-16-312,16 16-99,5 84 140,8 192 974,39 47 326,-3-29-622,-23-102-565,45 285 300,-64-463-883,-1-1 36,0 0 0,1 0 0,0 0 0,0 0 0,1 0 1,-1 0-1,1-1 0,1 1 0,-1-1 0,9 11 0,-11-35 134,-14-401-2379,12 405 1994,2 0 1,0 0-1,1 1 1,0-1-1,1 1 1,0 0-1,1 0 1,0 0-1,2 0 1,-1 0-1,1 1 1,1 0-1,0 1 1,1-1-1,0 1 1,1 1-1,0 0 1,1 0-1,11-10 1,-6 7 110,1-1-1,1 2 1,-1 0 0,2 1 0,0 1 0,0 1-1,1 0 1,0 1 0,0 1 0,1 1 0,0 1-1,0 0 1,0 2 0,0 0 0,34 1 0,-43 1 123,-1 2 0,1-1 1,0 2-1,-1-1 0,1 1 1,-1 1-1,0 0 1,14 6-1,-18-6 25,1 1-1,-1 0 1,-1 0 0,1 0-1,-1 1 1,1 0-1,-1 0 1,-1 0 0,1 1-1,-1-1 1,0 1 0,0 0-1,4 10 1,-2-3 145,-1 0 1,-1 0-1,0 1 0,-1-1 1,0 1-1,-1 0 0,0 17 1,-5 101 1013,0-113-1154,0 1 0,-1-1 0,-1 0 0,0 0 0,-2-1 0,0 1 0,-1-1 0,-21 33 1,21-39-85,0 0 1,-1 0 0,0-1 0,-1 0 0,0 0 0,-1-1 0,0-1 0,-1 0 0,0 0 0,0-1 0,0-1 0,-25 11 0,30-15-150,-1 0 0,1-1 0,-1 0 0,0 0 0,1-1 0,-1 0 1,0-1-1,-16 0 0,21 0 19,0-1-1,-1 0 1,1 0 0,0 0 0,-1-1 0,1 1-1,0-1 1,0 0 0,0 0 0,0 0 0,1 0-1,-1 0 1,0-1 0,1 1 0,0-1 0,-1 0-1,1 1 1,0-1 0,0 0 0,1 0-1,-3-5 1,-3-9-1627,-10-31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49.8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584 98 7812,'0'0'5709,"-6"-11"-4839,-1-6-543,4 9 56,-1-1 1,0 0 0,-11-14 0,14 21-251,-1 1 0,1-1 0,-1 0 1,0 1-1,1 0 0,-1-1 0,0 1 0,0 0 1,0 0-1,0 0 0,0 0 0,-1 0 0,1 0 1,0 1-1,0-1 0,0 1 0,-1 0 0,-2-1 1,1 1-92,-1 0 1,0 0 0,0 0 0,0 1 0,0-1-1,0 1 1,-8 3 0,6-1 5,0 0 0,0 1 0,1 0 1,-1 0-1,1 0 0,-11 11 0,-33 38 360,40-42-315,-47 55 732,-84 129 1,118-156-526,0 0 0,3 2 1,2 0-1,1 1 0,-13 50 0,27-76-220,0 0 0,-1 18 0,4-32-79,-1 0 0,1-1 1,0 1-1,0 0 0,0 0 0,0-1 0,0 1 0,0 0 0,0-1 0,1 1 0,-1 0 1,1-1-1,-1 1 0,1 0 0,0-1 0,-1 1 0,1-1 0,0 1 0,2 1 1,-1-2-5,-1 0 1,1-1 0,0 0 0,0 1-1,0-1 1,-1 0 0,1 0 0,0 0 0,0 0-1,0 0 1,0 0 0,-1-1 0,1 1 0,0-1-1,0 1 1,-1-1 0,1 0 0,0 1 0,-1-1-1,3-2 1,13-5-4,-1-2 0,-1 0-1,1 0 1,14-15 0,60-58-150,269-307-5281,-275 294 2873,-70 79 2180,-12 14 361,0 0 0,0 1 1,0-1-1,0 1 0,1-1 0,-1 1 0,0 0 0,1 0 0,0 0 1,-1 0-1,1 1 0,0-1 0,6-2 0,-9 4 40,0 0 0,0 0 0,0 0 1,1 0-1,-1 0 0,0 0 0,0 0 0,0 0 0,1 0 0,-1 0 0,0 0 1,0 0-1,0 0 0,0 0 0,1 0 0,-1 0 0,0 0 0,0 0 0,0 0 0,0 0 1,1 0-1,-1 0 0,0 0 0,0 1 0,0-1 0,0 0 0,0 0 0,0 0 1,1 0-1,-1 0 0,0 0 0,0 1 0,0-1 0,0 0 0,0 0 0,0 0 0,0 0 1,0 0-1,1 1 0,-1-1 0,0 0 0,0 0 0,0 0 0,0 0 0,0 1 1,0-1-1,0 0 0,0 0 0,0 0 0,0 0 0,0 1 0,0-1 0,0 0 0,-1 0 1,1 0-1,0 0 0,0 1 0,0-1 0,0 0 0,2 135 4330,-3-65-3113,-48 484 1892,48-544-3090,-71 399 695,67-390-735,0 1 0,-2-1 0,0 0 0,-1 0 0,-18 31 0,24-48-4,0 0-1,1 1 1,-1-1 0,0 0-1,0 0 1,0 0 0,-1 0 0,1 0-1,0-1 1,-1 1 0,1-1-1,-1 1 1,1-1 0,-1 0-1,0 0 1,0 0 0,1 0 0,-1-1-1,-4 1 1,4-1-9,0 0 0,0-1 1,-1 1-1,1-1 0,0 0 0,0 0 1,0 0-1,0 0 0,1 0 0,-1-1 0,0 1 1,0-1-1,1 0 0,-1 0 0,1 0 0,0 0 1,-1 0-1,1 0 0,-2-3 0,-4-6-90,0 0-1,1-1 1,0 1-1,1-2 1,0 1-1,1-1 1,0 1-1,-5-24 1,3 4-293,2 0 1,-1-57-1,5 68 332,1 0-1,1 0 1,1 1-1,0-1 1,2 1 0,0 0-1,2 0 1,0 0-1,1 0 1,16-29 0,-4 17-60,2 0 0,1 2-1,2 0 1,1 2 0,1 1 0,1 0 0,1 2 0,2 2 0,0 0 0,1 2 0,2 2 0,0 0 0,0 3 0,2 0 0,0 2 0,1 2 0,66-13 0,-37 16-4531,126 1 1,-78 8-5517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0.1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4322,'0'0'0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0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16 2353,'0'0'8761,"1"-3"-7632,2-10 1971,-28 13-3618,-4 0-1015,14 0-5391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1.8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0 913 10997,'0'0'4800,"7"-34"-3720,28-114-592,-33 140-483,1 0-1,0 0 0,0 1 1,1-1-1,0 1 0,0 0 0,1 0 1,0 1-1,0-1 0,0 1 1,1 0-1,0 0 0,0 1 1,1 0-1,8-6 0,-2 2-6,-5 3 0,0 0-1,0 1 1,1 0 0,0 0-1,0 1 1,0 1 0,0-1-1,0 1 1,18-3 0,-20 6 6,0-1 0,0 1 1,0 0-1,-1 1 0,1 0 0,0 0 1,0 0-1,-1 1 0,1 0 1,-1 0-1,1 1 0,-1-1 0,0 1 1,0 1-1,8 5 0,7 8 258,-1 0 0,-1 2 0,0 0 0,-1 1 0,-1 1-1,19 32 1,77 147 2319,-106-186-2454,13 26 292,-11-21-102,0 0 1,19 27-1,-20-38-202,-7-8-115,-1 0 1,0 0-1,0 0 0,0 0 0,1 0 1,-1 0-1,0 0 0,0 0 1,0 0-1,0 0 0,1 0 0,-1 0 1,0 0-1,0 0 0,0 0 1,1 0-1,-1 0 0,0 0 0,0 0 1,0 0-1,1 0 0,-1 0 0,0 0 1,0-1-1,0 1 0,0 0 1,0 0-1,1 0 0,-1 0 0,0 0 1,0-1-1,0 1 0,0 0 1,0 0-1,0 0 0,0 0 0,0-1 1,1 1-1,-1 0 0,0 0 0,0 0 1,0 0-1,0-1 0,0 1 1,0 0-1,0 0 0,0-1 0,2-14-264,1 1-1,-2-1 0,0 0 0,-1 0 0,-2-16 0,1-12-517,1-168-1961,2 199 2688,-1 0 0,2 0 0,-1 0 0,2 0 0,-1 1 1,2-1-1,0 1 0,0 0 0,1 1 0,0-1 0,0 1 0,2 0 0,-1 1 0,1-1 0,15-13 0,-11 12 44,1 0 0,0 1 0,1 1 0,0-1 0,0 2 0,0 0 0,1 1 0,1 1 0,-1 0 0,1 1 0,17-4 0,-12 6 32,1 1 1,42 0-1,-53 2-11,0 1 0,0 1 0,0 0 0,0 0 0,0 1 0,0 0 0,14 7 0,-6 0 23,-9-4-19,0 0 1,1-1-1,0-1 0,-1 1 1,2-2-1,-1 0 1,0 0-1,22 2 1,-28-5 0,5 0-93,-1 0 0,1 0 1,16-4-1,-23 3-16,-1 0 1,1 0-1,-1 0 1,1 0-1,-1 0 1,1 0-1,-1-1 1,0 1-1,0-1 0,0 1 1,0-1-1,0 0 1,0 0-1,0 0 1,-1 0-1,1 0 1,2-4-1,-14 16 547,0 0-1,-1-1 0,-20 14 1,-1 1 210,20-14-477,0 1-1,0 1 1,1 0-1,1 0 1,0 1-1,0 1 1,2 0-1,-1 0 1,2 0-1,0 1 1,1 0-1,0 0 1,1 1-1,1 0 1,0-1-1,-1 22 1,2 73 618,4-78-680,-2-25-106,5 31 13,-4-36-34,0-1 1,1 1-1,-1-1 0,1 0 1,0 1-1,-1-1 1,1 1-1,0-1 1,0 0-1,0 0 0,0 0 1,0 1-1,0-1 1,0 0-1,1 0 1,-1-1-1,0 1 0,1 0 1,-1 0-1,0 0 1,2 0-1,1 0-6,-1 0-1,1 0 0,-1 0 1,1 0-1,-1 0 0,1-1 1,0 0-1,-1 0 0,1 0 1,-1 0-1,1 0 0,0-1 1,-1 1-1,1-1 0,-1 0 1,6-3-1,-4 2-38,-1-1 0,0 1 0,0-1-1,0 0 1,0-1 0,0 1 0,-1-1 0,1 0 0,-1 0-1,5-7 1,-1-3-305,1 0 0,-2-1-1,0 1 1,-1-1 0,0-1 0,3-22-1,-2-9-1044,-2 1-1,-2 0 0,-5-50 1,0 70 190,-1 0-1,-1 1 1,-1-1 0,-15-41-1,0 0 909,19 57 7721,9 28-6659,38 82 1310,111 212 741,-151-303-2772,4 7 53,1-1 0,0-1-1,21 23 1,-27-33-135,-1-1 1,1 0-1,0 0 1,0 0-1,-1-1 0,2 1 1,-1-1-1,0 0 1,0 0-1,1-1 0,-1 1 1,1-1-1,0 0 1,-1 0-1,1 0 1,0-1-1,-1 0 0,10 0 1,-11-1-39,1 1 0,-1-1-1,0 0 1,0-1 0,0 1 0,0 0 0,0-1 0,0 0 0,0 0-1,0 0 1,0 0 0,-1 0 0,1 0 0,-1-1 0,0 1 0,1-1 0,2-5-1,4-5-370,-1-1 0,9-24 0,-9 22 7,148-359-9765,-140 332 10246,36-102 98,-46 122 815,0 0 0,-1-1 0,-2 1 0,2-35 0,-5-39 3907,0 96-4138,0 24-197,0 125 1146,2 333 1932,24-7-2148,-25-464-1442,1 18 9,1-2 0,1 1 0,13 42 0,-16-67-19,0 1 0,0-1-1,1 1 1,-1-1 0,1 1 0,-1-1 0,1 0 0,2 3 0,-4-5-4,1 0 0,-1 1 0,0-1 0,0 0 0,1 0 0,-1 1 0,1-1 1,-1 0-1,0 0 0,1 0 0,-1 0 0,1 1 0,-1-1 0,0 0 1,1 0-1,-1 0 0,1 0 0,-1 0 0,0 0 0,1 0 0,-1 0 1,1 0-1,-1 0 0,1-1 0,0 1-11,0-1 0,-1 1 0,1-1-1,0 0 1,-1 1 0,1-1 0,0 0 0,-1 1 0,1-1 0,-1 0-1,1 0 1,-1 0 0,0 0 0,1 1 0,-1-1 0,0-2 0,7-24-641,-2 0 0,-2 0 1,0-1-1,-2 0 1,-2-31-1,1 22-302,-3-65-2410,-8 2-1758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2.1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14791,'0'0'6579,"228"124"-5379,-128-108-944,7-4-256,3-12-32,1 0-928,-15 0-1105,-13 0-1473,-21 0-3697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2.6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412 45 6419,'0'0'6523,"0"-4"-5490,0 0 1,-1 0-1,1 0 0,-1 0 1,-1-5-1,-3 7-1029,0 0 0,-1 1-1,1-1 1,-1 1 0,1 1-1,-1-1 1,-9 1 0,-11-2-29,-6-1 33,-62 2 0,43 2-26,48-1 16,0 0 1,1 0 0,-1 0 0,0 1-1,0 0 1,1-1 0,-1 1-1,1 0 1,-1 0 0,1 1 0,-1-1-1,1 0 1,-1 1 0,-3 3-1,2-1 15,0 0 0,1 0-1,-1 0 1,1 1-1,0-1 1,0 1-1,-2 5 1,-4 11 161,2 0 0,0 0 0,-3 21 0,6-27 17,-11 64 918,3 1 1,3-1-1,3 117 0,6-177-951,0-7-24,0 0 1,2 19-1,-1-28-108,-1 0 0,1 0 1,0 0-1,0 0 0,0-1 0,0 1 0,0 0 0,1 0 0,-1-1 0,1 1 0,0-1 0,0 1 0,0-1 0,4 4 0,-3-3-16,0-1 0,1 0 0,0 0 0,-1 0 0,1 0-1,0 0 1,0-1 0,0 0 0,0 0 0,0 0 0,0 0 0,0-1-1,0 1 1,0-1 0,0 0 0,1 0 0,-1-1 0,0 1-1,0-1 1,0 0 0,4-1 0,2-1-11,-1-1 1,0 0-1,-1-1 0,1 0 1,-1 0-1,0 0 0,0-1 1,9-9-1,8-9-262,-2-1 0,0 0-1,-1-2 1,-2-1 0,23-41-1,-31 47-325,-1 0-1,-2 0 1,0-1-1,-1 0 1,-2-1-1,0 1 0,-1-1 1,1-38-1,-4-78-4721,-2 86 5601,-2 171 3850,6 168-151,-1-256-3633,13 56 0,-13-74-328,0 1 0,1-1 0,1 0 0,-1-1 0,2 1 1,0-1-1,11 15 0,-16-23-89,1 0 0,-1 0 0,1 0 0,0 0 0,-1 0 0,1-1 1,0 1-1,0 0 0,0-1 0,1 0 0,-1 1 0,0-1 0,0 0 0,1 0 0,-1-1 1,1 1-1,-1 0 0,1-1 0,-1 1 0,1-1 0,-1 0 0,1 0 0,-1 0 0,1 0 0,-1 0 1,5-2-1,-4 1-157,0 0 0,0-1 1,0 1-1,-1-1 0,1 0 1,0 0-1,-1 0 0,1 0 1,-1 0-1,0-1 0,0 1 1,0-1-1,0 1 0,0-1 1,0 0-1,-1 0 0,1 0 1,-1 0-1,1-3 0,14-54-4699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3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181 39 2321,'0'0'11987,"23"-6"-11000,73-21 190,-73 21-556,-18 8 30,-4 2-457,0-1 0,-1 0 0,1 1 0,-1-1 0,0 1 0,0-1 0,0 1 0,0-1 0,-1 0 0,1 1 0,-1-1 0,0 1 0,-1 3 0,-1 1 4,-1 0 0,1 0 0,-1-1 0,-7 11 0,-23 26 658,-73 73 1,65-74-640,-44 58 0,81-95-218,1 0-1,0 0 1,1 1-1,-1-1 0,1 1 1,-4 12-1,7-17 1,-1-1 0,1 1 1,0 0-1,0-1 0,0 1 0,0 0 0,0 0 0,0-1 0,0 1 1,0 0-1,1-1 0,-1 1 0,1 0 0,-1-1 0,1 1 1,-1-1-1,1 1 0,0-1 0,0 1 0,0-1 0,0 1 1,0-1-1,0 0 0,0 0 0,1 1 0,-1-1 0,0 0 1,1 0-1,-1 0 0,1 0 0,-1-1 0,1 1 0,2 1 0,10 3 27,0-1 0,0 0 0,0-1 0,0-1 0,23 2 0,81-3-130,-67-2-265,-37 1-61,0-1 1,0 0-1,0-1 0,0 0 0,-1-1 1,1-1-1,17-7 0,-19 5-898,0 0 0,0 0-1,-1-1 1,15-13 0,19-23-9720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3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8996,'0'0'7091,"224"205"-5026,-162-149-480,-6-13-641,-8-2 113,-14-13-593,-13-10-400,-11-11-64,-6-7-592,-4-28-10405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3.7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611 1 12310,'0'0'4098,"-165"180"-2386,96-75-63,-4 16-849,-3 3-303,7-12-401,7-22-96,10-28-1745,8-21-3137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4.3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 3009,'0'0'8223,"11"-6"-6719,30-17-484,-40 22-958,0 1 1,0-1-1,0 0 1,0 1-1,0-1 0,0 1 1,0 0-1,0-1 1,0 1-1,0 0 1,0-1-1,0 1 1,1 0-1,-1 0 1,0 0-1,0 0 1,0 0-1,0 0 1,0 0-1,0 1 1,1-1-1,-1 0 1,0 1-1,0-1 1,0 0-1,0 1 0,0-1 1,0 1-1,0 0 1,0-1-1,0 1 1,-1 0-1,1 0 1,0-1-1,0 1 1,0 0-1,-1 0 1,1 0-1,-1 0 1,1 0-1,-1 0 1,1 0-1,-1 0 1,1 0-1,-1 0 1,0 0-1,1 2 0,1 3 221,11 22 125,-1 1-1,-2 0 1,9 39-1,12 94 951,-10-6-505,3 24-305,-22-171-597,-2-6-32,0 0 0,1 0 0,-1 0-1,1 0 1,0 0 0,0 0 0,0 0-1,0-1 1,1 1 0,-1 0 0,1-1 0,3 5-1,2-5-4901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5.5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300 9 9284,'0'0'9338,"-12"-3"-8837,6 2-468,-1-1 0,1 1 0,-1 0 0,0 1 0,1-1 0,-1 1-1,0 1 1,1-1 0,-1 1 0,1 0 0,-1 1 0,1 0-1,-1 0 1,1 0 0,-9 5 0,-2 3 15,1 0-1,1 0 1,0 2 0,0 0-1,1 1 1,1 0 0,-23 30 0,31-37-38,1 1 0,0-1 0,1 1 0,0 0 0,0 0 0,0 1 0,1-1 0,0 1 0,-2 13 0,4-14-9,0-1 0,0 0 0,1 0 0,0 0 0,0 0 1,0 0-1,0 0 0,1 0 0,0-1 0,1 1 0,-1-1 0,1 1 1,0-1-1,4 6 0,5 3-4,1-1 0,1 0 0,0-1 0,0 0 0,1-2 0,24 15 0,-21-14 11,66 39 62,31 21 48,-99-61-107,-1 2 1,-1 0-1,0 0 1,23 28-1,-33-33 1,1-1 0,-1 1 1,-1 0-1,1 0 0,-1 1 0,0-1 0,-1 0 0,0 1 1,0 0-1,2 14 0,-4-17 13,0 0 0,1 0 1,-2 0-1,1 0 0,-1 0 0,1 0 0,-1 0 0,-1 0 0,1 0 1,-1 0-1,0-1 0,0 1 0,0-1 0,0 1 0,-1-1 1,0 0-1,-5 7 0,0-4 0,1-1-1,0 0 1,-1 0-1,0 0 1,-1-1 0,1-1-1,-1 1 1,0-1-1,0-1 1,-10 3 0,0-1-36,1-2 0,-1 0 0,1-1 0,-27 0 0,38-2-109,-1 0 0,0-1-1,0 0 1,1 0 0,-1-1 0,1 1-1,-15-7 1,18 6-55,1 0-1,-1 0 1,1 0-1,-1-1 1,1 1-1,0-1 1,0 0-1,0 0 1,0 0-1,0-1 1,1 1-1,-1-1 1,1 1-1,0-1 1,-3-7-1,2 3-459,1-1-1,0 1 1,0-1-1,-1-15 1,1-40-4381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5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8708,'0'0'6947,"17"103"-5634,-17-13 47,0 3-95,0-6-577,3-9-272,11-22-303,0-22-113,3-19-97,4-15-383,-4 0-800,-7-31-1330,-3-22-2048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6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14102,'0'0'1473,"211"28"-3234,-149-16-6803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6.6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42 131 11125,'0'0'3023,"-5"41"-723,0-11-1822,-23 253 3547,25-5-690,3-278-3331,0 0 0,0 0 0,0 0 0,0 1 0,0-1 0,0 0 0,0 0 0,-1 0 0,1 0 0,0 0 0,0 0 0,0 0 0,0 1 0,0-1 0,0 0 1,0 0-1,0 0 0,0 0 0,0 0 0,0 0 0,0 0 0,0 1 0,0-1 0,0 0 0,0 0 0,0 0 0,0 0 0,0 0 0,1 0 0,-1 0 0,0 0 0,0 1 0,0-1 0,0 0 0,0 0 0,0 0 0,0 0 0,0 0 1,0 0-1,0 0 0,0 0 0,1 0 0,-1 0 0,0 0 0,0 0 0,0 1 0,0-1 0,0 0 0,0 0 0,0 0 0,1 0 0,-1 0 0,0 0 0,0 0 0,0 0 0,0 0 0,0 0 0,0 0 0,0 0 0,1 0 1,-1 0-1,0-1 0,0 1 0,0 0 0,0 0 0,0 0 0,0 0 0,0 0 0,1 0 0,5-9 25,10-27-207,-1-1 0,-2 0 0,14-67 0,-19 73-177,24-119-1676,30-101-3974,-58 241 5545,-2 2-104,0 0 1,1 0-1,0 0 1,0 0-1,1 1 1,0 0-1,0 0 1,1 0-1,0 0 1,8-8-1,-12 14 599,0 0 0,0 0 0,0 0 0,1 0 0,-1 0 0,0 0 0,0 1-1,1-1 1,-1 1 0,0-1 0,1 1 0,-1-1 0,1 1 0,-1-1 0,0 1 0,1 0 0,-1 0 0,1 0 0,-1 0 0,1 0 0,-1 0-1,1 0 1,-1 1 0,1-1 0,-1 1 0,0-1 0,1 1 0,-1-1 0,0 1 0,2 0 0,0 2 220,-1-1-1,1 1 1,-1 0 0,0-1 0,0 1 0,0 0 0,0 0-1,-1 0 1,1 1 0,-1-1 0,2 6 0,6 20 1079,-1 2 0,-2-1 0,4 58-1,-6 98 1771,2 27-754,-6-208-2358,7 31 214,-7-35-238,0 1 1,1-1 0,-1 0 0,1-1 0,-1 1-1,1 0 1,-1 0 0,1 0 0,0 0 0,-1 0 0,1 0-1,0-1 1,0 1 0,0 0 0,-1-1 0,1 1-1,0 0 1,0-1 0,0 1 0,0-1 0,0 0 0,0 1-1,0-1 1,0 0 0,0 1 0,0-1 0,3 0 0,-4 0-34,1 0 0,0 0 0,0 0 0,-1 0 0,1 0 0,0 0 0,0 0 0,-1-1 0,1 1 0,0 0 0,-1 0 0,1-1 0,0 1 0,-1 0 0,1-1 0,0 1 0,-1-1 0,1 1 0,-1-1 0,1 1 0,-1-1 0,1 1 0,-1-1 0,1 0 0,5-12-911,0 0 0,-2 0 0,1-1 0,-2 0 0,3-14 0,-5 21 320,13-60-6294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7.0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75 13670,'0'0'2676,"-4"37"-984,-12 126 266,13-139-1512,1 1 1,1 0-1,2 0 1,0-1-1,6 31 0,-5-46-369,0-1 0,0 0 0,1 1 0,1-1 0,-1 0 0,1 0 0,0-1 0,1 1 0,0-1-1,8 9 1,-10-12-68,1-1-1,-1 0 0,1 0 0,0 0 1,0 0-1,0 0 0,1-1 0,-1 0 1,0 0-1,1 0 0,0 0 0,-1-1 1,1 1-1,0-1 0,0-1 0,-1 1 1,1-1-1,0 1 0,8-2 1,-9 0-19,0 1 0,0-1 0,-1-1 0,1 1 0,0 0 0,0-1 0,-1 0 1,1 0-1,-1 0 0,0 0 0,1 0 0,-1-1 0,0 0 0,3-3 0,5-7-218,-1 1 0,11-19 0,-6 9-239,0 0-534,-1-1 0,-1-1 1,-1 0-1,-1-1 0,14-45 0,-17 40-1653,-2-2 1,0 1-1,-2-1 1,-1-46-1,-3 26 3349,0 17 10701,0 43-9608,0 67 470,11 294 1564,43 147-2502,-47-450-1096,-2 1-1,-9 131 0,4-192-229,-1 1-1,-1 0 1,1-1-1,-1 1 1,0-1-1,-1 1 1,1-1-1,-1 0 1,-1 0-1,-5 9 1,5-11-12,1 0 1,-1 0-1,0-1 1,0 1 0,0-1-1,-1 0 1,1 0-1,-1 0 1,1-1-1,-1 0 1,0 0-1,0 0 1,0 0-1,-7 1 1,1-1-140,0-1 0,-1 0 1,1 0-1,-1-1 0,1 0 1,0-1-1,-1-1 0,1 0 0,0 0 1,0-1-1,0 0 0,0-1 1,0-1-1,1 1 0,0-2 1,0 1-1,0-1 0,1-1 1,0 0-1,-9-8 0,6 4-622,1-1 1,1 0-1,0 0 0,0-1 0,1 0 1,1-1-1,0 0 0,1 0 0,0-1 1,1 0-1,1 0 0,1 0 0,-6-32 0,7-33-6635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7.9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501 646 5410,'0'0'7567,"0"-4"-7007,0-4-246,1 5-152,-1 0 0,0-1 0,0 1 0,0 0 0,0-1 1,0 1-1,-1-1 0,0 1 0,0 0 0,0 0 1,0-1-1,0 1 0,0 0 0,-1 0 0,1 0 0,-4-4 1,-6-3-90,8 7-11,1 0 0,-1 1 1,0-1-1,0 1 0,0 0 1,0-1-1,0 2 0,-1-1 1,-6-3-1,-12-4 205,18 7-219,1 0 1,0 1-1,0 0 0,-1-1 0,1 1 1,-1 1-1,1-1 0,-1 0 0,-5 1 1,-70-7 417,69 7-442,0 0 75,1 0 1,0 1-1,-1-1 1,-9 4-1,15-3-46,0 0-1,0 1 1,0 0-1,1 0 1,-1 0-1,1 0 1,-1 0-1,1 1 1,0-1-1,0 1 1,0 0-1,-3 4 1,-7 10 232,0 0 0,2 0 1,0 2-1,2-1 1,-15 37-1,-25 104 1522,9 11-273,35-144-1300,1 1-1,2 1 1,1-1 0,2 35-1,-1-61-230,0 0 1,0 0-1,0 1 0,0-1 0,1 0 1,-1 0-1,0 0 0,0 0 1,1 0-1,-1 0 0,1 0 0,-1 0 1,1 0-1,-1-1 0,1 1 0,0 0 1,-1 0-1,1 0 0,0 0 0,0-1 1,0 1-1,-1 0 0,1-1 0,0 1 1,0-1-1,0 1 0,2 0 0,0-1 3,1 1-1,-1-1 0,1 0 0,-1 0 0,1 0 0,6-1 0,-5 0 4,5-1-10,-1 1-1,0-2 1,0 0-1,0 0 1,-1 0 0,1-1-1,-1 0 1,0-1-1,0 0 1,0 0-1,8-7 1,8-10-273,39-46-1,-58 63 214,106-132-1441,-98 118 1004,-1-1 1,0 0-1,-1-1 1,-1 0-1,10-32 1,-17 44 200,-1-1 1,-1 1-1,1-1 0,-1-13 1,-1 19 680,0 11 595,-1 11-418,-1-1 0,-5 20-1,1-3-156,-4 41 224,3 0 1,4 0-1,6 85 0,-2-154-611,-1 0 0,1 0 0,0 0 0,0 0 0,0-1 0,1 1 0,0 0 0,0-1 0,1 1 0,-1-1-1,1 0 1,0 0 0,1 0 0,4 5 0,-5-7-13,1 0-1,-1 0 1,1 0-1,0-1 1,0 0-1,0 0 1,0 0-1,0 0 1,1 0-1,-1-1 1,1 0-1,-1 0 1,1 0-1,-1-1 0,1 1 1,-1-1-1,1 0 1,7-1-1,-7 0 13,1 0 0,0 0 0,-1 0 0,1-1 0,-1 0 0,1 0 0,-1-1 0,0 1-1,0-1 1,0 0 0,0 0 0,-1-1 0,5-3 0,6-8-72,0-1 0,16-22 0,-18 21-9,65-83-396,40-50-428,-55 77 436,99-149-1,-146 195 561,-2 1 0,0-2 0,-2 0 0,-1 0 0,-1-1 0,-1 0 0,-2-1 0,-1 0-1,-2 0 1,2-33 0,-5 30-126,-2 0 1,-6-50-1,5 72 3,-1 0-1,0 0 1,0 0 0,-1 0 0,-1 0 0,1 1-1,-2 0 1,1 0 0,-2 0 0,-12-15 0,17 22 12,-1 1 0,1-1 0,-1 0 0,0 1 0,0-1 0,0 1 0,0 0 1,0 0-1,0 0 0,-1 1 0,1-1 0,0 1 0,-1 0 0,1 0 0,-1 0 1,0 0-1,1 1 0,-1-1 0,-5 1 0,6 0 5,-1 1 1,1 0-1,-1 0 0,1 0 1,0 1-1,-1-1 0,1 1 1,0-1-1,0 1 0,0 0 1,0 0-1,1 1 0,-1-1 1,0 1-1,1-1 0,0 1 1,-1 0-1,1 0 0,0 0 1,1 0-1,-3 4 1,-11 23 49,2 1 1,0 0 0,-12 55 0,-14 107 392,38-187-429,-23 165 508,-4 329 0,27-473-507,4 49 15,-3-69-34,1 0 1,1 0 0,0 0 0,0 0 0,0 0 0,1 0 0,6 12 0,-7-15-8,1-1 1,-1 0-1,1 0 1,-1 0-1,1 0 1,0 0-1,0-1 0,0 1 1,0-1-1,1 0 1,-1 0-1,0 0 1,1 0-1,0 0 1,-1-1-1,1 0 1,0 0-1,0 0 1,0 0-1,0 0 1,0-1-1,0 0 1,0 0-1,0 0 1,0 0-1,0-1 1,0 1-1,-1-1 1,9-2-1,-8 0-79,0 0 0,0 0 1,0 0-1,0 0 0,0 0 0,0-1 0,-1 0 0,0 0 1,0 0-1,0 0 0,3-6 0,4-9-915,10-27-1,-14 31 228,10-21-3889,-10 7-4437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1:58.3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1 23131,'0'0'3409,"-18"0"-3953,18 12-6980,-6-5 2258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2:30.9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287 10 5234,'0'0'6881,"-5"-1"-6441,0-2-257,4 2-17,-1 1 0,0-1 0,1 0 0,-1 1 0,0-1 0,1 1 0,-1-1 0,0 1 0,-4 0 4792,-5 12-4720,-29 115 339,29-86-482,-24 104 315,12-41-271,-44 214-28,33-143-43,19-84 28,4-1 0,4 1 0,6 112 0,3-176-18,1-1 0,1 0-1,1 0 1,1 0-1,15 39 1,1-12 193,41 74 1,-7-37-46,-48-79-178,0 0 1,1-1 0,0 0-1,1-1 1,18 15-1,-22-18-40,-5-5-7,0 0 0,0 0 0,0 1 0,0-1 0,0 0 0,1 0 0,-1 0 1,0 0-1,1-1 0,-1 1 0,0 0 0,1-1 0,-1 1 0,4 0 0,-4 0-105,0-1-1,0 0 0,0 0 0,0 0 0,0 0 0,0 0 0,1 0 0,-1 0 0,0-1 0,0 1 1,0 0-1,0 0 0,0-1 0,0 1 0,0-1 0,0 1 0,0-1 0,0 1 0,0-1 1,0 0-1,0 1 0,0-1 0,-1 0 0,1 0 0,0 0 0,-1 0 0,1 0 0,0 1 1,0-3-1,16-35-2059,-13 26 1085,26-57-4665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2:31.7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35 3282,'0'0'8227,"0"-3"-7130,0-16 2982,-1 19-4017,1 0-1,-1 0 1,0-1-1,0 1 1,0 0-1,0 0 1,1 0-1,-1 1 1,0-1-1,0 0 1,0 0-1,0 0 1,1 1-1,-1-1 1,-1 1-1,-6 11 53,0 0 0,2 0 0,-1 0 0,1 1 0,1 0 0,-6 21 0,2 7 59,2-1-1,-4 73 1,9 87 746,3-111-427,0-33 103,12 92-1,-9-122-462,2-1 0,0-1 1,2 1-1,0-1 0,23 44 0,-27-61-112,0 1 0,1-2 1,-1 1-1,1 0 0,1-1 0,-1 0 0,1-1 0,10 9 0,-11-11-11,0 0 0,0 0 0,0-1 0,1 0 0,-1 0-1,1 0 1,0 0 0,-1-1 0,1 0 0,0 0 0,0-1 0,7 0-1,-8 0 0,0 0 0,0-1 0,0 0-1,0 0 1,0 0 0,0 0-1,0-1 1,-1 0 0,1 0 0,-1 0-1,1-1 1,4-3 0,-2 1 3,0-1 1,0 0-1,-1 0 1,1-1-1,-2 0 0,8-10 1,1-6-69,-1-1 1,-1-1 0,14-41-1,-15 34-161,-2 0-1,-1 0 1,-1-1-1,-2 0 1,-1-1 0,-1-40-1,-9-109-539,3 155 715,-2 0 0,0 0 0,-2 0 0,-13-35 0,9 34 53,-1 1 1,-2 0 0,0 1-1,-2 0 1,-33-41 0,46 64 0,-1 1 1,1 0 0,-1 0 0,1 0 0,-1 0-1,0 0 1,0 1 0,0-1 0,0 1 0,0 0-1,-1 1 1,-8-3 0,2 2 24,-1 0-1,0 1 1,-19 1-1,14 1-56,17-2-18,-1 1-1,1 0 1,-1 0-1,1 0 1,-1 0-1,1 0 1,-1 0-1,1 0 1,-1 0-1,1 0 1,-1 1-1,1-1 1,-1 0-1,1 0 1,0 0-1,-1 0 1,1 1-1,-1-1 1,1 0-1,0 1 1,-1-1-1,1 0 1,-1 0-1,1 1 1,0-1-1,-1 1 1,1-1-1,0 0 1,0 1-1,-1 0 1,0 9-4641,1-9 4144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2:32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267 0 2993,'0'0'10899,"-18"5"-10051,-1-1-575,9-2-137,0 0 1,0 1 0,1 0 0,-1 0 0,1 1 0,-1 1 0,1-1 0,-15 12 0,17-11-47,0 0 0,0 0 1,1 1-1,0-1 0,0 2 1,1-1-1,-1 0 0,1 1 1,1 0-1,-1 0 0,1 1 0,1-1 1,-1 1-1,1 0 0,0 0 1,1 0-1,0 0 0,1 1 1,-2 12-1,1 1 80,3 40 0,0-53-154,0 0-1,1-1 0,0 1 0,0-1 0,1 1 0,0-1 0,7 13 0,8 6-174,1-1-1,2 0 1,0-1-1,2-2 0,34 29 1,47 51-87,-100-98 256,0 1 0,-1-1 0,1 1 0,-1 0 0,-1 0 0,1 0 0,3 12 0,-5-15 6,0 0 1,-1 0 0,1 0-1,-1 0 1,1 1-1,-1-1 1,0 0 0,0 0-1,-1 0 1,1 0-1,-1 0 1,1 0 0,-1 0-1,0 0 1,0 0-1,0 0 1,-1 0-1,-2 5 1,-1-3 45,-1 1 0,0-1-1,0 0 1,-1 0 0,1-1 0,-1 1-1,-10 3 1,-6 3 139,-27 8 1,24-9-477,-1-2 1,0-1-1,-1-1 1,0-1 0,-30 1-1,58-6 275,-1 0-90,1 0-1,-1 0 1,1 0-1,-1 0 0,0 0 1,1 0-1,-1 0 1,1 0-1,-1 0 0,0 0 1,1 0-1,-1 0 1,1 0-1,-1-1 0,1 1 1,-1 0-1,1-1 1,-1 1-1,1 0 0,-1-1 1,1 1-1,-1 0 1,0-2-1,-4-21-3500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2:32.8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358 57 6707,'0'0'8431,"0"-3"-7423,0-21 577,-2 23-1472,-1-1 0,1 0 0,0 1 0,0 0-1,-1-1 1,1 1 0,0 0 0,-1 0 0,1 0 0,-4 0 0,3 0-40,-11-3-31,0 0 0,0 2 0,0 0 0,0 0 0,-1 1 0,-26 2 0,15-1 27,20 1-55,1 0 1,0 0-1,-1 0 1,1 1-1,0-1 1,0 1-1,0 1 1,0-1-1,1 1 1,-1-1-1,0 1 1,1 1-1,0-1 1,0 1-1,0-1 1,-5 8-1,-1 0 38,1 0 0,1 1 0,0 0 0,1 0 0,-9 20-1,9-14 107,2 0-1,0 1 0,1-1 0,0 1 0,2 0 1,0 19-1,4 119 1210,-1-137-1183,1 10 58,1-1-1,2 0 1,1-1-1,1 1 1,1-1-1,2-1 0,0 0 1,2 0-1,24 40 1,-30-57-209,1 0 0,0 0 0,0 0 1,0-1-1,1-1 0,1 1 0,0-1 1,0-1-1,0 0 0,1 0 0,0 0 0,0-2 1,1 1-1,-1-1 0,1-1 0,0 0 0,1 0 1,-1-1-1,18 2 0,-11-2-15,0-2-1,0 0 0,34-3 1,-45 1-20,0 0 0,0-1 0,-1 0 0,1 0 0,0 0 1,-1-1-1,1 0 0,-1 0 0,0 0 0,0-1 0,0 0 0,7-7 0,-6 4-125,-1 0 0,1 0 0,-2-1 0,1 1 0,-1-2 0,0 1 0,0 0 0,-1-1 0,-1 0 0,5-16 0,-3 6-1257,-1 0-1,-2 0 1,0-1 0,-1-24 0,-1 6-4499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2:33.4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331 1 10309,'0'0'9303,"-2"0"-8378,1 0-912,1 0 0,0 0 0,0 0 0,0 0 0,-1 0 0,1 0 0,0 0 0,0 0 0,0 0 0,-1 0 0,1 0 0,0 0 0,0 0 0,-1 0 0,1 0 0,0 0 0,0 0 0,0 0 0,-1 0 0,1 0 0,0 0 0,0 0-1,0 0 1,0 1 0,-1-1 0,1 0 0,0 0 0,0 0 0,0 0 0,0 0 0,-1 1 0,1-1 0,0 0 0,0 0 0,0 0 0,0 0 0,0 1 0,0-1 0,0 0 0,0 0 0,0 0 0,0 1 0,0-1 0,0 0 0,0 0 0,0 1 0,0-1 0,0 0-1,0 0 1,0 0 0,0 1 0,0-1 0,0 0 0,0 0 0,0 0 0,0 1 0,0-1 0,0 0 0,1 0 0,12 18 170,-5-8-84,143 206 478,-124-171-530,-2 2-1,-3 1 0,17 52 1,-25-52-5,-1 0 0,-3 1 0,4 54 0,-4 153 112,-10-190-146,-3 0 0,-3 1 0,-26 120 0,5-89 44,-4-2 0,-47 103 0,57-154-47,-1-2 1,-3-1 0,-1 0-1,-2-2 1,-1-2 0,-54 54-1,67-76-549,-1 0-1,-1-2 0,-1 0 1,0-1-1,-1-1 1,0-1-1,-25 10 0,24-14-3680,-42 7-1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6:57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15831,'0'0'3730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6:58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28 115 2081,'0'0'11973,"1"-8"-11247,1-23-107,-2 24 942,0 20-937,-15 202 1249,0-17-1558,14 57-134,3-214-69,2 1 0,1-1 0,2 1-1,2-1 1,2-1 0,1 0 0,23 49 0,-8-31 323,3-1 0,2-1 1,78 102-1,-88-131-269,1 0 0,1-2 0,28 22 0,-40-37-138,0-1 0,1-1 1,0 1-1,1-2 0,-1 0 1,1-1-1,1 0 0,-1-1 1,16 3-1,-16-5-15,-1-1 0,1 0 0,0-1 0,0 0 0,-1-1 0,1-1-1,0 0 1,16-4 0,-21 2-5,1 0 0,-2 0-1,1-1 1,0 0 0,-1-1-1,0 1 1,0-2 0,0 1-1,0-1 1,-1 0 0,0-1 0,8-10-1,7-10 16,-2-1-1,0-1 1,-3-1-1,0-1 1,-2 0-1,-1-1 1,14-48-1,-10 12-98,-2-1 0,11-118 0,-18 43-127,-10-153 1,-1 269 185,-1 0 1,-2 1 0,-10-38 0,-33-78 23,16 52 128,26 70-114,0 1 1,2-1-1,0 0 0,1-1 1,1-22-1,2 43-168,0 6-1397,0 72-4424,0-19-1665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6:58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1969,'0'0'12344,"0"-7"-11189,0-33 2749,0 44-3667,0 44-60,14 667 1271,-6-547-987,28 285 374,-31-424-785,7 37 128,-11-60-160,1 0 0,0-1-1,0 1 1,1-1 0,-1 0-1,1 0 1,1 0 0,4 7-1,2-4-62,-6-10-319,-2-18-587,-3 12 766,1 7 128,0-36-3132,-6-51-1,4 72 1439,-2 1 0,0 0 0,-8-23 0,-15-23-5621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6:59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 9748,'0'0'7959,"18"-7"-7175,0 0-551,1 1 1,0 0-1,0 2 0,1 0 0,0 1 1,30-1-1,202 14 1466,4-1-1082,-58-9-505,-111 0-5734,-87 12-4025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6:59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866 362 7732,'0'0'8665,"-3"-25"-7766,-11-77-168,13 96-651,0 0 1,-1 0-1,0 0 1,0 0-1,0 0 1,-1 0-1,0 0 1,0 0-1,-1 1 1,1 0-1,-1 0 1,0 0-1,0 0 1,-8-6-1,-4-5 119,6 4-150,-1 1 1,0 0 0,-1 1-1,0 0 1,-1 1-1,0 0 1,0 1 0,-1 1-1,0 0 1,0 0-1,0 2 1,-1 0 0,0 0-1,0 2 1,-1 0-1,-21-2 1,22 4-29,-20 0 15,-40 3 0,64-1-37,0 1 0,0 0 0,0 1 0,0 0 0,1 0 0,0 1 0,-20 10 0,14-4-1,1 0 0,0 2 0,1-1 0,0 2 0,1 0 0,1 0 0,0 1 0,0 1 0,2 0 0,-15 25 0,15-19 17,0 0 0,2 1-1,0 0 1,1 0 0,2 1 0,0 0 0,-3 44-1,5 61 171,3-111-151,2-1 1,0 0 0,1 0-1,0 0 1,11 28 0,-5-25-14,1 0 1,0-1 0,2 0-1,0-1 1,21 23 0,81 71 85,-35-47-112,114 69 1,-101-72-150,-80-53 125,6 4 3,0 0 1,18 19-1,-31-27 20,-1 1-1,0-1 1,0 1-1,0 0 1,-1 0 0,1 1-1,-1-1 1,-1 1-1,1-1 1,-1 1 0,0 0-1,2 7 1,-3-7-6,0 0 1,0-1 0,0 1-1,-1 1 1,0-1 0,0 0-1,-1 0 1,0 0 0,0 0-1,0-1 1,0 1 0,-1 0-1,0 0 1,0-1-1,-1 1 1,-4 7 0,0-5 11,1 0 1,-1-1-1,0 1 0,0-2 1,-1 1-1,0-1 0,-1 0 1,1-1-1,-11 5 0,-10 5 35,-2-1 0,0-2 0,-1-2 0,1 0 0,-2-2 0,-62 7 0,5-8-589,-116-7-1,201 0 296,1 0 1,-1 0-1,1 0 0,-1-1 1,1 0-1,0 0 0,-1 0 1,1 0-1,0-1 0,0 0 1,0 1-1,0-2 1,0 1-1,0 0 0,0-1 1,1 0-1,-1 0 0,1 0 1,-4-3-1,-25-36-7206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04.3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345 872 10789,'0'0'7169,"0"0"-7103,0 0 1,0 0 0,1-1 0,-1 1 0,0 0 0,0 0 0,0 0-1,1 0 1,-1 0 0,0 0 0,0 0 0,0 0 0,1 0-1,-1 0 1,0 0 0,0 0 0,1 0 0,-1 0 0,0 1 0,0-1-1,0 0 1,1 0 0,-1 0 0,0 0 0,0 0 0,0 0-1,0 0 1,1 1 0,-1-1 0,0 0 0,0 0 0,0 0 0,0 0-1,1 1 1,-2 14 87,-1 0 1,0 0-1,-1-1 0,-1 1 0,0-1 0,-9 20 0,-7 25 67,2 8-90,4 2 1,2 0-1,3 0 1,3 1 0,6 122-1,1-177-90,1 0 0,0 0 0,2 0 1,-1-1-1,2 1 0,0-1 0,1 0 0,0 0 0,1-1 0,17 24 0,-13-22 15,1 0 0,1-2 0,0 0 0,1 0 0,0-1 0,1-1 0,0 0-1,26 13 1,-24-16-27,0 0 0,1-1 0,-1-1 0,2-1 0,30 5 0,-10-5 13,65-1 1,-89-4-37,-1 0-1,0-1 1,0-1-1,0-1 1,0 0-1,0 0 0,-1-1 1,0-1-1,1-1 1,-1 0-1,-1 0 1,0-1-1,0-1 1,0 0-1,-1 0 1,0-1-1,0-1 1,16-19-1,-16 16-37,-1-1 1,0 0-1,-1 0 0,-1-1 0,0 0 0,-1-1 0,0 0 0,-1 0 1,-1 0-1,-1-1 0,0 0 0,-1 0 0,-1 0 0,0-25 1,-1 32 4,-1 1 0,0 0 0,-1 0 0,1 0 0,-2-1 0,1 1 0,-1 0 0,-1 0 0,0 1 0,0-1 0,0 1 0,-1-1 0,0 1 0,-1 0 0,0 0 0,-11-13 0,-10-4 10,-1 1 1,-1 2-1,-1 0 0,-45-24 1,65 40 16,-213-125 170,91 57 463,-151-114-1,258 169-490,1 0 0,1-2 0,-34-41 0,46 48-103,0 0 1,1-1-1,0 0 1,1 0-1,1-1 1,1 0-1,-9-33 0,10 30-52,1-1 0,2 0 0,0 0 0,0 0 0,2 0 0,4-34-1,-2 41 2,1-1 0,1 1 0,0 0 0,0 0 0,1 0 0,1 1 0,0 0 0,1 0 0,1 1 0,14-19 0,0 5-18,2 0-1,0 2 0,1 1 0,1 2 0,2 0 0,-1 1 0,2 2 1,58-25-1,-59 30-34,1 2 1,1 1-1,0 1 0,0 2 1,0 1-1,1 1 1,0 1-1,-1 2 1,58 6-1,-76-4 39,-1 1-1,0 0 0,0 1 0,0 1 1,0 0-1,-1 0 0,1 1 1,-1 0-1,0 0 0,-1 2 0,1-1 1,-1 1-1,0 0 0,-1 1 1,10 11-1,-6-5 1,-2 2-1,1-1 1,-2 2 0,0-1-1,-1 1 1,-1 0 0,0 1-1,6 30 1,-2 2-33,-2 2 1,3 98-1,-18 106 35,3-219 20,-2 0 1,-1 0 0,-2-1-1,-1 0 1,-2 0-1,-25 55 1,31-80-202,5-9 31,-1 1 1,0-1-1,0 1 0,-1 0 0,1-1 0,0 0 1,-1 1-1,1-1 0,-1 0 0,0 0 1,0 0-1,0 0 0,0 0 0,0 0 1,0 0-1,-4 1 0,5-2-80,1-1 0,0 0 1,-1 0-1,1 0 0,-1 0 0,1 0 0,-1 0 1,1 0-1,-1 1 0,1-1 0,0 0 0,-1-1 1,1 1-1,-1 0 0,1 0 0,-1 0 0,1 0 0,-1 0 1,1 0-1,0 0 0,-2-1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06.5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94 4258,'0'0'7262,"-2"-3"-6267,-8-7-203,8 7-7,2 0 807,0 3-1543,0 0 0,0 0 0,0 0 0,0-1 0,0 1 0,0 0 0,0 0-1,0 0 1,0-1 0,0 1 0,0 0 0,0 0 0,0-1 0,0 1 0,0 0 0,0 0 0,0 0 0,0-1 0,0 1 0,0 0 0,0 0 0,0-1 0,0 1 0,0 0 0,1 0 0,-1 0 0,0 0 0,0-1-1,0 1 1,0 0 0,1 0 0,-1 0 0,0 0 0,0 0 0,0-1 0,1 1 0,-1 0 0,32-10 142,0 1 1,1 2-1,66-7 0,104 9-226,-202 5 36,0 0-38,-7 0-113,-105 3-1557,45-1-938,-78-5-1,84-9 1313,46 8 1346,0 1-1,-1 1 1,-21-1-1,35 3 23,0 0 0,0-1 0,0 1 0,0 0 0,0 0-1,0 1 1,0-1 0,0 0 0,0 0 0,0 0 0,0 1 0,1-1 0,-1 0 0,0 1-1,0-1 1,0 1 0,0-1 0,0 1 0,1-1 0,-1 1 0,0 0 0,0-1 0,1 1-1,-1 1 1,0 0 154,0 0-1,1 0 1,-1 0-1,1 0 1,0 0-1,0 1 1,0-1-1,0 0 1,0 3-1,1 9 46,0 1 37,1 0 1,1-1 0,1 1-1,0-1 1,0 0-1,8 15 1,7 26 175,57 305 1253,-45-188-1093,71 564 1197,-87-597-1657,-10-94-109,19 127 95,-19-153 8,-1-1 0,2 0 0,1 0 0,0 0 0,1 0 0,19 29-1,-24-43-142,0-1 0,1 1 0,-1-1 1,1 0-1,-1 0 0,1-1 0,0 1 0,0-1 0,0 0 0,0 0 0,1 0 0,-1 0 0,1-1 0,-1 0 0,1 0 0,6 1 0,5 0-210,-1-1-1,1-1 1,26-2-1,-32 0-10,1-1 0,-1 1 0,0-1 0,0-1-1,9-4 1,-10 3-657,0 2 1,0-1-1,0 1 0,0 1 0,0-1 1,1 2-1,13-2 0,-7 3-2975,-7 0-1574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37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760 342 7619,'0'0'9141,"3"-7"-8714,-2 4-418,2-5 159,0 0-1,0 0 1,-1 0-1,0-1 1,-1 1-1,2-15 0,-3 10-142,0-1 8,0-1 0,-4-24 0,2 33-30,0 0 0,1 0-1,-2 0 1,1 0 0,-1 1 0,0-1 0,0 1 0,0 0 0,-6-7-1,1 2 4,-1 0 0,0 1 0,0 0 0,0 1-1,-1-1 1,-1 2 0,1 0 0,-1 0-1,0 1 1,-1 0 0,1 1 0,-1 0-1,0 1 1,-1 0 0,1 1 0,-1 1-1,1 0 1,-15-1 0,22 3 12,-57 4 126,56-3-140,0 0-1,0 0 1,1 1 0,-1 0-1,0 1 1,1-1-1,0 1 1,-7 4 0,-33 26 42,1 3 1,2 1 0,-65 75-1,89-93-10,2 1 0,1 1 0,0 1 0,1 0 0,2 1 0,0 0 0,2 1 1,0 0-1,2 1 0,0 0 0,-3 26 0,4 3 353,1 102 1,6-135-222,1-1 1,0 0 0,2 0-1,7 34 1,-7-46-89,0 1-1,1-1 1,-1 0-1,1 0 1,1 0 0,0 0-1,0-1 1,0 0-1,1 0 1,0 0 0,0-1-1,14 11 1,-9-9-14,1-1 1,-1-1 0,1 0-1,1 0 1,-1-2 0,1 1-1,0-1 1,0-1 0,1 0-1,-1-1 1,0-1 0,1 0-1,-1-1 1,1 0 0,-1-1-1,19-3 1,-8 0-81,1-2 1,-1-1-1,-1 0 1,1-2-1,-1 0 0,-1-2 1,40-25-1,-31 15-233,-2-1-1,0-1 1,-1-2 0,-2-1-1,30-37 1,-44 48-60,-1 0 1,0-1-1,-1-1 1,-1 0-1,-1 0 1,0 0-1,-2-1 1,0-1-1,0 1 1,-2-1-1,4-36 1,-7 37 38,1-66-687,-2 76 918,-1 1 0,0-1 0,0 1 0,0-1 0,-1 1 0,-1 0 0,1 0 0,-6-11 1,-4-2 129,0 2 0,-1-1 1,-1 1-1,-1 1 0,-19-16 1,34 32-65,0 1 0,0 0 0,0 0 1,0 0-1,0-1 0,-1 1 0,1 0 0,0 0 1,0 0-1,0-1 0,-1 1 0,1 0 0,0 0 1,0 0-1,-1 0 0,1 0 0,0 0 0,0 0 1,-1-1-1,1 1 0,0 0 0,0 0 0,-1 0 1,1 0-1,0 0 0,-1 0 0,1 0 0,0 0 1,0 0-1,-1 1 0,1-1 0,0 0 0,0 0 1,-1 0-1,1 0 0,-2 10 187,6 17-295,-4-26 134,43 163 123,-1-6 66,-23-58 233,10 180 0,-22 103 545,-7-375-1003,0 45 286,-14 101 0,11-134-171,-1-1 1,-1 0-1,-1 0 1,-1-1-1,0 1 0,-1-1 1,-1-1-1,-15 22 1,20-33-150,-1-1 1,0 0 0,0 0 0,0-1-1,-1 1 1,1-1 0,-1 0 0,0 0-1,0-1 1,0 0 0,-1 0 0,1 0-1,-1-1 1,0 0 0,1 0 0,-1-1-1,0 0 1,0 0 0,0-1 0,0 1-1,0-2 1,0 1 0,0-1 0,0 0-1,0 0 1,0-1 0,1 0 0,-1 0-1,0 0 1,1-1 0,0 0-1,-1-1 1,1 1 0,-9-9 0,-12-14-1740,2-2 1,2-1-1,-40-63 1,24 33-3017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37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19321,'0'0'4594,"-4"13"-7635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29 7988,'0'0'7616,"0"-5"-6973,0-14 27,0 19-649,0 0 0,0 0-1,-1-1 1,1 1 0,0 0 0,0 0 0,0-1-1,0 1 1,0 0 0,0 0 0,-1 0 0,1-1-1,0 1 1,0 0 0,0 0 0,-1 0 0,1-1-1,0 1 1,0 0 0,-1 0 0,1 0 0,0 0-1,0 0 1,-1 0 0,1 0 0,0-1 0,0 1-1,-1 0 1,1 0 0,0 0 0,0 0-1,-1 0 1,1 0 0,0 0 0,0 0 0,-1 0-1,1 1 1,0-1 0,-1 0 0,1 0 0,0 0-1,0 0 1,-1 0 0,1 0 0,0 0 0,0 1-1,0-1 1,-1 0 0,1 0 49,-2 1-40,1 0 0,0-1 0,0 1 0,-1 0 0,1 0 0,0 0 0,0 0 0,0 0 0,0 0 0,0 0 0,-1 3 0,-19 29 139,2 0 0,2 2 0,-23 62 0,29-70-122,-132 382 788,57-152-462,74-223-328,-42 125 212,44-131-197,9-28-135,1-7-58,8-49-792,36-145-5672,-25 89 279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0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6835,'0'0'8804,"36"-10"-8043,-36 10-761,38-10 361,74-12 1,-108 22-330,0-1 0,-1 1 1,1 0-1,-1 0 1,1 1-1,0-1 1,-1 1-1,1 0 1,-1 0-1,1 0 1,-1 0-1,0 0 1,0 1-1,1-1 1,-1 1-1,0 0 1,0 0-1,0 0 1,-1 1-1,1-1 1,0 1-1,1 2 1,14 16 203,-1 0 1,-1 1-1,-1 1 1,-1 0-1,21 50 1,38 137 1043,-34-51-180,18 163 0,-18-90-570,-41-238-1468,1 1 0,-1 0 0,0 0 0,-1-1 0,1 1 0,-6-7 0,-27-38-4958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0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15079,'0'0'5202,"228"3"-4882,-139-28-320,1-12-768,-11-1-2385,-3 1-2786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1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29 10005,'0'0'8804,"-17"-4"-8153,-2-2-455,6 2-33,-1 0 1,0 1-1,0 0 0,0 1 1,-28 0-1,22 2 22,-2 0 118,0 0 0,-34 6 0,48-4-243,1-1 0,-1 2-1,1-1 1,-1 1 0,1 0 0,0 0 0,0 1-1,1 0 1,-1 0 0,1 1 0,-7 6 0,-1 4 32,1 0 1,0 1 0,1 1-1,1 0 1,1 0 0,0 1-1,1 1 1,1-1 0,1 1-1,-5 22 1,-3 17 224,3 0-1,-5 70 1,10-55 60,4 0 1,7 101 0,-2-160-333,0 1 0,0-1 0,2 0 0,-1 0 0,2 0-1,0-1 1,1 1 0,0-1 0,13 20 0,-12-24-20,-1 0-1,2-1 1,-1 0 0,1 0 0,1-1 0,-1 0 0,1-1-1,0 1 1,1-2 0,0 1 0,-1-1 0,21 6-1,-14-5-137,2-1-1,-1-1 1,0-1-1,1 0 1,-1-1-1,1-1 1,0-1-1,0-1 1,-1 0-1,1-1 1,-1-1 0,1 0-1,-1-2 1,0 0-1,0-1 1,-1 0-1,0-1 1,0-1-1,0-1 1,-1 0-1,0-1 1,-1-1-1,0 0 1,-1-1-1,16-18 1,-19 18-852,-1 1 0,0-2 1,-1 1-1,0-1 1,-1 0-1,8-22 0,-8-2-5841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48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108 741 6931,'0'0'7870,"-5"-34"-7171,-16-115-498,9-35-108,10 131-259,-14-92 1,9 107-32,-2 0-1,-18-49 1,20 75 179,6 29-7,1-10 22,0 30-5,9 284 1017,-6-276-793,26 425 2505,-25-123-936,-3-334-1650,-2-6-26,1 1 1,1 0-1,-1 0 1,1 0-1,1 0 1,-1-1 0,1 1-1,5 10 1,-7-18-108,0 0 0,0 0 0,0 0 0,0 0 0,0 0 0,0 0 0,0 1 0,1-1 0,-1 0 0,0 0 0,0 0 0,0 0 0,0 0 0,0 0 1,1 0-1,-1 0 0,0 0 0,0 0 0,0 0 0,0 0 0,0 0 0,1 0 0,-1 0 0,0 0 0,0 0 0,0 0 0,0 0 0,0 0 0,1 0 0,-1-1 1,0 1-1,0 0 0,0 0 0,0 0 0,0 0 0,0 0 0,0 0 0,1 0 0,-1 0 0,0 0 0,0-1 0,0 1 0,0 0 0,0 0 0,0 0 0,0 0 1,0 0-1,0-1 0,0 1 0,0 0 0,0 0 0,0 0 0,0 0 0,0 0 0,0-1 0,0 1 0,0 0 0,0 0 0,4-14-78,32-246-7904,-23 182 3034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48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117 235 9268,'0'0'6966,"0"-4"-6571,0-12-24,0 11 1224,-1 8-1368,-7 22 197,-22 43 1,-1 1-132,20-32-93,1 1 0,1 0 0,2 0 0,2 0 0,2 1 0,1-1 0,2 1 1,6 51-1,-3-67-55,1 0 0,1 0-1,0 0 1,2 0 0,1-1 0,0 0 0,2 0 0,1-1 0,0-1 0,1 0 0,2 0 0,0-1 0,1-1 0,18 18 0,-24-29-131,0-1 1,0 0-1,1 0 0,-1-1 1,2 0-1,-1 0 1,0-1-1,1-1 0,0 0 1,0 0-1,0-1 1,0 0-1,0-1 0,0-1 1,0 1-1,1-2 0,-1 0 1,0 0-1,0-1 1,0 0-1,0-1 0,13-5 1,-9 1-5,0 0 1,-1-2 0,0 0 0,0 0-1,-1-2 1,0 1 0,-1-2-1,0 0 1,17-21 0,-9 6-161,0-1 1,-2 0-1,27-59 1,-38 70 26,-1-1 0,0 1-1,-2-1 1,6-35 0,-7 14-236,-2-50 0,-2 69 298,-2 0 1,0 0-1,-1 0 0,-1 0 1,-1 1-1,-1 0 1,0 0-1,-18-31 0,-8-5 54,-56-73 0,3 23 38,72 90 15,-1 0 1,-1 1 0,0 1-1,-25-16 1,34 25-10,-1 1 0,0-1 0,0 1 0,0 1 0,0-1 0,0 2 0,-1-1 0,-12 0 0,1 1 37,1 1 0,-29 4 0,44-3-105,-1 0 1,1 0-1,0 0 1,0 0-1,0 1 1,0 0-1,1 0 1,-1 0-1,0 0 1,1 0-1,-1 1 0,1 0 1,0 0-1,0 0 1,0 0-1,-3 4 1,3-3-424,1 0 1,-1 0-1,1 0 0,-1 1 0,1-1 1,1 1-1,-1 0 0,-1 5 1,1 13-4507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4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0 416,'0'0'15325,"-9"0"-13981,-19 0-130,23 0-253,27 0-447,32 3-169,103 19 0,-27-1-210,366-2-2168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53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0 591 10773,'0'0'6366,"1"-22"-6132,-1 7-223,1-13-18,0 0-1,2 1 1,9-41 0,2-4-452,-3 0 0,-4 0 0,-2-114 0,-5 186 771,0 5-338,5 74 437,25 142 0,-15-133-14,76 467 2511,-86-527-2793,18 89 552,-20-104-555,1 0 0,1-1 0,0 1 0,0-1 0,1-1 0,11 17 0,-16-26-111,1 0 0,-1 0 0,0 0 0,1-1 0,-1 1-1,1-1 1,-1 1 0,1-1 0,0 0 0,0 0 0,-1 1 0,1-1 0,0-1 0,0 1 0,0 0 0,0 0 0,0-1 0,0 1 0,4 0 0,-5-2-44,-1 1 1,1-1-1,0 1 1,0-1 0,-1 1-1,1-1 1,0 1-1,-1-1 1,1 0 0,-1 0-1,1 1 1,-1-1-1,1 0 1,-1 0 0,0 0-1,1 1 1,-1-1-1,0 0 1,1 0-1,-1 0 1,0 0 0,0 0-1,0 0 1,0 1-1,0-1 1,0 0 0,0 0-1,0 0 1,-1-2-1,2-3-293,5-97-6096,-5 41-401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53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7523,'0'0'5846,"10"-14"-5246,30-42 75,-25 42 728,-14 14-1368,-1-1-1,0 1 0,0 0 1,1 0-1,-1 0 0,0 0 0,0 0 1,1 0-1,-1 0 0,0 0 0,1 0 1,-1 0-1,0 0 0,0 0 0,1 0 1,-1 0-1,0 0 0,1 0 0,-1 0 1,0 0-1,0 0 0,1 1 0,-1-1 1,0 0-1,0 0 0,1 0 0,-1 0 1,0 1-1,0-1 0,0 0 0,1 1 1,0 0 64,0 1 0,-1 0 0,1 0 1,-1 0-1,1 0 0,-1 0 0,1 0 1,-1 0-1,0 2 0,0-1-128,5 261 2804,-6-156-2221,0-51-273,0-17 8,1 0 0,10 65 0,-9-99-266,0 0 0,1 0 0,-1 1 0,2-1 0,-1 0 1,1-1-1,0 1 0,0 0 0,5 7 0,-5-10-24,-1-1-1,1 1 1,0 0 0,0-1-1,0 0 1,0 0 0,0 0-1,0 0 1,1 0-1,-1-1 1,1 1 0,-1-1-1,1 0 1,0 0 0,-1 0-1,7 0 1,17 0-292,36-2 0,-40 0 128,0 1 0,38 4 0,-57-4 156,0 1-1,0 0 1,0 1-1,-1-1 1,1 1-1,-1 0 1,1 0-1,-1 0 1,1 0-1,-1 0 1,0 1-1,4 4 1,3 4-3,-1 0 1,10 15-1,-14-17 1,1-1-1,0 0 1,1 0-1,0 0 1,15 12 0,-21-19-60,0 0 0,1 0 0,-1 0 0,0 0 0,1 0 0,-1-1 0,1 1 0,-1-1 0,1 1 0,-1-1 0,1 1 0,0-1 0,-1 0 0,4 0 0,-4 0-41,-1 0-1,1 0 1,0-1 0,0 1 0,-1 0-1,1 0 1,0-1 0,-1 1-1,1-1 1,0 1 0,-1-1-1,1 1 1,-1-1 0,1 1 0,0-1-1,-1 0 1,0 1 0,1-1-1,-1 0 1,1 1 0,-1-2-1,2-3-527,-1 0-1,1 0 1,-1 0-1,-1 0 0,1 0 1,-1 0-1,0-6 1,0-29-4389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5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8148,'0'0'6208,"4"0"-5843,-3 0-348,-1 0 0,1 0-1,0 0 1,0 0-1,-1 1 1,1-1-1,0 0 1,0 0 0,-1 0-1,1 0 1,0 1-1,0-1 1,-1 0 0,1 1-1,0-1 1,-1 1-1,1-1 1,-1 1-1,1-1 1,-1 1 0,1-1-1,0 1 1,-1-1-1,0 1 1,1 0-1,-1-1 1,1 1 0,-1 0-1,1 0 1,2 31 657,-2-24-549,-1 370 2970,-1-365-3013,-25 383 1566,-2 85-1479,28-481-238,0 1 0,0-1-1,0 0 1,0 1-1,0-1 1,-1 1 0,1-1-1,0 1 1,0-1 0,0 0-1,1 1 1,-1-1-1,0 1 1,0-1 0,0 0-1,0 1 1,0-1 0,0 1-1,1-1 1,-1 0 0,0 1-1,0-1 1,0 0-1,1 1 1,-1-1 0,0 0-1,1 1 1,-1-1 0,0 0-1,1 0 1,-1 1-1,0-1 1,1 0 0,-1 0-1,0 0 1,1 0 0,-1 1-1,1-1 1,-1 0 0,0 0-1,1 0 1,-1 0-1,1 0 1,-1 0 0,0 0-1,1 0 1,-1 0 0,1 0-1,0-1-186,0 1 0,0-1-1,0 1 1,-1-1 0,1 1-1,0-1 1,-1 1 0,1-1-1,0 0 1,-1 1 0,1-1-1,-1 0 1,1 0 0,-1 1-1,1-1 1,-1 0 0,0 0-1,1 0 1,-1 0 0,0 0-1,0 1 1,1-1 0,-1-1-1,0-24-6578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57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62 157 5843,'0'0'7307,"0"-11"-3745,-1 19-3500,0 1 0,-1-1 0,1 0 0,-6 13 0,-2 9-15,-4 32 116,3 1-1,-3 69 1,8 128 684,5-241-763,1 10 127,0 0 0,2 0 0,1 0 0,2 0-1,1 0 1,1-1 0,1-1 0,1 1-1,2-2 1,0 1 0,2-2 0,1 1-1,19 22 1,-26-36-154,0-1 1,1-1-1,1 1 0,0-2 0,0 1 0,1-1 1,0-1-1,0 0 0,1-1 0,0 0 0,1 0 0,-1-2 1,1 1-1,0-2 0,23 6 0,-17-7-19,0-1-1,0 0 0,26-2 1,-37-1-24,0 1 0,0-1 1,-1-1-1,1 0 0,0 0 0,-1 0 1,1-1-1,-1 0 0,0-1 1,13-7-1,-9 2-29,-1-1 0,0 0 0,-1 0 0,0-1 0,-1 0 0,0 0 0,-1-1-1,0 0 1,8-20 0,-3 4-155,-2-1-1,-1 0 1,8-41 0,-11 21 8,-2-1 1,-2-73 0,-2 74 111,-2 10 33,-2 0-1,-1-1 1,-1 2-1,-3-1 0,-13-38 1,-79-180 2,94 237 6,-2 0 0,-1 0 0,0 1 0,-1 0 0,-1 1 0,-1 0 0,-15-16 0,24 31 12,-1-1 0,0 1 1,0-1-1,-1 2 0,1-1 0,0 0 0,-1 1 1,0 0-1,0 0 0,1 1 0,-1 0 0,0 0 1,0 0-1,0 1 0,0 0 0,0 0 0,0 0 1,-8 2-1,4-1 22,0 1 0,0 0-1,1 1 1,-1 0 0,1 1 0,0 0 0,-1 0 0,2 1 0,-16 10-1,10-4-103,2 0-1,-1 0 0,2 2 0,0-1 0,0 1 0,1 1 1,-13 23-1,16-23-2349,0 0-1,-6 24 1,6-16-4142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57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34 7027,'0'0'6931,"1"-4"-6317,1 0-277,2-21 2445,-22 24-2049,15 1-725,0 0-1,-1 1 0,1-1 1,0 1-1,0 0 0,0-1 0,0 1 1,0 1-1,0-1 0,0 0 0,0 1 1,0-1-1,1 1 0,-1 0 1,-2 2-1,1 0 15,0 1 1,0-1 0,0 1-1,1 0 1,0 0-1,0 0 1,-4 9-1,-1 5 91,2 1-1,0 1 1,-5 33-1,3 11 640,2 127 0,6-187-724,0 20 191,1 0 1,1 0-1,1 0 0,13 47 1,-12-60-154,0-1 0,1 1 1,0-1-1,0 0 0,2-1 0,-1 1 1,1-1-1,1-1 0,0 1 0,0-1 1,1 0-1,13 9 0,-12-11-73,0-1 0,1 0 0,0-1 0,0 0 1,0-1-1,1 0 0,-1-1 0,1 0 0,0-1 0,0 0 0,0-1 0,0 0 0,0-1 0,0 0 1,0-1-1,0 0 0,0-1 0,0-1 0,0 0 0,-1 0 0,1-1 0,-1-1 0,0 0 0,0 0 1,0-1-1,-1 0 0,0-1 0,12-11 0,-10 6-496,0-1 1,-1 0-1,-1-1 0,0 0 0,11-23 1,-15 26-546,-1-1 0,-1 0 1,0 0-1,4-21 1,-2-24-5508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57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9060,'0'0'6998,"1"0"-6940,-1 0 0,1 0 0,-1-1 0,1 1-1,-1 0 1,1 0 0,0 0 0,-1-1 0,1 1 0,-1 0 0,1 0 0,0 0-1,-1 0 1,1 0 0,0 0 0,-1 0 0,1 1 0,-1-1 0,1 0 0,0 0 0,-1 0-1,1 1 1,6 36 480,-3 1 0,0 39 0,-1-22-255,26 586 1563,-23-488-1467,-2-11-37,29 174-1,-31-301-297,1 0 0,0 0-1,2 0 1,6 16 0,-1-19 14,-10-11-74,0-1-1,0 0 0,0 0 1,0 0-1,1 1 1,-1-1-1,0 0 0,0 0 1,0 0-1,0 0 1,0 1-1,1-1 0,-1 0 1,0 0-1,0 0 1,0 0-1,1 0 1,-1 0-1,0 0 0,0 0 1,0 1-1,1-1 1,-1 0-1,0 0 0,0 0 1,1 0-1,-1 0 1,0 0-1,0 0 0,0 0 1,1 0-1,-1 0 1,0 0-1,0-1 0,1 1 1,-1 0-1,0 0 1,0 0-1,0 0 0,1 0 1,-1 0-1,0 0 1,0-1-1,0 1 0,0 0 1,1 0-1,-1 0 1,0 0-1,0-1 0,0 1 1,0 0-1,0 0 1,0 0-1,1-1 0,-1 1 1,0 0-1,0 0 1,0 0-1,0-1 0,0 1 1,0 0-1,0 0 1,0-1-1,0 1 0,0 0 1,0-1-1,1-89-4522,-2 42 1146,1-16-2703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58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13910,'0'0'4560,"33"0"-3642,210 0-401,-231 0-515,54 0-62,69-9 1,-111 6-32,-6 0-70,0 0 0,1 2 0,-1 0-1,36 3 1,-54-2 159,0 0-1,1 0 1,-1 0-1,0 0 1,0 1-1,1-1 1,-1 0-1,0 0 1,0 0-1,1 0 1,-1 0-1,0 1 1,0-1-1,0 0 1,0 0-1,1 0 1,-1 0-1,0 1 1,0-1-1,0 0 1,0 0-1,0 1 1,1-1-1,-1 0 1,0 0-1,0 1 1,0-1-1,0 0 1,0 0-1,0 1 1,0-1-1,3 18 281,-2 0-1,1 0 1,-4 32 0,1-9 92,1 68 557,3 157 881,-1-234-1621,2-1 1,1 0 0,11 40 0,-13-61-173,0 0 0,1-1 1,0 1-1,0-1 0,1 1 1,0-1-1,1-1 0,0 1 1,0-1-1,1 0 0,0 0 1,0-1-1,14 11 0,-15-14-25,-1-2 0,1 1 0,0 0 0,0-1 0,0 0 0,0-1 0,0 1 0,0-1 0,11 1 0,-12-2 3,-1 0-1,1 0 0,0 0 1,-1-1-1,1 0 0,0 0 0,-1 0 1,1 0-1,-1-1 0,1 1 0,-1-1 1,0 0-1,8-6 0,-4 1-40,0-1-1,0 0 1,-1-1 0,0 0-1,0 0 1,-1-1-1,-1 1 1,9-21 0,-1-3-564,16-57 0,-22 58 116,-1-1-1,-2 0 1,-1 0 0,-2 0 0,-1-1-1,-5-43 1,2 57 353,-1 0-1,-1 1 1,0-1-1,-2 1 1,0 0-1,-1 1 1,-14-22-1,4 9 56,-2 2-1,-1 0 1,-31-30-1,46 51 189,0 1 1,-1 0-1,0 1 0,-1-1 0,0 1 0,0 1 0,0-1 1,0 2-1,-1-1 0,0 1 0,0 0 0,0 1 1,0 0-1,-1 0 0,1 1 0,-1 1 0,0-1 0,1 1 1,-12 1-1,6 1-106,1 0 1,-1 1 0,1 1-1,0 0 1,0 1 0,0 1-1,0 0 1,1 1 0,-19 10-1,26-13-308,3-1-408,-1 0 1,1 0 0,-1-1-1,1 1 1,-1-1 0,0 0-1,-4 1 1,-4-2-6915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59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10517,'0'0'4127,"0"0"-4111,1 0-1,-1-1 1,0 1-1,1 0 1,-1 0-1,0 0 1,1-1-1,-1 1 1,0 0-1,1 0 1,-1 0-1,1 0 1,-1 0-1,0 0 1,1 0-1,-1 0 1,0 0-1,1 0 1,-1 0-1,1 0 1,-1 0-1,0 0 1,1 0-1,-1 0 1,0 0-1,1 0 1,-1 0-1,0 1 1,1-1-1,-1 0 1,1 1-1,1 2 2,0 0-1,0 0 0,-1 1 1,1-1-1,-1 1 1,0-1-1,0 1 0,0 0 1,0-1-1,0 7 0,0 0 36,42 371 2498,-34-280-1912,22 509 2527,-14-345-2344,-16-255-767,0 1 0,1-1-1,0 1 1,1-1 0,0 0-1,0 0 1,9 17 0,-11-26-51,-1 0 1,1 0-1,-1 0 1,1-1-1,-1 1 1,1 0 0,0-1-1,-1 1 1,1 0-1,0-1 1,0 1-1,-1-1 1,1 1-1,0-1 1,0 1-1,0-1 1,-1 0-1,1 1 1,1-1-1,-1 0 0,-1 0-1,1 0 0,0 0 0,-1-1 1,1 1-1,-1 0 0,1 0 0,-1-1 1,1 1-1,-1 0 0,1-1 1,-1 1-1,1 0 0,-1-1 0,1 1 1,-1-1-1,0 1 0,1-1 1,-1 1-1,1-1 0,-1 0 0,2-3-4,0 0-1,0-1 0,0 1 0,-1 0 1,0-1-1,1-5 0,7-80-1270,-6-160-1,-4 137 214,-1 50 320,0 36 382,2 1 0,0-1-1,2 0 1,7-37-1,-7 58 345,0 0-1,1-1 0,0 1 0,0 1 0,0-1 1,0 0-1,1 1 0,0-1 0,0 1 0,1 0 1,-1 1-1,1-1 0,0 1 0,7-5 0,-9 7 55,0 0-1,0 0 0,1 0 1,-1 1-1,1-1 0,-1 1 0,1 0 1,0 0-1,-1 0 0,1 1 0,0-1 1,-1 1-1,1 0 0,0 0 1,0 0-1,-1 0 0,1 1 0,0 0 1,-1-1-1,1 1 0,0 1 1,-1-1-1,1 0 0,-1 1 0,0 0 1,1 0-1,3 3 0,0 1 78,0 1-1,0 0 1,0 0-1,-1 0 1,-1 1-1,1 0 1,-1 0-1,7 16 1,-1 0 163,-2 0 0,8 30 0,-10-15 146,-1 1 0,-2-1 0,-1 1 0,-5 58 1,2-72-253,0-5-104,-1 0 0,-1-1-1,-1 1 1,-1 0 0,-1-1-1,-1 1 1,0-1 0,-2-1 0,0 1-1,-1-1 1,-1-1 0,-1 0-1,0 0 1,-22 24 0,28-36-107,-1 0 0,0-1 0,-1 1-1,1-1 1,-1-1 0,0 1 0,0-1 0,0-1 0,-12 5 0,16-7-85,-1 0 0,1 0 0,-1 0 0,1 0 0,-1 0 0,0-1-1,1 0 1,-1 0 0,0 0 0,0 0 0,1-1 0,-1 1 0,0-1 0,1 0 0,-1 0 0,1 0 0,-1 0 0,1-1 0,0 0 0,-1 1 0,1-1 0,0 0 0,-3-3 0,0-3-598,0 0 1,0 0-1,1-1 0,0 0 1,1 1-1,0-2 0,0 1 1,1 0-1,0-1 1,-2-14-1,-7-41-8255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5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1 494 9476,'0'0'8847,"29"-8"-8132,-3 1-586,-4 2-54,0-1 1,-1-1-1,0 0 0,0-2 1,-1-1-1,38-24 0,-40 22-40,0-2 0,-1 0 1,-1-1-1,22-26 0,-32 34-83,0-1 1,-1 0 0,0 0-1,0 0 1,-1-1 0,0 0-1,0 0 1,-1 0 0,0 0-1,-1-1 1,0 1-1,1-17 1,-2 18-59,-1-4-83,1 0-1,-2 0 0,-1-15 1,1 23 173,1 1 0,-1-1 0,0 1 0,-1 0 1,1-1-1,-1 1 0,1 0 0,-1 0 0,0 0 0,0 0 1,0 1-1,0-1 0,-1 0 0,1 1 0,-4-3 0,-2-1 1,-1-1-1,0 2 1,-1-1-1,1 1 1,-1 1-1,0 0 1,0 0-1,-1 1 1,1 0-1,-1 1 1,1 0-1,-1 1 1,0 0-1,0 0 1,-11 2-1,19-1 18,0 0 0,0 0-1,1 1 1,-1-1 0,0 1-1,0 0 1,0 0 0,1 0-1,-1 0 1,0 0 0,1 1-1,-1-1 1,1 1 0,-5 3-1,3-1 30,0 0-1,0 1 0,1-1 0,0 1 1,-1-1-1,1 1 0,-2 7 1,-2 5 149,1 0 1,0 0 0,2 0 0,-4 23-1,1 29 792,3 126-1,4-131-513,0-36-259,2 0-1,0 1 0,2-1 0,2 0 0,8 28 0,-10-44-160,0 0 1,1 0 0,0 0-1,1-1 1,0 0-1,1 0 1,0 0 0,1-1-1,0 0 1,0-1-1,1 0 1,1 0 0,13 11-1,-13-15-163,1 0 1,-1 0-1,0-1 0,1 0 0,0-1 0,0 0 0,0-1 1,0 0-1,1-1 0,-1 0 0,0-1 0,1 0 0,-1-1 1,0 0-1,0 0 0,1-1 0,-1-1 0,0 0 0,-1-1 1,1 0-1,-1 0 0,1-1 0,15-11 0,-16 9-801,-1-2 1,0 1-1,-1-1 0,14-18 0,22-48-7883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7:5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12614,'0'0'2884,"0"35"-651,0-19-1949,1 38 600,2 0 0,2 0 0,14 58 0,100 495 2942,-120-620-3876,0 0 0,3-23 0,-1-3-139,-8-370-3954,7 407 4112,0-27-505,6-51 1,-5 72 533,1-1 0,0 0 0,1 0 0,0 1 0,0 0 1,1 0-1,0 0 0,0 0 0,9-11 0,-7 11 88,0 1 0,0 0 0,1 0 0,0 0-1,0 1 1,9-6 0,-11 9 35,0 0 0,1 1-1,-1-1 1,0 1 0,1 0-1,-1 1 1,1 0 0,-1 0-1,1 0 1,0 0 0,7 1-1,5-1 160,-13 0-269,0 1-1,-1 0 1,1 0 0,0 0 0,0 0-1,0 1 1,-1-1 0,1 1-1,0 0 1,-1 1 0,1-1-1,5 4 1,-10-5-226,1 1-1,0 0 1,0-1-1,0 1 1,0-1 0,0 1-1,0-1 1,0 1-1,0-1 1,0 0-1,0 1 1,0-1 0,0 0-1,0 0 1,2 0-1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0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5843,'0'0'13979,"23"3"-13586,-9-2-339,150 11 348,-110-13-359,-18-1-393,56 6 1,-82-3 240,0 0 1,0 1 0,0 1-1,0-1 1,-1 2-1,1-1 1,-1 1-1,0 1 1,0-1-1,10 9 1,-15-10 116,-1 0 0,0 1 0,0-1 1,0 1-1,0 0 0,0-1 0,-1 1 0,0 0 0,0 0 0,0 1 1,0-1-1,-1 0 0,1 1 0,-1-1 0,1 10 0,0 4 380,-1 1 0,-3 32 0,0-12 41,23 421 924,3 57-917,-21-2-244,-3-468-169,0-41-18,-8 254 277,5-225-138,-2 1 0,-2-1 1,-1 0-1,-2-1 0,-15 37 1,21-60-49,-1 0 0,-1-1 0,0 1 0,-14 17 0,17-24-82,0-1-1,0 1 1,-1-1 0,0 0-1,0 0 1,0 0 0,0-1-1,0 0 1,0 1 0,-1-1-1,1 0 1,-1-1 0,1 1 0,-8 0-1,2 0-89,-1-1-1,0 0 1,0-1 0,1 0-1,-1-1 1,0 0-1,0-1 1,1 0-1,-21-7 1,18 4-246,1-1 0,-1 0 0,1-1 0,0-1 0,1 1 0,0-2 0,-12-11 0,-5-8-2370,1 0 0,-25-36 0,9 2-7286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0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24267,'0'0'2097,"0"34"-4018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0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81 4578,'0'0'8132,"-3"-8"-7660,0-1-269,1 6-18,1-1-1,0 1 0,0-1 1,0 1-1,0-1 0,1 1 1,-1-1-1,1-7 4490,82 10-3947,138 6-2041,-204-3 1105,-21-2 421,-26-3 63,-12-7-316,-1 3 0,0 1 0,0 3-1,-48 1 1,91 3 43,1-1 0,-1 0-1,1 1 1,0-1 0,-1 1-1,1-1 1,0 1-1,-1-1 1,1 0 0,0 1-1,0-1 1,-1 1 0,1-1-1,0 1 1,0 0-1,0-1 1,0 1 0,0-1-1,-1 1 1,1-1 0,0 1-1,0-1 1,0 1-1,1 0 1,-1 22 185,0-18-110,0 2 0,0 7 55,0 0 0,1 0 0,0 0 0,1 0 0,4 15 0,102 360 1152,-16 84-353,-71-320-676,1 175-1,-22-255-198,-1-10-22,3-1 0,14 89 0,-14-144-29,-1 1 0,2 0 0,-1-1 0,1 0 1,0 1-1,0-1 0,8 12 0,-8-16-3,-1 0 0,1 0-1,0 0 1,-1-1 0,1 1-1,0-1 1,1 0 0,-1 0-1,0 0 1,0 0 0,1 0-1,-1-1 1,1 1 0,0-1 0,-1 0-1,1-1 1,8 2 0,33 0 27,0-2 1,63-8 0,-54 3-303,60 2 0,-111 3 204,1 0-1,0 1 0,-1 0 1,1-1-1,-1 1 0,1 0 0,-1 1 1,0-1-1,1 1 0,-1-1 0,0 1 1,0 0-1,0 0 0,0 1 1,0-1-1,-1 0 0,4 4 0,-4-3-298,0 0-1,0 0 1,0 1-1,0-1 0,0 0 1,-1 1-1,1-1 1,-1 1-1,2 7 0,-2 5-3710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38 9812,'0'0'7094,"-2"-4"-6560,1 4-501,0-2 126,0-1 0,-1 1 0,1 0 0,0-1 0,0 1 1,0 0-1,0-1 0,1 1 0,-1-1 0,1 0 0,-1-4 1414,1 10-1677,2 33 112,1 0-1,8 37 1,4 27 143,18 596 1062,-21-311-247,-11-361-731,8 45 0,-9-68-232,0-1 0,0 1 0,0 0 1,0-1-1,0 1 0,0 0 0,0 0 0,0-1 0,0 1 1,1 0-1,-1-1 0,0 1 0,0 0 0,1-1 1,-1 1-1,0 0 0,1-1 0,-1 1 0,1-1 1,-1 1-1,1-1 0,-1 1 0,1-1 0,-1 1 0,1-1 1,-1 1-1,1-1 0,0 0 0,-1 1 0,1-1 1,0 0-1,-1 0 0,1 1 0,0-1 0,0 0 0,0 0-30,-1-1-1,1 1 0,-1-1 0,0 1 0,1 0 0,-1-1 0,0 1 0,0-1 0,1 1 0,-1-1 1,0 1-1,0-1 0,0 1 0,1-1 0,-1 1 0,0-1 0,0 0 0,0 1 0,0-1 0,0 1 1,0-1-1,0 1 0,0-1 0,0 1 0,-1-1 0,1 0 0,0 0 0,0-4-226,-1-149-8227,-5 95 1827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9941,'0'0'8595,"11"-3"-8048,16-2-176,1 0-1,49 0 0,72 6 371,-57 0-560,-21 0-259,135-6 382,-184 3-606,0-1 0,0-2 0,0 0 0,0-1 0,-1-1 0,41-19-1,-92 22-8242,-7 4 3418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6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8980,'0'0'4002,"180"12"-2113,-94-2-513,3 2-767,-13 1-257,-10-1-272,-14 0-80,-14 4-688,-14-1-1697,-10-5-3810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6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6563,'0'0'9127,"7"-7"-6006,-7 54-2681,11 279 1920,-7-285-2035,3 1 0,1-1 1,2-1-1,1 0 0,29 66 1,-34-94-246,0 0 0,1-1 0,0 0 0,0 0 0,14 15 0,-16-21-64,0-1-1,0 0 1,0 0 0,0 0 0,1 0 0,0-1 0,-1 1-1,1-2 1,0 1 0,1-1 0,-1 0 0,9 2-1,-8-2-11,1-1 0,-1 0-1,0 0 1,0-1 0,1 0-1,-1 0 1,0-1 0,0 0-1,0 0 1,9-3 0,-11 2-5,0-1 0,1 0 0,-1 0 0,0 0-1,-1 0 1,1-1 0,0 0 0,-1 0 0,0 0 0,0 0 0,0-1 0,4-7 0,5-9-191,0 0-1,-2-1 1,0 0-1,-2-1 1,-1 0-1,0 0 1,-2-1-1,6-41 1,-4-12-1389,-3-110 1,-5 174 1431,-1-16 305,-1 0 0,-1 0 0,-14-53 0,16 68 1204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7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9828,'0'0'8252,"-2"0"-7674,2 13-422,20 124 1342,23 202 1395,-37-250-2328,13 102 506,-18-182-1029,6 23 54,-6-31-94,-1 0 0,0 0 0,1 0 0,-1-1-1,1 1 1,-1 0 0,0 0 0,1 0 0,0-1 0,-1 1-1,1 0 1,0-1 0,-1 1 0,1 0 0,0-1-1,-1 1 1,1-1 0,0 1 0,0-1 0,0 0-1,0 1 1,-1-1 0,1 0 0,0 1 0,0-1 0,0 0-1,1 0 1,-2 0-3,1 0 0,-1 0 0,1 0 0,-1 0 0,0 0 0,1 0 0,-1 0 0,1 0 0,-1 0-1,0-1 1,1 1 0,-1 0 0,0 0 0,1 0 0,-1 0 0,0-1 0,1 1 0,-1 0 0,0 0 0,0-1 0,1 1 0,-1 0 0,0-1 0,0 1-1,1 0 1,-1-1 0,0 1 0,0 0 0,0-1 0,0 1 0,1 0 0,-1-1 0,0 1 0,0-1 0,4-20-159,0 1 0,-2-1 0,0 0-1,-1 0 1,-3-24 0,2 5-288,0-293-3999,1 317 4313,0 0 0,1 0 0,0 0 0,2 1 0,0-1 0,6-16 0,-6 22 107,1 0 0,-1 1-1,2 0 1,-1 0 0,1 0-1,1 1 1,-1 0 0,1 0-1,1 1 1,10-9 0,-13 12 76,0 1 1,1 0-1,-1 0 1,1 1-1,-1-1 1,1 1-1,0 0 1,0 1-1,0-1 1,9 0-1,-11 2 24,1-1 0,-1 1-1,0 0 1,0 1 0,0-1-1,0 1 1,1-1 0,-1 1-1,0 0 1,0 1-1,0-1 1,-1 1 0,1 0-1,0 0 1,0 0 0,5 5-1,0 2 54,-1 0 0,-1 1 1,0 0-1,0 1 0,-1-1 0,0 1 0,-1 1 0,0-1 0,-1 1 0,-1-1 0,4 19 0,3 19 621,4 72 0,-5 232 881,-9-281-1799,-1-98-4424,1 10 2193,0-1 0,4-24 1,10-11-5939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7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357 108 7075,'0'0'9807,"-6"-13"-9118,-18-43 172,22 54-765,1-1 0,0 1 0,-1 0 0,1-1 0,-1 1 0,0 0 0,0 0 0,0 0 0,0 0 0,0 0 0,0 1 0,-1-1-1,1 1 1,0-1 0,-1 1 0,0 0 0,1 0 0,-1 0 0,1 0 0,-1 0 0,0 1 0,0-1 0,1 1 0,-1 0 0,0-1-1,0 1 1,0 1 0,-4 0 0,-1-1 70,-7-1 41,10 1-197,1-1 0,-1 1 1,0 0-1,0 0 0,1 0 0,-1 1 1,0 0-1,1 0 0,-1 0 1,1 0-1,-1 1 0,1-1 1,-1 1-1,1 1 0,0-1 1,-6 4-1,2 3-3,0 0-1,1 0 1,0 0 0,0 1-1,1 0 1,-5 12 0,-2 7 20,-10 34 0,8-12 166,2 1 0,3 1 0,-6 72-1,11-30 483,7 96 0,-1-177-621,0 0-1,1 0 0,0-1 1,1 1-1,1-1 0,0 0 1,6 14-1,-7-22-46,0 1 0,0-1 0,0 0 0,1 0 0,-1 0 0,1 0 0,1-1 0,-1 1 0,1-1 0,-1 0 0,1 0 0,0-1 0,1 1 0,-1-1 0,0-1 0,1 1 0,8 2 0,-4-2-26,-1-1 0,1 0 0,-1 0 0,1-1 1,0-1-1,-1 1 0,1-2 0,0 1 1,0-1-1,13-4 0,-10 2-36,0-2 0,-1 1 0,0-2 0,0 1 0,0-2 0,21-14 0,-10 2-449,-2 0-1,1-2 0,-2 0 0,-1-2 1,-1 0-1,20-33 0,-27 39-708,-1-1 1,-1-1-1,0 0 0,-2 0 0,0 0 1,7-34-1,-2-25-7012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8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 11637,'0'0'7652,"0"0"-7603,-1 0 0,1 0 0,0-1 0,-1 1 0,1 0 0,-1 0 0,1 0 0,-1-1 0,1 1 1,-1 0-1,1 0 0,-1 0 0,1 0 0,-1 0 0,1 0 0,-1 0 0,1 0 0,-1 0 0,1 0 0,-1 1 0,1-1 0,-1 0 0,1 0 1,-1 0-1,1 0 0,0 1 0,-2-1 0,15 393 1565,-2-141-747,4 437 790,-15-685-1652,0 12 8,1-1-1,0 1 0,1-1 0,6 24 0,-9-54-3427,0 4 2380,0 1 0,0-1 0,-5-16 0,-8-11-3404,-2 0-2127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16167,'0'0'3087,"32"2"-1764,4 1-1070,165 5 228,-40-18-522,-4 1-1084,-154 9 1085,-1 0 0,1 0 1,-1 0-1,0 0 0,1 0 0,-1 0 0,1 1 0,-1 0 0,0-1 1,0 1-1,1 0 0,-1 0 0,0 0 0,0 0 0,0 0 0,0 1 1,0-1-1,0 1 0,2 1 0,-2 0 31,-1 1 1,1-1-1,0 0 1,-1 1 0,0-1-1,0 1 1,0-1-1,0 1 1,-1 0-1,1-1 1,-1 8-1,-1 316 3534,-4-129-2037,5-100-1328,0-97-264,0-5-792,0-125-6148,0 57-47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13238,'0'0'8404,"155"-40"-8884,-130 40-1889,-12 0-1777,5 0-4514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9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72 10533,'0'0'6856,"-4"0"-6194,-20 0 17,-1 2 1,0 0-1,1 1 0,-46 13 1,61-14-661,0 1 0,1 0 0,0 1-1,0-1 1,0 2 0,0-1 0,1 1 0,-1 0 0,1 1 0,1 0 0,-1 0 0,1 0 0,0 1 0,0 0 0,1 0 0,0 0 0,-7 14 0,4-2 85,2 1 1,0 0-1,1-1 1,1 2-1,-2 26 1,2 107 987,4-141-987,-1 34 262,0-2 61,2-1 0,7 45 0,-6-75-332,1-1 1,0 0-1,1 0 0,0-1 1,1 1-1,0-1 0,1 0 1,1 0-1,0 0 0,0-1 1,10 11-1,-12-17-72,0 0 1,0 0-1,1 0 0,-1-1 0,1 0 0,0 0 1,0-1-1,1 0 0,-1 0 0,1 0 1,-1-1-1,1 1 0,0-2 0,0 1 0,0-1 1,0 0-1,0-1 0,0 1 0,9-2 1,-4 0-18,0-1 0,0 0 0,0-1 0,-1 0 0,1-1 0,-1 0 1,0 0-1,0-2 0,-1 1 0,15-11 0,0-2-117,-1-2 0,-2 0 1,0-1-1,-1-1 0,-1-2 0,-1 0 0,16-26 0,-22 29-131,-1-1-1,0 0 1,-2-1-1,-1 0 0,-1 0 1,-1-1-1,-1 0 0,-1 0 1,3-30-1,-6 19-146,-1-1 0,-4-36-1,1 57 284,-1-1-1,0 1 0,-1-1 0,0 1 1,-1 0-1,-14-26 0,10 24 174,0 0 0,-2 1-1,0 0 1,0 1 0,-17-16-1,23 26 18,-1 0 1,0-1-1,-1 2 0,1-1 0,-1 1 0,0 0 0,0 0 1,0 1-1,-1 0 0,1 0 0,-1 1 0,0 0 1,1 0-1,-1 1 0,-9-1 0,1 2-47,0 0-1,0 0 1,-25 5 0,33-3-79,-1 1 0,0 0 0,1 0 0,0 0 1,-1 1-1,1 0 0,-13 10 0,10-6-215,-56 42-1236,31-14-4313,33-28 275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4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13094,'0'0'6734,"-5"44"-4757,0-5-1582,-5 41 763,1 158-1,26 0 749,-5-100-912,-9-100-482,11 55 1,-6-68-318,-8-24-193,0-1-1,0 0 1,0 1 0,1-1 0,-1 0 0,0 1 0,0-1 0,0 0 0,0 1 0,0-1 0,1 0 0,-1 0-1,0 1 1,0-1 0,0 0 0,1 1 0,-1-1 0,0 0 0,0 0 0,1 0 0,-1 1 0,0-1 0,1 0-1,-1 0 1,0 0 0,1 0 0,-1 1 0,0-1 0,1 0 0,-1 0 0,0 0 0,1 0 0,-1 0 0,0 0-1,1 0 1,-1 0 0,0 0 0,1 0 0,-1 0 0,0 0 0,1 0 0,-1-1 0,0 1 0,1 0 0,-1 0-1,0 0 1,1 0 0,-1-1 0,0 1 0,0 0 0,1 0 0,-1 0 0,0-1 0,0 1 0,1 0 0,-1-1-1,0 1 1,0 0 0,0 0 0,1-1 0,-1 1 0,0 0 0,0-1 0,0 1 0,0 0 0,0-1-1,6-13-49,-2 1 0,0-1 0,0 0 0,1-16-1,0 3-118,23-138-1185,-19 93 93,4 0-1,42-130 1,-50 188 1066,1 1 0,0 1 0,1-1 0,0 1 0,1 0 0,15-18 0,-19 26 186,0-1 0,0 2 0,1-1-1,0 0 1,-1 1 0,1 0 0,0 0-1,1 0 1,-1 0 0,0 1-1,1 0 1,-1 0 0,1 1 0,0-1-1,-1 1 1,1 0 0,0 1 0,7 0-1,-8 0 40,-1 1 0,0-1 0,0 1 0,-1 0-1,1 1 1,0-1 0,0 1 0,0-1 0,-1 1-1,1 0 1,-1 0 0,0 1 0,1-1 0,-1 1-1,0 0 1,0 0 0,-1 0 0,1 0 0,-1 0-1,1 0 1,1 5 0,5 7 107,-1 1 0,-1 0 0,8 27 0,-14-39-111,10 32 186,-3 0 1,0 1 0,3 58-1,-6 113 416,-5-162-648,0-43-1170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0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841 153 8932,'0'0'5672,"-15"-14"-5379,-48-42-50,52 47-154,1 1 0,-1 1 0,-1 0 0,1 0 1,-1 1-1,0 1 0,0 0 0,-1 0 0,0 1 0,0 1 0,0 0 0,-15-1 0,11 1 55,-18-1 85,0 1-1,-50 3 0,41 1-163,30-1-54,0 1 0,1 0 1,-1 2-1,0-1 0,1 2 1,-1-1-1,1 2 0,0 0 1,0 1-1,1 0 0,0 0 0,0 2 1,0-1-1,1 2 0,0-1 1,-19 21-1,16-13 19,1 0 0,1 1 0,0 1 0,1 0 0,1 0 0,1 1 0,0 1 1,1-1-1,2 1 0,-8 37 0,3 17 486,4 1 1,2 91 0,13 111 1168,-4-235-1337,2 0 0,2 0 0,1-1 0,23 62 0,-25-87-212,0 0-1,1 0 1,0 0-1,1-1 1,1-1-1,0 1 0,17 16 1,-20-24-90,1 0 0,0-1 0,0 0 0,0 0 0,1-1 0,0 0 1,0-1-1,0 0 0,0 0 0,1-1 0,0 0 0,0-1 0,18 3 0,-15-4-29,1 0-1,0-1 1,0 0-1,0-1 0,0-1 1,0 0-1,0-1 1,-1-1-1,1 0 1,-1 0-1,0-1 0,13-8 1,-10 4-20,0-1 0,-1-1 0,0 0 1,-1-1-1,-1-1 0,1 0 0,-2-1 0,15-20 1,-9 8-252,-2-1 1,-1-1 0,-1-1 0,-1 0 0,-1 0 0,-2-1 0,-1-1 0,-1 0 0,-2 0-1,3-46 1,-7-14-1273,-2 90 1490,0 1-1,0 0 0,0 0 1,0 0-1,0-1 0,0 1 1,0 0-1,0 0 0,0-1 1,0 1-1,0 0 0,0 0 1,0-1-1,0 1 0,0 0 1,0 0-1,0-1 1,-1 1-1,1 0 0,0 0 1,0 0-1,0-1 0,0 1 1,0 0-1,0 0 0,-1 0 1,1-1-1,0 1 0,0 0 1,0 0-1,-1 0 0,1 0 1,0 0-1,0-1 0,0 1 1,-1 0-1,1 0 0,0 0 1,0 0-1,-1 0 1,1 0-1,0 0 0,0 0 1,0 0-1,-1 0 0,-8-4-7465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1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5683,'0'0'12341,"39"12"-11642,130 35-504,-154-43-211,0-1 0,0 0-1,0-1 1,0-1 0,31-1 0,-18-1-151,94-2-3157,-122 9 3065,-2 32 635,-8 42-1,-2 26 491,8 215 2061,4-217-2058,0-101-859,0 4 61,0 0 1,1 0 0,2 14-1,-3-20-84,0-1 0,0 1 0,0 0 0,1 0 0,-1 0 0,0-1 0,0 1 0,1 0 0,-1 0 0,0-1 0,1 1 0,-1 0 0,1-1 0,-1 1 0,1 0 0,-1-1 0,1 1 0,-1-1 0,1 1 0,0-1 0,-1 1 0,1-1 0,0 1 0,-1-1 0,1 0 0,0 1 1,0-1-1,-1 0 0,1 0 0,0 1 0,0-1 0,-1 0 0,1 0 0,0 0 0,0 0 0,0 0 0,-1 0 0,1 0 0,0 0 0,0 0 0,0-1 0,-1 1 0,1 0 0,0 0 0,0-1 0,0 0-59,0 1 0,0-1-1,0 1 1,-1-1 0,1 0 0,0 1 0,-1-1 0,1 0 0,-1 1 0,1-1 0,-1 0 0,1 0 0,-1 0 0,1 1 0,-1-1 0,1-2 0,5-18-1931,-1-1 1,4-26-1,-2-10-5761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1 559 14551,'0'0'4962,"21"-29"-4919,66-99-59,-73 107-90,-1-1 0,18-41 0,-25 45-214,0-1 0,4-31 0,-5 18-526,-2 0 1,-2-46 0,-1 50 270,0 27 553,-1-1 0,1 1 0,0-1 0,0 1 1,0 0-1,-1-1 0,1 1 0,-1 0 0,1-1 0,-1 1 0,0 0 1,1 0-1,-1-1 0,0 1 0,0 0 0,0 0 0,0 0 0,0 0 1,0 0-1,-2-2 0,1 2 13,-1 0 0,0-1 0,1 1 0,-1 0 0,0 0 0,1 0 0,-1 1 0,0-1 0,0 1 0,-4-1 0,3 1 27,1 0 0,-1 0 0,0 0 1,0 0-1,1 1 0,-1-1 0,0 1 0,0 0 0,1 0 0,-1 1 0,1-1 0,-1 1 0,1 0 0,0-1 1,-1 2-1,1-1 0,-4 4 0,1 2 128,0 1 0,1 0 0,0 0-1,0 1 1,1-1 0,1 1 0,0 0 0,0 0 0,0 0 0,-1 16 0,1 15 812,0 55 1,3-75-682,0 13 145,-1-9-115,1 0 0,1 0 0,1 0-1,9 38 1,-10-57-286,1-1 1,0 1-1,0-1 0,0 1 0,0-1 0,1 0 1,0 0-1,0 0 0,1-1 0,-1 1 1,1-1-1,0 1 0,0-1 0,0-1 0,1 1 1,-1 0-1,1-1 0,0 0 0,0 0 0,0-1 1,0 1-1,1-1 0,-1 0 0,1-1 1,8 3-1,-7-3-87,0 1 0,1-1 1,-1 0-1,0-1 1,1 0-1,-1 0 0,0 0 1,0-1-1,1 0 1,-1-1-1,0 0 0,0 0 1,0 0-1,0-1 1,-1 0-1,1 0 0,-1 0 1,0-1-1,1 0 1,-2-1-1,12-9 0,2-7-1755,-1-1-1,0-1 1,20-35-1,0-7-5952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6707,'0'0'5944,"-1"28"-2796,-4 340 3327,8-281-5572,3-1-1,4 0 0,21 86 1,-28-162-820,8 28 73,-10-37-154,-1 0 0,1 1 0,-1-1-1,1 0 1,-1 0 0,1 1 0,0-1 0,0 0 0,0 0-1,0 0 1,0 0 0,0 0 0,0 0 0,0 0-1,0 0 1,0-1 0,1 1 0,-1 0 0,0-1-1,2 2 1,-3-2-1,0 0-1,1 0 1,-1 0-1,0 0 1,1 0-1,-1 0 1,0 0-1,0 0 1,1 0-1,-1 0 1,0-1-1,0 1 1,1 0-1,-1 0 1,0 0-1,0 0 1,1 0-1,-1 0 1,0-1-1,0 1 1,0 0-1,1 0 1,-1 0-1,0 0 1,0-1 0,0 1-1,0 0 1,1 0-1,-1-1 1,0 1-1,0 0 1,0 0-1,0-1 1,0 1-1,0 0 1,0 0-1,0-1 1,0 1-1,0 0 1,0 0-1,0-1 1,7-28-161,-1 1-1,3-56 1,-2 19-362,-7 60 488,9-69-1424,3 0-1,28-96 1,-32 145 923,1 1-1,2 0 0,0 0 1,18-25-1,-20 35 320,1 1 0,1 0-1,0 0 1,1 1-1,0 1 1,1 0 0,20-14-1,-25 20 239,0 1 0,0 0 0,1 0 0,-1 1 1,1 0-1,0 0 0,0 1 0,0 0 0,12 0 0,-16 1 49,0 1 1,1 0-1,-1 0 0,0 1 1,0-1-1,1 1 0,-1 1 1,0-1-1,0 0 0,0 1 1,0 0-1,0 1 0,-1-1 1,1 1-1,0-1 0,-1 2 1,5 3-1,0 3 135,-1 0 0,0 0 0,0 1 0,-1 0 0,-1 1 0,0-1 0,-1 1 0,0 0 0,-1 0 0,5 21 0,-2-1 285,-2 0 1,-1 1-1,-1 35 0,-2 278 2593,-3-339-3640,-2-8-562,-4-14-796,5 0 112,1 0 0,1 0-1,0-22 1,1-10-5332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2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77 637 5619,'0'0'13483,"7"-6"-12829,142-134 339,-108 97-1064,56-75 0,-89 106-108,-1-1 0,0 0 0,0 0 0,-2 0 0,0-1 0,0 0 0,-1 0 0,-1 0 0,0 0 0,-1 0 0,-1-1 0,0-24 0,-1 36 150,1-1 0,-2 0 0,1 1 0,0-1 0,-1 0 0,1 0 0,-1 1 0,0-1 0,0 1 0,-1-1 0,1 1 0,-1-1 0,1 1 0,-1 0 0,0 0 0,0 0 0,-1 0-1,1 0 1,-1 0 0,1 0 0,-1 1 0,0-1 0,0 1 0,0 0 0,0 0 0,-5-2 0,-4-2 52,-1 0 0,0 1 0,0 0 0,0 1 0,-1 0 0,1 1 0,-17-1 0,-98 0 312,102 4-278,23 0-14,-1 0 0,0 0 0,1 1 0,-1-1-1,0 1 1,1 0 0,-1 0 0,1 1 0,-1-1 0,1 1-1,0 0 1,0-1 0,0 1 0,0 1 0,0-1-1,0 0 1,0 1 0,1-1 0,-1 1 0,1 0 0,0 0-1,-1 0 1,2 0 0,-3 4 0,-1 3 71,1 0 1,0 0 0,1 1-1,1-1 1,-1 1 0,1-1-1,0 16 1,0 105 780,2-80-552,1-4 120,1-1 0,15 84 1,-12-108-292,1 0 0,0 0 1,2-1-1,1 0 1,0-1-1,1 1 1,26 35-1,-31-49-136,1 0-1,0 0 1,0 0-1,1-1 1,0 0-1,0 0 1,0-1-1,1 0 1,-1 0-1,1-1 1,12 5-1,-6-5-42,0 0-1,1-1 1,-1 0-1,1-1 1,-1-1-1,20-1 1,-20 0-95,1 0 0,0-2 1,-1 0-1,0 0 1,1-1-1,-1-1 0,0 0 1,-1-1-1,1-1 1,-1 0-1,0-1 1,16-11-1,1-3-1236,0-1-1,-2-1 1,0-2 0,34-40 0,6-24-5583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2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8932,'0'0'12184,"0"37"-11133,-3 259 702,3 271 11,0-861-4726,1 271 2653,1 0-1,0-1 0,2 1 0,1 0 0,14-43 0,-15 56 305,0-1-1,1 1 1,1 0 0,-1 1-1,1-1 1,1 1 0,0 0-1,0 1 1,1 0 0,0 0-1,0 0 1,1 1 0,0 0-1,14-8 1,-15 12 136,1-1 0,0 1 0,1 0 0,-1 1 0,0 0 1,1 0-1,17 0 0,-2 2 207,43 4 1,-55-1-384,0-1-1,0 2 1,18 7 0,18 4-1335,-8-8-1925,1-1-2028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397 274 8004,'0'0'8942,"0"-10"-7962,0 1-822,-3-59 1413,2 60-1484,0 1 0,-1-1 0,1 0 0,-2 1 0,1-1 0,-1 1 0,-6-11 0,2 8-86,0 1 0,-1 0 0,-1 0 0,0 0 0,0 1 1,-1 1-1,1-1 0,-2 2 0,1-1 0,-1 2 0,0-1 0,0 1 1,-21-6-1,22 9-22,-1 0 1,1 1-1,-1 0 1,-20 1-1,20 0 9,9 0 14,1 0 0,-1 0 1,0 0-1,1 1 0,-1-1 0,1 1 1,-1-1-1,1 1 0,-1 0 0,1-1 0,0 1 1,-1 0-1,1 0 0,0 0 0,-1 0 1,1 0-1,0 0 0,0 1 0,0-1 0,0 0 1,0 0-1,-1 2 0,-15 37 69,14-31-46,-12 39 585,-18 97 0,8 53 950,16 105 545,9-300-2087,0 0 0,0 1 0,0-1 0,1 1 0,-1-1 0,1 0 0,-1 1 0,1-1 0,0 0 0,1 0 0,-1 0 0,0 0 0,1 0 0,0 0 0,0 0 0,-1 0 0,2-1 0,2 4 1,-1-3-16,0-1 1,0 0 0,1 0 0,-1 0-1,0-1 1,1 0 0,0 0 0,-1 0 0,1 0-1,-1-1 1,1 1 0,6-2 0,-2 1-32,0-1-1,0 0 1,0 0 0,0-1 0,-1-1 0,1 1-1,-1-1 1,1-1 0,-1 0 0,0 0 0,0 0-1,-1-1 1,1 0 0,-1-1 0,9-8 0,2-3-296,-1-1 0,-1-1 0,-1 0 0,19-32 0,-23 33-167,-2 0 0,0-1 0,-1 0 0,-1-1 0,-1 1 0,6-28 0,-6 10-1037,-2-1-1,0-56 1,-4-10-741,0 61 6635,-1 126-1794,4 128-147,-1-183-2329,1 0 1,2 0-1,1 0 1,1 0-1,14 33 1,-19-54-100,1-1 1,0 1-1,1-1 1,0 1-1,0-1 1,0 0-1,1-1 1,9 11-1,-11-14-86,0 0 0,0 0 0,0 0 0,1 0 0,-1-1 0,0 1 0,1-1 0,-1 0 0,1 0 0,-1 0 0,1-1 0,-1 1 0,1-1 0,0 0 0,-1 0 0,1 0 0,-1 0 0,1-1 0,5 0-1,-3-1-196,-1 0 0,1 0 0,0 0 0,-1-1-1,0 0 1,0 0 0,0 0 0,0-1-1,0 1 1,0-1 0,-1-1 0,5-5-1,6-8-1885,23-35-1,-33 46 1630,37-65-5657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3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4802,'0'0'12315,"1"20"-11891,22 468 2007,-27 522-654,4-1004-1865,2 19 186,-2-24-148,0-1-1,0 1 1,0-1 0,0 1-1,0-1 1,0 1 0,1 0-1,-1-1 1,0 1 0,0-1-1,1 1 1,-1-1 0,0 1-1,0-1 1,1 1 0,-1-1-1,1 0 1,-1 1-1,0-1 1,1 0 0,-1 1-1,1-1 1,-1 0 0,1 1-1,-1-1 1,1 0 0,-1 0-1,1 1 1,0-1 0,-1 0-1,2 0 1,-2 0 50,0 0-54,0 0 1,0 0-1,0 0 1,1 0-1,-1 0 1,0 0 0,0 0-1,0 0 1,0 0-1,0 0 1,1 0-1,-1-1 1,0 1-1,0 0 1,0 0-1,0 0 1,0 0-1,1 0 1,-1 0-1,0-1 1,0 1-1,0 0 1,0 0-1,0 0 1,0 0-1,0 0 1,0-1-1,0 1 1,0 0-1,0 0 1,0 0 0,0 0-1,1-1 1,-1 1-1,0 0 1,0 0-1,-1 0 1,1 0-1,0-1 1,0 1-1,0 0 1,0 0-1,0-1 1,1-30-3880,-1-16-3158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4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15543,'0'0'5090,"183"-3"-4897,-79-12-193,6-4-369,4 3-991,0 7-849,-7 0-1665,-14 6-3858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4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44 9556,'0'0'9557,"-22"7"-9069,-69 23-83,88-29-371,0 0 0,0 0 0,0 0 0,0 0 0,0 1 0,0-1 0,0 1 0,0 0 0,1 0 0,-1 0 0,0 0 0,1 1 0,0-1 0,0 0-1,-1 1 1,2 0 0,-1-1 0,0 1 0,0 0 0,-1 5 0,-3 4 123,-4 8 139,1 1 0,1 1 0,1-1 1,1 1-1,-4 29 0,-7 115 1158,12 32 128,5-189-1529,0-1 1,0 1-1,1-1 1,0 1-1,0-1 0,1 0 1,0 1-1,4 8 0,-4-14-51,0 0-1,0 0 0,0-1 1,0 1-1,0 0 0,1-1 0,-1 0 1,1 1-1,-1-1 0,1 0 0,0 0 1,0-1-1,0 1 0,0-1 1,0 1-1,1-1 0,-1 0 0,0 0 1,1 0-1,-1-1 0,0 1 0,6-1 1,1 1-52,0-1 1,-1-1 0,1 0 0,0 0-1,0-1 1,-1 0 0,1-1 0,-1 0 0,0 0-1,1-1 1,-2 0 0,1-1 0,0 0-1,-1 0 1,0-1 0,8-7 0,9-9-546,-2 0-1,-1-1 1,33-45 0,-40 47-406,0-1 1,-1-1-1,-2 0 0,0 0 0,-1-1 1,-1-1-1,-2 0 0,9-41 0,-15 54 531,0 0 0,0 0 0,-1-1 0,-1 1 0,0 0 0,-1-1 0,-1 1 0,1 0 0,-2 0 0,0 0 0,0 0 0,-1 0 0,-1 1 0,0-1 0,0 1 0,-1 0-1,0 1 1,-1 0 0,0 0 0,-11-11 0,9 12 701,0 0 0,-1 1 0,0 0-1,-1 0 1,-15-7 0,15 9 772,0 1 1,-1 1-1,1 0 1,-1 1-1,0 0 0,0 1 1,0 0-1,0 1 0,-16 0 1,24 1-817,0 1 1,0-1 0,0 1 0,-1 0-1,1 0 1,0 1 0,0-1 0,1 1-1,-1 0 1,0 0 0,0 0-1,1 1 1,0-1 0,-1 1 0,1 0-1,0 0 1,0 0 0,-2 4-1,-3 3-120,0 0-1,1 1 0,1 0 0,-9 21 1,9-13-1290,8-9-5838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8:54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14567,'-5'28'2828,"-9"51"-172,-4 108-1,17 155 678,1-202-2264,0-121-922,-1-14-96,1 1 0,0 0 0,0 0 0,1 0 0,-1 0 0,1 0 0,1 0 0,-1 0 0,1 0-1,2 6 1,-3-11-47,-1-1 0,0 1 0,1 0 0,-1-1 0,1 1 0,-1 0 0,0-1 0,1 1 0,-1-1 0,1 1 0,0 0 0,-1-1 0,1 1 0,-1-1-1,1 0 1,0 1 0,-1-1 0,1 0 0,0 1 0,-1-1 0,1 0 0,0 0 0,0 1 0,-1-1 0,3 0 0,-2-1-6,0 1 1,0-1-1,0 1 1,-1-1-1,1 1 1,0-1-1,0 0 1,0 1-1,0-1 1,-1 0-1,1 0 1,0 0-1,-1 0 1,1 0-1,-1 0 1,1 1-1,-1-1 1,1 0-1,-1-1 1,0 1-1,1-1 1,12-45-497,-2-1 0,-2 0 0,5-92 1,-9 71-610,16-72 0,-17 124 816,0 2 0,1-1 0,0 0 0,2 1-1,-1 0 1,19-27 0,-20 34 272,0 1-1,0 1 0,1-1 1,1 1-1,-1 0 1,1 1-1,0-1 1,0 1-1,0 1 0,1-1 1,-1 1-1,1 1 1,0-1-1,13-3 0,7 2 385,-1 1 0,0 1 0,1 2 0,45 2 0,-14 0-4660,-51-1-2369</inkml:trace>
  <inkml:trace contextRef="#ctx0" brushRef="#br0" timeOffset="1">1458 675 22762,'0'0'3074,"-17"0"-16616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0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1130 8900,'0'0'7225,"-15"3"-6457,-46 8-16,39-6 1135,20-4-972,3-1-110,23-6-18,11-11-747,41-27 0,-40 22-34,399-250-41,251-148-544,-601 372 471,440-230-72,-485 260 89,-38 15 1497,-2-19-20070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0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461 218 7347,'0'0'5795,"0"-11"-5619,0-93 1278,0 101-1373,1 0-1,-1 0 1,0 0 0,0 0-1,-1 1 1,1-1 0,0 0-1,-1 0 1,0 0 0,0 1-1,1-1 1,-2 0 0,1 1 0,0-1-1,0 1 1,-1-1 0,0 1-1,1 0 1,-1-1 0,-3-2-1,2 2-88,0-1 0,0 0 0,-1 1 0,1 0 0,-1 0 0,1 0 0,-1 0 0,0 1 0,0 0 0,0-1 0,-1 1 0,1 1 0,0-1 0,-1 1 0,1-1 0,-1 1 0,0 1 0,1-1 0,-1 1 0,0-1 0,-6 2 0,-1 0 8,0 0 0,0 1 1,0 0-1,0 1 0,1 1 0,-1 0 0,1 0 1,0 1-1,0 1 0,0 0 0,1 0 0,-19 16 0,11-7 5,0 1 0,2 0 0,0 1 0,0 1 0,-21 34 0,28-36 18,1 1 0,0 0 0,1 1 0,1 0 0,1 0 0,0 0 0,2 0 0,0 1 0,1 0 0,1-1 0,0 1 0,1 0 1,2-1-1,0 1 0,1 0 0,0-1 0,2 0 0,10 29 0,-7-31-29,0 0 1,2 0-1,0-1 1,1 0-1,0-1 1,1 0-1,0-1 1,18 15 0,15 7-26,63 40 0,-20-17 40,-80-52 1,-1 0 0,1 0 0,-1 0 0,0 1 1,0 0-1,-1 1 0,0-1 0,6 12 0,-9-13 26,0 1 1,0 0-1,0 0 1,-1 0-1,0 0 1,-1 0-1,0 1 1,0-1-1,0 0 1,-1 1-1,-1 10 1,0-8 96,-1 0 1,0 0-1,-1 0 1,0 0 0,0-1-1,-1 1 1,-1-1-1,0 0 1,-10 16 0,-8 6 233,-34 35 1,27-32-193,1 0 1,-56 69 101,85-108-575,3-5-245,0 0 0,1 0 1,0 1-1,0-1 0,1 1 0,0 0 1,11-14-1,-4 5-878,45-70-8130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0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79 8180,'0'0'6200,"0"-12"-5944,-2-37 80,4 32 1505,-1 25-1382,74 460 4196,-72-442-4469,5 37 408,29 112 0,-36-172-607,13 35 77,-14-37-78,1 0-1,-1 0 1,0 0 0,1-1-1,-1 1 1,1 0-1,-1 0 1,1-1 0,-1 1-1,1 0 1,-1 0-1,1-1 1,0 1 0,-1-1-1,1 1 1,0-1-1,0 1 1,-1-1-1,1 1 1,0-1 0,0 1-1,0-1 1,0 0-1,-1 0 1,1 1 0,0-1-1,0 0 1,0 0-1,0 0 1,0 0-1,0 0 1,0 0 0,0 0-1,1-1 1,-2 1-39,1-1 0,-1 1 0,1-1 0,-1 1 0,1-1 0,-1 1 1,1-1-1,-1 1 0,1-1 0,-1 0 0,0 1 0,1-1 0,-1 1 0,0-1 0,0 0 0,1 0 1,-1 1-1,0-1 0,0 0 0,0 1 0,0-1 0,0-1 0,3-29-2672,-2-38 0,-1 54 1567,0-58-6582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08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10229,'0'0'3217,"190"-46"-3393,-149 46-2705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0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9124,'0'0'3975,"0"30"-1955,0-7-1580,8 196 2919,-4-173-2572,15 216 2652,-18-223-3043,-1-23-243,0-1 0,0 0 0,2 0 0,0 0 0,0 0 0,9 26 0,-11-41-155,1 1 0,-1 0 0,0-1 0,0 1 1,0-1-1,1 1 0,-1 0 0,0-1 0,1 1 0,-1-1 0,0 1 0,1-1 0,-1 1 0,1-1 0,-1 1 0,1-1 0,-1 0 0,1 1 0,-1-1 0,1 0 0,-1 1 0,1-1 0,0 0 0,-1 0 0,1 1 0,-1-1 1,1 0-1,0 0 0,-1 0 0,1 0 0,0 0 0,-1 0 0,1 0 0,-1 0 0,1 0 0,0 0 0,-1 0 0,1 0 0,0-1 0,-1 1 0,1 0 0,-1 0 0,1-1 0,-1 1 0,1 0 0,-1-1 0,1 1 1,-1-1-1,1 1 0,-1 0 0,1-1 0,-1 1 0,1-1 0,-1 1 0,1-2 0,7-12-118,-1-1 0,-1 0 1,0 0-1,7-31 0,-5 16-121,73-307-5003,-45 172 1251,-34 153 3734,1-1 1,1 1-1,-1 0 0,2 0 0,0 1 1,0 0-1,9-13 0,-13 22 304,0 1 0,0-1 0,0 1-1,0 0 1,1-1 0,-1 1 0,0 0 0,1 0 0,-1 0 0,1 0-1,-1 0 1,1 0 0,0 0 0,-1 0 0,1 1 0,0-1 0,0 1-1,-1-1 1,1 1 0,0 0 0,0 0 0,0 0 0,-1-1 0,1 2-1,0-1 1,0 0 0,0 0 0,-1 1 0,1-1 0,0 1 0,0-1-1,-1 1 1,1 0 0,0 0 0,-1-1 0,1 1 0,-1 0 0,1 1-1,-1-1 1,1 0 0,-1 0 0,2 3 0,3 5 349,0 1 0,-1-1-1,0 1 1,-1 0 0,0 1 0,5 16 0,12 74 1470,-19-89-1635,18 178 2145,-9-58-1125,-9-121-1184,5 31 177,-7-41-258,0 1-1,1-1 0,-1 1 0,1-1 1,-1 0-1,1 1 0,0-1 1,0 0-1,-1 1 0,1-1 0,0 0 1,0 0-1,0 0 0,0 0 1,0 0-1,1 0 0,-1 0 0,0 0 1,0 0-1,1-1 0,-1 1 0,2 0 1,-1 0-70,-1-1 1,0 0 0,0-1-1,0 1 1,0 0 0,0 0-1,0 0 1,0-1-1,0 1 1,0 0 0,0-1-1,-1 1 1,1-1 0,0 1-1,0-1 1,0 1-1,0-1 1,0 0 0,-1 1-1,1-1 1,0 0 0,-1 0-1,1 0 1,-1 1 0,1-1-1,0 0 1,-1 0-1,0 0 1,1 0 0,-1 0-1,1-2 1,9-37-1940,-8 33 1585,9-57-3141,-1-6-2605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0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10981,'0'0'5285,"-12"28"-3700,-34 95-115,42-109-1267,1 0 0,0 0 0,1 1 0,1-1 0,0 0-1,1 1 1,1 14 0,1 11 215,-2 7 360,12 82 1,-9-109-655,1 0 1,1 0-1,1-1 1,1 0-1,1 0 0,18 32 1,-22-45-153,1 1 0,0-1 0,1 0 0,-1 0 0,1-1 0,0 1 1,1-1-1,-1-1 0,1 1 0,0-1 0,0 0 0,1-1 0,-1 0 0,1 0 1,-1-1-1,1 1 0,0-2 0,0 1 0,0-1 0,0 0 0,0-1 1,0 0-1,0 0 0,0-1 0,0 0 0,0 0 0,0-1 0,0 0 0,0 0 1,-1-1-1,1 0 0,-1 0 0,1-1 0,-1 0 0,10-8 0,0-1-308,-1-2-1,0 0 1,-1 0 0,0-2-1,-1 0 1,-1 0-1,-1-1 1,-1-1-1,0 0 1,-1 0-1,-1-1 1,-1 0-1,-1-1 1,-1 0-1,-1 0 1,5-36-1,-8 34-152,-1 0 0,-1 0 0,-4-32 0,3 48 622,-1-1 0,0 1-1,0-1 1,0 1 0,-1 0-1,0 0 1,0 0 0,-1 0-1,0 1 1,0-1 0,-1 1-1,0 0 1,-10-10 0,15 16-91,0 0 1,0-1-1,0 1 1,0 0-1,0 0 1,0 0-1,-1 0 1,1-1-1,0 1 1,0 0-1,0 0 1,0 0-1,0 0 1,0 0-1,-1-1 1,1 1-1,0 0 1,0 0-1,0 0 1,0 0-1,-1 0 1,1 0-1,0 0 1,0 0-1,0 0 1,0 0-1,-1 0 1,1 0-1,0 0 1,0 0-1,0 0 1,-1 0-1,1 0 1,0 0-1,0 0 1,0 0 0,0 0-1,-1 0 1,1 0-1,0 0 1,0 0-1,0 0 1,0 0-1,-1 0 1,1 0-1,0 0 1,0 1-1,0-1 1,0 0-1,0 0 1,-1 0-1,1 0 1,0 0-1,0 1 1,0-1-1,0 0 1,0 0-1,0 1 1,0 13 1001,0-6-1131,16 387 2008,-9 108-1529,-8-484-389,0-1 0,-1 0 0,-1 0 0,0-1 0,-9 26 0,10-37-5,-1 0 0,1 0 1,-1-1-1,0 1 0,-1-1 0,1 1 1,-1-1-1,0 0 0,0-1 0,-1 1 1,1-1-1,-1 0 0,0 0 0,0 0 0,-1-1 1,1 1-1,-1-1 0,-9 3 0,5-2-53,0-2-1,0 0 0,0 0 0,0 0 1,0-2-1,0 1 0,0-1 0,-16-2 0,19 1-37,1 0-1,-1 0 0,1-1 1,-1 0-1,1 0 0,0-1 0,0 1 1,0-1-1,1-1 0,-1 1 0,1-1 1,-1 0-1,-7-8 0,5 3-187,0-1 1,1 0-1,0 0 0,1-1 0,0 0 0,1 0 0,0-1 0,0 1 0,1-1 1,-2-13-1,1-2-1596,1-2 0,1 1 0,1-36 0,2-20-6921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09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211 112 5747,'0'0'6800,"7"-21"-4223,-7 13-1174,-2-18-166,2 24-1234,-1 1 1,1 0-1,-1 0 1,0 0 0,1 0-1,-1 0 1,0 0 0,1 0-1,-1 0 1,0 0 0,0 0-1,0 0 1,0 1 0,0-1-1,0 0 1,0 1 0,0-1-1,0 0 1,-1 1 0,0-1-1,-31-16 417,29 14-406,-1 1 0,1 0 0,0-1 0,0 1 0,-1 1 0,1-1-1,-1 1 1,0-1 0,1 1 0,-1 1 0,-5-1 0,7 0 7,0 1-1,0 0 1,1 0-1,-1 1 1,0-1-1,0 1 1,0-1 0,1 1-1,-5 1 1,5 0-9,1-1 1,-1 1 0,1-1 0,-1 1-1,1 0 1,-1-1 0,1 1-1,0 0 1,0 0 0,0 0 0,0 0-1,-1 3 1,-8 22 282,0 1-1,2 0 1,2 0 0,0 1 0,-2 34-1,2 146 1506,6-176-1497,0-25-232,-1 1 10,1 0 0,1 0 0,-1 0 0,1 0 0,5 15 1,-6-22-78,1 0 1,0 0 0,0 0-1,1 0 1,-1 0-1,0 0 1,1 0 0,-1 0-1,1 0 1,0-1 0,-1 1-1,1-1 1,0 1 0,0-1-1,0 0 1,0 1 0,0-1-1,0 0 1,1 0 0,-1-1-1,0 1 1,0 0-1,1-1 1,-1 0 0,0 1-1,3-1 1,3 0-44,-1 0-1,1 0 1,-1-1 0,1 0-1,-1 0 1,1-1-1,-1 0 1,0 0 0,0-1-1,0 0 1,0 0 0,0 0-1,-1-1 1,1 0-1,-1-1 1,0 1 0,8-9-1,2-2-390,-2-1 0,0-1 0,0 0-1,20-36 1,-27 39-149,1 0 0,-2-1 0,0 0 0,0 0 0,-1-1 0,3-20 0,-4 4-984,-1 1-1,-1-36 1,-2 62 1502,0 1-1,-1-1 1,1 1-1,-1-1 0,0 1 1,0-1-1,-2-6 0,2 10 117,1 0 0,-1 0 0,1 0 1,-1 0-1,0 0 0,1 0 0,-1 0 0,0 1 0,0-1 0,1 0 0,-1 0 0,0 1 0,0-1 0,0 1 0,0-1 0,0 0 0,0 1 0,0 0 0,0-1 0,0 1 0,0 0 0,0-1 0,0 1 0,0 0 0,-1 0 0,1 0 0,0 0 0,0 0 0,0 0 0,0 0 0,0 1 0,0-1 0,0 0 0,-2 1 0,3-1 38,-1 0 0,0 1 0,0-1 0,1 0 0,-1 1 0,0-1 0,0 1 0,1-1 0,-1 1 0,1-1 0,-1 1 0,0 0 0,1-1 0,-1 1 0,1 0-1,-1-1 1,1 1 0,0 0 0,-1 0 0,1-1 0,0 1 0,-1 0 0,1 0 0,0 0 0,0 1 0,-4 21 718,1 0-1,1-1 0,3 36 1,-1-32-358,-1 30 331,6 119 910,-3-155-1542,0 0 0,2-1-1,1 1 1,0-1 0,2 0 0,13 29-1,-18-43-134,1 1-1,0-1 0,1 1 0,0-1 0,0 0 0,0-1 0,0 1 0,0-1 1,1 0-1,9 7 0,-9-9-28,0 1 1,0-1-1,-1 0 1,1-1-1,0 1 1,1-1-1,-1 0 1,0 0-1,0-1 1,0 0-1,0 1 1,1-2-1,4 0 0,-5 1-12,0-1-1,-1 0 1,1-1-1,-1 1 0,1-1 1,-1 0-1,0 0 0,1 0 1,-1 0-1,0-1 1,0 0-1,-1 0 0,1 0 1,-1 0-1,1-1 0,-1 1 1,0-1-1,5-7 1,1-5-321,0-1 1,-1 0 0,9-27 0,-15 39 214,10-30-2142,-1 0 0,10-68 0,-12 19-3848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09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1425,'0'0'15276,"-1"29"-14756,-1 23-222,3 0 0,15 100 0,20 200 1805,-27 3-830,-1-7-853,-8-337-458,0-7-5,0 0-1,0 0 1,0-1-1,0 1 1,0 0-1,1 0 1,0-1-1,0 1 1,0 0-1,0-1 0,1 1 1,-1-1-1,1 1 1,4 5-1,-6-9-3,0 1-1,0-1 0,1 0 0,-1 0 0,0 1 0,0-1 1,1 0-1,-1 0 0,0 0 0,1 0 0,-1 1 0,0-1 0,1 0 1,-1 0-1,0 0 0,1 0 0,-1 0 0,0 0 0,1 0 1,-1 0-1,0 0 0,1 0 0,-1 0 0,0 0 0,1 0 1,-1 0-1,0 0 0,0-1 0,1 1 0,-1 0 0,1 0 1,-1-1-125,1 1 0,0-1 0,-1 0 0,1 0 0,-1 1 0,1-1 1,-1 0-1,1 0 0,-1 0 0,0 0 0,1 1 0,-1-1 1,0 0-1,0-2 0,4-37-4689,-4-16-5389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81 912,'0'0'5606,"-12"-8"-4262,-37-24 142,47 30-1200,0 1-1,0-1 1,0 0-1,0 0 1,1 0-1,-1 0 1,1 0 0,-1 0-1,1 0 1,0 0-1,0-1 1,-1-1-1,2 3-181,-1 0 0,1 1-1,0-1 1,0 1 0,0-1-1,0 1 1,-1-1 0,1 0-1,0 1 1,-1-1 0,1 1-1,0-1 1,-1 1 0,1 0-1,-1-1 1,1 1 0,-1-1 0,1 1-1,-1 0 1,1-1 0,-1 1-1,1 0 1,-1-1 0,1 1-1,-1 0 1,1 0 0,-1 0-1,0 0 1,1 0 0,-1-1-1,-1 1 1252,2 7-1082,1-3-215,-1 1 1,0-1-1,1 0 1,0 1-1,0-1 1,1 0-1,-1 0 1,4 7-1,26 38 573,291 347 2144,-183-234-2129,145 162 147,20-23-565,-228-237-222,3-3-1,163 93 1,189 58 111,-419-207-116,-7-3-5,0 0 1,1 0 0,-2 0-1,1 1 1,0 0 0,-1 0 0,1 0-1,-1 0 1,5 6 0,-8-9-21,-1 1 1,1-1 0,-1 1-1,1-1 1,-1 1 0,1-1-1,-1 1 1,0-1 0,1 1-1,-1 0 1,0-1 0,0 1-1,1-1 1,-1 1-1,0 0 1,0-1 0,0 1-1,0 0 1,0-1 0,0 1-1,0 0 1,0-1 0,0 1-1,0 0 1,0-1 0,0 1-1,0-1 1,-1 1 0,1 0-1,0-1 1,-1 1-1,1-1 1,0 1 0,-1 0-1,1-1 1,0 1 0,-1-1-1,1 1 1,-1-1 0,1 0-1,-1 1 1,1-1 0,-1 1-1,1-1 1,-1 0-1,0 1 1,1-1 0,-1 0-1,1 0 1,-1 0 0,0 1-1,1-1 1,-2 0 0,-35 6-608,34-6 338,-12 2-722,10-1 302,1-1 0,-1 1 0,1-1 0,-1 0 0,1 0 0,-1 0 0,1-1 0,-1 0 0,1 0 0,-5-1 0,-16-16-7509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4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72 4530,'0'0'3268,"0"-3"-2828,0 2-299,0-1 0,0 1-1,0 0 1,0 0 0,0-1-1,0 1 1,-1 0 0,1 0 0,-1 0-1,1-1 1,-1 1 0,1 0-1,-1 0 1,1 0 0,-1 0-1,0 0 1,0 0 0,0 0-1,1 0 1,-1 0 0,0 0-1,0 1 1,0-1 0,0 0-1,-1 1 1,-1-2 0,-13-10 486,13 9-540,0 0 176,-1 0 1,1 0 0,-1 0-1,0 0 1,0 0 0,0 1-1,-5-3 1,8 6-260,0 1 0,1-1 0,-1 0 0,1 0-1,-1 1 1,1-1 0,0 0 0,0 0 0,-1 1 0,1-1-1,0 0 1,0 1 0,0-1 0,0 0 0,1 1 0,-1 1-1,0 4 18,0 30 65,0 47 663,11 87 0,47 208 1927,-11 39-688,-24-196-1265,-20-193-628,20 139 404,-18-144-379,1 0-1,1 0 1,1 0 0,18 34-1,-23-52-135,-3-4-12,1-1 0,-1 1 1,1 0-1,0-1 1,0 1-1,0-1 1,0 1-1,0-1 1,0 1-1,0-1 1,1 1-1,-1-1 1,0 0-1,4 2 1,-5-25-1889,0 5 637,-1 0-1,0 0 1,-2 0-1,0 0 1,-1 0 0,-8-22-1,-8-21-3373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4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9124,'0'0'8119,"2"-8"-7567,-2 6-532,0 0 0,1 0 0,-1 0 0,1 0 1,0 0-1,-1 0 0,1 1 0,0-1 0,0 0 1,0 0-1,0 1 0,1-1 0,-1 1 0,0-1 0,1 1 1,2-3-1,0 2 1,-1 1 0,1-1 0,-1 1 1,1 0-1,0 0 0,0 0 0,0 1 0,0-1 1,0 1-1,7 1 0,172 12 1150,6 2-704,-162-15-514,-3 0 120,35-3 0,-52 2-164,0 0 0,0 0 1,0-1-1,0 0 0,-1-1 1,1 1-1,0-1 0,-1-1 0,8-4 1,-8 2-1645,-7 6 1639,1 0 0,0 0 0,0-1 0,0 1 0,0 0 0,0 0 0,-1 0 0,1 0-1,0 0 1,0-1 0,0 1 0,-1 0 0,1 0 0,0 0 0,0 0 0,0 0 0,-1 0 0,1 0 0,0 0 0,0 0 0,0 0 0,-1 0 0,1 0 0,0 0 0,0 0 0,-1 0 0,1 0 0,0 0 0,0 0 0,0 0 0,-1 0 0,1 0 0,0 0 0,0 0 0,0 1 0,-1-1 0,1 0 0,0 0 0,0 0 0,0 0 0,0 0 0,-1 1 0,-6 2-719,0 0 0,0 0 0,0 1 0,1 0 0,-1 0 0,1 1-1,-9 8 1,-25 21-4816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10405,'0'0'6787,"231"9"-6067,-144-30-544,-8-10-176,-7 0-64,-10 6-1344,-17 6-2322,-14 10-3858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5907,'0'0'7691,"-2"0"-7026,2 0-652,-1 0 0,1-1 0,0 1 0,0 0 0,-1 0 0,1 0 0,0 0 0,0 1 1,-1-1-1,1 0 0,0 0 0,0 0 0,-1 0 0,1 0 0,0 0 0,0 0 1,-1 0-1,1 0 0,0 1 0,0-1 0,0 0 0,-1 0 0,1 0 0,0 0 0,0 1 1,0-1-1,0 0 0,-1 0 0,1 0 0,0 1 0,0-1 0,0 0 0,0 0 1,0 1-1,0-1 0,0 0 0,0 0 0,0 1 0,0-1 0,0 0 0,0 0 0,0 1 1,0-1-1,0 0 0,0 0 0,0 1 0,0-1 0,-1 20 484,2-1 0,0 1 0,1-1 0,6 31 0,-6-40-314,68 467 4717,-52-341-4109,-15-109-635,-2-17-86,0 0 1,0-1 0,1 1-1,0 0 1,0 0-1,1-1 1,1 1-1,-1-1 1,7 10-1,-10-19-69,0 1-1,0-1 0,0 0 0,1 0 0,-1 1 1,0-1-1,0 0 0,1 0 0,-1 0 1,0 0-1,0 1 0,1-1 0,-1 0 0,0 0 1,0 0-1,1 0 0,-1 0 0,0 0 1,1 0-1,-1 0 0,0 0 0,0 1 0,1-1 1,-1 0-1,0-1 0,1 1 0,-1 0 1,0 0-1,0 0 0,1 0 0,-1 0 0,1-1-2,0 1-1,-1 0 0,1-1 0,-1 1 0,1-1 0,-1 1 0,0-1 0,1 0 0,-1 1 1,1-1-1,-1 1 0,0-1 0,0 0 0,1 1 0,-1-1 0,0 0 0,0 1 0,0-1 1,0-1-1,3-32-131,-1-37 0,-2 27-68,-1-281-2816,-1 107 919,2 215 2099,0 1 1,0-1-1,0 1 0,0-1 0,0 1 1,1-1-1,-1 1 0,1-1 0,0 1 1,0-1-1,0 1 0,0 0 0,0-1 1,0 1-1,1 0 0,-1 0 0,1 0 1,-1 0-1,1 0 0,3-3 0,-1 3 36,0 0-1,0 0 0,0 0 0,1 1 0,-1-1 0,1 1 1,-1 0-1,1 0 0,-1 1 0,8-1 0,16 0 293,0 0-1,1 2 0,-1 1 1,0 1-1,0 2 1,53 15-1,-70-17-292,0 0-1,0 0 1,1-2-1,19 2 1,-26-3-417,1 0-1,-1-1 1,1 1 0,-1-1 0,1 0 0,-1-1 0,1 1 0,-1-1 0,0 0 0,0 0-1,8-5 1,17-14-4887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5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1 501 11333,'0'0'7198,"19"-17"-6974,-5 5-220,6-4-16,-1-2-1,0 0 1,-2-1 0,0-1 0,16-24 0,-21 24-73,44-74-972,-50 83 716,-1 0-1,-1-1 1,0 0-1,0 0 1,-1 0-1,2-20 1,-4 28 269,-1-5-169,1 0-1,-1 0 1,0 0-1,-2-9 1,2 15 192,-1 1 1,1-1-1,-1 1 1,0 0 0,0-1-1,0 1 1,0 0-1,-1-1 1,1 1 0,-1 0-1,1 0 1,-1 0 0,0 0-1,1 1 1,-1-1-1,0 0 1,0 1 0,-3-2-1,-1-1 36,0 1-1,0 1 1,0-1-1,-1 1 1,1 0-1,-1 0 0,0 1 1,1 0-1,-13-1 1,15 2 51,0 0-1,1 0 1,-1 1 0,0-1 0,1 1 0,-1-1 0,1 1-1,-1 0 1,1 1 0,0-1 0,-1 0 0,1 1 0,0 0-1,0 0 1,0 0 0,0 0 0,0 0 0,0 1 0,1-1-1,-5 6 1,2 1 148,-1 1 0,1 0 0,1 0 0,0 0 0,1 0 0,0 1 0,0 0 0,-2 20 0,2 10 682,1 44 0,3-57-511,-1-16-174,-1 39 736,3 0 0,10 65-1,-9-100-779,0-1 0,1 0 0,1-1 0,0 1 0,1-1 0,0 0 0,2 0 0,-1-1 0,1 0 0,1 0 0,1-1 0,12 14 0,-14-20-107,0 1 0,1-1 0,-1-1 0,1 0-1,0 0 1,0 0 0,1-2 0,-1 1-1,1-1 1,0 0 0,0-1 0,0 0 0,0-1-1,0 0 1,0 0 0,0-1 0,0 0-1,1-1 1,-1 0 0,0-1 0,15-5-1,-13 2-66,0 0 0,0-1 0,-1-1 0,0 0 0,-1-1 0,1 0 0,-1 0 0,-1-1 0,0-1 0,15-19 0,-2 0-909,-2-1 0,28-57 0,-32 53-1677,13-43 0,2-32-5743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5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10373,'0'0'4082,"2"7"-3559,16 57 900,15 106 0,41 664 2370,-59-603-3170,-11-161-337,23 117 1,-27-187-287,15 49 75,-14-47-75,0 0 0,0 0 0,0 0 0,0 0 0,1 0 0,-1 0 0,1 0 0,-1 0 0,1-1 0,0 1 0,-1 0 0,1-1 0,0 0 0,0 1 0,0-1 0,3 1 0,-4-1-8,0-1 1,0 0-1,0 1 0,0-1 1,1 0-1,-1 0 1,0 1-1,0-1 0,0 0 1,0 0-1,0 0 1,0-1-1,1 1 1,-1 0-1,0 0 0,0-1 1,0 1-1,0 0 1,0-1-1,0 1 0,0-1 1,1 0-1,0-1-33,0 0-1,0 0 0,0 0 1,0 0-1,-1 0 1,1-1-1,-1 1 0,0 0 1,1-1-1,0-3 1,7-19-600,-1-2 0,-1 1 0,-2-1 0,4-36 1,1-116-6497,-10 97 1785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0 4818,'0'0'11125,"2"1"-10599,-2-1-517,0 0 0,0 1 0,0-1 0,1 0 0,-1 0 0,0 0 1,0 0-1,0 0 0,0 1 0,1-1 0,-1 0 0,0 0 0,0 0 0,0 1 0,0-1 0,0 0 1,0 0-1,0 0 0,1 1 0,-1-1 0,0 0 0,0 0 0,0 0 0,0 1 0,0-1 1,0 0-1,0 0 0,0 1 0,0-1 0,0 0 0,0 0 0,-1 0 0,1 1 0,0-1 0,0 0 1,0 0-1,0 0 0,0 1 0,0-1 0,0 0 0,-1 0 0,1 0 0,0 1 0,0-1 0,0 0 1,0 0-1,-1 0 0,1 0 0,0 0 0,0 1 0,-7 5 106,1 0 1,-1 0-1,0-1 0,0 1 0,-12 5 0,-51 26 115,29-17-196,-33 18 35,37-21-42,0 2 0,-44 32 0,79-50-28,0 0 1,0 1 0,0 0 0,0-1 0,0 1 0,0 0 0,1 0 0,-1 0 0,1 0 0,-1 0-1,1 0 1,0 0 0,0 1 0,0-1 0,0 0 0,0 1 0,1-1 0,-1 1 0,1-1-1,-1 1 1,1-1 0,0 1 0,0-1 0,0 1 0,0-1 0,1 1 0,-1-1 0,1 1-1,-1-1 1,1 1 0,0-1 0,0 0 0,0 1 0,0-1 0,2 3 0,4 5 63,0 0 0,1 0-1,1-1 1,-1 1 0,19 13 0,126 115 1223,36 31-814,-182-164-644,27 21 67,-33-26-99,0 1 0,1 0 0,-1 0 0,0-1 0,0 1-1,1-1 1,-1 1 0,0-1 0,1 0 0,-1 1-1,0-1 1,1 0 0,-1 0 0,1 0 0,-1 0 0,0 0-1,1 0 1,-1 0 0,0-1 0,1 1 0,-1-1 0,0 1-1,1 0 1,1-2 0,8-14-4275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6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35 10501,'0'0'6878,"-6"-6"-6265,-17-19-50,17 22 392,6 9-786,1-2 30,1 65 1567,19 115 0,30 70-174,-47-233-1505,4 15 75,12 52 213,-16-77-334,-1-1-1,2 1 1,-1-1 0,1 0 0,13 18 0,-16-26-46,-1 0 1,1 0 0,0-1 0,0 1-1,0 0 1,0-1 0,0 1 0,0-1-1,0 1 1,1-1 0,-1 0 0,0 0 0,4 1-1,-5-2-4,1 0 0,-1 0-1,1 0 1,-1 1 0,1-2-1,0 1 1,-1 0 0,1 0-1,-1 0 1,1-1 0,-1 1-1,1 0 1,-1-1 0,0 0 0,1 1-1,-1-1 1,1 0 0,-1 0-1,0 0 1,0 1 0,1-1-1,-1-1 1,0 1 0,0 0-1,1-2 1,4-5-40,-1-1-1,0 1 1,-1-1 0,7-19-1,12-47-274,-11 28-233,-3 0 0,7-86-1,-11-98-1015,-5 229 1569,4-15 430,-4 17-398,0 0 0,0 0 0,0-1-1,1 1 1,-1 0 0,0 0 0,0 0 0,1 0 0,-1-1 0,0 1 0,0 0 0,1 0-1,-1 0 1,0 0 0,1 0 0,-1 0 0,0 0 0,0 0 0,1 0 0,-1 0-1,0 0 1,1 0 0,-1 0 0,0 0 0,1 0 0,-1 0 0,0 0 0,0 0-1,1 0 1,-1 0 0,1 0 0,1 2 58,0 0 0,0-1 0,1 1 0,-1 0 0,0 0 0,0 0 0,-1 0 0,1 0 1,0 1-1,1 2 0,22 41 349,-3 2 0,-1 0 1,20 72-1,-21-59-172,43 94 0,-58-145-268,1-1-1,-1 0 1,2 0 0,-1 0-1,14 13 1,-17-19-10,-1-1 0,0 0 1,0 0-1,1-1 0,-1 1 0,1 0 1,-1-1-1,1 1 0,0-1 1,0 0-1,0 0 0,-1 0 1,1-1-1,0 1 0,0 0 0,0-1 1,0 0-1,0 0 0,0 0 1,0 0-1,0 0 0,0-1 1,0 1-1,6-3 0,-7 2-12,1 0-1,-1 0 1,0-1-1,0 1 1,1-1-1,-1 0 0,-1 1 1,1-1-1,0 0 1,0 0-1,-1 0 1,1-1-1,-1 1 1,1 0-1,0-3 1,14-42-337,-15 44 346,10-44-220,-2 0-1,5-91 0,-12-102-1339,-3 123 140,1 117 1245,0 0 0,0-1-1,0 1 1,0 0 0,0 0-1,0-1 1,0 1 0,0 0-1,0 0 1,0-1 0,0 1 0,0 0-1,24-6-13386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7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1 585 13286,'0'0'5773,"20"-31"-5532,65-101-151,-73 111-130,0 1 1,-2-2-1,0 1 0,-2-1 0,0-1 0,6-31 1,-9 16-455,-1 0 1,-3-54 0,0 90 467,-1-1-1,0 0 1,0 0-1,-1 0 1,1 0-1,0 0 1,-1 0 0,0 1-1,0-1 1,0 0-1,0 0 1,0 1-1,0-1 1,-1 1 0,1-1-1,-1 1 1,0 0-1,-1-3 1,-1 3 5,1 0 0,0 0 0,-1 0-1,0 1 1,1-1 0,-1 1 0,0 0 0,1 0 0,-1 0 0,0 0 0,0 1 0,-7 0 0,7-1 22,-1 1-1,1 0 1,0 0 0,0 0 0,-1 0 0,1 1 0,-7 1-1,9-1 5,0 0 0,0 0 0,1 1 0,-1-1 0,0 0 0,1 1 0,-1-1 0,1 0 0,-1 1 0,1 0 0,0-1 0,0 1 0,0 0 0,0 0 0,0-1 0,0 1 0,0 0 0,0 4 0,-5 19 256,1 0 0,2 0 0,0 0 1,2 1-1,2 41 0,0-14 144,-1-25-181,2 0 1,0 0-1,2 0 1,1 0-1,1-1 0,1 0 1,2 0-1,1-1 1,0 0-1,2 0 1,2-1-1,0-1 1,1 0-1,24 28 1,-33-44-201,1 0 1,0-1 0,1 0 0,-1-1 0,1 1 0,0-2 0,1 1 0,0-1 0,-1 0 0,2-1-1,-1 0 1,0 0 0,1-1 0,0 0 0,-1-1 0,1 0 0,0-1 0,0 0 0,0 0 0,13-2-1,-16 1-74,0 0-1,0-1 0,1 0 1,-1 0-1,0-1 0,0 0 1,0 0-1,-1 0 0,1-1 1,0 0-1,-1-1 0,0 1 0,0-1 1,0 0-1,0-1 0,0 0 1,-1 1-1,0-2 0,9-10 1,3-4-858,-1-2 1,0 0-1,-2 0 1,19-39 0,-25 42-576,-1 0 1,0-1 0,7-35 0,-4-29-4751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7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11093,'0'0'3500,"-1"29"-1053,-8 334 3003,13-255-4164,21 120 0,-23-210-1173,1-1-1,1 0 1,1 0-1,13 33 1,-17-49-118,-1 0 1,1 0-1,-1 1 0,1-1 1,-1 0-1,1 0 0,-1 0 1,1 0-1,0 0 0,0 0 1,0 0-1,0 0 0,-1 0 1,1 0-1,0 0 0,1-1 1,-1 1-1,0 0 0,0-1 1,0 1-1,0-1 0,0 1 1,1-1-1,-1 1 0,0-1 1,0 0-1,2 0 0,-2 0-3,-1 0 1,0 0-1,1 0 0,-1 0 0,1 0 0,-1 0 0,0 0 0,1 0 1,-1 0-1,0 0 0,0-1 0,1 1 0,-1 0 0,0 0 0,1 0 0,-1-1 1,0 1-1,0 0 0,1 0 0,-1-1 0,0 1 0,0 0 0,0 0 0,1-1 1,-1 1-1,0 0 0,0-1 0,0 1 0,0 0 0,0-1 0,1 1 0,-1 0 1,0-1-1,0 1 0,0 0 0,0-1 0,0 1 0,0 0 0,-1-1 1,10-54-766,-3 0 1,-3-101 0,-3 81-172,0 72 905,11-178-3376,-8 164 3104,0-1 1,1 1 0,0 0 0,2 0 0,0 1 0,1 0 0,0 0 0,11-17 0,-15 29 322,1-1 1,-1 0-1,1 1 1,0 0-1,0-1 1,1 2-1,-1-1 1,1 0-1,-1 1 1,1 0-1,0 0 1,0 1-1,1-1 1,-1 1-1,1 0 1,-1 0-1,1 1 1,-1 0-1,1 0 1,0 0-1,0 0 1,-1 1-1,1 0 1,11 2-1,-12-2 59,0 1-1,-1 0 1,1 0 0,0 1 0,0-1-1,-1 1 1,1 0 0,0 0-1,-1 1 1,0-1 0,0 1-1,0 0 1,0 0 0,0 0 0,0 1-1,-1-1 1,6 8 0,1 3 238,-1 1 1,0 0-1,12 29 0,-10-18 89,-2 1 0,0 0-1,-2 0 1,-2 1-1,5 48 1,-6 145 984,-4-140-2001,1-103-1511,2-1 1,0 2-1,12-40 1,-12 50 946,20-62-7640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 6067,'0'0'10994,"-13"1"-10025,7-1-886,1 0 1,-1 1 0,0-1 0,1 1-1,-1 1 1,1-1 0,0 1 0,-1 0 0,1 0-1,0 0 1,0 1 0,0 0 0,1 0-1,-1 0 1,1 1 0,-1-1 0,1 1-1,0 0 1,-5 8 0,-22 29 677,3 1 1,-25 47-1,43-70-543,1 1 1,1 0-1,0 1 1,2 0-1,0 0 0,2 0 1,-4 30-1,8-46-210,0-1-1,0 1 1,0 0-1,0 0 0,1 0 1,-1-1-1,3 7 1,-3-10-17,1 1 0,0 0 0,0-1 1,0 1-1,0 0 0,0-1 0,1 1 0,-1-1 0,0 0 1,1 1-1,-1-1 0,1 0 0,-1 0 0,1 0 1,0 0-1,-1 0 0,1 0 0,0 0 0,0-1 1,3 2-1,13 1-171,-1-1 1,1 0-1,0-1 0,21-2 1,-10 0-46,4 0-520,51-10 0,-57 6 285,0 2 1,0 1 0,33 1 0,-57 1 441,1 0 1,0 1 0,-1 0-1,1 0 1,-1 0 0,1 0-1,-1 1 1,0-1 0,0 1-1,0 0 1,1 0-1,-2 0 1,1 0 0,0 1-1,0-1 1,-1 1 0,1 0-1,-1-1 1,0 1 0,0 0-1,0 0 1,0 1 0,0-1-1,-1 0 1,0 1-1,1-1 1,0 7 0,2 6 191,-1 1 1,0 0-1,-2 0 1,0 29 0,-1-12 410,-1 0 0,-6 36 1,5-58-425,-1 0 1,0 0 0,-1 0-1,-1-1 1,1 1-1,-2-1 1,0 0 0,0 0-1,-8 10 1,10-16-63,1 0-1,-1 0 1,0-1 0,0 0-1,0 1 1,0-1 0,-1-1 0,0 1-1,-7 4 1,12-8-88,-1 0 0,1 0 0,-1 1 0,1-1 0,-1 0 0,0 0 0,1 0 0,-1 1 0,1-1 0,-1 0 0,0 0 0,1 0 0,-1 0 0,1 0 0,-1 0 0,0 0 0,1 0 0,-1-1 0,1 1 0,-1 0 0,0 0 0,1 0-1,-1-1 1,1 1 0,-1 0 0,0-1 0,0-1-8,0 1 0,0-1 0,0 1 0,0-1 0,1 0 0,-1 1-1,1-1 1,-1 0 0,1 0 0,0 1 0,-1-5 0,-3-128-647,4 110 381,1-11-553,1 0 1,2 0 0,2 0 0,1 0 0,1 1-1,2 0 1,1 1 0,2 0 0,2 1-1,0 0 1,2 1 0,2 1 0,30-39-1,-41 59 751,1 0-1,0 1 0,1 0 0,-1 1 0,2 0 0,12-8 0,-17 12 130,0 1 0,1 0-1,-1 0 1,1 1 0,0 0 0,0 0 0,0 1 0,0-1-1,0 2 1,0-1 0,0 1 0,10 0 0,-13 1 56,0-1 0,-1 1 0,1 0 0,0 0 0,-1 0 0,1 0 0,-1 1 0,1 0 0,-1-1 0,0 1 0,0 0 0,0 1 1,0-1-1,0 0 0,3 4 0,-1 0 102,-1 0 1,0 0-1,0 0 0,0 0 1,-1 0-1,0 1 1,3 9-1,1 9 572,-1 0-1,-1 1 1,1 35 0,0 83 1562,-3-47-1481,-1-73-601,-2-23-314,0-1 1,1 1-1,-1 0 1,0-1-1,0 1 1,0 0-1,0 0 1,0-1-1,1 1 1,-1 0-1,0-1 1,1 1-1,-1 0 1,1-1 0,-1 1-1,0-1 1,1 1-1,-1-1 1,1 1-1,-1-1 1,1 1-1,0-1 1,-1 1-1,1-1 1,0 1-1,0-6-1923,-1-20-1431,0-13-2099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8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21018,'0'0'3601,"144"9"-7715,-119 0-3553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1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22810,'0'0'1281,"-83"12"-13030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2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6339,'0'0'9143,"0"-3"-8639,0-59 2804,0 61-3369,0 2-275,18 215 462,-5-105 417,21 548 1744,-34-603-2204,-1-2 129,10 82 0,-8-131-187,0 1 0,0-1 0,0 1 0,1-1 0,0 0 0,0 0 0,4 7 0,-6-13-46,0 1 0,0 0 0,0 0 0,0 0 0,0 0 1,0 0-1,0 0 0,0 0 0,0 0 0,0-1 0,0 1 0,0 0 1,0 0-1,0 0 0,0 0 0,0 0 0,0 0 0,0 0 0,0 0 1,0 0-1,0-1 0,0 1 0,0 0 0,0 0 0,1 0 1,-1 0-1,0 0 0,0 0 0,0 0 0,0 0 0,0 0 0,0 0 1,0 0-1,0 0 0,0 0 0,0 0 0,1 0 0,-1 0 0,0 0 1,0 0-1,0-1 0,0 1 0,0 0 0,0 0 0,0 0 1,0 0-1,1 1 0,-1-1 0,0 0 0,0 0 0,0 0 0,0 0 1,0 0-1,0 0 0,0 0 0,0 0 0,0 0 0,1 0 0,-1 0 1,0 0-1,0 0 0,0 0 0,0 0 0,0 0 0,5-121-7627,0 56 1984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28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122 106 7155,'0'0'7118,"1"-4"-6403,0 2-500,0 1-115,-1 0 0,1 0 0,-1-1 0,1 1-1,-1 0 1,1 0 0,-1-1 0,0 1 0,0 0-1,1 0 1,-1-1 0,0-2 2100,-3 5-2142,0-1 1,0 1-1,0 0 1,1 0-1,-1 0 1,0 0-1,1 0 1,-1 1-1,1-1 1,-1 1-1,1-1 1,0 1 0,0 0-1,0 0 1,0 0-1,0 0 1,0 0-1,-3 5 1,-4 6-66,1 1 1,-8 16-1,12-21 99,-3 6-62,1 1-1,0-1 1,1 1-1,1 1 1,0-1-1,-1 22 1,0 104 329,5-135-333,0 47 306,3 0 0,2 0-1,3-1 1,16 61 0,-17-88-164,1 0 0,1-1 0,2 0 1,1-1-1,0 0 0,2-1 0,0 0 0,2-1 0,1-1 0,25 26 1,-31-36-134,1-1 1,1 0-1,-1-1 0,2-1 1,-1 0-1,1-1 1,0 0-1,1-1 1,-1 0-1,1-1 1,1-1-1,-1-1 1,0 0-1,1-1 1,-1 0-1,28-2 1,-31 1-27,0-1 0,0 0 0,0-1 0,-1-1 0,1 1 0,0-2 1,-1 0-1,1 0 0,-1-1 0,0-1 0,0 0 0,-1 0 0,20-13 1,-9 0-50,0 0 0,-1-1 0,-2-1 0,0-1 1,0 0-1,-2-2 0,-1 0 0,-1 0 0,-1-2 1,-1 1-1,12-37 0,-13 29-144,-1-1 0,-2-1 0,-1 1 0,-2-1 0,-1 0 0,-2-1-1,-1 1 1,-7-65 0,3 82 105,-1 0-1,-1 1 1,0 0-1,-1 0 1,-1 0-1,-1 1 0,0 0 1,-1 0-1,-13-17 1,-1 2 22,-1 2-1,-2 1 1,-34-28 0,34 33 75,0 2 1,-1 0-1,-39-19 1,51 31-22,0 1 0,-1 1 0,0 0 0,-1 1 0,1 0 1,-1 2-1,0 0 0,-24-1 0,12 4-30,-31 2 0,49-1 4,1 1 0,-1 0 0,1 1 0,-1 0-1,1 0 1,-11 6 0,6-2-339,0 1-1,-21 16 1,32-21-182,-1 1 0,1 0 0,0 0 1,-5 8-1,7-10-126,0 1 0,1-1 0,0 1 0,-1-1 0,1 1 0,0 0 0,0 0 0,1-1 0,-1 1 0,0 3 0,1 14-9174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29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4994,'0'0'19737,"20"15"-21129,-2-21 95,-8-13-2593,-10 4-4706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3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29 9156,'0'0'6851,"-1"-6"-6205,-4-14-163,5 20-476,0 0 1,0 0-1,0 0 1,0 1-1,0-1 0,-1 0 1,1 0-1,0 0 1,0 0-1,0 0 1,0 1-1,0-1 1,0 0-1,-1 0 0,1 0 1,0 0-1,0 0 1,0 0-1,0 0 1,-1 0-1,1 0 0,0 0 1,0 0-1,0 1 1,-1-1-1,1 0 1,0 0-1,0 0 1,0 0-1,0 0 0,-1-1 1,1 1-1,0 0 1,0 0-1,0 0 1,0 0-1,-1 0 0,1 0 1,0 0-1,0 0 1,0 0-1,0 0 1,-1 0-1,1-1 1,0 1-1,0 0 0,0 0 1,0 0-1,0 0 1,0 0-1,0-1 1,-1 1-1,1 0 0,0 0 1,0 0-1,0 0 1,0-1-1,0 1 1,0 0-1,0 0 1,0 0-1,0 0 0,0-1 1,0 1-1,0 0 1,-6 23 77,0 29 116,2 68-1,4-118-193,9 1153 4790,-7-985-4193,7 120 468,-8-277-1049,-1-8-26,0 0 1,0 0-1,1 0 1,-1 0-1,1 0 0,0 0 1,1 0-1,-1 0 0,1-1 1,0 1-1,0 0 1,5 7-1,-7-12-14,1 0 0,-1 1 0,0-1 0,1 0 0,-1 0 1,0 1-1,1-1 0,-1 0 0,1 0 0,-1 1 0,0-1 0,1 0 0,-1 0 1,1 0-1,-1 0 0,1 0 0,-1 1 0,0-1 0,1 0 0,-1 0 0,1 0 0,-1 0 1,1-1-1,-1 1 0,1 0 0,0 0 0,-1 0-35,1-1-1,0 1 1,-1-1-1,1 1 1,-1-1-1,1 0 1,-1 1-1,1-1 1,-1 1 0,1-1-1,-1 0 1,0 1-1,1-1 1,-1 0-1,0 0 1,1 1 0,-1-1-1,0 0 1,0-1-1,3-20-1396,-1-1 0,-2-31 0,0 30 82,0 4-534,-1 1 1,-3-24-1,-1 23-855,-1 0 0,-9-21 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3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0 944,'0'0'18937,"235"87"-17272,-166-87-1073,3 0-480,-3-6-112,0-22-928,-3-3-2434,-22 9-3873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3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0 587 15431,'0'0'4277,"37"-25"-3640,-37 25-637,158-110 198,-142 98-223,0-1 1,-1-1-1,-1 0 1,0-1-1,-1-1 1,-1 0-1,0-1 1,14-27-1,-24 40 3,6-10-281,0 1 0,-2-1 1,1 0-1,-2 0 0,0 0 0,-1-1 0,0 0 1,-1 0-1,-1 0 0,0 0 0,-1-1 0,-1 1 0,-2-22 1,2 35 242,-1-1 0,1 1 1,-1 0-1,0 0 1,0-1-1,0 1 1,0 0-1,0 0 0,0 0 1,0 0-1,-1 0 1,1 0-1,-1 1 0,0-1 1,1 0-1,-1 1 1,0-1-1,-2 0 0,0-1 42,0 1 0,-1 0 0,1 1 0,0-1 0,-1 1-1,1-1 1,-1 1 0,0 1 0,-4-1 0,3 0 49,0 1 0,0 0-1,0 0 1,0 1 0,0-1 0,0 1 0,0 1 0,0-1 0,0 1 0,1 0 0,-1 0 0,1 1 0,-1 0 0,1 0 0,-7 5 0,2 4 138,0 0 0,2 1 0,-1 0 0,2 0-1,-1 1 1,2 0 0,0 0 0,-8 30 0,1 4 764,2 1-1,-8 98 0,17 101 1511,2-235-2311,1 1 0,1 0-1,0-1 1,1 1 0,0-1 0,1 0-1,9 19 1,-10-26-95,0 0 0,1 0 0,-1-1 0,1 1 0,1-1 0,-1 0 0,1 0 0,0-1 0,0 0 0,0 1 0,1-2 0,-1 1 0,1 0 0,0-1 0,0 0 0,11 3 1,-6-3-34,0 0 0,0 0 0,0-2 1,1 1-1,-1-1 0,0-1 0,1 0 0,-1-1 1,0 0-1,0 0 0,1-1 0,-1-1 1,0 0-1,-1 0 0,1-1 0,-1-1 1,1 0-1,-1 0 0,-1-1 0,1 0 1,12-11-1,9-9-415,-1-2 1,-1-1-1,-2-1 1,45-64-1,-52 63-568,-1-1 0,-1 0 0,-2-1 0,-2-1 1,18-60-1,-25 61-898,-1-1 0,-2 0 1,-1-49-1,-3 2 1667,0 35 3255,0 44-2776,0-1 0,0 1 0,-1 0 0,1-1 0,-1 1 0,0-1 0,0 1 0,1 0 0,-1 0 0,-1-1 0,1 1 0,0 0 0,-1 0 0,1 0 0,-1 0 0,1 0 0,-1 1 0,-2-3 0,2 2-218,-1 1 0,1-1-1,0 1 1,-1-1 0,1 1 0,-1 0 0,1 0 0,-1 0-1,1 0 1,-1 0 0,0 1 0,0-1 0,1 1-1,-1 0 1,0 0 0,0 0 0,1 0 0,-1 0 0,0 1-1,0-1 1,1 1 0,-1-1 0,0 1 0,1 0 0,-6 3-1,0 3 27,0 1-1,0-1 0,0 2 1,1-1-1,0 1 1,1 1-1,-10 16 0,3-5 195,1 1 0,1 1 0,1-1 0,1 2 0,0-1 0,2 1 0,1 0 0,-4 36 0,7-17-4,3 70 0,2-91-268,0-1 1,2 0-1,0 0 1,2 0-1,10 27 1,-2-16-104,2-1 0,1-1 0,27 37 1,72 79-143,6 9 370,-113-142-75,0 0 0,-1 0 0,8 22 0,-13-29-21,-1 1-1,0 0 0,0 0 0,-1 0 0,0 0 0,0 0 0,-1 0 0,0 0 0,-1 12 0,0-14-19,0-1-1,0 0 0,0 0 0,-1 0 0,0 0 0,1-1 1,-1 1-1,-1 0 0,1-1 0,0 1 0,-1-1 0,0 0 0,0 0 1,0 0-1,0 0 0,0 0 0,-6 3 0,-6 3 38,1-1-1,-33 13 0,38-17-26,-23 9-150,-1-1-1,-1-2 1,1-1-1,-1-1 0,-1-2 1,-63 2-1,97-8 68,0 1 0,0-1 0,1 0 0,-1 0 0,0 0 0,0 0 0,0-1 0,1 1 0,-1 0 1,0 0-1,0 0 0,1-1 0,-1 1 0,0 0 0,1-1 0,-1 1 0,0 0 0,1-1 0,-1 1 0,1-1 0,-1 1 0,0-1 0,1 1 0,-1-1 0,1 0 0,0 1 0,-1-1 0,1 0 0,-1 1 1,1-1-1,0 0 0,0 1 0,-1-2 0,1-2-259,0 1 0,0-1 0,0 1 0,0-1 0,1 1 0,0-5 0,0 3-168,17-56-6180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4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 0 8644,'0'0'9690,"-5"11"-9023,-30 49 5,-105 212 486,-122 453 640,196-489-1379,58-183-296,8-49-128,-1 9 40,4-10-84,2-8-114,10-12-295,-2 0 0,0-1 0,-2-1 0,0 0 0,16-36 0,-9 8-3221,19-76 0,-14 20-4098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4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9989,'0'0'7040,"36"36"-6229,-11-11-611,5 5 159,46 58-1,-61-66-155,0 0-1,-2 0 0,-1 1 0,0 1 0,-2 0 0,8 27 0,139 663 3554,-148-667-3668,21 100 22,-29-143-591,-1-12-1138,-4-34-2017,-16-17-1612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5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1 212 15495,'0'0'5571,"207"0"-3875,-114-19-1135,-3-9-417,-14-3-144,-7-3-625,-14 0-1696,-10 0-2529,-7 3-6867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5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566 33 9220,'0'0'7956,"-33"-5"-7166,-107-18-89,122 20-530,-1 2 0,1 0 1,-1 1-1,-23 3 0,32-1-106,0 0 1,0 0-1,0 1 1,1 0-1,-1 1 0,1 0 1,-10 5-1,9-2 8,0 1 0,0 0 0,1 0 0,0 1 0,0 0 0,1 1-1,0 0 1,1 0 0,0 0 0,1 1 0,0 0 0,-7 19 0,-3 9 226,3 1 0,1 0 0,2 1 1,2 0-1,-5 57 0,8 1 564,6 111 0,0-187-745,1 0-1,1-1 1,1 1 0,1-1-1,1 0 1,14 35 0,-14-45-76,0 1 0,1-1 0,0-1 0,1 1 0,1-1 0,-1-1 1,2 0-1,-1 0 0,2-1 0,-1 0 0,1 0 0,13 7 1,-13-10-37,1 0 1,0 0 0,0-1 0,0-1-1,0 0 1,20 3 0,-8-3-8,1-2 0,38 0 1,-48-2-37,0-1 1,1 0-1,-1-1 1,0 0-1,0-1 1,0-1-1,0-1 1,-1 0-1,1-1 1,-1 0-1,-1-1 1,24-15-1,-16 6-371,-1 0 0,-1-1-1,0-1 1,29-35 0,-37 38-570,-1 0 0,0-1 0,-1 0 0,9-21 0,-1-21-5174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6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712 835 11077,'0'0'8644,"-17"-8"-8334,-15-7-280,1-1 0,1-2 0,-32-23 0,-12-18-277,3-4-1,2-2 1,3-3 0,-86-117 0,133 158 168,0-1 0,-18-40 0,31 55 84,1 1 0,0-1 0,1-1 0,1 1 0,0 0 0,0-1 0,2 0 0,-1-14 0,2 26 11,0 1 0,0-1 0,0 0 1,0 1-1,0-1 0,0 0 0,0 1 0,1-1 0,-1 0 0,1 1 0,-1-1 0,1 1 0,0-1 0,-1 1 0,1-1 0,0 1 1,0-1-1,0 1 0,0 0 0,0 0 0,2-2 0,-1 2 0,0 0-1,0 1 1,0-1 0,0 1 0,0-1-1,1 1 1,-1-1 0,0 1-1,0 0 1,0 0 0,1 0 0,-1 0-1,0 1 1,4 0 0,-3 0-1,0-1 0,0 1 0,0 0 1,0 0-1,0 1 0,0-1 0,-1 0 0,1 1 1,0 0-1,-1 0 0,1-1 0,-1 2 0,0-1 1,0 0-1,0 0 0,2 3 0,2 5 50,0-1 1,-1 1-1,6 14 0,-10-22-56,10 28 173,-1 0 0,-1 1 0,-1 0 0,-2 1 0,3 37 0,-3 163 911,-6-184-866,-10 195 835,11-236-1019,5-14-25,77-111-304,52-73-1419,-93 137 317,69-68 0,-96 107 707,0 1 1,1 1 0,0 0-1,1 1 1,1 1 0,0 1-1,22-9 1,23-1-5411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6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2193,'0'0'10712,"3"3"-10085,-2 0-506,1-1 1,0 0 0,-1 1 0,1-1 0,-1 0 0,0 1-1,1 0 1,0 4 0,13 50 1082,-3 1-1,-2 1 1,3 59-1,-8-63-476,22 313 2387,-12-133-2205,-15-222-885,0-6-19,0 1 0,1-1 0,0 0 0,0 0 0,0 0 0,1 0 0,0 0 0,0 0-1,0-1 1,1 1 0,5 8 0,-8-14-14,1-1-1,-1 1 1,0-1-1,1 1 1,-1-1-1,0 1 1,1-1-1,-1 1 1,1-1-1,-1 1 1,1-1 0,-1 1-1,1-1 1,-1 0-1,1 1 1,0-1-1,-1 0 1,1 1-1,-1-1 1,1 0-1,0 0 1,-1 0-1,1 0 1,0 0-1,-1 1 1,1-1 0,0 0-1,-1 0 1,1-1-1,0 1 1,-1 0-1,1 0 1,0 0-1,-1 0 1,1 0-1,-1-1 1,1 1-1,0 0 1,-1-1 0,1 1-1,-1 0 1,1-1-1,-1 1 1,1-1-1,-1 1 1,1-1-1,-1 1 1,1-1-1,-1 1 1,0-1-1,1 1 1,-1-1-1,1-1 1,1-2-133,0-1 0,0 1 0,-1-1 0,1 0 0,0-9 0,3-36-2571,-2 0 1,-8-89 0,4 123 1400,-1 0 0,-1 0 0,-7-21 0,-26-48-4827,35 84 6081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4802,'0'0'2585,"30"-3"-517,102-9-174,-123 11-1788,1 1 0,-1 1 0,1 0 1,-1 0-1,0 1 0,1 0 0,-1 0 0,0 1 0,0 0 0,-1 1 0,1 0 0,-1 1 0,0-1 0,0 2 1,0-1-1,8 8 0,-4-4-24,11 8 140,-1 1-1,0 0 0,-2 2 0,0 1 0,27 37 0,-37-43-13,0 1 0,-1 0 0,-1 1 0,0 0 0,-1 0 0,-1 0 0,-1 1 0,0 0 0,3 32 0,-4-11 351,-2-1-1,-6 70 0,1-85-311,-1 1-1,-1-1 1,-1 0-1,0-1 0,-18 38 1,5-21 181,-2 0 1,-45 60-1,50-78-336,0-2 0,-2 0 0,0 0 1,-1-2-1,-39 28 0,53-41-122,-1-1 0,1 0-1,0 0 1,-1-1 0,0 0 0,0 0 0,0 0 0,0 0-1,0-1 1,0 0 0,0 0 0,-9-1 0,14 1-15,0-1 0,0 0 1,-1 0-1,1 0 0,0 0 0,0-1 1,-1 1-1,1 0 0,0-1 1,0 1-1,0 0 0,-1-1 0,1 1 1,0-1-1,0 0 0,0 1 1,0-1-1,0 0 0,0 0 0,0 0 1,-1-1-1,1-1-111,-1 1 0,1-1 0,0 0 0,0 0 0,1 0 0,-1 0 0,1 0 0,-1-5 0,-1-55-2952,2-10-1865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7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553 121 2273,'0'0'14519,"-20"-19"-14108,-68-58-134,85 74-245,-1 0-1,0 1 1,0-1 0,0 1-1,0 0 1,-1 0-1,1 0 1,-1 1 0,1 0-1,-1-1 1,1 2-1,-1-1 1,1 0 0,-1 1-1,0 0 1,1 0 0,-1 0-1,-7 2 1,-5 0 101,7-1-54,1 1 0,-1 0 0,0 1 0,1 0 0,0 0 0,-1 1 1,1 0-1,1 1 0,-1 0 0,1 0 0,-1 1 0,2 0 0,-1 0 0,1 1 1,0 0-1,-8 9 0,-2 5 196,1 1-1,1 1 1,0 0 0,-20 48-1,20-33 91,1 0-1,2 1 1,2 1-1,-7 54 1,0 166 1278,16-225-1444,2 0 0,1 0 0,2 0 1,1 0-1,16 54 0,-16-76-167,-1-1 1,2-1-1,-1 1 1,2-1-1,0 0 1,0 0-1,16 18 0,-15-22-31,-1 0-1,1-1 1,0 1-1,1-2 0,0 1 1,0-1-1,0 0 1,0-1-1,1 0 0,0-1 1,10 3-1,-4-2-27,-1-1-1,1-1 0,0 0 1,0-1-1,0-1 0,0-1 1,0 0-1,0-1 0,0 0 1,0-2-1,-1 1 0,1-2 1,-1 0-1,0-1 0,-1-1 1,1 0-1,-1-1 0,13-10 1,3-4-563,-2-1 1,40-41-1,-53 48-917,-1-2-1,23-34 1,-19 17-4152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2897,'0'0'14244,"2"-4"-13633,8-15-269,-8 14 44,-2 8-284,23 437 2879,-11-352-2160,4-2-1,51 162 0,-60-226-686,1 0 0,1-1 0,1 0-1,13 19 1,-19-34-116,0 0 0,0-1 0,0 0 0,1 0 0,0 0-1,0-1 1,0 0 0,0 0 0,1 0 0,0 0 0,0-1 0,0 0 0,0 0-1,0-1 1,1 0 0,-1 0 0,1 0 0,6 0 0,-5-1-18,0-1-1,0 0 1,0 0 0,-1-1 0,1 0 0,0 0-1,0-1 1,0 0 0,-1 0 0,1-1-1,-1 0 1,0 0 0,0 0 0,0-1 0,0-1-1,10-7 1,3-6-64,0-1 1,-1-1-1,26-35 0,-6 2-793,-2-2 0,-3-2 1,-2-1-1,-3-1 0,-3-2 0,21-67 1,-37 92 79,-2 0 1,-2 0 0,-1-1-1,-1 0 1,-3 0-1,-4-59 1,3 90 935,-1 0 1,1-1-1,-2 1 1,1 0-1,-1 0 0,0-1 1,0 1-1,-1 1 1,0-1-1,0 0 0,0 1 1,0-1-1,-1 1 1,0 0-1,0 0 0,-1 0 1,1 1-1,-1 0 0,0 0 1,0 0-1,-1 0 1,1 1-1,-1 0 0,0 0 1,1 0-1,-1 1 1,0 0-1,-1 0 0,1 0 1,0 1-1,0 0 0,-1 0 1,1 1-1,-9 0 1,10 0-107,3-1 74,0 1-1,0 0 0,0 0 1,0 0-1,0 1 1,0-1-1,0 0 1,0 1-1,0-1 1,-3 2-1,5-1-86,-1-1 1,1 1-1,-1 0 1,1 0-1,-1 0 1,1-1-1,0 1 0,-1 0 1,1 0-1,0 0 1,0 0-1,0-1 1,-1 1-1,1 0 0,0 0 1,0 0-1,0 0 1,0 0-1,1 0 1,-1 0-1,0-1 0,0 1 1,0 0-1,1 0 1,-1 0-1,0 0 1,1-1-1,-1 1 0,1 1 1,1 2 5,1 0 0,-1 0 0,1 0 0,-1 0 0,1-1 0,0 1 0,1-1 0,-1 0 0,1 0 0,-1 0 0,1 0 0,0 0 0,0-1 0,8 4 0,5 1 47,0 0 0,25 6-1,-6-5-35,0-1-1,51 1 0,-3 0-419,-77-7 263,1 0 1,-1 1-1,0 0 1,0 0-1,13 5 1,-17-5 85,0-1 0,-1 1-1,1 0 1,-1 0 0,1 0 0,-1 0 0,0 0-1,0 1 1,0-1 0,0 1 0,0-1 0,0 1 0,-1 0-1,1 0 1,-1 0 0,2 5 0,1 10 9,-1 0 1,0 1-1,-1-1 1,-1 1-1,-2 21 1,1-18 26,-6 617 2669,5-579-2218,1-52-415,2 12 83,-1-20-140,-1 1 0,1-1 0,-1 1 0,1-1 0,-1 0 0,1 1 0,-1-1 0,1 0 0,-1 1 0,1-1 0,0 0 0,-1 0 0,1 1 0,0-1 1,-1 0-1,1 0 0,0 0 0,-1 0 0,1 0 0,0 0 0,-1 0 0,1 0 0,0 0 0,-1 0 0,1-1 0,0 1 0,-1 0 0,2-1 0,1 0-4,1 0-1,0 0 1,-1-1 0,0 1-1,1-1 1,-1 0 0,0 0-1,0 0 1,0-1 0,0 1-1,0-1 1,3-2 0,28-43-80,-33 47 81,36-66-882,-2-1 1,-4-2-1,36-115 0,-55 149 516,-2-1 0,-2 0 0,-2-1-1,-1 1 1,0-62 0,-4 89 338,-2 0-1,1 0 1,-2 0-1,1 0 1,-1 0-1,-1 0 1,-3-11-1,3 15 94,0 0 0,0 1 0,-1-1 0,1 1 1,-1 0-1,0 0 0,0 0 0,-1 1 0,0-1 0,1 1 0,-2 0 0,-4-3 0,2 3 96,1-1-1,-1 1 0,0 1 1,0-1-1,-1 2 1,1-1-1,-1 1 0,-9-1 1,-2 0 178,-1 2 1,-26 2 0,42-1-326,1 1 0,-1 0 0,1 0 0,0 0 0,-1 1 0,1-1 0,0 1 0,0 0 1,0 0-1,0 0 0,-6 6 0,5-5-160,1 0 1,-1 0 0,0 0-1,-1-1 1,-6 3 0,6-4-730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1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3570,'0'0'13286,"1"-12"-12422,1-2-576,1-35 2164,-3 53-2028,0-3-421,9 465 2780,-1-350-2031,46 226 0,-17-210-447,-29-112-267,0-1-1,0 0 1,2 0 0,15 22 0,-20-35-39,0 0 1,0 0-1,1 0 0,-1 0 1,1-1-1,0 0 1,1-1-1,-1 1 1,1-1-1,0 0 0,12 4 1,-13-6-15,0 0 1,-1 0-1,1-1 1,0 0-1,0 0 1,0-1-1,0 0 1,0 0-1,0 0 1,0-1-1,0 1 1,-1-1-1,1-1 1,0 1-1,0-1 1,5-3-1,-3 1-16,-1 0-1,1-1 0,-1-1 0,0 1 0,0-1 1,0 0-1,-1-1 0,8-9 0,3-7-272,21-37 1,-10 10-701,-3 0 1,-2-2 0,-2 0 0,-3-1 0,-2-1 0,-2-1 0,-3 0 0,-2-1-1,-2 0 1,-2-60 0,-6-121 468,-1 1 8332,2 234-7271,0 9-67,23 367 1931,-8-192-1659,1 137 161,6 72-458,-20-375-445,-2-5-25,1 0-1,0 0 0,1-1 1,0 1-1,0-1 1,8 20-1,-9-29 8,-1 0 1,0-1-1,0 1 0,1 0 0,-1-1 0,1 1 0,-1-1 0,0 1 1,1 0-1,-1-1 0,1 1 0,-1-1 0,1 1 0,-1-1 1,1 0-1,0 1 0,-1-1 0,2 1 0,-2-1 2,1 0-1,-1 0 1,0 0-1,1-1 1,-1 1-1,0 0 1,0 0-1,1 0 1,-1-1-1,0 1 1,1 0-1,-1 0 1,0 0-1,0-1 0,0 1 1,1 0-1,-1-1 1,0 1-1,0 0 1,0 0-1,0-1 1,1 1-1,-1 0 1,0-1-1,0 0 1,5-28-1218,-5-107-5112,0 51 626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1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16568,'0'0'5666,"262"18"-5330,-162-18-208,0 0-128,4 0-656,-8 0-2481,-6 0-4259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7 171 10149,'0'0'6253,"-1"-19"-5701,1 12-365,-3-45-146,1 38 384,2 28 881,19 363 2898,-4-152-2864,-4 5-313,-10-216-963,-1-7-40,0-1-1,0 0 1,1 1 0,-1-1 0,2 0-1,-1 1 1,1-1 0,0 0 0,0 0-1,4 6 1,-6-12-24,0 1 0,0-1 0,1 0 0,-1 0 0,0 1 0,0-1 0,1 0 0,-1 0 0,0 1 0,1-1 0,-1 0 0,0 0 0,1 0 0,-1 0 0,0 1 0,1-1 0,-1 0 0,1 0 0,-1 0 0,0 0 0,1 0 0,-1 0 0,0 0 0,1 0 0,-1 0 0,1 0 0,-1 0 0,0 0 0,1-1 0,-1 1 0,0 0 0,1 0 0,-1 0 0,0 0 0,1-1 0,-1 1 0,0 0 0,1 0 0,-1 0 0,0-1 0,0 1 0,1 0 0,-1-1 0,0 1 0,0 0 0,1-1 0,11-22-51,2-25-374,9-64 0,-19 90 224,28-303-3652,-7 45-986,-22 258 4753,2 0 1,10-31-1,-12 45 270,0 0 0,1-1 0,0 2 0,0-1-1,1 0 1,0 1 0,0 0 0,11-11 0,-12 15 20,-1 0-1,0 1 1,1-1-1,-1 1 1,1 0-1,0 0 1,0 1-1,-1-1 0,1 1 1,0 0-1,1 0 1,-1 0-1,0 0 1,0 1-1,0 0 1,0-1-1,0 2 1,1-1-1,6 2 0,-5-1-23,1 0-1,-1 1 0,0 0 1,-1 1-1,1-1 0,0 1 1,0 0-1,-1 0 0,0 1 1,0 0-1,0 0 0,7 7 1,6 11 107,-2 0 0,0 0 1,-1 2-1,-2 0 1,21 51-1,35 137 785,-34-52-142,4 11-348,-39-198-1217,-1-85-401,2-117-1434,1 184 1469,3 1 0,1-1 0,13-44 0,-15 74 693,0 1 0,1 1 0,1-1-1,0 1 1,16-25 0,-19 34 389,0 0-1,0 0 1,0 1-1,1-1 1,-1 1-1,1-1 1,0 1-1,0 0 1,0 1 0,0-1-1,1 1 1,-1 0-1,1 0 1,-1 0-1,1 0 1,0 1 0,0 0-1,0 0 1,0 0-1,8 0 1,-9 1 41,0 1 1,0-1-1,0 1 1,0 0 0,0 0-1,0 0 1,0 0-1,0 1 1,0 0 0,-1 0-1,1 0 1,-1 0-1,5 4 1,-1-1 26,-1 1 0,0 1-1,0-1 1,0 1 0,-1 0 0,5 8 0,2 6 166,-1 1 0,-2 1 0,14 42 0,-14-31-14,-2 1 1,-1 0-1,2 39 0,-5 104 337,-3-126-566,0-52-69,-1 4-41,1-1 0,0 0 1,0 0-1,1 0 0,-1 0 0,1 1 0,-1-1 0,3 5 0,-2-7-36,0 0 0,0 0 1,0 0-1,0 0 0,0-1 1,0 1-1,0 0 0,0-1 1,0 1-1,0 0 0,1-1 1,-1 1-1,0-1 0,0 0 1,1 1-1,-1-1 0,0 0 1,1 0-1,-1 0 0,0 0 1,0 0-1,3-1 0,0 1-210,0 0-1,0 0 1,0-1-1,0 0 1,0 0-1,0 0 1,-1 0-1,1-1 1,0 1-1,-1-1 1,1 0-1,-1 0 1,0-1-1,1 1 1,-1 0-1,0-1 1,0 0 0,2-3-1,33-38-5208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2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1 621 15207,'0'0'6491,"41"-27"-6267,138-92-227,-148 99-85,-1-2 0,-2-1 0,0-2 0,29-31 0,-49 47-51,0 0 0,0 0 1,-1-1-1,0 0 0,-1 0 0,0-1 0,0 1 0,-1-1 0,-1-1 1,0 1-1,0-1 0,-1 1 0,-1-1 0,0 0 0,0 0 0,-1 0 1,-1 0-1,0 0 0,-1 0 0,-2-15 0,2 22 119,0 1 0,-1 0 0,1 0 0,-1 0 0,0 0 1,0 0-1,0 0 0,-1 0 0,0 0 0,1 1 0,-1 0 0,0-1 0,0 1 0,-1 0 0,1 1 0,-1-1 0,-7-4 0,8 5 90,-1 0 0,1 1 0,-1-1 0,0 1-1,1 0 1,-1 0 0,0 0 0,0 0 0,0 0-1,0 1 1,0 0 0,0 0 0,0 0 0,0 0-1,0 1 1,0 0 0,0-1 0,1 1 0,-1 1 0,-6 2-1,6-2 13,1 0-1,-1 1 1,1 0-1,-1 0 0,1 0 1,0 0-1,0 0 0,1 0 1,-1 1-1,1-1 1,0 1-1,-4 8 0,0 2 180,1 0 0,-7 27 0,4 1 234,1 1-1,-1 47 1,6 89 728,2-137-963,-1 5-1,0 2 56,2 0 1,11 71 0,-10-110-278,0-1 0,1 1 0,0-1 0,0 0 0,1 1 0,0-2 0,1 1 0,11 16 1,-13-21-36,1 0 1,-1 0-1,1-1 1,0 1-1,1-1 0,-1 0 1,1 0-1,-1 0 1,1-1-1,0 0 1,0 0-1,0 0 1,0 0-1,0-1 1,0 0-1,1 0 1,6 1-1,-5-2-20,-1 0 1,0 0-1,1-1 0,-1 0 0,1 0 1,-1 0-1,0-1 0,0 0 0,0 0 1,0-1-1,0 0 0,0 0 0,-1 0 0,1 0 1,-1-1-1,8-7 0,4-5-197,-1-2-1,0 0 0,15-23 1,-22 30 58,28-41-1919,55-103-1,-70 111-100,-3 0-1,-1-2 1,12-49-1,-6-19-4105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10485,'0'0'8118,"8"28"-6939,9 37-436,-3 0 0,8 83-1,1 530 2093,-21-521-2602,-2-121-225,0-16-88,1-1 0,5 39 0,-6-57 38,0 0 1,0-1-1,0 1 0,1 0 1,-1 0-1,0-1 0,0 1 1,0 0-1,1-1 0,-1 1 1,0 0-1,1-1 0,-1 1 1,1 0-1,-1-1 0,1 1 1,-1-1-1,2 2 0,-2-3 2,0 1-1,1 0 1,-1 0-1,0 0 1,1 0-1,-1 0 1,0 0-1,1 0 1,-1-1-1,0 1 1,0 0 0,1 0-1,-1 0 1,0-1-1,0 1 1,1 0-1,-1 0 1,0-1-1,0 1 1,1 0-1,-1-1 1,0 1-1,0 0 1,0-1-1,0 0 1,10-28-1891,-6-33-1849,-4-13-2466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2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4114,'0'0'19001,"183"65"-18233,-117-65-560,6 0-208,1 0-512,3-12-1041,-4-4-1969,-10 1-4017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3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0 711 15671,'0'0'7251,"33"-27"-6989,112-93-331,-117 96-276,-1-1 1,-2-2 0,43-56 0,-57 69-94,-1-1 0,-1 0 0,1 0 0,-2-1-1,0 0 1,-2 0 0,1 0 0,-2-1 0,0 0 0,-1-1 0,-1 1 0,0-1 0,0-23-1,-3 35 413,0 1-1,0-1 0,-1 0 1,0 1-1,0-1 0,0 1 1,0 0-1,-1-1 0,0 1 1,0 0-1,0 0 0,-1 0 1,0 0-1,0 1 0,0-1 1,0 1-1,-1-1 0,1 1 1,-1 0-1,0 1 0,-1-1 1,1 1-1,-1-1 0,1 1 1,-8-3-1,2 1 315,0 1 0,0 0-1,0 0 1,0 1 0,0 0 0,-1 1 0,1 0 0,-1 1 0,1 0 0,-14 0 0,21 2-210,0-1 1,1 0 0,-1 1 0,1-1-1,-1 1 1,1 0 0,-1 0 0,1 0-1,0 0 1,-1 0 0,1 1 0,0-1-1,0 1 1,0-1 0,0 1 0,0 0-1,0 0 1,1 0 0,-1 0 0,0 0-1,1 0 1,0 0 0,-1 0 0,1 1-1,0-1 1,-1 4 0,-3 8 192,1 0-1,0 1 1,-3 22 0,5-24-98,-8 74 1256,2 158 0,8-223-1277,0 12 154,2-1 0,9 60 1,-8-81-239,0 1 0,1-1 0,0 0 0,1 0 0,0 0 0,1-1 0,0 1 0,1-1 0,0-1 0,11 13 0,-13-18-69,1 0 0,0 0 0,0 0 0,1-1 0,-1 0 0,1 0 0,0 0 0,0-1 0,0 0 0,0 0 0,1-1-1,-1 0 1,1 0 0,0-1 0,-1 0 0,1-1 0,0 1 0,0-1 0,-1-1 0,1 1 0,0-1 0,-1-1 0,1 1 0,14-7 0,-11 3-103,0-1 0,-1 0 1,0-1-1,0 0 0,0-1 1,12-12-1,50-61-1350,-35 36-1089,-3-2 1,31-57-1,-17 7-3675</inkml:trace>
  <inkml:trace contextRef="#ctx0" brushRef="#br0" timeOffset="1">769 109 13510,'0'0'4893,"-4"47"-1433,0-10-2880,-18 295 2882,21 48-34,3-364-3307,-2-16-122,0 0 0,0 0 0,0 0 0,0 0 0,1 0 0,-1 0 0,0 0 0,0 0 1,0 0-1,0 0 0,0 0 0,0 0 0,0 0 0,1 0 0,-1 0 0,0 0 0,0 0 0,0 0 0,0 0 0,0 0 0,0 0 0,0 0 0,1 0 0,-1 0 0,0 0 0,0 0 0,0 0 0,0-1 0,0 1 1,0 0-1,0 0 0,0 0 0,0 0 0,0 0 0,0 0 0,1 0 0,-1 0 0,0 0 0,0 0 0,0-1 0,0 1 0,0 0 0,0 0 0,0 0 0,0 0 0,0 0 0,0 0 0,0 0 0,0-1 1,0 1-1,0 0 0,0 0 0,0 0 0,0 0 0,9-31-270,55-329-2176,-31 150-221,-33 208 2635,5-29-930,2 0 0,1 1 0,13-34 1,-19 57 899,1 0 1,0 1-1,0-1 1,1 1 0,0 0-1,0 0 1,0 0-1,1 1 1,0-1-1,0 1 1,0 0 0,1 1-1,0-1 1,-1 1-1,2 0 1,-1 1 0,0-1-1,1 1 1,10-3-1,-7 3 351,0 1 0,0 1 0,1-1 0,-1 2 0,1-1 0,-1 2 0,1-1 0,-1 1 0,0 1 0,1 0 0,12 4 0,-7 1 166,1-1 0,-2 2-1,1 0 1,-1 1 0,26 20 0,-32-21-528,-5-5-46,-1 0-1,0 0 1,1-1 0,0 1 0,0-1 0,0 0 0,0 0 0,0 0 0,0 0 0,0-1 0,1 1 0,-1-1 0,8 1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4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869 1236 10997,'0'0'10810,"-18"-1"-9935,1 0-777,1-1-1,-1 0 1,1-1-1,0-1 0,0-1 1,0 0-1,1-1 0,-1-1 1,-17-10-1,-16-14-68,0-2 0,3-2-1,0-2 1,3-2 0,1-2 0,-43-54-1,43 41-51,3-2-1,2-1 0,2-2 1,-52-124-1,69 136-37,-22-90 0,35 109 46,0-1-1,2 1 0,1-1 1,3-43-1,-1 67 16,1 0 0,-1 0-1,1 1 1,0-1 0,0 0 0,0 1 0,1-1 0,0 1 0,0-1-1,0 1 1,0 0 0,1 0 0,-1 0 0,1 0 0,4-4 0,-5 6 7,1 0 1,0 0 0,0 1-1,-1-1 1,1 1 0,0-1 0,0 1-1,1 0 1,-1 0 0,0 0 0,0 1-1,0-1 1,1 1 0,-1-1 0,0 1-1,1 0 1,-1 1 0,0-1 0,0 1-1,1-1 1,4 3 0,-3-2 2,0 1 0,0 0 0,0 0 1,-1 0-1,1 1 0,-1-1 0,1 1 0,-1 0 0,0 1 1,0-1-1,0 1 0,-1-1 0,1 1 0,-1 0 1,3 5-1,2 5 34,0 0 0,-1 1 0,10 27 0,-3 1 132,-3 0 0,-1 1 0,8 87 1,-10 141 380,-24 103-91,-1-141-244,16-229-222,1-1-4,0 0 0,0-1 0,0 1 0,0 0 1,1-1-1,-1 1 0,3 6 0,-3-9 2,0-1 1,0 0-1,1 1 0,-1-1 1,0 1-1,0-1 0,1 0 1,-1 0-1,0 1 0,1-1 1,-1 0-1,0 1 0,1-1 1,-1 0-1,0 0 0,1 0 1,-1 1-1,1-1 0,-1 0 1,0 0-1,1 0 0,-1 0 1,1 0-1,-1 0 0,1 0 1,0 0-1,1 0-5,0-1-1,0 1 1,-1-1 0,1 0-1,0 0 1,0 0 0,0 1-1,-1-2 1,3-1 0,15-12-119,30-34 1,39-45-169,43-48-893,155-127 0,-99 125-1552,-139 111-766,103-52 0,-50 46-5560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37 13830,'0'0'5518,"-5"-2"-5020,2 0-446,0 0 0,0 1-1,0 0 1,0-1 0,0 1-1,-1 1 1,1-1 0,0 0-1,0 1 1,-1-1 0,1 1-1,0 0 1,-1 0 0,1 1-1,0-1 1,-1 1 0,1-1-1,0 1 1,0 0 0,-1 0-1,-4 3 1,-1 2 36,0 0-1,1 1 1,0 0-1,0 1 1,0-1-1,1 1 1,0 1 0,1-1-1,0 1 1,0 1-1,-8 16 1,0 6 224,1 1 0,-13 50 1,13-28 104,2 1 0,-4 71 1,8 115 552,7-222-888,-1 29 131,3 0 0,8 54 1,-8-89-184,1-1 0,0 0 0,1 0 0,1 0 0,0-1 0,0 0 0,1 1 0,1-2 0,0 1 0,0-1 0,1 0 0,15 14 0,-15-18-25,0-1-1,1 0 0,0-1 0,0 0 1,0 0-1,1-1 0,-1 0 1,1-1-1,0 0 0,1 0 0,-1-1 1,0 0-1,0-1 0,1 0 0,-1-1 1,1 0-1,-1-1 0,1 0 0,-1-1 1,0 0-1,0 0 0,0-1 1,0 0-1,14-7 0,-11 2-25,0-1 1,0 0-1,-1-1 0,0 0 0,21-24 0,-6 2-256,27-42-1,-27 33-180,-3-1 1,-1 0 0,-1-2-1,15-49 1,-27 63 193,-2 0 0,-1-1 0,-1 0 0,-1 0 0,-2-1 0,-2 1-1,-2-47 1,-2 57 282,-1 1 0,0 0-1,-1 1 1,-2-1-1,0 1 1,-1 0-1,0 1 1,-2-1-1,0 2 1,-17-22-1,9 16 152,-1 0-1,-1 1 0,0 1 1,-2 1-1,-1 1 0,-38-25 1,48 36-111,-1 1-1,1 1 1,-1 0 0,0 1 0,-1 0 0,0 1-1,1 1 1,-1 0 0,0 1 0,0 1 0,-30 1-1,27-1-44,14 0-43,0 1 1,0-1-1,-1 1 0,1 0 1,0 1-1,0-1 1,0 0-1,-8 3 1,12-3-9,0 0 0,0 0 0,0 0 0,0 0 0,-1 0 0,1 0-1,0 0 1,0 1 0,0-1 0,0 0 0,0 0 0,-1 0 0,1 0 0,0 0 0,0 0 0,0 0 0,0 1 0,0-1 0,0 0 0,-1 0-1,1 0 1,0 0 0,0 0 0,0 1 0,0-1 0,0 0 0,0 0 0,0 0 0,0 1 0,0-1 0,0 0 0,0 0 0,0 0 0,0 0-1,0 1 1,0-1 0,0 0 0,0 0 0,0 1 0,8 2-1648,14-1-1692,22-2-2470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494 191 8004,'0'0'8926,"7"-15"-7938,24-47-89,-29 59-780,-1 0 1,1 0 0,-1 0-1,0 0 1,0 0 0,0 0 0,0 0-1,-1 0 1,1-1 0,-1 1 0,0 0-1,0 0 1,0-5 0,-1-3 199,1 10-310,0-1 0,-1 1-1,1 0 1,0-1 0,-1 1-1,1 0 1,-1 0 0,0-1 0,1 1-1,-1 0 1,0 0 0,0 0-1,0 0 1,1 0 0,-1 0-1,0 0 1,0 0 0,-1 1 0,1-1-1,0 0 1,0 1 0,0-1-1,-2 0 1,-34-12-113,29 11 98,-13-3-78,0 1 1,0 1 0,0 1-1,0 1 1,-1 1-1,-28 4 1,38-3 77,-1 1 0,0 1 0,1 0 0,0 0 0,0 1 0,0 1 0,0 0 0,1 1 0,0 0 0,0 1 0,-11 8 0,15-10-1,1 1 0,-1 0 0,1 0-1,0 0 1,1 1 0,0-1 0,0 1 0,0 1 0,1-1 0,0 1-1,0-1 1,1 1 0,0 0 0,0 1 0,1-1 0,0 0 0,-1 12 0,2-10-9,0 0 0,1 0 0,0 0 0,1 0 0,0 0 0,0-1 1,1 1-1,0 0 0,1-1 0,0 1 0,0-1 0,1 0 0,0 0 1,1 0-1,0-1 0,0 1 0,11 10 0,79 90 9,4 4 36,-81-89-24,0 0 0,26 50 0,-39-63-4,0 0-1,-1 0 0,-1 1 0,0 0 1,0-1-1,-1 1 0,0 0 0,-1 0 1,-1 1-1,-2 22 0,2-31 7,-1 1 0,0-1 0,0 0-1,0 0 1,0 0 0,-1 0 0,1 0 0,-1 0-1,0 0 1,-1-1 0,1 1 0,0-1 0,-6 6-1,2-4 13,0 1 0,0-1 0,0 0-1,-1-1 1,0 0 0,-13 7 0,-1-3 27,0-1-1,-1 0 1,0-2 0,-30 4 0,1-4 47,-66-2-1,90-3-63,26 0-141,1-2-142,1 0 0,0 0 0,0 0-1,0 1 1,0-1 0,1 1 0,-1-1 0,0 1 0,1-1 0,-1 1 0,1 0 0,1-2 0,42-28-4877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9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669 137 6963,'0'0'7734,"0"-12"-7064,-3-40-32,3 49-603,-1 1 1,0 0-1,0-1 1,0 1-1,0-1 0,0 1 1,0 0-1,-1 0 1,1 0-1,-1 0 1,0 0-1,1 0 1,-1 0-1,0 0 1,0 1-1,0-1 1,0 1-1,-1 0 1,1-1-1,0 1 1,-1 0-1,1 0 1,0 0-1,-6-1 0,1 0 39,-8-3 56,0 0-1,-1 1 1,1 1-1,-28-3 1,-67 4 198,72 3-250,26-2-48,0 2 0,0 0 1,-1 1-1,1 0 0,0 0 1,0 1-1,0 1 0,1 0 0,-1 1 1,1 0-1,0 1 0,1 0 0,-1 0 1,1 1-1,0 1 0,1 0 1,0 0-1,0 1 0,1 0 0,0 0 1,0 1-1,-7 13 0,-1 4 237,2 2-1,1 0 1,1 0-1,1 1 0,2 0 1,1 1-1,-7 55 1,7-11 441,3 0 0,7 84 0,-1-136-548,0 1 1,2-1-1,1 0 1,1 0-1,1-1 1,15 37 0,-16-47-108,2 0 1,-1 0-1,2 0 1,0-1-1,0 0 1,1-1-1,0 0 1,0 0-1,1-1 1,1 0-1,0-1 1,18 11-1,-12-10-34,1 0 0,0-2 0,1 0 0,-1-1 0,1-1 0,0-1 0,24 2 0,-10-3 4,-1-1 1,1-2-1,50-6 0,-67 4-71,0-1 0,0-1 0,0 0 0,-1-1-1,0-1 1,0-1 0,0 0 0,23-15-1,-32 18-236,0 0 0,0-1 0,0 1 0,-1-2 1,0 1-1,0 0 0,0-1 0,0 0 0,-1 0 0,0-1 0,0 1 0,-1-1 0,0 0 0,0 0 0,0 0 0,-1 0 0,0 0 0,0 0 0,-1-1 0,1-12 0,-2 13-309,0 4 146,0 1 1,1 0 0,-1-1 0,0 1 0,-1 0 0,1-1 0,0 1 0,-1 0 0,1-1 0,-1 1 0,0 0 0,0 0 0,1-1 0,-2 1-1,1 0 1,0 0 0,-2-2 0,-21-7-8423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2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21370,'0'0'4626,"-17"22"-6707,13-3-2001,-27 6-4498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4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40 6707,'0'0'8823,"-7"-7"-6702,-21-17-1369,24 22-774,0 1 0,0-1 0,0 1-1,-1 0 1,1 1 0,0-1 0,-1 1 0,1-1 0,0 1-1,-8 1 1,10 0 17,0-1-1,0 0 0,0 1 1,0-1-1,1 1 1,-1-1-1,0 1 0,0 0 1,1 0-1,-1 0 1,1 0-1,-1 0 1,1 0-1,-1 0 0,1 1 1,-1-1-1,1 1 1,0-1-1,0 1 0,0-1 1,0 1-1,0-1 1,0 1-1,0 0 0,1 0 1,-2 3-1,-3 29 34,2 1 0,1 0-1,2-1 1,4 44 0,20 66 162,-4-27-33,49 928 1446,-69-1028-1561,0 1-1,-2-1 1,0 1 0,-1-1-1,0 1 1,-2-1 0,0 0-1,-1-1 1,0 1-1,-2-1 1,0-1 0,0 1-1,-2-1 1,-17 22-1,21-30-49,0 0-1,0-1 0,-1 0 0,-10 8 0,14-12-10,-1 0 1,0 0-1,1 0 0,-1-1 0,0 1 1,0-1-1,0 0 0,0 0 0,0 0 1,0-1-1,-8 1 0,11-1 1,0 0 0,0 0 0,0 1 0,-1-1 0,1-1 0,0 1 0,0 0 0,0 0 0,0 0 0,0-1 0,0 1 0,0 0 0,0-1 0,0 1 0,0-1 0,0 1 0,0-1 0,0 1 0,0-1 0,1 0 0,-1 0 0,0 1 0,-1-2 0,1-1-21,1 1 0,-1-1 0,0 0 0,1 1 0,0-1 0,-1 0 0,1 1 0,1-5 0,-1 5 48,-1-10-83,3-11 3,-2 22 70,1 0 1,-1 1 0,1-1-1,-1 0 1,1 1-1,-1-1 1,1 1-1,0-1 1,-1 1 0,1-1-1,-1 1 1,1-1-1,0 1 1,0 0-1,-1-1 1,1 1 0,0 0-1,-1 0 1,1-1-1,0 1 1,0 0-1,0 0 1,-1 0 0,1 0-1,0 0 1,0 0-1,0 0 1,32-1-147,-23 0 130,-1 0 0,1 1 0,0 0-1,-1 0 1,1 1 0,12 3 0,-19-2 12,0 0 0,0 0 0,0 0 0,0 0 0,0 0 0,0 1 0,-1-1 1,1 1-1,-1 0 0,0 0 0,0-1 0,0 1 0,0 1 0,-1-1 0,1 0 0,-1 0 0,2 7 0,2 6 77,-1 0 1,3 26-1,0 33 284,-5 118-1,-3-99-159,1-15-40,-15 110 0,-62 398 327,38-6-389,38-520-98,4 118-334,-3-174 273,1 0 0,0 0 0,0 0 1,0 0-1,0 0 0,4 7 0,-5-11 24,1 0 0,-1 0-1,1-1 1,-1 1 0,1 0 0,-1 0 0,1-1 0,0 1 0,-1-1 0,1 1-1,0 0 1,0-1 0,-1 1 0,1-1 0,0 0 0,0 1 0,0-1-1,0 0 1,-1 1 0,1-1 0,0 0 0,0 0 0,0 0 0,0 0-1,0 0 1,0 0 0,0 0 0,0 0 0,0 0 0,-1 0 0,1 0-1,0-1 1,0 1 0,2-1 0,-2 0-115,1 0-1,0 1 1,0-1-1,-1-1 1,1 1 0,-1 0-1,1 0 1,-1 0-1,1-1 1,-1 1 0,0-1-1,0 1 1,0-1-1,1 0 1,0-2 0,19-51-3718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1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 5010,'0'0'6467,"0"0"-6335,0 0 1,0 0-1,0-1 0,0 1 0,0 0 0,-1 0 0,1 0 0,0-1 1,0 1-1,0 0 0,0 0 0,0 0 0,-1-1 0,1 1 0,0 0 0,0 0 1,0 0-1,-1 0 0,1 0 0,0 0 0,0-1 0,0 1 0,-1 0 1,1 0-1,0 0 0,0 0 0,0 0 0,-1 0 0,1 0 0,0 0 1,0 0-1,-1 0 0,1 0 0,-1 4-134,0-1 0,0 1 0,1 0 0,0-1 0,0 1 0,0 0 1,1 6-1,0 12 57,3 43 680,2 0 1,23 95-1,-5-30 111,17 165 1024,-40-284-1743,-1-4 44,1-1 1,0 0-1,0 0 0,1 1 1,0-1-1,4 10 0,-6-15-167,1-1-1,-1 0 0,0 0 1,1 0-1,-1 0 0,0 0 1,1 1-1,-1-1 0,0 0 1,1 0-1,-1 0 1,1 0-1,-1 0 0,0 0 1,1 0-1,-1 0 0,0 0 1,1 0-1,-1 0 1,1 0-1,-1-1 0,0 1 1,1 0-1,-1 0 0,0 0 1,1 0-1,-1-1 0,0 1 1,0 0-1,1 0 1,-1-1-1,0 1 0,1 0 1,-1 0-1,0-1 0,0 1 1,0 0-1,1-1 1,-1 1-1,0 0 0,0-1 1,4-11-163,0 0 0,-2 0 0,1-1 0,0-18 0,1-60-956,-4 61 837,1-89-830,1-46 49,0 127 1027,2 0-1,12-49 0,-16 86 58,1-1 1,-1 0-1,0 1 1,1-1-1,0 0 0,-1 1 1,1-1-1,0 1 1,0-1-1,0 1 0,0 0 1,0-1-1,0 1 1,0 0-1,0-1 0,1 1 1,-1 0-1,0 0 1,1 0-1,-1 0 1,1 1-1,-1-1 0,1 0 1,-1 0-1,1 1 1,0-1-1,-1 1 0,1 0 1,0-1-1,-1 1 1,1 0-1,0 0 0,0 0 1,-1 0-1,1 0 1,2 1-1,1 0 60,0 0 0,0 1 0,0 0 0,-1 0 0,1 0 0,-1 0 0,1 1 1,-1 0-1,0 0 0,1 0 0,5 6 0,13 16 270,-2 1-1,0 1 1,-2 1 0,17 31 0,-8-5 365,31 80 1,-36-62-76,-2 2 1,19 135-1,-40-209-642,1 6 17,-1-1 1,1 0-1,1 1 0,-1-1 1,1 0-1,-1 0 1,4 6-1,-2-19-66,-2-13-60,-1-113-952,2-193-1931,-2 311 2802,1 0 1,1 1-1,1-1 1,0 0 0,9-23-1,-8 29 111,0 1 0,1-1 0,1 1 0,-1 0 0,1 0 0,1 0 0,0 1 0,0 0 0,9-7 0,-12 11 105,1 0 0,0 1 0,0-1 0,0 1 0,0 0 0,0 1 0,1-1 0,-1 1 0,1 0 0,0 1 0,-1-1 0,1 1 0,0 0-1,0 1 1,0 0 0,0-1 0,0 2 0,0-1 0,0 1 0,0 0 0,0 0 0,-1 0 0,1 1 0,0 0 0,-1 0 0,1 1 0,-1-1-1,0 1 1,0 0 0,0 1 0,8 6 0,3 6 232,-1 1-1,0 0 1,-2 1-1,0 1 1,-1 0-1,0 1 1,8 22 0,-3-3 275,-2 1 1,18 76 0,-24-80-238,-3-12-172,-1 0 0,-1 0-1,1 31 1,4-81-4177,4-21-344,7-13-3492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105 510 7235,'-1'-1'12643,"0"1"-12602,1-1 0,0 1 0,0 0 0,-1-1 0,1 1 0,0 0 0,0-1-1,0 1 1,-1-1 0,1 1 0,0 0 0,0-1 0,0 1 0,0-1 0,0 1-1,0-1 1,0 1 0,0 0 0,0-1 0,0 1 0,0-1 0,0 1-1,0 0 1,0-1 0,6-17 34,-1 1 1,2 1-1,0-1 0,1 1 0,1 0 1,12-17-1,-14 22-74,20-32-195,-6 11-598,22-47 1,-37 67 605,-1 0 1,-1 0 0,0-1-1,-1 1 1,-1-1 0,0 0 0,1-25-1,-3 35 137,0 0-1,0 1 1,-1-1-1,1 0 1,-1 0-1,0 0 0,0 0 1,0 1-1,0-1 1,0 0-1,0 1 1,-1-1-1,0 1 0,1 0 1,-1-1-1,0 1 1,0 0-1,0 0 1,0 0-1,-1 0 0,1 0 1,0 1-1,-1-1 1,1 1-1,-1 0 1,0-1-1,1 1 1,-1 0-1,0 1 0,-3-2 1,-9-1 74,0 0 0,0 1 0,0 1 0,-22 1 0,34 0-36,-5 0 33,0 0 0,0 0 0,0 1-1,1 0 1,-1 0 0,-8 4-1,13-4 2,0 0-1,-1 1 1,1 0-1,0 0 1,0 0-1,1 0 1,-1 0-1,0 1 1,1-1 0,-1 1-1,1-1 1,0 1-1,0 0 1,0 0-1,-3 5 1,0 6 162,0 0 0,1 0 0,1 0 0,0 0 0,0 1 0,2-1 0,0 1 0,1 15 0,0-28-151,-2 55 941,6 61 0,-1-95-738,0 0 1,1-1-1,2 0 1,0 0-1,14 32 1,-11-35-75,0 0 0,1-1-1,0-1 1,2 1 0,0-2 0,22 24 0,-26-32-133,0-2 0,0 1 0,0-1 0,1 0 1,0-1-1,0 0 0,0 0 0,1-1 0,0 0 1,0-1-1,0 0 0,0-1 0,0 0 0,18 2 1,-19-3-53,1-1 1,0 0 0,-1 0 0,1-1 0,0 0-1,-1 0 1,1-1 0,-1-1 0,0 1-1,0-2 1,0 1 0,0-1 0,0 0 0,-1-1-1,1 0 1,-1-1 0,-1 1 0,1-2 0,-1 1-1,12-15 1,-6 7-538,-2-1-1,0-1 1,16-33 0,-20 34-608,0-1 0,-1 0 1,-1 0-1,4-28 1,-3-19-4207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2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7555,'0'0'8714,"0"3"-8050,11 142 2545,-1-56-2525,-8-54-470,51 418 1917,-52-445-2097,0-3-3,0 0 0,0 1 0,1-1 0,-1 0 0,1 0 0,0 0 0,3 6 0,-1-8 22,0-11-7,2-59-1039,-2-107-1,1-38-1520,-2 184 2198,1 0-1,1 1 0,2 0 1,0 0-1,19-41 1,-19 53 272,0 2-1,1-1 1,1 1 0,0 0-1,1 1 1,20-20 0,-23 26 104,0-1 1,1 1-1,0 0 1,0 1-1,0 0 1,1 0-1,0 1 1,0 0-1,0 0 1,0 1 0,19-4-1,-17 6 12,0-1 0,0 2 0,0 0 0,0 0 0,0 1 0,0 0 0,12 3 0,-17-2-18,1 1 0,-1-1 0,0 1 0,1 0 0,-1 0 0,-1 0 0,1 1 0,0 0 0,-1 0 0,0 1 0,0 0 0,6 7 0,2 5 189,-1 1 1,-1 0-1,-1 0 1,0 1-1,-1 0 1,-2 1-1,0 0 0,-1 0 1,4 22-1,2 28 722,4 93-1,-14-131-757,0 8-8,-1-15-113,7 39 0,-4-52-557,-1-39-8975,-3 6 1771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6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476 157 8964,'0'0'5787,"0"-13"-5590,0-40 22,0 51-193,0 1 0,0-1 0,0 0 0,-1 1 0,1-1 0,0 1 0,-1-1 0,1 1 0,-1-1 0,1 1 0,-1-1 0,0 1 0,0 0 0,0-1 0,1 1 0,-1 0 0,0-1 0,-1 1 0,1 0 0,0 0 0,0 0 0,0 0 0,-1 0 0,1 0 0,0 1 0,-1-1 0,-2-1 0,-2-1 36,-5-4-40,0 1 1,0 0-1,-1 0 1,0 1 0,1 1-1,-2 0 1,1 0-1,0 2 1,-1-1 0,1 2-1,-1-1 1,0 2-1,0 0 1,-15 1-1,20 1-22,1-1 0,-1 1 0,0 0-1,1 1 1,-1 0 0,1 0 0,0 0-1,0 1 1,0 0 0,1 1 0,0-1-1,-7 7 1,-1 2 10,0 1-1,1 0 1,-21 31-1,24-29 75,1 0 0,0 1 0,2 0 0,0 1-1,1-1 1,0 2 0,2-1 0,-5 36 0,4 9 942,3 80 0,3-118-751,-1 5 245,8 46 0,-7-65-401,2-1-1,-1 0 0,2 0 1,-1 0-1,1 0 0,1 0 1,7 13-1,-8-19-66,-1 1 1,0-1-1,1 0 0,0 0 1,0-1-1,0 1 0,0-1 1,1 0-1,-1 0 0,1 0 1,0 0-1,0-1 0,0 0 1,0 0-1,0 0 0,0-1 1,7 1-1,-5-1-28,0 0 0,0-1 0,0 0 0,0 0 0,0-1 0,0 0 0,0 0 0,0-1 0,0 1 0,0-2 0,-1 1 0,1-1 0,6-4 0,0-1-24,0-1-1,-1-1 1,0 0 0,-1 0-1,18-21 1,48-70-417,-32 35-1516,-2-2 0,57-122-1,-91 168 1641,-1 0 0,-1 0 0,-1-1 0,-1 0-1,-1 0 1,-1 0 0,-1 0 0,-2-42 0,0 63 332,0-1 0,0 0 0,-1 1 1,1-1-1,-1 1 0,0-1 0,1 1 0,-3-4 1,3 5 42,-1 0 1,1 1 0,-1-1-1,0 0 1,1 1 0,-1-1-1,0 0 1,1 1 0,-1-1-1,0 1 1,0-1 0,0 1-1,1-1 1,-1 1 0,0 0-1,0-1 1,0 1 0,0 0-1,0 0 1,0 0 0,0-1-1,0 1 1,-1 1 0,1-1-39,1 0 0,-1 0 0,1 0 0,-1 0 0,1 0 0,-1 0 1,1 0-1,0 0 0,-1 1 0,1-1 0,-1 0 0,1 0 0,0 1 0,-1-1 1,1 0-1,-1 0 0,1 1 0,0-1 0,0 0 0,-1 1 0,1-1 0,0 1 1,-1-1-1,1 0 0,0 1 0,0-1 0,0 1 0,-1 0 0,-1 16 386,1-13-242,-2 41 516,2 1 1,2 0 0,2-1 0,2 0-1,12 51 1,55 230 576,-56-234-863,7 147-1,-23-36-265,0-194-159,0-1 0,-1 1 0,0-1 1,-1 0-1,0 0 0,0 1 0,-1-1 0,0-1 0,0 1 0,-1 0 1,-5 8-1,5-11-12,0 1 1,-1-1-1,1-1 1,-1 1-1,0-1 1,0 1-1,0-1 1,-1-1-1,0 1 0,1-1 1,-1 0-1,0 0 1,-1-1-1,-7 2 1,0 0-111,0-2 1,0 0 0,0-1-1,-22-1 1,30 0 44,2 0-1,0 0 1,1 0-1,-1-1 0,0 1 0,1-1 1,-1 0-1,1 0 0,-1 0 0,1-1 1,-1 1-1,1-1 0,0 0 0,0 0 1,0 0-1,-4-3 0,3 1-86,1 0-1,-1 0 1,1 0 0,0-1 0,0 1-1,0-1 1,0 0 0,1 0-1,-2-7 1,-2-8-988,2 0 1,0 0-1,1 0 0,0-34 0,2-49-5454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6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480 103 11221,'0'0'5765,"-7"-9"-5388,3 4-383,-4-7 418,-1 1 0,-18-19 0,23 26-313,0 1 0,0 0 0,0 0 0,0 0 1,-1 0-1,0 0 0,1 1 0,-1 0 0,0 0 0,0 0 0,0 1 0,-11-2 0,8 2-88,0 0 0,-1 1-1,1 0 1,0 1 0,-1 0 0,1 0 0,0 0-1,0 1 1,0 1 0,0-1 0,0 1 0,0 1-1,1-1 1,-1 1 0,1 1 0,0-1 0,0 1-1,1 0 1,0 1 0,-1 0 0,-9 12 0,-2 4 122,1 0 1,0 1-1,2 1 1,1 1 0,0 0-1,2 1 1,1 0-1,2 1 1,0 0 0,-6 33-1,4 3 418,3 0-1,3 0 0,3 91 1,1-150-539,1 1 1,1 0 0,-1-1 0,1 1 0,-1 0 0,1-1 0,0 1-1,1-1 1,3 9 0,-4-11-13,1-1-1,0 1 1,-1 0-1,1-1 1,0 1-1,0-1 1,0 1 0,0-1-1,0 0 1,0 0-1,0 0 1,1 0-1,-1 0 1,0-1-1,1 1 1,-1-1 0,0 1-1,5-1 1,-1 1-17,0-1 0,1 0 0,-1 0 0,1 0 0,-1-1 1,0 0-1,1-1 0,-1 1 0,0-1 0,0 0 1,0-1-1,0 1 0,0-1 0,-1 0 0,1-1 0,8-7 1,2-2-152,-1-2 1,0 0 0,24-32 0,-16 16-587,-2-1 1,0-2-1,25-57 1,-37 69 411,0 0 0,-2-1 1,0 0-1,-2-1 1,-1 1-1,0-1 0,0-28 1,-4 49 1152,-1 19 930,2-5-1425,2 40 582,2 1 0,14 59 0,1 7-191,-2 62 234,-8 199-1,-9-356-954,-1-6 13,0 0 1,0 1-1,-6 24 0,6-39-29,-1 0 0,1 0-1,-1 0 1,0 0 0,0 0 0,0 0-1,-1 0 1,1 0 0,-1 0 0,0-1-1,1 1 1,-1-1 0,0 1-1,0-1 1,-1 0 0,1 0 0,0 0-1,-1 0 1,0 0 0,1 0 0,-1-1-1,0 1 1,0-1 0,-5 2 0,2-1-111,0-1 1,0-1 0,1 1 0,-1-1-1,0 0 1,0 0 0,0 0 0,1-1 0,-1 0-1,0 0 1,1-1 0,-1 0 0,1 0-1,-1 0 1,1 0 0,0-1 0,0 0-1,0 0 1,0 0 0,1-1 0,-1 0 0,1 1-1,0-2 1,0 1 0,-5-7 0,-3-6-952,1 0 0,1-1 0,0 0 1,1-1-1,-12-37 0,-5-39-4252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7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4946,'0'0'11315,"1"-11"-10888,0 6-228,2-24-290,-1 21 548,-1 15 1037,3 33-568,2 0 0,21 70-1,-12-53-250,-12-43-526,40 144 1234,-32-124-1074,2 1 1,23 45-1,-32-74-295,0 1 0,0-1-1,0 0 1,0-1 0,1 1 0,0-1-1,0 0 1,0 0 0,1-1-1,7 6 1,-10-8-22,1-1-1,-1 1 0,1-1 0,-1 1 1,1-1-1,0 0 0,0 0 1,-1 0-1,1-1 0,0 0 0,0 1 1,0-1-1,0-1 0,0 1 1,-1 0-1,1-1 0,0 0 0,0 0 1,-1 0-1,5-2 0,-3 0-24,0 1 0,0-1 0,0-1 0,-1 1 0,1 0 0,-1-1 0,0 0 0,0 0 0,0-1 0,-1 1 0,5-8 0,2-4-179,-1 0 0,8-24 0,-3 2-704,-1-1 0,-3-1 0,-1 0-1,-2-1 1,-2 1 0,-1-1 0,-2-46 0,-2 70 596,-1 0 0,-1 0 0,0 1 1,-6-21-1,7 32 348,0 0 0,-1 0 1,0 0-1,0 1 0,0-1 0,0 1 1,-1-1-1,1 1 0,-1 0 1,0 0-1,-1 0 0,1 0 1,-1 0-1,0 1 0,0 0 0,0 0 1,0 0-1,-5-3 0,9 6 30,-1-1 0,1 1-1,-1-1 1,0 1 0,1 0-1,-1-1 1,0 1 0,1 0-1,-1-1 1,0 1 0,1 0 0,-1 0-1,0 0 1,0 0 0,1 0-1,-1 0 1,0 0 0,0 0-1,1 0 1,-1 0 0,0 0-1,0 0 1,1 0 0,-1 1-1,0-1 1,1 0 0,-1 0 0,0 1-1,1-1 1,-1 1 0,0-1-1,1 0 1,-1 1 0,1-1-1,-1 1 1,1-1 0,-1 1-1,1 0 1,-1-1 0,1 1-1,0 0 1,-1 0 0,0 3 69,0 0 0,1 0 1,-1 0-1,1 1 0,0-1 1,1 6-1,0 3-105,-2 7-53,0-7 41,1 0 0,2 19 0,-2-29-256,0-1-1,0 0 0,1 1 0,0-1 1,-1 0-1,1 1 0,0-1 0,0 0 1,0 0-1,0 0 0,0 0 0,1 0 1,-1 0-1,1 0 0,-1 0 0,1 0 1,0-1-1,0 1 0,3 2 0,18 3-5379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7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13142,'0'0'7729,"4"24"-7156,1 16-199,47 376 3166,-50-377-3347,7 55 257,-8-93-449,-1 1 1,0-1-1,0 1 0,0-1 0,1 0 0,-1 1 1,1-1-1,-1 0 0,1 0 0,0 1 0,-1-1 1,1 0-1,0 0 0,0 0 0,0 0 0,-1 0 1,1 0-1,0 0 0,3 2 0,-4-3-7,1 0 1,-1 0-1,1 0 0,-1 0 0,0 0 0,1 0 0,-1 0 0,1 0 1,-1 0-1,1 0 0,-1-1 0,0 1 0,1 0 0,-1 0 0,1 0 1,-1 0-1,0-1 0,1 1 0,-1 0 0,0 0 0,1-1 0,-1 1 1,0 0-1,1-1 0,10-19-331,4-33-1004,14-85 0,-15 66-312,-3 12 103,16-71-1706,-23 118 2990,1-1 1,0 1 0,0 0 0,1 0 0,1 0 0,16-21 0,-21 31 354,0 0 0,0 1-1,1-1 1,-1 1 0,1 0-1,-1 0 1,1 0 0,0 0-1,0 0 1,0 1-1,0-1 1,0 1 0,0 0-1,0 0 1,0 0 0,1 0-1,-1 0 1,0 1 0,1-1-1,-1 1 1,0 0 0,1 0-1,-1 0 1,0 1 0,1-1-1,-1 1 1,0 0 0,1 0-1,-1 0 1,0 0-1,0 1 1,0-1 0,0 1-1,5 3 1,0 4 215,0-1 0,-1 1 1,0 0-1,0 0 0,-1 1 0,0 0 0,-1 0 0,7 17 0,29 97 1700,-5 50-337,-11-43-720,-23-120-880,-1-9-64,-1 0 0,0 0 1,0 0-1,1 0 0,-1 0 0,1 0 0,0 0 0,0 0 1,0 0-1,0-1 0,0 1 0,0 0 0,0-1 0,0 1 1,3 2-1,-4-4-27,1 1-1,-1-1 1,0 0 0,0 0-1,0 0 1,0 0 0,1 0 0,-1 0-1,0 0 1,0 0 0,0 0-1,1 0 1,-1 0 0,0 0 0,0 0-1,0 0 1,1 0 0,-1 0-1,0 0 1,0 0 0,0 0 0,1 0-1,-1 0 1,0 0 0,0 0-1,0 0 1,0 0 0,1 0 0,-1 0-1,0 0 1,0-1 0,0 1-1,0 0 1,1 0 0,-1 0 0,0 0-1,0 0 1,0-1 0,0 1-1,0 0 1,0 0 0,0 0 0,1-1-1,2-11-672,6-57-1408,8-39-4053,-1 40-1379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515 345 12534,'0'0'6205,"-6"-22"-6173,-17-70 43,22 86 12,0 0-1,0 0 1,-1 1 0,0-1-1,-1 0 1,1 0 0,-1 1 0,0 0-1,0-1 1,-1 1 0,1 1-1,-1-1 1,0 0 0,-7-5 0,-9-11 261,6 6-233,1 0 1,-2 1-1,0 1 1,-17-12-1,24 20-122,0 0-1,0 0 1,-1 1-1,0 0 1,0 0 0,0 1-1,0 0 1,0 0 0,-1 1-1,-14-1 1,17 2 8,-1 1 0,1 0 1,-1 0-1,-12 3 0,16-2 4,1 0 0,0 1 0,0-1 1,0 0-1,0 1 0,0 0 0,0 0 0,0 0 0,0 0 0,1 0 0,-1 1 0,1-1 0,-3 5 0,-4 5 68,0 1 0,1 0-1,0 1 1,1-1 0,1 2-1,-7 20 1,-18 95 901,30-129-957,-11 66 599,2 1 0,3-1 1,3 1-1,7 86 0,-3-151-608,0 0 0,0 0 0,1-1 1,-1 1-1,1 0 0,-1 0 0,1-1 0,0 1 0,0 0 0,0-1 1,1 1-1,-1-1 0,3 5 0,-2-6-9,1 1-1,-1-1 1,0 0 0,0 0-1,1 0 1,-1 0-1,0 0 1,1 0 0,-1 0-1,1-1 1,-1 1 0,1-1-1,0 0 1,3 0-1,1 0-17,0 0 1,0-1-1,0 0 0,-1 0 0,1 0 0,0-1 0,-1 0 0,1 0 0,-1-1 0,0 0 0,1 0 0,-2 0 0,1-1 0,0 0 0,8-7 0,5-7-189,-1 0-1,29-38 1,-25 26-564,0 0 0,-2-2 0,19-39 0,-31 54 153,-1 0 0,-1-1 0,0 0 0,-1-1 0,-1 1-1,-1-1 1,-1 0 0,1-20 0,-4 17 873,1 22-246,0 0 0,0 0-1,0 0 1,0 0 0,0 0 0,0 0 0,0 0-1,-1 0 1,1 0 0,0 0 0,0 0 0,0 0-1,0 0 1,0 0 0,0 0 0,0 0-1,0 0 1,0 0 0,0 0 0,0 0 0,0 0-1,0 0 1,0 0 0,0 0 0,-1 0-1,1 0 1,0 0 0,0 0 0,0 0 0,0 0-1,0 0 1,0 0 0,0-1 0,0 1-1,0 0 1,0 0 0,0 0 0,0 0 0,0 0-1,0 0 1,0 0 0,0 0 0,0 0-1,0 0 1,0 0 0,0 0 0,0 0 0,0-1-1,-3 15 961,-1 61 1915,9 106 0,-2-147-2635,1 1 0,1-1 0,2-1 0,2 1 0,1-1 0,1-1 1,29 57-1,-35-79-221,1-1 1,0 1-1,0-1 1,1 0-1,0-1 1,16 15-1,-19-19-36,1-1-1,-1-1 0,0 1 0,1 0 0,0-1 1,-1 0-1,1 0 0,0 0 0,0-1 1,0 0-1,0 0 0,1 0 0,-1-1 1,0 1-1,0-1 0,8-1 0,-9 1-17,-1-1-1,1 1 0,0-1 0,0 0 1,-1 0-1,1-1 0,-1 1 0,1-1 1,-1 1-1,1-1 0,-1 0 0,0 0 1,0-1-1,5-4 0,-1-1-58,0 0 0,-1-1 0,0 0 1,5-11-1,11-23-1389,-2 0 0,-2-2 0,-2-1 0,16-69 1,-13 7-3932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8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12 10213,'0'0'8726,"-9"-2"-8414,-25-6-34,26 7-114,6 4 27,-14 217 2127,16 669 337,0-884-2643,11 278 432,-10-270-434,8 40 28,-8-50-39,0 1 0,0-1 0,0 1 0,0-1 0,1 1 0,0-1 0,-1 0 0,1 0 0,0 0 0,4 3 0,-6-5-10,1 0-1,-1-1 1,1 1 0,-1-1-1,1 1 1,0-1-1,-1 1 1,1-1 0,0 0-1,-1 1 1,1-1-1,0 0 1,0 1-1,-1-1 1,1 0 0,0 0-1,0 0 1,0 0-1,-1 0 1,1 0 0,0 0-1,0 0 1,0 0-1,-1 0 1,1 0-1,0 0 1,0-1 0,-1 1-1,1 0 1,0 0-1,-1-1 1,1 1 0,0-1-1,-1 1 1,1-1-1,0 1 1,-1-1-1,1 1 1,-1-1 0,1 1-1,-1-1 1,1 0-1,-1 1 1,1-1 0,-1 0-1,0 1 1,1-2-1,3-4-117,-1-1-1,0 1 1,3-14-1,-5 18 105,15-61-2771,11-81-1,-10 45-2594,-1 31-729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8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 11861,'0'0'8874,"-12"4"-8567,-48 19-140,1 2 0,-83 49 0,132-68-161,1 0-1,0 0 1,-15 13 0,22-16-4,-1 0 0,1 0 0,-1 0 0,1 0 0,0 0 0,0 0 0,1 1 0,-1-1 0,1 1 0,0 0 0,-1-1 0,1 1 0,1 0 1,-1 5-1,0 0 74,0 1 1,1 0-1,0-1 1,0 1-1,2-1 1,-1 1-1,1-1 1,0 0-1,1 0 1,0 1-1,0-2 1,1 1-1,0 0 1,1-1-1,0 0 1,0 0-1,1 0 1,0 0-1,0-1 1,1 0-1,0-1 1,0 1-1,0-1 1,10 5-1,-9-6-90,1 0-1,0 0 1,0-1-1,0 0 0,0 0 1,1-1-1,17 3 0,-2-3-334,49 0-1,-58-3-126,0-1-1,-1 0 1,1-2 0,-1 1-1,0-2 1,0 0-1,0-1 1,23-11 0,45-26-4996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19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90 15351,'0'0'6328,"-16"-14"-6157,-53-44-40,67 56-113,0 0-1,0 1 1,0-1 0,-1 1 0,1-1 0,-1 1 0,1 0 0,-1 0-1,1 0 1,-1 0 0,0 0 0,1 1 0,-1-1 0,0 1-1,0 0 1,1 0 0,-1 0 0,0 0 0,-4 1 0,-5 0 97,-1-1 64,0 0-1,1 1 1,-25 4 0,32-3-140,-1 0 0,1 0 0,0 0 0,0 1-1,0 0 1,0-1 0,0 2 0,1-1 0,-1 1 0,1-1 0,-6 7 0,-2 6 21,0-1 0,1 2 0,0-1 0,1 2 0,1-1 0,1 1 0,1 1 0,0-1 0,-4 22 0,-1 11 212,3 0 0,-4 63 0,9 87 737,4-191-974,0-1 1,1 0-1,0 1 1,0-1-1,1 0 1,0 0-1,5 11 0,-5-16-34,0-1-1,-1 0 0,1 0 0,0 0 0,1-1 0,-1 1 0,1 0 0,-1-1 0,1 1 0,0-1 0,0 0 1,-1 0-1,2 0 0,-1-1 0,0 1 0,0-1 0,1 1 0,-1-1 0,0 0 0,1 0 0,6 0 0,-3 0-15,-1-1-1,1 0 0,0 0 0,0-1 0,0 0 0,-1 0 1,1 0-1,0-1 0,-1 0 0,1 0 0,-1-1 1,0 0-1,0 0 0,0 0 0,0-1 0,0 0 0,-1 0 1,8-8-1,8-8-298,-1-2-1,35-47 1,-45 56 135,15-21-614,-2-1 0,25-50-1,-38 65 311,-2 0 0,0 0 0,-1-1-1,-1 0 1,-1 0 0,2-28 0,-4-51-1213,-3 74 1503,0 22 223,-3-28 47,3 32 20,-1-1 0,1 0 0,0 0 0,0 1 0,-1-1 0,1 0 0,-1 1 0,1-1 0,0 0 0,-1 1 0,0-1 0,1 1 0,-1-1 0,1 0 0,-1 1 0,0 0 0,1-1 0,-1 1 0,0-1 0,1 1 0,-1 0-1,0-1 1,0 1 0,1 0 0,-1 0 0,0 0 0,0-1 0,1 1 0,-1 0 0,0 0 0,0 0 0,0 0 0,-1 1 0,1-1-27,1 0-1,-1 0 1,1 0-1,-1 0 0,0 1 1,1-1-1,-1 0 1,1 0-1,-1 1 1,1-1-1,-1 0 1,1 1-1,-1-1 1,1 0-1,-1 1 1,1-1-1,-1 1 1,1-1-1,-1 1 1,1-1-1,0 1 0,0-1 1,-1 1-1,1 0 1,-1 0-1,-4 17 327,1 0-1,0 0 0,1 1 1,-1 29-1,-1 184 1361,6-170-1361,-1-58-367,-1 12 53,2 0 1,-1 0-1,2 0 1,6 25 0,-7-37-87,0-1 1,0 1 0,0-1-1,1 1 1,0-1 0,0 0-1,0 0 1,0 1-1,0-1 1,0 0 0,1-1-1,-1 1 1,1 0 0,0-1-1,0 0 1,0 1 0,0-1-1,1 0 1,-1-1-1,0 1 1,1-1 0,-1 1-1,1-1 1,0 0 0,3 0-1,-2 0-34,-1-1-1,0 1 0,1-1 0,-1-1 1,1 1-1,-1-1 0,0 1 1,1-1-1,-1-1 0,0 1 0,0 0 1,0-1-1,0 0 0,0 0 1,0 0-1,0-1 0,-1 1 0,1-1 1,-1 0-1,0 0 0,5-5 0,4-7-250,0 0 0,-1-1 0,15-27 0,-19 32 115,11-21-965,-2 0 0,-1 0 0,-1-2-1,-2 0 1,-1 0 0,-2-1 0,-1-1-1,-2 1 1,2-68 0,-8 75 247,0 12 1464,0 7 3486,-16 128 2428,-1 10-4321,10 389 3241,7-510-5352,1 8 36,0-1 0,4 19 0,-5-31-89,1-1 1,-1 1-1,1 0 1,0 0-1,0 0 1,1 0-1,-1-1 1,0 1-1,1 0 1,0-1-1,0 0 1,0 1-1,0-1 1,0 0-1,0 0 1,5 4-1,-5-5-20,0 0-1,-1-1 1,1 1-1,0 0 0,0-1 1,0 1-1,0-1 1,1 0-1,-1 1 0,0-1 1,0 0-1,0 0 1,0-1-1,0 1 0,0 0 1,0-1-1,0 1 1,0-1-1,3-1 0,0 0-62,-1 0-1,0-1 1,1 0 0,-1 0-1,-1 0 1,1 0-1,0 0 1,5-7-1,5-9-206,0-1 1,-1 0-1,17-38 0,27-78-424,-31 70 402,-19 49 222,64-146-1385,-55 132 785,1 0-1,41-55 1,-51 77 604,1 0 0,0 1 0,1 0 1,0 0-1,0 1 0,0 0 0,1 0 0,0 1 0,1 0 1,13-5-1,-19 9 106,1 0 0,-1 1 0,1 0 0,-1 0 1,1 0-1,0 0 0,0 1 0,-1 0 0,1 0 0,0 1 1,0-1-1,-1 1 0,1 0 0,-1 1 0,1 0 0,-1-1 1,1 2-1,-1-1 0,0 1 0,0-1 0,0 2 0,8 5 1,-1 3 136,0 0 1,-1 1 0,0 0-1,-1 1 1,-1 0 0,0 0-1,-1 1 1,0 0 0,-2 0-1,1 1 1,7 32 0,-1 10 12,-2 1 1,3 60-1,-10-39-1677,-28-88-12974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1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26 9444,'0'0'7516,"0"-4"-7065,0-13-51,0 13 19,1 245 132,-15 604 1662,0-610-1736,10-154-325,2-121-3814,-2 1 0,-13-56 0,16 87 2886,-13-51-6940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1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10485,'0'0'4274,"190"-165"-4418,-152 165-721,-4 0-1536,-10 31-2481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4562,'0'0'6921,"0"37"-5339,0 448 4247,0 234 323,8-951-6919,1 25-675,-9 205 1432,11-204-1573,-8 182 1379,1-1 1,1 0-1,2 1 1,0 0 0,1 1-1,13-25 1,-19 44 192,1 0 1,-1 0-1,1 0 0,-1 1 1,1-1-1,0 1 0,1 0 1,-1 0-1,0 0 1,1 0-1,0 0 0,-1 1 1,1 0-1,0 0 1,0 0-1,9-3 0,-10 4 34,1 1 1,0-1-1,-1 1 0,1 0 0,0 0 0,0 0 0,-1 0 0,1 1 0,0-1 1,-1 1-1,1 0 0,-1 0 0,1 0 0,-1 1 0,1-1 0,-1 1 0,0 0 0,0 0 1,0 0-1,0 0 0,5 6 0,3 3 95,-1 0 1,-1 1-1,0 0 1,-1 1-1,0 0 0,8 20 1,33 91 815,-28-62-847,-3 0-1,-2 2 0,-3 0 0,-3 0 1,2 96-1,-12-160-187,1 1 0,-1-1 0,0 0 0,0 0 0,1 0 0,-1 0 0,0 0-1,1 0 1,-1-1 0,0 1 0,0 0 0,1 0 0,-1 0 0,0 0 0,0 0 0,1 0 0,-1 0 0,0 0 0,0-1 0,1 1 0,-1 0 0,0 0 0,0 0-1,1-1 1,-1 1 0,0 0 0,0 0 0,0 0 0,0-1 0,0 1 0,1 0 0,-1-1 0,0 1 0,0 0 0,0 0 0,0-1 0,0 1 0,0 0 0,0 0-1,0-1 1,0 1 0,16-42-4226,12-17-2407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2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455 174 11333,'0'0'6182,"-9"-25"-5281,-29-78-98,22 71-240,15 31-544,1 1-1,-1-1 1,1 1 0,0 0 0,-1-1 0,1 1-1,-1 0 1,1-1 0,-1 1 0,1 0 0,-1-1 0,1 1-1,-1 0 1,1 0 0,-1 0 0,0 0 0,1-1-1,-1 1 1,0 0 0,-5-1 99,-1 0-75,1-1-1,-1 1 1,1 0 0,-1 0-1,0 1 1,0 0 0,1 0-1,-1 1 1,0 0 0,1 0-1,-1 0 1,0 1 0,1 0 0,0 0-1,-1 1 1,1 0 0,0 0-1,0 0 1,1 1 0,-1-1-1,1 2 1,-10 8 0,4-2-35,0 1 0,0 0 0,1 1 1,0 0-1,1 1 0,1 0 0,0 0 0,1 1 1,1 0-1,0 0 0,1 1 0,-4 22 0,2 11 40,3-1 0,3 63 0,1-90-10,4 128 537,7-1 1,34 167-1,111 760 1402,-150-1016-1895,3 79-265,-14-138-380,1 0 415,-1-1 0,1 0 1,0 0-1,-1 0 1,1-1-1,0 1 0,0-1 1,0 0-1,0 0 1,0-1-1,0 1 0,-4-5 1,-47-42-1641,38 32 924,-19-20-3093,-55-72-1,25 20-2154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0 302 12486,'0'0'2265,"39"-12"-987,249-77 413,-244 76-1640,0 2 1,1 2-1,0 3 0,82-3 0,-122 9-42,-1 0 0,0 0 0,1 0 0,-1 1 0,1 0 0,-1 0 0,1 0 0,-1 0 0,0 1 0,0 0 0,0 0 0,0 0 0,0 0 0,0 0 0,4 5 0,-3-2 44,0 0 0,-1 0 0,0 1 0,0 0 0,0 0 1,-1 0-1,0 0 0,0 1 0,2 7 0,11 40 830,-2 1 0,-2 1 0,4 61-1,0 0 301,-6-62-488,22 75 0,-30-123-669,0-1-1,1 1 1,0-1-1,0 0 1,0 0-1,1 0 1,0 0-1,0 0 1,0-1-1,6 6 1,-7-9-29,0 0 0,0 0 1,0-1-1,-1 1 0,2 0 1,-1-1-1,0 0 0,0 0 1,0 0-1,1 0 0,-1 0 1,0 0-1,1-1 0,-1 0 1,1 0-1,-1 0 0,0 0 1,1 0-1,-1-1 0,1 1 0,3-2 1,-4 1-9,1 0 1,-1-1-1,0 1 0,0-1 1,0 1-1,0-1 1,0 0-1,0 0 0,-1 0 1,1-1-1,-1 1 0,1-1 1,3-4-1,0-3-61,1 0 0,7-20-1,1-5-390,-1 0 0,-2-2-1,-2 0 1,9-55 0,-10 23-1100,-1-109 0,-8 160 1291,-1 0 1,0 0 0,-1 0-1,-2 1 1,-6-26 0,5 31 180,0 0 0,0 0 0,-1 1 0,0 0 0,-1 0 0,0 1 0,-1 0 0,-12-13 0,9 13 298,0 0 0,0 1 0,-1 0-1,0 1 1,-1 0 0,0 1-1,0 1 1,0 0 0,-1 1 0,0 0-1,0 1 1,-15-3 0,2 3 91,0 0-1,-44 1 1,-11 7-2841,68-1-3011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3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14871,'0'0'2110,"-7"29"-176,-4 21-1119,2 0 0,3 1 0,-1 81 0,19 46 1178,41 202 0,-47-344-1803,-3-16-81,1 3 128,0 0 1,13 38-1,-17-60-227,0 1-1,1-1 0,-1 0 0,1 0 0,-1 0 0,1 0 1,0 0-1,-1 0 0,1 0 0,0 0 0,0 0 0,0 0 1,1 1-1,-2-2-7,1 0 1,-1 0-1,0 1 1,1-1-1,-1 0 1,0 0-1,1 0 0,-1 0 1,0 0-1,1 0 1,-1 0-1,0 0 1,1 0-1,-1 0 1,0-1-1,1 1 1,-1 0-1,0 0 1,1 0-1,-1 0 1,0 0-1,0-1 1,1 1-1,-1 0 1,0 0-1,0 0 1,1-1-1,-1 1 0,0 0 1,1-1-1,1-3 7,0 0 0,0 1 0,0-1 0,0-1 0,-1 1-1,3-8 1,16-92-969,13-183 0,-20 142-463,-11 121 1017,1 0-1,2 0 1,0 0-1,1 1 1,15-36-1,-17 51 420,0-1-1,1 1 1,0 0-1,1 0 1,-1 0-1,1 1 1,1 0-1,0 0 1,0 1-1,0 0 1,0 0-1,1 0 1,0 1-1,0 1 1,1-1-1,-1 1 1,11-3-1,4 1 343,0 1 0,0 2 0,0 0 0,0 1 0,35 3 0,-43-1-297,1 0-5,0 1 1,0 1 0,0 1-1,-1 0 1,0 1 0,18 7-1,27 14-1063,-2 6-3456,-33-15-2065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4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1 277 2625,'0'0'9959,"0"-28"-8889,0-86-155,0 95-216,0 0 1,6-34-1,-1 23 512,-3 17 936,-1 40-1621,14 314 1080,7-108-272,20 157 301,-36-355-1344,-5-34-274,-1 0 0,0 0-1,0 0 1,1 0 0,-1 0 0,1-1-1,-1 1 1,1 0 0,-1 0 0,1 0 0,0-1-1,-1 1 1,1 0 0,1 0 0,3-1 84,-2-11-27,2-59-253,-4-82 0,-2 68-191,1-310-1786,0 384 2121,1-1 1,0 0 0,0 1-1,1-1 1,1 1-1,0-1 1,0 1 0,10-19-1,-11 25 60,1-1 1,0 1-1,0 0 0,0 0 0,0 0 0,1 1 0,0-1 1,-1 1-1,2-1 0,-1 1 0,0 1 0,0-1 0,1 1 0,-1-1 1,1 1-1,0 1 0,0-1 0,0 1 0,0-1 0,7 0 1,-5 2 37,0 0 1,0 0-1,0 0 1,1 1-1,-1 0 1,0 0-1,-1 1 1,1 0 0,0 0-1,0 1 1,-1 0-1,1 0 1,-1 0-1,0 1 1,0 0-1,0 0 1,-1 0 0,1 1-1,-1 0 1,7 9-1,4 5 86,-1 1 1,0 1-1,-2 0 0,17 38 1,-8-11 204,-3 2 1,-2 0 0,21 98 0,-22-47 351,5 105-1,-10-106-609,-12-241-1108,3-200-1585,0 289 1775,2 0 0,16-71 1,-14 96 662,1 1 0,1 0 1,2 1-1,0 0 1,2 0-1,18-29 1,-25 47 206,-1 1 1,1 0 0,0 0-1,0 0 1,1 1 0,0-1-1,0 1 1,0 1 0,1-1-1,-1 1 1,1 0 0,13-5-1,-16 8 12,0 0 0,0 0 1,0 0-1,0 0 0,0 1 0,0 0 0,1 0 0,-1 0 0,0 0 0,0 1 1,0 0-1,0-1 0,0 1 0,1 1 0,-2-1 0,1 1 0,0-1 0,0 1 0,0 0 1,-1 1-1,1-1 0,-1 1 0,0-1 0,0 1 0,6 6 0,2 5 113,1 1 0,-2 0 0,0 0 0,-1 1 0,0 0 0,8 25 0,1 9 218,12 54 0,11 96 214,-25-111-418,38 122 0,-54-211-187,11 27-263,-10-26 214,0 0 0,0 0 0,-1 0 0,1 0 1,0 0-1,0-1 0,0 1 0,0 0 0,0 0 0,0-1 0,0 1 0,0 0 0,0-1 0,1 1 0,-1-1 0,0 1 0,2-1 0,-2 1 1,-1-1 1,1 0-1,-1 0 0,1 0 1,-1 0-1,1 0 0,0 0 1,-1 0-1,1 0 0,-1 0 1,1 0-1,-1 0 0,1-1 1,0 1-1,-1 0 1,1 0-1,-1-1 0,1 1 1,-1 0-1,1 0 0,-1-1 1,1 1-1,-1-1 0,0 1 1,1 0-1,-1-1 0,1 0 1,4-8-709,0 0 1,-1 0 0,0 0-1,0-1 1,-1 0-1,3-19 1,-3 18 43,14-64-4445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4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373 322 3105,'0'0'14404,"2"-15"-13987,0 5-384,4-28 1184,1-54 0,-7 81-1074,0-1-1,-1 0 0,-1 1 0,0-1 0,0 1 0,-1 0 1,-6-16-1,7 23-140,1 1-1,-1-1 1,0 1 0,0 0 0,0-1 0,-1 1 0,1 0-1,-1 0 1,1 1 0,-1-1 0,0 0 0,0 1 0,0 0 0,-1 0-1,1 0 1,0 0 0,-1 0 0,1 1 0,-1-1 0,0 1-1,1 0 1,-1 0 0,0 0 0,0 1 0,0-1 0,-4 1 0,-7 0-16,9-1 50,1 1 0,0 0 0,-1 0 0,1 0 0,-1 1 0,1-1 0,-1 2 0,1-1-1,0 0 1,0 1 0,0 0 0,-8 4 0,1 4-13,0 0-1,1 1 1,0 0-1,1 1 1,0 0-1,1 1 1,0 0 0,1 0-1,0 1 1,2 0-1,-1 0 1,-4 18-1,-3 14 206,2 0 0,-9 79 0,8 11 971,4 138 0,8-247-999,2 37 271,0-58-427,0-1 0,-1 0-1,2 0 1,-1 1 0,0-1-1,1 0 1,0 0 0,5 8-1,-6-11-40,1 0 0,-1 0 0,1 0-1,0-1 1,0 1 0,0 0-1,0-1 1,0 1 0,0-1 0,0 1-1,1-1 1,-1 0 0,0 0-1,1 0 1,-1 0 0,1-1-1,-1 1 1,1-1 0,-1 1 0,1-1-1,-1 0 1,1 0 0,-1 0-1,1 0 1,-1-1 0,1 1-1,3-2 1,1 1-23,-1-1 1,0-1-1,0 1 0,1-1 0,-2 0 0,1-1 0,0 1 0,-1-1 1,11-9-1,-1-4-176,0 0 0,0-1 0,-2-1 0,0 0 0,10-23 0,-2 0-1167,25-70 1,-35 78-292,-2 0 0,-1-1 0,-2 0 0,3-56 0,-8-19-4602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59 193 7892</inkml:trace>
  <inkml:trace contextRef="#ctx0" brushRef="#br0" timeOffset="1">59 193 7892,'-58'-193'5970,"58"256"-3072,0 30-305,3 28-528,21 15-817,7-2-431,-7-16-289,7-22-288,4-25-160,-4-21-80,0-22-112,-3-19-352,-11-9-849,0-15-1808,-3-29 416,0-11-3186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5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252 147 5298,'0'0'15810,"0"-25"-14844,-1-72-358,-4 76-334,-3 18 7,2 4-215,0 0 0,0 0 0,0 1 0,0 0 0,0 0-1,0 0 1,0 1 0,1 0 0,-1 0 0,1 0 0,0 1-1,0 0 1,0 0 0,0 0 0,1 0 0,-1 1 0,-5 9 0,-6 6-6,1 2 1,1 0-1,-12 25 1,15-22-29,0 0 0,2 1 0,1 0 0,1 1 0,1 0 0,1 0 0,2 0 0,-1 53 0,4-77-34,0 14-31,1 1 1,3 19 0,-3-31 14,0 0 0,1 0 0,0 0 0,0 0 1,1-1-1,-1 1 0,1-1 0,0 1 0,7 8 0,1-3-28,-1 0 0,2-1 0,-1 0-1,1-1 1,1 0 0,21 11 0,90 38-198,-117-55 243,47 20 20,1-1 77,105 60 0,-155-79-98,-1 0 0,1 0 0,-1 1 0,1 0 0,-1 0 0,-1 0 0,1 1 0,0-1 0,-1 1 0,0 0 0,0-1 1,-1 2-1,1-1 0,2 7 0,-4-9-4,-1 1 1,1-1-1,-1 0 1,0 0-1,0 0 1,0 0 0,0 0-1,0 1 1,0-1-1,-1 0 1,0 0-1,0 0 1,0 0-1,0 0 1,0 0 0,0 0-1,-1-1 1,1 1-1,-1 0 1,0-1-1,0 1 1,0-1 0,0 1-1,0-1 1,-1 0-1,-3 3 1,-3 1 18,-1-1 0,1 0 0,-1 0 0,0-1 1,0-1-1,-1 1 0,1-1 0,-1-1 0,0 0 0,1-1 1,-1 0-1,0 0 0,0-2 0,-14 0 0,21 0-10,0 1-1,1-1 0,-1 0 1,0 0-1,0 0 0,1-1 1,-1 1-1,1-1 0,0 0 1,-1 0-1,1 0 0,0 0 1,0 0-1,0-1 1,-3-3-1,2 1-5,1 1 1,0-1-1,0 0 1,0 0-1,0 0 1,1 0-1,0-1 1,0 1-1,-1-9 0,0-6-13,1-1-1,0 0 0,2 0 0,3-34 0,-1 40-18,0 0 0,1 0 0,1 0 0,0 0 0,1 1 0,1 0 0,0 0 0,11-17 1,-6 13-25,1 0 0,1 1 0,0 1 0,2 0 0,27-24 0,-26 27 44,1 0 1,1 1-1,0 0 0,0 1 1,1 2-1,0 0 1,1 0-1,0 2 1,1 1-1,-1 0 0,1 2 1,0 0-1,25-1 1,-39 5 26,-1 0 1,1 0 0,0 1-1,0-1 1,-1 2 0,1-1-1,0 1 1,-1 0 0,0 0-1,1 0 1,-1 1 0,10 6-1,-11-5 7,0 1-1,0-1 1,0 1-1,-1 0 1,0 0 0,0 1-1,0-1 1,-1 1-1,0 0 1,0 0-1,0 0 1,-1 0-1,3 9 1,1 8 116,-1 1 1,-1 0 0,2 38-1,-6 78 533,-1-72-309,1-61-383,-2 23 226,2-29-230,0 0 0,0 0 1,0-1-1,0 1 0,0 0 1,-1-1-1,1 1 1,0 0-1,0-1 0,-1 1 1,1 0-1,-1-1 0,1 1 1,0 0-1,-1-1 0,1 1 1,-1-1-1,0 1 0,1-1 1,-1 1-1,1-1 0,-1 0 1,0 1-1,1-1 0,-1 0 1,0 1-1,1-1 0,-1 0 1,0 0-1,1 0 0,-2 1 1,1-2-141,-1 1 0,1-1 0,0 1 0,0-1 0,0 1 0,0-1 1,0 0-1,0 1 0,0-1 0,0 0 0,1 0 0,-1 0 0,0 0 0,0 0 1,1 0-1,-1 0 0,1 0 0,-1 0 0,0 0 0,1-2 0,-14-29-2716,11 22 1311,-17-41-5969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17320,'0'0'5122,"38"-84"-16487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59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78 5891,'0'0'7374,"-27"-8"-6723,-125-43 608,123 45-765,1 1 1,-1 1-1,0 2 0,1 0 1,-1 2-1,-31 4 0,58-4-480,1 1 0,0-1 0,-1 0 0,1 0 0,0 1 1,-1-1-1,1 1 0,0-1 0,-1 1 0,1-1 0,0 1 0,0 0 0,0 0 0,0 0 0,-1 0 0,0 1 0,-13 26 222,8-8-40,1 1 0,1 1 0,0-1 0,2 1 1,-1 34-1,-1 386 3315,6-413-3156,10 50 0,-9-69-292,0-1 0,1 1 0,0-1 0,1 0 0,0 0 0,1 0 0,-1-1 0,9 11 0,-10-15-48,1-1-1,-1 1 0,1 0 1,0-1-1,1 0 0,-1 0 1,0 0-1,1-1 0,0 0 1,-1 1-1,1-1 0,0-1 0,0 1 1,0-1-1,1 0 0,-1 0 1,0-1-1,0 1 0,6-1 1,0-1-11,-1 1 0,1-2 1,-1 1-1,1-2 0,-1 1 1,0-1-1,1-1 1,13-7-1,-4 0 7,-2-1-1,1-1 1,-2-1 0,0 0 0,0-1 0,18-23-1,3-7-291,38-61-1,-60 83 37,-2 0-1,-1-1 1,-1-1 0,-1 0 0,-1 0-1,-1-1 1,-1 0 0,-1-1 0,-2 0 0,-1 0-1,1-30 1,-4-72 1168,4 174-237,18 74 0,-3-17-150,-1 28-87,37 175-39,-52-291-442,-2-4-47,1 0 1,0-1 0,0 1 0,1-1-1,0 1 1,0-1 0,1-1 0,8 12-1,-13-19 31,1-1 0,-1 0 0,0 1 0,0-1 0,1 0 0,-1 0 0,0 0 0,0 1 0,1-1 0,-1 0 0,0 0 0,1 0-1,-1 0 1,0 1 0,0-1 0,1 0 0,-1 0 0,0 0 0,1 0 0,-1 0 0,0 0 0,1 0 0,-1 0 0,1 0 0,-1 0 0,0 0 0,1 0-1,-1 0 1,0 0 0,1 0 0,-1 0 0,0-1 0,0 1 0,1 0 0,-1 0 0,0 0 0,1-1 0,-1 1 0,0 0 0,0 0 0,1 0-1,-1-1 1,0 1 0,0 0 0,0 0 0,1-1 0,-1 1 0,0 0 0,0-1 0,0 1 0,0 0 0,0-1 0,1 1 0,-1-1 0,2-9-834,0-1-1,0 0 1,-1 0 0,-1 0 0,0-17 0,0 8-570,0-61-5199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0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3954,'0'0'14927,"-1"23"-13927,-1 329 2167,19-21-1144,-6-235-1391,34 136 0,-39-209-552,0-1 0,2 0 0,0 0 0,1 0 0,21 33 1,-27-50-72,1 1 1,-1-1-1,1 0 0,1 0 1,-1-1-1,1 1 1,0-1-1,0 0 1,0-1-1,0 1 1,1-1-1,-1 0 1,1 0-1,0 0 1,0-1-1,0 0 1,0 0-1,1-1 1,-1 0-1,0 0 0,1 0 1,-1-1-1,0 0 1,13-1-1,-13 0-11,0 0-1,0-1 1,-1 0 0,1 0-1,0 0 1,-1-1-1,0 1 1,1-1-1,-1-1 1,0 1-1,-1-1 1,1 0-1,-1 0 1,1 0-1,6-9 1,1-5-61,0 1 0,-1-2 0,9-21 1,1-7-542,-2-1 0,-2-1 1,-2-1-1,-3 0 0,12-102 1,-8-261-2333,-16 401 2955,-1 0-1,1 0 1,-2 0 0,0 0 0,0 1-1,-8-22 1,9 30-10,0-1 0,-1 1 0,0 0 1,0 0-1,1 0 0,-2 0 0,1 0 0,0 1 0,-1-1 0,1 1 0,-1-1 1,0 1-1,1 0 0,-1 0 0,0 0 0,-1 0 0,1 0 0,0 1 1,0 0-1,-1 0 0,1-1 0,-1 2 0,1-1 0,-1 0 0,1 1 0,-1 0 1,-3 0-1,5 0-4,0 0 1,0 1-1,0-1 1,0 1-1,0-1 1,0 1 0,0 0-1,0 0 1,1 0-1,-1 0 1,0 0-1,0 0 1,1 0-1,-1 1 1,1-1-1,-1 1 1,1-1-1,0 1 1,0-1 0,-1 1-1,1 0 1,0 0-1,0-1 1,1 1-1,-1 0 1,-1 3-1,-2 7 96,1 0 0,0 1 0,-2 14 0,4-22-46,-10 102 1128,11-91-918,0 1-1,1-1 1,0 0-1,6 25 0,-5-33-225,1 0 0,0-1-1,0 0 1,1 1 0,0-1-1,0 0 1,1-1 0,0 1 0,0-1-1,0 0 1,1 0 0,-1-1-1,2 0 1,-1 0 0,0 0 0,1 0-1,0-1 1,0 0 0,0-1 0,11 4-1,3 0-51,0-1-1,1-1 0,-1-1 1,1-1-1,0-1 0,30-1 1,173-1-999,-74 0-3661,-70 0-1194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0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0 740 3586,'0'0'16895,"17"-17"-16113,15-16-593,-1-1-1,41-63 1,-48 60-180,31-48-621,50-105 1,-98 174 367,0-1 0,-2 0 1,0 0-1,-1 0 0,-1-1 1,0 1-1,-1-1 0,-1-27 1,-1 43 252,-1-1 0,1 1 0,0 0 0,-1 0 0,0 0 1,0 0-1,1 0 0,-1 0 0,0 0 0,-1 0 0,1 0 0,0 0 1,0 1-1,-1-1 0,1 0 0,-1 1 0,0-1 0,1 1 0,-1-1 1,0 1-1,0 0 0,0 0 0,0 0 0,0 0 0,0 0 0,-2 0 1,-7-3 77,-1 1 1,1 0 0,-19-2-1,-1 2 161,-42 2-1,51 1-125,18 0-93,0 0 1,0 1-1,0-1 1,0 1 0,0 0-1,0 0 1,1 1 0,-1-1-1,0 1 1,0 0-1,1 0 1,-1 0 0,1 1-1,0-1 1,0 1-1,0-1 1,0 1 0,0 0-1,0 0 1,1 1-1,-1-1 1,1 0 0,-3 8-1,-2 3 90,1 0-1,1 0 1,1 1 0,0-1-1,-3 23 1,-1 33 488,2 1 1,4 0-1,9 80 1,-6-126-480,2 1 0,1-1-1,2 1 1,0-1 0,1-1 0,2 0-1,17 36 1,-22-51-115,2 1-1,-1-1 1,1 0-1,1 0 1,-1-1-1,1 0 1,1 0 0,0-1-1,0 0 1,0 0-1,1-1 1,0 0-1,0 0 1,0-1 0,1 0-1,0-1 1,0 0-1,0-1 1,0 0-1,19 3 1,-18-5-63,0 0 0,0 0-1,0-1 1,0 0 0,0-1 0,0-1 0,0 1 0,-1-2-1,1 0 1,0 0 0,-1 0 0,0-2 0,0 1-1,0-1 1,0-1 0,-1 0 0,0 0 0,0-1 0,0 0-1,9-11 1,-2 1-713,0 0 0,-2-2 0,0 0 1,-2-1-1,16-31 0,-15 23-2552,16-52-1,-7-5-5722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12278,'0'0'3092,"0"36"-459,21 425 3647,-5-329-5363,32 190 927,-45-308-1758,-3-12-72,0 0 0,0 0-1,1 0 1,-1 0 0,1 0-1,-1 0 1,1 0 0,0 0-1,-1-1 1,1 1 0,0 0-1,0 0 1,1-1 0,1 3-1,-3-4-12,-1 0-1,1 0 1,0 0 0,0 0-1,0 0 1,0-1 0,0 1-1,0 0 1,0 0 0,0 0-1,0 0 1,0 0 0,0 0-1,0 0 1,0 0 0,0-1-1,0 1 1,0 0 0,0 0-1,0 0 1,0 0 0,0 0-1,0 0 1,0 0 0,0-1-1,0 1 1,0 0 0,0 0-1,0 0 1,0 0 0,0 0-1,0 0 1,0 0 0,1 0-1,-1 0 1,0-1 0,0 1-1,0 0 1,0 0 0,0 0-1,0 0 1,0 0-1,0 0 1,0 0 0,1 0-1,-1 0 1,0 0 0,0 0-1,0 0 1,0 0 0,0 0-1,0 0 1,0 0 0,1 0-1,-1 0 1,0 0 0,0 0-1,0 0 1,0 0 0,0 0-1,0 0 1,0 0 0,0 0-1,1 0 1,-1 0 0,0 0-1,0 0 1,0 0 0,1-66-123,-1 26-31,-1-98-614,3-196-1929,-2 317 2459,1-1 0,1 1 1,1-1-1,0 1 0,1 0 1,1 1-1,13-31 0,-13 38 171,1-1-1,0 1 0,0-1 0,1 2 1,0-1-1,1 1 0,-1 0 0,2 1 1,-1-1-1,1 2 0,0-1 0,1 1 1,12-6-1,-3 4 157,0 1 1,0 0-1,1 1 0,0 1 1,0 1-1,32-3 0,126 5 680,-103 3-980,9-1-4773,-43 0-1620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87 11749,'0'0'8124,"-14"-13"-7107,-5-5-609,-24-19 0,40 35-350,-1 0-1,0 0 1,0 0 0,0 0-1,0 0 1,-1 1 0,1-1-1,0 1 1,-1 0 0,1 1-1,0-1 1,-1 1 0,1 0-1,-1 0 1,-8 1 0,-5 0 97,11-1-105,0 1 1,-1-1 0,1 1 0,0 0-1,0 1 1,0 0 0,0 0-1,0 0 1,0 1 0,0 0-1,-7 5 1,6-2 0,-1 0 1,1 1-1,0 0 0,1 1 1,0 0-1,0 0 1,-8 14-1,-7 12 122,2 2 0,2 0 0,1 1 0,-22 72 0,-22 161 717,53-217-423,-1 95 0,9-146-461,0 1 0,0-1 0,0 1 0,0 0 0,0-1 0,0 1 0,1 0 0,-1-1 0,1 1 0,0-1 0,0 1 0,0-1-1,0 1 1,0-1 0,1 0 0,-1 1 0,3 1 0,-1-2-7,0 0-1,0-1 0,0 1 1,0-1-1,0 0 1,0 0-1,1 0 1,-1 0-1,0-1 0,1 1 1,5-1-1,-1 1-21,0-1-1,0-1 1,0 1 0,0-1-1,0 0 1,-1-1-1,1 0 1,0 0-1,-1-1 1,0 0 0,1 0-1,-1-1 1,-1 0-1,1 0 1,0 0 0,7-8-1,7-7-189,-1-1 0,-1 0-1,22-32 1,-2-1-1244,-2-2-1,40-81 1,-58 96-51,-1-2 0,-2 0 0,-2 0 0,13-62 0,-22 62 645,-5 23 3631,-1 151 3179,8 211-2479,-6-324-3367,2 1 0,0-1 1,11 35-1,-13-50-119,0 0 1,1 0-1,-1 0 1,1-1-1,0 1 0,0 0 1,0-1-1,1 0 1,-1 1-1,1-1 0,0 0 1,0 0-1,0 0 1,0-1-1,0 1 0,1-1 1,-1 0-1,1 0 1,-1 0-1,1 0 0,0-1 1,0 1-1,0-1 1,5 1-1,1-1-153,0-1 0,0 0 0,1 0 0,-1-1-1,0-1 1,0 1 0,-1-2 0,1 1 0,0-1 0,-1-1 0,16-7 0,1-4-1074,-1-1 1,40-34-1,15-20-4213,-1-9-3725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2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32 13718,'0'0'7353,"-29"-8"-6358,9 3-833,7 0-67,0 1 0,0 1 1,0 1-1,-27-2 0,34 4-45,-1 0 0,1 0 0,-1 1-1,1 0 1,-1 1 0,1 0 0,0-1 0,0 2 0,0-1 0,0 1 0,0 0 0,0 0 0,1 1-1,-1 0 1,1 0 0,-5 5 0,-18 19 154,2 1 0,2 1 1,0 1-1,-35 64 0,20-19 119,-33 89 1,50-107-158,-16 68 1,30-84-172,8-42 4,0 15-74,0-15 69,1 0 1,-1 0-1,1 0 0,-1 1 0,1-1 1,-1 0-1,0 0 0,1 0 0,-1 0 1,1 0-1,-1 0 0,1 0 0,-1 0 1,1 0-1,-1 0 0,1 0 0,-1 0 1,1 0-1,-1-1 0,1 1 0,-1 0 1,1 0-1,-1 0 0,1-1 0,-1 1 1,0 0-1,1 0 0,-1-1 0,1 0 1,8-6-64,0 0 0,0 0 0,-1-1 0,0-1 0,0 1 0,-1-1 0,0 0 0,10-19 0,-10 17 7,99-163-1757,61-87-5489,-166 261 7287,7-11-424,0 0 0,1 1 0,1 0-1,10-8 1,-18 16 532,1 0 1,-1 0-1,0 1 0,0-1 1,1 1-1,-1 0 1,1 0-1,0 0 0,-1 0 1,1 0-1,0 0 0,-1 1 1,1-1-1,0 1 0,0 0 1,-1 0-1,1 0 1,0 0-1,0 0 0,-1 1 1,1-1-1,0 1 0,0 0 1,-1-1-1,1 1 0,3 2 1,-1 2 212,1 0 1,-1 1 0,1-1-1,-2 1 1,1 0 0,-1 0-1,1 1 1,-2-1-1,1 1 1,2 8 0,0-4 15,23 51 924,-2 1-1,24 88 1,16 138 104,-54-201-1067,-2 1 0,-4 155-1,-8-223-263,0 0 0,-2 0 0,0 0-1,-1 0 1,-1-1 0,-9 21 0,8-25-24,-2-1 0,0 0 0,0-1 0,-1 1 1,-1-2-1,-1 1 0,-23 23 0,23-27-46,-1 0 0,-1 0 0,0-1 1,0 0-1,-1-1 0,0-1 0,0 0 0,-1-1 0,1-1 1,-1 0-1,-1-1 0,1 0 0,-1-1 0,1-1 0,-1-1 1,0 0-1,0-1 0,1-1 0,-24-3 0,29 2-74,-1-1 1,1 0-1,0 0 0,0-1 0,1 0 0,-1 0 0,1-2 0,0 1 0,0-1 0,0 0 1,1-1-1,0 1 0,0-2 0,1 1 0,0-1 0,-7-10 0,4 3-337,1 0-1,0 0 0,1-1 0,1 0 1,0 0-1,1 0 0,1-1 0,1 0 1,-3-20-1,0-71-4456,6-3-4101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2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1 792 18649,'0'0'5186,"35"-34"-4879,118-118-262,-134 133-63,-2-1 0,0-1 0,-1 0 0,-2-1 0,0-1 0,-1 0 0,11-27 0,-14 27-82,-1-1 0,-1 0 1,-2 0-1,0 0 0,-1-1 0,-1 0 0,-2 0 0,0 0 1,-2 0-1,0 0 0,-5-28 0,4 49 105,1 0-1,-1 0 1,0 0-1,0 0 1,0 1-1,0-1 1,-1 0-1,1 1 1,-1-1-1,0 1 1,0 0-1,0-1 1,-1 1-1,1 0 1,-1 0-1,0 1 1,1-1-1,-1 0 1,-1 1-1,1 0 1,0 0-1,0 0 1,-1 0-1,1 0 1,-1 1-1,0-1 1,1 1-1,-1 0 1,0 0-1,0 0 1,0 1-1,0 0 1,0-1-1,-5 2 1,7-1 11,-1 0 1,1 0 0,-1 0 0,1 1 0,0-1 0,-1 1 0,1 0 0,0-1-1,0 1 1,-1 0 0,1 1 0,0-1 0,0 0 0,0 0 0,0 1 0,0-1-1,1 1 1,-1 0 0,0 0 0,1-1 0,-3 5 0,0 2 31,0 0 0,0 1 0,1-1 0,-3 18 1,4-22-32,-7 40 201,1 0 0,-3 64 0,7 92 602,4-172-688,0 6 22,1 1 0,2-1 0,1 0 0,16 59 0,-16-80-144,0-1 1,0 0-1,1 0 1,1 0-1,0-1 0,1 0 1,0 0-1,1-1 1,0 1-1,0-2 1,1 1-1,0-1 0,1-1 1,0 1-1,19 10 1,-21-14-38,1-1 0,0 0 1,0-1-1,0 0 0,1 0 0,-1-1 1,1 0-1,-1-1 0,1 0 1,0-1-1,-1 0 0,11-1 1,-13 0-190,1 0 0,0 0 0,-1-1 1,0 0-1,1 0 0,-1-1 0,0 0 1,0 0-1,0-1 0,-1 0 1,1 0-1,-1-1 0,0 0 0,11-10 1,-6 2-1848,-1-1 1,11-19 0,15-32-10453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3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1157 10565,'0'0'9007,"-16"-29"-8436,-115-202-403,95 170-135,-134-240-460,131 223 296,-56-159-1,88 208 284,0 0 0,2-1-1,1 0 1,1 0-1,2-42 1,8 100 355,4 98 705,-7 148 1,-5-176-802,1 180 421,0-268-808,0 4 8,0-1 0,1 1-1,3 20 1,-3-31-30,0 0-1,0 0 0,0 0 1,0 0-1,0 0 1,1 0-1,-1 0 0,1-1 1,0 1-1,0-1 1,0 1-1,0-1 0,0 0 1,0 0-1,0 0 1,1 0-1,-1 0 0,1 0 1,5 2-1,-1-1-4,-1-1 0,1-1 0,0 1 1,0-1-1,0 0 0,0-1 0,0 1 0,14-2 0,-8-1 0,-1 0 1,1 0-1,-1-1 0,20-7 0,-10 0-50,0-1 0,-1-1 0,-1-1 0,1-1 0,28-27 0,92-96-1339,-116 111 960,145-149-5979,-103 110 875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4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1 843 13494,'0'0'6118,"33"-31"-5411,10-9-586,173-167 278,-173 163-312,-2-2 1,56-83-1,-86 110-168,0 1 0,0-1-1,-2-1 1,-1 0 0,0 0 0,-1-1 0,-2 0-1,0 0 1,-1 0 0,-1 0 0,1-23 0,-4 41 51,0 0 1,0 0 0,0 0 0,-1 0 0,1 0 0,-1 0 0,1 0-1,-1 0 1,0 0 0,0 0 0,0 1 0,0-1 0,-1 0 0,1 1-1,-1-1 1,0 1 0,0-1 0,0 1 0,0 0 0,-2-3 0,-1 3 19,1-1 0,-1 1 1,0 0-1,0 0 1,0 0-1,0 1 0,0 0 1,0 0-1,0 0 0,-10 0 1,-1-1 18,0 1 0,-1 1 1,1 1-1,-22 3 0,32-3 3,-1 1 1,1 0-1,0 0 0,0 0 0,0 1 0,0 0 0,1 0 0,-1 1 0,1-1 1,-1 1-1,1 0 0,1 1 0,-9 9 0,0 2 90,2 1 0,0 1 0,1 0 1,0 0-1,2 1 0,0 0 0,1 0 0,1 1 0,1 0 1,-3 21-1,0 24 690,-2 119 0,9-154-521,2 0 0,1 0 1,11 56-1,-10-74-217,1 0-1,0-1 1,0 1 0,1-1-1,0 0 1,1-1-1,1 1 1,-1-1 0,2-1-1,-1 1 1,1-1-1,13 12 1,-9-13-39,0 1-1,0-1 1,1-1 0,0 0-1,0-1 1,0-1-1,1 0 1,0 0 0,0-2-1,0 0 1,27 3 0,-22-4-54,0-2 1,0 0-1,0-1 1,1-1-1,-2 0 1,1-2-1,0 0 1,30-11-1,-20 0-1074,1 0 0,-2-2 0,0-1 0,49-42 0,7-14-5533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700 44 10213,'0'0'3569,"-30"-7"-2664,-95-20-470,108 24-237,-34-3 1,46 6-120,-1 1 0,1-1-1,0 1 1,0 0 0,-7 3-1,3-1 40,1 1 0,-1 0 0,1 0 0,0 1 0,0 0 0,1 0 0,0 1 0,-1-1 0,2 2-1,-1-1 1,1 1 0,-6 8 0,4-3 84,-1 0 0,2 0 0,0 1 0,1 0 0,0 0 0,0 1 0,-3 15-1,3 5 163,1 0 0,2 1 0,1 59 1,2-89-344,2 56 268,3-1 0,23 114 0,49 116-35,-61-237-227,53 177 26,69 262 56,-114-354 40,-22-116-28,-1 1-1,-1-1 1,-1 0 0,-4 24 0,5-42-102,-1 0 0,0-1 0,0 1 0,0 0 0,-1 0 1,1-1-1,-1 1 0,0-1 0,0 1 0,0-1 0,0 0 1,-1 0-1,1 0 0,-1 0 0,0 0 0,0-1 0,0 1 0,0-1 1,0 1-1,-1-1 0,1 0 0,-1-1 0,1 1 0,-1-1 1,-4 2-1,-7 1-34,0-2 1,-1 1-1,1-2 1,-32 0-1,43-1 6,-10-1-118,0 0 0,0-2-1,0 1 1,0-2 0,1 1 0,-1-2 0,1 0 0,0 0-1,0-2 1,1 1 0,-22-17 0,7 3-946,1-2 1,1 0-1,-42-49 1,48 47-1575,-27-41 1,-2-25-5867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13494,'0'0'8676,"249"31"-8116,-167-31-560,8 0-240,-4-9-1793,-10-13-3217,-7-6-6403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5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780 42 10261,'0'0'4250,"-31"-6"-3479,-96-21-326,117 24-361,-1 1-1,1 0 0,0 1 1,-1 1-1,1-1 0,-14 2 1,8 1 66,6-1-52,0 1 0,0 0 1,0 1-1,0 0 0,0 0 1,1 1-1,0 1 0,0-1 1,0 1-1,0 1 0,1 0 0,-1 0 1,2 1-1,-1-1 0,1 2 1,-9 9-1,6-4 33,1 0 0,0 0 0,0 1 0,1 0-1,1 1 1,1 0 0,0 0 0,0 0 0,-5 30 0,6-1 134,1 0 1,3 51-1,1-63-154,3 44 60,3 0 0,16 80 0,45 149 159,-38-185-138,-16-61-92,111 542 1043,-118-557-712,0 76 0,-6-119-428,0 0 1,0 0-1,-1 0 0,1 0 1,0-1-1,-1 1 0,1 0 0,-1 0 1,1-1-1,-1 1 0,0 0 1,1-1-1,-1 1 0,1-1 1,-1 1-1,0-1 0,0 1 1,1-1-1,-1 1 0,0-1 0,0 1 1,1-1-1,-1 0 0,0 0 1,0 1-1,0-1 0,0 0 1,0 0-1,1 0 0,-1 0 0,-2 0 1,-35 0-40,27 0-13,-1-1-79,0 0 0,0-1-1,0 0 1,0-1-1,1 0 1,-1-1 0,1 0-1,0-1 1,0-1 0,0 1-1,-14-12 1,-10-9-993,-58-55-1,56 45-1423,1-1 0,-34-47 0,19 7-5864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5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14695,'0'0'5746,"190"16"-4353,-104-16-497,4 0-880,-4-9-16,-3-16-1760,-17 0-3027,-21 0-7330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1 659 6371,'0'0'10077,"38"-34"-9576,124-117-405,-132 122-94,28-35-1,-47 49-2,-1-1 0,15-29 0,-18 31-66,-2-1 0,0 0 0,0 0 0,-2 0-1,0 0 1,-1-1 0,0 1 0,-1-1 0,-1 1 0,0-1 0,-4-22-1,4 34 50,-1 0-1,0 0 0,0 0 1,0 0-1,0 0 1,-1 0-1,0 0 0,1 0 1,-2 0-1,1 0 0,0 1 1,-1-1-1,1 1 0,-1 0 1,0 0-1,0 0 0,0 0 1,-1 0-1,1 1 0,0 0 1,-1-1-1,0 1 0,-5-2 1,-2 0 91,0 1 0,-1 0 1,1 0-1,-1 2 0,1-1 1,-1 1-1,-14 1 0,21 0-37,0-1 0,0 1 0,0 1 0,0-1-1,1 1 1,-1 0 0,0 0 0,0 0 0,1 0 0,-1 1-1,1 0 1,-1 0 0,1 0 0,0 1 0,-1-1 0,1 1-1,1 0 1,-1 0 0,0 1 0,1-1 0,0 1 0,-6 7 0,-2 5 150,2 1 0,0 0 0,0 0 0,2 1 0,0 0 1,1 0-1,1 0 0,1 1 0,-3 25 0,1 26 779,2 82-1,4-144-878,-1 30 345,2 0 1,2 0-1,13 63 1,-13-89-363,0 0 0,1 0 1,1-1-1,-1 0 1,2 1-1,0-2 0,0 1 1,1-1-1,0 0 1,0 0-1,2-1 0,-1 0 1,1 0-1,0-1 1,16 11-1,-13-12-36,1-1 0,0 0-1,0-1 1,0 0 0,1-1 0,-1 0 0,1-1 0,0-1-1,0 0 1,0-1 0,0 0 0,22-3 0,-14 0-84,-1-1 0,-1 0 0,1-2 0,0 0 0,-1-2 0,0 0 0,32-17 0,-15 3-714,-1-2 0,-1-1-1,43-40 1,-52 40-1170,-1-1 0,28-38 0,5-24-5834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8212,'0'0'3673,"-2"31"-1605,0-2-1551,-7 185 2079,20 52 123,1 35-1054,-12-264-1497,-12 616 1489,4-407-1815,8-246 142,0 0 0,0 0-1,1 0 1,-1 0-1,0 0 1,0 0 0,0 1-1,1-1 1,-1 0 0,0 0-1,0 0 1,0 0 0,1 0-1,-1 0 1,0 0-1,0 0 1,0 0 0,1 0-1,-1 0 1,0 0 0,0 0-1,0 0 1,1 0 0,-1 0-1,0-1 1,0 1 0,0 0-1,1 0 1,-1 0-1,0 0 1,0 0 0,0 0-1,0 0 1,1-1 0,-1 1-1,0 0 1,0 0 0,0 0-1,0 0 1,0-1-1,1 1 1,8-9-305,0-11-339,0 0 1,-2-1 0,-1 1-1,0-1 1,2-22 0,-1 10-737,10-47-3115,0 4-3045</inkml:trace>
  <inkml:trace contextRef="#ctx0" brushRef="#br0" timeOffset="1">555 947 6979,'0'0'12587,"-38"0"-11773,-126 0-555,147 0-253,1 1 0,0 1 0,-1 0 1,1 1-1,0 1 0,1 0 0,-1 1 1,-19 9-1,28-10-19,0-1 1,0 1-1,1 0 0,-1 0 1,1 0-1,0 1 1,0 0-1,1 0 0,-1 1 1,1 0-1,0 0 1,1 0-1,0 0 1,0 1-1,0 0 0,1-1 1,-1 1-1,2 1 1,-1-1-1,1 0 0,0 1 1,1-1-1,0 1 1,-1 11-1,1-3 179,0 0 0,2 0 0,0 0 0,0 0 0,2 0 0,0 0-1,5 16 1,-4-21-86,0-1-1,1-1 0,0 1 0,0-1 1,1 1-1,0-1 0,1-1 0,0 0 1,0 0-1,1 0 0,12 9 0,-12-11-107,1 0 0,-1-1-1,1 1 1,1-2-1,-1 0 1,1 0-1,-1 0 1,1-1 0,15 2-1,3-1-921,0-2 0,33-1 0,-41-1-915,30-3 0,22-15-4309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6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25 9220,'0'0'10432,"0"-6"-9733,0 6-670,-1-1 0,1 0 0,0 0 0,0 0 1,-1 0-1,1 0 0,0 0 0,0 1 0,0-1 1,0 0-1,0 0 0,0 0 0,1 0 0,-1 0 1,0 0-1,0 0 0,1 1 0,-1-1 0,1-2 1,1 7-7,0 0 0,-1 0 0,0-1 1,0 1-1,0 0 0,1 7 1,54 534 2786,-50-445-2523,26 423 815,-31-510-1092,1 26-10,2 0 1,1-1 0,2 0 0,14 45-1,-21-81-34,0-1-1,1 0 1,-1 0 0,1 1-1,-1-1 1,1 0-1,-1 0 1,1 1-1,0-1 1,-1 0 0,1 0-1,0 0 1,0 0-1,0 0 1,0 0 0,0 0-1,0 0 1,0-1-1,0 1 1,1 0-1,-1-1 1,0 1 0,2 0-1,-2-1-41,1-1 0,-1 1 0,0-1 0,0 1 0,0-1 0,0 1 0,0-1 0,0 0 0,0 1 0,0-1 0,0 0 1,-1 0-1,1 0 0,0 0 0,0 0 0,-1 0 0,1 0 0,0 0 0,-1 0 0,1 0 0,-1 0 0,0 0 0,1 0 0,-1-1 0,0 1 0,1 0 0,-1-2 0,6-24-1723,-2 0 0,2-35 0,-2-18-2707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7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9732,'0'0'13284,"38"28"-12545,132 82-264,-161-105-454,1-1 1,-1 0 0,0-1-1,1 1 1,0-2-1,0 1 1,0-2-1,0 1 1,0-1 0,12-1-1,84 1-560,109-15 0,-206 13 418,-2 0-71,0 0 0,0 1 0,1-1 0,6 2 0,-13-1 168,1 0 0,-1 0 0,0 0 0,0 1 0,1-1 0,-1 0 0,0 1 0,0-1 0,0 1 0,1-1 0,-1 1 0,0 0 0,0-1 0,0 1 0,0 0 0,0 0 0,0 0 0,0 0 0,0 0 0,-1 0 0,1 0 0,0 0 1,-1 0-1,1 0 0,0 0 0,-1 0 0,1 1 0,0 1 0,2 23 217,-1 0 0,-1 1 0,-3 27 0,0 6 401,2 148 1046,0-206-1630,0 7 77,0-1 0,0 1 0,1-1 0,4 16 0,-5-23-93,0 1 0,1-1-1,0 1 1,-1 0 0,1-1 0,0 1-1,0-1 1,0 0 0,0 1 0,0-1-1,0 0 1,0 0 0,0 1 0,0-1-1,1 0 1,-1 0 0,0 0-1,1 0 1,-1-1 0,1 1 0,-1 0-1,1-1 1,0 1 0,-1-1 0,1 1-1,-1-1 1,1 0 0,0 0 0,-1 1-1,3-1 1,-3-1-32,0 1-1,0 0 1,0 0 0,0-1-1,0 1 1,-1-1 0,1 1-1,0-1 1,0 1 0,0-1-1,0 1 1,-1-1-1,1 0 1,0 0 0,-1 1-1,1-1 1,0 0 0,-1 0-1,1 0 1,-1 1 0,1-1-1,-1 0 1,0 0 0,1 0-1,-1 0 1,0-1-1,8-33-899,-6 24 527,3-17-2269,3-55 0,-8 10-2696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7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15831,'0'0'6867,"124"-50"-10052,-93 44-2338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0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873 99 4466,'0'0'15741,"-17"-16"-14829,-62-48-170,75 62-692,0-1 0,0 1 0,0 0 0,0 0 0,-1 0 0,1 1 0,0 0 0,-1 0 0,0 0 0,1 0 1,-1 1-1,1-1 0,-1 1 0,0 0 0,1 1 0,-1-1 0,0 1 0,-4 1 0,1 0 36,2-1-39,1 0 0,0 1-1,-1 0 1,1 0-1,0 0 1,0 1-1,0-1 1,1 1-1,-1 1 1,1-1-1,-1 0 1,1 1-1,0 0 1,1 0-1,-6 6 1,-3 8 117,1-1 0,-16 36 0,23-45-123,-17 39 76,3 0 0,1 2 0,3 0-1,2 1 1,2 0 0,-5 61-1,4 313 3,11-307-134,2-28-52,21 154 0,-10-170 23,21 149-81,-29-168 69,-2 1 1,-4 60-1,0-111 47,1 0 0,-1 0-1,0 0 1,0 0 0,0-1-1,0 1 1,-1 0 0,1-1 0,-1 1-1,0-1 1,0 1 0,0-1-1,-1 0 1,1 0 0,-1 0-1,1 0 1,-1 0 0,0-1-1,0 1 1,-1-1 0,1 0 0,0 0-1,-1 0 1,1 0 0,-1-1-1,-6 3 1,-3-1-40,0 0 1,0 0-1,0-1 0,-1-1 0,1 0 1,-24-2-1,29 0-16,0 0 0,0-1 0,0 0 0,1 0 0,-1 0 0,1-1 0,-1 0 0,1-1 0,0 1-1,0-1 1,1-1 0,-10-7 0,-4-6-641,0-1 1,-22-28-1,34 37 361,-58-74-3937,4-1-3055</inkml:trace>
  <inkml:trace contextRef="#ctx0" brushRef="#br0" timeOffset="1">35 792 17544,'0'0'3474,"214"21"-1890,-83-11-415,-7-7-321,-13-3-848,-22 0-32,-27 0-1232,-27 0-1858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0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0 4082,'0'0'9039,"-8"1"-8546,-51 4 1956,56-4-2395,-1-1-1,1 1 1,0-1-1,0 1 1,0 0-1,0 0 1,0 0-1,0 1 1,0-1-1,-5 4 1,-28 23 82,25-18-92,-11 8 6,1 0 1,1 2-1,-35 43 0,49-55-21,1 0 0,0 0 0,0 0 0,1 1 0,0 0 0,0 0 0,1 0 0,1 0 0,-1 0 0,1 1-1,1-1 1,0 1 0,0-1 0,1 1 0,1 13 0,0-18-24,0 0 0,1-1-1,-1 1 1,1-1 0,0 1 0,1-1-1,-1 0 1,1 0 0,0 0 0,0 0-1,0-1 1,0 1 0,0-1 0,1 1 0,0-1-1,0 0 1,0-1 0,0 1 0,7 3-1,9 4-94,1-1 0,40 12-1,-51-18 27,2 1-33,12 3-45,-2 1 0,39 19 0,-55-24 140,1 1 0,-1 0-1,0 1 1,0-1 0,0 1 0,-1 0 0,0 1 0,0 0 0,0-1 0,0 1 0,-1 1 0,0-1 0,4 10 0,-3-3 19,-1 0 1,-1 0 0,0 0-1,0 1 1,-1-1 0,0 20 0,-7 85 343,3-100-284,-1 0 0,-1-1 0,0 1 0,-2-1-1,0 0 1,0 0 0,-2-1 0,0 0 0,-12 17-1,-1-2 130,-1-1-1,-2-1 1,-37 36-1,59-63-207,0 0 0,0-1 0,0 1 0,0 0 0,0-1-1,-1 1 1,1-1 0,0 1 0,-4 0 0,5-22-1447,8-23-1475,16-14-2097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1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0 221 10869,'0'0'4341,"8"-24"-4187,22-71 20,-22 74-78,-5 18 42,-3 17 145,0-12-224,-2 175 1970,5 228 1571,-3-391-3477,1 1 0,0 0-1,1 0 1,1 0 0,0-1 0,1 1-1,10 24 1,-13-37-119,0 0 0,1 0-1,-1 0 1,0 0 0,1-1-1,0 1 1,-1 0 0,1-1 0,0 1-1,0-1 1,0 1 0,0-1-1,0 0 1,0 0 0,0 0 0,0 0-1,0 0 1,0-1 0,1 1-1,-1-1 1,0 1 0,3-1 0,-2 0-3,0 0 1,0 0-1,0-1 1,0 0-1,0 1 1,0-1-1,0 0 1,0 0-1,0-1 1,0 1 0,-1 0-1,1-1 1,-1 0-1,1 0 1,-1 1-1,0-2 1,1 1-1,1-3 1,5-6-20,0-1-1,-1 0 1,-1-1 0,9-19 0,23-66-435,-22 46-147,-1-1 0,-4-1 0,-1-1 0,-3 0 0,2-108 1,-10-47 2365,23 211-2820,2 6-1609,2-3-2238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409 121 5587,'0'0'7688,"10"-16"-5401,-10 14-2240,0 0 1,0 0-1,0 0 1,0 0-1,0 0 1,0 0-1,-1 1 0,1-1 1,-1 0-1,0 0 1,1 0-1,-1 0 1,0 0-1,0 1 1,-1-3-1,-1 2-49,1 0 0,-1 0-1,0 0 1,1 1 0,-1-1 0,0 1-1,-5-2 1,-5-3 50,-22-12-35,29 13 12,0 2-1,-1-1 1,1 1-1,-1 0 1,0 0 0,0 1-1,0 0 1,0 0-1,0 1 1,-12-2-1,1 3-1,14-1-3,-1 0 0,1 1 0,0-1 0,-1 1 0,1 1 0,0-1 1,-1 0-1,1 1 0,0 0 0,0 0 0,-1 0 0,1 1 0,-5 2 0,-59 63 330,59-57-351,1 1-1,0 0 0,1 0 0,0 1 0,-6 16 0,3-3 112,2 1 0,0 1 0,2-1 0,1 1 0,-2 40 0,4 140 1882,5-117-1135,-3-51-493,0-17-75,1-1 0,1 1 0,7 42 0,-7-60-274,0-1-1,0 0 1,0 1 0,1-1-1,-1 0 1,1 0 0,0 0-1,0 0 1,0 0 0,0 0-1,0-1 1,1 1 0,-1-1-1,1 1 1,0-1-1,0 0 1,0 0 0,0 0-1,0 0 1,0-1 0,0 1-1,0-1 1,1 0 0,-1 0-1,1 0 1,-1 0-1,1-1 1,-1 1 0,1-1-1,-1 0 1,1 0 0,-1 0-1,1-1 1,-1 1 0,1-1-1,-1 0 1,1 0-1,4-2 1,0 0-32,-1-1 0,0 0 0,0-1 0,0 1 0,-1-1 0,0-1 0,0 1 0,8-9 0,5-9-355,17-27 1,-6 4-1232,-1-1 1,36-83-1,-53 102 599,-2-1-1,-1 1 0,-1-1 1,-2-1-1,-1 0 0,2-46 1,-6-31-1121,-1 70 7291,0 161-326,0 63-2010,0-50-1685,0-86-686,11 77 1,-9-112-446,1-1 1,0 0 0,1 1 0,1-1 0,1-1 0,0 1-1,1-1 1,0 0 0,11 15 0,-16-27-34,0 1 1,1 0-1,-1-1 1,1 0-1,0 0 1,0 0-1,-1 0 1,1 0 0,1 0-1,4 2 1,-6-4-28,-1 1 0,1-1 1,-1 1-1,1-1 1,-1 0-1,1 0 1,0 0-1,-1 0 1,1 0-1,-1 0 1,1 0-1,-1 0 1,1 0-1,-1-1 1,1 1-1,-1 0 1,1-1-1,-1 0 0,1 1 1,-1-1-1,0 0 1,1 0-1,-1 0 1,0 0-1,0 0 1,2-2-1,1-2-154,0-1-1,-1 0 1,0 0-1,0 0 1,0 0-1,-1 0 1,2-9 0,11-55-2132,-2-23-1419,-4-7-1134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2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9444,'0'0'3357,"2"-3"-3285,4-5 123,-3 9 443,-3 22 683,0-6-1346,0 1311 8823,0-1314-8747,1 34 79,0-45-136,-1 1 0,1-1 0,0 0-1,-1 0 1,1 0 0,1 0 0,-1 0 0,0 0-1,1 0 1,-1-1 0,4 5 0,-5-7-14,0 0 1,0 0-1,0 0 0,0 1 1,0-1-1,1 0 1,-1 0-1,0 0 0,0 0 1,0 0-1,0 0 0,0 1 1,0-1-1,0 0 0,1 0 1,-1 0-1,0 0 1,0 0-1,0 0 0,0 0 1,0 0-1,0 0 0,1 0 1,-1 0-1,0 0 0,0 0 1,0 0-1,0 0 1,1 0-1,-1 0 0,0 0 1,0 0-1,0 0 0,0 0 1,0 0-1,1 0 0,-1 0 1,0 0-1,0 0 1,0 0-1,0 0 0,0 0 1,1 0-1,-1 0 0,0 0 1,0-1-1,0 1 1,0 0-1,0 0 0,0 0 1,0 0-1,0 0 0,1 0 1,-1-1-1,0 1 0,0 0 1,0 0-1,0 0 1,0 0-1,0 0 0,0-1 1,0 1-1,0 0 0,0-131-9427,0 67 1831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12470,'0'0'5445,"30"6"-5109,96 19-240,-43-18-173,-71-7 4,0 1 0,0 0 0,0 1-1,15 4 1,-23-4 60,1 0 0,-1 0 0,1 0 0,-1 1-1,0-1 1,0 1 0,0 0 0,0 0 0,0 1 0,-1-1 0,0 1-1,0 0 1,4 6 0,1 2 95,0 1 0,-2 1 0,1-1 0,-2 1 0,0 1 0,-1-1 0,4 20 0,9 108 1575,-16-125-1449,4 55 538,8 77 711,-9-121-1132,2 0 0,0 0 0,13 32 0,-18-55-291,1 0 0,1 0 0,-1 0-1,1 0 1,-1 0 0,2-1 0,-1 1-1,0-1 1,1 0 0,-1 0 0,1-1-1,8 7 1,-8-8-33,1 0 1,-1 0-1,0 0 0,0-1 0,1 1 1,-1-1-1,0 0 0,1-1 0,-1 1 1,1-1-1,-1 0 0,1 0 0,-1 0 1,1-1-1,7-1 0,-7 0-4,0 1 0,0-1 0,-1 0 0,1 0 0,-1-1 0,1 1 0,-1-1 1,0 0-1,0 0 0,0-1 0,-1 1 0,1-1 0,-1 1 0,0-1 0,0 0 0,5-9 0,3-6-152,-1-1 0,11-32-1,-17 40 34,16-45-855,-3-1 0,-3 0 0,-2-1 0,-2-1-1,-4 0 1,-1-96 0,-4 131 1069,0 19 296,0 0 0,-1-1 0,0 1 0,0 0 0,-1 0 0,1 0 0,-1 0 0,-1 0-1,1 0 1,-3-7 0,1 10-706,0 0 0,0-1 0,-1 1-1,1 0 1,-1 0 0,1 1 0,-6-4-1,4 3-2137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1 870 9108,'0'0'10424,"6"-11"-9656,92-214 96,-14-21-1953,-14 40-1960,-70 206 3044,7-23-362,2 1 1,0-1 0,1 2-1,2-1 1,24-35 0,-35 56 405,0 0 1,0 0-1,0 0 1,0 0-1,0 0 1,0 0-1,0 0 1,0 0-1,0 0 1,0 1-1,0-1 1,1 0-1,-1 1 1,0-1-1,0 1 1,1 0-1,1-1 1,-2 1-11,0 0 1,0 0-1,0 1 0,0-1 1,-1 0-1,1 0 1,0 1-1,0-1 0,0 1 1,0-1-1,-1 0 1,1 1-1,0 0 0,0-1 1,-1 1-1,1-1 0,0 1 1,-1 0-1,2 0 1,1 4 47,0 0 0,-1 1 1,1-1-1,-1 0 1,0 1-1,2 9 1,3 16 117,-1 0 1,1 51-1,-5 68 33,-2-94-125,0-18-64,1 39 37,-4 0 0,-15 103 0,-11-43-425,29-133 202,-8 17-315,8-20 286,-1-1-1,1 1 1,-1 0 0,1-1-1,-1 1 1,0 0-1,1-1 1,-1 1-1,0-1 1,1 1-1,-1-1 1,0 1-1,0-1 1,0 0-1,1 1 1,-1-1 0,0 0-1,0 0 1,0 1-1,-1-1 1,-15 0-7118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5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 8228,'0'0'6237,"-33"15"-5602,-105 54-8,129-63-519,-1-1 0,1 1 1,0 1-1,-14 14 0,18-16 1,0 1 0,1 0-1,0 0 1,-5 10 0,7-11-49,-2 2-55,1 0 1,1 0 0,-1 1 0,1-1-1,1 0 1,-1 1 0,1-1-1,1 1 1,-1 0 0,1-1 0,1 1-1,-1-1 1,1 1 0,0 0-1,1-1 1,0 0 0,0 1 0,1-1-1,0 0 1,6 11 0,54 67-645,3 3 439,-57-75 203,-1 1 0,-1 0 0,0 1-1,9 28 1,-12-29 8,0 1 0,-2 0-1,0 0 1,0 0-1,-1 0 1,-1 0-1,-2 18 1,1-26 4,0 1-1,-1-1 1,0 1 0,0-1 0,-1 0-1,1 0 1,-2 0 0,1 0 0,-1 0-1,0-1 1,0 0 0,-1 1-1,1-2 1,-1 1 0,-9 7 0,7-7-136,0-1 0,-1 0 0,0 0 0,0-1 0,0 0 0,-1-1 0,1 0 0,-1 0 0,1 0 0,-1-1 0,0 0 0,0-1 0,0 0 0,-1-1 0,1 0 0,-15-1 0,22 0-103,0 1-1,1 0 1,-1 0 0,0-1 0,0 1 0,1-1 0,-1 1 0,0-1 0,1 0 0,-1 0-1,1 0 1,-1 0 0,-1-1 0,-15-25-5338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5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7331,'0'0'6473,"3"26"-5219,1 0-976,37 341 4043,-39-331-3968,-1-10-139,1 0 0,1-1 0,7 28 0,-10-51-206,0-1 0,0 0 0,1 0 1,-1 0-1,1 0 0,-1 0 1,1 0-1,0 0 0,-1 0 0,1 0 1,0 0-1,-1 0 0,2 1 1,-1-2-24,-1 0 0,1 1 0,-1-1 0,0 0 0,1 0 0,-1 0 0,1 0 0,-1 1 0,1-1 0,-1 0 0,0 0 0,1 0 0,-1 0 0,1 0 0,-1 0 0,1 0 0,-1 0 0,1 0 0,-1-1 0,0 1 0,1 0 0,-1 0 0,2-1 0,-1 0-85,1 0 0,-1 0 0,0 0 0,1-1 0,-1 1 0,0 0 0,0-1 0,0 0 0,0 1 0,0-1 0,0 1 0,0-1 0,0 0 0,-1 0 0,2-1 0,3-20-1922,-1-1 0,3-39-1,-6 0-4417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6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11093,'0'0'4882,"173"-109"-19560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6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24 2993,'0'0'10282,"0"0"-10255,0 0 0,0 0-1,0 1 1,0-1-1,0 0 1,0 0 0,0 0-1,0 0 1,0 0-1,0 1 1,0-1 0,0 0-1,0 0 1,0 0-1,0 0 1,-1 0 0,1 0-1,0 1 1,0-1-1,0 0 1,0 0-1,0 0 1,0 0 0,0 0-1,0 0 1,0 0-1,-1 0 1,1 1 0,0-1-1,0 0 1,0 0-1,0 0 1,0 0 0,0 0-1,-1 0 1,1 0-1,0 0 1,0 0 0,0 0-1,0 0 1,0 0-1,-1 0 1,1 0 0,0 0-1,0 0 1,0 0-1,0 0 1,0 0 0,0 0-1,-1 0 1,1 0-1,0 0 1,0 0-1,0 0 1,0-1 0,0 1-1,0 0 1,-1 0-1,1 0 1,0 0 0,0 0-1,0 0 1,-2 14 429,1 1-1,0 0 1,1 0 0,1 0 0,4 22-1,-1-2 234,6 361 4252,-10-307-3973,1-88-789,2-9-155,3-19-125,5-61-663,19-135-3412,-21 174 2026,3 0 0,24-67 0,-31 104 1638,0 0-1,0 1 0,1 0 1,9-12-1,-14 21 551,1-1 0,-1 1 0,1 0 0,0 0 1,-1 1-1,1-1 0,0 0 0,0 0 0,0 1 0,0-1 0,1 1 0,-1 0 1,0 0-1,1 0 0,-1 0 0,0 0 0,1 0 0,-1 1 0,1-1 0,-1 1 1,1-1-1,-1 1 0,1 0 0,0 0 0,-1 0 0,4 1 0,-3 1 131,0-1-1,0 1 1,-1-1-1,1 1 1,-1 0-1,0 0 1,1 0-1,-1 1 1,0-1-1,0 0 1,0 1-1,-1-1 1,1 1-1,-1 0 1,1-1-1,-1 1 1,0 0-1,0 0 1,1 6-1,0-3 67,8 22 721,-1 1 1,-2 0 0,7 57-1,-5 91 1477,-1-8-643,-3-145-1708,-5-23-105,0-1 0,0 1 0,0-1 0,0 1 1,0-1-1,1 1 0,-1-1 0,0 1 0,0-1 0,1 1 1,-1-1-1,0 1 0,1-1 0,-1 1 0,0-1 0,1 1 0,-1-1 1,1 0-1,-1 1 0,0-1 0,1 0 0,-1 0 0,1 1 1,-1-1-1,1 0 0,-1 0 0,1 1 0,0-1 0,-1 0 0,1 0 1,-1 0-1,1 0 0,-1 0 0,1 0 0,-1 0 0,2 0 1,-1 0-52,-1-1 0,1 1 1,-1 0-1,1-1 1,-1 1-1,1-1 1,-1 1-1,1 0 1,-1-1-1,1 1 0,-1-1 1,1 1-1,-1-1 1,0 0-1,1 1 1,-1-1-1,0 1 1,1-1-1,-1 0 0,0 0 1,3-13-1226,0 0 1,-1-1-1,0 1 1,-2-20-1,0 30 914,1-63-7493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10053,'0'0'4804,"-2"35"-2837,-2 1-1353,-2 30 1010,3 117 1,7-133-1113,2-1-1,2 0 1,2 0 0,19 53-1,-26-93-486,0 0-1,1 0 0,0-1 1,0 0-1,1 0 0,6 9 1,-9-15-31,1 1-1,-1-1 1,1 0 0,-1 0 0,1 0 0,0 0 0,-1 0 0,1-1 0,0 1-1,0-1 1,0 0 0,0 0 0,1 0 0,-1 0 0,0 0 0,0-1 0,1 1 0,-1-1-1,4 0 1,-4 0-16,1 0-1,0-1 1,-1 1 0,1-1-1,0 0 1,-1 0-1,1 0 1,-1-1-1,0 1 1,1-1 0,-1 0-1,0 0 1,0 0-1,0 0 1,0 0-1,0-1 1,-1 0 0,4-4-1,3-4-198,-1 0 0,-1-1 0,10-20 0,-13 23 53,16-30-1315,-3-2-1,-1 0 1,17-74-1,-25 79-1253,-2-1 0,1-56 0,-6 26-4821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7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1 800,'0'0'17438,"0"26"-16390,0 92-162,2-75-365,2 0 0,17 78 0,-1-8-40,-10-23-264,-4 1 1,-10 159 0,2-229-218,-1 0 0,-1 0 1,-1 0-1,-1-1 0,-16 38 0,18-49-16,-1-1-1,0 1 1,0-1 0,-1 0-1,0-1 1,-12 13-1,14-17-3,0 1 0,0-1-1,-1 0 1,0 0-1,0 0 1,1-1 0,-2 1-1,1-1 1,0 0-1,0-1 1,-1 1 0,-8 0-1,8-1-83,-1 0 0,1-1 0,0 0-1,-1 0 1,1 0 0,-1-1 0,1 0 0,0 0-1,-10-4 1,11 3-29,0-1 0,1 1-1,-1-1 1,1 0 0,0-1 0,0 1-1,0-1 1,1 0 0,-1 1 0,1-2-1,-6-7 1,-2-7-838,0 0-1,1 0 0,1-1 1,1 0-1,-7-30 1,-4-36-5077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72 160,'0'0'11725,"-4"-18"-7333,2 17-4347,0 1 1,-1-1-1,1 1 1,0-1-1,0 0 1,0 1-1,0-1 1,0 0-1,0-1 1,0 1-1,1 0 1,-1 0-1,0-1 1,-1-1-1,2 2 19,-1-1 0,0 1 0,0-1 0,1 1 0,-1 0 0,0 0-1,0 0 1,0 0 0,0 0 0,0 0 0,0 0 0,0 1 0,-1-1 0,-1 1 0,-17-8 72,18 6-125,0 0 0,0 1 0,0 0 0,0 0 0,0 0 0,0 0-1,0 0 1,-4 0 0,-89-2 248,95 3-260,0 0-1,0 0 1,0 0-1,0 0 0,0 0 1,0 1-1,0-1 1,0 0-1,0 1 1,0-1-1,0 1 1,1-1-1,-1 1 1,0-1-1,0 1 1,0 0-1,1-1 1,-1 1-1,0 0 1,1 0-1,-1-1 0,0 1 1,0 1-1,-8 24 110,8-24-96,-7 31 334,2 1 0,1-1 0,-1 37 0,6 104 1663,1-83-917,-1-83-985,0 0 1,0 0 0,1 0 0,0 0-1,0 0 1,4 9 0,-5-15-91,1 0 0,1 1 1,-1-1-1,0 0 0,0 0 1,1 0-1,-1 0 0,1-1 1,0 1-1,-1 0 0,1-1 1,0 1-1,0-1 0,0 0 1,0 1-1,0-1 0,1 0 1,-1 0-1,0 0 0,0-1 0,1 1 1,-1 0-1,0-1 0,5 1 1,-3-1-17,0 0 1,0 0-1,0 0 1,0 0-1,0-1 1,0 1-1,0-1 1,0 0-1,0 0 1,-1-1-1,1 1 1,0-1 0,4-3-1,-1 1-18,0-1-1,0 0 1,-1-1-1,0 1 1,0-1-1,5-8 1,6-8-372,-2-2 1,23-46-1,-37 69 362,12-26-773,-1 0 1,-1-1-1,-2 0 1,0-1-1,-2 0 1,-2 0-1,0 0 1,1-52 0,-6 14-652,0 57 4158,0 451 3525,0-435-6208,0 3 7,0 0-1,0 0 0,1-1 0,3 14 0,-4-20-37,1 0 1,0 0-1,-1 0 0,1 0 0,0 0 0,0 0 0,0-1 0,1 1 1,-1 0-1,0 0 0,1-1 0,-1 1 0,1-1 0,-1 1 1,1-1-1,0 0 0,0 0 0,-1 0 0,1 0 0,0 0 0,0 0 1,0 0-1,4 1 0,-3-2-128,1 1 0,0 0 0,-1-1 1,1 1-1,0-1 0,-1 0 0,1-1 0,0 1 0,-1-1 1,1 1-1,0-1 0,-1 0 0,1 0 0,-1-1 0,1 1 1,-1-1-1,0 1 0,0-1 0,1 0 0,-1 0 0,-1-1 1,1 1-1,0-1 0,0 1 0,3-6 0,1-3-1082,0 0 0,0 0 0,-2 0 1,1 0-1,-1-1 0,4-16 0,8-33-9775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1:48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11637,'0'0'3058,"24"196"-801,-3-69-32,-4 10-785,-6 5-703,-11-2-593,0-3-144,0-29-1521,0-21-3537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0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9204,'0'0'5731,"145"34"-5187,-73-25 112,-6 4-159,-4-1-209,-7-3-128,-10-2-160,-3-1-96,-11-6-657,-11 0-2272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0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341 143 4466,'0'0'6990,"0"-7"-6408,2-3-561,0-39 2024,-2 47-1979,0-1 1,0 1 0,0-1 0,-1 1-1,1-1 1,-1 1 0,0 0 0,1-1 0,-1 1-1,0 0 1,-1 0 0,1-1 0,0 1 0,0 0-1,-1 0 1,0 0 0,-2-2 0,-2 0-29,0 0 0,0 0 1,-1 1-1,1 0 0,-1 1 1,0-1-1,0 1 0,0 0 1,-10-1-1,-7 1-2,-35 0 1,53 3-37,0-1 0,-1 1 0,1 0 0,0 1 0,1-1 0,-1 1-1,0 0 1,0 1 0,1-1 0,-1 1 0,1 1 0,0-1 0,0 1 0,0-1 0,0 1 0,1 1 0,0-1 0,0 1 0,0-1 0,0 1 0,1 0 0,-4 7 0,0 1-1,0 0-1,2 0 1,-1 0 0,2 0 0,0 1 0,0 0 0,2 0 0,-3 26 0,3-22 1,1 0 0,1 1 0,1-1 0,0 1 0,1-1 0,1 0 0,1 0 0,1 0 0,11 30 0,5-7 80,2-1-1,36 47 1,63 67 40,-86-111-103,-24-27 2,0 0-1,0 0 0,-2 1 0,0 1 1,15 36-1,-23-48 9,0-1 1,0 2-1,-1-1 1,1 0-1,-1 0 1,-1 0-1,1 0 1,-1 1-1,0-1 1,0 0-1,-1 1 1,0-1-1,0 0 1,0 0-1,-1 0 1,0 0-1,0 0 1,-1 0-1,1-1 1,-1 1-1,0-1 1,-8 10-1,-1-2 25,-1-1 0,-1 0 1,0-1-1,0-1 0,-1 0 0,-20 10 0,5-5-11,0-2 0,-49 15 0,3-12 31,75-15-146,-2 0 199,2-8-1160,3-26-1604,9-12-2667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0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3954,'0'0'5213,"0"-2"-4728,0-6 743,0 16 1322,1 23-1360,2 2-1017,2 0 0,13 52 0,-2-21 84,161 996 5373,-175-1041-5559,2 10 174,10 38-1,-12-61-185,-2-6-51,0 1 0,0-1 0,0 1 0,0-1-1,0 1 1,0-1 0,0 1 0,0-1 0,0 1 0,1-1 0,-1 1 0,0-1 0,0 1 0,0-1 0,1 1-1,-1-1 1,0 0 0,1 1 0,-1-1 0,0 1 0,1-1 0,-1 0 0,1 1 0,-1-1 0,1 0-1,-1 1 1,0-1 0,1 0 0,-1 0 0,2 1 0,-1-7 91,-1-21-167,-3-129-2123,0 116 153,-1 1 1,-10-40-1,-4 11-1769,-2 5-3858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7251,'0'0'3759,"2"-24"-3214,15-75 4,-17 96-516,1-1 0,0 1 0,0 0 0,1 0 0,-1 0 0,0 0 0,1 0 0,0 0 0,0 1 0,0-1 0,0 0 0,0 1 0,1 0 0,-1-1 0,1 1 0,-1 0 0,1 0 0,0 0 0,0 1 0,0-1 0,0 1 0,0 0 0,5-2 0,-3 1 45,10-2 76,-1 0 0,0 1 0,1 1 0,0 0 0,-1 1 0,24 2 0,-25-1-56,-3 0-11,-1 1 0,0 0-1,1 0 1,-1 1 0,0 0-1,0 1 1,0 0 0,0 1-1,-1-1 1,1 2 0,-1-1-1,0 1 1,-1 0 0,1 1-1,-1 0 1,0 0 0,10 11-1,-9-7 20,-1 0 1,1 0-1,-2 1 0,1-1 0,-1 2 0,-1-1 0,0 1 1,-1 0-1,0 0 0,-1 0 0,0 0 0,2 23 0,-3-10 237,-2-1-1,-2 36 0,0-49-231,0 1 0,0-1 0,-1 0 0,0 0 1,-1-1-1,0 1 0,-8 14 0,1-7-43,0-2 0,-1 1 0,-1-1 0,0-1 0,-1 0 0,-1-1 1,-23 18-1,27-25-156,0 1-1,0-2 1,-1 1 0,0-2 0,0 1 0,0-2 0,-1 1 0,1-2 0,-1 0 0,0 0 0,0-1 0,-19 0 0,29-2-85,1 0 1,0 0-1,-1 0 1,1 0-1,-1 0 1,1 0-1,-1-1 1,1 0-1,-1 1 1,1-1-1,0 0 0,-1 0 1,1 0-1,0 0 1,0-1-1,0 1 1,0-1-1,0 1 1,0-1-1,0 1 1,0-1-1,1 0 1,-1 0-1,1 0 1,-1 0-1,1 0 1,0-1-1,0 1 1,-2-4-1,-15-39-5389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1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6883,'0'0'5272,"3"-6"-4971,6-17 1,-9 23-285,0 0 0,0-1 0,0 1 0,0 0 0,0 0-1,0-1 1,0 1 0,0 0 0,1-1 0,-1 1 0,0 0 0,0 0 0,0-1 0,0 1 0,0 0 0,1 0 0,-1 0 0,0-1 0,0 1 0,1 0 0,-1 0 0,0 0-1,0 0 1,1-1 0,-1 1 0,0 0 0,0 0 0,1 0 0,-1 0 0,0 0 0,0 0 0,1 0 0,-1 0 0,0 0 0,1 0 0,-1 0 0,0 0 0,1 0 0,-1 0-1,0 0 1,0 0 0,1 0 0,-1 0 0,0 0 0,0 1 0,1-1 0,-1 0 0,0 0 0,0 0 0,1 0 0,-1 1 0,0-1 0,0 0 0,0 0 0,1 0 0,-1 1-1,0-1 1,0 0 0,0 1 0,3 4 125,0 0-1,0 0 0,-1 1 0,0-1 1,2 10-1,1 0 137,11 41 606,-3 1 1,7 59-1,1 118 1425,-13-26-222,-8-206-1903,0-11-72,-1-81-1514,-18-108 0,11 128 615,2-102 0,6 170 815,0 0 0,0 0 1,0 0-1,0-1 0,1 1 1,-1 0-1,0 0 0,1 0 1,0 0-1,-1 0 0,1 0 1,0 0-1,0 0 0,0 1 0,1-1 1,-1 0-1,0 0 0,1 1 1,-1-1-1,1 1 0,-1-1 1,3 0-1,2-2 87,0 2 1,0-1-1,0 1 1,0 0-1,1 0 1,9-1-1,28-4 571,63-1 1,-59 6-422,54-10-1,-97 11-354,0 0-1,0 0 1,0-1-1,-1 1 1,1-1-1,-1 0 1,1-1-1,7-4 0,-10 5-278,-1 1-1,1-1 0,0 1 0,-1-1 0,1 0 0,-1 0 0,0 0 0,0 0 0,1 0 0,-1 0 0,-1 0 0,1 0 0,1-3 0,-1-8-4763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1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237 532 9812,'0'0'7009,"10"-27"-6646,36-86-107,0 19-72,-34 71-152,12-31-1,-21 43-85,0 1 0,-1-1 0,1 1 0,-2-1 0,0 0 0,0-11 0,0 3-122,-3-23-424,2 40 567,0 0 0,-1 0 1,1 0-1,-1 0 0,0 0 0,0 0 1,0 1-1,0-1 0,0 0 0,0 1 1,0-1-1,0 0 0,-1 1 0,1 0 1,0-1-1,-1 1 0,-2-2 0,-7-3 21,1 1-1,-1 0 0,0 0 0,-1 1 0,1 1 1,-1 0-1,-22-3 0,-85 2 63,99 4-48,14 0-2,0 0 0,-1 0 1,1 1-1,0 0 1,0 0-1,0 1 1,-6 1-1,9-1 1,0-1 1,0 1-1,0 0 0,0 0 1,0 0-1,0 0 1,1 1-1,-1-1 0,1 1 1,-1-1-1,1 1 0,0 0 1,0 0-1,-1 4 1,-1 2 17,0-1 1,1 1 0,0 0 0,1 0 0,0 0 0,1 1-1,0-1 1,0 10 0,1 8 271,5 46 0,0-48 86,0 0 1,2-1-1,1 1 1,1-1 0,1-1-1,1 0 1,1 0-1,1-1 1,28 36-1,-28-42-54,0 0-1,1 0 1,25 21 0,-31-30-231,0-2 1,0 1-1,1-1 0,0 0 1,-1-1-1,1 0 0,1 0 1,-1-1-1,17 4 0,-11-5-41,-1 0 0,1-1 0,-1 0-1,18-2 1,-25 0-70,0 0-1,0 0 1,0 0-1,0-1 1,0 0 0,-1-1-1,1 1 1,-1-1-1,1-1 1,9-6-1,-6 2-234,-1 0 0,-1-1 0,1 0 0,-2 0 0,1 0 0,11-20 0,-14 19-583,0 0 0,-1 0 1,0 0-1,4-17 0,1-23-4782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2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405 159 4514,'0'0'9527,"0"-3"-8721,0-14-219,-1-45 1176,1 60-1692,-1 1-1,0-1 0,0 1 0,0-1 1,0 1-1,0-1 0,0 1 1,0 0-1,0-1 0,-1 1 1,1 0-1,0 0 0,-1 0 1,-2-1-1,-22-13 375,8 8-428,0 0 1,0 2 0,-1 0 0,-37-5 0,-80 4-91,134 6 66,-1 1 1,1 0-1,0 0 1,-1 0-1,1 0 1,-1 0-1,1 0 1,0 1 0,0-1-1,0 1 1,0-1-1,0 1 1,0 0-1,0 0 1,1 0-1,-1 0 1,-2 4-1,-25 43-58,29-49 65,-4 9-1,0 0 0,1 1 0,0-1 0,0 1 0,1 0 0,-2 18 0,3 63 236,1-51-44,0-30-132,4 89 666,-2-87-544,0 1 0,1-1 0,0 0 0,1 0 0,9 23 0,-8-27-26,-1 1 0,1-1 1,0 0-1,1 0 0,0 0 0,0-1 0,0 0 0,1 0 0,15 12 1,-17-16-107,0 0 0,1-1 0,-1 1 1,1-1-1,-1 0 0,1 0 1,0-1-1,0 0 0,0 0 0,0 0 1,0 0-1,0-1 0,0 0 0,0-1 1,-1 1-1,1-1 0,9-2 1,-7 0-46,0 0 0,0-1 0,0 1 0,0-2 0,-1 1 1,1-1-1,-1 0 0,0 0 0,-1-1 0,1 0 0,-1 0 1,10-15-1,1-1-313,-2-1 0,23-45 0,-28 47-237,-1-1 0,-1 1-1,-1-1 1,-1-1 0,4-30 0,-4 3 36,-2-69-1,-4 118 563,0 0 0,0 1 0,-1-1 0,1 0 0,0 1 0,0-1-1,0 0 1,-1 1 0,1-1 0,0 1 0,-1-1 0,1 0 0,0 1 0,-1-1 0,1 1-1,-1-1 1,1 1 0,-1-1 0,1 1 0,-1 0 0,0-1 0,1 1 0,-1 0 0,0-1-1,0 1-36,1-1 1,-1 1-1,1 0 0,0 0 0,-1 0 0,1-1 0,-1 1 0,1 0 0,0 0 0,-1-1 0,1 1 0,0 0 0,-1-1 0,1 1 0,0-1 0,0 1 0,0 0 0,-1-1 0,1 1 1,0-1-1,0 1 0,0-1 0,0 0-42,0 12-200,-2 81 336,4 106 661,0-163-458,2 0 0,1 0 0,15 52 0,-16-74-202,0 0 1,9 17 0,-11-27-115,-1-1 0,0 1-1,1-1 1,0 1 0,-1-1-1,1 0 1,0 1-1,0-1 1,1 0 0,-1-1-1,0 1 1,1 0 0,-1 0-1,1-1 1,-1 0 0,6 3-1,-7-4-32,0 0 0,-1 0-1,1 0 1,0 0-1,-1 0 1,1-1-1,0 1 1,0 0 0,-1 0-1,1 0 1,0-1-1,-1 1 1,1 0 0,-1-1-1,1 1 1,0 0-1,-1-1 1,1 1 0,-1-1-1,1 1 1,-1-1-1,1 1 1,-1-1-1,1 1 1,-1-1 0,0 0-1,1 1 1,-1-1-1,0 0 1,1 1 0,-1-1-1,0 0 1,0 1-1,0-1 1,0-1 0,6-29-1379,-6 25 1049,4-38-2672,0-4-1563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3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285 891 5763,'0'0'7990,"1"-7"-7307,0-1-635,1-31 1543,-2 37-1511,-1 0-1,1 0 1,0 0 0,-1 0-1,1 0 1,-1 0 0,0 0-1,1 0 1,-1 0 0,0 0-1,0 0 1,-1 1 0,1-1 0,0 0-1,0 1 1,-1-1 0,-1-1-1,-17-13 31,10 8-51,-1 0-1,1 1 1,-1 0 0,-21-10-1,17 11-63,6 2-8,1 0 0,-1 1 0,1 0 0,-1 1 0,0 0 0,0 0 0,-18 0 0,15 2-3,10-1 12,0 1 0,1-1 0,-1 1 1,0 0-1,0 0 0,1 0 0,-1 0 0,0 0 1,0 0-1,1 1 0,-1-1 0,0 0 1,0 1-1,1 0 0,-1-1 0,1 1 1,-1 0-1,0 0 0,1 0 0,-1 0 1,1 0-1,0 0 0,-1 0 0,1 0 0,0 1 1,0-1-1,0 0 0,-2 3 0,0 5 18,0 1 0,0 0 0,1 0 0,0 0 0,1 0 0,0 0 0,1 1 0,1 18 0,0 1 58,-2 4 39,1 30 605,8 68 0,-5-113-511,0 0-1,1-1 0,1 1 1,0-1-1,2 0 1,0 0-1,1-1 0,12 20 1,-18-33-165,1 1 1,0-1-1,0 0 0,1 0 1,-1 0-1,1-1 1,0 1-1,0-1 0,0 0 1,1 0-1,-1 0 1,1 0-1,-1-1 0,1 0 1,0 0-1,0 0 1,0-1-1,0 1 0,0-1 1,0-1-1,1 1 1,-1-1-1,0 1 0,0-1 1,1-1-1,-1 1 0,0-1 1,0 0-1,0 0 1,0-1-1,0 1 0,0-1 1,0 0-1,0 0 1,-1-1-1,1 0 0,-1 1 1,0-2-1,0 1 1,0 0-1,5-5 1,12-18-413,-1 0 1,-2-1 0,0-1-1,-2-1 1,-1 0 0,-1-1-1,-2-1 1,-1 0 0,-1-1-1,6-37 1,-10 23-659,-2-1-1,-2-75 1,-2 75 509,-2-5 192,-2-1 0,-22-101 1,-43-101 1153,35 137 315,17 69-444,17 47-320,0 3-205,25 670 2804,-13-538-2439,54 384 689,-63-499-1209,1 1 0,1-1 1,0-1-1,1 1 1,13 24-1,-18-39-87,0-1-1,1 0 1,-1 0-1,1 1 1,0-1 0,0 0-1,-1 0 1,1 0-1,0-1 1,1 1-1,-1 0 1,0-1 0,1 0-1,-1 1 1,0-1-1,1 0 1,4 1-1,-6-18-5696,-1-5-496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5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 8676,'0'0'10234,"-5"-6"-9332,2 6-800,2 6 492,15 124-266,81 936 3149,-84-907-3048,-10-141-387,25 242 466,-24-252-496,7 38 52,-8-44-63,0 1-1,0-1 0,0 1 0,0-1 1,0 0-1,1 1 0,-1-1 0,0 0 1,1 0-1,0 0 0,0 0 0,2 3 1,-3-5-10,0 0 1,-1 1-1,1-1 1,-1 1-1,1-1 1,0 0-1,-1 0 1,1 1 0,0-1-1,-1 0 1,1 0-1,0 0 1,-1 0-1,1 0 1,0 0-1,0 0 1,-1 0 0,1 0-1,0 0 1,-1 0-1,1 0 1,0 0-1,0-1 1,1 0-36,-1 0 0,0 1 0,0-1-1,0 0 1,0 0 0,-1 0 0,1 0 0,0 0 0,0 0 0,-1 0 0,1-1 0,0 1 0,-1 0-1,1 0 1,-1 0 0,1-3 0,3-10-655,-1-1 0,-1 0 0,1-28 0,-4-56-4965,0 69 2839,-2-49-7652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57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12470,'0'0'997,"38"-29"121,130-88 16,-160 112-1077,1 1 0,0 0 0,0 0 0,0 0 0,1 1 0,-1 1 0,1 0 0,0 0 0,0 1 0,16-1 0,-7 1 72,-1 2 0,1-1-1,-1 2 1,1 1 0,-1 0-1,0 1 1,0 1 0,0 1-1,-1 0 1,1 1 0,-2 1-1,1 1 1,-1 0 0,0 1 0,-1 1-1,0 0 1,-1 1 0,-1 1-1,1 0 1,21 30 0,-27-31 56,0 0 1,0 1 0,-1 0 0,-1 0-1,-1 1 1,0 0 0,6 26-1,-6-15 166,-2 0 0,-1 1 0,-2 42 0,-1-50-196,0-1-1,-2 1 1,0-1 0,-1 1-1,-1-1 1,-1 0 0,0 0-1,-1-1 1,-17 29-1,11-26-83,0 0-1,-1-2 1,-1 1-1,-1-2 1,0 0-1,-1 0 1,-25 16-1,24-21-196,0 0 0,0-1 0,-1-1 0,0-1 0,-1 0-1,0-2 1,0 0 0,-1-1 0,1-1 0,-1-1 0,0-1-1,0-1 1,-27-1 0,45 0-48,-1 0 0,0-1 0,1 1 0,-1 0 0,0-1 0,1 0 0,-1 0 0,0 0 0,1 0 0,-1-1 0,1 1 0,0-1-1,0 0 1,-1 0 0,1 0 0,-3-3 0,4 1-311,-1 1 0,1-1 0,0 1 0,0-1 0,0 0 0,0 0 1,1 0-1,-1 0 0,1 0 0,0 0 0,0 0 0,1 0 0,-1-9 0,0-35-7775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58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15 510 12166,'0'0'6955,"32"-3"-5920,108-18-384,-128 18-611,0 0 0,0-1 0,0 0 0,0-1 0,-1 0 0,0-1 0,0 0 0,-1-1 0,0 0 0,0-1 0,0 0 0,-1 0 0,0-1 0,-1 0 0,0-1 0,9-13 0,-12 16-93,0-1 0,-1 0 0,0-1 1,0 1-1,-1-1 0,0 1 0,3-18 0,-3 5-544,-1 0 0,0-28 0,-3 43 456,1 0 0,-1 0 0,1 0 0,-2 0 0,1 0 0,-1 0 0,0 0 0,0 1 0,0-1 0,-1 1 0,0-1 0,-6-8 0,4 7 48,-1 0 0,-1 1 0,1-1 0,-1 1 0,0 1 1,0-1-1,-16-8 0,8 7 98,0 0 1,-1 1 0,1 1 0,-1 0 0,0 1-1,-1 0 1,1 2 0,-1 0 0,-16 0-1,26 2 52,0 0 0,-1 0 0,1 1 0,0 0 0,0 0 0,0 0 0,0 1 0,-10 4 0,14-4-16,-1 0 0,1 1 0,-1-1 0,1 1 0,0 0 0,0-1 0,1 2 0,-1-1 0,1 0 0,-1 0-1,1 1 1,0-1 0,0 1 0,0 0 0,1 0 0,-2 6 0,-4 15 231,2 0-1,1 0 1,1 0-1,2 1 1,1 38 0,0-47-141,0 63 764,16 131 0,-11-183-705,1 0 0,1-1 0,1 0 0,1 0 0,1 0 0,2-2 0,1 1 0,21 31 0,-28-48-164,0-1-1,1 1 1,0-1 0,0-1 0,1 1 0,0-1-1,0-1 1,1 0 0,0 0 0,0 0-1,0-1 1,1-1 0,0 1 0,0-1-1,0-1 1,0 0 0,1-1 0,-1 0-1,1 0 1,-1-1 0,1 0 0,-1-1-1,1-1 1,0 1 0,11-3 0,-4-1-109,0 0 1,-1-1-1,0-1 1,0 0 0,0-1-1,-1-1 1,0-1 0,0 0-1,-1-1 1,-1-1-1,17-15 1,-9 6-606,-2-1 1,0 0-1,-1-2 0,-2 0 0,0-1 1,16-32-1,-25 40-189,-1 0 1,0 0-1,-1 0 0,4-18 1,-5 7-2649,2-44 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58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3394,'0'0'12891,"0"36"-10490,-1 12-1607,0 34 754,9 84 0,38 144 799,-2-19-594,-43-290-1783,-1-3-7,1-11-57,-2-27-182,-9-62-522,-8-123-1550,17 180 1704,0-3-843,5-51-1,-3 85 1239,1 0 0,1 0 1,0 1-1,1-1 0,0 1 0,1 0 0,1 0 0,9-15 1,-8 17 316,0 1 0,1 0 0,0 0 0,1 0 1,1 1-1,-1 0 0,1 1 0,0 0 0,1 1 0,0 0 1,0 1-1,1 0 0,0 1 0,0 0 0,0 0 1,0 2-1,1-1 0,-1 2 0,1 0 0,0 0 1,0 1-1,0 0 0,0 2 0,18 1 0,-24-1 39,0 0 0,0 0 0,0 1-1,0 0 1,0 0 0,-1 1-1,1 0 1,-1 0 0,0 1 0,1-1-1,-1 1 1,-1 1 0,11 8 0,-8-4 60,-1 0 1,0 0 0,0 0 0,-1 1 0,0 0 0,-1 0 0,8 21-1,-1 5 249,-3 1-1,-1 1 1,-1-1-1,1 46 1,-8-78-421,14 240-33,-14-281-2790,2-69-4319,10 31-574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5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570 246 14615,'0'0'4885,"-15"-22"-5443,-49-70 251,57 82 394,0 1 0,-1-1 0,0 1 0,-1 1 0,0-1 0,0 2 0,0-1 0,-1 1 0,-1 0 0,1 1 0,-1 1 0,-20-9 0,19 10 144,0-1 0,0 2 0,-1 0 0,1 0 0,-1 1 0,-16 0 1,23 2-172,0-1 1,0 2 0,0-1 0,1 1 0,-1-1 0,0 2-1,0-1 1,1 1 0,-1-1 0,0 1 0,1 1 0,0-1-1,0 1 1,0 0 0,-10 8 0,5 1 15,1 1 0,0 0 0,0 1-1,1 0 1,1 0 0,0 1 0,2 0 0,-6 20 0,-6 22 293,2 1 0,-11 106 0,11 120 890,14-247-1096,1 46 148,0-73-287,1-1 1,1 1 0,-1 0-1,2-1 1,5 18 0,-6-24-28,0 1 1,0-1-1,1 0 1,-1 0-1,1 0 1,-1 0-1,1 0 1,0 0-1,0-1 1,0 1-1,0-1 1,1 0-1,-1 0 0,1 0 1,-1 0-1,1-1 1,0 0-1,-1 1 1,1-1-1,0-1 1,4 2-1,0-1-29,0-1 0,0 1 0,0-1 0,0 0 0,0-1 0,1 0 0,-1 0 0,0-1 0,13-5 0,-7 1-84,-1-1 0,0-1 1,0 0-1,-1 0 1,0-2-1,-1 1 0,0-2 1,13-14-1,3-7-1014,42-64 1,-59 80 336,-1-1 0,0 0 0,-1 0 0,-1-1 1,-1 0-1,-1 0 0,0-1 0,-1 0 0,-2 0 0,1 1 1,-2-38-1,0 21-1628,0 23 1971,0 0 0,-1 1 1,-1-1-1,0 0 0,-3-15 3946,4 33 783,0 3-3293,1-1-1,0 1 0,3 13 1,22 53 694,-10-33-971,-15-38-653,114 375 2832,-104-332-2817,-3 0 0,-2 0-1,-1 0 1,-3 1 0,-2-1-1,-8 64 1,6-98-88,-1 0 0,0-1 0,-1 1 0,0-1-1,-1 0 1,-1 0 0,0 0 0,-1-1 0,0 1 0,-10 11 0,11-15-44,-1-1 1,0 1-1,0-2 1,-1 1-1,0-1 1,0 0-1,-1 0 1,1-1-1,-1 0 1,0-1-1,-1 0 1,1 0-1,-18 3 1,12-4-148,0 0 0,1-2 0,-1 0 0,0 0 0,0-2 1,0 1-1,1-2 0,-24-5 0,28 4-50,0 0-1,0-1 1,1 0-1,0 0 1,0-1 0,0-1-1,1 1 1,-1-1 0,1-1-1,1 1 1,-1-1 0,1-1-1,-7-9 1,4 4-462,1-1 0,0 0 0,1-1 0,0 0 0,2 0 0,-1-1 0,2 0 0,0 0 0,-2-19-1,-1-59-4303,8 93 4990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09:59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43 11205,'0'0'9735,"-3"-5"-9207,3 3-425,-7-12 171,7 14-253,0 0 0,0 0 1,0 0-1,0 0 1,0 0-1,0 0 0,0 0 1,0 1-1,0-1 0,0 0 1,0 0-1,-1 0 0,1 0 1,0 0-1,0 0 0,0 0 1,0 0-1,0 0 0,0 0 1,0 0-1,-1 0 0,1 0 1,0 0-1,0 0 0,0 0 1,0 0-1,0 0 0,0 0 1,-1 0-1,1 0 0,0 0 1,0 0-1,0 0 0,0 0 1,0 0-1,0 0 0,-1 0 1,1 0-1,0 0 0,0 0 1,0 0-1,-1 124 1426,4 185 577,-2-270-1754,3 1 0,9 45 0,-9-67-176,1-1 1,1 0-1,0 0 1,1 0-1,1-1 1,0 0 0,12 16-1,-16-27-106,0 0 0,0-1 0,1 0 0,-1 0 1,1 0-1,0 0 0,0-1 0,0 1 0,1-2 0,-1 1 0,1 0 0,-1-1 0,1 0 0,0 0 1,0-1-1,0 0 0,0 0 0,0 0 0,0-1 0,0 0 0,0 0 0,0 0 0,0-1 0,0 0 0,0 0 1,0 0-1,0-1 0,0 0 0,-1 0 0,1 0 0,-1-1 0,1 0 0,-1 0 0,0-1 0,0 1 1,0-1-1,-1 0 0,9-9 0,1-5-243,0 0 0,-1-1 0,-1 0 1,-1-1-1,-1-1 0,0 0 0,-2 0 0,0-1 1,-1 0-1,7-45 0,-6 6-998,-3 0-1,-4-119 1,-4 150 1169,-1 0 1,-1-1 0,-18-56-1,21 82-218,-1-8 1465,3 3-5684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11621,'0'0'10176,"1"2"-9888,15 72 228,-4 0 0,6 111-1,-13-126-339,16 412 795,-21 7-288,-1-243-493,1-225-192,1 10 17,-1-19-18,0-1 0,0 1 0,0-1 0,0 0 1,0 1-1,0-1 0,0 1 0,1-1 0,-1 0 1,0 1-1,0-1 0,0 1 0,1-1 0,-1 0 0,0 0 1,1 1-1,-1-1 0,0 0 0,0 1 0,1-1 1,-1 0-1,0 0 0,1 1 0,-1-1 0,1 0 1,-1 0-1,0 0 0,1 0 0,-1 0 0,1 1 0,-1-1 1,0 0-1,1 0 0,0 0-8,-1 0 1,0 0-1,1 0 1,-1 0-1,0-1 0,1 1 1,-1 0-1,0 0 1,1 0-1,-1 0 0,0 0 1,1-1-1,-1 1 1,0 0-1,0 0 0,1 0 1,-1-1-1,0 1 1,0 0-1,1 0 1,-1-1-1,0 1 0,0 0 1,0-1-1,1 1 1,-1 0-1,0 0 0,0-1 1,0 1-1,0 0 1,0-1-1,0 1 0,0 0 1,0-1-1,0 0 1,7-21-659,-2-2 0,0 1 0,2-45 0,-4-81-4960,-3 137 4889,0-79-5671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617 0 13638,'0'0'9687,"-39"9"-9417,-262 54-212,277-58-123,-82 21-450,93-22 402,0 1 1,1 1-1,0 0 1,0 0-1,0 1 0,-11 9 1,19-11 75,-1-1 1,1 1-1,0 0 1,0 0-1,1 0 0,-1 0 1,1 1-1,0-1 1,1 1-1,-1 0 0,1 0 1,0 0-1,0 0 1,1 0-1,0 0 1,-1 11-1,2-4 88,0 1 1,0-1-1,1 0 1,1 0-1,0 0 0,1 0 1,5 15-1,1-4 62,2-2 1,0 0-1,1 0 0,23 31 1,-6-16 41,50 52 1,-53-64-209,0-1 0,41 29 1,-58-46-254,1-1 0,0-1 1,-1 1-1,2-2 0,-1 1 1,1-1-1,-1-1 1,1 0-1,0-1 0,0 0 1,17 1-1,-25-3-43,0 1 0,-1-1 0,1-1 1,0 1-1,-1 0 0,1 0 0,0-1 0,-1 0 0,1 0 0,-1 1 0,1-1 1,3-3-1,-2 0-828,0 0 1,0 0-1,0 0 1,-1-1-1,0 0 0,5-7 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13014,'0'0'7574,"1"-5"-7123,-1 3-344,3-11 135,-1 10-48,-1 10 162,0 155 1458,40 297 0,-21-364-1299,-16-82-407,0 0 0,1-1 0,0 1-1,13 21 1,-15-30-100,0 0 0,0 0 0,1-1 0,0 1 0,-1-1 0,1 0 0,0 0 0,1-1 0,-1 1 0,0-1 0,1 0 0,-1 0 0,1 0 0,0 0 0,-1-1 0,1 0 0,0 0 0,0-1 0,0 1 0,0-1 0,0 0 0,0 0 0,0 0 0,0-1 0,0 0 0,-1 0 0,1 0 0,0-1 0,0 1 0,-1-1 0,6-3 0,-1-1-33,-1 1 0,0-2 0,-1 1 0,1-1-1,-1 0 1,11-15 0,37-58-484,-48 71 415,14-24-611,0-2 0,-3 0 0,0-1-1,-3-1 1,-1 0 0,-1-1 0,-3 0 0,0-1-1,-3 0 1,-2 0 0,2-58 0,-8-41-264,-5 103 1234,6 34-159,-1 0-1,1 0 1,-1 0-1,1 0 1,-1 0 0,1 0-1,-1 0 1,1 1-1,-1-1 1,0 0 0,0 0-1,1 0 1,-1 1-1,0-1 1,0 0-1,0 1 1,0-1 0,0 1-1,0-1 1,0 1-1,0-1 1,0 1 0,0 0-1,0 0 1,0-1-1,0 1 1,0 0 0,-1 0-1,1 1-141,-1 0 1,1 1-1,0-1 0,0 0 0,0 1 0,0-1 1,1 1-1,-1-1 0,0 1 0,1-1 0,-1 1 1,1-1-1,-1 1 0,0 3 0,-1 1-409,-7 16-2062,-2 3-2632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1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17160,'0'0'2556,"-1"47"-425,0 17-1398,2 260 1923,34 138-733,-33-425-1779,-2-17-15,2 0 1,0-1-1,10 39 1,-12-57-124,0 0 0,1 1 1,-1-1-1,1 0 0,-1 1 0,1-1 1,-1 0-1,1 0 0,0 0 1,-1 1-1,1-1 0,0 0 0,0 0 1,0 0-1,0 0 0,0 0 0,0 0 1,0-1-1,0 1 0,2 1 1,-2-2-9,-1 0 0,1 0 1,-1 0-1,1 0 1,-1 0-1,0-1 1,1 1-1,-1 0 0,1 0 1,-1 0-1,0 0 1,1-1-1,-1 1 1,0 0-1,1-1 0,-1 1 1,0 0-1,1 0 1,-1-1-1,0 1 1,0-1-1,1 1 0,-1 0 1,0-1-1,7-21-128,2-49-664,-4 0-1,-4-90 0,-3 87-1653,4 0-1,13-93 1,-13 154 2054,1 0 1,0 1-1,1-1 1,1 1 0,-1 0-1,2 1 1,11-20 0,-14 26 480,1 0 0,0 0-1,1 0 1,-1 1 0,1-1 0,0 1 0,0 0 0,0 1 0,1-1 0,-1 1 0,1 0 0,0 0 0,0 1 0,0-1 0,0 1 0,0 1 0,8-2 0,2 0 637,1 1 0,1 1 0,-1 1 0,0 0 0,0 1 0,0 1 0,0 0 0,0 1 0,25 9 0,-8 3-369,-20-8-748,0 0 1,0-2-1,1 0 0,16 4 0,-26-8-3995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1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511 17 2689,'0'0'16418,"-15"0"-14638,-85-7-1423,-2-1-314,69 7-40,16 0-2,1 1-1,-1 1 1,-18 2-1,30-2 4,0 1 0,0-1 0,0 0-1,1 1 1,-1 0 0,1 0 0,-1 1-1,1-1 1,-1 1 0,1 0 0,0 0-1,0 0 1,1 1 0,-6 5-1,-1 6 87,0-1-1,2 1 0,-1 1 0,2-1 1,0 1-1,1 1 0,1-1 0,-5 25 0,0 16 629,-4 66 0,6 115 1083,8-230-1744,0 7 121,0 0 0,5 30 0,-4-41-149,0 0 0,0-1 0,0 1 0,0 0 0,1 0 0,0-1 0,0 1 0,0-1 1,0 0-1,0 1 0,1-1 0,0 0 0,-1 0 0,1-1 0,5 5 0,-2-4-10,0 0 0,-1 0 0,1 0 0,1-1 0,-1 0 1,0 0-1,1 0 0,-1-1 0,0 0 0,1 0 0,0-1 0,-1 0 0,1 0 0,-1 0 0,7-2 0,0 0-25,-1 0 0,0-2 0,0 1 0,0-1 0,0-1-1,-1 0 1,12-7 0,3-5-315,-1-1 1,-1-1-1,0-1 0,-2-1 0,0-1 0,-2-1 1,0 0-1,-2-2 0,0 0 0,-2-2 0,19-39 0,-29 49-281,0-1 0,-2 1-1,0-1 1,0 0-1,-2 0 1,0-1 0,-2 1-1,0 0 1,-3-28-1,3 40 443,-1 1-1,0-1 0,0 0 1,-1 1-1,0-1 0,1 1 0,-6-10 1,5 12 203,1 1 0,-1 0 0,1 0 0,-1 0-1,0 0 1,0 0 0,0 0 0,0 1 0,0-1 0,0 0 0,-1 1 0,1 0 0,0 0 0,-1-1 0,1 1 0,-1 1 0,1-1 0,-6-1 0,7 2 66,0 0 0,0 0 1,-1 0-1,1 0 0,0 0 1,0 1-1,-1-1 0,1 0 1,0 1-1,0-1 0,0 0 1,0 1-1,0 0 0,0-1 1,-1 1-1,1 0 0,1-1 1,-1 1-1,0 0 0,0 0 1,0 0-1,0 0 0,0 0 1,1 0-1,-1 0 0,0 0 1,1 0-1,-1 0 0,1 0 1,0 0-1,-1 1 0,1 0 1,-3 7 228,1 0 1,0 0-1,-1 13 1,1-11-77,-6 74 1525,2 136 0,6-160-1410,0-43-270,0 1 0,1-1 0,1 0 0,1 0 0,7 28 0,-9-43-118,1 1 0,-1-1 0,0 0 0,1 1 0,0-1 0,0 0 0,0 0 0,0 0 0,0 0 0,1-1 0,-1 1 0,1 0 0,-1-1 1,1 0-1,0 0 0,0 1 0,0-2 0,1 1 0,-1 0 0,0-1 0,1 1 0,-1-1 0,1 0 0,-1 0 0,1-1 0,-1 1 0,1-1 0,0 0 0,-1 1 0,1-2 1,0 1-1,-1 0 0,1-1 0,-1 1 0,6-3 0,0 1-146,0-1-1,-1 0 1,1-1 0,0 0 0,-1 0 0,0-1-1,0 0 1,0-1 0,-1 0 0,0 0-1,9-9 1,7-10-2008,34-50 0,-54 71 1893,54-83-6981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0:0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15879,'0'41'5517,"-1"55"-3521,5 329 4087,-1-393-5705,0 1 0,2-1 0,1-1 0,2 1 0,20 53 0,-24-76-343,0-1 1,1 1 0,0-1-1,0 0 1,1 0 0,0-1-1,8 8 1,-12-13-58,0 0 0,0 0 0,1 0 0,-1 0 0,0-1 0,1 1-1,-1-1 1,1 0 0,0 0 0,-1 0 0,1 0 0,0 0 0,0 0 0,0-1 0,0 1-1,-1-1 1,1 0 0,0 0 0,0 0 0,0 0 0,0-1 0,0 1 0,-1-1-1,1 1 1,0-1 0,0 0 0,3-2 0,-1 0-68,-1 0-1,1 0 1,-1 0 0,1-1-1,-1 0 1,0 0 0,0 0-1,-1-1 1,1 1 0,4-10-1,4-7-353,11-29 1,-22 48 419,22-62-710,-2 0-1,16-88 0,7-29-1988,-38 161 1903,1 0 1,1 1-1,16-31 1,-21 45 620,0-1 1,1 1-1,-1 0 0,1 0 1,1 1-1,-1-1 1,1 1-1,-1 0 1,1 0-1,0 0 0,0 1 1,1 0-1,-1 0 1,1 0-1,0 1 0,7-3 1,-7 3 220,0 1 0,-1 0 1,1 0-1,0 1 0,0 0 0,0 0 0,-1 0 1,1 0-1,0 1 0,0 0 0,-1 0 1,1 1-1,-1-1 0,1 1 0,-1 1 1,0-1-1,1 1 0,-1 0 0,0 0 0,-1 0 1,1 1-1,-1-1 0,6 7 0,3 5 390,-1 0-1,0 1 0,-2 1 1,0 0-1,14 32 0,-1 4 974,30 109-1,-1 61-82,-49-207-1235,-2-9-83,-1-6-1,0 0 0,0 0 0,0 0 0,0 0 0,0 0 1,1 0-1,-1 0 0,0 0 0,0 0 0,1 0 0,-1 0 0,0 0 0,1 0 0,-1-1 1,1 1-1,-1 0 0,1 0 0,0 0 0,-1-1 0,1 1 0,0 0 0,-1-1 0,1 1 1,0 0-1,0-1 0,1 1 0,-2-1-20,0 0 0,1 0 0,-1 0 0,0 0 0,0 0 0,0 0 0,1 0 0,-1 0 0,0-1 0,0 1 0,0 0 0,1 0 0,-1 0 0,0 0 0,0-1 0,0 1 0,0 0 0,0 0 0,0 0 1,1 0-1,-1-1 0,0 1 0,0 0 0,0 0 0,0-1 0,0 1 0,0 0 0,0 0 0,0 0 0,0-1 0,0 1 0,0 0 0,0 0 0,0-1 0,0 1 0,0 0 0,0 0 0,0 0 0,0-1 0,0 1 0,-1 0 0,2-41-3330,-1-16-2217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6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11573,'0'0'3938,"194"81"-3842,-136-81-96,-9-19-880,-15-3-3794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4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31 5619,'0'0'4989,"0"-4"-4298,0-13 122,-1 16-762,1 1-1,0-1 1,0 1-1,-1-1 1,1 1-1,0-1 1,0 1-1,-1 0 1,1-1-1,-1 1 1,1-1-1,0 1 1,-1 0-1,1-1 1,-1 1 0,1 0-1,-1 0 1,1-1-1,-1 1 1,1 0-1,-1 0 1,1 0-1,-1-1 1,1 1-1,-1 0 1,1 0-1,-1 0 1,1 0-1,-1 0 1,1 0-1,-1 0 1,1 0-1,-1 1 1,1-1-1,-1 0 1,1 0-1,-1 0 1,0 1 0,-3-1 145,-21-1 396,18 0-522,-1 1 0,0 0 0,0 0-1,0 0 1,1 1 0,-1 0 0,0 1 0,1-1 0,-1 2-1,-13 4 1,15-2-53,0-1-1,0 1 1,0 0-1,1 0 1,-1 0 0,1 1-1,1 0 1,-1 0-1,1 0 1,0 0-1,0 1 1,1-1 0,0 1-1,0 0 1,-2 9-1,0 2 7,2 0-1,0-1 1,1 1-1,1 0 1,1 24-1,0-29-4,2 1 1,0-1-1,1 0 0,0 0 0,1 0 0,0 0 0,1 0 0,1-1 0,0 0 0,0 0 0,15 20 0,8 4 119,1-2 0,40 36 0,-2-1 41,-64-65-134,-1 0 0,1 0 0,-1 0 0,-1 1 0,1-1 0,-1 1 0,1 0 0,-1 0 0,1 5 0,-2-8-38,-1-1-1,1 1 0,-1 0 0,0-1 1,0 1-1,0 0 0,0 0 0,0-1 1,0 1-1,0 0 0,-1-1 0,1 1 1,-1 0-1,1-1 0,-1 1 0,1-1 1,-1 1-1,0 0 0,0-1 0,0 0 1,0 1-1,0-1 0,0 0 0,0 1 1,0-1-1,-1 0 0,1 0 0,0 0 0,-1 0 1,-1 1-1,-5 1-175,-1 1 0,1-2 0,-1 1 0,0-1 0,0-1 0,0 0 0,0 0 0,0 0 0,-12-2 1,19 1-28,-6-2-1176,7-9-1257,1-19-2388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65 6275,'0'0'8153,"0"-10"-7283,0-34-65,0 33 1354,0 18-1746,20 236 45,-9-140-286,40 550 1336,-29-333-986,-20-287-462,-1-13 94,7 38 0,-3-45-83,-5-13-72,0 0 1,0-1 0,0 1-1,0 0 1,0 0-1,0 0 1,0 0 0,0-1-1,0 1 1,0 0 0,0 0-1,0 0 1,0-1 0,0 1-1,0 0 1,0 0-1,0 0 1,0 0 0,0-1-1,0 1 1,0 0 0,0 0-1,1 0 1,-1 0 0,0 0-1,0-1 1,0 1-1,0 0 1,0 0 0,0 0-1,1 0 1,-1 0 0,0 0-1,0 0 1,0 0 0,0 0-1,0-1 1,1 1-1,-1 0 1,0 0 0,0 0-1,0 0 1,0 0 0,1 0-1,-1 0 1,0 0 0,0 0-1,0 0 1,1 0-1,-1 0 1,0 0 0,0 1-1,0-1 1,0 0 0,1 0-1,-1 0 1,0 0 0,0 0-1,0 0 1,0 0-1,0 0 1,1 0 0,-1 1-1,0-1 1,0 0 0,0 0-1,0 0 1,0 0 0,4-20-298,-2-1 1,-1 0 0,0 0 0,-3-27 0,0-6-904,3 21 316,-1 0 0,-2 0 1,-2 1-1,0-1 0,-18-58 0,-47-141-5817,58 185 6577,2-2-1,-5-95 1,13 95 1466,6-57 1,-3 89-1046,1 0 0,1 0 1,0 0-1,1 1 0,1 0 0,0 0 1,10-16-1,-8 17-129,1 1-1,0 0 1,1 1-1,0 0 1,2 0-1,-1 1 1,1 0-1,1 1 1,0 1-1,1 0 1,-1 1-1,2 0 1,0 1-1,0 1 1,0 0-1,1 1 1,0 0-1,0 2 1,0 0-1,0 1 1,1 0 0,0 1-1,24 1 1,-33 1-70,-1 0 1,1 1 0,-1-1 0,0 1 0,0 1 0,1 0 0,-1 0 0,0 0 0,0 1 0,7 4 0,-9-4-4,0 0 1,0 1-1,-1 0 0,0 0 1,1 0-1,-1 0 0,-1 1 1,1 0-1,-1-1 0,0 1 1,0 1-1,0-1 1,3 8-1,-2-1 117,0 1 1,-1-1-1,0 1 1,-1 0-1,1 17 1,-3 67 669,-1-68-654,1-11-123,-2 0 1,0 0-1,-2 0 1,0 0-1,-1-1 1,0 0-1,-1 0 0,-14 26 1,14-32-107,0 0 1,-1 0 0,-1-1-1,1 0 1,-2 0 0,1-1-1,-1 0 1,-1 0-1,0-1 1,0-1 0,0 1-1,-1-2 1,-12 7-1,14-10-47,-1 0-1,0 0 0,0-1 0,0 0 0,0-1 1,0 0-1,-1 0 0,-15-2 0,22 1-98,-1 0 0,0-1-1,0 0 1,0 0-1,1 0 1,-1 0 0,0-1-1,1 1 1,-1-1 0,1-1-1,0 1 1,-1 0 0,1-1-1,0 0 1,-5-5-1,2 0-639,1 1-1,-1-2 1,2 1-1,-1-1 0,1 0 1,-6-13-1,-14-39-6702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7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0 625 11189,'0'0'905,"26"-32"-783,158-196 132,-177 220-250,20-24-64,37-58 0,-57 79 31,-1 1 0,-1-1-1,0 0 1,-1-1 0,0 1 0,0-1-1,-1 0 1,-1 0 0,0 0-1,0-17 1,-1 14 28,-2-16 63,1 30-21,0-1-1,-1 1 1,1 0-1,0-1 1,-1 1-1,0 0 1,1-1-1,-1 1 0,0 0 1,0 0-1,0-1 1,0 1-1,0 0 1,0 0-1,0 0 1,0 0-1,0 0 0,-2 0 1,-3-3 38,-1 1 1,0 0-1,0 0 1,0 1-1,-1 0 1,1 0-1,0 1 1,-1 0-1,1 0 1,-1 1-1,1-1 1,-1 2-1,1-1 0,-1 1 1,1 0-1,0 1 1,-1 0-1,1 0 1,0 0-1,0 1 1,0 0-1,1 1 1,-1-1-1,1 1 1,0 1-1,0-1 1,0 1-1,0 0 1,1 0-1,0 1 0,0-1 1,-8 14-1,7-9-22,0 1-1,1 0 0,0 0 0,1 1 0,1 0 0,0-1 1,-3 22-1,3 5 341,0 45 0,4-58-120,0 0 1,2-1-1,1 1 1,0-1-1,2 1 1,14 35-1,-13-42-32,2 0 1,0 0-1,1-1 1,0 0-1,1-1 1,1 0-1,1-1 0,28 26 1,-31-32-184,1-1 0,0-1 0,1 0 0,-1 0 1,1-1-1,0-1 0,1 0 0,-1 0 0,1-1 0,0-1 0,0 0 1,1-1-1,-1-1 0,0 0 0,1 0 0,-1-2 0,0 1 0,1-2 1,-1 0-1,0 0 0,0-1 0,0-1 0,16-6 0,-14 1-144,0 0 1,0 0-1,-1-2 0,0 1 0,0-2 0,17-19 0,-12 9-937,0-1 0,-1-1-1,17-30 1,-23 32-1517,14-36 0,-3-13-4766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8100,'0'0'6744,"0"-2"-6065,0 7-400,13 258 993,81 531 1063,-82-700-1681,47 182-1,-57-269-621,13 34 71,-15-40-100,0 0 0,1 0 0,-1 1 0,1-1 0,0 0-1,-1 0 1,1 0 0,0 0 0,0 0 0,0 0 0,0 0 0,0 0 0,0 0 0,0 0 0,0 0 0,0 0 0,0-1 0,0 1 0,1 0 0,-1-1 0,0 1 0,2-1 0,-3 0-10,1 0 1,-1 0-1,0 0 1,1 0-1,-1 0 1,0 0-1,1 0 0,-1 0 1,0 0-1,1 0 1,-1-1-1,0 1 1,1 0-1,-1 0 0,0 0 1,0-1-1,1 1 1,-1 0-1,0 0 1,0 0-1,1-1 1,-1 1-1,0 0 0,0-1 1,0 1-1,0 0 1,1-1-1,-1 1 1,0 0-1,0-1 0,2-15-385,-2 11 214,1-97-4092,-2 30-1384,-2 13-885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7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17 8996,'0'0'8996,"-18"-4"-8697,5 2-260,0-1-18,-1 0-1,1 1 1,-1 0 0,0 2-1,0-1 1,0 2-1,0 0 1,-25 5-1,9 3-115,-1 1-1,-37 19 1,53-22 63,0 1 1,1 0-1,0 2 1,1-1-1,0 2 1,-14 14-1,24-22 30,0 1-1,0 0 1,0-1-1,1 1 1,-1 0-1,1 0 1,0 1-1,1-1 1,-1 0-1,1 1 0,0-1 1,0 1-1,0-1 1,0 1-1,1-1 1,0 1-1,0-1 1,0 1-1,1 0 1,-1-1-1,1 1 1,0-1-1,0 1 1,1-1-1,-1 0 1,1 1-1,0-1 1,0 0-1,1 0 1,-1 0-1,1-1 0,0 1 1,0 0-1,0-1 1,0 0-1,6 5 1,15 10 158,0-1 0,1-1 1,37 18-1,90 33 264,-126-56-422,9 4-24,-11-4-89,0-1 0,1-1 0,0-1 1,36 7-1,-59-15-87,0 1-1,0-1 1,0 0 0,0 0 0,0 0 0,1 0-1,-1 0 1,0 0 0,0 0 0,0-1 0,0 1 0,4-2-1,-5 0-64,0 1 0,0 0-1,1 0 1,-1-1-1,0 1 1,0-1-1,0 1 1,-1-1 0,1 0-1,0 1 1,0-1-1,-1 1 1,1-1-1,-1 0 1,1-3 0,6-38-5966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8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10 2257,'0'0'13534,"-2"-2"-12763,1 1-734,0 1 1,1-1-1,-1 0 0,0 1 0,0-1 1,0 1-1,0-1 0,0 1 0,0-1 1,0 1-1,0 0 0,0-1 0,-1 1 1,1 0-1,0 0 0,0 0 0,0 0 1,0 0-1,0 0 0,0 0 0,0 0 1,0 1-1,0-1 0,-1 0 0,1 0 0,0 1 1,0-1-1,0 1 0,0-1 0,0 1 1,1 0-1,-1-1 0,0 1 0,0 0 1,0-1-1,0 1 0,1 0 0,-1 0 1,0 0-1,1 0 0,-1 0 0,1 0 1,-1 0-1,1 0 0,-1 0 0,1 0 0,-1 1 1,-7 23 34,1 0 0,1 1 0,1 0 0,-2 45 0,5 438 1382,3-275-720,4 51-145,24-8-381,-27-264-200,-2-10-5,0 1 0,1-1 1,-1 0-1,1 1 0,0-1 0,0 0 0,0 1 0,0-1 1,0 0-1,1 0 0,0 0 0,-1 0 0,1 0 1,0-1-1,3 5 0,-4-7-3,-1 0 0,0 0 0,0 0-1,0 0 1,0 0 0,0 0 0,0 1 0,1-1 0,-1 0 0,0 0 0,0 0-1,0 0 1,0 0 0,0 0 0,1 0 0,-1 0 0,0 0 0,0 0 0,0 0-1,0 0 1,1 0 0,-1 0 0,0 0 0,0 0 0,0 0 0,0 0 0,1 0-1,-1 0 1,0 0 0,0 0 0,0 0 0,0 0 0,1 0 0,-1 0 0,0 0-1,0 0 1,0-1 0,0 1 0,0 0 0,0 0 0,1 0 0,-1 0-1,0 0 1,0 0 0,0-1 0,0 1 0,0 0 0,0 0 0,0 0 0,0 0-1,0 0 1,0-1 0,0 1 0,0 0 0,0 0 0,1 0 0,-1 0 0,0-1-1,0 1 1,0 0 0,-1 0 0,1-1 0,3-20-605,-2-1 0,0 0 1,-3-28-1,0 10-991,2 23 380,-2 0 0,-2-18 1,-17-33-3809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8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5426,'0'0'13671,"224"-40"-12855,-141 27-672,-4-2-144,1 2-576,-15 7-1441,-13 6-2033,-21 0-5186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9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5074,'0'0'6990,"0"-12"-5789,0-51 3478,0 66-4401,4 93 1204,27 145 0,27 192 796,-56-422-2229,-2-4 3,1 0-1,0-1 1,1 1 0,0 0-1,0-1 1,5 11 0,-2-13 88,-4-4-135,-1-1 0,1 1 0,-1 0 0,0-1 1,1 1-1,-1-1 0,1 1 0,-1-1 0,0 1 0,0-1 0,1 0 0,-1 1 0,0-1 0,0 1 0,0-1 0,0 1 0,1-1 0,-1 0 0,0 1 0,0-1 0,0 1 0,0-1 0,-1 0 0,12-361-3002,-11 184 346,1 156 2205,-1 1-206,5-40-1,-5 57 628,1-1 1,0 0-1,0 1 0,1-1 0,-1 1 0,1 0 0,0-1 0,0 1 0,1 0 0,-1 0 1,1 0-1,0 1 0,6-8 0,-6 9 107,0 0-1,0 1 1,0-1 0,1 0 0,-1 1-1,0 0 1,0 0 0,1 0 0,-1 0-1,1 1 1,-1-1 0,6 1 0,44 2 1570,-43-1-1304,4 2 63,-1 0 0,1 1 0,0 0 0,-1 1 0,21 10 0,-21-8-215,0-1 0,1-1 0,-1 0 0,1-1-1,26 4 1,-34-7-247,1 0 0,0-1 0,-1 0 0,1 0 0,-1-1 0,1 0 0,9-2 0,-13 2-198,-1 0 0,0 0 0,0 0-1,1-1 1,-1 1 0,0-1 0,0 1 0,0-1 0,-1 0-1,1 1 1,0-1 0,-1 0 0,1 0 0,-1-1 0,1 1 0,-1 0-1,0 0 1,0 0 0,0-1 0,0 1 0,0-1 0,0-4-1,3-19-4859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19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12870,'0'0'4047,"0"13"-3601,0 316 3308,5-263-3086,2 0 0,3 0 0,21 67 1,-27-116-577,1 0 1,0-1 0,2 0-1,0 0 1,0 0 0,2-1 0,16 23-1,-22-35-89,0 0-1,1 0 0,-1 0 1,1 0-1,0 0 1,0-1-1,0 1 0,0-1 1,1 0-1,-1-1 1,0 1-1,1-1 0,-1 1 1,1-1-1,0-1 1,-1 1-1,1-1 0,0 0 1,-1 0-1,1 0 0,0 0 1,-1-1-1,1 0 1,-1 0-1,1 0 0,-1-1 1,1 1-1,5-4 1,-3 0 4,-1-1 0,0 1 0,-1-1 1,1 0-1,-1 0 0,0-1 1,7-12-1,28-59-129,-24 40-526,-1-2 0,-2 0 1,-2 0-1,-2-1 1,6-55-1,-4-88-1566,-10 57 5568,-1 136-3991,0 30-5099,0-25-2030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20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7123,'0'0'8481,"0"-6"-7456,0-17-211,0 18 2360,0 7-3131,17 527 1510,-13-467-1315,-1-18 69,11 63-1,-14-106-297,5 19 148,-5-20-146,0 0-1,0 1 1,0-1-1,0 1 1,1-1-1,-1 1 1,0-1 0,0 1-1,0-1 1,0 1-1,1-1 1,-1 0-1,0 1 1,0-1-1,1 1 1,-1-1 0,0 0-1,1 1 1,-1-1-1,0 0 1,1 1-1,-1-1 1,1 0-1,-1 0 1,0 1 0,1-1-1,-1 0 1,1 0-1,0 0 1,2-8-1,-1-196-1542,-4 103-57,2 47 1185,1-77-646,1 120 1040,0 0 0,0 0 0,1 0 0,0 0 0,1 1 0,0-1 0,0 1 0,12-17 1,-12 20 96,0 0 0,1 0 1,0 1-1,1-1 0,-1 1 1,1 1-1,0-1 0,1 1 1,-1 0-1,1 1 0,0-1 1,13-5-1,-13 7-11,1 1 1,-1 0-1,1 1 1,0-1-1,0 1 1,0 1-1,16 0 1,-19 1-34,0-1 1,0 1-1,1 0 1,-1 1 0,0-1-1,0 1 1,-1 0-1,1 0 1,0 1-1,-1-1 1,1 1 0,-1 0-1,6 5 1,3 6 114,0 1 0,0 1 0,-2 0 1,0 0-1,-1 1 0,13 28 0,-1 7 369,16 57 0,-10-12 441,24 153 1,-51-245-951,1 6 14,-1-25-112,-6-132-835,1-87-1214,5 218 1952,1 1 0,1-1 0,0 1 0,0 0 0,2 0 0,0 0 0,0 1 0,1-1 0,1 1 0,9-13 0,-11 18 192,1 1 1,-1 0-1,1 0 1,1 0-1,-1 1 1,1 0 0,0 0-1,0 1 1,1 0-1,0 0 1,0 1-1,0 0 1,0 0 0,1 1-1,-1 0 1,1 0-1,12-1 1,-14 3 81,1 0 0,0 1 0,0-1 0,0 2 0,0-1 0,0 1 0,0 0 0,0 1 0,-1 0 1,1 0-1,0 1 0,-1 0 0,9 4 0,-7-1 26,-1 0 0,0 0 0,0 0 0,0 1 1,-1 1-1,0-1 0,0 1 0,-1 0 0,10 17 0,-4-4 15,-1 1 0,-1 0 1,-1 0-1,-1 1 0,-1 0 0,5 34 0,-5-9 24,-2 2 1,-1 55-1,-20-104-1552,13-1 1108,-1 0 1,1 0-1,0-1 0,0 0 0,0 0 0,0 1 0,0-2 0,0 1 0,0 0 0,1-1 0,-1 1 0,0-1 1,1 0-1,-1 0 0,1 0 0,0 0 0,-3-3 0,-23-22-5019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2:20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21786,'0'0'2689,"0"-15"-4033,0 6-1378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16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25 193 4162,'0'0'10981,"-4"1"-9994,-16 1 3882,24-2-4498,214 1 579,261-2-700,-260-16-281,-119 6 17,-13 8-101,-83-6-773,12-102-8186,-12 86 4176,-4 6-939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16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8644,'0'0'6299,"13"-17"-6075,-3 2-187,2 1 1,25-25-1,-35 37-36,1 0 0,-1 1-1,1-1 1,-1 1 0,1-1 0,0 1 0,-1 0 0,1 0-1,0 0 1,0 1 0,0-1 0,0 1 0,0-1 0,0 1-1,0 0 1,0 0 0,0 1 0,-1-1 0,1 0-1,0 1 1,0 0 0,0 0 0,0-1 0,0 2 0,-1-1-1,1 0 1,-1 1 0,1-1 0,3 3 0,3 3 2,0 1 0,0 0 0,-1 0 0,0 0 0,11 17 0,-8-10 108,-2 1-1,0 0 1,0 0 0,-2 0 0,0 1 0,-1 0 0,-1 1-1,0-1 1,-1 1 0,2 33 0,-4-16 383,-3 51-1,0-71-318,-2 0-1,1 0 0,-2 0 0,0 0 1,-10 24-1,5-19-18,-1-1 1,0 0-1,-2 0 0,0-2 1,-1 1-1,0-1 0,-2-1 1,0-1-1,-31 26 0,43-39-222,0 0-1,0 0 1,0-1 0,0 1-1,0-1 1,-1 0-1,1 0 1,-5 1 0,7-2-57,1 1 0,-1-1 1,0 0-1,0 0 1,0 0-1,0 0 1,1-1-1,-1 1 0,0 0 1,0 0-1,0 0 1,1-1-1,-1 1 0,0 0 1,0-1-1,0 1 1,1-1-1,-1 1 1,0-1-1,1 1 0,-1-1 1,1 1-1,-1-1 1,0 0-1,1 1 1,-1-1-1,1 0 0,0 1 1,-1-1-1,1 0 1,0 0-1,-1 1 1,1-1-1,0 0 0,0 0 1,-1-1-1,0-23-5549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1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361 107 6643,'0'0'4677,"0"-12"-4421,0-67 1259,0 78-1469,0 0-1,0 1 1,0-1 0,-1 0-1,1 1 1,0-1-1,-1 0 1,1 1 0,0-1-1,-1 1 1,1-1-1,-1 1 1,1-1-1,-1 1 1,1-1 0,-1 1-1,1-1 1,-1 1-1,1 0 1,-1-1-1,0 1 1,1 0 0,-1 0-1,0-1 1,1 1-1,-1 0 1,0 0 0,1 0-1,-1 0 1,-1 0-1,-24-2 267,23 2-220,2 0-78,-13 0 94,0 0 0,-19 4 1,27-3-109,1 0 1,-1 1 0,1 0-1,0 0 1,0 1-1,-1-1 1,2 1 0,-9 5-1,-7 10-6,1-1 0,0 2 0,2 1 0,0 0 0,1 1 0,-22 38 0,30-45 9,1 0 1,0 0 0,1 0-1,1 1 1,0 0 0,1 0-1,0 0 1,1 1 0,1-1 0,1 1-1,0 0 1,2 24 0,1-30 0,0-1 0,0 0 0,1 0 0,0 0 0,0 0 0,1 0 0,1-1 0,-1 0 0,1 1 0,1-2 0,-1 1 0,1-1 0,1 0 0,-1 0 0,13 10 0,9 5 11,2-1 0,54 29 0,-82-49-15,86 42-55,-65-33 32,1 1 0,-2 1 0,0 1 1,0 0-1,35 31 0,-54-41 34,0-1 0,-1 1 1,0 0-1,0 0 0,0-1 0,0 2 0,0-1 1,0 0-1,-1 0 0,0 1 0,1-1 0,-1 0 1,-1 1-1,1-1 0,0 1 0,-1 0 0,0-1 0,1 1 1,-2-1-1,1 1 0,0-1 0,-1 1 0,1 0 1,-1-1-1,0 0 0,-2 6 0,0-3 19,-1 1 0,1-1-1,-1 0 1,0 0 0,-1 0 0,1 0-1,-1-1 1,-1 1 0,1-1-1,-1-1 1,-8 7 0,2-3-86,-1 0 1,0-1-1,0 0 1,-1-1-1,0 0 0,0-1 1,0-1-1,-1-1 1,1 1-1,-1-2 1,-17 1-1,31-3-30,1 0 1,-1 0-1,0 0 1,0 0-1,0 0 1,1 0-1,-1 0 1,0 0 0,0 0-1,0 0 1,1 0-1,-1-1 1,0 1-1,0 0 1,1-1-1,-1 1 1,0 0-1,1-1 1,-1 1-1,0-1 1,0 0-1,-5-25-3115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1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53 5042,'0'0'6144,"-2"-11"-5204,1 6-1282,-5-27 2229,3 28-682,2 24-829,7 118 461,25 141-1,-10-114-105,1 71 149,28 199 308,-48-424-1156,-2-9-15,0 0-1,0 0 1,0 0 0,0 0 0,1-1 0,-1 1-1,1 0 1,0 0 0,-1 0 0,1 0-1,0-1 1,0 1 0,0 0 0,0-1 0,0 1-1,3 2 1,-4-4-14,0 0 0,0 0 1,0 0-1,1 0 0,-1 1 0,0-1 0,0 0 0,1 0 0,-1 0 1,0 0-1,0 0 0,0 0 0,1 0 0,-1 0 0,0 0 0,0 0 1,1 0-1,-1 0 0,0 0 0,0 0 0,1 0 0,-1 0 0,0-1 1,0 1-1,1 0 0,-1 0 0,0 0 0,0 0 0,0 0 0,1-1 1,-1 1-1,0 0 0,0 0 0,0 0 0,0 0 0,1-1 0,-1 1 1,0 0-1,0 0 0,0-1 0,0 1 0,0 0 0,0 0 0,0-1 0,5-16-29,2-35-1212,-3 0 1,-4-79 0,0 61-574,-1 35 91,0-1 0,-3 1 0,-9-44 0,-10-11-2047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18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5715,'0'0'3377,"193"40"-1280,-113 28 240,-11 16-304,-21 6-672,-20 6-401,-18 4-127,-10-10-369,0-3-80,-41-10-384,-8-21 0,-6-9-48,0-26-496,3-21-929,7-6-192,11-50-1488,13-12-4419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1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0 495 1905,'0'0'10719,"23"-23"-10310,4-5-367,113-104-36,-138 130-18,34-29-754,40-46 0,-67 68 304,-1-1 1,-1 0-1,0-1 1,0 1-1,-1-1 0,0 0 1,-1-1-1,0 0 0,-1 1 1,3-16-1,-6 25 393,-1 0-1,0 1 1,1-1 0,-1 0-1,0 0 1,0 1 0,0-1 0,0 0-1,0 0 1,-1 0 0,1 1-1,0-1 1,-1 0 0,1 1 0,-1-1-1,0 0 1,1 1 0,-1-1-1,0 0 1,0 1 0,0 0-1,0-1 1,0 1 0,-3-3 0,0 2 174,0 0 0,-1 0 1,1 0-1,0 0 1,-1 1-1,0-1 0,-7 0 1,10 1-81,-22-2 600,0 0 1,0 2 0,-45 3 0,13-1-91,45-1-322,4 0 24,1 0 0,-1 0 1,1 0-1,0 1 0,-1 0 0,1 0 0,-7 3 0,10-3-171,1 0-1,0 0 1,0 1-1,0 0 1,0-1-1,0 1 1,0 0-1,0 0 1,1 0-1,-1 0 1,1 0-1,-1 0 1,1 0-1,0 0 1,0 1-1,0-1 1,0 1-1,0-1 1,0 1-1,1-1 1,-1 6-1,-2 10 323,1 1 0,2 32 0,0-27-95,1 0 115,1 0-1,1 0 1,1 0 0,13 44-1,43 88 1570,-60-155-1961,73 154 1996,-63-139-1810,-1 0 0,2 0 0,0-1 0,1-1 0,1 0 0,27 24 0,-35-34-175,0 0 1,1-1-1,-1 1 1,1-1-1,0 0 1,0 0 0,0-1-1,1 0 1,-1 0-1,1-1 1,-1 1-1,1-1 1,-1-1 0,1 1-1,-1-1 1,1 0-1,0-1 1,-1 0-1,1 0 1,-1 0-1,1-1 1,-1 1 0,7-4-1,-1-1-76,0 0 0,0-1 0,0 0 0,-1-1 0,0-1 0,0 1 0,-1-2 0,-1 1-1,17-21 1,-6 4-1017,-2 0-1,-1-1 0,-1-1 1,-1-1-1,13-34 0,0-36-7542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19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6307,'0'0'5530,"0"5"-4828,0 32 230,8 194 1850,39 135-577,-12-104-771,-25-179-1076,5 45 188,32 128 1,-43-242-519,11 41 44,-13-51-70,0 0 1,-1 0-1,2 1 1,-1-2 0,0 1-1,1 0 1,0 0-1,5 5 1,-7-8-6,-1 0 1,1 0-1,0-1 1,-1 1-1,1 0 1,0-1-1,0 1 1,-1 0-1,1-1 1,0 1-1,0-1 1,0 0-1,0 1 1,0-1-1,0 0 1,0 1-1,0-1 0,-1 0 1,1 0-1,0 0 1,0 0-1,0 0 1,0 0-1,0 0 1,0 0-1,0 0 1,0-1-1,0 1 1,0 0-1,0-1 1,0 1-1,0 0 1,0-1-1,-1 1 1,1-1-1,0 1 1,0-1-1,1-1 1,0-1-50,0 0 0,0 0 1,0-1-1,0 1 0,0-1 1,-1 1-1,0-1 1,2-5-1,6-32-2739,-2-1 1,3-78-1,-8 51-3705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1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0 12246,'0'0'5853,"-39"29"-5602,-130 94-225,58-51-264,87-57-115,1 0 1,-25 22-1,45-35 288,1 1 0,-1 0 1,0-1-1,1 1 0,0 0 1,-1 1-1,1-1 0,0 0 0,1 0 1,-1 1-1,1-1 0,-1 1 1,1 0-1,0-1 0,0 1 1,0 5-1,1-6 44,0 0 0,0 0 0,1 0 0,-1 0 0,1 0 0,-1-1 0,1 1 0,0 0 0,0 0 0,0 0 0,1-1 1,-1 1-1,1-1 0,-1 1 0,1-1 0,0 1 0,0-1 0,0 0 0,0 0 0,0 0 0,5 3 0,15 9 84,1 0 0,0-2 0,45 17-1,83 20 600,-141-45-604,39 10-57,88 14-1,-56-22-4928,-54-6-1689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1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35 7475,'0'0'7873,"-1"-6"-6950,-1-16-253,1 16 162,1 9-626,2 28 59,1 0-1,2-1 1,9 34 0,4 23 290,31 359 1271,-29 3-1128,-3-228-506,-16-215-189,8 39 21,-8-44-26,-1 1 0,0-1-1,1 0 1,-1 0 0,1 0-1,-1 1 1,1-1 0,-1 0 0,1 0-1,0 0 1,-1 0 0,1 0-1,0 0 1,0 0 0,0 0-1,0-1 1,0 1 0,0 0 0,0 0-1,0-1 1,0 1 0,0-1-1,1 1 1,-1-1 0,0 1-1,2-1 1,-2 0-11,-1 0 0,1 0 1,-1 0-1,0 0 0,1 0 0,-1 0 0,1 0 0,-1 0 0,0 0 1,1 0-1,-1 0 0,0 0 0,1-1 0,-1 1 0,0 0 0,1 0 0,-1-1 1,0 1-1,1 0 0,-1 0 0,0-1 0,0 1 0,1 0 0,-1-1 0,0 1 1,0 0-1,0-1 0,1 1 0,-1 0 0,0-1 0,0 1 0,0 0 1,0-1-1,5-20-1115,-1 0 0,-1 0 0,-1 0 0,0 0 0,-3-32 1,1 25-1001,0-55-6636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20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16359,'0'0'2831,"31"1"-1873,110 4-128,-118-6-808,1-1 1,-1-1 0,0-1 0,0-1 0,0-2 0,0 0-1,41-19 1,-40 15-360,1 1 0,0 2 0,43-9 0,-56 17-104,-9 14-76,0 51 1277,2 1 1,25 115-1,-19-127-473,32 136 856,-32-150-834,2 0-1,29 60 1,-38-91-268,13 22 39,-16-30-72,0 1 0,0-1 0,0 0 0,0 0 0,0 0 0,0 0 0,0 0 0,1 0 0,-1 0 0,0-1 0,1 1-1,-1 0 1,0-1 0,1 1 0,-1-1 0,0 1 0,1-1 0,-1 0 0,3 1 0,-4-1-7,0 0 0,1 0 0,-1 0-1,0 0 1,0 0 0,0 0 0,1 0 0,-1-1 0,0 1 0,0 0 0,0 0 0,0 0-1,1 0 1,-1 0 0,0 0 0,0 0 0,0 0 0,0-1 0,1 1 0,-1 0 0,0 0-1,0 0 1,0 0 0,0 0 0,0-1 0,0 1 0,0 0 0,0 0 0,1 0 0,-1-1-1,0 1 1,0 0 0,0 0 0,0 0 0,0 0 0,0-1 0,0 1 0,0 0 0,0 0-1,0 0 1,0-1 0,3-23-56,-1 0 0,-1 0 0,-3-28 0,1 0-360,1 10 9,-1-4-335,2 0 0,10-69 0,-9 103 675,1 0-1,-1 1 0,2-1 0,0 1 0,0 0 1,1 0-1,0 0 0,1 1 0,0 0 0,1 0 1,0 0-1,0 1 0,1 0 0,17-15 0,-18 20 139,-1 0 0,1 0 0,0 1 0,0 0 0,0 0-1,0 1 1,0-1 0,1 2 0,-1-1 0,1 1 0,9-1 0,11 1 346,47 5 1,-75-4-419,45 5-307,9 0-1983,-18-3-2301,-20-2-851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2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11925,'0'0'5040,"0"35"-3351,0 116-283,0-85-435,10 85 0,-7-128-841,2-1 1,1 0-1,0-1 0,2 1 1,0-1-1,15 26 0,-18-38-87,0 0 0,0 0-1,1-1 1,11 12-1,-15-18-44,0 0 0,0 0 0,0 0 0,1 0 0,-1-1 0,0 1 0,1-1 0,0 1 0,-1-1 0,1 0 0,0 0 0,-1 0 0,1-1 0,0 1 0,0-1 0,0 1 0,0-1 0,0 0 0,0 0 0,3-1 0,-3 1-18,-1-1-1,1 0 0,-1 0 1,0-1-1,1 1 1,-1 0-1,0-1 0,0 0 1,0 1-1,0-1 1,0 0-1,0 0 0,-1 0 1,1 0-1,-1 0 1,1 0-1,-1-1 0,2-4 1,4-7-377,8-29 0,-11 33 190,8-31-1384,-1-1 1,8-72-1,-5-86-5654,-7 77 4524,-7 114 3721,1 0 0,0 0 0,1 0 0,5-14 3106,-6 23-3958,-1 0 0,0 0 0,0 0 0,0 0 0,1 0 0,-1 0 0,0 0 0,0 0 0,0 0 0,0 0 0,1 0 0,-1 0 0,0 0 0,0 0 0,0 0-1,1 0 1,-1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21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85 3826,'0'0'6910,"-2"0"-7114,2 0 436,-1 0 0,1 0 1,-1 0-1,1 0 1,0 0-1,-1 0 1,1 0-1,-1 1 0,1-1 1,-1 0-1,1 0 1,-1 0-1,1 0 1,0 0-1,-1 1 0,1-1 1,-1 0-1,1 0 1,0 1-1,-1-1 1,1 0-1,0 1 0,-1-1 1,1 0-1,0 1 1,0-1-1,-1 1 1,1-1-1,0 0 0,0 1 1,0-1-1,-1 1 1,1-1-1,0 1 1,0-1-1,0 1 0,26 483 2830,-19-389-2634,-5-68-323,-1-6 75,1 1 0,8 31 1,-10-50-132,1-1 0,0 0 0,-1 0 1,1 0-1,0 0 0,0 0 1,1 0-1,-1 0 0,3 3 0,-4-5-37,1 1 0,-1-1 0,1 0 0,-1 1 0,1-1 0,-1 0-1,1 0 1,-1 1 0,1-1 0,-1 0 0,1 0 0,0 0 0,-1 0-1,1 0 1,-1 1 0,1-1 0,-1 0 0,1 0 0,0 0-1,-1-1 1,1 1 0,-1 0 0,1 0 0,0 0 0,-1 0 0,1 0-1,-1-1 1,1 1 0,-1 0 0,1-1 0,-1 1 0,1 0 0,-1-1-1,1 1 1,-1 0 0,0-1 0,1 1 0,-1-1 0,7-8 23,-1 0-1,0 0 1,-1 0 0,0-1 0,-1 0 0,5-14 0,-3 10-60,22-66-882,-3 0 1,-4-1-1,18-138 1,-34 171 232,10-59-292,-12 93 998,0 0 1,1 0-1,0 1 0,1-1 1,8-12-1,-13 25 32,0 0 1,1 1-1,-1-1 0,1 0 1,-1 0-1,1 0 0,-1 1 0,1-1 1,0 0-1,-1 1 0,1-1 1,0 0-1,-1 1 0,1-1 1,0 1-1,0-1 0,0 1 1,0 0-1,-1-1 0,1 1 1,0 0-1,0-1 0,0 1 1,0 0-1,0 0 0,0 0 1,0 0-1,0 0 0,0 0 1,0 0-1,0 0 0,-1 0 1,1 1-1,0-1 0,0 0 1,0 0-1,0 1 0,0-1 1,0 1-1,-1-1 0,1 1 1,0-1-1,0 1 0,0 0 1,4 7 103,-1-1 0,0 1 0,0 0 1,-1 0-1,0 0 0,0 1 1,-1-1-1,2 12 0,-1-7-12,43 262 1880,-22 6-606,-16-174-857,-7-89-475,-1-13-82,0 1 0,1 0 0,0 0 0,0 0 0,0 0 0,0-1 0,1 1 0,4 8 1,-6-35-177,1-39-344,3-1 0,2 1 0,17-70 1,-15 97 211,1 0 1,2 1 0,1 0 0,1 1 0,2 0 0,1 1 0,25-35 0,-34 56 190,0 0 0,0 1 0,1 0 1,0 0-1,14-11 0,-17 16 93,0 0 1,0 0-1,1 0 1,-1 1 0,0 0-1,1 0 1,0 1 0,-1-1-1,1 1 1,0 0-1,0 1 1,6-1 0,-8 1 29,-1 1 0,1-1 0,-1 0 0,0 1 0,0 0 0,1 0 0,-1 0 0,0 0 0,0 0 0,0 1 0,0-1 0,0 1 0,0 0 0,3 3 0,-1-1 32,-1 0-1,0 0 1,0 1 0,-1 0-1,1 0 1,-1 0-1,4 8 1,2 8 150,-2 0 1,0 0-1,5 32 0,-10-46-158,46 288 922,-47-290-978,4 16-217,-4-19-598,-1-11-4118,-4-9-1442,-13 4-6314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444 147 4018,'0'0'5987,"-1"-4"-5390,-2-5-292,3 5-64,-1 1 0,0 0 0,0 0 0,0 0 0,0 0 0,0 0 0,-1 0 0,0 0 0,1 0 0,-5-4 0,-10-7-99,0 0-1,-27-16 0,35 26-126,0-1 0,0 1 0,0 1 0,-1 0-1,1 0 1,-1 0 0,0 1 0,-14-2 0,-139-2 622,160 6-618,0 1-1,0 0 1,1 0-1,-1 0 1,0 0-1,0 0 1,1 1-1,-1-1 1,1 0-1,-1 1 0,1-1 1,-1 1-1,1-1 1,0 1-1,0 0 1,0 0-1,0 0 1,0-1-1,0 1 1,0 2-1,-5 7 59,-2 2-28,0 1 1,1 0-1,0 0 1,2 1-1,-1 0 1,2 0-1,0 0 1,-3 30-1,3 22 503,4 2-1,12 89 1,-6-111-26,3-2 0,1 1 0,3-1 0,23 54 0,-30-84-363,0-1 1,1-1-1,1 1 1,13 16-1,-17-25-105,0-1-1,0 1 1,0-1-1,1 0 1,-1 0 0,1-1-1,0 0 1,0 1-1,0-2 1,1 1-1,-1-1 1,1 1-1,0-1 1,7 1 0,-2-1-18,0-1 0,-1-1 0,1 0 0,0 0 0,0-1 0,-1 0 0,1-1 0,-1 0 0,1 0 0,-1-2 0,0 1 0,0-1 0,0 0 0,0-1 0,-1-1 0,18-11 0,-1-4-338,-1-1 0,0-1 1,-2-1-1,26-34 0,-32 38-350,-2-1 0,0-1-1,-1 0 1,-1-1 0,-1-1-1,-2 0 1,0 0 0,-1-1 0,-2 0-1,0-1 1,-2 0 0,3-38-1,-6-103-4715,-3 98 7111,1 59 592,-1 17-988,-1 21-887,2-27-454,14 325 4502,-10-296-4126,3 32 815,31 118 0,-35-172-1166,-1 0 0,1-1 0,1 0 0,0 0 0,0 0 0,0 0-1,1-1 1,0 1 0,0-1 0,10 9 0,-12-12-153,0-1 0,0 0 0,1 0 0,-1 0-1,0 0 1,1 0 0,-1-1 0,1 1 0,-1-1 0,1 0-1,0 0 1,0 0 0,-1-1 0,1 0 0,0 1-1,0-1 1,0 0 0,-1-1 0,1 1 0,0-1-1,0 1 1,-1-1 0,7-3 0,-8 3-196,0 0 1,0 0-1,0 0 0,0 0 1,0-1-1,-1 1 1,1-1-1,0 1 1,-1-1-1,1 0 0,-1 1 1,2-4-1,16-35-7249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10149,'0'0'4813,"7"27"-4034,-1-1-538,11 38 818,8 70-1,0 269 3339,-25-383-4205,0-8-52,0-1 0,0 1 1,1-1-1,0 0 1,1 1-1,1-1 0,7 21 1,-10-32-137,0 1 0,0-1 0,0 0 0,0 1 0,0-1 0,1 1 0,-1-1 0,0 0 0,0 1 0,1-1 0,-1 0 0,0 1-1,0-1 1,1 0 0,-1 0 0,0 1 0,1-1 0,-1 0 0,1 0 0,-1 1 0,0-1 0,1 0 0,-1 0 0,1 0 0,-1 0 0,0 0 0,1 1 0,-1-1 0,1 0 0,-1 0 0,1 0 0,-1 0 0,0 0 0,1 0 0,-1-1 0,1 1 0,-1 0 0,1 0 0,-1 0 0,1 0 0,0-1 2,1-1 0,-1 1 1,0 0-1,0 0 0,1 0 0,-1-1 1,0 1-1,0 0 0,-1-1 1,3-2-1,12-34-331,-2 0 0,-1-1 0,12-77 0,-13 61-208,-2 10 30,31-124-1704,-34 151 1898,1 0 0,0 1 1,1 0-1,1 0 0,0 1 0,23-30 1,-29 42 268,1 0 0,-1 1 0,1-1 0,0 1 0,0-1-1,0 1 1,0 0 0,1 1 0,-1-1 0,1 1 0,0 0 0,0 0 0,0 0 0,0 1 0,0-1 0,0 1 0,0 0 0,0 1 0,0-1 0,6 1 0,-7 1 117,0-1-1,-1 0 1,1 1 0,-1 0-1,1 0 1,0 0-1,-1 0 1,0 1-1,1-1 1,-1 1 0,0 0-1,0 0 1,0 0-1,0 0 1,0 1 0,0-1-1,-1 1 1,4 4-1,3 4 194,-1 1-1,0 0 1,8 19-1,-15-29-227,24 57 1011,-2 2 0,-2 0 0,14 77 0,0-5-148,-34-130-895,0 3-7,0 0 1,1-1-1,0 1 1,0-1-1,0 1 0,0-1 1,1 0-1,0 0 0,0 0 1,1 0-1,7 8 0,-11-13-58,1 0 0,-1 0 0,0 0-1,1 1 1,-1-1 0,0 0 0,0 0-1,1 0 1,-1 0 0,1 1 0,-1-1 0,0 0-1,1 0 1,-1 0 0,0 0 0,1 0-1,-1 0 1,0 0 0,1 0 0,-1 0-1,1 0 1,-1 0 0,0-1 0,1 1-1,-1 0 1,0 0 0,1 0 0,-1 0-1,0 0 1,1-1 0,-1 1 0,0 0-1,0 0 1,1-1 0,-1 1 0,0 0-1,0 0 1,1-1 0,-1 1 0,0 0-1,0-1 1,0 1 0,1 0 0,-1-1-1,0 1 1,0-1 0,6-20-3011,-5 16 2739,6-46-5166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4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87 4978,'0'0'9754,"-10"-12"-8249,9 9-1434,1 0 0,-1 0 0,1 0 0,-1 0 0,0 1 0,0-1 0,0 0 1,0 1-1,-1-1 0,1 1 0,-1-1 0,1 1 0,-1 0 0,0-1 0,0 1 0,0 0 1,0 0-1,0 0 0,-1 1 0,1-1 0,-1 1 0,1-1 0,-1 1 0,1 0 0,-6-2 0,-2-1-47,1 1 1,-1 1-1,1 0 0,-1 0 0,0 1 0,-15-1 0,-92 2 181,116 0-198,-1 0 1,1 1-1,0-1 0,-1 0 1,1 0-1,0 1 0,0-1 1,-1 1-1,1-1 0,0 1 1,0 0-1,0-1 0,0 1 1,0 0-1,0 0 0,0 0 0,0 0 1,0 0-1,0 0 0,0 0 1,-1 1-1,-12 29 119,11-22-50,-10 28 319,1 1 1,2 0-1,2 0 0,-6 68 1,6 157 2159,8-221-2223,0-23-165,-1-12-91,1 1 0,0-1 0,1 0 0,-1 0 0,3 8 0,-2-13-68,-1-1 1,1 1-1,-1-1 0,1 1 1,0-1-1,0 1 0,0-1 1,0 0-1,0 1 0,0-1 1,0 0-1,0 0 1,1 0-1,-1 1 0,0-1 1,1-1-1,-1 1 0,1 0 1,-1 0-1,1 0 0,-1-1 1,1 1-1,-1-1 0,1 1 1,3-1-1,2 1-14,0-1 0,0 0 0,0 0-1,1-1 1,-1 0 0,0 0 0,0-1 0,0 0 0,0 0 0,0 0 0,-1-1-1,1 0 1,-1 0 0,1-1 0,-1 0 0,10-9 0,4-3-386,-1-2 0,-1 0-1,23-29 1,-29 31-88,-1 0 0,0 0 1,-2-2-1,0 1 0,0-1 0,-2 0 0,0-1 0,-1 1 0,-1-1 0,-1-1 1,-1 1-1,0-1 0,-1 1 0,-2-27 0,1 1-468,0 26 727,0-1 0,-2 0 0,-5-34-1,2 41 1636,2 29 1321,1 76-677,4 137 694,0-196-2510,1-1 1,1 0-1,2 0 0,21 59 0,-22-77-214,0 0-1,1-1 1,0 0 0,1 0-1,0-1 1,19 21-1,-23-28-71,1-1-1,0 1 1,0-1-1,1 0 1,0 0-1,-1 0 1,1-1 0,0 0-1,0 0 1,1-1-1,-1 0 1,1 0-1,-1 0 1,1-1-1,-1 1 1,13-1-1,-16-1-50,-1 0 0,0-1-1,0 1 1,1 0 0,-1-1-1,0 0 1,0 1 0,0-1-1,0 0 1,0 0 0,0 0-1,0-1 1,0 1-1,0 0 1,-1-1 0,1 1-1,0-1 1,-1 1 0,1-1-1,-1 0 1,0 0 0,1 0-1,1-4 1,1-3-600,0-1 0,0 0 0,4-19 1,-6 20 167,3-14-2066,3-29-1,-3-36-5780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5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9076,'0'0'7556,"0"3"-7202,2 26 204,1-1 0,1 0-1,11 36 1,5 29 498,25 398 2249,-43 3-1983,-3-259-1160,0-218-168,1 23 20,0-38-22,0-1 0,0 0 0,1 0 0,-1 1 0,0-1 0,0 0 0,1 0 0,-1 0 0,0 0 0,1 1 0,-1-1 0,1 0 0,0 0 0,-1 0 0,1 0 0,0 0 0,0 0 0,0 0 0,-1 0 0,1-1 0,0 1 0,2 1 0,-2-2-50,-1 0 0,1 0-1,0 0 1,-1 0 0,1 0 0,0 0-1,0 0 1,-1 0 0,1-1 0,0 1 0,-1 0-1,1 0 1,0-1 0,-1 1 0,1 0-1,0-1 1,-1 1 0,1-1 0,-1 1-1,1 0 1,-1-1 0,1 0 0,-1 1 0,1-1-1,-1 1 1,0-1 0,1 0 0,-1 1-1,0-1 1,1 1 0,-1-1 0,0 0 0,0 0-1,1-1 1,7-29-1355,-7 26 985,19-116-6474,-12 58 1633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5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13654,'0'0'5710,"0"30"-4355,0 210 616,-1-161-1246,4-1 0,3 1 0,19 89 0,-23-156-684,1-1-1,0 1 0,1-1 0,1 0 0,0-1 1,0 1-1,8 11 0,-10-19-37,-1 1-1,0-1 1,1-1-1,0 1 1,0 0 0,0-1-1,0 1 1,0-1-1,0 0 1,0 0 0,1 0-1,-1-1 1,1 1 0,0-1-1,-1 0 1,1 0-1,0 0 1,0 0 0,-1-1-1,1 1 1,0-1-1,0 0 1,0 0 0,0-1-1,6 0 1,-5-1-22,0 1 0,0-1 0,-1 0 0,1 0 0,0-1 0,-1 1 0,1-1 0,-1 0 0,0 0 1,0-1-1,0 1 0,0-1 0,4-5 0,4-6-237,0-2 1,11-18-1,-20 30 181,16-29-698,-1 0 1,-2-2 0,-1 1 0,19-74 0,-22 54-678,-2 0 1,4-102 0,-14 125 1587,-1 19 419,2 0-1,-1 0 0,4-17 0,-4 30-491,0 0-1,1-1 1,-1 1-1,0-1 0,0 1 1,0 0-1,1-1 1,-1 1-1,0 0 0,0-1 1,1 1-1,-1 0 1,0-1-1,1 1 0,-1 0 1,0 0-1,1-1 1,-1 1-1,0 0 0,1 0 1,-1 0-1,1 0 1,-1-1-1,0 1 0,1 0 1,-1 0-1,1 0 1,-1 0-1,0 0 0,1 0 1,-1 0-1,1 0 1,-1 0-1,1 0 0,-1 0 1,0 0-1,1 1 1,-1-1-1,1 0 0,-1 0 1,0 0-1,1 0 1,-1 1-1,0-1 0,1 0 1,-1 0-1,0 1 1,1-1-1,-1 1 1,7 15 65,-1 0 1,0 1 0,-2 0 0,0 0 0,2 28 0,3 6 15,15 88 221,7 168 1,-21 140 327,-11-389-649,-13 99 0,10-133-61,-1 0 0,-1-1 1,-1 1-1,-1-1 0,-1-1 1,-21 36-1,27-52-13,0 0-1,-1 0 1,0-1-1,0 0 1,0 0 0,-1 0-1,0 0 1,0-1-1,0 0 1,-1 0 0,1 0-1,-1-1 1,0 1 0,0-2-1,0 1 1,0 0-1,0-1 1,-1 0 0,1-1-1,-1 1 1,0-1-1,1-1 1,-1 1 0,-7-1-1,8-1-71,1 1-1,0-1 0,-1 0 0,1-1 0,0 1 1,0-1-1,0 0 0,0-1 0,0 1 1,0-1-1,0 0 0,1 0 0,0 0 1,-1 0-1,1-1 0,0 0 0,1 0 1,-1 0-1,1 0 0,-6-10 0,-1-2-705,1-1-1,1 0 0,0-1 0,-9-32 1,-6-42-3967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6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97 5987,'0'0'10010,"1"-14"-9031,1-5-624,2-43 2062,-4 61-1782,-6 1-371,-5 0-251,-1 0 0,0 1 1,1 1-1,-1 0 0,1 0 1,-1 1-1,1 0 1,0 1-1,-13 7 0,0 0-12,1 1 0,0 1 0,-34 25 1,51-33-5,0-1 1,1 1 0,0 1 0,0-1 0,0 1-1,1 0 1,0 0 0,0 0 0,0 0 0,1 1-1,0-1 1,0 1 0,1 0 0,0 0 0,0 0-1,0 0 1,1 0 0,-1 9 0,2-9-10,-1 0 0,1-1 0,0 1-1,1 0 1,-1-1 0,1 1 0,1 0 0,-1-1 0,1 1 0,0-1 0,1 0 0,-1 0 0,1 0 0,4 7-1,2-3-47,-1-1-1,1 0 1,1 0 0,0-1-1,11 8 1,60 35-433,-36-25 191,-18-9 6,0 1 1,27 25 0,-47-38 275,-1 1 0,0 0 0,-1 0 1,0 0-1,0 1 0,0 0 0,0 0 0,-1 0 0,-1 0 1,1 1-1,-1-1 0,0 1 0,3 15 0,-5-15 17,0 0 0,0 0-1,-1 0 1,0 0 0,0 0-1,-1 0 1,0 0 0,-1 0-1,-3 13 1,3-16 7,0-1-1,-1 1 1,0 0 0,0-1 0,0 0-1,0 0 1,0 0 0,-1 0 0,0 0 0,0-1-1,0 1 1,0-1 0,0 0 0,-1 0-1,-6 2 1,-3 2 65,-1 0-1,0-2 1,0 0-1,-21 4 1,27-7-53,0-1 1,0 0-1,0 0 1,0-1-1,-1 0 1,1 0-1,0-1 0,-16-4 1,23 4-47,0 0 1,0 0 0,0 0-1,0 0 1,0 0-1,0 0 1,0-1-1,0 1 1,0-1-1,1 1 1,-1-1 0,0 0-1,1 0 1,0 0-1,-1 1 1,1-1-1,-2-4 1,1 1-291,0-2-1,0 1 1,0 0 0,-2-12-1,2-43-4537,2-1-5918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6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0 500 9316,'0'0'6027,"29"-17"-5051,0 0-805,5-1 35,-2-2 0,-1-1 1,52-45-1,20-34 344,-91 87-569,-1-1 0,0 0 0,-2 0 1,1-1-1,-2-1 0,9-18 0,-14 25 20,0 0 0,-1 0-1,0 0 1,2-15-1,-4 22 21,1 0 0,-1 0 0,0 0 0,0 0 0,0 0-1,0 0 1,0 0 0,-1 0 0,1 0 0,0 0 0,-1 0 0,0 0-1,1 0 1,-1 0 0,0 1 0,0-1 0,0 0 0,0 0 0,0 1-1,0-1 1,-1 1 0,1-1 0,-1 1 0,1-1 0,-1 1 0,1 0 0,-3-1-1,-6-1 9,-1 1-1,1 0 0,-1 0 0,0 1 0,1 1 0,-1 0 1,0 0-1,-18 4 0,25-3-7,0 0 0,0 0 0,0 0 0,0 1 0,0 0 0,0-1 0,0 1 0,1 1 0,-1-1 0,0 1 0,1-1 0,-4 5 0,1-1 66,0 1 1,1 0-1,0 0 0,0 0 1,-6 13-1,0 5 354,1 1 1,-11 49-1,12-33 171,2 0 0,-3 53-1,7 86 851,3-151-1307,-1-19-89,2 0-1,-1 0 0,2 0 1,-1 0-1,2 0 1,-1 0-1,2 0 1,-1-1-1,6 12 1,-6-17-49,0-1 0,0 1 0,0-1 1,1 0-1,-1 0 0,1 0 0,0 0 1,0 0-1,0-1 0,1 0 0,-1 0 0,1 0 1,0 0-1,0-1 0,0 0 0,0 0 1,0 0-1,0 0 0,1-1 0,6 1 1,2 0-37,0-1 1,0 0 0,0-1 0,20-2-1,-26 1-67,0-1 0,-1 0 0,1 0 0,-1 0 0,1-1 0,-1 0-1,0 0 1,0-1 0,11-7 0,1-6-831,0 0-1,-1-1 1,-1-1-1,-1-1 1,-1 0-1,0-1 1,-2 0-1,12-24 1,8-37-4616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7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12534,'0'0'4914,"0"33"-2876,0 356 2909,-3-14-1439,4-409-3784,2 1-1,2-1 1,10-42 0,35-96-820,-48 163 1045,9-24-178,1 1 0,2 0 0,0 1 0,2 1 0,33-46 0,-39 62 204,1 1 0,1 0 0,0 1 0,1 1 0,21-16 0,-24 21 23,0 0-1,0 0 1,0 1 0,1 1-1,-1 0 1,1 0 0,0 1-1,0 0 1,13-1 0,-2 2 163,-1 0 0,1 2 0,-1 0 0,28 4 0,-42-1-101,1 0-1,-1 0 0,0 1 0,0 0 1,0 0-1,-1 0 0,1 1 1,-1 0-1,0 0 0,6 8 0,2 0-388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15655,'0'0'4594,"-13"0"-8708,-5 0 177,-2 13-2514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8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7 6995,'0'0'5896,"0"0"-5834,0 0 1,0-1-1,0 1 0,0 0 0,0 0 0,0-1 1,0 1-1,0 0 0,0 0 0,0-1 0,-1 1 1,1 0-1,0 0 0,0-1 0,0 1 0,0 0 1,0 0-1,-1 0 0,1-1 0,0 1 0,0 0 1,0 0-1,0 0 0,-1 0 0,1 0 0,0-1 1,0 1-1,-1 0 0,1 0 0,0 0 0,-1 0 0,-4 0 15,0 0-13,0-1-1,0 2 0,1-1 0,-1 0 0,0 1 0,1 0 0,-7 2 0,9-2-50,0 0 1,0 1-1,0-1 1,0 1-1,1-1 1,-1 1-1,0 0 1,0-1-1,1 1 1,-1 0-1,1 0 1,0 0-1,0 0 1,0 1-1,0-1 1,0 0-1,-1 5 1,-4 18 139,0 0 0,2 0 0,1 1-1,2 0 1,0-1 0,3 27 0,-1 2 127,-1-8 197,2 1-1,16 87 1,-13-113-322,0-1 1,2 0-1,0 0 0,1 0 1,1-1-1,0 0 0,2-1 0,23 32 1,-27-43-115,-1 0 1,1 0-1,0 0 0,1-1 1,0 0-1,0-1 0,0 0 1,0 0-1,1 0 1,0-1-1,0-1 0,10 4 1,1-3-40,-1 0-1,1-1 1,1-1 0,31 0 0,-46-2-219,0 0 0,-1 0 1,1 0-1,0-1 1,0 0-1,0 0 0,-1 0 1,1-1-1,0 1 0,-1-2 1,1 1-1,-1 0 0,0-1 1,6-4-1,18-22-4350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9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28 4994,'0'0'7052,"0"-4"-6249,0-1-619,0 5-147,1-1 0,-1 1 1,0-1-1,0 1 0,0-1 0,0 0 0,0 1 0,0-1 1,0 1-1,0-1 0,0 0 0,0 1 0,0-1 1,0 1-1,0-1 0,-1 0 0,1 1 0,0-1 0,0 1 1,-1-1-1,1 1 0,0-1 0,-1 1 0,1-1 0,0 1 1,-1-1-1,1 1 0,-1-1 0,1 1 0,-1 0 1,1-1-1,-1 1 0,1 0 0,-1 0 0,1-1 0,-1 1 1,0 0-1,1 0 0,-1 0 0,1-1 0,-1 1 0,0 0 1,1 0-1,-1 0 0,1 0 0,-1 0 0,-1 1 0,-5-1 44,0 0-1,0 1 0,-1 0 0,1 0 0,0 1 1,0 0-1,0 0 0,1 1 0,-1 0 0,0 0 1,1 0-1,0 1 0,0 0 0,0 0 0,0 1 1,-9 9-1,4-4 95,0 1-1,1 1 1,0-1 0,-15 26 0,20-29-71,1 1-1,0-1 1,1 1-1,0 0 1,0 1 0,1-1-1,0 0 1,1 1-1,-1 12 1,2-15-63,-1-2-25,1-1 0,-1 1 0,1 0 0,0 0 0,1 0 0,-1-1 0,1 1 0,0 0 0,0 0 0,1-1 0,-1 1-1,1-1 1,0 1 0,0-1 0,6 8 0,0-4-14,0 0-1,0-1 0,1 0 1,0 0-1,0-1 1,11 6-1,67 28-251,-68-33 151,0 1 1,0 1-1,-1 0 0,0 2 0,-1 0 1,20 16-1,-34-23 88,0-1-1,0 1 1,0 0 0,0-1-1,-1 1 1,0 0 0,0 0-1,0 1 1,0-1 0,-1 0-1,0 1 1,1-1 0,-2 1-1,1-1 1,0 1 0,-1-1-1,0 1 1,0 0 0,-1 4-1,0-5 19,0 0-1,0-1 0,0 0 0,0 1 1,0-1-1,-1 0 0,0 1 1,0-1-1,0 0 0,0 0 1,0-1-1,-1 1 0,1 0 1,-1-1-1,1 1 0,-1-1 0,0 0 1,0 0-1,0 0 0,0 0 1,-1-1-1,1 1 0,-6 1 1,-2 1 12,0 0 1,1-1-1,-2-1 1,1 1-1,0-2 1,-18 1-1,28-1-98,0-1 1,0 0-1,-1 0 0,1 0 0,0 0 0,0 0 0,0 0 0,0-1 1,0 1-1,0 0 0,-1 0 0,1-1 0,0 1 0,0-1 0,0 1 0,0-1 1,0 1-1,0-1 0,0 0 0,1 1 0,-1-1 0,0 0 0,0 0 1,-1-1-1,2 0-370,-1-1 1,1 0-1,-1 1 1,1-1-1,0 0 1,0 1-1,0-1 1,0 0-1,1-2 1,-1-6-907,3-22-6494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9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6147,'0'0'6619,"1"30"-4797,-1-19-1618,16 208 2833,-11-162-1931,-2-15-340,2 0-1,21 78 0,-25-115-743,1-1 0,0 1 0,0-1 1,0 0-1,0 1 0,1-1 0,5 6 0,-7-9-49,0 0 0,0 0 0,0 0 0,0 0 0,0 0 1,1 0-1,-1 0 0,0 0 0,0-1 0,1 1 0,-1 0 0,1-1 0,-1 1 0,1-1 0,-1 0 0,0 1 1,1-1-1,-1 0 0,1 0 0,-1 0 0,1 0 0,-1 0 0,1 0 0,-1-1 0,1 1 0,2-1 0,-3 0-99,0 1 0,0-1-1,0 0 1,0 0-1,-1 0 1,1 0-1,0 0 1,0 0 0,0 0-1,-1 0 1,1 0-1,0 0 1,-1 0-1,1 0 1,-1-1 0,0 1-1,1 0 1,-1 0-1,0-1 1,0 1-1,0-3 1,1-30-2162,-1 27 1533,0-32-3249,0-6-1807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39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8116,'0'0'9092,"165"-68"-10069,-148 68-2064,-6 0-3650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4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8 109 2561,'0'0'3588,"-1"-7"-2350,0 1-1346,-1-2 836,0 0 0,1-1 1,1 1-1,-1 0 0,1-1 0,1 1 1,-1 0-1,3-12 0,-2 19-659,-1 1 0,0-1 0,1 1 0,-1-1 0,0 1 0,1-1 0,-1 1-1,0-1 1,1 1 0,-1-1 0,1 1 0,-1 0 0,1-1 0,-1 1 0,1 0 0,-1-1 0,1 1 0,0 0 0,-1 0 0,1-1 0,-1 1 0,1 0-1,0 0 1,-1 0 0,1 0 0,-1 0 0,1 0 0,0 0 0,-1 0 0,1 0 0,-1 0 0,1 0 0,0 1 0,-1-1 0,1 0 0,1 1-1,-1-1-56,0 1-1,0 0 0,1 0 0,-1-1 0,0 1 0,0 0 0,0 0 1,0 0-1,0 0 0,0 0 0,0 1 0,0-1 0,0 0 1,0 0-1,-1 1 0,2 1 0,9 34 243,-1 0 0,6 47 0,2 81 1237,-12-99-804,-2-20-274,-3-19 10,2-1-1,1 1 0,11 40 0,-7-54 54,-8-13-468,0 0 0,1 0 0,-1 0 0,1 0 0,-1 0 0,0 0 0,1 0 0,-1 0 0,1 0 0,-1 0 0,0 0 0,1 0 0,-1-1 1,0 1-1,1 0 0,-1 0 0,1 0 0,-1-1 0,0 1 0,1 0 0,-1 0 0,0-1 0,0 1 0,1 0 0,-1-1 0,0 1 0,0 0 0,1-1 0,-1 1 0,0 0 0,0-1 0,0 1 1,0 0-1,1-1 0,-1 1 0,0-1 0,0 1 0,0 0 0,0-1 0,0 0 0,5-14-190,0 0 0,-1 0 0,-1 0 0,2-17 0,4-73-1627,-6 52 761,1 11-70,2 1 1,12-46-1,-12 66 947,1-1-1,1 1 1,1 0 0,1 0-1,18-27 1,-27 46 243,0 0-1,1 0 1,-1 0-1,1 0 0,-1 1 1,1-1-1,0 1 1,-1-1-1,1 1 1,0-1-1,0 1 0,0 0 1,0 0-1,0 0 1,1 0-1,3-1 1,-5 2-17,1 0 0,0 0 0,-1 0 0,1 1 0,-1-1 0,1 0 0,-1 1 0,1-1 0,-1 1 0,1-1 0,-1 1 0,1 0 0,-1-1 0,1 1 0,-1 0 0,0 0 0,0 0 0,1 0 0,-1 0 0,0 1 0,0-1 0,0 0 0,0 0 0,0 1 0,-1-1 0,2 2 0,8 15 400,-1 1 0,-1-1 0,10 32 0,12 67 1404,-19-73-1200,18 101 1229,3 12 18,-32-157-1889,0 1 0,0 0 0,0-1 1,0 1-1,1 0 0,-1-1 0,0 1 0,0 0 1,1-1-1,-1 1 0,0 0 0,0-1 0,1 1 0,-1-1 1,1 1-1,-1-1 0,1 1 0,-1-1 0,1 1 1,-1-1-1,1 1 0,0 0 0,0-2-6,0 1 0,0-1 0,0 0 0,-1 1 0,1-1 0,0 0 0,-1 0 0,1 0 0,0 1-1,-1-1 1,1 0 0,-1 0 0,0 0 0,1 0 0,-1 0 0,0 0 0,1 0 0,-1-2 0,51-212-1647,0-2-1736,-48 210 3205,2-10-296,1 0 1,1 0-1,10-16 1,-16 29 437,1 1 0,1-1 0,-1 1 0,0 0-1,1 0 1,0 0 0,0 0 0,0 0 0,0 1 0,0-1 0,0 1 0,1 0 0,-1 0 0,1 0 0,0 0 0,-1 0 0,1 1 0,0 0 0,5-1 0,-7 2 83,0 0 0,1 0 0,-1 0 0,0 0 1,1 0-1,-1 1 0,0-1 0,0 1 0,0 0 1,0 0-1,1 0 0,-1 0 0,0 0 0,0 0 1,-1 0-1,1 1 0,0-1 0,0 1 0,-1-1 1,1 1-1,-1 0 0,3 2 0,2 5 167,0 0 1,0 1-1,5 14 0,-9-20-151,17 43 553,-2 1 0,-2 0 0,-3 1 0,-1 0-1,5 72 1,-9-80-501,-7-40-273,0-14-4487,0-14 35,0-4-2735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4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7491,'0'0'7108,"0"-13"-6369,1-39-27,2 39-65,1 14 129,3 16-233,2 17-111,50 191 2426,-40-161-1535,42 90 0,-57-146-1224,0 1-1,1-1 1,0 1-1,1-1 1,0-1-1,0 1 1,0-1-1,1 0 0,9 7 1,-13-12-81,1 0 0,-1 0-1,1 0 1,-1 0 0,1 0 0,0-1 0,-1 0 0,1 1 0,0-2-1,0 1 1,0 0 0,0-1 0,0 1 0,0-1 0,0 0-1,0-1 1,0 1 0,0-1 0,0 1 0,0-1 0,0 0 0,0-1-1,0 1 1,-1-1 0,6-2 0,-3 0-30,1-1 0,-1 0 0,0 0 0,0 0-1,0 0 1,8-12 0,29-44-474,-41 59 457,15-26-525,-1 0 0,-1-1 0,-1 0 1,-2-1-1,0-1 0,-3 0 1,0 0-1,7-61 0,-9-81-105,-7 170 2084,0 7-1209,-1 27 285,-1-5-2569,2-10-4940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41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4610,'0'0'8030,"4"0"-7408,-2-1-617,-1 1 95,1-1 1,0 1 0,-1 0-1,1-1 1,-1 1 0,1 0-1,-1 0 1,1 0 0,0 0-1,-1 0 1,1 1 0,-1-1-1,1 0 1,-1 1 0,1-1-1,-1 1 1,1-1 0,-1 1-1,1 0 1,-1 0 0,0 0-1,1-1 1,-1 1 0,0 1-1,0-1 1,0 0 0,0 0-1,2 3 1,16 27 408,-2 2 0,-1 0 1,-1 1-1,-2 1 0,13 54 0,23 184 1120,-42-228-1385,7 63 305,-4-21 106,31 120 0,-40-203-632,12 32 182,-13-35-201,1 0 1,-1 0-1,1 1 1,0-1-1,-1 0 1,1 0-1,0 0 1,0 0 0,0 0-1,0 0 1,0 0-1,0 0 1,0 0-1,0-1 1,0 1-1,0 0 1,0-1-1,0 1 1,1 0-1,-1-1 1,0 0-1,0 1 1,2-1-1,-3 0-13,1 0 0,-1 0 0,0 0 0,0 0 0,1 0 1,-1 0-1,0 0 0,1 0 0,-1 0 0,0 0 0,0 0 0,1 0 0,-1-1 0,0 1 0,0 0 0,1 0 0,-1 0 0,0 0 0,0-1 0,0 1 0,1 0 0,-1 0 0,0 0 0,0-1 0,0 1 0,0 0 0,0 0 0,1-1 0,-1 1 0,0 0 0,0 0 0,0-1 0,8-27-1833,-2 1-1,0-1 0,-2-1 0,0-28 1,-2 33-553,2-32-6161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4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1 320,'0'0'1601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4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295 134 1393,'0'0'4530,"-4"-7"-4103,3 6-410,-2-4 153,1 0-1,-1 0 0,1 0 0,0 0 1,0-1-1,1 1 0,-1-1 0,1 1 0,0-11 2546,0 15-2663,1 0 1,-1 1-1,0-1 1,1 0 0,-1 0-1,0 1 1,0-1-1,0 0 1,1 1-1,-1-1 1,0 1-1,0-1 1,0 1-1,-2-1 1,-1-1 157,-25 0-152,19 1-54,1 1 1,-1-1-1,1 2 1,0-1-1,-15 4 1,22-3 2,-1 0 0,0 0 0,1 0 0,-1 1 1,1 0-1,0-1 0,-1 1 0,1 0 0,0 0 0,0 0 0,0 0 0,-3 5 1,-19 35 122,2-3-54,13-26-63,1 1 1,1 1-1,0-1 0,1 1 1,0 0-1,1 1 0,1-1 1,-3 25-1,0 11 580,2 1 1,2-1 0,5 60-1,-2-105-466,1-1 0,-1 1 0,1-1 0,0 1 0,0-1 0,1 1 0,2 5 0,-3-8-63,1-1 0,-1 0 0,0 0-1,1 1 1,0-1 0,0 0 0,-1 0-1,1-1 1,1 1 0,-1 0 0,0 0-1,0-1 1,0 0 0,1 1 0,-1-1-1,1 0 1,4 1 0,-1 0 2,1 0 0,-1 0 0,1-1-1,0 0 1,-1 0 0,1-1 0,0 0 0,0 0 0,-1-1-1,1 0 1,0 0 0,-1 0 0,1-1 0,-1 0 0,1 0 0,-1-1-1,0 1 1,0-1 0,0-1 0,0 1 0,8-8 0,4-4-349,-1-1 1,0 0-1,-2-2 0,1 0 1,-2 0-1,-1-1 1,0-1-1,-1-1 1,-1 0-1,12-33 1,-8 7-751,-1-1 1,-3 0-1,-1 0 1,-3-1-1,-2-1 1,-2-60 2723,-3 120-256,-1 90 300,5 144 1360,-2-211-2716,3 1 1,0-1 0,2 1-1,2-2 1,13 35 0,-16-53-255,0-1 1,0-1 0,1 1-1,16 21 1,-19-30-99,0 1 0,0-1 0,0 0 1,1 0-1,0 0 0,-1-1 0,1 1 0,0-1 0,1 0 1,-1-1-1,1 1 0,-1-1 0,12 3 0,-6-3-60,-1 0 0,1-1 0,0 0 1,0-1-1,-1 0 0,1-1 0,0 0 0,0 0 0,-1-1 0,1-1 0,-1 0 0,0 0 0,0-1 1,0 0-1,0-1 0,-1 0 0,1-1 0,-1 0 0,-1 0 0,11-9 0,4-7-1568,24-30 1,-36 38-210,-1 0-1,0-2 1,13-25 0,2-20-4641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47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6307,'0'0'5138,"0"-2"-4719,0 0-308,0 1-87,0 1-1,0 0 1,0 0 0,-1-1 0,1 1 0,0 0 0,0-1 0,0 1-1,0 0 1,0-1 0,0 1 0,0 0 0,0-1 0,0 1-1,1 0 1,-1-1 0,0 1 0,0 0 0,0-1 0,0 1 0,0 0-1,1-1 1,-1 1 0,0 0 0,0 0 0,0-1 0,1 1 0,-1 0-1,0 0 1,0-1 0,1 1 0,-1 0 0,0 0 0,1 0 0,-1 0-1,0-1 1,0 1 0,1 0 0,-1 0 0,0 0 0,1 0 0,0 0 205,-1 0-223,0 0 1,0 0-1,1 0 1,-1-1-1,0 1 0,0 0 1,0 0-1,0 0 0,1 0 1,-1 0-1,0 0 1,0 0-1,0 0 0,1 0 1,-1 0-1,0 0 1,0 0-1,0 0 0,0 0 1,1 0-1,-1 0 0,0 0 1,0 0-1,0 0 1,1 1-1,-1-1 0,0 0 1,0 0-1,0 0 0,0 0 1,0 0-1,1 0 1,-1 0-1,0 1 0,0-1 1,0 0-1,0 0 1,0 0-1,0 0 0,0 0 1,1 1-1,-1-1 0,0 0 1,0 0-1,0 0 1,0 1-1,0-1 0,0 0 1,0 0-1,0 1 1,3 13 90,0 0 1,-1 1 0,1 22 0,0 2 236,9 319 3333,-11-251-2876,-2-14-164,-1-49-410,2-1 0,2 0-1,14 82 1,-9-104-146,-7-20-71,0-1 0,1 1 0,-1 0 0,0-1 0,1 1 0,-1 0 0,0-1 0,1 1 1,-1-1-1,1 1 0,-1-1 0,1 1 0,-1-1 0,1 1 0,0-1 0,-1 1 0,1-1 0,0 0 0,-1 1 0,1-1 0,0 0 0,-1 0 0,2 1 0,-2-10-2908,0 3 2005,0 1-1,-1 0 0,0-1 1,0 1-1,0 0 0,-4-10 1,-10-13-4847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4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12005,'0'0'1076,"30"3"-695,200 20 521,-99-23-950,-97-1-870,0 0-1,0 2 1,-1 2 0,57 11-1,-85-13 766,-1 0 0,1 1-1,-1-1 1,1 1 0,-1 0-1,0 1 1,0-1 0,4 4-1,-6-5 223,-1 1-1,1 0 1,-1-1-1,1 1 1,-1 0 0,0 0-1,0 0 1,0 0-1,0 0 1,0 0-1,0 0 1,0 1 0,-1-1-1,1 0 1,-1 0-1,0 1 1,1-1 0,-1 4-1,-2 119 4340,5 149 724,-3-264-4979,1 0 0,0 0 0,1 0 0,0 0 0,1-1 0,0 1 0,6 12 0,-7-19-116,0 1 1,0 0-1,0-1 0,1 1 0,-1-1 1,1 0-1,0 0 0,0 0 0,0 0 1,1-1-1,-1 1 0,0-1 1,1 0-1,0 0 0,0 0 0,-1 0 1,1-1-1,0 1 0,6 0 0,5 1 39,-1-1-1,19 0 1,-28-2-70,1 0 1,0 0-1,-1-1 0,1 1 1,-1-1-1,1-1 1,-1 1-1,1-1 1,5-2-1,-4-1-53,-1 0 1,1 0-1,-1 0 0,0-1 1,-1 0-1,1 0 0,-1 0 1,8-13-1,0-2-647,16-38-1,-22 43 155,-1 0 0,0-1 0,-2 0 0,0 0 0,2-23 0,-3 7-1344,-5-61 0,2 87 1760,-1 1 0,0-1 1,0 1-1,-1 0 0,1-1 1,-2 1-1,1 0 0,-1 0 0,1 0 1,-2 1-1,1-1 0,-1 1 1,1-1-1,-1 1 0,-1 0 1,-8-8-1,6 8 435,1 1 0,0 0 1,-1 0-1,0 0 0,0 1 1,0 0-1,0 0 0,-1 1 1,1 0-1,-1 0 0,1 1 0,-1 0 1,0 0-1,-8 0 0,13 1-393,3 0 31,0 0 1,-1 0 0,1-1 0,-1 1-1,1 0 1,-1 0 0,1 0 0,-1 0-1,1 0 1,0 0 0,-1 0 0,1 0 0,-1 0-1,1 0 1,-1 0 0,1 0 0,-1 1-1,1-1 1,0 0 0,-1 0 0,1 0-1,-1 1 1,1-1 0,0 0 0,-1 0 0,1 1-1,-1-1 1,1 0 0,0 1 0,0-1-1,-1 0 1,1 1 0,0-1 0,-1 1-1,1 10-3924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4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29 4114,'0'0'9738,"-3"11"-8551,-2 15-343,1 0 0,0 40 0,3 66 1744,1-80-1745,0-31-462,0 8 260,3 31 0,-2-53-513,0 0-1,1 1 0,-1-1 0,1 0 0,1-1 0,-1 1 0,1 0 0,1-1 0,5 10 0,-8-15-111,-1 0 1,0-1-1,1 1 0,-1 0 0,1-1 0,0 1 0,-1-1 0,1 1 0,-1 0 0,1-1 1,0 0-1,0 1 0,-1-1 0,1 1 0,0-1 0,0 0 0,-1 1 0,1-1 1,0 0-1,0 0 0,0 0 0,-1 0 0,1 0 0,0 0 0,0 0 0,1 0 1,-1 0-14,1-1 1,-1 0 0,0 1-1,0-1 1,0 0 0,0 0-1,0 0 1,0 0 0,0 0-1,0 0 1,0 0 0,0 0-1,0 0 1,-1-1 0,1 1-1,0 0 1,0-3 0,8-22-413,0-1 0,-3 0-1,0-1 1,-1 1 0,1-42 0,-4 40 165,1 0 1,1 0-1,2 0 1,0 1-1,12-29 0,-15 50 323,1 1 0,0-1 0,0 1 0,1-1-1,0 1 1,0 1 0,0-1 0,1 1 0,0 0-1,0 0 1,0 0 0,0 1 0,1 0 0,0 1 0,0-1-1,0 1 1,0 0 0,0 1 0,12-3 0,2 0-618,0 1 0,39-2 0,5 5-7056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3:48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13846,'0'0'4755,"107"164"-2995,-62-80-895,7 12-65,-4 22-16,-7 6-175,-3 10 143,-24-4-672,-14-18-80,0-10 0,-31-18 0,-17-15-96,-11-23-512,-10-9-1217,-3-18-2705,-8-10-12662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2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23 7796,'0'0'6493,"-4"-4"-5959,-9-10-118,8 9 897,5 9-190,2 5-1171,13 116 433,0-19 145,-3 251 1124,-10-158-1185,-2-199-468,4 42 192,-4-39-185,1-1 0,-1 1-1,1-1 1,0 0 0,0 1 0,0-1 0,0 0 0,0 0 0,0 1 0,1-1 0,-1 0 0,4 3 0,-5-5-76,0 0 1,0 1-1,1-1 0,-1 0 1,0 0-1,0 0 1,0 1-1,0-1 1,1 0-1,-1 0 1,0 0-1,0 0 0,1 0 1,-1 0-1,0 1 1,0-1-1,0 0 1,1 0-1,-1 0 1,0 0-1,0 0 1,1 0-1,-1 0 0,0 0 1,0 0-1,1 0 1,-1 0-1,0 0 1,0 0-1,1 0 1,-1 0-1,0-1 1,0 1-1,1 0 0,-1 0 1,0 0-1,0 0 1,0 0-1,1 0 1,-1-1-1,0 1 1,0 0-1,0 0 1,1 0-1,-1-1 0,0 1 1,0 0-1,0 0 1,0 0-1,0-1 1,0 1-1,0 0 1,1 0-1,-1-1 1,0 1-1,0 0 0,0 0 1,0-1-1,0 1 1,0 0-1,0 0 1,0-1-1,0 1 1,0-21-5933,0 19 6209,0-28-5855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27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5715,'0'0'5800,"7"-12"-1534,-7 28-3957,2-1 0,0 1 0,7 24 0,2 13-27,32 377 1546,-7-39-436,-33-367-1265,-2-12-77,0-1-1,1 1 0,0-1 1,1 0-1,0 0 1,1 0-1,0 0 1,0 0-1,7 10 0,-11-22-89,0 1-1,0 0 0,0 0 0,0-1 1,0 1-1,0 0 0,0 0 1,0-1-1,0 1 0,0 0 0,0 0 1,0-1-1,1 1 0,-1 0 1,0 0-1,0 0 0,0-1 0,0 1 1,0 0-1,1 0 0,-1 0 1,0 0-1,0-1 0,0 1 0,1 0 1,-1 0-1,0 0 0,0 0 1,0 0-1,1 0 0,-1 0 0,0-1 1,0 1-1,1 0 0,-1 0 1,0 0-1,0 0 0,1 0 0,-1 0 1,0 0-1,0 0 0,1 0 0,-1 0 1,0 1-1,0-1 0,0 0 1,1 0-1,-1 0 0,0 0 0,0 0 1,1 0-1,-1 0 0,0 1 1,0-1-1,0 0 0,1 0 0,-1 0 1,0 0-1,0 1 0,0-1 1,0 0-1,1-28-4830,-2 23 3425,1-29-3890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27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14215,'0'0'8243,"7"9"-8243,0-9-176,-4 0-960,1-6-801,-4-6-3025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21 233 6915,'0'0'8601,"-4"-28"-8414,-11-89-101,14 80 22,6 25 19,0 1 67,-4 5-102,-1 5-45,0 0 0,0 0 0,0-1 0,0 1 0,0 0 0,1 0 0,-1-1 0,0 1 1,1 0-1,-1 0 0,1 0 0,-1 0 0,1-1 0,0 1 0,-1 0 0,1 0 0,1-1 0,-1 2-63,6 15-243,2 42 196,1 113-1,-8-100 119,56 786 1858,-56-831-1817,15 118 726,-12-117-584,0-1-1,2 1 0,12 30 1,-19-55-239,1 1 1,-1-1 0,1 0 0,0 1-1,-1-1 1,1 0 0,0 1-1,0-1 1,0 0 0,0 0-1,0 0 1,0 0 0,0 0-1,0 0 1,0 0 0,2 1-1,-2-26-2072,-1-26-1261,0-18-2288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1252 16 5042,'0'0'8180,"-11"-15"-4482,6 15-3602,-1 0 0,0 1 1,1 0-1,-1 0 0,1 1 1,-1-1-1,1 1 0,0 0 1,0 1-1,-1-1 0,2 1 1,-8 4-1,-3 5-111,1 1-1,-18 19 1,12-12 129,-285 272 899,-395 292-1,678-566-1009,17-15-6,1 1 0,-1 0-1,0-1 1,0 0 0,0 0 0,0 0-1,0-1 1,-10 3 0,12-5-118,4-7-212,2-2-24,0 0 0,0 0 0,1 0 0,1 1 0,-1 0 1,1-1-1,0 1 0,1 1 0,0-1 0,13-11 0,2-2-545,2 2 0,33-23 0,-34 27 831,1 2 0,0 0 0,1 1 0,1 1 0,0 1 0,0 2 0,1 0 0,0 2 0,0 1 0,1 1 0,-1 1 0,1 1 0,0 1 0,41 5 0,-56-2 207,-1 1 0,0 0 0,1 1-1,-1 0 1,-1 1 0,1 0 0,-1 0 0,0 1-1,0 1 1,0 0 0,-1 0 0,0 0 0,-1 1-1,0 1 1,0 0 0,10 14 0,5 10 674,-2 1 0,-2 1 0,23 56 0,11 53 1351,-37-95-1343,2 0 1,34 65-1,-49-109-813,0 0 1,0 0-1,0 0 1,1 0-1,-1 0 0,1-1 1,0 0-1,1 0 1,-1 0-1,1 0 1,-1-1-1,1 0 0,0 0 1,1 0-1,-1 0 1,0-1-1,1 0 0,-1 0 1,1-1-1,0 1 1,-1-1-1,1 0 1,0-1-1,0 1 0,0-1 1,0 0-1,0-1 1,-1 0-1,8-1 1,-7 0-98,-1 1 1,0-1 0,0-1 0,0 1 0,0-1 0,0 0-1,0 0 1,-1 0 0,1-1 0,-1 0 0,0 0 0,0 0-1,5-7 1,7-10-573,22-39 0,-22 33 110,15-25-406,-3-1-1,-2-2 1,22-67 0,8-78 1901,-52 165 1297,-4 34-1523,0 18 142,0 56-154,2-1 1,4 0 0,15 73-1,-18-130-605,36 132 768,-33-130-810,1 0 0,1-1 0,0 0 0,1 0 0,0-1 0,16 19-1,-20-28-67,0-1 0,0 1 0,1-2 0,0 1-1,0-1 1,0 1 0,1-2 0,-1 1 0,1-1-1,0 0 1,0 0 0,0-1 0,0 0 0,0 0-1,1-1 1,-1 0 0,1 0 0,-1 0 0,1-1-1,-1-1 1,1 1 0,-1-1 0,0 0-1,1-1 1,-1 1 0,0-2 0,0 1 0,0-1-1,0 0 1,0 0 0,-1-1 0,10-6 0,-4 0-110,-1-1 1,0 0 0,0-1 0,-1 0 0,-1-1 0,0 0 0,0 0-1,-1-1 1,-1 0 0,-1 0 0,9-27 0,-7 12-240,-1 1 0,-1-1 0,-2 0-1,-1-1 1,-1-45 0,-3 60 276,0 1-1,0-1 1,-2 1-1,0-1 1,-1 1 0,0 0-1,-10-23 1,3 17 9,0 1 0,-1 0 1,-1 0-1,-19-21 0,11 16 168,0 1 0,-2 2 0,-47-37-1,58 50-3,0 0-1,0 1 1,-1 1-1,0 0 1,0 0-1,0 1 0,-1 1 1,0 0-1,0 1 1,-27-2-1,-34 5-375,74 0 120,0 0-1,1 0 1,-1 0-1,0 0 1,0 0-1,1 1 1,-1-1-1,0 0 1,0 0-1,1 1 1,-1-1-1,0 0 1,1 1 0,-1-1-1,0 1 1,1-1-1,-1 1 1,0-1-1,1 1 1,-1-1-1,1 1 1,-1 0-1,1-1 1,0 1 0,-1 0-1,1-1 1,-1 2-1,0 10-5417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1745,'0'0'13382,"0"-9"-12531,4-51 4378,-4 61-5184,1 34 39,10 58-1,-2-31 121,50 513 2568,-57-550-2642,-1-11-62,0 0 1,1-1 0,0 1 0,2 0 0,-1-1-1,8 18 1,-11-30-68,1 0-1,-1 0 1,0-1-1,1 1 1,-1 0-1,1-1 1,-1 1 0,0 0-1,1-1 1,0 1-1,-1 0 1,1-1-1,-1 1 1,1-1-1,0 1 1,-1-1 0,2 1-1,-2-1-1,1 0 0,-1 0-1,0-1 1,0 1 0,1 0 0,-1 0 0,0 0-1,1 0 1,-1-1 0,0 1 0,0 0 0,0 0-1,1-1 1,-1 1 0,0 0 0,0 0 0,0-1-1,1 1 1,-1 0 0,0-1 0,0 1 0,0 0-1,0-1 1,0 1 0,0 0 0,0-1-1,0 1 1,4-33-146,-4 31 134,2-283-1916,-1 57 806,0 193 864,12-70-1,-10 89 225,1 0 0,0 0 0,2 0 1,0 1-1,0 0 0,14-22 0,-18 34 56,1-1-1,0 0 1,0 1 0,0 0 0,1 0 0,-1 0-1,1 0 1,-1 0 0,1 1 0,0 0-1,0 0 1,0 0 0,5-2 0,-6 3 10,0 0 0,0 1 1,-1-1-1,1 1 0,0-1 1,0 1-1,0 0 0,0 0 1,0 0-1,0 1 0,0-1 1,0 1-1,-1-1 0,1 1 1,0 0-1,0 0 0,-1 0 0,1 1 1,0-1-1,-1 1 0,0-1 1,4 3-1,0 3 51,0-1-1,0 1 1,-1 0-1,0 0 1,0 0-1,4 11 1,24 55 526,-12-13 320,26 114-1,-5 69 514,-14-75-759,-25-152-649,9 39 17,-11-51-53,0 1 1,1-1 0,0 1-1,0-1 1,0 1 0,1-1-1,-1 0 1,6 6-1,-8-10 0,1 1-1,-1-1 1,0 1-1,1-1 0,-1 0 1,0 1-1,1-1 1,-1 1-1,0-1 0,1 0 1,-1 0-1,1 1 1,-1-1-1,0 0 0,1 0 1,-1 1-1,1-1 1,-1 0-1,1 0 0,-1 0 1,1 0-1,-1 0 1,1 0-1,-1 0 0,1 0 1,-1 0-1,1 0 1,-1 0-1,1 0 0,-1 0 1,1 0-1,-1 0 1,1-1-1,-1 1 0,1 0 1,-1 0-1,1 0 1,-1-1-1,0 1 0,1 0 1,-1-1-1,1 1 1,-1 0-1,0-1 0,1 1 1,-1-1-1,0 1 1,1 0-1,-1-1 0,0 1 1,0-1-1,10-30-238,15-133-647,7-32-186,19 14-210,-43 159 1113,1 1 1,1 0-1,2 1 0,0 0 0,26-34 1,-34 50 165,1 0 1,0 0-1,0 1 1,0-1-1,1 1 1,-1 1 0,1-1-1,0 1 1,0 0-1,0 0 1,10-2-1,-12 4 21,0 0-1,0 0 0,0 0 0,0 1 1,0 0-1,0 0 0,0 0 0,0 0 1,0 0-1,0 1 0,0 0 0,-1 0 1,1 0-1,0 0 0,0 0 0,-1 1 1,1 0-1,0 0 0,-1 0 0,0 0 1,4 3-1,0 3 54,0 0 0,0 0 0,-1 1 1,0-1-1,-1 1 0,0 1 0,0-1 0,-1 1 1,0 0-1,0 0 0,2 14 0,2 14 377,7 70-1,-7 182-103,-8-261-751,0-25 117,-2 15-1357,2-18 1448,0-1 1,0 1 0,0-1-1,0 1 1,-1-1-1,1 0 1,0 1 0,0-1-1,0 1 1,-1-1-1,1 0 1,0 1 0,-1-1-1,1 0 1,0 1-1,-1-1 1,1 0 0,0 1-1,-1-1 1,1 0-1,0 0 1,-1 0 0,1 1-1,-1-1 1,1 0-1,-1 0 1,1 0 0,-1 0-1,1 0 1,0 0-1,-2 0 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4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10261,'0'0'6813,"-2"-1"-6331,3 8-401,63 427 2543,-35 5-1347,-21-288-829,2 66 77,31 372 111,-38-565-627,0 0 0,1-1 0,1 0 0,11 29 0,-5-32-8,-10-19-3,-1 0 0,1-1 0,0 1 1,-1-1-1,1 1 0,0-1 1,-1 1-1,1-1 0,0 0 0,0 1 1,0-1-1,-1 0 0,1 0 1,0 1-1,0-1 0,0 0 0,-1 0 1,2 0-1,-1-1-2,0 1-1,-1-1 1,1 0 0,-1 0 0,1 1-1,-1-1 1,1 0 0,-1 0 0,1 0-1,-1 0 1,0 1 0,1-1-1,-1 0 1,0 0 0,0 0 0,0 0-1,0 0 1,0 0 0,0 0 0,0 0-1,0 0 1,0 0 0,0 0-1,-1 0 1,1 0 0,0-6-34,0-38-196,1-10-393,-3-1-1,-13-89 1,-41-104-2033,-23-133-2091,62 226 3264,5-205 1,12 335 1742,2 0 0,0 0-1,2 0 1,1 0-1,13-41 1,-15 57-149,1 0 0,0 0 0,1 0 1,0 0-1,0 1 0,1-1 0,1 2 1,-1-1-1,1 1 0,1 0 0,0 0 0,0 1 1,0 0-1,1 0 0,0 1 0,11-6 1,-9 8 7,-1 0-1,1 0 1,0 1 0,0 1 0,0 0 0,0 0-1,0 1 1,0 1 0,1 0 0,-1 0 0,0 1 0,0 1-1,0 0 1,0 0 0,0 1 0,0 0 0,0 1 0,-1 0-1,0 1 1,0 0 0,0 1 0,0 0 0,11 10 0,-8-4 38,0 0 1,-1 2-1,-1-1 1,0 1-1,0 1 1,-2 0-1,0 0 0,-1 1 1,0 0-1,-1 1 1,-1 0-1,-1 0 1,0 0-1,-1 0 1,-1 1-1,1 31 1,-3-29 4,-1-1-1,0 0 1,-7 35 0,5-44-109,-1 0 1,0-1-1,0 1 0,-1-1 1,-1 0-1,1 0 0,-1 0 1,-12 15-1,8-13-53,0 1-1,-1-1 1,0-1 0,-1 0 0,0-1 0,0 0-1,-1 0 1,0-1 0,-1-1 0,0 0-1,0-1 1,0 0 0,-1-1 0,0-1-1,0 0 1,-25 4 0,37-8-15,-11 1-525,0 0 1,-1-1 0,-17-1 0,27 0 276,1 0 1,-1 1 0,0-1-1,1-1 1,-1 1 0,1 0-1,-1-1 1,1 0-1,0 0 1,-1 0 0,1 0-1,0 0 1,1-1 0,-1 1-1,0-1 1,-2-3 0,-21-35-4638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5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20 2945,'0'0'14039,"-25"0"-10294,15 0-3436,-1 0-133,1 0-1,0 1 1,-15 2 0,22-2-162,-1 0 0,0 0 0,1 1 0,-1 0 0,0-1 1,1 1-1,0 0 0,0 1 0,-1-1 0,1 0 0,1 1 1,-5 4-1,-2 4 44,1 0 0,0 1 1,1 0-1,1 0 0,0 0 0,0 1 1,1 0-1,1 0 0,-4 15 1,0 16 336,-6 67 1,8-43 161,2 1 1,10 120-1,-6-184-540,1 0-1,-1 0 0,2 0 0,-1 0 1,0 0-1,1 0 0,0 0 0,0-1 1,1 1-1,-1-1 0,1 1 0,0-1 0,0 0 1,0 0-1,5 5 0,-3-6-4,0 0 0,0 0 0,0 0 0,0 0 0,1-1 0,-1 0 0,1 0 0,-1-1 0,1 1 0,0-1-1,0 0 1,0-1 0,7 1 0,-3-2-13,1 1-1,0-1 1,-1-1-1,1 0 1,-1 0-1,0-1 1,0 0-1,0-1 1,0 0-1,0-1 1,-1 0-1,0-1 1,0 1-1,0-2 1,9-8-1,5-6-145,-2 0-1,0-2 0,-2 0 0,21-32 0,-27 35-136,-1-1-1,0 0 1,-1 0 0,-2-2-1,0 1 1,-1-1-1,-2 0 1,0-1-1,-1 1 1,-2-1-1,0 0 1,-2-41 0,-1 54 269,-1 0 1,0 1 0,-1-1 0,0 1-1,-1-1 1,0 1 0,0 0 0,-1 0 0,-1 0-1,0 1 1,0-1 0,-1 1 0,0 0-1,0 1 1,-1-1 0,0 1 0,-1 1-1,0-1 1,0 1 0,0 1 0,-1 0 0,0 0-1,-12-6 1,15 9 101,0 0 0,-1 1 0,1 0 0,-1 0 0,0 1 0,1-1 0,-1 1 0,0 1 0,0-1 0,0 1 0,-13 2-1,16-1-85,0 0 0,0 0 0,0 0-1,0 0 1,1 1 0,-1-1 0,0 1-1,1 0 1,-1 0 0,1 0 0,0 1-1,0-1 1,0 1 0,0 0 0,0 0-1,0 0 1,1 0 0,-1 0 0,1 1-1,-3 5 1,2-2-539,0 1 0,0 0 0,1 0 0,-3 14 0,2 14-6811,3-13-4123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13 3506,'0'0'14195,"-3"-2"-13253,1 0-732,2 1-126,-1 1 0,0-1 1,0 0-1,0 0 1,0 0-1,0 1 1,0-1-1,0 1 1,-1-1-1,1 1 1,0-1-1,-2 0 0,3 5 213,6 713 5559,-6-689-5690,0-9 5,1 1 1,5 36-1,-5-55-166,-1 1 0,1 0 1,-1 0-1,1-1 0,0 1 0,-1-1 1,1 1-1,0-1 0,0 1 0,0-1 1,0 1-1,2 0 0,-3-1-6,1-1 0,-1 0 0,1 1 0,-1-1-1,1 0 1,-1 0 0,1 0 0,-1 1 0,1-1 0,0 0-1,-1 0 1,1 0 0,-1 0 0,1 0 0,0 0 0,-1 0-1,1 0 1,-1 0 0,1 0 0,0 0 0,-1-1 0,1 1-1,-1 0 1,1 0 0,-1-1 0,1 1 0,-1 0 0,1 0-1,-1-1 1,1 1 0,-1-1 0,1 1 0,-1 0 0,1-1-1,-1 1 1,0-1 0,1 0 0,4-6-65,-1 0 0,-1-1 0,1 1-1,-1-1 1,0 0 0,-1 0 0,1 0 0,1-15 0,-1 7-59,31-203-1545,-27 151 837,3 1-1,33-115 1,-40 173 763,0-1 0,1 1 0,0 0 1,1 1-1,10-16 0,-14 22 78,1 0 1,-1 1 0,0-1-1,1 1 1,0-1-1,-1 1 1,1 0-1,0 0 1,-1 0-1,1-1 1,0 2 0,0-1-1,0 0 1,0 0-1,0 1 1,0-1-1,0 1 1,0-1-1,0 1 1,0 0-1,0 0 1,1 0 0,-1 0-1,0 0 1,0 0-1,0 1 1,0-1-1,0 1 1,0-1-1,0 1 1,0 0 0,0 0-1,2 2 1,1 0 65,0 0 0,-1 0 1,0 1-1,0 0 1,0 0-1,0 0 1,5 8-1,22 38 428,-26-42-423,15 30 246,-1 1-1,-2 1 1,-2 0-1,-2 1 1,10 48-1,-12-27-4,-1 2 1,0 116-1,-10-180-338,0 0-1,0 1 1,0-1 0,0 0-1,0 0 1,0 0 0,0 0-1,0 0 1,0 0-1,0 0 1,0 0 0,0 0-1,-1 0 1,1 1-1,0-1 1,0 0 0,0 0-1,0 0 1,0 0 0,0 0-1,0 0 1,1 0-1,-1 0 1,0 1 0,0-1-1,0 0 1,0 0 0,0 0-1,0 0 1,0 0-1,0 0 1,0 0 0,0 0-1,0 0 1,0 0 0,0 0-1,0 1 1,0-1-1,0 0 1,0 0 0,1 0-1,-1 0 1,0 0 0,0 0-1,0 0 1,0 0-1,0 0 1,0 0 0,0 0-1,0 0 1,0 0-1,1 0 1,-1 0 0,0 0-1,0 0 1,0 0 0,0 0-1,0 0 1,0 0-1,0 0 1,0 0 0,0 0-1,1 0 1,-1 0 0,5-12-1765,23-95-7003,-5 37-3003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6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15 620 9845,'0'0'7494,"17"-12"-7017,1 2-373,-3 1-50,-1 0-1,0 0 0,-1-1 1,0-1-1,0-1 0,14-16 1,-11 9-143,-1 1 0,-2-2 0,0 0 0,-1 0 0,-1-1 0,0-1 0,-2 0 0,-1 0 0,0 0 0,-2-1 0,-1-1 1,0 1-1,-2-1 0,0-31 0,-3 51 59,1-8-38,-1 1-1,-1 0 1,0-1-1,0 1 1,-5-15-1,5 22 74,-1 1-1,1-1 1,-1 1-1,0 0 0,0-1 1,0 1-1,-1 0 1,1 0-1,-1 0 0,0 1 1,0-1-1,0 1 1,0-1-1,0 1 1,0 0-1,-1 0 0,1 0 1,-1 1-1,-5-3 1,0 1 22,-1 1 0,0 0 0,0 0 1,0 1-1,0 0 0,0 1 1,0 0-1,-16 3 0,22-3 11,0 1-1,0 0 1,1 0-1,-1 1 1,1-1-1,-1 1 1,1 0-1,-1 0 1,1 0-1,0 0 1,0 1-1,0-1 1,0 1-1,1 0 1,-1-1-1,1 1 1,-1 0-1,1 1 1,0-1-1,-2 6 1,-3 6 194,0 1 1,2 0 0,-6 23-1,11-37-205,-9 38 555,2 0 0,-3 56 0,7 82 1139,3-156-1517,-1 10 97,3 0 1,0 0-1,2-1 0,11 45 1,-12-65-249,1 0 1,-1 0-1,2-1 1,0 0-1,0 0 1,1 0 0,0 0-1,0-1 1,1 0-1,1 0 1,-1-1-1,1 0 1,1 0-1,-1-1 1,20 12 0,-18-14-53,1 0 0,0-1 0,1 0 0,-1 0 1,1-2-1,0 1 0,-1-1 0,1-1 1,0 0-1,0-1 0,20-1 0,-17-1-121,0 0 0,0-1 1,0 0-1,0-1 0,0-1 0,-1 0 0,0-1 0,21-11 0,-18 5-692,0 0-1,-1-1 1,0 0 0,-1-2-1,-1 1 1,0-2 0,16-23-1,15-38-5211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6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12118,'0'0'5375,"-1"39"-2976,-5 268 794,5-173-2139,10 247 1275,-8-369-2242,1 1 0,5 20 1,-4-61-361,-3-42-629,2 1-1,4 0 0,24-117 1,-23 160 458,1 1 1,1 0 0,1 0-1,1 1 1,21-33 0,-22 42 182,1 1 1,0 0 0,1 1 0,0 0-1,1 1 1,1 0 0,-1 1 0,2 1-1,18-11 1,-21 15 301,-1 0 0,1 2-1,0-1 1,1 1 0,-1 1 0,0 0 0,1 1-1,15-1 1,-22 3 45,1-1 0,-1 1 0,1 1 0,-1-1 0,1 1-1,-1 0 1,0 1 0,1 0 0,-1 0 0,0 0 0,0 0 0,0 1 0,0 0-1,-1 1 1,1-1 0,-1 1 0,10 8 0,-4 2 87,-1 0 0,0 0 0,0 1-1,-2 0 1,0 0 0,-1 1 0,0 0 0,4 18 0,3 13 490,10 79-1,-1 111 931,-20-135-4432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7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481 157 8036,'0'0'5538,"-6"-22"-5162,-1-8-168,-14-33 1,20 61-189,0-1 0,0 1 0,-1 0 1,1-1-1,-1 1 0,1 0 1,-1 0-1,0 0 0,0 0 1,0 1-1,0-1 0,0 0 1,0 1-1,0 0 0,0-1 0,-1 1 1,1 0-1,-1 0 0,1 0 1,-1 0-1,1 1 0,-1-1 1,1 1-1,-1-1 0,0 1 0,1 0 1,-4 0-1,-4 0 68,-7-2 42,-1 0 1,-1 2-1,1 0 0,-23 4 1,32-2-119,-1 0 0,1 0 0,0 1-1,0 0 1,0 1 0,1 0 0,-1 0 0,1 1 0,-15 11 0,10-5-4,1 0 0,0 1 1,0 0-1,1 1 0,1 1 0,0-1 0,1 2 1,1-1-1,-12 28 0,11-19-2,2 1 1,0 0 0,2 0-1,0 1 1,2 0-1,-1 26 1,2-18 7,2 1 0,1 0 1,1 0-1,2-1 0,14 57 0,-4-53 10,1 0 1,1-1-1,3 0 0,34 51 0,107 121 159,-106-149-46,-34-39 136,-2 1 0,30 42 0,-47-60-180,1 0 0,0 1 0,-1-1 0,1 1 0,-1 0 0,0-1 0,-1 1 1,2 4-1,-2-6-56,0-1-1,0 1 1,0-1 0,0 1 0,0-1 0,0 1 0,0-1-1,-1 1 1,1-1 0,-1 1 0,1-1 0,-1 1 0,1-1 0,-1 0-1,0 1 1,1-1 0,-1 0 0,0 1 0,0-1 0,0 0 0,-2 2-1,-4 1-7,0-1 0,0 0-1,0 0 1,0-1-1,0 0 1,0 0 0,-1 0-1,-11 0 1,-66 3-116,77-4 53,-86-2-1661,92 1 1550,0 0-1,0 0 1,0 0-1,0 0 1,0 0-1,0-1 1,0 1-1,0-1 1,0 0-1,0 1 1,0-1-1,0 0 1,0 0-1,1 0 1,-1 0-1,0 0 1,1-1-1,-1 1 1,1 0-1,-1-1 1,1 1-1,-1-1 1,1 1-1,0-1 1,0 0-1,0 0 1,-1-2-1,-1-25-3965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9828,'0'0'4077,"-2"21"-3581,-5 187 1972,17 121 1614,-10-300-3853,-1-10-123,1 0 0,1 0 0,1-1 0,1 1-1,9 32 1,-12-50-133,0 0-1,0 0 0,1 0 0,-1-1 0,0 1 1,0 0-1,1 0 0,-1-1 0,1 1 1,-1 0-1,1-1 0,-1 1 0,1 0 0,-1-1 1,1 1-1,0-1 0,-1 1 0,1-1 1,0 1-1,-1-1 0,1 1 0,0-1 0,0 0 1,-1 1-1,1-1 0,0 0 0,0 0 1,0 0-1,-1 1 0,1-1 0,0 0 0,0 0 1,0 0-1,0 0 0,-1 0 0,1-1 1,0 1-1,0 0 0,0 0 0,-1-1 0,1 1 1,0 0-1,0-1 0,-1 1 0,1 0 1,0-1-1,-1 1 0,1-1 0,0 1 0,0-2 1,2-6-674,0 0 0,-1 0 0,0-1 0,0 1 0,-1-1 0,0 1 0,-1-16 0,0-34-5686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8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11957,'0'0'3218,"214"-15"-4130,-169 12-3170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12 4802,'0'0'7769,"-9"-2"-6528,-25-7-188,26 8-552,7 6-6,12 699 8271,-11-697-8702,0 2 17,0-1 1,1 0 0,0 1-1,0-1 1,1 0 0,3 11-1,-5-18-80,0-1 0,0 1 0,0-1 0,1 1 0,-1-1 0,0 1 0,0-1 0,1 1 0,-1-1 0,0 1 0,1-1 0,-1 1 0,0-1 0,1 1-1,-1-1 1,1 0 0,-1 1 0,1-1 0,-1 0 0,0 1 0,1-1 0,-1 0 0,1 0 0,0 0 0,-1 1 0,1-1 0,-1 0 0,1 0 0,-1 0 0,1 0 0,-1 0 0,1 0 0,0 0-1,-1 0 1,1 0 0,-1 0 0,1 0 0,-1 0 0,1-1 0,-1 1 0,2 0 0,0-2-8,0 1 0,0 0-1,-1-1 1,1 1 0,0-1 0,0 0-1,-1 1 1,1-1 0,-1 0-1,1-2 1,14-25-361,-2-1-1,-1 0 1,16-62-1,-15 46-264,17-55-996,25-76-2814,-43 141 3192,2 1-1,35-59 1,-44 85 1286,0 1 1,0 0 0,1 0 0,0 0-1,0 1 1,15-12 0,-21 18 70,1-1 0,0 1 0,0 0 0,0-1 0,0 1 0,0 0 0,0 0-1,0 1 1,0-1 0,1 0 0,-1 1 0,0-1 0,0 1 0,1 0 0,-1 0 0,0 0 0,1 0 0,-1 0 0,0 0 0,0 1 0,1-1 0,-1 1 0,0-1-1,0 1 1,0 0 0,1 0 0,-1 0 0,0 0 0,0 0 0,-1 1 0,1-1 0,0 1 0,0-1 0,-1 1 0,1-1 0,2 4 0,4 7 266,0 1 0,0-1 0,-2 1 0,1 1 1,-1-1-1,6 26 0,18 91 1193,-30-128-1541,19 116 1071,-12-63-576,27 101 1,-21-122-539,-12-33-119,-1 0 0,1 0 0,0 0 0,-1 0 0,1 0 0,0 0 1,0 0-1,0 0 0,0 0 0,0 0 0,0 0 0,0 0 0,0-1 0,0 1 0,0 0 0,1-1 1,-1 1-1,0-1 0,0 1 0,0-1 0,1 1 0,1-1 0,-2 0-70,0 0 0,0-1 0,0 1 0,0 0 0,-1-1 0,1 1-1,0-1 1,0 1 0,0-1 0,0 1 0,0-1 0,0 0 0,-1 1 0,1-1 0,0 0 0,-1 1-1,1-1 1,0 0 0,-1 0 0,1 0 0,-1 0 0,1 0 0,-1 0 0,0 0 0,1 0 0,-1 0 0,0 0-1,0 0 1,0 0 0,1-1 0,-1 0-147,11-38-6200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7507,'0'0'9341,"-2"29"-8287,-1 29-248,3 0 1,8 74-1,5-15 304,8 68 360,-13-141-1126,1-1 0,18 49 1,-22-78-302,0 0 0,1 0 0,1-1 1,0 1-1,9 11 0,-12-20-53,0-1 0,-1 1-1,2-1 1,-1 0 0,0 0 0,1-1 0,-1 1-1,1-1 1,0 0 0,0 0 0,1-1 0,-1 1-1,0-1 1,1 0 0,8 1 0,-7-2-80,-1 0 1,1-1-1,0 0 1,-1 0-1,1 0 0,0-1 1,-1 0-1,1 0 1,-1-1-1,0 0 1,1 0-1,-1 0 1,0-1-1,0 0 1,0 0-1,-1 0 1,1-1-1,-1 0 1,0 0-1,0-1 1,0 1-1,0-1 0,-1 0 1,4-6-1,6-8-914,-1-1-1,-1-1 1,-1 0 0,-1 0-1,11-35 1,3-27-3310,-8 2-590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39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0 10901,'0'0'7758,"-2"28"-6768,0-6-801,-5 176 961,27 121 480,-5-156-1260,-10 230-1,-5-365-373,-2 1-1,-1-1 0,-1 0 0,-14 47 0,15-66-5,-1 1 0,0-1 0,0 0 0,-1-1 0,-1 1 0,1-1 0,-9 10 0,9-13 0,0 0-1,1-1 0,-2 0 1,1 0-1,-1 0 0,1 0 1,-1-1-1,0 0 0,0 0 1,0-1-1,-13 4 0,7-3-76,0-1 0,0 0 0,-1-1-1,1 0 1,0-1 0,0 0 0,-1-1 0,1 0-1,0-1 1,0 0 0,0-1 0,1-1 0,-1 0-1,1 0 1,-1-1 0,1-1 0,1 0 0,-20-13-1,18 9-357,0-1 0,1 0-1,1-1 1,0 0 0,0-1-1,1 0 1,1 0 0,0-1-1,1 1 1,0-2 0,1 1-1,1-1 1,0 0-1,-3-22 1,4 8-2675,0-33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40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364 155 2369,'0'0'8849,"2"-3"-7675,0-2-678,0 0 0,-1 0-1,1 0 1,-1 0-1,0-1 1,0 1 0,-1-1-1,0 1 1,0 0-1,-1-11 1,0-4 266,0 17-685,-1 0 0,0 0 0,0 0 1,0 0-1,0 0 0,-1 0 0,1 0 0,-1 1 1,0 0-1,0-1 0,-5-2 0,-3-5 72,8 8-98,-1 0-1,1 0 1,0 0 0,0 1 0,-1-1-1,1 1 1,-1 0 0,1-1 0,-1 2-1,0-1 1,1 0 0,-7 0 0,-50 2 138,30 1-35,5-3-112,15 0-31,0 1 0,-1 0 0,-10 2 0,19-1-6,0-1 0,1 1 0,-1 0 0,1-1 1,-1 1-1,1 0 0,-1 0 0,1 0 1,0 0-1,-1 0 0,1 1 0,0-1 1,0 0-1,0 0 0,-1 2 0,-15 26 100,15-25-83,-9 19 179,2 2-1,0 0 0,1 0 0,2 0 1,-5 39-1,-3 132 1530,14-165-1469,-2 0 152,7 60-1,-5-88-403,1 1 0,0-1 1,0 1-1,0-1 0,1 0 0,-1 0 0,1 1 0,0-1 1,0 0-1,0 0 0,0-1 0,0 1 0,1 0 0,-1-1 1,1 1-1,0-1 0,-1 0 0,1 0 0,0 0 0,1 0 1,-1 0-1,0-1 0,0 1 0,1-1 0,-1 0 0,7 1 0,-2 0-15,-1-1-1,1-1 1,0 1-1,-1-1 0,1 0 1,0-1-1,-1 0 1,1 0-1,-1-1 0,1 0 1,13-5-1,-10 1-102,0-1-1,0 0 0,-1 0 1,0-1-1,-1 0 0,0 0 1,16-20-1,-5 4-630,-1-2 0,16-30 0,-27 42 116,0 0 0,-1-1 0,-1-1 1,-1 1-1,0-1 0,-1 0 0,0 0 0,-1 0 1,-1 0-1,0-23 0,-1 13-297,-1-20 146,0 42 822,0 1 1,-1 0-1,1 0 0,-1 0 0,0 0 0,0 0 1,0-1-1,0 2 0,0-1 0,-3-4 0,3 6 64,1 1 0,0-1 0,0 1-1,-1-1 1,1 1 0,0-1-1,-1 1 1,1-1 0,-1 1-1,1 0 1,-1-1 0,1 1 0,0 0-1,-1-1 1,1 1 0,-1 0-1,0 0 1,1-1 0,-1 1-1,1 0 1,-1 0 0,1 0 0,-1 0-1,0 0 1,0 0-33,1 0 0,-1 1 0,1-1-1,-1 0 1,1 1 0,0-1 0,-1 1 0,1-1 0,-1 1-1,1-1 1,0 0 0,-1 1 0,1 0 0,0-1 0,0 1-1,-1-1 1,1 1 0,0-1 0,0 1 0,-6 36 1396,6-35-1318,-6 401 4243,6-375-4244,0-6-62,1 1 1,1-1-1,1 0 0,10 38 0,-11-54-103,-1-1 0,1 0-1,0 1 1,1-1 0,-1 0-1,1 0 1,0-1 0,0 1 0,1-1-1,-1 1 1,1-1 0,0 0-1,0 0 1,0-1 0,1 1-1,-1-1 1,1 0 0,0 0 0,0 0-1,0-1 1,0 0 0,0 0-1,10 2 1,-10-3-69,1 0 1,-1-1-1,0 1 0,1-1 1,-1 0-1,1-1 1,-1 1-1,0-1 0,1-1 1,-1 1-1,0-1 0,0 1 1,0-1-1,0-1 0,0 1 1,0-1-1,0 0 1,-1 0-1,0 0 0,0 0 1,1-1-1,-2 0 0,1 0 1,0 0-1,-1 0 0,3-6 1,3-4-934,-1 0 0,-1-1 0,0 0 0,-1 0 1,0-1-1,-2 0 0,5-24 0,1-34-6453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4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6019,'0'0'12312,"0"10"-11784,13 362 1838,0-43-879,-13 20-299,2 104-447,-1-426-736,1 0 0,1 0 1,10 45-1,-11-64-40,-1-6-12,-1 1 0,1-1 1,-1 0-1,1 1 0,0-1 0,0 0 1,0 1-1,0-1 0,0 0 0,1 0 1,-1 0-1,1 0 0,-1 0 0,4 2 1,-5-4 6,0 0 1,0 0 0,0 1 0,0-1 0,0 0 0,0 0 0,0 0 0,0 0-1,0 0 1,1 0 0,-1 0 0,0 0 0,0 0 0,0 0 0,0 0-1,0 0 1,0 0 0,0 0 0,0 0 0,1 0 0,-1 0 0,0 0-1,0 0 1,0 0 0,0 0 0,0 0 0,0 0 0,0 0 0,0 0-1,1 0 1,-1 0 0,0 0 0,0 0 0,0-1 0,0 1 0,0 0 0,0 0-1,0 0 1,0 0 0,0 0 0,0 0 0,0 0 0,1 0 0,-1 0-1,0 0 1,0-1 0,0 1 0,0 0 0,0 0 0,0 0 0,0 0-1,0 0 1,0 0 0,0 0 0,0-1 0,0-8-1519,0 5 714,0-29-4594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53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21 184 800,'0'0'7028,"0"-3"-6095,1-31 1640,0 21-1987,0 0-1,-1 0 0,0 0 0,-1 1 0,-1-1 0,0 0 0,-6-22 0,7 33-486,1 0-70,0 1 1,-1 0 0,1 0 0,0-1-1,-1 1 1,1 0 0,-1 0-1,1-1 1,-1 1 0,0 0 0,1 0-1,-1 0 1,0 0 0,-1-1 0,1 2-44,12 1561 6353,-11-1474-5872,0-87-478,0-1 0,0 1 0,0-1 0,0 1 0,0-1 0,1 1 0,-1-1 1,0 1-1,0-1 0,1 1 0,-1-1 0,0 1 0,1 0 0,-1-1 0,1 1 0,-1 0 0,0-1 0,1 1 0,-1 0 0,1-1 0,-1 1 0,1 0 0,-1 0 0,1-1 1,-1 1-1,1 0 0,-1 0 0,1 0 0,-1 0 0,1 0 0,-1 0 0,1 0 0,-1 0 0,1 0 0,-1 0 0,1 0 0,0 0 0,-1 0 0,1 0 0,-1 1 1,1-1-1,-1 0 0,0 0 0,1 1 0,-1-1 0,1 0 0,-1 0 0,1 1 0,-1-1 0,0 1 0,1-1 0,-1 0 0,0 1 0,1-1 0,-1 1 0,0-1 0,1 1 1,-1-1-1,0 1 0,0-1 0,0 1 0,0-1 0,1 1 0,-1-1 0,0 1 0,0-1 0,0 1 0,0-1 0,0 2 0,4-22-1234,-1 1 1,0-1-1,-1 1 0,-2-1 0,-1-29 0,0 5-2288,1-11-2352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5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9316,'0'0'4042,"37"-19"-3498,-37 19-544,160-74 329,-150 70-307,1 0 0,0 1 1,-1 1-1,1 0 0,0 0 1,0 1-1,19 0 0,-30 1-22,19 0 35,112 5 219,-113-3-177,0 1 0,0 0 0,0 2-1,-1 0 1,21 9 0,-12-1 120,0 1 1,-1 1-1,0 2 1,-2 0-1,0 1 1,0 2-1,-2 0 1,-1 1-1,35 47 1,-32-35 167,-2 2 1,-1 0-1,-1 1 0,-2 0 1,-2 2-1,18 66 1,-24-58-50,-2-1 1,-1 2-1,-3-1 1,-2 0 0,-7 75-1,2-95-278,0 0 0,-2-1 0,-1 0 0,-1 0 0,-1 0-1,-1-1 1,-1 0 0,-1-1 0,-2-1 0,0 0 0,-1 0 0,-1-2-1,-1 0 1,-1-1 0,0 0 0,-22 15 0,18-16-68,0-1-1,-2-1 1,0-1 0,0-2-1,-1 0 1,-1-2 0,0 0 0,-1-2-1,0-1 1,0-1 0,-1-1-1,1-2 1,-1-1 0,-49 0 0,72-3-49,-1 0 1,0-1-1,1 0 0,-1 0 1,1 0-1,-1-1 1,1 1-1,0-2 1,-1 1-1,1 0 0,0-1 1,0 0-1,1 0 1,-1 0-1,1-1 1,-1 0-1,1 0 0,0 0 1,1 0-1,-1 0 1,1-1-1,-1 0 1,1 1-1,1-1 1,-1 0-1,1-1 0,0 1 1,-3-10-1,1 0-673,0 0 0,2-1-1,-1 0 1,2 1 0,0-1-1,1 0 1,0 0 0,2 0-1,0 0 1,0 1-1,7-20 1,-1 13-3412,19-36-1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54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0 383 4674,'0'0'-507,"8"-29"609,22-89 223,-28 107 32,1 1 1,-1-1-1,-1 0 0,0 0 1,0 0-1,-2-19 0,-1 2 989,-5-84 5716,7 116-6913,14 318 2134,-1-84-657,-10 109 85,-1-82-909,-3-243-744,2 0 1,1 0-1,0 0 0,2 0 1,0-1-1,10 28 0,-21-114-7269,-2 17 3372,-2-6-2151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5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8052,'0'0'10047,"25"-5"-9724,22-3-70,1 1 1,75 0-1,245 41 341,-233-17-748,-126-15 73,-4-2-59,0 0 0,0 1 0,0 0 0,-1 0 0,1 0 0,5 3-1,-10-4 60,1 0 0,-1 0-1,0 0 1,0 1 0,1-1-1,-1 0 1,0 0 0,1 1-1,-1-1 1,0 0-1,0 0 1,0 1 0,1-1-1,-1 0 1,0 1 0,0-1-1,0 0 1,0 1-1,1-1 1,-1 0 0,0 1-1,0-1 1,0 0 0,0 1-1,0-1 1,0 0 0,0 1-1,0-1 1,0 0-1,0 1 1,0-1 0,0 0-1,0 1 1,-1-1 0,1 0-1,0 1 1,0-1-1,0 0 1,0 1 0,-1-1-1,1 0 1,0 1 0,0-1-1,-1 0 1,1 0 0,0 1-1,0-1 1,-1 0-1,1 0 1,0 0 0,-1 0-1,1 1 1,-17 9-2319,-16 0-956,-7 2-2047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5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9556,'0'0'5955,"241"16"-4418,-123-7-529,2 4-431,-9-4-385,-18 0-192,-17-3-305,-21 1-959,-17-4-1169,-14 0-2738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5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6003,'0'0'6427,"0"-6"-5960,0-21-49,0 27-401,0 0-1,0 0 1,0 0-1,0 0 0,1 0 1,-1 0-1,0 0 1,0 0-1,0 0 0,0 0 1,0 0-1,1 1 0,-1-1 1,0 0-1,0 0 1,0 0-1,0 0 0,0 0 1,1 0-1,-1 0 1,0-1-1,0 1 0,0 0 1,0 0-1,0 0 0,1 0 1,-1 0-1,0 0 1,0 0-1,0 0 0,0 0 1,0 0-1,0 0 1,1 0-1,-1-1 0,0 1 1,0 0-1,0 0 0,0 0 1,0 0-1,0 0 1,0 0-1,0-1 0,0 1 1,0 0-1,0 0 1,0 0-1,0 0 0,0 0 1,0-1-1,0 1 0,0 0 1,0 0-1,0 0 1,0 0-1,0 0 0,0-1 1,0 1-1,0 0 1,0 0-1,0 0 0,0 0 1,0 0-1,0-1 0,0 1 1,0 0-1,0 0 1,6 9 248,4 15 138,-1 0 0,-1 0 1,7 36-1,8 84 547,-19-119-800,28 352 2229,-24 2-958,-7-296-1339,-1-36-36,2 0 0,10 53 0,-12-98-71,12 41 112,-12-41-135,1-1 0,-1 1 0,1-1 0,-1 0 0,1 0 1,-1 1-1,1-1 0,0 0 0,0 0 0,-1 0 0,1 0 0,0 0 0,0 0 0,0 0 0,0 0 0,1 0 0,-1 0 0,0 0 0,0-1 1,0 1-1,1 0 0,-1-1 0,0 1 0,3 0 0,-3-1-4,-1 0 1,0 0-1,1 0 1,-1 0-1,0 0 0,1 0 1,-1 0-1,0 0 1,1-1-1,-1 1 0,0 0 1,1 0-1,-1 0 0,0 0 1,1 0-1,-1-1 1,0 1-1,1 0 0,-1 0 1,0 0-1,0-1 1,1 1-1,-1 0 0,0 0 1,0-1-1,0 1 1,1 0-1,-1-1 0,0 1 1,0 0-1,0-1 1,0 1-1,0 0 0,0-1 1,3-10-1058,-2-1-1,0 1 1,0-1 0,-2-14-1,1 7-1032,0-42-6638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56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13510,'0'0'4738,"193"-6"-3265,-72 6-689,10 0-640,4-4-144,-8-14-192,-13-1-1312,-21 4-2466,-27 8-3714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56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18200,'0'0'5267,"17"40"-5683,-10-37-577,0 0-528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5:59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10 10965,'0'0'7910,"-16"-2"-7531,-4 0-306,4-1-11,1 2 0,-22 0 0,35 1-62,1 0-1,-1 1 1,1-1 0,-1 1-1,1 0 1,0-1-1,-1 1 1,1 0 0,0 0-1,-1 0 1,1 0 0,0 0-1,0 0 1,0 0 0,0 1-1,0-1 1,0 0 0,0 0-1,0 1 1,0 1 0,-18 36-41,16-30 36,-14 36 17,1 0 1,3 0 0,-11 77 0,0 151 261,19 88 678,29-2 169,-17-309-970,2 1 0,2-2 1,3 0-1,1 0 0,31 64 0,-39-97-126,2-1 0,0 0 1,1-1-1,0 0 0,1-1 0,0 0 0,2 0 1,-1-1-1,26 18 0,-29-24-44,0-1 1,1 0-1,-1 0 0,1-1 0,0 0 1,0-1-1,0 0 0,1-1 0,-1 0 1,0 0-1,1-1 0,0-1 0,-1 1 1,1-2-1,-1 0 0,19-3 0,-18 1-118,-1 0 0,1-1 0,-1 0-1,0-1 1,-1 0 0,1 0-1,-1-1 1,0 0 0,-1-1 0,1 0-1,7-8 1,-5 3-760,0 0-1,-1-1 1,0-1 0,-1 0-1,0 0 1,9-23-1,-9 15-3381,8-34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0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1056 10485,'0'0'2769,"0"-10"-2652,1-2-114,0-5 845,-1 0-1,-2-22 1,0 34-791,1 1 1,-1 0 0,1 0 0,-1-1-1,0 1 1,-1 1 0,1-1 0,-1 0-1,-4-5 1,0 1-86,-1 1 0,-15-14 0,-3 2 54,-1 1 0,-32-17 0,46 29 15,0 0 0,0 1 1,0 1-1,0 0 0,0 0 1,-1 2-1,-22-3 0,26 5-14,-2-1 16,1 0-1,-1 1 1,-21 4 0,29-3-26,-1 0 0,1 0 0,0 1 0,0-1 0,0 1 0,0 0 0,1 0-1,-1 1 1,0-1 0,1 1 0,0 0 0,-1 0 0,-3 5 0,-3 4 56,2 0 0,0 0-1,1 1 1,0 0 0,0 0-1,2 1 1,0-1 0,0 1 0,1 1-1,-2 17 1,-1 16 532,0 89-1,7-94-265,-2 9 193,3-1-1,8 61 1,-6-96-432,0 0 0,1 0 0,0-1 0,1 0-1,1 0 1,1 0 0,0 0 0,1-1 0,0 0 0,1-1-1,14 17 1,-16-23-72,0-1 0,0 0 0,0 0 0,1 0 0,0-1 0,0 0 0,0-1 0,1 1 0,0-2-1,-1 1 1,1-1 0,0-1 0,1 0 0,-1 0 0,19 1 0,-18-2-31,1-1 0,0-1 0,0 0-1,0 0 1,0-1 0,-1-1 0,1 0 0,-1 0 0,0-1 0,0 0-1,0-1 1,0 0 0,14-10 0,-6 0-218,0-1 0,0 0 0,-2-2 0,0 0 1,-1 0-1,-1-2 0,18-31 0,-16 22-676,-2-1 0,-1 0 1,-1-1-1,15-63 0,-19 50-106,-2 0-1,-2 0 1,-2 0 0,-2-1-1,-2 1 1,-2 0-1,-1 0 1,-17-62-1,-12-21-1442,-40-163-1721,41 94 6595,28 55 4930,5 112-3421,0 28-3227,0 4-515,23 293 2090,-8-163-1510,20 425 1740,-7-88-1103,-28-468-1408,2 33 95,1 0 0,3 0 0,13 50 0,-5-52-78,-13-32-26,0 1-1,0-1 0,0 0 0,0 1 0,0-1 0,0 0 1,0 0-1,1 0 0,-1 0 0,1 0 0,-1 0 0,0 0 1,1-1-1,0 1 0,2 1 0,-4-2-12,1 0 0,0 0 0,-1 0-1,1 0 1,0 0 0,0 1 0,-1-1 0,1 0 0,0 0-1,-1-1 1,1 1 0,0 0 0,-1 0 0,1 0 0,0 0-1,-1-1 1,1 1 0,0 0 0,-1-1 0,1 1-1,-1 0 1,1-1 0,0 1 0,-1-1 0,1 1 0,-1-1-1,0 1 1,2-1 0,6-22-687,-4-1-802,-1 0 1,-2-47 0,-1 62 982,0-66-4649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0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0 688 13126,'0'0'5354,"21"-24"-4921,2-1-447,16-18-238,52-73 0,-79 96-29,0 0 0,-2 0 0,0-1-1,-2 0 1,0-1 0,-1 1 0,-1-1 0,-2-1-1,0 1 1,-1-1 0,-1 0 0,-1 0 0,-1 0-1,-4-25 1,3 41 236,1 0 0,-2 1 1,1-1-1,-1 1 0,0-1 0,0 1 0,-1 0 0,0 0 0,0 0 0,0 0 0,-1 0 1,0 1-1,-7-10 0,7 12 65,1 0 0,-1 0 0,1 0 0,-1 1 0,0 0-1,0-1 1,0 1 0,0 0 0,0 1 0,0-1 0,-1 1 0,1 0 0,-1 0 0,1 0 0,-1 0 0,1 1 0,-1 0 0,1 0 0,-1 0 0,1 1 0,-8 1 0,10-2 9,-1 1 0,1-1 0,0 1 0,-1 0 0,1 0 1,0 0-1,0 1 0,0-1 0,0 0 0,0 1 0,0 0 0,0-1 0,0 1 1,1 0-1,-1 0 0,-2 3 0,0 2 126,0 1 0,0-1 0,-4 17 0,1 0 279,1 0-1,1 0 1,-4 45 0,7 78 1041,2-94-881,0 1 180,2-1 0,17 99 0,-15-134-661,0 0 1,1 0-1,1-1 0,1 0 0,1 0 0,0-1 1,1 1-1,0-2 0,1 1 0,1-2 1,1 1-1,15 14 0,-17-21-95,0-1-1,0 0 1,0 0 0,1-1 0,0-1-1,1 0 1,-1 0 0,1-1-1,0 0 1,0-1 0,0-1 0,0 0-1,1 0 1,-1-1 0,0-1-1,25-2 1,-20 0-113,-1 0 0,1-1 0,0-1 0,-1 0 1,0-2-1,0 0 0,0 0 0,-1-2 0,0 0 0,0 0 0,22-18 0,-27 17-427,1 0 0,-1-1 1,-1 0-1,0 0 0,0-1 0,-1-1 0,-1 1 0,0-1 0,0 0 0,5-14 0,-8 11-1538,0-1-1,3-21 1,-7 37 2060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2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5651,'0'0'5474,"0"-9"-4634,0-31 83,0 16 2034,10 289-454,0-24-578,-9 358 1247,4-619-3180,44-141-1026,-6-2 0,31-245 0,-70 373 821,-1 10 19,0 0 0,10-34 0,-13 56 189,1 1 0,0 0 1,0 0-1,0-1 0,0 1 1,0 0-1,0 0 0,1 0 0,-1 0 1,0 0-1,1 1 0,0-1 1,-1 0-1,1 1 0,0-1 1,0 1-1,0 0 0,0-1 1,3 0-1,-2 1 34,0 0 0,0 0 1,0 1-1,1 0 0,-1-1 0,0 1 1,0 0-1,0 1 0,0-1 0,0 1 1,0-1-1,6 3 0,3 1 159,-1 1 0,0 0 0,0 1 0,0 1 0,17 13 0,-4-1 95,1 1 73,0-1 1,53 30-1,-70-45-370,0 0-1,0-1 1,0 0-1,1 0 1,-1-1-1,1 0 1,0 0-1,0-1 1,0 0-1,-1-1 1,1 0-1,0 0 1,0-1-1,0 0 1,10-3-1,-14 2-175,1 0 1,-1 0-1,0-1 0,0 1 1,0-1-1,0-1 1,0 1-1,-1-1 0,1 0 1,-1 0-1,7-8 0,-5 3-780,0 1 0,0-1 0,-1 0-1,0-1 1,7-16 0,0-21-6252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3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30 450 16472,'0'0'3118,"30"-35"-3371,97-112-612,-117 136 662,-1 0-1,-1-1 0,0 0 0,-1-1 1,0 0-1,6-15 0,-10 18-278,-1 0-1,0-1 1,-1 1 0,0 0-1,-1-19 1,0 23 198,0 2 105,0 0 0,0 0 0,-1 1 0,1-1 1,-1 0-1,1 1 0,-1-1 0,0 1 0,-1-1 1,1 1-1,-1-1 0,-3-5 0,3 7 155,0 0 1,0 0-1,0 0 0,-1 0 0,1 0 0,-1 0 1,1 1-1,-1-1 0,0 1 0,1 0 0,-1 0 1,0 0-1,0 0 0,0 0 0,-5 0 0,1 0 122,-1-1 0,0 1-1,0 1 1,0 0 0,0 0-1,0 1 1,-10 1 0,14-1-20,0 0 0,0 1 1,1-1-1,-1 1 0,0-1 1,1 1-1,-1 1 0,1-1 1,-1 0-1,1 1 0,0 0 1,0-1-1,0 1 0,1 0 1,-1 1-1,-2 2 0,-3 8 250,1-1 0,1 1 0,0 0 0,0 0 0,1 1 0,1-1 0,-3 26 1,-6 112 1833,12-117-1718,-2 138 1320,4-150-1574,1-1 0,1 1 0,1 0 0,1-1 0,11 30 0,-12-43-168,-1 0 1,2-1 0,-1 0-1,1 0 1,0 0 0,1-1-1,0 1 1,0-1 0,0-1-1,1 1 1,0-1-1,1 0 1,-1-1 0,1 0-1,0 0 1,12 5 0,-7-5-24,0 0 0,0-2 0,1 1 0,-1-2 1,1 0-1,-1-1 0,1 0 0,0-1 1,0 0-1,22-4 0,-20 1-88,0-1 0,-1-1 0,1-1 0,-1 0 0,0 0 0,0-2 0,-1 0 0,0 0 0,-1-1 0,0-1 0,24-22 0,-5-2-671,0-1 0,50-74 0,-62 80-103,-2 0 0,-1-1 0,-1-1 0,-2 0-1,-1-2 1,-1 1 0,-2-1 0,-1-1 0,5-44 0,-9-51-2893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3618,'0'0'12854,"1"35"-11873,19 289 1311,15 135 41,-23 1-1397,-10-345-854,11 156-242,-11-252 62,-2-14 17,1 1 1,-1 0 0,1 0-1,0-1 1,1 1-1,-1-1 1,1 1 0,4 8-1,-3-12-367,-2-7-144,2-35-1810,-2 1 0,-2-1 0,-7-51 1,-18-16-5977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7155,'0'0'12278,"210"0"-10805,-144-6-1041,13-7-432,7-6-416,11-5-1553,3-7-2369,-4-10-5971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4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645 24 12982,'0'0'6480,"-24"-4"-6274,-76-13-172,94 16-34,0 0 0,0 1 0,0-1-1,0 1 1,0 0 0,0 1 0,0-1-1,0 1 1,0 0 0,0 1 0,0 0-1,-7 3 1,7-2-1,0 2 0,0-1-1,0 1 1,0-1 0,1 1-1,-9 11 1,-1 0 0,-1 3 52,0 1-1,1 1 1,1 0-1,1 1 1,1 1-1,1 0 1,1 0-1,1 1 1,1 0-1,1 0 1,-4 31-1,-1 26 204,4 0 1,2 97-1,8-18 11,7 0 0,29 159 0,73 340 623,-96-540-504,0 192 0,-15-311-385,0 1-1,0-1 0,-1 1 0,1-1 0,0 1 0,0-1 0,0 1 0,0-1 0,0 1 0,0-1 0,-1 1 1,1-1-1,0 0 0,0 1 0,-1-1 0,1 1 0,0-1 0,-1 0 0,1 1 0,0-1 0,-1 0 0,1 1 1,0-1-1,-1 0 0,1 0 0,-1 1 0,1-1 0,-1 0 0,1 0 0,0 0 0,-1 1 0,0-1 0,-18 0-69,11 0 13,-3-1-110,1 0 0,-1-1-1,1-1 1,-1 1 0,1-1-1,0-1 1,0 0 0,1 0-1,-1-1 1,1-1 0,0 1-1,0-1 1,-9-9 0,-15-13-1988,-54-62 0,81 83 1813,-78-90-5174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4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1024,'0'0'12329,"39"3"-8407,134 9-2439,-141-10-1178,0-2 1,0-1-1,0-1 1,0-2 0,0-1-1,40-13 1,-26 2-678,-2-2 1,0-2 0,41-26 0,-85 45 348,0 1 0,0 0 0,0 0 0,0 0 0,0-1 1,1 1-1,-1 0 0,0 0 0,0 0 0,0 0 0,1 0 1,-1-1-1,0 1 0,0 0 0,1 0 0,-1 0 0,0 0 1,0 0-1,1 0 0,-1 0 0,0 0 0,0 0 0,0 0 1,1 0-1,-1 0 0,0 0 0,0 0 0,1 0 0,-1 0 1,0 0-1,0 0 0,1 0 0,-1 0 0,0 1 0,0-1 0,0 0 1,1 0-1,-1 0 0,0 0 0,0 0 0,0 1 0,1-1 1,-1 0-1,0 0 0,-1 14-316,0-8 505,-18 88 1062,-5 30 86,14 178 1365,10-262-2436,-1-17-119,2 1 1,1 0 0,1 0-1,6 24 1,-7-40-103,1-1 0,-1 0 1,2 0-1,-1 1 0,1-2 0,0 1 1,4 6-1,-5-9-11,0-1 0,1 1 1,-1-1-1,1 0 0,-1 0 0,1 0 1,0-1-1,0 1 0,0-1 0,0 0 0,0 0 1,9 2-1,-7-2-16,1-1 0,-1 0 0,1 0 0,0 0 0,-1-1 1,1 0-1,0 0 0,-1-1 0,1 0 0,0 0 0,-1 0 0,1-1 0,-1 0 0,0 0 0,0-1 1,0 0-1,0 0 0,0 0 0,0-1 0,-1 0 0,1 0 0,-1 0 0,0 0 0,7-10 0,3-4-209,-1-1-1,-1 0 0,-1-1 0,-1 0 0,16-40 1,-15 28-246,-1-1 1,-2 0-1,-1-1 0,-2 0 1,-1 0-1,-2 0 1,-2-58-1,-1 73 235,-1 1 0,-1 0-1,0 0 1,-2 0 0,0 0 0,-1 0-1,-1 1 1,0-1 0,-2 1 0,0 1-1,0 0 1,-2 0 0,0 1-1,-1 0 1,-17-19 0,18 23 295,-1 0 0,0 1 1,0 0-1,-2 1 0,-16-11 0,23 17 111,1 0-1,-1 0 0,0 1 0,0 0 0,0 0 0,0 0 0,0 1 0,-1 0 0,1 0 0,0 0 0,-1 1 0,1 0 1,-1 0-1,1 1 0,-7 1 0,9-1-49,-1 1 0,0 1 0,0-1 0,1 1 0,-1 0 0,1 0 0,0 0 0,0 0 0,0 1 0,0 0 0,0 0 0,1 0 0,0 0 0,0 0 0,0 1 0,0-1 0,-1 6-1,-3 3-62,1-1 0,1 2 0,1-1-1,-1 1 1,-2 18 0,3 3-1096,4-33 585,0 1 0,0-1 0,0 1 0,0-1 0,0 0 0,1 1 0,-1-1 0,1 1 0,-1-1 0,1 0 0,1 4 0,13 2-5205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75 9508,'0'0'9701,"-5"0"-8960,4-1-708,0 1 1,0 0-1,0 0 0,0 0 0,0 0 0,-1 0 0,1 0 0,0 0 0,0 0 0,0 0 0,0 1 0,0-1 0,0 0 0,0 1 0,-2 0 0,2 0-8,0 1 0,1-1 1,-1 0-1,0 1 0,0-1 0,1 1 1,-1-1-1,1 1 0,0-1 0,-1 1 1,1-1-1,0 1 0,0-1 0,0 1 1,0-1-1,0 4 0,0 94 889,2 155 1192,0-224-1715,10 58-1,-10-78-348,0 0 0,1 0-1,1 0 1,0-1 0,0 1-1,1-1 1,0 0 0,0 0-1,8 9 1,-9-15-47,-1 0-1,0 1 1,1-1 0,0 0-1,-1-1 1,1 1-1,0-1 1,0 0-1,1 0 1,-1 0 0,0 0-1,1-1 1,-1 1-1,1-1 1,-1-1 0,1 1-1,0 0 1,-1-1-1,1 0 1,0 0 0,6-2-1,-4 1-9,1 0 0,-1-1 0,0 0 0,-1-1 0,1 0 1,0 0-1,-1 0 0,1-1 0,-1 1 0,0-2 0,0 1 0,-1-1 0,7-6 0,6-10-291,-1 0-1,-1-2 1,-1 0-1,-1 0 1,-2-1-1,0-1 1,-1 0 0,-1-1-1,6-28 1,-4 6-565,-3-1 0,-1 0 0,-3-1 0,-1-56 0,-3 78 617,0 20 251,-1 0 0,0 0 0,0 1 0,-1-1 0,-1-10-1,2 18 51,0-1 0,-1 0 0,1 1 0,0-1 0,0 1-1,0-1 1,0 1 0,-1-1 0,1 1 0,0-1-1,-1 1 1,1-1 0,0 1 0,-1-1 0,1 1-1,0-1 1,-1 1 0,1 0 0,-1-1 0,1 1-1,-1 0 1,1-1 0,-1 1 0,1 0 0,-1 0 0,1-1-1,-1 1 1,0 0 0,1 0 0,-1 0 0,1 0-1,-2 0 1,1 0-22,1 0-1,-1 1 1,0-1-1,0 0 0,1 1 1,-1-1-1,0 1 1,1-1-1,-1 1 1,1-1-1,-1 1 0,0-1 1,1 1-1,-1 0 1,1-1-1,0 1 1,-1 0-1,1-1 1,0 1-1,-1 0 0,1 0 1,0 0-1,0-1 1,-1 2-1,-7 51-1672,6-17-2317,2-13-2449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12118,'0'0'6784,"-6"36"-4732,3-22-1842,-8 50 615,2 0 1,0 83-1,9 181 1221,0-317-1994,0-2-13,-1-1 0,2 0 0,-1 0 1,1 0-1,0 0 0,0 1 0,1-1 0,1-1 0,3 10 0,-6-16-40,0 0-1,0 0 1,1-1-1,-1 1 1,0 0-1,1 0 1,-1-1-1,1 1 1,-1 0-1,1-1 1,-1 1-1,1 0 1,-1-1-1,1 1 1,0-1-1,-1 1 1,1-1-1,0 1 1,0-1-1,-1 0 1,1 1-1,0-1 1,0 0-1,-1 0 1,1 1-1,0-1 1,0 0-1,0 0 1,0 0-1,-1 0 1,1 0-1,1 0 1,0-1-7,0 0 1,-1 0 0,1-1 0,-1 1-1,0 0 1,1 0 0,-1-1-1,0 1 1,0-1 0,1 1 0,-1-1-1,-1 0 1,1 1 0,0-1-1,0 0 1,0-2 0,10-30-365,13-67 0,-17 65 54,19-105-1023,-9 47-578,33-109 1,-48 194 1880,2 0 1,-1 0-1,1 1 1,1 0 0,-1 0-1,9-12 1,-11 19 108,-1-1 0,1 0 0,-1 1 0,1-1 0,-1 1 0,1-1 0,0 1 0,0 0 1,0-1-1,-1 1 0,1 0 0,0 1 0,0-1 0,1 0 0,-1 0 0,0 1 0,0-1 0,0 1 0,0 0 0,1 0 0,-1 0 1,0 0-1,0 0 0,0 0 0,1 0 0,-1 1 0,0-1 0,0 1 0,0-1 0,0 1 0,0 0 0,3 1 0,2 3 71,0 0 0,0 0-1,0 1 1,-1 0 0,9 10 0,-8-9-141,-1 0 0,1-1 0,0 0 0,0 0 0,14 8 0,-17-12-204,1 0 0,0 0 0,0 0 1,0-1-1,0 1 0,1-1 0,6 0 1,22-1-4713,-16-3-1279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5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63 227 13062,'0'0'4482,"-11"226"-1889,11-117-720,0 6-832,0-13-417,14-21-528,3-28-96,-3-22-64,3-22-688,-3-9-961,-4-18-864,-6-35-1537,-4-12-6483</inkml:trace>
  <inkml:trace contextRef="#ctx0" brushRef="#br0" timeOffset="1">0 3 13430,'0'0'6867,"111"-3"-10869,-80 9-3873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6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0 590 15767,'0'0'3426,"41"-30"-2562,132-101-768,-141 108-297,-1-1-1,-2-2 1,45-51 0,-64 66 24,-1 0 0,0-1 0,-1-1 0,-1 0 0,0 0 0,-1 0 0,0 0 0,-1-1 0,0 0 0,-1 0 0,-1-1 1,0 1-1,-1-1 0,-1 1 0,0-17 0,-1 29 177,1 0 1,-1 0-1,0 0 1,-1 0-1,1 0 0,0 0 1,0 0-1,-1 0 1,1 0-1,-1 0 1,0 1-1,1-1 0,-1 0 1,0 0-1,0 0 1,0 1-1,-1-1 1,-1-2-1,0 2 46,0 1-1,1-1 1,-1 1-1,0 0 1,0 0-1,0 1 1,0-1 0,0 1-1,0-1 1,0 1-1,-5 0 1,1-1 74,0 1 0,1 0 0,-1 0 0,0 1 0,1 0 0,-1 0 0,-9 3 0,12-2-77,0 0 1,0 0 0,1 0-1,-1 1 1,1 0 0,0-1-1,0 1 1,0 0 0,0 0-1,0 1 1,0-1 0,1 1 0,-3 4-1,-5 11 170,0 1 0,1-1 0,1 2 0,2-1 0,0 1 0,0 0 0,-2 28 0,-4 153 1119,11-168-1014,1-1 1,2 1-1,10 54 0,-10-79-282,0 0 0,1 0 0,0-1 0,0 1 0,1-1 1,0 1-1,1-1 0,0-1 0,0 1 0,0-1 0,1 0 0,0 0 0,1 0 0,0-1 0,0 0 0,0 0 0,0-1 0,10 6 0,-7-7-50,1 0 0,0 0-1,0-1 1,0 0-1,0 0 1,0-2-1,0 1 1,1-2-1,-1 1 1,1-1-1,-1-1 1,0 0-1,1-1 1,-1 0 0,0-1-1,0 0 1,0 0-1,15-8 1,-13 3-251,1-1 0,-2 0 0,0-1 0,0 0 1,12-13-1,-1-3-1542,26-36 0,13-36-4155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6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47 14423,'-5'35'4020,"-34"403"1994,38-220-4446,1-209-1509,0 1-2,0 0-1,0 0 1,1 0 0,4 15 0,-5-23-58,1 0 0,0 0-1,-1 0 1,1 0 0,0 0-1,0 0 1,0 0 0,0 0-1,1-1 1,-1 1 0,0 0-1,1-1 1,-1 1-1,1-1 1,0 0 0,-1 1-1,1-1 1,0 0 0,0 0-1,0 0 1,0 0 0,0 0-1,0-1 1,0 1 0,0-1-1,3 1 1,-3 0-7,-1-1-1,1 0 0,-1 0 1,0 0-1,1 0 1,-1 0-1,0-1 1,1 1-1,-1 0 1,0-1-1,1 1 1,-1 0-1,0-1 1,0 0-1,1 1 1,-1-1-1,0 0 1,0 0-1,0 1 0,0-1 1,0 0-1,2-2 1,0-2-31,0 0-1,0 0 1,0 0 0,3-9 0,5-13-175,-2 0 1,0-1-1,6-43 1,5-92-930,-17 112 311,4 0 1,1 0 0,26-86-1,-30 125 909,1 0 0,1 0 0,0 1 0,0 0 0,1 0 0,1 1 0,-1 0 0,2 0 0,-1 0 0,1 1 0,1 1 0,0 0 0,0 0 0,1 1 0,-1 0 0,2 0 0,-1 2 0,1-1 0,-1 1 0,2 1 0,-1 0 0,0 1-1,1 0 1,-1 1 0,18-1 0,-13 3 222,39 0 417,-53 1-710,1-1 0,-1 1 0,0 0 1,1 0-1,-1 0 0,0 0 0,0 1 0,1-1 0,-1 1 0,0 0 0,-1 0 0,6 4 0,7 11-179,-3-5-1698,-5-4-2709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 15495,'0'0'1777,"110"242"160,-51-90 64,-4 12-689,-20 10-783,-32 16-209,-3 2-192,-65 4-64,-35-16-64,-7-37-32,10-47 16,18-47-64,17-45-449,10-4-543,17-44-1697,15-15-2114,2 3-7138</inkml:trace>
  <inkml:trace contextRef="#ctx0" brushRef="#br0" timeOffset="1">897 2028 3666,'0'0'21433,"-45"9"-26315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35 159 912,'0'0'13476,"-3"-18"-12825,-2-5-442,3 10-50,-1 0 0,1 1 0,1-1-1,0-19 1,1 24 35,-1-11 338,0 18-522,1 1 1,0-1 0,-1 1 0,1-1 0,0 1 0,-1-1 0,1 1 0,-1 0-1,1-1 1,0 1 0,-1 0 0,1-1 0,-1 1 0,1 0 0,-1-1-1,0 1 1,1 0 0,-1 0 0,1 0 0,-1-1 0,1 1 0,-1 0 0,0 0-1,1 0 1,-1 0 0,1 0 0,-2 0 0,1 0-54,1 6-48,0 11 76,1 0-1,1-1 1,1 1 0,6 21-1,32 112 204,44 183 1380,21 440 1761,-103-737-3142,-3-26-79,0-1 0,1 1 0,1 0-1,0-1 1,0 1 0,6 16 0,-7-25-102,-1 0 0,0-1 0,1 1 0,-1 0 0,0 0 0,1 0 0,-1-1 0,1 1 0,-1 0 0,1-1 0,0 1 0,-1 0-1,1-1 1,0 1 0,-1-1 0,1 1 0,0-1 0,0 1 0,-1-1 0,1 1 0,0-1 0,0 0 0,0 1 0,1-1 0,-1 0-28,0-1 1,0 1-1,0 0 0,0-1 0,0 1 0,0-1 1,0 0-1,0 1 0,0-1 0,-1 0 1,1 1-1,0-1 0,0 0 0,-1 0 0,1 0 1,0 1-1,-1-1 0,1 0 0,-1 0 0,0 0 1,1 0-1,-1 0 0,1-2 0,4-12-623,0-1-1,-1 1 1,-1-1 0,2-23-1,0-69-5816,-5 105 6157,0-79-9990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103 250 12694,'0'0'5912,"7"-25"-5789,23-81-129,-28 99 11,1 0 0,0 1 0,0-1 0,0 1 0,1-1 0,0 1 0,0 0 0,0 0-1,1 1 1,0-1 0,0 1 0,0 0 0,1 1 0,0-1 0,0 1 0,0 0 0,0 0 0,8-2 0,-7 3 16,0 1 0,0 0 0,0 0 0,0 1 0,0 0 1,1 0-1,-1 0 0,0 1 0,10 1 0,3 0 72,-15-1-49,1 1 1,0 0 0,-1 0-1,1 0 1,0 1 0,-1 0-1,1 0 1,-1 0 0,0 0-1,0 1 1,0 0 0,0 0-1,0 1 1,-1-1 0,0 1-1,1 0 1,-1 0 0,-1 1-1,1-1 1,0 1 0,-1 0-1,0 0 1,3 7 0,1 2 94,0 1 1,-2 0 0,1 0 0,-2 0 0,0 1-1,-1 0 1,2 25 0,-2-2 101,-2 0-1,-1 0 0,-2-1 1,-2 1-1,-2-1 1,-1 1-1,-2-2 0,-19 53 1,8-40 24,-45 79 1,49-104-240,0 0 0,-2-1 0,-1-1 0,-34 33 0,48-50-30,-1-2-1,1 1 0,-1-1 0,0 0 0,0 0 0,-1 0 0,1-1 0,-1 0 1,0 0-1,0-1 0,0 0 0,0 0 0,0-1 0,0 1 0,-1-2 1,-8 1-1,12-1-52,0 0 1,0 0 0,0 0 0,-1 0-1,1-1 1,0 0 0,0 0 0,0 0-1,1 0 1,-1-1 0,0 0 0,0 1-1,1-1 1,-1 0 0,1-1 0,-1 1-1,-3-4 1,3 1-136,1 1 1,0-1-1,0 1 0,0-1 0,0 0 1,0 0-1,1 0 0,0-1 0,0 1 1,1 0-1,-2-11 0,-3-31-1319,6 45 1442,0-1 0,0 1 0,0 0 0,0-1 0,0 1 0,0 0 0,1-1 0,-1 1 0,1 0 0,0 0 0,-1-1 0,1 1 0,0 0 0,0 0 0,1 0 0,2-4 0,0 5 61,0-1 0,0 0 0,0 1 0,0 0 0,0 0 0,1 0 0,-1 0 0,1 1 0,-1 0 0,5 0 0,5 0 152,0 1 0,0 0 0,-1 1-1,1 0 1,-1 1 0,0 1 0,1 0 0,-2 1-1,1 0 1,18 10 0,8 9 867,66 52 0,-100-72-962,141 123 1837,-18-14-590,-115-103-1201,0-1 0,26 16 0,-35-23-104,0 0-1,0-1 0,0 1 1,0-1-1,1 0 1,-1 0-1,0 0 1,1 0-1,-1-1 1,0 1-1,1-1 0,-1 0 1,1-1-1,6-1 1,-9 2-31,0-1 0,-1 1 0,1-1 0,0 0 0,-1 0 0,1 0 0,-1 0 0,1 0 0,-1 0 0,1 0 0,-1-1 0,0 1 0,0-1 0,1 1 0,-1 0 0,0-1 0,0 0-1,-1 1 1,1-1 0,1-3 0,0-1-267,0-1 0,-1 0 0,2-14-1,-2 17 129,1-63-3756,-2-1-3717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6:0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21354,'0'0'4978,"28"-3"-6211,-25-15-879,-3-7-4451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45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56 308 10309,'0'0'6107,"-8"-16"-5883,-24-49-51,23 36 261,9 29-399,0 0 1,0 0-1,0-1 0,0 1 0,0 0 1,0 0-1,0 0 0,0-1 0,0 1 0,0 0 1,0 0-1,0 0 0,0-1 0,0 1 1,0 0-1,0 0 0,0 0 0,0 0 1,-1-1-1,1 1 0,0 0 0,0 0 0,0 0 1,0 0-1,0 0 0,0-1 0,-1 1 1,1 0-1,0 0 0,0 0 0,0 0 1,0 0-1,-1 0 0,1 0 0,0 0 0,0 0 1,0 0-1,-1 0 0,1 0 0,0 0 1,0 0-1,0 0 0,-1 0 0,1 0 1,0 0-1,0 0 0,0 0 0,0 0 0,-1 0 1,1 4-124,0 35 39,12 304 164,67 133 1595,-78-470-1673,10 42 373,23 61-1,-29-96-336,1 0 1,0 0-1,1-1 0,0 0 0,1 0 0,0-1 0,1 0 1,0 0-1,14 12 0,-16-18-57,-1-1 0,1 1 0,0-1-1,0-1 1,1 0 0,-1 0 0,1 0 0,0-1 0,-1 0 0,1 0 0,0-1-1,0 0 1,0 0 0,0-1 0,12-1 0,-10 1-12,0-2 0,0 1 0,0-1 1,-1-1-1,1 0 0,0 0 0,-1-1 0,0 0 1,0-1-1,0 0 0,14-10 0,-6 1-133,-1-1 1,-1-1-1,-1 0 0,0 0 0,-1-2 1,0 1-1,-2-2 0,0 0 0,-1 0 1,-1-1-1,-1 0 0,-1 0 1,0-1-1,-2 0 0,0 0 0,-2 0 1,0-1-1,-1 0 0,-2-40 0,-1 56 123,0 0 0,-1 0 0,1 0 0,-1 0 0,0 0 0,0 1 0,-1-1 0,0 1 0,0-1 0,0 1 0,-7-8 0,3 5 33,0 1 0,-1 0 0,0 0 1,0 0-1,-1 1 0,-11-7 0,1 4 62,0 0 0,-1 1 1,0 0-1,-1 2 0,1 0 0,-24-2 0,10 4 243,-49 2 1,69 2-235,5 0-32,0 1-1,0 0 1,0 0-1,1 0 1,-1 1-1,-10 4 1,15-4-28,-1 0 1,1 0-1,0 0 0,0 0 1,0 1-1,0-1 1,0 1-1,1 0 0,-1 1 1,1-1-1,0 1 1,-6 6-1,9-9-35,-3 5-6,4-6-10,-1 0 0,0 0 0,1 0 0,-1 0 0,0 0 0,0 1 1,1-1-1,-1 0 0,0 0 0,1 0 0,-1 0 0,0 0 0,1 0 1,-1 0-1,0 0 0,0 0 0,1 0 0,-1 0 0,0-1 0,1 1 1,-1 0-1,0 0 0,1 0 0,-1 0 0,0 0 0,0-1 0,1 1 1,-1 0-1,0 0 0,0 0 0,0-1 0,1 1 0,-1 0 0,12-8-171,0 0-1,-1 0 1,0-1-1,-1-1 0,0 1 1,0-2-1,10-13 1,60-93-656,-54 78 371,26-38-1258,64-132-1,-109 193 1445,0 0-1,-2 0 0,0-1 1,0 0-1,-2 0 1,0 0-1,-1 0 0,-1-1 1,-1-23-1,0 39 328,-1-1 0,1 0 1,-1 0-1,1 1 0,-1-1 0,0 1 0,0-1 0,0 1 0,0-1 0,0 1 0,-1-1 1,1 1-1,-1 0 0,1 0 0,-1 0 0,0 0 0,0 0 0,0 0 0,0 0 0,0 0 0,0 1 1,-1-1-1,1 1 0,-1 0 0,1 0 0,-1 0 0,1 0 0,-1 0 0,-3-1 0,-8 0 520,0-1 0,-1 2 0,1-1 1,-20 3-1,22-1-228,-15 0 16,-1 1 1,1 2 0,-1 1-1,-30 8 1,46-10-303,-1 0 1,1 0-1,-16-1 0,0-1-5678,27 0 5258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45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31 352 11829,'0'0'5475,"20"-10"-4896,7-5-376,31-22-1,-54 34-183,0-1 0,0 0 0,0 1 0,0-2 0,-1 1 0,0 0 0,0-1 0,0 0 0,0 1 0,-1-1 0,1 0 0,-1 0 0,-1-1 0,3-8 0,-2 1-90,0-1 0,-1 0 0,-2-27 1,0 15-246,1 18 174,0 0 0,0 0 0,-1 0 0,0 0 0,0 1 0,-4-11 0,4 15 125,0 1-1,0 0 1,0-1-1,-1 1 1,1 0 0,-1 0-1,0 0 1,0 0-1,1 0 1,-1 1 0,0-1-1,-1 0 1,1 1-1,0-1 1,0 1-1,-1 0 1,1 0 0,-1 0-1,1 0 1,-1 0-1,-4 0 1,4 0 26,0 0-1,0 1 1,0-1 0,0 1-1,0 0 1,0-1 0,0 1-1,0 1 1,0-1 0,0 0-1,0 1 1,0 0 0,0 0-1,1 0 1,-1 0 0,0 0-1,0 0 1,1 1 0,-1-1-1,1 1 1,-1 0 0,1 0-1,-1 0 1,1 0 0,0 0-1,0 0 1,0 0 0,1 1-1,-4 4 1,-1 5 75,1 0 0,1 0 1,-1 1-1,2-1 0,-4 24 1,-1 15 721,-3 99 0,17 52 879,-4-173-1463,0-1-1,2 1 0,1 0 1,2-1-1,0 0 1,21 47-1,-24-66-195,0-2 1,0 1-1,1 0 0,0-1 1,1 0-1,-1 0 0,1-1 1,1 1-1,-1-1 0,1 0 0,9 5 1,-10-7-27,1-1 1,0 0 0,-1-1 0,1 1-1,0-1 1,1 0 0,-1-1-1,0 0 1,0 0 0,1-1 0,-1 1-1,1-1 1,11-2 0,-7-1-67,0 1 0,1-2 1,-1 0-1,0 0 1,-1-1-1,1 0 0,-1-1 1,0 0-1,-1-1 0,1-1 1,-1 1-1,0-1 1,12-14-1,-4 2-723,-1-1 0,-1 0 0,0-1 0,-2-1-1,17-33 1,-23 38-914,-1 0 0,9-30 0,-2-30-7205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46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319 904 12854,'0'0'5309,"6"-24"-5189,19-78-77,-23 95-38,-1 0 0,0 0 0,0 0 0,-1 0 0,0-11 0,-1 16 19,1-1-1,-1 0 0,1 0 0,-1 1 0,0-1 0,0 0 0,0 1 0,0-1 0,-1 1 0,-2-5 0,1 4 36,-1 0 1,0-1-1,0 1 0,0 0 0,0 1 0,0-1 1,-1 1-1,1 0 0,-1 0 0,1 0 1,-9-1-1,6 0-10,-1 1 0,1 1-1,0-1 1,0 1 0,-1 1 0,1-1 0,0 1-1,-1 0 1,1 1 0,0 0 0,-1 0 0,-10 4 0,12-3-14,1 0 1,-1 1 0,0 0-1,1 0 1,0 0 0,0 1-1,0 0 1,0 0 0,0 0 0,1 1-1,0-1 1,0 1 0,0 0-1,1 0 1,-4 6 0,-7 16 160,2 1 0,1 0 0,1 0 0,1 1 0,-8 46 0,7-5 315,-3 85 0,13-154-505,-3 53 407,7 74 0,-4-125-408,0 0-1,0-1 0,0 1 1,1-1-1,-1 1 0,1-1 1,0 1-1,0-1 0,0 1 1,0-1-1,0 0 0,0 0 0,1 1 1,-1-1-1,1 0 0,0 0 1,-1-1-1,1 1 0,0 0 1,0 0-1,0-1 0,0 1 1,1-1-1,-1 0 0,0 0 0,0 1 1,1-2-1,-1 1 0,1 0 1,-1 0-1,1-1 0,-1 1 1,1-1-1,-1 0 0,1 0 0,0 0 1,-1 0-1,1 0 0,2-1 1,3 0-15,-1-1 0,1 0 0,-1 0 0,0-1 0,0 0 0,0 0 0,0-1 0,-1 0 0,1 0 0,-1 0 0,0-1 0,10-9 0,2-8-119,0 0-1,-2-2 0,-1 1 1,20-41-1,36-111-1834,-57 132 1231,-2-1 0,-3 0 1,8-77-1,-12-137-2643,-8 210 2388,-2 0-1,-2 0 0,-26-91 1,15 81 1554,-31-63 0,46 112-166,-13-22 538,16 30-833,-1 0 1,1 0-1,-1 1 1,0-1-1,1 0 1,-1 0-1,0 0 1,1 1-1,-1-1 1,0 1-1,0-1 1,0 0-1,0 1 1,0-1-1,0 1 1,1 0-1,-1-1 0,0 1 1,0 0-1,0-1 1,0 1-1,0 0 1,-1 0-1,1 0 1,0 0-1,-1 0 1,2 0-86,-1 0 0,1 0 1,0 1-1,-1-1 0,1 0 0,0 0 1,0 0-1,-1 1 0,1-1 1,0 0-1,-1 0 0,1 1 1,0-1-1,0 0 0,-1 0 0,1 1 1,0-1-1,0 0 0,0 1 1,0-1-1,-1 0 0,1 1 0,0-1 1,0 1-1,0-1 0,0 0 1,0 1-1,-3 18 211,1-1 0,0 0 0,2 1 0,1 24 0,1 8 108,-2 52 395,18 124-1,88 382 1804,-101-586-2469,2 15 55,1 0-1,3 0 1,1-1-1,21 45 1,-30-77-108,0 0 0,0 0 1,0 0-1,1 0 0,7 7 1,-11-12-52,1 1 0,-1 0 1,1-1-1,0 1 0,-1 0 1,1-1-1,0 1 0,-1-1 1,1 1-1,0-1 1,0 0-1,0 1 0,-1-1 1,1 0-1,0 0 0,0 1 1,0-1-1,0 0 1,0 0-1,0 0 0,0 0 1,-1 0-1,1 0 0,0 0 1,0 0-1,0-1 1,0 1-1,0 0 0,-1 0 1,1-1-1,0 1 0,0 0 1,0-1-1,-1 1 0,1-1 1,0 1-1,0-1 1,-1 0-1,1 1 0,-1-1 1,1 0-1,0 1 0,-1-1 1,1 0-1,-1 0 1,0 1-1,1-1 0,0-1 1,6-15-1689,-1-1-1,-1 0 1,6-33 0,-10 46 1271,13-65-8149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46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338 172 4946,'0'0'2831,"-9"-16"-1300,-27-51 337,32 60-1115,-1-1 1,0 0-1,0 1 0,-7-7 1,1 0 641,8 12-1207,0-1 0,1 0 0,-2 1-1,1-1 1,0 1 0,0 0 0,-1 0 0,1 0 0,-1 0-1,0 1 1,0 0 0,-5-2 0,7 2-159,-1 1-1,0-1 1,1 1 0,-1 0 0,1 0-1,-1 0 1,1 0 0,-1 0 0,0 0-1,1 1 1,-1-1 0,1 1 0,-1 0-1,1 0 1,0 0 0,-1 0-1,1 0 1,0 0 0,0 1 0,-1-1-1,1 1 1,-2 2 0,-6 9 139,1 1 0,1 0 0,0 1 0,1 0 0,1 0 0,0 0 0,-4 19 1,-11 42 460,2 0 1,4 2-1,4 0 1,-3 106 0,16-105-316,-3-76-310,2-1-1,-1 1 0,0 0 1,0-1-1,1 1 0,-1-1 1,1 1-1,0-1 0,0 1 0,0-1 1,0 0-1,0 0 0,1 1 1,-1-1-1,1 0 0,2 3 0,-1-3-9,0-1-1,0 1 0,0-1 1,0 0-1,0 0 0,0 0 1,0 0-1,0-1 0,0 1 1,1-1-1,5 0 0,-1 0-76,-1-1-1,1 1 1,0-2-1,0 1 0,-1-1 1,1 0-1,-1-1 0,0 0 1,1 0-1,-1 0 1,-1-1-1,1 0 0,0 0 1,-1-1-1,0 0 0,0 0 1,0 0-1,8-11 1,0-2-458,1-1 0,-2 0 0,-1-1 0,0 0 0,10-25 0,-15 27-226,0 0-1,-1 0 1,-1-1-1,-1 1 0,0-1 1,-2 0-1,0 0 1,-1 0-1,-2-34 1,1 53 786,0 0 1,0 0-1,0 0 1,0 0-1,0-1 1,0 1-1,0 0 1,0 0-1,0 0 1,0 0-1,0-1 1,0 1-1,0 0 1,0 0-1,0 0 1,0 0-1,0 0 1,0 0-1,0-1 1,0 1-1,0 0 1,-1 0-1,1 0 1,0 0-1,0 0 1,0 0-1,0-1 1,0 1-1,0 0 1,0 0-1,-1 0 1,1 0-1,0 0 1,0 0-1,0 0 1,0 0-1,0 0 1,-1 0-1,1 0 1,0 0-1,0 0 1,0 0-1,0 0 1,0 0-1,-1 0 1,1 0-1,0 0 1,0 0-1,0 0 1,0 0-1,0 0 1,-1 0-1,1 0 1,0 0-1,0 0 1,0 0-1,0 0 1,0 0-1,0 0 1,-1 1-1,-5 11 1478,3 13-230,1 1 0,2 36-1,0-27-626,0 29 153,3 115 353,-1-159-1100,1-1 0,1 1-1,0-1 1,1 0 0,2-1 0,15 35-1,-19-46-46,1-1-1,0 0 1,0 1-1,1-1 1,-1-1 0,1 1-1,1-1 1,-1 0-1,1 0 1,9 6-1,-10-8-125,1 0 1,-1-1-1,1 1 0,0-1 0,0-1 0,0 1 0,0-1 1,0 0-1,0 0 0,0-1 0,1 0 0,6 0 1,-9 0-177,-1 0 0,1-1 0,0 1 0,-1-1 1,1 0-1,-1 0 0,1 0 0,-1 0 0,0 0 1,1-1-1,2-2 0,0-1-618,-1 0 0,0 0 0,0-1 0,0 0 1,5-9-1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47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19 5795,'0'0'6837,"-7"-3"-6311,0-1-365,4 3-97,1-1 1,-1 1-1,1 0 0,-1 0 0,0 0 0,1 0 0,-1 0 0,0 0 1,0 1-1,0-1 0,-4 1 0,3 4 416,1 4-359,2 0-1,-1-1 0,1 1 0,0 0 0,1 0 0,0-1 1,1 10-1,-1 11 106,0 70 411,7 269 1626,5-192-1264,16 385 1118,-27-436-1881,4 98-22,1-140-187,-5-80-26,-1 1 0,0-1 0,1 1 1,0-1-1,0 1 0,-1-1 0,1 0 0,1 1 0,-1-1 0,0 0 0,0 0 0,1 0 0,2 3 0,-4-5-2,0 0 1,1 1-1,-1-1 0,0 0 0,1 0 0,-1 0 0,0 0 0,1 0 0,-1 0 0,0 1 1,1-1-1,-1 0 0,0 0 0,1 0 0,-1 0 0,0 0 0,1 0 0,-1-1 0,0 1 1,1 0-1,-1 0 0,0 0 0,1 0 0,-1 0 0,0 0 0,1 0 0,-1-1 0,0 1 0,0 0 1,1 0-1,-1-1 0,0 1 0,0 0 0,1-1 0,0-1-11,1 0 0,-1 0 0,0 0 0,1-1-1,-1 1 1,-1-1 0,1 1 0,1-4 0,5-25-217,-1-1 0,2-53-1,-5-71-833,-3 129 818,0-7-108,-2 0-1,-1 0 0,-1 0 0,-2 0 1,-2 0-1,-16-46 0,-38-74-965,-25-75-693,74 190 1849,3-1 0,1 0 0,-6-77 0,14 100 152,-1 0 44,2-1 1,0 0-1,4-29 1,-3 43 10,-1-1 1,2 1-1,-1 0 1,0-1 0,1 1-1,0 0 1,0 0-1,0 0 1,0 1-1,1-1 1,0 1 0,0-1-1,-1 1 1,2 0-1,-1 0 1,0 0-1,1 0 1,-1 0-1,6-2 1,1 1 99,0-1 0,1 2 1,0-1-1,0 2 0,0-1 0,0 1 0,1 1 1,12 0-1,5 1 160,-1 1 1,31 5 0,-46-4-214,0 1-1,0 0 1,-1 1 0,1 1 0,-1 0 0,0 0 0,0 1-1,0 1 1,-1 0 0,11 9 0,-14-9 65,0 0 0,0 1-1,-1-1 1,0 1 0,0 1 0,-1-1-1,0 1 1,0 0 0,-1 1 0,-1-1 0,1 1-1,-2 0 1,4 12 0,-3 4 134,0 1 0,-2 0 0,-2 35 1,0-44-244,0-3-10,0 0 0,-2 0 0,0 0-1,0 0 1,-2 0 0,1-1 0,-2 1 0,-6 14-1,6-21-44,1 1 0,-1-1-1,0 0 1,-1 0 0,0-1-1,0 0 1,0 0-1,-1 0 1,0-1 0,-1 0-1,1 0 1,-1-1 0,0 0-1,-9 4 1,9-6-181,0 1 1,0-2 0,0 1-1,-1-1 1,1 0-1,-1-1 1,-13 1-1,17-2-41,0 0 0,0 0 1,0 0-1,0-1 0,0 0 0,1 0 0,-1-1 0,0 1 0,1-1 0,-1 0 0,1 0 0,-1 0 0,1-1 0,-7-5 0,6 3-231,0 0 1,0 0-1,1-1 1,0 0-1,0 0 1,0 0-1,-3-8 1,-19-57-5874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4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7716,'0'0'5453,"2"-5"-5024,8-16-71,-10 20-343,0 1 1,0 0-1,0 0 1,0-1-1,0 1 1,0 0-1,1-1 1,-1 1-1,0 0 1,0 0-1,0-1 1,1 1-1,-1 0 1,0 0-1,0 0 1,1-1-1,-1 1 1,0 0-1,0 0 1,1 0-1,-1 0 1,0 0-1,1-1 1,-1 1-1,0 0 1,1 0-1,-1 0 1,0 0-1,1 0 1,-1 0-1,0 0 1,0 0-1,1 0 1,-1 0 0,0 0-1,1 0 1,-1 0-1,0 1 1,1-1-1,-1 0 1,0 0-1,1 0 1,-1 0-1,0 0 1,0 1-1,1-1 1,-1 0-1,0 0 1,0 1-1,0-1 1,1 0-1,-1 0 1,0 1-1,0-1 1,10 17 345,5 22 342,-2 0-1,14 74 1,-16-62-301,31 163 1675,-10 1-1,10 433 1,-42-527-1731,0-113-324,3-14-30,12-53-678,13-93-1,-19 94 224,20-159-1358,0-6-848,-26 206 2456,-3 12 181,0 0-1,1 1 1,-1-1 0,1 0-1,1 1 1,-1-1-1,0 0 1,1 1-1,0-1 1,0 1 0,1 0-1,-1 0 1,4-4-1,-5 7 49,1 0 1,0 1-1,-1-1 0,1 1 0,-1 0 0,1-1 0,0 1 1,-1 0-1,1 0 0,-1 0 0,1 0 0,0 0 0,-1 0 1,1 1-1,0-1 0,-1 0 0,1 1 0,-1-1 1,1 1-1,-1 0 0,1 0 0,-1-1 0,1 1 0,-1 0 1,0 0-1,1 0 0,-1 0 0,0 1 0,0-1 0,0 0 1,1 2-1,10 16 347,0 0-1,-2 0 1,0 1 0,-1 1 0,6 21 0,11 41 800,25 140 0,-34-138-656,-15-76-448,-1 2 0,2 0 0,-1-1 0,1 1 0,1 0 0,0-1 0,8 16 0,-11-25-86,0 0-1,-1 0 0,1 0 0,0 0 1,0 0-1,0 0 0,-1 0 0,1 0 1,0 0-1,0-1 0,0 1 0,0 0 0,1-1 1,-1 1-1,0 0 0,0-1 0,0 1 1,0-1-1,1 0 0,-1 1 0,0-1 1,0 0-1,1 0 0,-1 0 0,0 0 1,0 0-1,1 0 0,-1 0 0,0 0 1,0-1-1,1 1 0,-1 0 0,0-1 1,0 1-1,0-1 0,0 0 0,1 1 1,-1-1-1,0 0 0,0 1 0,0-1 1,0 0-1,0 0 0,-1 0 0,1 0 1,0 0-1,0 0 0,-1 0 0,1 0 0,0 0 1,0-2-1,8-24-1200,0 1 0,-2-1 0,6-41-1,-2 5-2595,9-26-5079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48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51 10197,'0'0'3300,"-4"-1"-3065,-39-10 1808,24 7-1507,0-1 1,-27-11-1,37 13-520,0 0-1,0 1 1,0 0-1,0 1 1,0 0 0,-1 0-1,-15 1 1,21 0-13,1 0 2,0 0-1,1 1 1,-1-1-1,1 1 1,-1-1-1,1 1 1,0 0-1,-1 0 1,1 0-1,-1 0 1,1 0-1,0 0 1,0 1-1,0-1 1,0 1-1,0-1 1,0 1-1,0 0 1,0 0 0,-2 4-1,-1 2 78,0 1 0,1-1 0,-1 1-1,-2 12 1,-5 15 504,2 1 0,1 1 0,-6 65 0,4 116 1486,10-199-1912,0 16 123,-1 8 273,8 83 0,-6-124-548,0 0-1,1 0 1,0 1 0,0-1-1,0 0 1,0 0 0,0 0-1,1 0 1,-1-1-1,1 1 1,0 0 0,0 0-1,0-1 1,0 0 0,0 1-1,1-1 1,-1 0 0,1 0-1,-1 0 1,1 0 0,0 0-1,5 2 1,-4-3-18,0 0 0,0 0 1,0 0-1,0-1 0,0 1 1,1-1-1,-1 0 0,0 0 1,0-1-1,0 1 0,0-1 1,0 0-1,0 0 0,0 0 1,0 0-1,0-1 0,0 0 1,3-1-1,2-4-34,1 1 0,-1-1 0,-1-1 0,1 0 0,-1 0 0,13-18 0,40-65-574,-40 55-608,-1-1 0,27-72 0,-39 84 237,-1-1 1,-1 0-1,-1 1 1,-1-2-1,0-43 0,-4 67 868,1-7-374,-1 0 1,-1 0-1,0 0 0,-3-14 1,3 22 473,0-1 0,1 1 1,-1 0-1,0 0 0,0 0 1,0 0-1,0 0 0,-1 1 1,1-1-1,0 0 0,-1 0 1,1 1-1,-1-1 0,0 1 1,1-1-1,-1 1 0,0 0 1,0 0-1,0 0 0,0 0 1,0 0-1,0 0 0,0 0 1,0 1-1,-3-1 0,4 0 121,0 1 0,0 0-1,0 0 1,0 0 0,0 0-1,0 0 1,0 0 0,0 0-1,0 0 1,0 0 0,0 0 0,0 1-1,0-1 1,0 0 0,0 1-1,0-1 1,0 0 0,0 1-1,0-1 1,0 1 0,0 0-1,0-1 1,1 1 0,-1 0-1,0-1 1,1 1 0,-2 2-1,0 1 211,0 0 0,1 0 0,-1 0 0,1 0-1,0 0 1,-1 6 0,-6 63 1647,3 0-1,6 106 1,0-111-1427,0-38-300,0-1 0,9 41-1,-8-60-184,1 1 0,0-1 0,0 0 0,1-1-1,0 1 1,1-1 0,0 0 0,1 0 0,0 0-1,7 8 1,-10-14-49,0 0 0,0 0 0,1 0 0,-1 0-1,1-1 1,-1 1 0,1-1 0,0 0 0,0-1 0,0 1 0,0 0-1,0-1 1,0 0 0,1 0 0,-1 0 0,7 0 0,-7-1-40,-1 0 1,0-1 0,0 1-1,0 0 1,0-1 0,1 0-1,-1 0 1,0 0 0,0 0-1,-1 0 1,1-1 0,0 1-1,0-1 1,0 0 0,-1 0-1,1 0 1,-1 0 0,0 0-1,0 0 1,1-1 0,-1 1-1,2-4 1,3-8-736,0-1 0,-1 0 0,0 1 0,-1-2 0,5-26 0,1-28-4776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49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 12870,'0'0'4765,"-21"29"-3229,-68 97-434,83-118-1036,1 1-1,-1 0 0,2 1 0,-1-1 0,1 1 1,0 0-1,1 0 0,0 0 0,1 1 0,0-1 1,1 1-1,0-1 0,1 1 0,1 17 1,-1-1-39,0-21-27,0 0-1,1 1 1,0-1-1,0 0 1,0 0-1,1 0 1,0 0 0,0 0-1,1 0 1,-1 0-1,5 5 1,2 2-45,1 0-1,0-1 1,14 13-1,-8-9-60,-2 0 1,0 0-1,16 25 0,-25-33 95,-1-1 1,0 1-1,-1 1 1,0-1-1,0 0 1,-1 1-1,0 0 1,0-1-1,-1 1 1,0 17-1,0-21 12,-1 1 0,0 0-1,0 0 1,-1 0-1,0 0 1,0 0 0,0 0-1,-1-1 1,0 1-1,0 0 1,0-1 0,-1 0-1,1 1 1,-1-1 0,-1 0-1,1 0 1,-1-1-1,0 1 1,0-1 0,0 0-1,-6 5 1,4-5-9,-1 1-1,0-1 1,0 0 0,-1-1 0,1 1 0,-1-1 0,1-1 0,-1 0-1,0 0 1,0 0 0,0-1 0,0 0 0,0-1 0,-1 0-1,1 0 1,0 0 0,-11-3 0,17 2-29,1 1 0,-1-1 0,1 1 0,0-1 0,0 0 0,-1 0 0,1 0 0,0 1 0,0-1 0,0 0 0,0-1 0,0 1-1,0 0 1,0 0 0,0 0 0,0 0 0,1-1 0,-1 1 0,0 0 0,1-1 0,-1-1 0,-4-32-1145,4 29 927,0-55-3152,1-9-1606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49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360 202 14599,'0'0'3929,"-1"-17"-3856,-7-55-41,7 69-7,0-1 1,0 1 0,0 0 0,0 0-1,-1 0 1,0 0 0,1 0 0,-1 0-1,0 0 1,0 0 0,0 1 0,-1-1-1,1 1 1,-1-1 0,1 1 0,-1 0-1,-4-3 1,-2-1 162,0-1 29,0 0 0,-1 1 1,1 0-1,-1 1 1,0 0-1,-1 1 1,-15-5-1,23 8-180,0 0 0,-1 0 0,1 1 0,0-1-1,-1 1 1,1 0 0,-1 0 0,1 0 0,-1 0 0,1 1 0,0-1 0,-1 1 0,1 0-1,0 0 1,-1 0 0,1 0 0,0 1 0,0-1 0,0 1 0,0 0 0,0 0 0,1 0-1,-1 0 1,0 0 0,1 1 0,0-1 0,-1 1 0,-2 5 0,-6 10 120,2 0 0,0 1 1,1 0-1,-10 38 0,-11 88 501,28-136-614,-14 97 629,-2 179-1,17-269-655,0-3-7,0 0 0,0 0 0,4 13 0,-4-23-11,1-1 0,-1 1 1,1 0-1,0-1 0,0 1 0,0 0 1,1-1-1,-1 0 0,1 1 0,-1-1 1,1 0-1,0 1 0,0-1 0,0 0 1,0 0-1,0-1 0,0 1 0,4 2 1,0-2-33,0 0-1,0 0 1,0-1 0,0 0 0,0 0 0,0-1 0,0 0 0,0 0 0,0 0-1,0-1 1,0 1 0,0-2 0,0 1 0,0-1 0,0 1 0,0-2-1,-1 1 1,8-5 0,-3 1-38,-1-1 0,0 0 0,-1-1 0,0 0 1,0 0-1,13-18 0,36-65-1031,-42 63 184,-2-1 0,0-1 0,-2 0 0,-1 0 0,-2-1 0,-1 0 0,-1-1 0,-1 0 0,-2 0 0,-2 0 0,-3-50 0,-3 64 780,5 18 172,0-1 0,0 1-1,0 0 1,-1 0 0,1 0 0,0-1-1,0 1 1,0 0 0,0 0-1,-1 0 1,1 0 0,0-1 0,0 1-1,0 0 1,-1 0 0,1 0-1,0 0 1,0 0 0,-1 0 0,1 0-1,0 0 1,0 0 0,0 0-1,-1 0 1,1 0 0,0 0 0,0 0-1,-1 0 1,1 0 0,0 0-1,0 0 1,-1 0 0,1 0 0,-1 0-1,0 1 117,0 1 0,0-1 1,0 0-1,0 1 0,0-1 0,0 1 0,0-1 0,1 1 0,-1-1 0,0 1 0,1 0 0,-1-1 1,1 1-1,0 0 0,-1 0 0,1 3 0,-1 222 4140,2-201-4143,0 7-39,2-1-1,1 0 1,13 47 0,-13-64-93,1-1 1,0 0-1,1 0 0,0 0 0,1-1 1,1 0-1,0 0 0,0-1 1,19 20-1,-22-28-208,0 0 0,-1 0 0,1-1 0,0 0 0,1 0 0,-1 0 1,1 0-1,-1-1 0,1 0 0,0 0 0,0-1 0,-1 1 0,1-1 0,0-1 0,8 1 0,32 0-4894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50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6547,'0'0'8310,"-19"0"-6981,4 0-931,-32-1-72,36 2 290,24 2 768,163 32-675,-118-21-444,518 92 795,16-57-1002,16-49-333,-568 0-142,0-2 0,0-1 0,64-15 0,-96 14-739,-9 0 460,-12-1 171,-15 2 494,13 2-85,0-1 0,0-1 0,-14-4 0,24 5-177,0 0 0,0 0 0,0 0 0,0-1 0,0 0 1,1 0-1,0 0 0,-1 0 0,1-1 0,0 0 0,1 0 0,-6-6 0,-19-31-4483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5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10309,'0'0'2753,"186"164"-1841,-107-105-399,-6 0-385,-18 3-128,-17 4 32,-21-1-32,-17 3 48,0-9-16,-48-3 96,-14-6-128,-11-13-336,8-15-913,6-19-1568,21-3-3858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51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57 6659,'0'0'6707,"-4"-10"-6299,-10-27-98,11 28-3,3 33 562,3-2-404,0 0 0,2 0 0,13 37 0,-12-36-182,116 498 3224,-41 7-1873,-76-491-1537,1 1 0,17 54-1,-23-89-84,1-1-1,0 1 0,0-1 1,0 1-1,0-1 0,0 1 1,0-1-1,0 1 0,1-1 0,0 0 1,-1 0-1,1 0 0,0 0 1,0 0-1,0 0 0,4 2 1,-6-4-12,0 1 0,0-1 0,1 0 0,-1 0 0,0 0 0,0 0 0,1 0 0,-1 0 0,0 0 0,0 0 0,1 0 0,-1 0 0,0 0 0,0 0 0,1 0 0,-1 0 0,0 0 0,0 0 0,1 0 0,-1 0 0,0 0 0,0 0 0,1 0 0,-1 0 0,0-1 0,0 1 0,0 0 0,1 0 0,-1 0 0,0 0 0,0-1 0,0 1 0,0 0 0,1 0 0,-1 0 0,0-1 0,0 1 0,0 0 0,0 0 0,0-1 0,3-5-9,-1 0 0,0 0 1,0 0-1,-1 0 0,1-1 1,-1 1-1,-1-1 1,0 1-1,0-13 0,0 3-27,1-157-882,-2 158 790,1 0-1,-2 1 1,0-1 0,-1 0-1,0 1 1,-1 0 0,-9-22-1,2 14-163,-1 0 0,-1 0 0,-25-31-1,18 26 132,-2 2 0,-1 0 0,0 2 0,-2 0 0,-38-27 0,52 43 165,0 0 0,-1 0 0,1 1 0,-1 0 0,-1 1 0,1 0 0,-1 1 0,0 0 0,0 1 0,0 1 0,0 0 0,0 1-1,-1 0 1,1 1 0,0 1 0,-20 2 0,28-1 14,1-1 0,-1 1 0,1 0 0,-1 0 0,1 0 0,0 1 0,0-1-1,0 1 1,0 0 0,0 0 0,1 1 0,-1-1 0,1 1 0,0-1 0,0 1 0,0 0 0,1 0-1,-3 5 1,-3 7 111,1 0-1,1 1 1,-8 31-1,6-10 166,1 0 0,-1 52 0,5 80 555,3-143-720,-1-5-5,2 0 0,1 0 0,1 0 0,1-1 0,0 1 0,15 40 0,-16-54-110,1-1 1,-1 1-1,1-1 0,1 0 1,-1 0-1,1-1 0,0 1 1,1-1-1,-1 0 1,1 0-1,1-1 0,-1 0 1,1 0-1,0 0 0,0-1 1,0 0-1,0 0 1,1-1-1,0 0 0,-1-1 1,13 4-1,-6-4 0,1 1 1,-1-2-1,1 0 1,0 0-1,-1-1 0,1-1 1,-1-1-1,1 0 0,-1-1 1,0 0-1,0-1 1,0-1-1,0 0 0,-1-1 1,0 0-1,0-1 1,17-13-1,0-2-468,-2-1-1,0-2 1,-2 0 0,0-2-1,36-51 1,-45 54-1441,-2-1-1,-1 0 1,-1-1-1,15-42 1,-6-3-6885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51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8148,'0'0'8846,"4"33"-7882,38 247 1877,-31-227-2297,35 137 972,-40-169-1394,2 0 0,0 0 1,2 0-1,0-1 0,1-1 1,20 27-1,-27-41-118,1 0 0,-1 0 0,1-1 0,0 0 0,0 0-1,1 0 1,-1 0 0,1-1 0,-1 0 0,1 0 0,0 0 0,0-1 0,1 0 0,-1 0 0,0-1 0,1 0 0,-1 0 0,1 0 0,-1-1-1,1 0 1,-1 0 0,1 0 0,-1-1 0,1 0 0,-1-1 0,0 1 0,1-1 0,-1 0 0,0-1 0,0 1 0,0-1 0,-1-1 0,1 1 0,-1-1-1,1 0 1,-1 0 0,5-6 0,4-7-96,0 0-1,-2-1 1,0 0-1,-1-1 0,-1 0 1,-1-1-1,0 0 1,-2 0-1,0-1 1,6-33-1,-5 6-509,-2 0-1,-3 0 1,-3-85-1,0 125 480,0 0 1,-1-1-1,0 1 0,0 0 0,-1 0 1,0 0-1,0 0 0,-1 0 1,0 0-1,0 0 0,-1 1 0,0-1 1,-1 1-1,1 0 0,-11-11 0,15 17 114,-1 0 0,0 0-1,0 0 1,0 1-1,0-1 1,0 0 0,0 0-1,0 1 1,0-1-1,-1 0 1,1 1-1,0-1 1,0 1 0,0-1-1,-1 1 1,-1-1-1,2 1-107,1 1 42,0 0-1,0-1 1,0 1-1,0-1 1,1 1 0,-1-1-1,0 1 1,0-1 0,1 1-1,-1-1 1,0 0-1,1 1 1,-1-1 0,1 1-1,-1-1 1,1 0 0,-1 1-1,0-1 1,1 0-1,-1 0 1,1 1 0,-1-1-1,1 0 1,0 0 0,-1 0-1,1 1 1,19 2-911,-16-2 533,45 3-3639,9-4-2023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5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425 171 10597,'0'0'6064,"-8"-5"-5720,-11-7 28,-27-26 0,22 18-107,0 1-1,-1 1 0,-51-27 0,70 42-202,-1 1 1,0-1 0,0 2-1,0-1 1,0 1-1,0 0 1,-1 0-1,-11 1 1,18 0-38,0 0 1,-1 0-1,1 0 0,0 1 1,0-1-1,0 0 0,-1 0 1,1 1-1,0-1 1,0 1-1,0-1 0,0 1 1,0 0-1,0-1 0,0 1 1,0 0-1,0-1 1,0 1-1,-1 2 0,-12 24 299,13-24-293,-16 43 542,3 1 0,2 1 0,-11 84 0,21-116-443,-8 57 405,3 0 1,3 92-1,4-161-522,0 1-1,0 0 1,0-1 0,1 1-1,0-1 1,0 1 0,0-1 0,2 5-1,-2-7-13,1-1 0,-1 1 0,0-1 0,0 1 0,1-1 0,-1 0-1,1 0 1,-1 1 0,1-1 0,-1 0 0,1-1 0,0 1 0,0 0 0,-1 0-1,1-1 1,0 1 0,0-1 0,0 0 0,0 1 0,3-1 0,2 0-22,-1 0 0,1 0 0,-1 0 0,1-1 0,-1 0 0,0 0 0,1-1 0,-1 0 0,0 0 0,0 0 0,0-1 0,0 0 1,-1 0-1,1-1 0,-1 1 0,9-8 0,6-7-155,-1-1 1,29-36 0,-48 55 173,21-25-479,-2-1 0,-1-1 0,16-32 0,-27 46 39,-1-1 1,0 0-1,-1-1 1,-1 1 0,0-1-1,-1 0 1,-1 0 0,1-26-1,-2 39 369,-1 0-1,0 0 1,0 0-1,0 0 1,0 0-1,0 0 1,-1 0-1,1 0 1,-1 0-1,1 0 1,-1 0-1,-1-2 1,2 4 75,0 0 1,0 0 0,-1 0-1,1 0 1,0-1 0,0 1-1,-1 0 1,1 0-1,0 0 1,-1 0 0,1 0-1,0 0 1,0 0 0,-1 0-1,1 0 1,0 0 0,-1 0-1,1 0 1,0 0 0,0 0-1,-1 0 1,1 0 0,0 0-1,-1 1 1,1-1 0,0 0-1,0 0 1,-1 1 0,-10 12 276,6-1-52,1 0 0,0 0 0,0 0 0,-2 24 1,-4 62 1166,4 147 1012,6-222-2289,0 11 84,1-1 1,10 57-1,-9-79-155,1 0 0,0 0-1,1 0 1,0 0 0,1-1 0,0 0-1,0 0 1,1 0 0,0 0-1,1-1 1,12 13 0,-15-18-42,0 0 0,0-1 0,0 0 0,0 1 0,1-2 1,-1 1-1,1 0 0,0-1 0,0 0 0,-1 0 0,1 0 0,1-1 0,-1 0 1,0 0-1,0 0 0,0-1 0,1 1 0,-1-1 0,0 0 0,0-1 0,1 1 1,-1-1-1,0 0 0,0-1 0,0 1 0,0-1 0,7-3 0,0-1-15,-1 0 0,0-1 0,-1-1 0,1 1-1,-1-2 1,-1 1 0,0-1 0,0-1 0,0 0 0,6-11-1,5-8-749,-2-2 0,-2 0 0,0-2 0,-2 1 0,-2-2 0,-1 1 0,12-63 0,-10-13-4306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7:5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12854,'0'0'2945,"20"214"-1520,18-83-273,-3 33 161,-8 32-401,-6 21-351,-11-3-289,-6-34-272,-1-49-64,4-60-961,4-52-335,-1-19-1233,-7-41-3570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0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89 115 8196,'0'0'5506,"-14"-15"-5023,-44-46-128,42 38-72,16 14-163,2 3-75,6 20 390,9 26-166,22 81 0,0 55 540,-16-42 369,6 195 0,-22 140 411,-7-372-1465,-9 146 551,4-151-451,6-133-1546,0 7-536,-2 0 1,-1 1 0,-6-36 0,-11 8-3735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1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0 187 13846,'0'0'1457,"200"0"-1185,-110-19-96,10-9-176,0 0-432,4-3-1041,-8 3-1456,-13 0-1649,-21 3-1761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1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6067,'0'0'7697,"-12"30"-6190,-36 105-248,44-119-1002,0 0 1,1 0-1,1 0 0,0 1 0,2-1 1,1 31-1,1-2 266,-2 2 12,4 189 1698,0-189-1814,1-1 0,3 0 0,12 45 1,-18-86-387,0 2 22,0 1 1,0-1-1,1 0 1,4 7-1,-6-13-49,0 0 0,0 1-1,-1-1 1,1 0 0,0 0 0,0 0-1,1 0 1,-1 0 0,0 0-1,0 0 1,0 0 0,1 0 0,-1 0-1,0-1 1,1 1 0,-1 0-1,1-1 1,-1 1 0,1-1 0,-1 0-1,1 0 1,-1 1 0,1-1-1,2 0 1,-3 0-6,0-1 0,1 1 1,-1 0-1,0 0 0,0-1 0,0 1 0,1 0 0,-1-1 0,0 1 0,0-1 1,0 0-1,0 1 0,0-1 0,0 0 0,0 0 0,0 1 0,0-1 0,0 0 1,-1 0-1,2-1 0,11-19-4,-1 0 0,-1-1 1,0 0-1,6-25 0,-6 21-44,142-443-2257,-148 448 2149,-1 3-22,1 1 1,1-1 0,0 1-1,11-20 1,-15 34 175,0 0-1,0 0 1,1 0-1,-1 0 1,1 0 0,0 1-1,-1 0 1,1-1-1,0 1 1,1 0 0,-1 0-1,0 1 1,1-1-1,-1 1 1,1 0 0,-1 0-1,1 0 1,-1 0-1,1 0 1,0 1 0,-1-1-1,1 1 1,0 0-1,4 1 1,0 0 81,-1 0 0,1 0 1,-1 1-1,1-1 0,-1 2 0,1-1 0,-1 1 0,0 1 1,0-1-1,7 6 0,8 7 273,-10-7-96,1 1 0,0-2 0,0 1 0,23 8 0,-33-15-297,0-1 0,0 0 0,1 0 0,-1 0 0,1-1 0,-1 1 1,0-1-1,1 0 0,-1 0 0,1 0 0,-1 0 0,1 0 0,-1-1 1,1 0-1,-1 1 0,0-1 0,1-1 0,-1 1 0,0 0 0,0-1 0,0 1 1,0-1-1,0 0 0,0 0 0,-1 0 0,4-4 0,110-120-10921,-68 82 3559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422 124 8468,'0'0'9740,"0"-5"-9305,0 3-412,0 0 0,0 0 1,0 0-1,0 0 0,0-1 0,0 1 0,-1 0 0,1 0 0,-1 0 0,0 0 1,1 0-1,-1 0 0,0 0 0,0 0 0,0 0 0,-1 0 0,1 0 0,0 1 1,-1-1-1,1 1 0,-1-1 0,1 1 0,-3-3 0,-10-6 10,0 1 1,-1 0-1,0 1 1,-29-12-1,36 17-42,0 0 1,0 0-1,0 2 1,0-1-1,-1 1 0,1 0 1,-1 0-1,1 1 1,0 0-1,-1 1 1,-15 3-1,22-4 11,0 1 0,-1 0-1,1 0 1,0 0 0,1 1-1,-1-1 1,0 0 0,0 1-1,0-1 1,1 1 0,-1 0-1,1-1 1,-1 1 0,1 0 0,-1 2-1,-17 35 151,14-27-80,-11 32 162,1 1 1,-10 50-1,-10 95 675,28-144-595,-7 45 737,-4 152 0,18-242-1051,0 0-1,0 0 1,0 0 0,0 1-1,0-1 1,1 0-1,-1 0 1,0 0-1,0 0 1,1 0-1,-1 0 1,1 0-1,-1 0 1,1 0-1,0 0 1,-1 0-1,1 0 1,0-1-1,0 1 1,-1 0-1,1 0 1,0-1-1,0 1 1,0 0-1,0-1 1,0 1 0,0-1-1,0 1 1,0-1-1,0 0 1,0 1-1,0-1 1,0 0-1,0 0 1,0 0-1,1 0 1,-1 0-1,0 0 1,0 0-1,0 0 1,0 0-1,0 0 1,1-1-1,4 0-33,-1 0 0,1-1 0,-1 1 0,1-1 0,-1 0 0,0-1 0,0 1-1,7-6 1,1-3-128,0 0-1,-1-1 1,0-1 0,-1 0-1,0 0 1,12-22-1,-3 2-1093,29-67 0,-39 75 560,-2 0 0,-1-1 0,-1 1 0,-1-1 1,1-31-1,-3-129-2343,-3 114 4770,3 133 902,21 106 0,-10-80-1480,0 10-222,41 214 1078,-52-301-1988,12 41 58,-14-49-91,0 1 1,1 0 0,-1 0-1,1 0 1,-1-1 0,1 1 0,0-1-1,0 1 1,0-1 0,0 0-1,1 0 1,-1 0 0,5 3-1,-7-5-29,1 0 0,-1 1 0,0-1 0,1 0 0,-1 0 0,1 1 0,-1-1-1,1 0 1,-1 0 0,1 0 0,-1 0 0,1 0 0,-1 0 0,1 0 0,0 0 0,-1 0-1,1 0 1,-1 0 0,1 0 0,-1 0 0,1 0 0,-1 0 0,1 0 0,-1-1 0,1 1-1,-1 0 1,0 0 0,1-1 0,-1 1 0,1 0 0,-1-1 0,1 1 0,-1 0 0,0-1-1,1 1 1,-1-1 0,0 1 0,0 0 0,1-1 0,-1 1 0,0-1 0,0 1 0,1-2-1,3-25-1282,-3 19 922,3-49-2820,3-10-1893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466 122 7603,'0'0'7057,"-10"-15"-6667,-33-45 68,40 57-351,0-1 0,0 0 0,0 1-1,0 0 1,-1 0 0,1 0 0,-1 0-1,0 0 1,0 1 0,0-1-1,0 1 1,0 0 0,0 1 0,-1-1-1,-7-1 1,3 2 28,-1 0 0,0 0 1,0 1-1,0 0 0,-10 3 0,-1-1 54,16-2-149,1 1 0,0 0-1,0 1 1,-1-1-1,1 1 1,0 0-1,0 0 1,0 0 0,1 0-1,-1 1 1,1 0-1,-1 0 1,1 0-1,-6 6 1,-3 5 147,1 1 0,-13 20 1,4 0 77,2 0 0,1 0 1,2 2-1,2 0 1,1 0-1,2 2 1,-8 52-1,6 11 922,3 163 1,8-245-1044,2 0 1,0 0-1,1 0 1,9 34-1,-8-47-112,-1 1-1,1-1 1,1 0-1,-1 0 1,1 0-1,0 0 1,1 0-1,0-1 1,0 0-1,0 0 1,1 0-1,0-1 1,0 0-1,12 8 1,-11-8-28,1-1 0,0 0 0,1-1 0,-1 1 0,1-2 1,-1 1-1,14 1 0,2-1-10,41 0 0,-46-3 3,-1-1 1,0 0-1,0-1 0,1-1 1,-1-1-1,-1-1 0,1 0 1,-1-1-1,0-1 0,25-14 1,-5-1-248,-1-3 0,-1 0 0,-1-3 0,-1-1 0,-2-1 0,-1-1 0,-1-2 0,-2-1 0,36-60 0,-53 76 63,0-1-1,-2 0 1,0-1 0,-1 0-1,-1 0 1,-1 0 0,-1-1-1,-1 0 1,0 0 0,-2 0-1,0 0 1,-2 0 0,-3-24-1,3 41 277,0 0 0,0-1-1,0 1 1,-1 0 0,0 0-1,0 0 1,0 0 0,0 1-1,0-1 1,-1 1 0,0-1-1,0 1 1,0 0 0,0 0-1,0 0 1,0 0 0,-1 1-1,-7-5 1,4 3 25,0 1-1,0 0 1,0 0 0,-1 0 0,1 1 0,-1 0 0,1 1-1,-1 0 1,-14-1 0,21 2-94,-1 0 1,0 0-1,0 1 0,0-1 1,0 0-1,1 1 0,-1-1 1,0 1-1,0-1 0,0 1 1,1 0-1,-1 0 0,1 0 1,-1 0-1,0 0 0,1 0 1,0 0-1,-3 3 0,0 1 33,1 0 0,0 0 0,0 0 0,1 0 0,-3 7 0,-7 19 131,1 0-1,2 1 1,2 0-1,-6 46 1,2 134 488,11-180-563,0 0-1,3 0 0,0 0 0,12 45 0,-12-67-102,0 0 1,1 0-1,0 0 0,0-1 1,1 1-1,1-1 0,0 0 0,0-1 1,0 1-1,1-1 0,0-1 0,1 1 1,0-1-1,0 0 0,1-1 1,-1 0-1,13 6 0,-6-5-32,-1-1-1,1-1 1,0-1-1,0 0 1,0 0 0,28 1-1,-16-3-225,-1-2-1,1-1 0,29-4 1,-45 4 19,0-2 0,1 1-1,-1-1 1,0-1 0,-1 0 0,1-1 0,-1 0-1,0 0 1,12-9 0,-15 9-277,-1 0-1,0-1 1,-1 1-1,1-1 1,-1 0-1,0 0 1,-1-1-1,7-10 1,3-25-5885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3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1713,'0'0'13350,"193"34"-13350,-141-34-1809,-21 0-4578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3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11141,'0'0'8404,"148"66"-8068,-72-60-144,-7-6-192,-7 0-800,-10 0-2770,-21-6-4834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6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23 5651,'0'0'7008,"-3"-4"-6296,-11-11-90,10 12 1019,4 11-1038,11 417 2363,0 332-330,-12-522-2038,1 8-163,2-61-262,-2-168-154,0 1 0,2-1 1,-1 1-1,2-1 0,0 0 0,7 20 0,-8-30-12,0-1-1,0 1 1,0 0 0,1-1-1,-1 1 1,1-1 0,0 0 0,0 0-1,0 0 1,0 0 0,1-1-1,-1 1 1,1-1 0,0 0 0,-1 0-1,1 0 1,0 0 0,0-1-1,0 0 1,1 0 0,-1 0 0,0 0-1,0 0 1,5-1 0,1 0-5,-1 0-1,0 0 1,0-1 0,0-1 0,0 0 0,0 0 0,0 0 0,0-1 0,0 0 0,-1-1-1,0 0 1,0-1 0,0 1 0,0-1 0,14-13 0,5-7-26,0-1 1,37-47-1,-47 52-13,66-74-872,-82 94 842,0 0 1,-1 0-1,1 0 1,0 0-1,0 0 1,0 0 0,0 0-1,-1 0 1,1 1-1,0-1 1,1 0 0,-1 1-1,0-1 1,0 1-1,0-1 1,0 1-1,0-1 1,0 1 0,1 0-1,1 0 1,-2 1-72,0 0 0,0 0 0,0 0 0,0 0 0,0 0 0,0 0 0,0 1 0,-1-1 0,1 0 1,-1 1-1,1-1 0,-1 0 0,1 1 0,-1-1 0,1 3 0,25 96-3800,-21-87 176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6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8948,'0'0'5331,"48"212"-3667,-24-122-335,-3 9-113,-4 0-319,-7-18-241,1-19-304,-1-22-240,1-21-112,-5-13-48,-2-6-992,3-21-1553,-7-29-1041,0-15-5666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7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12854,'0'0'2657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7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13494,'0'0'2084,"-30"26"-1313,-95 86-203,120-107-532,0 0-1,1 0 1,-1 1 0,1 0 0,0 0-1,1 0 1,-1 1 0,-3 8-1,6-10-4,0 0 0,0 1-1,0-1 1,1 0-1,-1 0 1,2 10 0,0 4 39,-2 5 58,4 41 0,-2-57-112,0 0 1,1 0-1,1 0 0,-1 0 0,1 0 1,0 0-1,1-1 0,6 11 1,28 32 71,-24-34 130,21 34-1,-32-44-76,1 0-1,-2 0 0,1 0 0,-1 1 0,0-1 0,0 1 0,-1-1 0,1 1 0,-1 0 0,-1 7 0,0-7-94,0 0-1,-1 0 0,0-1 0,0 1 0,-1 0 0,0-1 0,0 1 1,0-1-1,-1 0 0,0 1 0,-1-1 0,1-1 0,-1 1 0,0 0 0,0-1 1,-1 0-1,1 0 0,-1 0 0,0-1 0,-1 1 0,1-1 0,-1 0 1,-8 3-1,7-2-271,-1-2 0,0 1 1,0-1-1,0 0 0,0-1 1,0 0-1,0 0 0,-1-1 1,1 0-1,-1 0 0,-11-1 1,19 0 104,1 0 0,-1 0 1,1 0-1,-1 0 0,1 0 0,-1 0 1,1 0-1,-1-1 0,1 1 1,-1 0-1,1 0 0,0 0 0,-1 0 1,1-1-1,-1 1 0,1 0 1,-1-1-1,1 1 0,0 0 1,-1-1-1,1 1 0,0 0 0,-1-1 1,1 1-1,0 0 0,0-1 1,-1 1-1,1-1 0,0 1 0,0-1 1,0 1-1,-1-1 0,1 1 1,0-1-1,0 1 0,0-1 0,0 1 1,0-1-1,0 1 0,0-1 1,0 1-1,0-1 0,0 1 0,0-1 1,1 1-1,-1-1 0,0 0 1,0-4-1023,0-29-6524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43 4434,'0'0'11272,"0"-7"-10160,0 5-991,-2-22 395,2 24-500,0-1-1,-1 1 1,1-1-1,0 1 1,0-1-1,-1 1 1,1-1-1,0 1 0,-1-1 1,1 1-1,0 0 1,-1-1-1,1 1 1,0-1-1,-1 1 1,1 0-1,-1 0 1,1-1-1,-1 1 1,1 0-1,-1 0 1,1-1-1,-1 1 0,1 0 1,-1 0-1,1 0 1,-1 0-1,1 0 1,-1 0-1,0 0 1,1 0-1,-1 0 1,1 0-1,-1 0 1,1 0-1,-1 0 1,1 0-1,-1 1 0,1-1 1,-1 0-1,1 0 1,-1 0-1,1 1 1,-1-1-1,1 0 1,0 1-1,-1 0 1,-9 6 86,0 1 1,1 0 0,1 1 0,-1 0-1,1 1 1,1-1 0,-9 15-1,5-7-26,0 1 0,1 0 0,1 0 0,0 1 0,2 0 0,0 0 0,1 1 0,1 0 0,1 0 0,-2 29-1,4-19-63,2 0 0,2 31 0,0-48-10,0-1 1,1 0 0,0 0-1,0 0 1,2 0-1,-1 0 1,11 16-1,17 25 24,-15-27-7,-2 0 0,15 33-1,-26-49 57,-1 0-1,0 0 0,0 0 1,-1 0-1,0 1 0,-1-1 0,0 1 1,-1-1-1,0 1 0,-2 12 1,1-18-54,0 0 0,-1 0 0,0 0 1,0 0-1,0 0 0,-1-1 0,0 1 1,1-1-1,-2 1 0,1-1 1,0 0-1,-1 0 0,0-1 0,0 1 1,0-1-1,0 1 0,0-1 0,-1-1 1,-6 4-1,5-3-99,1 0 0,-1-1 0,0 1 0,0-1 0,0 0 0,0-1 1,-1 0-1,1 0 0,0 0 0,-1-1 0,1 0 0,0 0 0,-1 0 0,1-1 0,0 0 0,-8-2 0,11 2-123,0-1-1,0 0 0,0 1 0,1-1 0,-1 0 0,0 0 0,1-1 0,-1 1 0,1-1 1,0 1-1,0-1 0,0 0 0,0 1 0,0-1 0,1 0 0,-1 0 0,1 0 1,-2-5-1,0-3-912,0 0 1,0 0 0,1-1 0,-1-12 0,2-36-6419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8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204 215 2721,'0'0'10936,"9"-16"-10605,26-53 90,-32 63-123,0 1 1,-1-1-1,0 0 0,0 0 0,0 0 0,-1-1 0,0 1 1,0 0-1,0 0 0,-1-1 0,0 1 0,-1-12 0,-1-8 338,2 26-635,0-1 1,-1 0 0,1 1-1,0-1 1,-1 0-1,1 1 1,-1-1 0,1 1-1,-1-1 1,1 0 0,-1 1-1,1-1 1,-1 1-1,1 0 1,-1-1 0,0 1-1,1-1 1,-1 1-1,0 0 1,1-1 0,-1 1-1,0 0 1,1 0 0,-1 0-1,0-1 1,0 1-1,1 0 1,-1 0 0,0 0-1,0 0 1,-28 0 73,25 0-64,-5 0 10,0 0 0,1 0 0,-1 1 0,0 0-1,-14 4 1,19-3 0,0 0 0,0 0 0,1 0 0,-1 0-1,1 0 1,0 1 0,-1-1 0,1 1 0,0 0-1,1 0 1,-1 0 0,1 1 0,-1-1-1,-3 7 1,-3 10 142,0 1 0,2-1 0,0 1-1,1 1 1,2-1 0,-4 34 0,3-24 26,-12 86 1157,-4 202 0,20-301-1242,2 27 90,-1-43-186,0 0-1,1 0 0,-1 0 1,0 0-1,1 0 0,0-1 0,-1 1 1,1 0-1,0 0 0,0 0 0,0-1 1,0 1-1,0-1 0,0 1 0,0-1 1,1 1-1,1 1 0,2-1-14,0-1 0,0 1 0,0-1-1,1 0 1,-1 0 0,0 0 0,0-1 0,1 0-1,-1 0 1,0 0 0,1-1 0,-1 0-1,0 0 1,0 0 0,1-1 0,6-2 0,-1-3-39,0 0 1,0 0 0,-1-1 0,0-1 0,0 1 0,-1-2 0,0 1-1,12-18 1,3-7-807,28-53 0,-43 71 365,0-1 0,-2 0 0,0-1-1,-1 1 1,-1-1 0,0-1 0,-1 1-1,-1-1 1,-1 1 0,-1-24-1,-1-34-659,0 76 1194,0 1-1,-1-1 1,1 0 0,0 0-1,0 0 1,0 1-1,0-1 1,-1 0 0,1 0-1,0 0 1,0 0-1,0 0 1,-1 0-1,1 1 1,0-1 0,0 0-1,0 0 1,-1 0-1,1 0 1,0 0 0,0 0-1,-1 0 1,1 0-1,0 0 1,0 0 0,0 0-1,-1 0 1,1 0-1,0 0 1,0 0-1,-1 0 1,1 0 0,0 0-1,0-1 1,0 1-1,-1 0 1,1 0 0,0 0-1,0 0 1,0 0-1,-1 0 1,1-1-1,0 1 1,0 0 0,0 0-1,0 0 1,0-1-1,-1 1 1,1 0 0,0 0-1,0-1 1,-3 15 483,0 0 0,1 1 0,1-1 0,0 24 1,1-18-160,0 300 2356,-1-300-2668,2 0 0,0 1-1,2-1 1,0 0 0,6 19 0,-8-34-65,1 0 0,-1-1 1,1 1-1,0 0 1,1-1-1,-1 0 1,1 1-1,-1-1 1,1 0-1,1-1 0,-1 1 1,0 0-1,1-1 1,0 0-1,0 0 1,0 0-1,0 0 1,0 0-1,1-1 0,-1 0 1,1 0-1,-1 0 1,1-1-1,0 1 1,6 0-1,-7-2-85,0 0 0,0 0 0,0 0 0,0 0 0,0-1 0,0 1-1,0-1 1,0 0 0,0 0 0,-1-1 0,1 1 0,0-1 0,-1 0 0,1 0 0,-1 0-1,0 0 1,1-1 0,-1 1 0,0-1 0,-1 0 0,1 0 0,0 0 0,-1 0 0,0-1 0,1 1-1,-1 0 1,2-6 0,3-7-1071,0 0 0,-1-1 0,0 1 0,6-35 0,0-26-6345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12742,'0'0'6371,"207"22"-6275,-138-22 112,-7 0-208,-13 0-512,-15 0-529,-13-3-367,-18 3-785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0 5987,'0'0'6312,"-2"36"-4722,-2 9-1138,-1 8 246,2 0 1,6 65 0,9 17 700,4 113 758,-15-177-1604,-6 196 1022,2-241-1442,0 0 1,-2 0-1,-1-1 1,-1 1 0,-1-1-1,-1-1 1,-25 47-1,31-66-122,0-1-1,0 1 0,0-1 0,0 0 0,-1 0 1,0 0-1,0 0 0,0-1 0,0 1 1,-1-1-1,1 0 0,-1 0 0,0-1 1,1 1-1,-1-1 0,-1 0 0,1-1 1,0 1-1,0-1 0,-1 0 0,1 0 1,0-1-1,-1 1 0,1-1 0,-1 0 1,1-1-1,0 1 0,-1-1 0,1 0 1,-7-3-1,1 1-167,1-2 1,-1 1-1,1-1 1,0-1-1,0 0 1,0 0-1,1-1 1,0-1-1,0 1 1,-14-18-1,-3-5-1590,-40-62 0,49 67 495,2-2 1,-21-46-1,30 57 176,0-1-1,2 0 1,0 0-1,0 0 1,2 0-1,-1-21 1,2-27-4724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19 7347,'0'0'8490,"-2"-1"-7639,-5-2-596,0 0 0,0 0 0,0 1 0,0 0 0,-1 1-1,1 0 1,0 0 0,-1 0 0,1 1 0,-1 0 0,1 0 0,-1 1 0,-13 3 0,17-3-226,1 0 0,-1 1 0,1 0 0,-1-1 0,1 1 0,0 1 0,0-1 0,0 0 0,0 1 0,0-1 1,0 1-1,1 0 0,-1 0 0,-2 5 0,-5 7 114,-14 31-1,21-40-110,-14 36 266,1-1-1,2 2 1,3 0 0,1 0 0,-7 71 0,2 224 1380,15-337-1677,0 8 40,0 0 1,1 0-1,0 0 0,2 13 0,-2-20-34,0 1-1,0-1 0,0 0 1,0 1-1,0-1 0,1 0 1,-1 0-1,0 0 0,1 0 1,0 0-1,-1-1 0,1 1 1,0 0-1,0-1 0,0 1 0,0-1 1,0 0-1,1 1 0,2 0 1,0 0-7,1 0 1,-1 0-1,1 0 1,0-1-1,0 0 1,-1 0 0,1 0-1,0-1 1,0 0-1,0 0 1,-1 0-1,1-1 1,11-2-1,-9 0 3,-1 0 0,0 0-1,1 0 1,-1-1 0,0 0 0,-1-1-1,1 1 1,-1-1 0,7-7-1,2-4-95,0-1 0,-1-1 0,-1 0 0,-1-1 0,-1-1 0,11-22 0,-13 19-217,-1 0 0,0 0 0,-2 0 0,-1-1 0,0 0 0,-2 0 0,-1 0 0,-1-39 0,-1 53 230,-1 0 0,0 1 1,0-1-1,-1 0 1,0 0-1,0 1 0,-1-1 1,-1 1-1,0 0 0,0 0 1,-1 0-1,1 1 0,-2-1 1,0 1-1,0 0 0,0 1 1,-1 0-1,0 0 0,0 0 1,-9-6-1,9 7 139,-1 1 0,1-1 0,-1 1 0,0 1 0,0-1 0,-1 2 0,1-1 0,-1 1 0,0 0 0,0 1 0,0 0 0,0 0 0,-1 1 0,1 0 0,0 1 0,-16 1 0,23-1-23,0 0 1,0 1-1,0-1 0,0 1 0,0 0 0,0-1 1,0 1-1,0 0 0,0 0 0,0 0 0,0 1 1,1-1-1,-1 0 0,0 1 0,1-1 1,-1 1-1,1-1 0,0 1 0,-1 0 0,1-1 1,0 1-1,0 0 0,0 0 0,-1 3 0,0 2-163,0-1 0,0 0-1,1 1 1,0-1-1,0 1 1,0 11-1,1-17-16,0-1 0,0 1-1,0-1 1,0 1-1,0-1 1,0 1 0,0-1-1,0 0 1,1 1-1,-1-1 1,0 1-1,0-1 1,1 1 0,-1-1-1,0 0 1,0 1-1,1-1 1,-1 0 0,0 1-1,1-1 1,-1 0-1,1 1 1,-1-1 0,0 0-1,1 0 1,-1 1-1,1-1 1,-1 0-1,1 0 1,-1 0 0,1 0-1,0 1 1,18-1-3262,-12 0 1906,29 0-5476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1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9989,'0'0'8433,"0"-3"-7756,0 5-543,-7 481 4927,7-462-4898,1 1-1,0 0 1,2-1 0,6 29 0,-8-45-151,0 0 0,1-1 1,0 1-1,0 0 0,0-1 0,0 1 1,1-1-1,-1 0 0,1 1 0,0-1 1,1-1-1,-1 1 0,1 0 0,-1-1 1,1 0-1,0 0 0,0 0 1,1 0-1,-1 0 0,0-1 0,1 0 1,0 0-1,-1 0 0,8 1 0,-6-2-19,0 0-1,1 0 1,-1-1-1,0 0 1,1 0-1,-1 0 1,1-1-1,-1 0 0,0 0 1,0-1-1,1 0 1,6-2-1,-5 0-14,0-1-1,0 1 0,0-1 1,-1-1-1,0 1 0,0-1 0,11-12 1,-2-2-200,-1 0 0,-1-1 0,-1 0 0,-1-1 0,13-31 0,-15 28-206,-2-1 1,0 0-1,-2 0 1,-1 0-1,3-45 1,-7-132-2170,-1 192 2658,1 8 71,-1-1 0,0 0 0,0 1 0,0-1 1,0 0-1,-1 1 0,0-1 0,0 0 0,0 1 0,0-1 0,0 1 1,0 0-1,-1-1 0,-2-3 0,3 11 855,-9 623 2436,10-608-3400,-1-12-20,1 0-1,0 0 1,0-1-1,1 1 1,0 0-1,0 0 1,0-1-1,4 10 1,-5-15-24,1 0 0,-1 0 0,1 0 1,-1 0-1,1 0 0,0 0 1,-1 0-1,1-1 0,0 1 1,0 0-1,0 0 0,0-1 0,-1 1 1,1 0-1,0-1 0,0 1 1,0-1-1,0 0 0,0 1 1,0-1-1,0 1 0,2-1 1,-2 0-16,0 0 1,-1 0-1,1-1 0,0 1 1,-1 0-1,1-1 1,0 1-1,-1 0 1,1-1-1,-1 1 1,1 0-1,0-1 1,-1 1-1,1-1 1,-1 1-1,0-1 1,1 0-1,-1 1 1,1-1-1,-1 1 1,0-1-1,1 0 1,-1 1-1,0-1 1,0 0-1,1 1 1,-1-1-1,0 0 1,0 0-1,0 1 0,0-1 1,0 0-1,0 1 1,0-1-1,0 0 1,-1-1-1,1-120-3752,0 38-3127,0 28-1921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2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3 7155,'0'0'9943,"-16"-1"-8667,11 1-1149,-1 0-18,0-1-1,0 1 0,1 0 1,-1 0-1,0 1 0,0-1 1,1 1-1,-1 1 0,1-1 1,-1 1-1,1 0 0,-1 0 1,1 1-1,0-1 0,0 1 1,0 0-1,0 1 0,1-1 1,-6 6-1,4-1 29,-1 0-1,1 0 0,0 1 1,1 0-1,0 1 0,0-1 1,1 1-1,0 0 1,1 0-1,-2 10 0,1 2-38,1 0 0,1 1 0,1 37 0,2-47-98,1 1 1,0-1-1,0 1 1,1-1-1,1 0 1,0 0 0,8 16-1,7 8-261,25 37 1,3 4-376,-43-70 590,0 0 1,-1 1-1,0-1 0,0 0 1,-1 1-1,2 13 0,-3-19 43,-1 0-1,0 0 0,0 0 0,0 0 0,0 0 0,0 0 0,0 0 0,-1 0 0,0 0 0,1 0 0,-1 0 0,0 0 0,0 0 0,-1-1 0,1 1 0,-1 0 0,1-1 0,-1 1 0,0-1 0,0 0 0,0 1 0,-4 2 0,-3 1 8,0-2 0,0 1 0,0-1-1,0-1 1,-1 0 0,1 0 0,-1-1-1,0 0 1,-11 1 0,-97 2 153,113-5-146,-17 0-65,11 1 102,0-1-1,1 0 1,-1-1 0,0 0 0,-13-3-1,22 3-94,-1 0 0,1 1 0,0-1 0,0 0 0,0-1 0,-1 1-1,1 0 1,0-1 0,1 1 0,-1-1 0,0 1 0,0-1 0,1 0 0,-1 0 0,1 0-1,-1 0 1,1 0 0,0 0 0,0 0 0,0 0 0,0-1 0,0 1 0,0 0-1,1 0 1,-1-1 0,1 1 0,-1-1 0,1-3 0,0-66-5582,0 30 618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20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15463,'0'0'5667,"180"56"-5667,-139-34-96,-13 3-1425,-11-6-2497,-17-4-7011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2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22 22250,'0'0'1809,"-25"-21"-5827,25 39-3057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22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66 9668,'0'0'6422,"-2"-11"-6123,-2 0-214,3 6-27,-1 1-1,1-1 0,0 1 1,0-1-1,0 0 0,1 0 1,-1-5 984,1 35-541,17 180 704,-4-94-356,9 644 2677,-22-724-3381,0-4 1,-1-14-59,1 0 0,1 0 0,3 22 0,-3-33-78,-1-2-7,0 1 0,0-1 0,0 1-1,0-1 1,0 1 0,0-1 0,0 1 0,0-1 0,0 1-1,1-1 1,-1 0 0,0 1 0,0-1 0,1 1 0,-1-1-1,0 1 1,1-1 0,-1 0 0,0 1 0,1-1 0,-1 0-1,1 1 1,-1-1 0,0 0 0,1 0 0,-1 1 0,1-1-1,-1 0 1,1 0 0,0-5-218,-1-6-84,2-114-4634,7 39-2843,1 31-593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22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4 248 3298,'0'0'7371,"-4"-31"-2329,5 24-4913,0 1 0,1-1 0,-1 1 0,1 0 0,0 0 0,1 0 0,0 0 1,0 0-1,0 0 0,0 0 0,1 1 0,8-9 0,1-2-84,1 1 1,30-24-1,-34 32-29,0 0-1,1 0 0,0 1 1,1 1-1,-1-1 1,1 2-1,0 0 0,0 0 1,0 1-1,1 1 1,-1 0-1,1 1 0,0 0 1,-1 1-1,1 0 0,22 4 1,-31-4 37,0 1 0,-1 0 0,1 0 0,0 0 0,0 0 0,-1 0 0,1 1 0,-1 0 0,1 0 0,-1 0 0,0 0 0,0 0 0,0 1 0,0-1 0,0 1 0,0 0 0,-1 0 0,1 0 0,-1 0 0,0 0 0,0 0 0,0 1 0,-1-1 0,3 7 0,0 3 184,0 1 0,-1 0 0,-1-1 0,0 1 1,0 25-1,-1-5 34,-2-1 0,-1 0 1,-1 0-1,-2 0 1,-1-1-1,-19 59 0,-43 71-353,67-160-208,2-2 252,-1 0-1,0 0 1,0-1 0,0 1 0,0 0 0,0 0 0,0 0 0,0 0 0,1 0-1,-1 0 1,0 0 0,0 0 0,0 0 0,0 0 0,0 0 0,1 0 0,-1 0-1,0 0 1,0 0 0,0 0 0,0 0 0,0 0 0,0 0 0,1 0 0,-1 0-1,0 0 1,0 0 0,0 1 0,0-1 0,0 0 0,0 0 0,0 0-1,1 0 1,-1 0 0,0 0 0,0 0 0,0 0 0,0 0 0,0 1 0,0-1-1,0 0 1,0 0 0,0 0 0,0 0 0,0 0 0,0 0 0,0 1 0,0-1-1,0 0 1,0 0 0,0 0 0,0 0 0,0 0 0,0 0 0,0 1 0,0-1-1,0 0 1,0 0 0,0 0 0,0 0 0,0 0 0,0 0 0,0 1 0,0-1-1,0 0 1,0 0 0,0 0 0,0 0 0,-1 0 0,80-2-4481,27-1 4302,-97 3 391,-1 1 0,1 0 1,-1 1-1,0 0 0,0 0 0,0 1 0,0 0 0,0 0 0,-1 1 0,1 0 0,-1 0 0,0 1 0,0 0 0,-1 0 0,1 1 0,-1 0 0,0 0 0,-1 0 0,0 0 1,0 1-1,0 0 0,-1 0 0,1 1 0,-2-1 0,1 1 0,-1 0 0,0 0 0,-1 0 0,0 0 0,0 0 0,-1 1 0,1 10 0,-1-2 86,-1 0 0,-1 0-1,0-1 1,-3 18 0,2-25-215,-1 1 0,0 0 0,-1-1 0,1 0 0,-2 0 1,1 0-1,-1-1 0,-7 9 0,1-1-86,-2 0 0,1-2-1,-2 1 1,0-2 0,-1 0-1,0-1 1,-1 0 0,0-1 0,-1-1-1,0 0 1,0-2 0,-1 0-1,-1-1 1,1 0 0,-1-2 0,0 0-1,0-1 1,-28 2 0,30-5-397,0 0 0,0-1 0,-1 0 0,-30-6 0,43 4 129,-1 1 0,1-1 0,0 0-1,0 0 1,0-1 0,0 0 0,0 1-1,0-2 1,1 1 0,0 0 0,-1-1-1,1 0 1,1 0 0,-1 0 0,0-1-1,1 1 1,0-1 0,-4-8 0,-10-33-5377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23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50 22602,'0'0'4963,"-31"0"-5284,31-3-2032,0-10 208,0-2-3009,0-4-4770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3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132 501 11349,'0'0'5507,"-19"-13"-5075,-3-4-316,-30-27 0,50 41-111,-1 0 0,1 0 0,0 0 1,0 0-1,0 0 0,0 0 0,0-1 0,1 1 0,0-1 0,0 1 0,0-1 1,0 0-1,0 1 0,1-1 0,-1 0 0,1 0 0,0 1 0,0-1 0,1-6 1,0-9-8,-17-237-478,16 180 630,23 355 589,-6-124 77,7 398 1609,-16-253-1467,-8-274-878,0-22-61,-1 1 0,1-1 0,1 1 0,-1-1 0,0 1-1,1-1 1,0 1 0,0-1 0,0 1 0,1-1 0,2 6 0,-4-10-18,1 0-1,-1 1 1,0-1 0,0 0 0,0 0 0,0 0 0,0 1 0,1-1-1,-1 0 1,0 0 0,0 0 0,0 1 0,1-1 0,-1 0 0,0 0-1,0 0 1,0 0 0,1 0 0,-1 0 0,0 0 0,0 0 0,1 0 0,-1 1-1,0-1 1,0 0 0,1 0 0,-1 0 0,0 0 0,0 0 0,1-1-1,-1 1 1,0 0 0,0 0 0,1 0 0,-1 0 0,0 0 0,0 0-1,1 0 1,-1 0 0,0-1 0,9-12-154,13-60-2558,15-87-1,-21 86-151,1-6-2270,-6 7-2649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13030,'0'0'6478,"-4"30"-5689,3-23-740,-21 246 1071,21-185-820,5 176 611,-3-234-893,0-1 0,1 1-1,0-1 1,1 1 0,0-1 0,8 17 0,-9-22-21,0-1 0,0 1 0,0-1 0,1 1 0,0-1 0,0 0 0,0 0 0,0 0 0,0-1 1,0 1-1,1-1 0,-1 0 0,1 0 0,0 0 0,-1 0 0,1 0 0,0-1 0,6 2 0,-2-1-34,-1-1 0,1 0-1,0-1 1,-1 1-1,1-1 1,0-1 0,0 1-1,-1-1 1,1-1-1,-1 1 1,1-1 0,-1-1-1,1 1 1,-1-1-1,0-1 1,0 1 0,12-9-1,0-4-222,-1 0 0,-1-1 0,0-1 0,19-26 0,-16 18-1246,38-36-1,-44 52-287,-3 9-3210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3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6019,'0'0'9201,"5"40"-7880,42 470 3193,-39-392-3733,7 76 76,-9-146-719,23 88-1,-26-125-171,-3-9 11,0 0 0,1-1 1,-1 1-1,1 0 0,-1 0 0,1 0 1,-1-1-1,1 1 0,0 0 0,0-1 0,0 1 1,0 0-1,0-1 0,0 1 0,1-1 1,-1 0-1,0 1 0,1-1 0,-1 0 0,3 2 1,-3-3-5,-1 0 0,0 0 0,0 0 0,0 0 0,1 0 0,-1 0 0,0 0 0,0 0 0,0 0 0,1 0 0,-1 0 0,0 0 0,0 0 0,0 0 0,1 0 0,-1 0 0,0 0 0,0 0 0,0 0 0,1 0 0,-1 0 0,0 0 0,0 0 0,0 0 0,0 0 0,1-1 0,-1 1 0,0 0 0,0 0 1,0 0-1,0 0 0,0 0 0,1-1 0,-1 1 0,0 0 0,0 0 0,0 0 0,0-1 0,0 1 0,0 0 0,0 0 0,0 0 0,0-1 0,0 1 0,0 0 0,2-9-924,0 0-1,-1 0 1,-1 0 0,0-19-1,-1 8-971,1-43-6081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4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17368,'0'0'4354,"21"-87"-9396,-11 25-5203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48 4402,'0'0'5669,"-5"1"-2884,3-1-1551,5-3-309,7-3-786,1 1 0,0-1 0,0 2 0,1 0 0,-1 0 0,22-3 0,-7 3-90,0 1 0,30 1 0,-53 2-35,-1 0 0,0 0 0,0 0 0,1 1 0,-1-1 0,0 0 0,0 1 0,0 0 0,0-1-1,0 1 1,0 0 0,0 0 0,0 0 0,4 3 0,-3-1 29,0 0 1,-1 1-1,1-1 0,-1 1 0,0-1 1,0 1-1,4 7 0,3 14 181,-1 1 1,-1 0-1,-2 0 0,0 1 0,1 43 0,5 111 1115,-3 62 118,-2 370 891,-5-362-1855,4-51-205,-4-170-254,2 0 0,7 31 0,-9-57-33,0 0 0,0 1 0,1-1 0,-1 0 0,1 0 0,0 0 0,0 0 1,0 0-1,1 0 0,2 3 0,-3-5-5,0-1 0,0 1 0,0-1 0,1 1 0,-1-1 0,0 0 0,0 0 0,1 0 1,-1 0-1,1-1 0,-1 1 0,0-1 0,1 1 0,-1-1 0,6 0 0,-5 0-18,0 0 0,0 0-1,0 0 1,0 0 0,0-1 0,0 1 0,0-1-1,0 0 1,-1 0 0,1 0 0,0 0 0,0-1-1,-1 1 1,1-1 0,-1 1 0,4-4 0,0-1-77,0-1 0,0-1 0,0 1 0,5-10 0,11-20-324,-1 0 0,21-58 0,22-85-788,-43 119 849,-12 35 285,-9 26 78,0 0 1,0-1-1,0 1 0,1 0 1,-1 0-1,0 0 0,0 0 1,0-1-1,0 1 0,0 0 1,0 0-1,1 0 0,-1 0 1,0 0-1,0 0 0,0 0 1,0-1-1,1 1 0,-1 0 1,0 0-1,0 0 0,0 0 1,1 0-1,-1 0 0,0 0 1,0 0-1,0 0 0,0 0 1,1 0-1,-1 0 0,0 0 1,0 0-1,0 0 0,1 0 1,-1 0-1,0 0 0,0 1 1,0-1-1,0 0 0,1 0 1,-1 0-1,0 0 0,0 0 1,0 0-1,0 0 0,0 1 1,1-1-1,-1 0 0,0 0 1,0 0-1,0 0 0,0 1 1,0-1-1,0 0 1,0 0-1,0 0 0,0 0 1,0 1-1,1-1 0,-1 0 1,0 0-1,0 0 0,0 1 1,0-1-1,0 0 0,-1 0 1,8 23 193,38 223 1608,22 436-1,-65-115-1117,-2-538-672,-2-1 0,-1 0-1,-1 1 1,-15 48-1,17-69-21,-1 0-1,0 0 0,-1-1 0,0 0 1,0 1-1,0-1 0,-1-1 0,0 1 1,0-1-1,-1 1 0,0-2 1,0 1-1,0-1 0,-1 0 0,1 0 1,-1 0-1,-1-1 0,1 0 0,0-1 1,-11 4-1,4-3-112,-1 0-1,0-1 1,1-1 0,-1 0-1,0-1 1,-1-1 0,1 0-1,0-1 1,0-1 0,1 0 0,-1-1-1,0 0 1,1-2 0,-1 1-1,1-2 1,1 0 0,-16-9-1,13 5-414,0-1 0,0 0 0,1-1 1,1-1-1,0 0 0,1-1 0,0-1 0,1 0 0,1 0 0,0-1 0,2-1 0,-1 1 0,-6-19 0,-22-83-5226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6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0 242 3778,'0'0'8078,"13"-25"-6939,35-76-149,-36 71 2233,-7 141-2434,23 125 1,-12-117-304,13 119 503,42 307 615,-65-503-1561,1-1-1,20 62 1,-26-101-50,-1 0-1,1 0 1,0 0 0,0 0 0,0 0-1,0 0 1,1 0 0,-1 0-1,0 0 1,1 0 0,-1-1-1,1 1 1,0-1 0,1 2 0,-2-3-6,-1 0 1,0 0 0,1 1-1,-1-1 1,0 0 0,1 0-1,-1 0 1,1 0 0,-1 0-1,0 0 1,1 0 0,-1 0-1,0 0 1,1 0 0,-1 0-1,1-1 1,-1 1 0,0 0-1,1 0 1,-1 0 0,0 0-1,1 0 1,-1-1 0,0 1-1,0 0 1,1 0 0,-1-1-1,0 1 1,0 0 0,1-1-1,0-1-65,0 1-1,0-1 0,0 0 1,0 0-1,-1 0 1,1 0-1,0 0 0,-1 0 1,1-3-1,4-47-1692,-3-87-1,-2 84 734,-1 16 88,-1 1-1,-2 0 0,-2 0 1,-1 1-1,-23-68 0,-1 19-98,-41-133-2750,59 173 3326,3 0 0,-9-87 1,17-123 3828,3 242-2595,0 0 1,1 0-1,1 0 0,0 0 1,1 0-1,0 1 1,1-1-1,1 1 1,12-22-1,-17 33 338,3 3 214,-3-1-1282,0 0 0,0 0 0,0 1 1,0-1-1,-1 0 0,1 0 0,0 1 1,0-1-1,0 1 0,0-1 0,-1 0 0,1 1 1,0 0-1,0-1 0,-1 1 0,2 1 1,19 29 654,-2 0 1,28 65-1,-42-84-614,31 72 613,31 110 0,11 97 408,-8-27-336,-63-237-686,-4-16-41,-1-1-1,1 0 1,1 0-1,0 0 1,0-1-1,1 1 1,9 12-1,-14-21-32,1 0 0,-1 0 0,1 0 0,0 0 0,-1 0 0,1-1 0,0 1 0,-1 0 0,1-1 0,0 1 0,0 0 0,0-1 0,0 1 0,0-1 0,0 1 0,-1-1 0,1 0 0,0 1 0,0-1 0,0 0 0,0 0 0,0 0 0,1 1 0,-1-1 0,0 0 0,0 0 0,0-1 0,0 1 0,0 0 0,0 0 0,0 0 0,0-1 0,0 1 0,0 0 0,0-1 0,-1 1 0,1-1 0,0 1 0,0-1 0,0 0 0,0 1 0,-1-1 0,1 0 0,0 0-1,1-1 1,6-18-118,0 0 0,-1-1-1,-2 1 1,6-32 0,-6 25 18,44-248-1833,5-30-205,-38 241 1642,1 1 0,44-101 1,-54 148 454,1 0 0,1 0 0,0 1 0,1 0-1,18-22 1,-25 35 97,-1-1 0,0 1-1,1 0 1,-1 0 0,1 0-1,0 1 1,-1-1 0,1 0-1,0 1 1,0 0 0,0 0-1,0 0 1,0 0-1,6-1 1,-7 2 3,0 0 0,1 0 1,-1 1-1,1-1 0,-1 0 0,0 1 0,1 0 0,-1-1 0,0 1 1,0 0-1,0 0 0,1 0 0,-1 1 0,0-1 0,0 0 0,-1 1 1,1-1-1,0 1 0,0 0 0,-1 0 0,2 1 0,4 7 187,0 1-1,-1-1 0,0 1 1,6 17-1,18 56 585,-29-79-787,20 66 807,14 93 0,0 80 516,23 118-493,-55-349-961,0 0-1,1-1 1,0 0 0,9 19 0,-12-30-491,-1-3-304,-3-104-7590,2 56 1623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6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1 643 12982,'0'0'4052,"8"-26"-3569,-2 6-435,3-13-49,2 0 0,2 1-1,27-52 1,-19 45-378,25-60 0,-38 78-91,-2 0 0,0 0 0,-1 0 0,-1-1 0,1-22 0,-3 24-478,-2 0 0,-2-33 0,1 52 929,0-1-1,1 0 0,-1 0 0,0 1 0,0-1 0,0 0 0,0 1 0,0-1 0,0 1 0,-1-1 0,1 1 0,0 0 0,-1-1 1,1 1-1,-1 0 0,1 0 0,-1 0 0,0 0 0,1 0 0,-1 0 0,0 1 0,0-1 0,0 1 0,0-1 0,1 1 1,-1-1-1,-4 1 0,0-1 173,1 1 0,-1 0 1,1 0-1,-1 0 0,0 1 0,1 0 1,-1 0-1,-8 3 0,11-3-71,-1 2 0,0-1 0,0 0 0,1 1-1,0-1 1,-1 1 0,1 0 0,0 0 0,0 0 0,1 1 0,-1-1 0,1 1-1,0-1 1,-1 1 0,2 0 0,-1 0 0,-2 8 0,-1 4 264,1 0 0,0 0 0,-1 24-1,0 167 2546,6-199-2791,-1 27 323,2-1-1,2 0 0,1 0 1,2 0-1,1 0 1,1-1-1,2-1 0,26 54 1,-32-77-365,-1-1 1,2 1-1,-1-1 1,1-1 0,0 1-1,0-1 1,1 0-1,0 0 1,13 8-1,-14-11-49,0 0 0,1-1 0,-1 0 0,1-1 0,0 1 0,0-1 0,0-1 0,0 1 0,1-1 0,-1 0 0,0-1 0,14 0 0,-14-1-34,0 0 0,0 0 0,0 0 0,1-1 0,-2 0 0,1-1 0,0 1 0,0-1 0,-1 0 1,1-1-1,-1 0 0,0 0 0,0 0 0,-1-1 0,9-8 0,2-6-432,0 0 1,-2 0-1,16-30 0,-27 45 361,50-96-4137,-12-3-3520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1265,'0'31'13915,"0"-5"-12390,7 364 5597,-5-355-6764,14 154 1074,-11-148-1194,2 0-1,18 58 0,-24-96-237,-1-1-3,0-1-1,0 0 1,1 1 0,-1-1-1,0 0 1,1 0 0,-1 1-1,1-1 1,-1 0 0,1 0-1,0 0 1,-1 1 0,1-1-1,0 0 1,0 0 0,0 0 0,0 0-1,0-1 1,0 1 0,0 0-1,0 0 1,0 0 0,3 0-1,-4-1-1,0 0-1,1 0 0,-1 0 0,0 0 0,0 0 1,0-1-1,1 1 0,-1 0 0,0 0 0,0 0 1,0 0-1,1-1 0,-1 1 0,0 0 0,0 0 1,0 0-1,0-1 0,0 1 0,1 0 1,-1 0-1,0 0 0,0-1 0,0 1 0,0 0 1,0 0-1,0-1 0,0 1 0,0 0 0,0-1 1,0 1-1,0 0 0,0 0 0,0-1 0,0 1 1,0 0-1,0 0 0,0-1 0,0 1 1,0 0-1,-1-1 0,3-265-1581,-3 138 477,0 67 512,0 2-1064,2-1 0,13-84 0,-11 128 1379,0 0 0,2-1-1,-1 1 1,2 1 0,0-1 0,1 1 0,1 0-1,0 1 1,1-1 0,0 2 0,1-1 0,1 1-1,16-15 1,-19 22 283,0-1-1,0 1 1,1 1-1,0 0 1,0 0-1,1 1 1,-1 0-1,20-5 1,-22 7 81,0 0 1,1 1 0,-1 0-1,1 1 1,0-1-1,-1 1 1,1 1 0,-1 0-1,1 0 1,-1 0 0,1 1-1,11 4 1,-11-2 91,-1 0 1,0 1 0,1 0-1,-2 1 1,1-1-1,0 1 1,-1 0 0,0 1-1,-1 0 1,0 0-1,0 0 1,0 0 0,-1 1-1,4 9 1,3 6 389,-2 2 0,0-1-1,8 44 1,-9-20 433,4 88-1,-11 51 679,-2-87-835,1 19-1437,-1-168-1633,3-104-5665,7 55-1975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532 967 6067,'0'0'13310,"-18"-25"-13345,-56-83-144,38 49 114,32 51 109,0 0-1,0 1 0,-1-1 0,0 1 1,0 1-1,-1-1 0,0 1 0,0 0 1,-1 0-1,-11-8 0,9 8 80,0 0 0,0 1 0,-1 0 0,1 1-1,-1 0 1,0 0 0,-17-3 0,23 6-104,0 0 0,1 1 0,-1 0 1,0-1-1,0 1 0,0 1 0,1-1 0,-1 0 0,0 1 1,1 0-1,-1 0 0,0 0 0,1 0 0,-1 1 0,1-1 0,-1 1 1,1 0-1,0 0 0,0 0 0,0 0 0,0 1 0,0-1 1,1 1-1,-1 0 0,-3 5 0,-7 15 80,0 1 0,2 1 1,2-1-1,-14 52 0,1 9 504,4 1 1,-8 100-1,13 173 1159,13-352-1718,0-1 0,0 1 0,1 0 0,-1-1-1,2 1 1,-1 0 0,4 7 0,-4-12-37,0 0 1,0 0 0,1 0-1,-1 0 1,1 0-1,0-1 1,-1 1 0,1-1-1,0 1 1,0-1-1,0 0 1,0 0 0,0 1-1,0-1 1,0-1-1,1 1 1,-1 0 0,0-1-1,0 1 1,1-1-1,2 1 1,0 0-8,-1-1 0,1 0 0,-1 1 0,1-1 0,-1-1 0,1 1 0,-1-1 0,1 0 0,-1 0 0,1 0 0,-1 0 0,0-1 0,9-4-1,-5 1-6,0-1-1,-1 0 0,1 0 0,-1 0 0,0-1 0,7-10 0,17-23-101,-1-1 0,35-65 0,37-101-1111,-80 159 612,-2 0 1,-2-1-1,-2-1 1,-2-1-1,-3 0 1,8-85-1,-17-78-2381,-4 176 2226,-3-1 0,-1 1 1,-16-54-1,-51-116-253,14 77 4697,58 130-3577,1 0 0,0 1 0,0-1 0,-1 1-1,1-1 1,0 1 0,-1-1 0,1 1 0,0-1 0,-1 1-1,1-1 1,-1 1 0,1-1 0,-1 1 0,1-1 0,-1 1 0,1 0-1,-1-1 1,1 1 0,-1 0 0,1 0 0,-2-1 0,2 1-28,-1 0 0,1 1 0,-1-1 0,1 0 1,0 0-1,-1 1 0,1-1 0,0 0 1,-1 1-1,1-1 0,0 0 0,-1 1 1,1-1-1,0 0 0,-1 1 0,1-1 0,0 1 1,0-1-1,0 1 0,-1-1 0,1 1 1,-7 29 687,7-30-786,-6 68 558,4 102 0,3-87-242,-1-23-81,4 457 1015,26-3-508,-27-485-697,-3-13-18,2 0 0,0 0 0,1-1 0,1 1 0,6 17 0,0-19-98,-10-13 84,1-1 0,-1 0 0,0 0 0,0 0 0,1 0 0,-1 0 0,0 0 0,1 0 0,-1 0-1,0 1 1,0-1 0,1 0 0,-1 0 0,0 0 0,1 0 0,-1 0 0,0-1 0,0 1 0,1 0 0,-1 0 0,0 0-1,1 0 1,-1 0 0,0 0 0,0 0 0,1-1 0,-1 1 0,0 0 0,0 0 0,1 0 0,-1 0 0,0-1 0,0 1-1,0 0 1,1 0 0,-1-1 0,0 1 0,0 0 0,0 0 0,0-1 0,0 1 0,0 0 0,1-1 0,-1 1-1,2-10-260,1 1-1,-1-1 1,-1 1-1,1-1 1,-2 0-1,0-18 1,0 6-371,1-63-2755,-1-5-2036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7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13286,'0'0'3727,"7"5"-3151,-3-4-485,-1 1-1,0 1 0,0-1 1,-1 0-1,1 1 0,0-1 0,-1 1 1,0 0-1,1 0 0,-1 0 0,0 0 1,-1 0-1,3 4 0,0 5 244,1 0 0,-2 0-1,4 19 1,39 272 2842,3 11-1822,-46-298-1339,-3-11-22,0-1-1,1 1 0,0-1 0,0 0 0,0 0 1,0 1-1,1-1 0,-1 0 0,1 0 0,0 0 1,0 0-1,1-1 0,-1 1 0,1-1 0,3 4 1,-6-6-17,1-1 1,-1 0-1,1 1 1,-1-1 0,1 0-1,-1 0 1,0 0-1,1 1 1,-1-1 0,1 0-1,-1 0 1,1 0-1,-1 0 1,1 0 0,-1 0-1,1 0 1,-1 0-1,1 0 1,0 0 0,-1 0-1,1 0 1,-1 0-1,1 0 1,-1 0 0,0 0-1,1-1 1,-1 1-1,1 0 1,-1 0 0,1-1-1,-1 1 1,1 0-1,-1-1 1,1 0 0,0-1-102,1 0 0,-1 0 0,0 0 0,0 0 1,0 0-1,0 0 0,0 0 0,1-5 0,3-27-2034,0 0 0,-2-55 0,-2-12-5882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8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15335,'0'0'4466,"196"-16"-14775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17080,'0'0'3135,"-27"38"-1524,-85 127-616,108-158-947,-1 0 0,2 1-1,-1-1 1,1 1 0,0-1 0,0 1 0,1 0-1,0 0 1,1 0 0,-1 13 0,1-12-41,1 0 0,0 0 0,1 1 0,2 12 0,-2-17-44,0-1 1,1 1-1,0-1 0,0 1 1,0-1-1,0 0 0,1 0 1,0 0-1,-1 0 0,8 6 1,0 0-181,1 0 0,1-2 1,-1 1-1,24 11 1,59 25-688,-51-25 778,-27-13 98,6 3 16,-1 0 0,0 2 1,30 21-1,-47-30-28,-1 0-1,0 0 1,0 0-1,0 1 1,-1-1 0,1 1-1,-1-1 1,0 1 0,0 0-1,0 0 1,0 0 0,-1 0-1,1 0 1,-1 0 0,0 0-1,0 1 1,-1-1 0,1 0-1,-1 1 1,0-1 0,0 0-1,-2 8 1,1-5-17,-1 1 0,0-1 1,-1 1-1,0-1 0,0 0 1,0 0-1,-1 0 0,0-1 0,0 1 1,-1-1-1,-9 10 0,-15 12 114,-1-2 0,-1 0 1,-1-3-1,-1 0 0,-1-3 0,-50 24 0,79-42 18,0 1 1,0-1-1,0 0 0,0 0 0,-1-1 0,1 1 1,-1-1-1,1 0 0,-1-1 0,-10 1 0,16-1-72,-1-1 0,1 1 0,-1 0 0,1 0 0,0 0 0,-1 0 0,1 0-1,-1-1 1,1 1 0,-1 0 0,1-1 0,0 1 0,-1 0 0,1 0 0,0-1 0,-1 1-1,1-1 1,0 1 0,0 0 0,-1-1 0,1 1 0,0-1 0,0 1 0,-1 0 0,1-1-1,0 1 1,0-1 0,0 1 0,0-1 0,0 1 0,0-1 0,0 1 0,0-1 0,0 1 0,0-1-1,-1-14-290,0 1-1,1-1 0,0 1 0,5-29 0,-1 28-810,0-1 0,0 1 0,2 0 0,11-24 0,27-41-6104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38 13830,'0'0'4512,"-13"-6"-4371,-40-17 46,48 21 22,0 1 0,0-1 0,-1 1 0,1 0 1,0 0-1,-1 1 0,1-1 0,-1 1 0,1 1 0,-8 0 0,-7 1 455,4-3-415,9 1-141,1 0 1,-1 0-1,0 1 1,-10 1-1,14-1-78,0 0 0,0 1 0,1-1 0,-1 0 0,0 1 0,1-1 0,-1 1 0,1 0 0,0 0 0,0 0 0,-1 0 0,1 0 0,-2 5 0,-8 9 83,2 1 0,0 0-1,2 0 1,0 1 0,0 0-1,-4 20 1,-23 117 499,24-83-83,-2 145 1,12-203-462,3 26 84,-2-39-148,0 1 0,0 0 0,1-1 0,-1 1-1,1-1 1,-1 0 0,1 1 0,-1-1 0,1 1 0,0-1 0,0 0 0,0 1 0,0-1 0,0 0 0,0 0 0,0 0 0,0 0 0,0 0 0,3 2 0,1-2-17,0 0 0,0 0 0,0 0 0,0-1 0,0 0 0,1 1 0,-1-2 0,0 1-1,0-1 1,0 0 0,0 0 0,0 0 0,0 0 0,0-1 0,0 0 0,7-4 0,-2-1-33,-1 0 0,0 0 1,0-1-1,-1 0 0,13-16 0,35-53-519,-38 49-78,0-1 1,-2-1-1,-2-1 1,0 0-1,-2 0 1,-2-2-1,-1 1 1,-1-1-1,-2 0 1,-1-1-1,1-57 1,-6 44 522,0 46 170,0 1 1,0-1 0,0 0-1,0 1 1,1-1 0,-1 1-1,0-1 1,0 0 0,0 1 0,0-1-1,-1 1 1,1-1 0,0 0-1,0 1 1,0-1 0,0 1-1,-1-1 1,1 1 0,0-1-1,0 1 1,-1-1 0,1 1-1,0-1 1,-1 1 0,1-1-1,-1 1 1,1-1 0,0 1 0,-1 0-1,1-1 1,-1 1 0,1 0-1,-1-1 1,0 1 0,1 0-1,-1 0 1,0-1 0,0 2 83,-1-1 0,1 1 0,0-1 1,0 1-1,0 0 0,0-1 0,0 1 1,0 0-1,0 0 0,0 0 0,0 0 1,1 0-1,-1 0 0,0 0 0,0 0 1,1 0-1,-1 0 0,0 2 0,-5 11 311,1 1 0,0-1 0,1 1 1,1 0-1,-3 28 0,1 84 282,5-100-547,-1 20 40,0 3 20,1 1 0,10 64-1,-8-100-216,1 0 0,0-1 0,1 0-1,1 0 1,0 0 0,1 0 0,1-1-1,0 0 1,1 0 0,0-1 0,1 0-1,14 16 1,-17-22-24,1-1 1,-1 0-1,1 0 0,0 0 0,0-1 0,0 0 0,1-1 1,0 0-1,-1 0 0,1 0 0,10 1 0,-11-2-43,-1-1 0,0-1 0,1 1-1,-1-1 1,0 0 0,1-1 0,-1 1-1,0-1 1,0 0 0,1-1 0,-1 0-1,0 0 1,0 0 0,0-1 0,8-4 0,-6 1-97,0-1 1,0 0-1,-1 0 1,0 0 0,-1-1-1,1 0 1,7-13 0,1-4-600,18-41 1,-23 41-65,-1 0-1,-1 0 1,-1-1-1,-1-1 1,-1 1-1,1-32 0,-3-51-4031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8:59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45 656 14118,'0'0'3458,"18"205"-1185,-11-84-528,3-6-593,4-13-495,6-24-385,1-29-272,-4-33-48,1-16-753,-8-3-1055,-3-41-962,-7-12-943,0-12-5027</inkml:trace>
  <inkml:trace contextRef="#ctx0" brushRef="#br0" timeOffset="1">1 187 19673,'0'0'2753,"196"-124"-2785,-141 90-1761,-13 6-3713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0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18 292 1825,'0'0'5496,"-3"-31"-4117,-8-99 171,8 98-253,2-35 0,2 35 1906,-1 38-2466,0 7-465,1 1 0,1 0 0,0-1 1,0 1-1,5 13 0,0-1 96,18 74 842,100 476 3139,-93-311-3319,-30-239-935,-3-20-83,1-1 1,1 1-1,-1 0 0,1-1 1,0 1-1,0-1 0,0 1 1,1-1-1,0 1 0,0-1 1,5 9-1,-7-14-14,1 1-1,-1-1 1,1 0 0,-1 1-1,1-1 1,-1 0-1,1 0 1,-1 1 0,1-1-1,-1 0 1,1 0 0,-1 0-1,1 0 1,-1 1-1,1-1 1,-1 0 0,1 0-1,-1 0 1,1 0 0,0 0-1,-1 0 1,1-1 0,-1 1-1,1 0 1,-1 0-1,1 0 1,-1 0 0,1-1-1,-1 1 1,1 0 0,-1 0-1,1-1 1,-1 1-1,1 0 1,-1-1 0,4-2-27,0 0 0,-1 0 0,0-1-1,1 1 1,-2-1 0,1 0 0,0 0 0,2-5 0,109-226-749,-61 116 329,-31 73 290,83-169-969,-83 176 864,2 1 0,1 1 0,34-39 1,-54 71 251,-1 0 1,1 0 0,0 0 0,0 1 0,1 0 0,0 0-1,-1 0 1,1 1 0,11-5 0,-15 8 13,1-1-1,-1 0 1,1 1-1,-1 0 1,1 0-1,-1 0 1,1 0-1,-1 0 1,0 0-1,1 0 1,-1 1-1,1-1 1,-1 1-1,1 0 1,-1 0 0,0 0-1,0 0 1,1 0-1,-1 0 1,0 1-1,0-1 1,0 1-1,0-1 1,-1 1-1,1 0 1,0 0-1,-1 0 1,1 0-1,-1 0 1,2 3 0,5 8 71,-1 1 1,-1 0-1,0 0 1,7 24-1,12 71 541,14 214 829,-17-101-858,-20-206-550,0 0 0,1-1 0,0 1 0,1-1 0,1 0 0,10 22 0,-14-35-66,-1-1 0,1 0-1,0 0 1,0 0 0,0 0-1,-1 0 1,1 0-1,0 0 1,0 0 0,0 0-1,1 0 1,-1 0 0,0-1-1,0 1 1,0 0-1,0-1 1,1 1 0,-1-1-1,0 1 1,1-1 0,-1 0-1,0 1 1,1-1-1,-1 0 1,0 0 0,1 0-1,-1 0 1,1 0 0,-1-1-1,0 1 1,1 0-1,-1 0 1,0-1 0,0 1-1,1-1 1,-1 1 0,0-1-1,0 0 1,1 0 0,-1 1-1,0-1 1,0 0-1,0 0 1,0 0 0,0 0-1,0 0 1,-1 0 0,1 0-1,0 0 1,0-1-1,-1 1 1,1 0 0,0-2-1,10-22-670,-2 0 0,0-1-1,-2 1 1,6-35 0,1-3-1387,14-35-3030,8 1-4542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0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0 242 10197,'0'0'6565,"4"5"-5602,1 2-750,-1 0-1,0 0 1,-1 1-1,1-1 0,-1 1 1,-1 0-1,0-1 1,0 1-1,0 0 0,-1 0 1,1 9-1,3 17 324,48 239 2207,-36-208-2170,2-1 1,32 73-1,-44-122-482,0 1 1,1-1-1,1 0 1,0-1-1,18 21 1,-24-31-92,0-1 0,0 0 0,1 0 0,-1 0 0,1 0 0,-1-1 0,1 1 0,0-1 0,0 0 0,0 0 0,0-1 0,0 1 0,1-1 0,-1 0 0,0 0 0,1 0 0,-1 0 0,1-1 0,-1 0 0,1 0 0,-1 0 0,1 0 0,-1-1 0,0 0 0,9-2 0,-8 1-18,0 0 0,0-1-1,0 0 1,-1 1-1,1-2 1,-1 1 0,1 0-1,-1-1 1,0 0 0,5-6-1,2-4-36,-1-1 0,9-17-1,3-8-578,-3 0 1,-1-2-1,-2-1 0,-1 0 0,-3-1 0,-2 0 0,-1 0 0,-3-1 0,2-72 0,-8 97 345,-1-116-2739,-1 116 2591,0 0-1,-2 0 1,0 0 0,-11-30 0,6 26 396,-1 1 0,-16-27 1,22 43 253,0 1 0,-1-1 0,0 1 0,0-1 0,0 2 0,-1-1 0,0 0 1,0 1-1,0 0 0,-13-7 0,18 11 31,-1 1 0,1-1 0,-1 0-1,1 1 1,-1-1 0,0 1 0,1 0 0,-1-1 0,0 1 0,1 0 0,-3 0 1312,4 4-558,0 0-921,1 0 0,-1 0 0,1 0 0,0 0 0,0 0-1,1 0 1,-1 0 0,1-1 0,0 1 0,0 0 0,0-1 0,0 0 0,1 1 0,-1-1 0,1 0 0,0 0 0,0 0-1,0-1 1,6 5 0,7 4-41,1-1 0,35 16 0,-28-14 39,-2-2-81,-1 1 1,-1 1-1,0 1 1,-1 0-1,0 2 1,-1 0-1,0 1 0,-2 1 1,0 1-1,-1 0 1,0 1-1,13 25 1,-6-4-3,-2 1-1,-2 1 1,-2 1 0,-1 1 0,10 54-1,26 230 634,-44-274-400,-6-50-205,9 58 409,-9-59-397,0 0 1,0 1-1,0-1 1,1 0-1,-1 0 0,1 0 1,0 0-1,0 0 0,0 0 1,0 0-1,0-1 0,0 1 1,4 2-1,-4-4-29,-1 0 1,1 0-1,-1-1 0,1 1 1,0-1-1,-1 1 0,1-1 1,0 1-1,-1-1 0,1 0 1,0 0-1,0 0 0,-1 0 1,1 0-1,0 0 0,0 0 1,-1-1-1,1 1 0,0-1 1,1 0-1,2-1-10,-1 1-1,0-1 1,0-1-1,0 1 1,0-1-1,0 1 1,3-5 0,2-2-38,-1 0 1,0-1 0,0 0 0,-1 0-1,8-17 1,28-65-355,-18 33-375,-4-1 0,-2-1 0,-3-1 0,-2-1 0,-3 0 0,-3-1 0,0-72 0,-8 123 718,0-1 0,-1 1 0,-1 0 0,0 0 0,-1 1 0,0-1 0,-1 0 1,-8-18-1,10 26 116,-1 0 1,0 0-1,-1 0 1,0 0-1,1 0 1,-2 1 0,1-1-1,0 1 1,-1 0-1,0 1 1,0-1-1,0 1 1,0 0-1,0 0 1,-1 0 0,1 1-1,-1 0 1,0 0-1,0 0 1,-8 0-1,1-1 153,1 2 0,-1 0 0,0 0 0,0 2 0,0-1 0,0 2 0,1-1 0,-1 2 0,1 0 0,-1 0 0,1 1 0,0 1 0,0 0 0,0 0 0,1 1 0,-21 15 0,-35 30 188,34-24-563,-47 28 0,63-47-958,14-7-1161,19-16-4955,20-13-839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1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10629,'0'0'7222,"-2"2"-6649,1 0-493,0 0-1,0 0 1,0 1-1,0-1 1,0 1-1,0-1 1,0 1-1,1-1 1,-1 1-1,1-1 1,0 1-1,0-1 0,0 1 1,0-1-1,1 4 1,-1 7 164,7 175 2226,50 287 1,-37-351-1910,42 141 1,-51-230-487,21 47 1,-27-73-74,-1 0 0,2 0 0,-1 0 1,1 0-1,1-1 0,-1 0 1,1-1-1,1 1 0,9 7 0,-12-11-19,0-1-1,0 0 1,0 1-1,0-2 0,1 1 1,-1-1-1,1 0 1,-1 0-1,1 0 0,0-1 1,0 0-1,0 0 1,0 0-1,0-1 0,0 0 1,0 0-1,0 0 1,-1-1-1,1 0 0,0 0 1,0-1-1,0 0 1,-1 0-1,1 0 0,-1 0 1,1-1-1,-1 0 1,0 0-1,5-4 0,6-6-103,-1-1 0,0 0 0,-2-1 0,1 0 0,-2-1 0,0 0 0,13-25 0,6-15-1109,-3-2 0,-2 0 1,-3-2-1,-2 0 1,-3-2-1,-3 0 0,-2 0 1,8-126-1,-18-14-2462,-5 153 4133,-2 0 0,-11-51 0,9 62 1218,2 19 3940,3 51-2903,0 253-475,3 366-248,1-556-1873,16 103 0,-4-125-156,-14-71 26,0 0 1,-1 0-1,1 0 1,0 0-1,0 0 0,0 0 1,1 0-1,-1 0 1,0-1-1,1 1 1,-1-1-1,1 1 0,-1-1 1,1 1-1,0-1 1,3 2-1,-5-3-3,1 1 1,0-1-1,-1 0 1,1 0-1,-1 0 1,1 0-1,0 0 0,-1 0 1,1 0-1,-1 0 1,1 0-1,0 0 1,-1 0-1,1 0 0,-1 0 1,1 0-1,0-1 1,-1 1-1,1 0 1,-1 0-1,1-1 0,0 0 1,0 0-64,1 0 0,-1 0 1,0-1-1,-1 1 0,1 0 0,0-1 0,0 1 1,0-1-1,-1 1 0,1-1 0,-1 1 1,1-3-1,3-21-1143,-1-1 1,-1 1-1,-3-26 0,1 35 447,0-78-4704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1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16680,'0'0'4418,"187"0"-3474,-108 0-800,4-21-144,-4-7-1953,-6-3-3841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2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5 296 2001,'0'0'3377,"0"-28"-2600,-3-170 1402,2 182-1543,1 11-165,-1 0 0,1 0 0,0 0 0,1 0 1,1-6-1,-2 10-355,0 0-1,0 0 1,1 0 0,-1 0-1,1 0 1,-1 0 0,1 0-1,-1 1 1,1-1-1,-1 0 1,1 0 0,0 1-1,-1-1 1,1 0 0,0 1-1,0-1 1,-1 1 0,1-1-1,0 1 1,0-1 0,0 1-1,0 0 1,0-1 0,0 1-1,0 0 1,0 0 0,0 0-1,0 0 1,0-1-1,-1 1 1,3 1 0,-3-1-84,1 0-1,0 0 1,0 0 0,-1 0 0,1 0 0,0 1 0,-1-1 0,1 0 0,-1 1-1,1-1 1,0 0 0,-1 1 0,1-1 0,-1 1 0,1-1 0,-1 1-1,1-1 1,-1 1 0,1-1 0,-1 1 0,1 0 0,-1-1 0,0 1-1,1 0 1,6 21 313,-4-13-99,23 83 1696,17 115-1,-4 93 416,-21-70-965,-11-102-721,-7-128-671,0 0 1,0 0-1,0 0 1,0 0-1,0 0 1,0 0-1,0 0 1,0 0-1,0 0 1,-1 1-1,1-1 1,0 0-1,0 0 1,0 0-1,0 0 1,0 0-1,0 0 1,0 0-1,0 0 1,0 1-1,0-1 1,0 0-1,0 0 1,0 0-1,0 0 1,0 0-1,0 0 1,0 0-1,0 0 1,0 1-1,0-1 1,0 0-1,1 0 1,-1 0-1,0 0 1,0 0-1,0 0 1,0 0-1,0 0 1,0 0-1,0 0 1,0 1-1,0-1 1,0 0-1,0 0 1,1 0-1,-1 0 1,0 0-1,0 0 1,0 0-1,0 0 1,0 0-1,0 0 1,0 0-1,0 0 1,0 0-1,1 0 1,-1 0-1,0 0 1,0 0-1,0 0 1,0 0-1,0 0 1,0 0-1,1 0 1,3-10-33,5-27-122,37-230-1827,7-42-485,-52 305 2436,36-151-1269,-30 131 1188,1 2 0,1-1 0,0 1 0,20-30 1,-26 47 159,1 0 1,0 0 0,0 0 0,0 0 0,1 0 0,0 1 0,0 0 0,0 0 0,7-3 0,-10 5 23,1 1 1,0-1 0,0 1 0,0 0 0,-1 0 0,1 1 0,0-1-1,0 0 1,0 1 0,0 0 0,0 0 0,0 0 0,0 0-1,0 0 1,0 1 0,0-1 0,0 1 0,0 0 0,0-1 0,0 1-1,3 2 1,-1 0 64,-1 0 0,1 1 0,0 0 0,-1-1 0,0 2 0,0-1 0,0 0 0,0 1 0,-1 0 0,5 7 0,4 9 421,11 29 0,-5-1-123,-1 0 0,-2 2 0,-3 0 0,-2 1 0,4 64 0,-3 270 1175,-11-302-1281,1-78-430,2-17-142,25-201-1098,10-61-437,-28 222 1244,2 1-1,2 0 1,25-57 0,-32 91 424,0 0 0,1 1 0,15-21 0,-20 32 125,-1 1 1,1 0-1,0-1 1,0 1-1,0 1 1,1-1-1,-1 0 1,1 1-1,-1 0 1,1-1-1,0 1 1,0 1-1,0-1 1,0 1-1,0-1 1,0 1-1,0 0 1,8 0-1,-10 1 20,0 0-1,0 0 1,0 0-1,0 0 1,0 0-1,0 0 1,0 1-1,-1-1 1,1 1-1,0-1 1,0 1-1,0 0 1,0 0 0,-1 0-1,1 0 1,0 0-1,-1 0 1,1 1-1,-1-1 1,3 3-1,-1 1 68,1 1 0,-1-1-1,0 1 1,0 0 0,2 8-1,-3-9-47,9 29 288,-1 0 0,-2 0 0,7 60 0,-2 108 297,-1-4-206,-12-193-455,0 1-1,1-1 0,0 0 1,1 1-1,-1-1 0,1 0 1,0 0-1,5 9 1,-6-13-28,0 0 1,-1 0 0,1 0 0,0 0-1,0 0 1,0 0 0,0 0 0,0-1-1,0 1 1,0 0 0,0-1 0,1 1-1,-1-1 1,0 1 0,0-1 0,3 1-1,-2-1-72,0 0-1,1 0 1,-1-1-1,0 1 0,1 0 1,-1-1-1,0 1 1,0-1-1,0 0 0,1 0 1,-1 0-1,2-1 0,10-8-946,0-1-1,-1 0 0,0 0 0,12-15 0,-13 13-75,40-42-4304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2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0 851 13062,'0'0'10303,"27"-10"-9982,-17 7-296,8-3-9,-1-1 1,0 0 0,0-1-1,0 0 1,-1-2 0,-1 0-1,0-1 1,0 0-1,-1-1 1,16-17 0,1-8-176,-1-2 0,26-44 0,-45 65-24,-1-2 1,0 1-1,-2-1 0,0 0 0,-2-1 0,0 0 0,4-25 0,-7 24-109,-2 0 1,0 0-1,-1 0 1,-1 0-1,-7-42 0,5 51 133,0 1-1,-2-1 0,1 1 1,-1 0-1,-1 0 0,0 0 1,-1 1-1,0 0 0,0 0 1,-1 0-1,-10-9 0,13 16 197,1-1-1,-1 0 1,-1 1-1,1 0 1,0 0-1,-1 1 1,0 0-1,0 0 1,0 0-1,0 0 0,0 1 1,-1 0-1,1 1 1,-10-2-1,14 2 9,0 1-1,0 0 0,0 0 1,0 0-1,0 0 0,0 0 1,0 0-1,0 1 0,0-1 1,0 1-1,0-1 0,0 1 1,0 0-1,0 0 0,1 0 1,-1 0-1,0 0 0,1 0 1,-1 0-1,0 1 0,1-1 1,-1 0-1,-1 4 0,-1 1 76,0 1-1,1 0 0,-1 0 0,2 1 1,-4 10-1,-5 23 340,2 0 0,1 1 1,-3 71-1,9 137 687,4-136-698,-3-69-258,2-1-1,2 0 1,3 0 0,0 0 0,15 46 0,-17-77-139,1 0 1,0 0-1,0-1 0,1 1 1,1-1-1,0-1 1,12 14-1,-15-20-46,0-1-1,0 0 1,1 0-1,0 0 0,-1-1 1,2 0-1,-1 0 1,0 0-1,0-1 1,1 1-1,0-1 1,-1-1-1,1 1 1,0-1-1,0 0 1,0 0-1,0 0 1,7-1-1,-6-1-32,1 1 0,-1-1 0,0 0 0,0-1 0,0 0 0,0 0 0,-1-1 0,1 1 0,-1-1 0,1-1 0,-1 1 0,0-1 0,0 0 0,0-1 0,-1 1 0,7-8 0,7-9-257,-2 0-1,31-47 1,-32 43-5,24-37-1432,33-70 1,-53 87-686,-1 0 0,22-78 0,-10-25-6106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3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9636,'0'0'8788,"-11"279"-6803,11-108-608,4 40-16,10 31-225,-1-9-175,1-34-481,0-63-432,3-64-48,-3-44-96,-4-28-288,-6 0-273,-1-59-335,-3-19-1041,0-21-1873,-14-7-2017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14535,'0'0'6499,"217"-3"-6019,-127-9-480,7-1-384,-4 1-1633,-4-1-2209,-16 7-5491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3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1 752 15399,'0'0'5971,"30"-6"-5160,-23 5-779,12-2-1,-1 0 0,1-2 0,-1 0 0,0-1 0,0-1 1,0 0-1,-1-1 0,0-1 0,-1-1 0,0-1 0,18-15 0,5-10-162,63-75-1,-90 96-87,-1-1 0,0-1 0,-1 1 0,-1-1 1,-1-1-1,0 0 0,-1 0 0,6-28 0,-9 23-574,-1 0-1,-1 0 1,-2-1 0,-3-45-1,1 62 668,1 0 0,-1 0 0,0 0 0,0-1 0,-1 2 0,0-1 0,0 0 0,0 1 0,-1-1 0,0 1 0,-1 0 0,1 0 0,-1 1 0,0-1 0,-1 1 0,1 0 0,-1 1 0,-7-5 0,6 4 309,-1 1-1,0 0 1,0 0 0,0 1-1,0 0 1,0 0-1,-1 1 1,1 0 0,-1 1-1,1 0 1,-1 0 0,0 1-1,0 0 1,1 0 0,-11 2-1,16-1-86,0 0-1,-1 0 1,1 0-1,0 0 1,0 0-1,-1 1 1,1-1-1,0 1 0,0 0 1,1 0-1,-1 0 1,0 0-1,1 1 1,-1-1-1,-2 4 0,0 1 102,0 1-1,1 0 0,-1 0 0,-4 15 0,-2 7 227,1 1 1,2 1-1,1-1 0,-3 40 0,0 130 986,9-159-1132,-1 28 433,13 135 0,-9-187-627,1 0 0,1 0 1,0 0-1,2-1 0,0 1 1,1-1-1,1 0 0,0-1 0,1 0 1,1-1-1,0 1 0,19 19 0,-23-29-88,1 0-1,0-1 0,0 0 0,0 0 0,1-1 0,0 0 0,0 0 0,0-1 0,0 0 0,1 0 0,-1-1 0,1 0 0,-1-1 0,1 0 1,0 0-1,-1 0 0,1-2 0,0 1 0,0-1 0,-1 0 0,1 0 0,0-1 0,-1-1 0,0 1 0,1-1 0,9-6 0,-4 1-76,-1 0-1,0-2 0,-1 0 0,0 0 0,20-22 1,50-70-1094,-54 63 31,-2-1 0,-1-1 0,32-75 0,-45 84-371,0 0-1,-3-1 1,0 0-1,-3-1 1,6-67-1,-12 92 926,1-111-5361,-2 109 6038,0-1 0,-1 1 0,0-1 0,-1 1 0,0 0 0,-1 0-1,-9-19 1,13 29 306,-1-1-1,1 1 1,-1 0-1,1 0 0,-1 0 1,0 0-1,0 0 0,1 0 1,-1 0-1,0 0 1,0 0-1,0 0 0,0 0 1,0 0-1,0 1 1,0-1-1,0 0 0,-1 1 1,1-1-1,0 1 1,0-1-1,-1 1 0,1 0 1,-1-1-1,0 2-131,1-1-1,0 1 1,-1 0-1,1 0 1,0-1-1,0 1 1,0 0-1,0 0 1,-1 0-1,1 0 1,1 0-1,-1 1 1,0-1-1,0 0 1,0 0 0,1 0-1,-1 1 1,0-1-1,1 0 1,-1 1-1,1-1 1,-1 3-1,-6 28 760,1 0 0,1 1-1,0 41 1,4-62-860,-6 383 2904,7-312-2562,0-77-469,3 116 607,-2-103-477,2 0 0,0 0 0,12 37-1,-13-49-123,1 0 1,0-1-1,1 1 0,-1-1 0,1 0 0,0 0 0,1 0 0,7 8 0,-11-13-44,1 1-1,-1-1 1,1 0-1,0 0 1,-1 1 0,1-1-1,0 0 1,0 0 0,0-1-1,0 1 1,-1 0 0,1-1-1,0 1 1,0-1 0,0 1-1,1-1 1,-1 0-1,0 0 1,0 0 0,0 0-1,0 0 1,0-1 0,0 1-1,0-1 1,0 1 0,0-1-1,0 0 1,-1 1 0,1-1-1,0 0 1,0 0 0,0 0-1,-1-1 1,2 0-1,4-4-67,-1-1-1,0 0 0,-1 1 0,1-2 1,-2 1-1,1-1 0,-1 1 0,4-10 0,29-78-368,-36 91 428,96-353-2169,-30 92-885,-58 232 2613,2 1 0,1 1 0,2 0-1,31-52 1,-41 77 465,1-1 0,0 1 0,0-1 0,1 1-1,0 1 1,0-1 0,0 1 0,14-8 0,-19 12 30,1 0 0,0 0 0,0 0 0,0 1 0,0-1 1,0 1-1,0-1 0,0 1 0,0-1 0,0 1 0,0 0 0,0 0 0,0 0 1,0 0-1,0 1 0,1-1 0,-1 0 0,0 1 0,0-1 0,-1 1 0,1 0 0,0 0 1,0 0-1,0 0 0,0 0 0,-1 0 0,1 0 0,0 0 0,-1 1 0,1-1 0,-1 1 1,0-1-1,1 1 0,-1 0 0,0-1 0,0 1 0,1 3 0,6 11 245,0 0 1,-1 1-1,-1 1 0,6 29 0,7 20-1221,-15-56-469,0 0 1,1 0-1,12 18 1,-3-6-4710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19321,'0'0'2321,"-45"215"-1297,45-175-1024,4-22-816,16-18-2433,-2-3-5700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5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423 196 8404,'0'0'2708,"10"-19"-2650,31-61 188,-39 77-152,0-1 0,-1 1 0,0-1 0,0 1 0,0-1 1,0 1-1,0-6 0,-1 8-55,0 0 0,0-1 0,0 1 0,-1 0 0,1-1 0,0 1 0,-1 0 0,1-1 0,0 1 1,-1 0-1,0 0 0,1 0 0,-1-1 0,0 0 0,-2 0 18,1 0 1,0 0-1,-1 0 0,1 1 1,-1-1-1,1 1 0,-1 0 0,0-1 1,0 1-1,0 0 0,-4 0 1,-3-3 23,-15-2-33,0 0 0,-1 2 1,1 0-1,-1 2 1,-49 2-1,47 0-29,23 0-12,-1 1 1,1-1-1,-1 1 1,1-1-1,-1 2 1,1-1-1,0 1 1,-1-1-1,1 1 1,0 1-1,0-1 1,0 1-1,-6 4 1,5-1 48,0 0 0,0 0 0,0 0 0,1 1-1,0-1 1,0 1 0,0 1 0,-4 10 0,-2 7 297,0 1-1,2 1 0,1 0 1,1 0-1,2 1 0,-4 36 1,2 171 2004,7-195-1962,-1 9 94,0-7 189,7 68 0,-4-99-562,0 1 1,0-1-1,1 0 1,0 0-1,1 0 1,1 0-1,-1-1 1,2 1-1,-1-1 1,12 15-1,-12-21-69,-1 1-1,1-1 0,0 1 0,0-1 0,1-1 0,-1 1 0,1-1 0,0 0 0,0 0 0,0-1 1,0 0-1,0 0 0,0 0 0,1-1 0,-1 1 0,10-1 0,-3 0-33,0-1-1,0-1 0,-1 0 1,1 0-1,0-2 1,-1 1-1,20-8 0,-12 2-24,0-2 0,-1 0 0,0-1 0,-1-1-1,0-1 1,28-26 0,-10 4-505,59-73-1,-76 83-30,-1 0 0,-2-1 0,-1 0 0,0-1-1,12-35 1,-21 44 31,-1 0 0,0 0-1,-1 0 1,-1 0-1,-1-1 1,0 1 0,-2-1-1,0 0 1,-4-31-1,3 47 511,1-1-1,-1 0 0,1 1 1,-1-1-1,0 0 0,-1 1 0,1-1 1,0 1-1,-1 0 0,0-1 1,0 1-1,0 0 0,0 0 0,0 0 1,-1 0-1,1 1 0,-1-1 1,0 1-1,0-1 0,0 1 0,0 0 1,0 0-1,0 0 0,-1 1 0,1-1 1,-1 1-1,-4-2 0,7 3 65,1 0-1,-1 0 1,0 0 0,1 0-1,-1-1 1,0 1-1,1 0 1,-1 1-1,0-1 1,1 0-1,-1 0 1,0 0-1,1 0 1,-1 0-1,0 1 1,1-1 0,-1 0-1,0 1 1,1-1-1,-1 0 1,1 1-1,-1-1 1,1 1-1,-1-1 1,1 1-1,-1-1 1,0 2 0,-5 21 1078,3 27 436,3 66-1,1-39-755,-1-65-731,8 176 1088,-5-168-1047,0 0-1,1-1 1,1 1-1,1-1 1,1 0-1,0 0 1,14 22-1,-19-36-133,1 0 0,1 0 0,-1 0 1,1-1-1,0 0 0,0 1 0,0-1 0,0-1 0,1 1 0,-1-1 1,1 1-1,0-1 0,0-1 0,0 1 0,1-1 0,-1 0 0,1 0 0,-1 0 1,1-1-1,-1 0 0,1 0 0,0 0 0,0-1 0,0 0 0,-1 0 1,1 0-1,0-1 0,0 0 0,-1 0 0,1-1 0,-1 1 0,1-1 0,5-3 1,-3 0-87,0-1-1,0 1 1,-1-2 0,0 1 0,10-12 0,33-44-838,-48 59 876,17-23-640,-1 0 0,-1-1 0,-2-1 0,0 0 0,-2-1 0,-1-1 0,-2 0 0,-1 0-1,-1-1 1,6-48 0,-9 13-2720,-2-1-1,-8-87 1,3 142 3672,0 0 0,-1 0 1,-7-21-1,-1-1 11097,10 40-10576,1-1-74,12 363 5103,-3-136-4310,-7-158-1083,7 117 416,-8-184-818,-1-6-12,-1 1 0,1-1 0,0 0 1,0 1-1,0-1 0,1 1 0,-1-1 0,0 0 1,0 1-1,1-1 0,-1 1 0,1-1 0,-1 0 1,1 0-1,0 1 0,0-1 0,-1 0 0,1 0 0,0 0 1,0 0-1,0 0 0,2 2 0,-2-3-3,-1 0 0,0 0 0,0 0 0,1 0 0,-1 0-1,0 0 1,0 0 0,1 0 0,-1 0 0,0 0 0,0 0 0,1 0-1,-1 0 1,0 0 0,0-1 0,1 1 0,-1 0 0,0 0 0,0 0-1,0 0 1,1-1 0,-1 1 0,0 0 0,0 0 0,0 0 0,0-1-1,0 1 1,1 0 0,-1 0 0,0 0 0,0-1 0,0 1 0,0 0 0,0 0-1,0-1 1,0 1 0,0 0 0,0-1 0,0 1 0,0-1 0,4-16-173,-1-1 1,0-1 0,-1-18 0,0 10 2,2-229-2141,5-43-2059,-7 273 3988,2 1 0,8-28 0,-9 44 367,0 0-1,0 0 0,1 0 0,0 0 1,1 1-1,0-1 0,0 1 1,11-12-1,-14 18 87,-1 0 1,1 0-1,0 0 1,0 1-1,-1-1 0,1 0 1,0 1-1,0 0 0,1-1 1,-1 1-1,0 0 0,0 0 1,1 0-1,-1 1 1,0-1-1,1 0 0,-1 1 1,1 0-1,-1-1 0,0 1 1,1 0-1,-1 0 1,1 1-1,-1-1 0,1 0 1,-1 1-1,0-1 0,1 1 1,3 1-1,-2 1 101,0 0 1,1 0-1,-1 0 1,0 1-1,0-1 0,-1 1 1,1 0-1,-1 0 1,0 0-1,0 0 1,0 1-1,3 6 0,9 23 488,-1 1 0,-1 0 0,-3 0 0,0 1 0,6 55 0,2 183 1862,-16-219-1920,2-20-320,-4-35-277,0 1 0,0-1-1,0 1 1,0 0 0,0-1 0,0 1-1,0-1 1,1 1 0,-1-1 0,0 1-1,0-1 1,1 1 0,-1 0 0,0-1-1,1 0 1,-1 1 0,1-1 0,-1 1 0,0-1-1,1 1 1,-1-1 0,1 0 0,-1 1-1,2-1 1,-2 0-7,1 0 0,0 0 0,-1 0-1,1 0 1,-1-1 0,1 1 0,-1 0 0,1-1-1,0 1 1,-1 0 0,1-1 0,-1 1 0,0 0 0,1-1-1,-1 1 1,1-1 0,-1 1 0,0-1 0,1 0 0,16-32-383,64-211-1152,16-42-1080,-89 265 2200,0-1 1,2 1 0,0 0 0,2 1 0,26-37 0,-34 54 399,-1-1 0,1 1 0,-1 0-1,1 0 1,0 0 0,0 0 0,1 0 0,-1 1 0,0 0-1,1 0 1,8-2 0,-11 3 44,0 1-1,0 0 1,0 0 0,0 0-1,0 0 1,0 0 0,0 0-1,0 0 1,0 1 0,1-1-1,-1 1 1,0-1 0,0 1-1,-1 0 1,1 0 0,0 0-1,0 0 1,0 0 0,-1 0-1,1 1 1,0-1 0,-1 0-1,1 1 1,-1-1 0,0 1-1,1 0 1,-1 0 0,0-1-1,0 1 1,1 3 0,4 8 216,-1-1 1,-1 1-1,0 0 1,2 17 0,7 62 750,-4 227 799,-9-138-1367,4-136-413,-4-44-36,0 0 0,0 1 0,0-1 0,1 0 0,-1 0 0,0 0 0,1 0 0,-1-1 0,1 1 0,-1 0 0,1 0 0,-1 0 0,1 0 0,-1 0 0,1 0 0,0-1 0,0 1 0,-1 0 0,1-1 1,0 1-1,0 0 0,1 0 0,-1-1-64,0 0 0,0 0 1,0 0-1,0 0 0,0 0 1,0 0-1,0 0 0,-1-1 1,1 1-1,0 0 0,0 0 1,0-1-1,0 1 1,-1-1-1,1 1 0,0-1 1,0 1-1,-1-1 0,1 1 1,0-1-1,-1 0 0,1 1 1,0-1-1,-1 0 0,1 0 1,-1 1-1,1-2 0,18-31-3376,-1 0 0,23-57 0,-17 25-2300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6883,'0'0'8567,"-4"31"-6689,1-9-1549,-5 28 494,3 1 1,3 95-1,41 148 1195,-9-94-1166,16 324 411,-29-300-1109,-16-207-149,2 24 6,13 63 0,-9-87-19,-7-17 6,0 0 0,0 0 0,0 0 0,0 0 1,0 0-1,1 0 0,-1 0 0,0 0 0,0 0 0,0 0 0,0 0 1,1 0-1,-1 0 0,0 0 0,0 0 0,0 0 0,0 0 0,0 0 1,1 0-1,-1 0 0,0-1 0,0 1 0,0 0 0,0 0 0,0 0 1,0 0-1,0 0 0,0 0 0,1 0 0,-1-1 0,0 1 0,0 0 1,0 0-1,0 0 0,0 0 0,0-1 0,0 1 0,0 0 0,0 0 1,0 0-1,0 0 0,0 0 0,0-1 0,0 1 0,0 0 0,0 0 1,0 0-1,3-35-264,-2-261-3453,-3 248 2415,-1 0 0,-15-72 0,-35-93-3340,-15-87-2311,59 244 6411,4 1-1,1-1 1,7-85 0,-2 127 851,1 1 1,0-1-1,1 1 1,0 0-1,1 0 1,1 0-1,0 0 1,0 1-1,1 0 1,1 0-1,8-11 1,-9 16 72,0 0 0,0 1 0,0 0 1,1 0-1,0 0 0,0 1 1,1 0-1,-1 0 0,1 1 1,0 0-1,0 1 0,1-1 1,-1 2-1,1-1 0,-1 1 0,1 0 1,12 0-1,-14 1-146,0 1-1,0 0 1,0 0-1,0 1 1,0 0 0,0 0-1,0 1 1,-1 0-1,1 0 1,0 0 0,-1 1-1,10 5 1,-7-2 24,-1 0 0,1 1 1,-1 0-1,0 0 0,0 1 1,-1 0-1,9 13 0,-3-2 77,-2 1 0,0 0 0,-1 0 0,-1 1 0,-1 1 0,-1-1-1,5 28 1,-7-27-117,-2 0 0,0 1 0,-2-1 0,0 1 0,-2-1 0,-6 43 0,5-54-198,0 0-1,-1 0 1,0-1-1,-1 0 1,0 1-1,-1-1 1,0-1-1,-1 1 1,1-1-1,-2 0 1,0 0-1,0-1 1,0 0-1,-1 0 1,-15 12-1,17-16-180,-1 0 0,1 0 0,-1-1 0,0 0 0,0 0-1,0 0 1,-1-1 0,1 0 0,-1-1 0,1 1 0,-1-2 0,1 1-1,-13-1 1,13-1-284,0 1 0,1-1 0,-1-1 0,1 0 0,-1 1 0,1-2 0,0 1 0,0-1-1,0 0 1,0 0 0,1-1 0,-1 0 0,1 0 0,0 0 0,-8-8 0,-37-54-6990,47 62 7040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6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1 652 14903,'0'0'3263,"37"-11"-2559,-37 11-704,162-54 205,-148 49-244,1-1 0,-1-1 0,0 0-1,0-1 1,-1-1 0,0 0-1,0-1 1,-1 0 0,19-21 0,-27 28 5,5-7-150,0 0 1,-1-1 0,0 0 0,0 0 0,-1 0 0,-1-1-1,0-1 1,0 1 0,-1-1 0,5-23 0,-8 27-3,0-1-1,-1 1 1,0-1 0,-1 1 0,0-1-1,-1 1 1,1-1 0,-2 1 0,0-1 0,0 1-1,0 0 1,-1 0 0,-1 0 0,1 0-1,-10-15 1,0 4 126,-1 2-1,0-1 1,-2 2-1,0 0 1,-33-27-1,43 40 62,0-1-1,-1 1 1,0 0-1,0 1 1,-9-4-1,13 6 14,1 0 0,0 0-1,0 1 1,0-1-1,-1 1 1,1-1-1,0 1 1,0 0-1,-1 0 1,1 0 0,0 0-1,0 0 1,-1 1-1,1-1 1,0 1-1,0-1 1,-1 1-1,1 0 1,0 0 0,0 0-1,0 0 1,-3 2-1,2 1 59,0 0 0,0 0 0,0 0 0,1 0-1,-1 0 1,1 1 0,0-1 0,0 1 0,1-1 0,-3 10-1,-8 56 767,11-59-705,-8 81 1446,4 0 1,10 117-1,-3-177-1253,2-1-1,1 0 0,1 0 1,2-1-1,12 31 0,-16-49-240,1 0 0,0-1 0,1 0-1,0 0 1,1 0 0,0-1 0,1 0-1,0 0 1,0-1 0,1 0 0,0 0-1,1-1 1,0 0 0,0-1 0,14 8-1,-15-11-91,0-1-1,1 0 0,-1 0 1,1 0-1,-1-1 1,1-1-1,0 1 0,0-2 1,-1 1-1,1-2 0,0 1 1,0-1-1,0-1 1,-1 1-1,1-2 0,16-5 1,-10 1-184,0-1 0,0 0 1,-1-1-1,0 0 0,-1-2 0,0 0 1,0 0-1,14-18 0,-1 1-1251,-2-2 0,-1-1-1,-2-1 1,26-46 0,-4-26-4907,-42 99 6058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6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16 13990,'-4'34'4088,"-19"280"506,22 71-1257,1-360-3169,0 24 137,0-46-282,0 0 1,0-1 0,1 1 0,0 0 0,-1 0-1,1-1 1,0 1 0,0 0 0,0-1 0,1 1-1,-1-1 1,3 4 0,-3-5-27,0-1-1,0 1 1,1 0 0,-1 0 0,0-1 0,1 1-1,-1-1 1,1 1 0,-1-1 0,0 0 0,1 1-1,-1-1 1,1 0 0,-1 0 0,1 0-1,-1 0 1,1 0 0,-1 0 0,0-1 0,1 1-1,-1 0 1,1-1 0,-1 1 0,0-1 0,1 0-1,-1 1 1,0-1 0,1 0 0,-1 0-1,0 0 1,0 0 0,0 0 0,1-1 0,10-19-98,-1-1 1,-1 0 0,0 0 0,7-34 0,-16 53 88,72-283-2051,-27 92-988,-40 168 2448,2 1 1,0 0-1,2 1 1,1 0-1,14-23 1,-23 43 506,0 0-1,1 0 1,0 0 0,0 0-1,0 1 1,0-1-1,0 1 1,1 0 0,-1 0-1,1 0 1,0 0 0,0 1-1,0 0 1,0 0 0,1 0-1,-1 0 1,1 1-1,-1-1 1,1 1 0,-1 0-1,1 0 1,-1 1 0,1 0-1,8 0 1,-10 0 93,0 0 0,0 0 0,0 1 0,0 0 1,0-1-1,0 1 0,0 0 0,0 0 0,-1 1 0,1-1 1,0 1-1,0-1 0,-1 1 0,3 2 0,3 3-36,0 1 1,11 15-1,-12-15-692,-1 0-1,15 12 1,7 0-4584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8 118 2449,'0'0'5365,"0"-6"-4863,0-106 5474,0 112-5968,0 0 0,0 1 0,0-1 0,0 0 1,0 0-1,-1 0 0,1 0 0,0 0 0,0 1 0,0-1 0,0 0 0,0 0 1,0 0-1,0 0 0,0 0 0,0 0 0,-1 0 0,1 1 0,0-1 0,0 0 1,0 0-1,0 0 0,0 0 0,0 0 0,-1 0 0,1 0 0,0 0 0,0 0 1,0 0-1,0 0 0,-1 0 0,1 0 0,0 0 0,0 0 0,0 0 0,0 0 1,0 0-1,-1 0 0,1 0 0,0 0 0,0 0 0,0 0 0,0 0 0,0 0 1,-1 0-1,1 0 0,0-1 0,0 1 0,0 0 0,0 0 0,0 0 0,0 0 1,0 0-1,-1 0 0,1 0 0,0-1 0,0 1 0,0 0 0,0 0 0,0 0 1,0 0-1,0 0 0,0-1 0,0 1 0,10 1072 8916,-10-1071-8897,0 1 0,0-1 0,0 0 0,0 0-1,0 0 1,0 0 0,1 0 0,-1 0 0,0 0 0,1 1 0,-1-1-1,0 0 1,1 0 0,0 0 0,-1 0 0,2 1 0,3-5 114,1-12-90,7-36-162,-3 0 0,4-64 1,-4-111-701,0 13-285,-9 193 943,2 0-1,0 1 1,1-1-1,0 1 1,2 0-1,11-26 1,-14 40 133,0-1 0,0 0 0,0 1 0,0 0 0,1 0 0,0 0 0,0 0 0,0 1 0,1-1 0,0 1 0,-1 0 0,1 1 0,1-1 0,-1 1 0,0 0 0,1 0 0,0 1 0,0-1 0,0 1 0,0 1 0,0-1 0,0 1 0,0 0 0,7 0 0,-2 0 96,0 1 0,0 0 0,21 4 0,-28-3-33,1 0 1,-1 1-1,1-1 0,-1 1 1,0 1-1,0-1 1,0 0-1,0 1 0,0 0 1,0 0-1,5 6 0,3 4 120,-1 1-1,-1 0 1,0 0-1,-1 1 0,-1 0 1,0 1-1,-1 0 1,0 0-1,-1 0 0,-1 1 1,5 31-1,-3 9 411,-2 1 0,-3 67 0,-2-114-460,0-16-154,1 0 1,-1 1-1,1-1 0,0 0 1,0 0-1,0 0 0,4-8 1,4-10-177,26-88-2291,93-201 1,-125 307 2428,-2 1 46,1 0 0,-1 0 0,1 0 0,0 1 0,1-1 0,-1 1 0,1 0 0,-1-1 0,1 1 0,0 0 0,0 0 0,0 1 0,0-1 0,7-3 0,-9 6 48,-1-1 0,1 1 1,0 0-1,0 0 0,0 0 0,0-1 0,-1 1 0,1 0 1,0 0-1,0 0 0,0 0 0,-1 1 0,1-1 0,0 0 1,0 0-1,0 0 0,-1 1 0,1-1 0,0 0 0,0 1 1,-1-1-1,1 0 0,0 1 0,0-1 0,-1 1 0,1-1 1,-1 1-1,1 0 0,0-1 0,-1 1 0,1-1 0,0 3 1,1 1 120,1 1 0,-1 0 0,0 1 1,2 8-1,7 31 724,-3 1 0,6 91 0,-12 103 429,-3-143-975,1 96 276,0-193-597,0 0 0,0 1 1,0-1-1,0 1 0,0-1 1,0 1-1,0-1 0,0 1 0,0-1 1,0 1-1,0-1 0,1 1 1,-1-1-1,0 1 0,0-1 0,0 0 1,0 1-1,1-1 0,-1 1 1,0-1-1,1 0 0,-1 1 1,0-1-1,1 0 0,-1 1 0,0-1 1,1 0-1,-1 1 0,0-1 1,1 0-1,-1 0 0,1 0 0,-1 1 1,1-1-1,-1 0 0,1 0 1,-1 0-1,0 0 0,1 0 1,-1 0-1,1 0 0,-1 0 0,1 0 1,-1 0-1,1 0 0,-1 0 1,1 0-1,-1 0 0,1 0 0,-1-1 1,0 1-1,1 0 0,-1 0 1,1 0-1,-1-1 0,0 1 0,1 0 1,-1-1-1,1 1 0,-1 0 1,1-1-1,2-2-109,1 1 1,0-1-1,-1 0 0,1 0 1,4-6-1,9-17-993,-1-2-1,-2 0 1,0 0 0,16-53-1,-4 4-4340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1 734 12422,'0'0'7022,"34"-23"-6401,113-82-615,-124 87-207,1-2 0,-2-1 1,-1 0-1,24-32 0,-28 32-49,2-1-102,-2-2 0,0 0 0,14-28 0,-25 39 213,0-1 1,-1 1-1,0-1 0,-1 0 0,0 0 0,-1 0 0,-1 0 0,1-18 0,-3 18 7,0 0-1,0 0 0,-6-26 0,5 34 126,0 1 1,-1 0-1,0 0 0,0 0 0,0 1 1,-1-1-1,0 0 0,0 1 0,0-1 1,0 1-1,0 0 0,-9-7 0,7 7 19,-1 0 0,0 0 0,0 0 0,-1 1 0,1-1 0,-1 2 0,0-1 0,1 1 0,-1 0 0,-14-2 0,17 3 21,0 1 0,0-1 0,1 1 0,-1 0 0,0 1 1,0-1-1,1 1 0,-1-1 0,0 1 0,1 0 0,-1 0 0,0 1 0,1-1 0,0 1 0,-1 0 0,1 0 1,0 0-1,0 0 0,0 0 0,0 1 0,0-1 0,1 1 0,-4 4 0,-1 4 143,1 0-1,0 0 1,1 0-1,1 1 1,-5 14-1,-12 71 1029,9 1 413,1 184 0,10-265-1442,2 0 1,0 0 0,0 0 0,8 29-1,-8-41-146,1-1 0,0 1 0,0-1 0,0 1 0,0-1 0,1 0 0,-1 0 0,1 0 0,0 0 0,1 0 0,-1-1-1,0 1 1,1-1 0,0 0 0,0 0 0,0-1 0,0 1 0,0-1 0,1 0 0,8 3 0,-3-2-30,-1 0 0,2-1 0,-1 0 1,0-1-1,0 0 0,0-1 1,1 0-1,-1 0 0,0-1 0,0-1 1,0 0-1,0 0 0,0-1 0,0 0 1,-1-1-1,1 0 0,-1 0 0,0-1 1,17-11-1,1-5-331,0-1 0,-2-1 0,-1-2-1,35-42 1,-30 31-812,-2-1 0,-2-1 0,25-49 0,-36 57-92,-1 0 0,-1 0 0,-2-1 0,-1 0 0,6-44 0,-4-45-4136,-11 117 5243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9732,'0'0'6684,"1"33"-5740,9 441 3205,-7 264-1058,-3-512-3010,1-216-270,2-11-394,4-17-646,-3-4-674,0 0 0,1-42-1,-5-8-3461</inkml:trace>
  <inkml:trace contextRef="#ctx0" brushRef="#br0" timeOffset="1">1 730 15271,'0'0'5811,"207"13"-5123,-125-13-688,5-7-336,-8-5-1265,0 6-2209,-13 3-4738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0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0 591 10165,'0'0'6253,"35"-36"-5642,111-118-739,-121 126-204,23-31 1,-37 41-440,14-29 0,-24 45 711,8-15-1188,-2-1-1,7-21 0,-11 28 167,-1 1-1,1-1 1,-2 0-1,1-1 1,-2 1-1,1 0 0,-2 0 1,-1-16-1,1 24 1214,0 1-1,0-1 1,0 1-1,-1-1 1,1 1-1,0-1 1,-1 1-1,0 0 1,1 0-1,-1 0 1,0 0-1,0 0 1,0 0-1,-1 0 1,1 1-1,0-1 1,-1 1-1,1-1 1,-1 1-1,1 0 1,-1 0-1,-4-1 1,-4-1 691,0 0 1,-1 1 0,1 0 0,-15 0-1,21 2-508,-1-1-1,1 1 1,0 1-1,0-1 0,0 1 1,0-1-1,0 2 1,0-1-1,0 0 0,-7 4 1,8-3-168,1 1 1,-1 0 0,1 0 0,0 0-1,0 0 1,0 0 0,0 1-1,1-1 1,-1 1 0,1 0-1,0-1 1,-3 9 0,-7 17 660,2 1 0,0 0-1,3 0 1,-8 58 0,0 127 2239,14-177-2606,-1-11-42,1 0-1,2 0 1,7 51 0,-7-73-364,1 0 1,0 0-1,0 0 1,0 0-1,0 0 1,1 0-1,0 0 1,0-1-1,0 1 1,1-1-1,0 0 1,-1 0-1,1 0 1,0-1-1,1 1 1,-1-1-1,1 0 1,0 0-1,-1-1 1,1 1-1,0-1 1,9 2-1,-4-1-49,0-1-1,1 0 0,-1 0 1,1-1-1,-1-1 0,1 0 1,0 0-1,-1-1 0,1 0 1,-1-1-1,13-4 0,-8 1-141,-1-1 0,0-1 0,-1 0-1,1 0 1,-1-2 0,-1 1 0,1-2 0,13-14-1,6-7-1746,46-59 0,-64 73 922,-1-1 0,-1 0 1,-1-1-1,0 0 1,-2-1-1,0 0 1,-1 0-1,-1-1 1,-1 0-1,-1 0 0,4-33 1,-8 44 640,1-11-421,-1 0 1,0 0-1,-4-23 1,3 38 958,-1 1 1,-1-1 0,1 1-1,-1 0 1,0-1-1,0 1 1,-3-5 0,3 8 224,1-1 0,-1 1 0,0 0 0,1 0 0,-1-1 0,-1 2 0,1-1 0,0 0 0,0 0 0,-1 1 0,1-1 0,-1 1 1,1-1-1,-5 0 0,6 1-199,0 1 0,0 0 1,0-1-1,0 1 1,0 0-1,0 0 0,0 0 1,0 0-1,0 0 1,0 0-1,0 0 0,0 0 1,0 0-1,0 1 1,0-1-1,0 0 0,0 1 1,0-1-1,0 0 1,0 1-1,0-1 0,0 1 1,0 0-1,-1 1 27,0 0 0,0 0 1,1 0-1,-1 0 0,1 1 0,0-1 0,-1 0 0,1 1 0,0-1 1,0 3-1,-9 30 1510,-7 62 0,11-63-1270,-44 392 2743,49-370-2886,2-31-266,3-19-79,3-14-75,-7 7 68,16-25-136,-1-1 1,-1-1-1,-2 0 0,12-36 1,-10 26-109,3-10-53,44-104-1235,-52 133 1219,1 1-1,0-1 1,1 2 0,2 0 0,21-24-1,-30 37 295,0 0 0,0 1-1,1-1 1,-1 1-1,1 1 1,0-1-1,0 1 1,0-1 0,0 2-1,10-4 1,-13 5 24,1-1-1,0 1 1,-1-1 0,1 1 0,0 0 0,-1 0 0,1 0 0,0 0-1,0 1 1,-1-1 0,1 1 0,-1-1 0,1 1 0,0 0 0,-1 0-1,1 0 1,-1 0 0,0 1 0,1-1 0,-1 1 0,0-1 0,0 1-1,3 2 1,3 8-85,0 0 1,0 0-1,-1 1 0,7 17 1,-9-17-1758,0 0 0,4 20 0,-7-8-6116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0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0 13958,'0'0'2866,"-79"177"-2226,44-93 400,14-19-1040,4-31-144,10-21-3713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1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3 5603,'-2'0'11564,"-14"-3"-10648,12 3-861,1 1 0,0-1 0,0 1 0,-1-1 0,1 1 0,0 0 0,0 0 0,0 0 0,0 1 0,0-1 1,0 1-1,0 0 0,1-1 0,-4 4 0,-2 2-33,0 1 0,1 1 1,-8 9-1,1 2 62,2 0-1,0 1 0,1 1 1,1 0-1,1 0 1,1 1-1,1-1 1,1 2-1,-4 27 1,0 29 495,1 113 0,10-26 115,1-132-480,2 0 1,13 58-1,-13-79-135,0 0 1,1 0 0,1 0 0,14 24 0,-17-32-57,1-1 0,0 0 0,0 0 0,0 0-1,1-1 1,-1 1 0,1-1 0,0 0 0,0-1 0,1 1 0,-1-1 0,1 0 0,7 3 0,-3-3-6,0-1 0,0 0 0,1 0 0,-1-1 0,0-1 0,1 1 0,-1-2 0,1 1 1,-1-2-1,1 1 0,-1-1 0,0-1 0,0 0 0,16-7 0,-11 2-18,-2 0 0,1-1 1,-1-1-1,-1 0 0,1 0 0,11-15 1,64-81-192,-51 57-479,-3-2 0,52-99 1,-76 129 423,-1-1 1,0 0 0,-1-1-1,-2 0 1,0 0-1,-2 0 1,0-1 0,-2 0-1,0 0 1,-4-36-1,1 50 211,-1 0 0,-1 0 1,0 0-1,0 0 0,-1 1 0,0-1 0,0 1 0,-1 0 0,-1 0 0,1 1 0,-1-1 0,-1 1 0,0 1 0,-9-10 0,-6-1 82,1 1 0,-2 1 0,-48-27 1,57 35-9,-1 1 0,1 0 1,-1 1-1,0 1 0,-1 0 1,1 1-1,-1 1 0,0 0 0,0 1 1,-18 1-1,18 0-324,7 1 452,1 0 0,-1 0 1,0 1-1,1 0 0,-15 3 0,21-3-329,0 0 0,0-1-1,0 1 1,0 0-1,0 0 1,1 0-1,-1 1 1,0-1 0,1 0-1,-1 1 1,1-1-1,0 1 1,-1-1 0,1 1-1,0 0 1,0-1-1,0 1 1,0 0-1,0 0 1,0 0 0,1 0-1,-1 0 1,1 0-1,-1 0 1,1 0 0,0 0-1,0 0 1,0 0-1,0 3 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2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8660,'0'0'9292,"0"-9"-8585,0-23 552,15 191-258,121 927 3244,-133-1061-4195,8 51 217,20 82 0,-28-148-217,0 0-1,0 0 1,7 11 0,-9-19-44,0 0 0,0-1-1,0 1 1,0 0 0,0-1 0,0 0 0,0 1 0,0-1 0,1 0 0,-1 1 0,1-1 0,-1 0 0,1 0 0,-1 0 0,1 0 0,0-1 0,-1 1 0,1 0 0,0-1-1,0 1 1,0-1 0,-1 1 0,4-1 0,-4 0-6,0 0-1,0 0 1,0 0 0,0 0-1,0 0 1,0-1-1,-1 1 1,1 0-1,0-1 1,0 1 0,0 0-1,0-1 1,0 1-1,-1-1 1,1 1-1,0-1 1,-1 1 0,1-1-1,0 0 1,-1 1-1,1-1 1,0-1-1,9-23-30,-7 15 16,12-50-271,-3 0 1,9-104-1,6-41-1132,-25 195 1200,0 1 1,1-1-1,0 1 1,9-18-1,-11 26 201,-1-1-1,1 1 0,0-1 0,-1 1 0,1 0 1,0 0-1,0-1 0,0 1 0,0 0 0,0 0 0,0 0 1,1 0-1,-1 0 0,0 0 0,0 0 0,1 1 1,-1-1-1,0 0 0,1 1 0,-1-1 0,1 1 0,-1-1 1,1 1-1,-1 0 0,1-1 0,-1 1 0,1 0 1,-1 0-1,1 0 0,0 0 0,-1 1 0,1-1 0,-1 0 1,1 1-1,-1-1 0,0 1 0,1-1 0,-1 1 1,1 0-1,-1-1 0,2 2 0,0 1 30,0-1 0,0 1 1,0 0-1,0 0 0,0 1 0,-1-1 0,1 0 1,-1 1-1,3 6 0,16 40 220,-18-44-202,13 42 243,-2 1-1,11 70 1,0 103 214,-25-216-480,0 3-4,1 0 0,0 0 0,0 0 0,1 0 0,0 0 1,1 0-1,3 8 0,-5-16-56,-1 0-1,1-1 1,-1 1 0,1 0 0,-1-1 0,1 1 0,-1 0-1,1-1 1,0 1 0,0-1 0,-1 1 0,1-1 0,0 1-1,0-1 1,-1 1 0,1-1 0,0 0 0,0 0-1,0 1 1,0-1 0,0 0 0,-1 0 0,1 0 0,0 0-1,0 0 1,0 0 0,1 0 0,0-1-227,0 1 1,0-1-1,0 1 0,0-1 1,0 0-1,0 0 0,-1 0 1,1 0-1,0 0 0,0 0 1,2-3-1,9-12-2454,0 0 1,18-30-1,-22 31 1066,27-41-5036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4 293 9444,'0'0'7849,"-1"-14"-7174,-1-77 2183,2 95-2736,4 84 580,22 124 0,-5-67 135,-8-10-124,6 45 55,-18-176-746,7 36 166,-8-38-182,0-1 0,1 0-1,-1 0 1,0 0 0,1 1-1,-1-1 1,1 0-1,0 0 1,-1 0 0,1 0-1,0 0 1,-1 0 0,1 0-1,0-1 1,0 1 0,0 0-1,0 0 1,0 0 0,0-1-1,0 1 1,0-1 0,0 1-1,0-1 1,0 1 0,1-1-1,1 1 1,-3-1-6,0 0-2,1 0 1,-1 0-1,1 0 1,0 0-1,-1 0 1,1-1-1,-1 1 1,1 0-1,-1 0 1,1 0-1,-1-1 1,1 1 0,-1 0-1,1-1 1,-1 1-1,1 0 1,-1-1-1,1 1 1,-1 0-1,0-1 1,1 1-1,-1-1 1,1 1-1,-1-1 1,0 1-1,1-2 1,7-17-109,0-1 0,9-37 0,-9 32 0,7-31-374,-2-1 0,-3 0 1,3-60-1,-8 42 4,25-223-427,-28 289 908,-1 0 52,1 1 1,0-1 0,0 1 0,7-15-1,-8 21-9,0 0 0,0 1 0,0-1-1,1 0 1,-1 1 0,0-1 0,1 1-1,-1 0 1,1-1 0,-1 1 0,1 0 0,-1 0-1,1 0 1,0 0 0,0 0 0,0 0-1,-1 1 1,1-1 0,0 0 0,0 1-1,0 0 1,0-1 0,0 1 0,4 0-1,-5 0-14,1 0-1,0 0 1,-1 1-1,1-1 0,-1 0 1,0 0-1,1 1 1,-1-1-1,1 1 0,-1 0 1,1-1-1,-1 1 1,0 0-1,0 0 0,1 0 1,-1 0-1,0 0 1,0 0-1,1 1 0,14 27 330,-12-20-233,11 26 188,-1 1 0,-2 0 0,-2 1 0,6 42 0,11 153 734,6 39-150,-31-260-887,-2-9-13,1 0-1,-1 0 1,0 1 0,0-1-1,1 0 1,-1 0-1,1 0 1,0 0 0,-1 0-1,1 0 1,0 0 0,0 0-1,0-1 1,1 1-1,-1 0 1,0 0 0,1-1-1,-1 1 1,1-1-1,-1 1 1,3 1 0,-3-3-5,-1 0-1,1 0 1,-1 0 0,1 0 0,-1 0-1,1 0 1,0 1 0,-1-1 0,1-1 0,-1 1-1,1 0 1,-1 0 0,1 0 0,-1 0-1,1 0 1,-1 0 0,1 0 0,-1-1 0,1 1-1,-1 0 1,0 0 0,1-1 0,-1 1-1,1 0 1,-1-1 0,0 1 0,1 0 0,-1-1-1,1 1 1,-1-1 0,0 1 0,1-1 0,8-21-237,-8 19 208,22-83-987,23-159-1,5-23-1548,-42 232 2165,2 1 1,1 0 0,2 1-1,1 1 1,24-39-1,-33 63 378,0 0-1,0 1 1,1 0-1,0 0 1,1 1-1,0-1 1,0 1-1,16-10 1,-21 15 67,0 1 1,0-1 0,0 1 0,0-1 0,1 1 0,-1 0 0,0 1 0,1-1 0,-1 0 0,0 1 0,1 0 0,-1 0 0,1 0 0,-1 0 0,0 0-1,1 1 1,-1-1 0,0 1 0,1 0 0,-1 0 0,0 0 0,0 1 0,0-1 0,0 1 0,0-1 0,0 1 0,0 0 0,0 0 0,-1 1-1,1-1 1,2 3 0,4 7 177,0-1-1,-1 1 1,0 1-1,-1-1 0,-1 1 1,0 0-1,6 18 0,2 14 271,9 47-1,-10-6 73,-4 0 0,-1 103 0,-5-96-390,0-59-217,-3-33 21,1 0 1,-1-1-1,0 1 1,0 0-1,0-1 1,0 1 0,1-1-1,-1 1 1,0 0-1,0-1 1,1 1-1,-1-1 1,0 1-1,1-1 1,-1 1-1,1-1 1,-1 1 0,1-1-1,-1 0 1,1 1-1,-1-1 1,1 0-1,-1 1 1,1-1-1,0 0 1,-1 0-1,1 1 1,-1-1-1,1 0 1,0 0 0,-1 0-1,1 0 1,0 0-1,-1 0 1,1 0-1,-1 0 1,1 0-1,0 0 1,0 0-1,1-1-157,1 0-1,-1 0 0,0 0 0,0 0 0,1 0 0,-1-1 1,0 1-1,0-1 0,2-2 0,16-18-3043,30-44 0,-46 59 2585,37-54-6264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5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19753,'0'0'592,"242"7"-592,-128-11-32,10-33-640,7-6-1777,-3-4-2161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3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9332,'0'0'9050,"1"-16"-8530,0-4-725,2-19 1683,-1 88-123,-3 49-539,5 184 1135,0-230-1645,2 1-1,2-2 0,19 66 0,-24-107-261,0-1-1,0 1 0,10 16 0,-12-24-41,0 0 0,0 0-1,0-1 1,1 1 0,-1-1-1,1 1 1,-1-1 0,1 1 0,-1-1-1,1 0 1,0 0 0,-1 0 0,1 0-1,0 0 1,0 0 0,0 0 0,0 0-1,0-1 1,0 1 0,0-1 0,0 0-1,0 1 1,0-1 0,3 0-1,-3-1-3,-1 1-1,1 0 1,0 0-1,0-1 0,0 1 1,-1-1-1,1 0 0,0 1 1,-1-1-1,1 0 0,-1 0 1,1 0-1,-1 0 0,1 0 1,-1 0-1,1-1 0,-1 1 1,2-2-1,1-3-15,-1 0 0,0 0-1,5-12 1,-4 8-5,13-33-375,-2 0 0,-3-2 1,-1 1-1,8-78 0,-3-186-2808,-16 281 2930,0-2 116,1 0-1,1 0 1,1 0 0,1 1 0,9-29-1,-12 55 195,-1 0 1,1 0-1,-1 1 0,1-1 0,0 0 0,0 1 0,0-1 0,0 0 0,0 1 0,1 0 0,-1-1 0,0 1 0,1-1 0,-1 1 0,1 0 0,-1 0 0,1 0 0,1-1 0,-1 2 16,-1-1-1,1 1 1,0 0-1,-1 0 1,1 0-1,-1 0 1,1 0-1,-1 0 1,1 0-1,-1 1 1,1-1-1,-1 0 1,1 1-1,-1-1 1,1 1-1,-1 0 1,0-1 0,1 1-1,-1 0 1,0 0-1,0 0 1,1 0-1,-1 0 1,0 0-1,1 2 1,5 6 218,1 0 1,-2 0-1,1 1 0,9 20 1,21 53 728,-13-19-350,-3 0-1,18 90 0,4 136 740,-37-225-1095,-3-29-86,1 0-1,1 0 1,19 62-1,-23-96-207,-1 0 0,1 0 0,0-1 0,-1 1 0,1 0 0,0-1 0,0 1 0,0-1 0,1 1 0,-1-1 0,0 0-1,1 1 1,-1-1 0,0 0 0,1 0 0,2 2 0,-3-3-9,0 0 0,0 0-1,0 0 1,0 0 0,0 0 0,0 0 0,0 0-1,0 0 1,0 0 0,0-1 0,0 1-1,0 0 1,0-1 0,-1 1 0,1-1-1,0 1 1,0-1 0,0 1 0,0-1 0,-1 1-1,1-1 1,0 0 0,-1 1 0,1-1-1,0 0 1,-1 0 0,1 0 0,-1 1 0,1-1-1,-1 0 1,1 0 0,-1 0 0,0 0-1,1-1 1,8-24-147,-1 0 0,-1-1-1,4-31 1,-8 43 103,24-225-1324,0 3-762,-21 204 1651,2-1-1,1 1 1,1 0-1,26-54 1,-30 74 439,1 1 0,0 0 0,1 0 1,17-20-1,-22 29 79,0 0 0,1 0 0,0 0 0,-1 0 0,1 0 1,0 1-1,0 0 0,0-1 0,1 2 0,-1-1 0,0 0 0,1 1 1,-1 0-1,1 0 0,0 0 0,-1 1 0,9-1 0,-10 1 28,0 0 0,0 1 0,0-1 0,0 1 0,0-1 0,0 1 0,-1 0 0,1 0 0,0 0 0,-1 0 0,1 1 0,-1-1 0,1 1 0,-1-1 0,0 1 0,4 4 0,0 0 112,-1 1-1,-1 0 1,0 0 0,7 13 0,-10-16-116,15 29 249,-3 2 0,0 0 0,-3 0 1,-1 1-1,-1 1 0,2 40 0,1 225 822,-11-258-946,0-29-248,1 15 171,-1-30-161,0 1 0,1 0 0,-1-1-1,0 1 1,1 0 0,-1-1 0,1 1 0,-1 0 0,0-1-1,1 1 1,0-1 0,-1 1 0,1-1 0,-1 1 0,1-1-1,0 1 1,-1-1 0,1 1 0,0-1 0,-1 0 0,1 1 0,0-1-1,-1 0 1,1 0 0,0 0 0,0 0 0,0 0 0,-1 1-1,1-1 1,1-1 0,-2 1 62,1 0-44,-1 0-1,0 0 1,1 0 0,-1 0-1,0 0 1,1 0 0,-1 0-1,0 0 1,1 0 0,-1 0-1,0 0 1,1-1 0,-1 1-1,0 0 1,1 0 0,-1 0-1,0-1 1,1 1 0,-1 0-1,0 0 1,0-1 0,1 1-1,-1 0 1,0-1 0,0 1-1,0 0 1,0-1 0,1 1-1,6-17-1958,0 1 1,5-21-1,2-9-4429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1 752 16696,'0'0'3841,"39"-27"-3363,134-90-345,-141 94-164,-1-1-1,45-44 1,-55 44-132,-1-1-1,26-42 1,-36 51-59,-2-1 0,0 1 0,-1-1 0,-1 0 0,-1-1 0,0 0 0,-1 1 0,-1-1 0,-1-1 0,0 1 0,-1 0 0,-1 0 0,-4-30 0,3 43 228,0-1 0,0 1 0,0 0 0,0 0 0,-1 0-1,0 1 1,0-1 0,0 0 0,-1 1 0,1-1 0,-1 1 0,0 0 0,-1 0 0,-6-7 0,7 8 46,0 1 1,0-1-1,0 1 1,-1 0 0,1 0-1,-1 1 1,1-1-1,-1 0 1,0 1-1,1 0 1,-1 0-1,0 0 1,0 1 0,0-1-1,0 1 1,0 0-1,0 0 1,1 0-1,-1 1 1,-5 0 0,7 0-10,-1-1 1,1 1-1,-1 0 1,1 0-1,0 0 1,-1 1-1,1-1 1,0 0-1,0 1 1,-1 0-1,1-1 1,1 1-1,-1 0 1,0 0-1,0 0 1,1 0 0,-1 0-1,-1 5 1,-2 2 131,2 0 0,-1 1 0,-3 16 0,6-23-142,-6 31 411,1 1-1,-2 54 1,6 73 494,3-87-536,-1-13 28,12 86 1,-8-123-332,1 0 1,1 0-1,1-1 1,1 0 0,1 0-1,14 25 1,-18-41-76,-1 1 0,1-2 0,1 1 0,0 0 1,0-1-1,0 0 0,1 0 0,0-1 0,0 0 0,9 6 1,-9-9-22,0 1-1,0-1 1,0 0 0,0-1 0,0 0 0,1 0 0,-1 0 0,1-1 0,0 0 0,-1-1 0,1 1 0,11-2 0,-11 0-40,-1 0-1,1-1 1,-1 1-1,1-2 1,-1 1-1,0-1 1,0 0-1,0 0 1,0-1 0,0 0-1,-1 0 1,1 0-1,-1-1 1,7-7-1,4-7-371,0-1 0,28-42 0,-30 40 34,20-29-1196,-3-2 0,-2-1 0,23-59 0,-37 74 17,-3-2 0,0 1 1,-3-2-1,-2 1 0,5-57 0,-8-26-4216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4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68 672,'0'0'17691,"1"-16"-16512,-1 4-1037,2-27 397,-2 91 98,6 454 2334,-1-152-1793,6-24-533,-10-313-645,0 0 0,2 0 0,0 0 0,0 0 0,2 0 0,11 30 0,-15-46-23,-1 0 0,1 1 0,-1-1 0,1 0-1,-1 0 1,1 0 0,0 1 0,-1-1 0,1 0-1,0 0 1,0 0 0,0 0 0,0 0-1,0 0 1,0-1 0,0 1 0,0 0 0,0 0-1,1-1 1,-1 1 0,0-1 0,0 1 0,1-1-1,-1 1 1,0-1 0,1 0 0,-1 0 0,0 0-1,2 1 1,-2-1 0,-1 0-1,1 0 1,-1 0-1,1 0 1,-1 0-1,0 0 1,1 0-1,-1 0 1,1-1-1,-1 1 1,0 0 0,1 0-1,-1 0 1,0 0-1,1 0 1,-1-1-1,1 1 1,-1 0-1,0 0 1,0-1-1,1 1 1,-1 0-1,0-1 1,1 1 0,-1 0-1,0-1 1,0 1-1,1 0 1,-1-1-1,0 1 1,0 0-1,0-1 1,0 0-1,3-10-389,-1-1-1,0 0 1,-1 0-1,0 0 1,-2-16-1,1 11-170,-1-65-2975,-2-7-2148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4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13990,'0'0'8260,"249"22"-7075,-149-22-801,3-6-288,-6-16-96,-18 3-832,-20 4-1025,-21 2-2369,-21 7-4674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0 792 13158,'0'0'7588,"41"-27"-7452,135-92-208,-151 102-155,-1-1 1,-1-1 0,0-2-1,-2 0 1,30-37 0,-40 45-151,-1-1 0,-1 1 1,0-1-1,-1-1 0,-1 0 1,0 0-1,0 0 0,-2-1 1,0 0-1,-1 0 0,0 0 1,-2 0-1,0-1 0,0 1 0,-2-24 1,-1 31 319,0 1 0,0-1 0,-1 1 0,0 0 0,0-1 0,-1 1 0,0 0 0,-1 0 0,0 1 0,0-1 0,0 1 0,-1 0-1,0 0 1,-1 0 0,-8-8 0,2 4 284,1 1 0,-1 1 0,-1 0-1,0 0 1,0 1 0,-1 1 0,-25-10 0,31 14-18,0 1 0,0 0 0,0 0 1,0 1-1,0 0 0,-12 0 0,17 2-144,1-1-1,0 0 0,0 0 1,0 1-1,0-1 0,0 1 1,0 0-1,1-1 0,-1 1 1,0 0-1,0 0 0,0 0 1,1 1-1,-1-1 0,1 0 1,-1 1-1,1-1 0,-1 1 1,1-1-1,0 1 0,-1-1 1,1 1-1,-1 3 0,-2 4 184,0 0-1,0 0 1,-3 17-1,4-15-46,-6 25 308,2 0 0,2 0 0,-2 43 0,7 116 812,1-134-874,-1-25-138,3 0 0,12 68-1,-11-87-222,0-1 0,2 1 0,0-1 0,1 0 0,0 0 0,1-1 0,1 0 0,13 16 0,-16-24-73,0-1 0,1 1 0,-1-1 1,1-1-1,0 1 0,1-1 0,-1-1 1,1 1-1,0-1 0,0-1 0,1 0 1,-1 0-1,1 0 0,-1-1 0,1 0 1,0-1-1,14 1 0,-7-2-74,0 0-1,0-1 1,0-1-1,-1 0 1,1-1-1,-1-1 1,1 0-1,-1-1 1,17-9-1,-8 2-375,-1-2 0,0-1 0,-1 0 0,0-2 0,20-20-1,-12 7-1850,-1-2 0,38-53 0,-1-17-4931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5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14711,'-3'35'3548,"-8"464"2762,11-427-5768,-1 38 469,16 135-1,-13-228-887,-2-12-97,1 1 1,-1-1-1,1 0 1,0 0-1,0 1 1,0-1-1,1 0 1,0 0-1,0 0 1,0-1-1,0 1 1,1 0-1,4 5 1,-6-9-30,-1-1-1,1 0 1,-1 1 0,1-1 0,-1 0-1,1 1 1,-1-1 0,1 0 0,-1 0-1,1 0 1,-1 1 0,1-1 0,-1 0-1,1 0 1,0 0 0,-1 0 0,1 0-1,-1 0 1,1 0 0,-1 0-1,1 0 1,0 0 0,-1-1 0,1 1-1,-1 0 1,1 0 0,-1 0 0,1-1-1,-1 1 1,1 0 0,-1-1 0,1 1-1,-1 0 1,1-1 0,-1 0 0,2-1-34,0 0 0,0 0 1,0 0-1,-1 0 0,1-1 0,-1 1 1,2-5-1,5-20-193,-1-1 1,-1 0-1,4-51 0,-10 75 215,12-222-1441,3-31-1703,-13 240 2981,1 0-1,1 0 1,1 0 0,0 0-1,1 1 1,0 0 0,18-30-1,-20 39 254,0 1 0,1 0-1,0 0 1,0 0 0,0 1-1,1 0 1,0 0 0,0 0-1,0 1 1,0 0 0,1 0-1,0 0 1,0 1 0,0 0-1,0 1 1,0-1 0,0 1-1,1 1 1,-1-1 0,11 0-1,-8 1 112,1 0 0,-1 1 1,0 0-1,1 1 0,-1-1 0,0 2 0,0 0 0,0 0 0,0 1 0,0 0 0,14 7 0,3 6-212,32 16-66,-16-15-3661,-21-11-1724,1 1-4077</inkml:trace>
  <inkml:trace contextRef="#ctx0" brushRef="#br0" timeOffset="1">1703 653 22618,'0'0'561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16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34 22666,'0'0'1121,"-79"-31"-11766,61 28-80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21 10501,'0'0'6808,"-3"1"-6405,1 0-410,-9 0 612,10-1-544,1-1 0,-1 0 0,1 1 0,-1-1 0,1 0 0,0 1 0,0-1 0,-1 0 0,1 0 0,0 1-1,0-1 1,0 0 0,-1 0 0,1 1 0,0-1 0,0 0 0,0 0 0,0 1 0,1-2 0,-1-7 563,0 12-455,0 20-437,0-8 253,11 337 294,-2-88 293,-6-37-36,5 180 496,-7-401-1039,1 24 166,-1-29-163,-1 0 1,0 0-1,0-1 0,0 1 1,0 0-1,1 0 1,-1-1-1,0 1 0,1 0 1,-1-1-1,1 1 1,-1 0-1,0-1 0,1 1 1,0-1-1,-1 1 1,1 0-1,-1-1 0,1 1 1,0-1-1,-1 0 1,1 1-1,0-1 0,-1 0 1,1 1-1,0-1 1,0 0-1,-1 0 1,1 1-1,1-1 0,-5-86-8636,1 58 4525,1-26-5004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8420,'0'0'9121,"-17"23"-8339,-4 8-375,-22 42 0,39-64-300,1-1-1,0 1 1,1 0 0,-1 0 0,2 0 0,-1 0-1,1 0 1,1 0 0,0 0 0,0 0 0,2 16-1,0-3 48,-1-15-141,-1 1 0,1-1 0,1 0 0,-1 0 1,1 0-1,1 0 0,-1 0 0,1 0 0,1-1 0,-1 1 0,1-1 0,0 0 0,0 0 0,1 0 0,7 8 1,0-4-188,0 0 0,1-1 1,0 0-1,0-1 0,1-1 1,20 9-1,-7-4-171,-1 1 0,40 26-1,-52-29 348,-1 0 0,-1 1-1,1 1 1,-2-1 0,0 2-1,12 17 1,-11-10 117,0 1-1,-1 0 1,-1 0 0,-1 2 0,-1-1 0,-1 1-1,-2 0 1,0 0 0,-1 1 0,-1-1 0,-1 1 0,-1 0-1,-1 0 1,-5 28 0,4-44-70,0 0 0,0-1 0,-1 1 1,-1-1-1,1 1 0,-1-1 0,0 0 0,-1 0 0,0 0 1,0 0-1,0 0 0,-1-1 0,0 0 0,0 0 0,-1 0 0,1-1 1,-14 10-1,9-9-10,-1 1 0,0-1-1,-1-1 1,1 0 0,-1-1 0,0 0 0,0 0 0,0-2 0,-1 1 0,-20 0 0,14-1-196,0-2 1,0 0 0,0-1 0,-34-6-1,47 6-90,1 0-1,-1-1 1,1 0-1,0 0 0,0 0 1,0-1-1,0 0 0,0 0 1,0 0-1,1 0 0,-1-1 1,1 0-1,0 0 1,0 0-1,0 0 0,1-1 1,0 0-1,-1 1 0,2-1 1,-5-9-1,-4-26-3402,3-6-3185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2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4130,'0'0'14118,"235"-78"-13301,-153 66-817,-6 3-240,-10 9-1089,-14 0-1120,-18 0-1937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3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16311,'0'0'4867,"-103"46"-7749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3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1 720,'0'0'14159,"1"3"-13311,12 63 1062,11 64-517,4 499 1368,-20-305-2003,26 147 106,-6-312-693,-24-141-164,1-1 0,11 28 0,-14-41-10,0 0 0,0-1 0,0 1 0,0-1 0,1 1 0,-1-1 0,1 0 0,0 0 0,0 0 0,0-1 0,0 1 0,0-1 0,1 1 0,-1-1 0,8 3 0,-7-4 0,1 1 0,-1-1 0,1 0-1,0-1 1,0 1 0,-1-1-1,1 0 1,0 0 0,0 0 0,0-1-1,-1 0 1,1 0 0,0 0-1,-1 0 1,1-1 0,-1 0 0,1 0-1,7-4 1,0-2-12,-1 0-1,1-1 1,-1 0 0,17-20 0,68-85-401,-28 32-417,-67 81 788,29-29-840,-28 28 678,0 1 0,0-1 0,1 1-1,-1 0 1,0 0 0,1 0 0,-1 0-1,0 0 1,1 1 0,-1-1 0,1 1 0,-1-1-1,4 1 1,-4 0 10,0 1-1,-1 0 1,1-1 0,0 1-1,-1 0 1,1 0-1,-1 0 1,1 0 0,-1 1-1,0-1 1,0 0-1,1 0 1,-1 1 0,0-1-1,0 1 1,0-1-1,0 1 1,-1-1 0,1 1-1,1 3 1,10 13-2811,4-2-1759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4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584 227 11157,'0'0'5312,"-5"-15"-4896,-17-44-136,20 54-161,0 0 0,-1 0 0,1 0 1,-1 0-1,0 1 0,-1-1 0,1 1 0,-1 0 0,1 0 0,-1 0 0,-7-5 0,-4-4 200,-34-32 72,44 41-376,0 0 0,-1 1 0,0 0 0,1 0 0,-1 0 0,0 0-1,0 1 1,-7-2 0,-9 1 76,1 1 0,-1 1 0,-37 2 0,11 0 76,43 0-144,0 0 0,0 0 0,0 0 0,1 0 1,-1 1-1,0-1 0,-8 5 0,-7 3 27,4-2-6,13-4-36,-1-2-1,0 1 0,0 0 1,0-1-1,0 0 0,0 0 1,0 0-1,0 0 1,-1-1-1,-3 1 0,-6 18 129,4-2-110,0 0-1,2 1 1,0 0-1,1 1 1,1-1-1,0 1 0,1 0 1,-3 34-1,3 12 314,4 85 1,2-76 62,-1-33-224,3 91 334,-2-117-447,1 1-1,1-1 0,0 0 0,1 0 0,1-1 0,7 17 0,-10-26-48,0-1-1,1 0 1,0 1-1,0-1 0,0 0 1,0-1-1,0 1 1,1-1-1,0 1 0,-1-1 1,1 0-1,0 0 1,5 2-1,-6-4-18,1 1 0,-1-1 0,0 0 0,1 0 0,-1 0 0,0-1 0,1 1 0,-1-1 0,1 0-1,-1 0 1,1 0 0,-1 0 0,1-1 0,-1 1 0,1-1 0,-1 0 0,0 0 0,5-2 0,-1 0-3,-1-1 0,0 0 1,0 0-1,0 0 0,-1-1 1,1 0-1,-1 0 0,0 0 1,4-7-1,38-58-56,-41 60 48,35-62-672,-2-2 0,-4-2 1,34-105-1,-60 147 511,0 0 0,-2 0-1,-2-1 1,-1 0 0,-1-44 0,-3 77 940,0 6 116,2 47-258,3 1 1,2-1-1,20 74 0,-9-48-219,34 144 192,-35-156-452,37 82-1,-49-133-152,0-1 1,2 0-1,-1 0 0,1-1 0,1 0 0,1 0 1,-1 0-1,2-2 0,11 12 0,-18-19-19,1-1-1,0 1 1,-1-1 0,1 0-1,0 0 1,0-1-1,0 1 1,0-1-1,0 0 1,7 1 0,-9-2 0,0 1 0,0-1 0,1 0 1,-1-1-1,0 1 0,0 0 1,1-1-1,-1 1 0,0-1 1,0 1-1,0-1 0,0 0 0,0 0 1,0 0-1,0 0 0,0-1 1,0 1-1,0 0 0,0-1 1,-1 1-1,1-1 0,1-2 0,3-5-35,0 0-1,-1-1 0,-1 1 0,0-1 0,0 0 0,0 0 0,3-19 0,9-84-904,-14 93 695,9-81-1158,38-261-8349,-25 239 4893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5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1 912,'0'0'15653,"0"0"-15641,0 0 0,0 0-1,0 0 1,0 0 0,0 0 0,0 0-1,-1 0 1,1 0 0,0 0 0,0 0 0,0 0-1,0 0 1,0 0 0,0 0 0,0 0 0,0 0-1,0 0 1,-1 0 0,1 0 0,0 0 0,0 0-1,0 0 1,0 0 0,0 0 0,0 0 0,0 0-1,0 0 1,0 0 0,-1 0 0,1 0 0,0 0-1,0 0 1,0 0 0,0 0 0,0 0 0,0 0-1,0 0 1,0 0 0,0 0 0,0 1 0,0-1-1,0 0 1,0 0 0,-1 0 0,1 0 0,0 0-1,0 0 1,0 0 0,0 0 0,0 0 0,0 0-1,0 1 1,0-1 0,0 0 0,0 0 0,0 0-1,0 0 1,0 0 0,0 0 0,0 0 0,0 0-1,0 1 1,1-1 0,-2 130 1202,17 471 2163,54 61-1893,-67-638-1472,-2-9-8,2 1 0,-1-1 0,2-1 0,7 23 0,-2-22 48,-2-12-667,-6-4 523,-1 0-1,1 0 0,0 0 1,-1 0-1,1-1 0,-1 1 1,1 0-1,-1-1 0,1 1 1,-1 0-1,0-1 0,0 1 1,0-1-1,0 1 0,0 0 1,0-1-1,0-1 0,0 0-6,0-21-1089,0 0-1,-1 0 0,-1 1 1,-2-1-1,0 1 0,-8-25 1,-21-30-5330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11621,'0'0'6422,"34"9"-4952,-19-5-1300,23 7 109,1-1 0,1-2 0,-1-2 1,65 1-1,344-28-743,-213 5-2255,-232 16 2685,1 0-1,0 0 1,-1 0-1,1 1 1,0 0-1,-1-1 1,1 1-1,-1 0 0,1 1 1,-1-1-1,0 0 1,1 1-1,-1 0 1,0 0-1,0 0 1,0 0-1,0 1 1,0-1-1,-1 1 1,5 4-1,-2 2 71,-1-1 1,1 1-1,-1 0 0,-1-1 1,0 2-1,0-1 0,1 11 0,7 40 960,-3 1 0,0 82 0,8 67 1550,-7-170-2149,-8-38-415,0-1-1,0 1 1,0 0 0,0 0-1,0-1 1,0 1 0,0 0-1,1-1 1,-1 1 0,1-1-1,-1 0 1,1 1 0,-1-1-1,1 0 1,3 2 0,-1-4-1737,-3-6 1062,-1 4 374,0-19-722,1 2-419,-2 1 0,0 0-1,-1-1 1,-5-22-1,-14-22-4365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5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15719,'0'0'2689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0 924 16071,'0'0'1388,"39"-26"-439,-10 7-762,25-17-14,-2-2 0,-1-2-1,55-56 1,-83 73-170,27-28-163,60-80-1,-98 115 23,-1 0 1,-1-1-1,0 0 0,-1 0 1,-1-1-1,-1 0 0,0 0 0,-2-1 1,0 0-1,3-24 0,-7 31 49,0 0 0,-1 0 0,0 0-1,-2-13 1,1 21 91,0-1-1,0 1 0,-1 0 1,1 0-1,-1 0 0,0 0 1,0 0-1,0 1 1,-1-1-1,1 0 0,-1 1 1,0 0-1,-6-6 0,-6-4 66,-2 1-1,1 0 0,-2 2 0,1-1 1,-2 2-1,1 1 0,-1 0 0,0 1 1,-1 1-1,1 1 0,-1 1 0,-1 0 1,1 2-1,0 0 0,-1 1 0,1 2 1,-21 2-1,37-3-46,0 2 0,0-1 1,0 0-1,1 1 0,-1 0 0,1 0 1,-1 0-1,1 0 0,-1 0 0,1 1 0,0-1 1,0 1-1,0 0 0,1 0 0,-1 0 0,1 1 1,-1-1-1,1 0 0,0 1 0,-2 5 1,-1 3 53,0 1 0,1 0 0,0-1 0,1 1 1,-2 16-1,-2 40 779,5 128 0,3-122-390,27 272 1409,28-6-553,-54-331-1285,10 56 374,34 103 1,-43-159-371,0 0 10,0-1 0,1 1 0,9 15 0,-12-23-45,0-1 0,0 1 0,0-1 0,1 1-1,-1-1 1,0 1 0,1-1 0,-1 0 0,1 0 0,-1 0-1,1 1 1,-1-1 0,1-1 0,0 1 0,0 0-1,-1 0 1,1-1 0,0 1 0,0-1 0,0 1 0,0-1-1,0 0 1,0 0 0,0 0 0,2 0 0,-3 0-5,1 0 1,-1-1-1,0 1 1,0 0-1,1-1 1,-1 1 0,0-1-1,0 1 1,0-1-1,0 0 1,0 1-1,0-1 1,0 0-1,0 0 1,0 0-1,0 0 1,0 1 0,0-1-1,-1 0 1,1-1-1,1-1 1,8-22-57,0 0 0,-2-1 0,-1 0-1,5-31 1,-11 53 45,27-184-1008,11-49-1752,-34 217 2237,0 0 1,14-28-1,-18 44 436,2-1 0,-1 1 0,0 0 0,1-1-1,0 1 1,0 1 0,0-1 0,0 0 0,1 1 0,-1-1 0,1 1 0,0 0 0,0 1 0,0-1 0,1 0 0,4-1 0,-4 2 84,-1 1 0,1 0 0,0 0 0,0 0 1,0 0-1,0 1 0,0 0 0,0 0 1,0 0-1,0 0 0,0 1 0,0 0 0,-1 0 1,9 3-1,-7-1 69,1 0 0,-1 1 0,1 0 0,-1 0 0,0 0 0,0 1 0,-1 0 1,10 10-1,-1 3 198,0 1 0,-2 1 0,0 0 0,-1 0 0,9 26 0,-5-6 134,-2 0 0,-1 1-1,10 73 1,1 127 1007,-19-186-1057,3-4-151,-7-50-192,0 1 1,0 0-1,1-1 1,-1 0 0,1 1-1,0-1 1,-1 1-1,1-1 1,0 0 0,0 1-1,-1-1 1,3 2-1,3-5-356,0-12-258,12-79-1810,2-12-1723,3 35-1661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6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622 271 1505,'0'0'15023,"-2"-22"-14925,-10-105 212,11 125-237,1 1 1,-1-1 0,0 0-1,0 0 1,0 1-1,0-1 1,0 0 0,0 1-1,-1-1 1,1 1-1,0 0 1,-1-1 0,1 1-1,-1 0 1,1 0-1,-3-1 1,-33-18 820,25 14-582,-6-5-213,-1 2 1,0 0-1,0 1 1,0 1-1,-1 1 1,0 0-1,-1 2 0,1 0 1,-1 1-1,-23 1 1,22 1-89,0 2 0,-27 4 0,41-3-8,0 0 0,0 0 0,0 1 0,0 0 0,1 1 0,-1-1 0,1 1 1,0 1-1,-9 6 0,6-3 1,1-1 1,1 2 0,0-1-1,0 1 1,0 0 0,1 1 0,0 0-1,-8 18 1,8-13 54,1 0 0,1 1 1,1 0-1,0 0 0,-2 32 0,0 203 1828,6-166-1301,0-53-279,1 0-1,8 46 1,-8-68-242,2-1 1,-1 0-1,1 0 1,0 0 0,1 0-1,0-1 1,0 0-1,1 1 1,0-1-1,1-1 1,-1 1-1,15 12 1,-17-16-63,1-1 0,0 0 0,0 0 1,0 0-1,1-1 0,-1 0 0,1 0 0,-1 0 0,1 0 1,0-1-1,0 1 0,-1-1 0,1 0 0,8 0 1,-6-1-5,0-1 0,0 0 0,0 0 0,0 0 1,0-1-1,-1 0 0,1 0 0,0 0 0,7-5 1,3-3-56,0-1 0,-1 0 0,0-1 0,-1-1 0,-1 0 0,17-20 0,1-2-488,-2-3 0,-2 0 0,30-54 1,-46 71-28,-2-2 1,0 1-1,-1-1 0,-1 0 1,-1-1-1,-2 0 1,0 0-1,2-31 1,-6-37-1060,-1 92 1630,-1-15 201,1 15-139,-1 0-1,1-1 1,0 1-1,0 0 1,0 0-1,-1-1 1,1 1-1,0 0 1,0 0-1,-1 0 1,1-1-1,0 1 1,-1 0-1,1 0 1,0 0-1,0 0 1,-1 0-1,1-1 1,0 1-1,-1 0 1,1 0-1,0 0 1,-1 0-1,1 0 1,0 0-1,-1 0 1,0 0-1,1 0 26,0 0 1,-1 0-1,1 1 0,0-1 0,-1 0 1,1 0-1,0 0 0,-1 0 0,1 0 1,0 0-1,-1 1 0,1-1 0,0 0 1,0 0-1,-1 0 0,1 1 1,0-1-1,0 0 0,-1 0 0,1 1 1,0-1-1,0 0 0,0 1 0,0-1 1,-1 0-1,1 1 0,0-1 0,0 0 1,0 1-1,0-1 0,0 0 0,0 1 1,0-1-1,-1 17 390,2-9-26,-3 82 893,7 144 340,-2-213-1577,0 0 1,13 41-1,-12-52-106,-1 0-1,2-1 1,-1 1 0,2-1 0,-1 0 0,1 0 0,12 14-1,-16-21-36,0 0-1,0 0 1,0 0-1,1 0 1,-1 0-1,0 0 1,1-1-1,-1 0 0,1 1 1,0-1-1,-1 0 1,1 0-1,0 0 1,0 0-1,0-1 0,-1 1 1,1-1-1,0 0 1,0 1-1,0-2 1,0 1-1,0 0 0,0 0 1,0-1-1,0 0 1,-1 1-1,1-1 1,0 0-1,0 0 1,-1-1-1,1 1 0,-1 0 1,3-3-1,6-8-387,-2 0 0,1 0 0,-2-1 0,1-1 0,8-19 0,-11 22 50,31-66-2809,-5-2-1550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7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17496,'0'37'3634,"-1"54"-2154,3 301 3104,21-146-2909,-21-230-1572,7 29 146,-9-43-247,1 1 0,0 0 0,0-1-1,0 1 1,1-1 0,-1 1 0,0-1 0,1 0-1,0 0 1,-1 1 0,5 2 0,-5-4-19,-1-1 1,0 1 0,1-1-1,-1 0 1,1 1-1,-1-1 1,1 0 0,-1 1-1,1-1 1,-1 0-1,1 1 1,0-1 0,-1 0-1,1 0 1,-1 0 0,1 0-1,0 0 1,-1 0-1,1 0 1,-1 0 0,1 0-1,0 0 1,-1 0-1,1 0 1,-1 0 0,1 0-1,-1 0 1,1-1-1,0 1 1,-1 0 0,1 0-1,-1-1 1,1 1 0,-1 0-1,1-1 1,-1 1-1,1 0 1,-1-1 0,0 1-1,1-1 1,-1 1-1,0-1 1,1 1 0,-1-1-1,0 1 1,1-1-1,-1 1 1,0-2 0,5-21-331,-1-1 1,0-45 0,-3 48 213,2-114-516,2-33-464,-1 131 466,0-1 0,15-53 0,-15 78 411,0-1 0,1 1 0,1 0 0,0 0 0,1 1 0,0 0 0,1 0 0,0 1 0,0 0 0,18-17 0,-17 20 188,0 1 1,0 0 0,1 0-1,0 1 1,0 0-1,1 1 1,-1 0 0,1 1-1,0 0 1,0 0-1,1 2 1,-1-1 0,15 0-1,-17 1 119,1 1 0,0 1 0,0 0 0,0 0 0,0 1 0,0 0-1,0 1 1,0 0 0,-1 0 0,1 1 0,-1 0 0,0 1 0,1 0 0,-2 1-1,1 0 1,0 0 0,-1 1 0,0 0 0,-1 0 0,1 1 0,-1 0 0,12 15-1,5 11-14,-2 0-1,-1 1 1,-1 1-1,-3 1 1,0 1-1,-3 0 1,-1 1-1,-2 1 0,-1 0 1,-2 0-1,-2 1 1,-1 0-1,-2 47 1,-3-89-550,0-1 1,-1 0-1,1 1 1,-1-1-1,0 1 1,0-1-1,0 1 1,0-1-1,0 1 1,-2-3-1,-2-7-1401,-18-36-6722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8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75 6435,'0'0'10407,"0"-12"-9809,-2-38-155,1 38-8,1 18-358,1 120 569,26 234 2211,-10-190-1905,16 291 834,-21-282-1341,-11-153-382,2 16 199,13 75 0,-14-112-237,-1-1 1,0 1-1,1-1 1,0 0 0,3 6-1,-5-9-27,1-1-1,-1 1 0,0 0 1,1-1-1,-1 1 0,0-1 1,1 1-1,-1-1 0,1 1 1,-1-1-1,1 1 1,-1-1-1,1 1 0,-1-1 1,1 0-1,-1 1 0,1-1 1,-1 0-1,1 1 0,0-1 1,-1 0-1,1 0 1,0 0-1,-1 0 0,1 0 1,0 1-1,-1-1 0,1 0 1,0 0-1,-1-1 0,1 1 1,0 0-1,-1 0 0,1 0 1,-1 0-1,1 0 1,0-1-1,-1 1 0,1 0 1,-1-1-1,1 1 0,0 0 1,-1-1-1,1 0 0,6-15-527,-3-30-2343,-3-90 0,-2 66-615,1-14-1229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8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17 9396,'0'0'7105,"-1"-2"-6281,-1 0-682,1 1-1,-1 0 0,0-1 1,1 1-1,-1 0 0,0 0 1,0 0-1,0 0 1,1 1-1,-1-1 0,0 0 1,0 1-1,0-1 0,0 1 1,-1 0-1,1 0 0,0 0 1,0 0-1,0 0 1,0 0-1,-3 1 0,-2-1-185,-2 0 126,-1 1 1,0 0-1,0 0 1,0 1-1,0 0 1,1 1-1,-1 0 1,1 0-1,0 1 1,0 1-1,0-1 1,-11 9-1,4-2-52,0 1 0,0 1 0,1 0-1,1 1 1,0 0 0,0 1 0,2 1 0,0 0 0,1 1-1,1 0 1,0 1 0,1 0 0,1 0 0,1 1-1,1 0 1,-7 31 0,4 10 324,2 0-1,3 111 1,4-152-265,0 65 459,4 0 0,16 88 0,-14-141-425,0 1 1,3-1-1,0-1 1,2 0 0,1 0-1,1-1 1,2-1-1,29 43 1,-37-62-114,0 0 0,1-1 0,0 0-1,0 0 1,1 0 0,0-1 0,0-1 0,1 0 0,0 0 0,0 0 0,0-2 0,19 7-1,-12-6-24,1-1 0,0-1-1,0-1 1,0-1-1,0 0 1,0-1 0,18-2-1,-27 1-6,-1 0 0,1-1 1,-1 0-1,0 0 0,0-1 0,0 0 0,0 0 0,0-1 0,-1 0 0,1 0 1,9-9-1,-12 10-36,0-2 0,-1 1 0,0 0 0,0-1 0,0 0 0,-1 0 0,0 0 0,0 0 0,0 0 0,0-1 0,-1 1 0,0-1 0,0 0 0,0 0 0,-1 0 0,1-11 0,-1 12-24,-1-1 0,0 0 1,0 0-1,0 0 0,-1 1 1,0-1-1,0 0 0,0 1 1,-1-1-1,0 1 0,0-1 1,0 1-1,-4-6 1,2 5 71,0 1 0,-1 0 1,0 0-1,1 0 1,-2 0-1,1 1 0,0 0 1,-1 0-1,0 0 1,-9-3-1,7 3 62,0 1-1,-1 0 1,1 1 0,-1 0-1,0 0 1,1 1-1,-1 0 1,0 1 0,0-1-1,0 2 1,0-1-1,0 1 1,1 1 0,-1 0-1,0 0 1,1 1 0,-1-1-1,1 2 1,0-1-1,0 1 1,0 1 0,-13 9-1,20-13-374,15-29-16161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49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28 20521,'0'0'593,"-104"-28"-13383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53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4338,'0'0'6037,"0"-3"-4764,0-7 386,0 21 1149,0 30 1011,1 66-3565,23 173-1,46 74 799,-46-260-454,62 152-1,-78-225-528,2-1 1,0 0 0,1-1-1,1 0 1,0-1-1,2 0 1,15 16 0,-23-28-52,0 0 1,1-1-1,-1 0 1,1 0-1,0-1 0,0 0 1,1 0-1,-1-1 1,1 0-1,0 0 1,0 0-1,0-1 1,0-1-1,0 1 1,0-1-1,1-1 1,-1 1-1,0-1 0,0-1 1,1 0-1,12-2 1,-12 1-2,-1-1 0,1 0 0,0 0 0,-1-1 0,1 0 1,-1-1-1,0 1 0,-1-1 0,12-10 0,-4 1 14,-2 0 0,1-1 1,16-25-1,6-13-130,-4-2 1,-1-2-1,-3-1 0,-3-1 0,-2-1 1,29-124-1,-43 130-94,-3 0 0,-1 0 1,-6-86-1,0 118 124,0 1 0,-2 0 0,-1 1 0,-7-24 0,-32-75-229,32 94 83,2 7-29,1-1 1,1 0 0,1 0 0,0-1 0,2 0-1,0 0 1,-1-23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54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13 6771,'0'0'7428,"0"-1"-7350,0 1 1,0-1 0,0 0 0,0 1 0,0-1-1,0 1 1,-1-1 0,1 1 0,0-1 0,0 1-1,-1-1 1,1 1 0,0-1 0,-1 1 0,1-1-1,0 1 1,-1-1 0,1 1 0,-1-1 0,1 1-1,0 0 1,-1-1 0,1 1 0,-1 0 0,0-1-1,-2 2-24,0-1-1,1 1 0,-1 0 1,0-1-1,1 1 1,-1 0-1,0 1 0,1-1 1,-1 0-1,1 1 0,0 0 1,-1-1-1,1 1 0,0 0 1,0 0-1,0 0 0,-2 3 1,-6 8 11,-15 26-1,14-22 15,-21 36 104,2 1-1,3 2 1,-27 74-1,-41 184 1262,-3 123-64,96-411-1332,2-21-83,0-13-168,3-33-594,2 0 1,16-67-1,7-49-3213,-23 73 696,-5 14-1749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54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8116,'0'0'6021,"11"1"-5151,34 6-43,-43-7-787,-1 1 1,1 0-1,-1-1 1,0 1-1,1 0 1,-1 0-1,0 0 1,1 0-1,-1 0 1,0 0-1,0 1 1,0-1-1,0 0 1,0 1-1,0-1 1,0 0-1,-1 1 1,1-1-1,0 1 1,-1 0-1,1-1 1,-1 1-1,1 1 0,2 6 141,113 337 2497,-67-184-1850,13 35-141,88 257 576,-131-409-1852,-32-45-1532,-24 1 1,19 0 195,0-1 0,0 0-1,-26-5 1,9-8-3072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55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97 13382,'0'0'6307,"176"-28"-5315,-101 16-111,-2-4-273,-8 4-400,-9 6-192,-12 6-16,-6 0-208,-10 0-608,-4-7-865,4 1-1296,-4-3-2290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55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519 205 6275,'0'0'7225,"4"-12"-6313,12-39-93,-15 49-725,0 0 1,-1 0-1,1 0 0,0 0 1,-1 0-1,0-1 0,0 1 1,1 0-1,-1 0 0,0 0 1,-1 0-1,1 0 0,0 0 1,-1 0-1,1-1 0,-1 1 1,1 0-1,-1 0 0,-2-3 1,1 3-28,0 0 0,0 1 1,0-1-1,0 1 0,0-1 1,-1 1-1,1 0 0,0 0 1,-1 0-1,-4-2 0,-9-3 214,-106-50 303,106 51-571,-1 1 0,0 1 1,0 0-1,-1 1 0,1 1 0,0 1 0,-25 2 0,-7 0 61,46-2-76,-1 1 0,1-1 0,0 1 0,-1 0 0,1 0 0,0 1 0,0-1 0,0 1 0,0-1 0,0 1 0,0 0 0,0 0 0,0 0 0,1 1 0,-1-1 0,1 1 0,-3 3 0,-5 7 2,0 1 0,-9 18 1,18-32-1,-9 20 95,1-1-1,1 2 1,0-1-1,2 1 1,0 0-1,2 0 1,-4 38-1,4 6 742,6 81 0,-2-134-740,1 0 1,1 0-1,0 0 1,1 0-1,0 0 0,0 0 1,2-1-1,-1 1 1,1-1-1,1 0 0,0-1 1,13 18-1,-12-20-72,0-1 0,0 0-1,1 0 1,0 0 0,0-1 0,1 0-1,-1-1 1,1 0 0,0 0-1,1-1 1,-1 0 0,1-1 0,0 0-1,0-1 1,16 3 0,100 0 144,-89-6-195,1 3-1,56 8 1,-84-8-4,1 0 0,-1 1 1,0 0-1,0 1 0,0 0 0,0 1 0,-1 0 0,0 0 0,0 1 0,0 0 0,-1 1 0,1 0 0,9 11 0,-13-11 2,1 1-1,-1 0 1,0 0-1,0 0 1,-1 1-1,0-1 1,-1 1-1,0 0 1,0 0-1,2 17 1,-1 6 1,-1 60 1,-3-92 27,0 29 67,-2 0-1,-7 49 1,5-63-26,0-1-1,0 0 1,-1 1 0,-1-1 0,-1-1-1,0 1 1,-10 13 0,4-7 65,-1-1 1,-2-1 0,0 0 0,-25 22-1,32-32-66,-1-1 0,1-1-1,-1 1 1,-1-2-1,1 1 1,-1-1-1,0-1 1,0 0 0,0 0-1,-1-1 1,-12 1-1,11-2-32,-1-1-1,0 0 1,0-1-1,1 0 1,-17-4-1,24 3-14,0 0 0,-1-1 0,1 0 1,0-1-1,0 1 0,0-1 0,0-1 0,1 1 0,-1-1 0,1 0 0,0 0 0,-8-8 0,3 1-141,0-1 0,1 0 0,1-1 0,0 0-1,1 0 1,0-1 0,1 0 0,0 0 0,1 0 0,1-1-1,-4-18 1,2-12-1990,1-1 1,2-67-1,3 77-2522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4T07:19:56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21658,'0'0'3522,"7"0"-5059,7 0-400,-4 0-2897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E3A9-76DE-60F5-EB90-4495E1182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434E0-F203-6596-8FFD-ADDBBD336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DC9BA-E4E5-92E8-4579-993A1B3F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6D87A-5816-9D44-D56F-38B27EB86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195BB-619D-58B4-E97F-ECCEF1BB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77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C654-2B32-4949-4A60-8902582E8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1CA7E-B303-7263-513F-2A409B101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C9516-F271-053A-E56F-F03E1099B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5DF19-36D5-7A55-8E42-5448B5BED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376DF-6C4F-6F1B-F69B-DB8E974C0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04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F931A-09FD-1413-1BCC-F71A119C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85F7A-5B95-01DE-280D-403C7E408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5401E-0C4C-FF79-72D1-B8B77FD40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18AC6-E468-3B3B-A91D-C827F409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22312-5FA3-15B5-957D-746B4E02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33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E96D2-A915-257A-2B43-26BD19B9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70EE9-ABC8-F8D5-42AA-09840E8BE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67F6B-801B-A03A-DC7D-BDBADEEE5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230CA-5C22-056B-C1D6-97A843B38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CA95A-D53D-D0A3-2076-05AD51AB8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48147-5B6B-D02A-80DC-0355C081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4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F5F78-73FF-1159-FD03-102FD0D95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E2B67-5A5C-A9AA-066E-FAF8282AC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0F988-A979-B87E-F24B-3360BFAB2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6186B-DAA7-4A37-DE68-9A3AFECCB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00ED24-3F8E-5085-D70A-9B8F9EDBB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06839-E100-C1EC-ABC9-F415771C6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3D4568-4C66-F3BC-3B4F-0D9430CD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1307F-C50F-CB1F-66E3-554FF508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1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3531-5E4F-C452-D36D-2B3FCBDF5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C33AE0-3BEB-A49A-930B-2377FD54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5A198-9987-FC42-7FFA-B4AF94E7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7D32E-58E9-9189-CEBE-E2F6E749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14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FD228-8DC0-B1F2-6E6D-CAD416C9F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B6885-CB3D-257F-F23B-305A4F81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882A-6E4E-D1D5-513E-9B5D6F16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7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7E40-ACA9-55F7-5FC6-335B2B783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988FD-2779-93D4-2375-18D66F1CB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03ADE-E254-3C3F-9A24-DF8E4C1A4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15351-FC9A-1D52-AAB2-6CDBD2EA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DA514-D5FA-6F72-F9B7-BDCD75CA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5AF2E-4BC1-9F0F-FBAC-F14F8120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23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7E82-06A5-9CB7-AAB7-23E46D18C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C121F-49CC-655C-20AE-200B82452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C7F53-B266-2C0C-19FA-3B7C5DA9E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56666-E4F5-B0C7-3C23-84CC9CA6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773EF-2EBB-EF0F-038B-482532D4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1ED46-D626-395E-BF57-8E9C786D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7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63B83-34F6-09B3-7EDC-D0BD61133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75C64-5A15-6C70-350B-F8B01FD17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DC7CC-1DA4-D46C-8A9C-9F3CD982C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730A9-4968-E778-F08E-BC934A60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64938-D782-6399-6536-459FD5E8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37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31B98-6BBA-3D24-2767-B10AF2F5C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D422A-C934-22C8-E0F6-23EE0EFB0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E50DE-497D-0131-D2AB-1B048D91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D6888-160A-D0BA-081A-FAE7EC17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3F926-5E16-AE60-B9CD-D437E698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0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156067-5DBE-09D0-187B-70D679AF7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80858-6E94-E8AA-0010-D0354C134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248CF-4580-A9C4-CF36-B908B2C24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91AE-1029-48D1-962B-482906A933C2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69E21-5C9E-362E-DEA3-E8D9E5E4D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24796-1F61-5947-60AA-5B939821D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5CB24-485B-4303-B7F3-B6EE39663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9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image" Target="../media/image138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customXml" Target="../ink/ink124.xml"/><Relationship Id="rId269" Type="http://schemas.openxmlformats.org/officeDocument/2006/relationships/image" Target="../media/image134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280" Type="http://schemas.openxmlformats.org/officeDocument/2006/relationships/customXml" Target="../ink/ink141.xml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281" Type="http://schemas.openxmlformats.org/officeDocument/2006/relationships/image" Target="../media/image139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2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image" Target="../media/image135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283" Type="http://schemas.openxmlformats.org/officeDocument/2006/relationships/image" Target="../media/image140.png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273" Type="http://schemas.openxmlformats.org/officeDocument/2006/relationships/customXml" Target="../ink/ink137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284" Type="http://schemas.openxmlformats.org/officeDocument/2006/relationships/customXml" Target="../ink/ink143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4" Type="http://schemas.openxmlformats.org/officeDocument/2006/relationships/customXml" Target="../ink/ink138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285" Type="http://schemas.openxmlformats.org/officeDocument/2006/relationships/image" Target="../media/image141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image" Target="../media/image136.png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139.xml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image" Target="../media/image137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customXml" Target="../ink/ink140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8.png"/><Relationship Id="rId21" Type="http://schemas.openxmlformats.org/officeDocument/2006/relationships/image" Target="../media/image151.png"/><Relationship Id="rId42" Type="http://schemas.openxmlformats.org/officeDocument/2006/relationships/customXml" Target="../ink/ink164.xml"/><Relationship Id="rId63" Type="http://schemas.openxmlformats.org/officeDocument/2006/relationships/image" Target="../media/image172.png"/><Relationship Id="rId84" Type="http://schemas.openxmlformats.org/officeDocument/2006/relationships/customXml" Target="../ink/ink185.xml"/><Relationship Id="rId138" Type="http://schemas.openxmlformats.org/officeDocument/2006/relationships/image" Target="../media/image207.png"/><Relationship Id="rId159" Type="http://schemas.openxmlformats.org/officeDocument/2006/relationships/customXml" Target="../ink/ink223.xml"/><Relationship Id="rId170" Type="http://schemas.openxmlformats.org/officeDocument/2006/relationships/customXml" Target="../ink/ink229.xml"/><Relationship Id="rId191" Type="http://schemas.openxmlformats.org/officeDocument/2006/relationships/image" Target="../media/image233.png"/><Relationship Id="rId205" Type="http://schemas.openxmlformats.org/officeDocument/2006/relationships/image" Target="../media/image240.png"/><Relationship Id="rId107" Type="http://schemas.openxmlformats.org/officeDocument/2006/relationships/image" Target="../media/image193.png"/><Relationship Id="rId11" Type="http://schemas.openxmlformats.org/officeDocument/2006/relationships/image" Target="../media/image146.png"/><Relationship Id="rId32" Type="http://schemas.openxmlformats.org/officeDocument/2006/relationships/customXml" Target="../ink/ink159.xml"/><Relationship Id="rId53" Type="http://schemas.openxmlformats.org/officeDocument/2006/relationships/image" Target="../media/image167.png"/><Relationship Id="rId74" Type="http://schemas.openxmlformats.org/officeDocument/2006/relationships/customXml" Target="../ink/ink180.xml"/><Relationship Id="rId128" Type="http://schemas.openxmlformats.org/officeDocument/2006/relationships/image" Target="../media/image202.png"/><Relationship Id="rId149" Type="http://schemas.openxmlformats.org/officeDocument/2006/relationships/customXml" Target="../ink/ink218.xml"/><Relationship Id="rId5" Type="http://schemas.openxmlformats.org/officeDocument/2006/relationships/image" Target="../media/image143.png"/><Relationship Id="rId95" Type="http://schemas.openxmlformats.org/officeDocument/2006/relationships/image" Target="../media/image188.png"/><Relationship Id="rId160" Type="http://schemas.openxmlformats.org/officeDocument/2006/relationships/image" Target="../media/image218.png"/><Relationship Id="rId181" Type="http://schemas.openxmlformats.org/officeDocument/2006/relationships/image" Target="../media/image228.png"/><Relationship Id="rId22" Type="http://schemas.openxmlformats.org/officeDocument/2006/relationships/customXml" Target="../ink/ink154.xml"/><Relationship Id="rId43" Type="http://schemas.openxmlformats.org/officeDocument/2006/relationships/image" Target="../media/image162.png"/><Relationship Id="rId64" Type="http://schemas.openxmlformats.org/officeDocument/2006/relationships/customXml" Target="../ink/ink175.xml"/><Relationship Id="rId118" Type="http://schemas.openxmlformats.org/officeDocument/2006/relationships/customXml" Target="../ink/ink202.xml"/><Relationship Id="rId139" Type="http://schemas.openxmlformats.org/officeDocument/2006/relationships/customXml" Target="../ink/ink213.xml"/><Relationship Id="rId85" Type="http://schemas.openxmlformats.org/officeDocument/2006/relationships/image" Target="../media/image183.png"/><Relationship Id="rId150" Type="http://schemas.openxmlformats.org/officeDocument/2006/relationships/image" Target="../media/image213.png"/><Relationship Id="rId171" Type="http://schemas.openxmlformats.org/officeDocument/2006/relationships/image" Target="../media/image223.png"/><Relationship Id="rId192" Type="http://schemas.openxmlformats.org/officeDocument/2006/relationships/customXml" Target="../ink/ink240.xml"/><Relationship Id="rId206" Type="http://schemas.openxmlformats.org/officeDocument/2006/relationships/customXml" Target="../ink/ink247.xml"/><Relationship Id="rId12" Type="http://schemas.openxmlformats.org/officeDocument/2006/relationships/customXml" Target="../ink/ink149.xml"/><Relationship Id="rId33" Type="http://schemas.openxmlformats.org/officeDocument/2006/relationships/image" Target="../media/image157.png"/><Relationship Id="rId108" Type="http://schemas.openxmlformats.org/officeDocument/2006/relationships/customXml" Target="../ink/ink197.xml"/><Relationship Id="rId129" Type="http://schemas.openxmlformats.org/officeDocument/2006/relationships/customXml" Target="../ink/ink208.xml"/><Relationship Id="rId54" Type="http://schemas.openxmlformats.org/officeDocument/2006/relationships/customXml" Target="../ink/ink170.xml"/><Relationship Id="rId75" Type="http://schemas.openxmlformats.org/officeDocument/2006/relationships/image" Target="../media/image178.png"/><Relationship Id="rId96" Type="http://schemas.openxmlformats.org/officeDocument/2006/relationships/customXml" Target="../ink/ink191.xml"/><Relationship Id="rId140" Type="http://schemas.openxmlformats.org/officeDocument/2006/relationships/image" Target="../media/image208.png"/><Relationship Id="rId161" Type="http://schemas.openxmlformats.org/officeDocument/2006/relationships/customXml" Target="../ink/ink224.xml"/><Relationship Id="rId182" Type="http://schemas.openxmlformats.org/officeDocument/2006/relationships/customXml" Target="../ink/ink235.xml"/><Relationship Id="rId6" Type="http://schemas.openxmlformats.org/officeDocument/2006/relationships/customXml" Target="../ink/ink146.xml"/><Relationship Id="rId23" Type="http://schemas.openxmlformats.org/officeDocument/2006/relationships/image" Target="../media/image152.png"/><Relationship Id="rId119" Type="http://schemas.openxmlformats.org/officeDocument/2006/relationships/image" Target="../media/image199.png"/><Relationship Id="rId44" Type="http://schemas.openxmlformats.org/officeDocument/2006/relationships/customXml" Target="../ink/ink165.xml"/><Relationship Id="rId65" Type="http://schemas.openxmlformats.org/officeDocument/2006/relationships/image" Target="../media/image173.png"/><Relationship Id="rId86" Type="http://schemas.openxmlformats.org/officeDocument/2006/relationships/customXml" Target="../ink/ink186.xml"/><Relationship Id="rId130" Type="http://schemas.openxmlformats.org/officeDocument/2006/relationships/image" Target="../media/image203.png"/><Relationship Id="rId151" Type="http://schemas.openxmlformats.org/officeDocument/2006/relationships/customXml" Target="../ink/ink219.xml"/><Relationship Id="rId172" Type="http://schemas.openxmlformats.org/officeDocument/2006/relationships/customXml" Target="../ink/ink230.xml"/><Relationship Id="rId193" Type="http://schemas.openxmlformats.org/officeDocument/2006/relationships/image" Target="../media/image234.png"/><Relationship Id="rId207" Type="http://schemas.openxmlformats.org/officeDocument/2006/relationships/image" Target="../media/image241.png"/><Relationship Id="rId13" Type="http://schemas.openxmlformats.org/officeDocument/2006/relationships/image" Target="../media/image147.png"/><Relationship Id="rId109" Type="http://schemas.openxmlformats.org/officeDocument/2006/relationships/image" Target="../media/image194.png"/><Relationship Id="rId34" Type="http://schemas.openxmlformats.org/officeDocument/2006/relationships/customXml" Target="../ink/ink160.xml"/><Relationship Id="rId55" Type="http://schemas.openxmlformats.org/officeDocument/2006/relationships/image" Target="../media/image168.png"/><Relationship Id="rId76" Type="http://schemas.openxmlformats.org/officeDocument/2006/relationships/customXml" Target="../ink/ink181.xml"/><Relationship Id="rId97" Type="http://schemas.openxmlformats.org/officeDocument/2006/relationships/image" Target="../media/image29.png"/><Relationship Id="rId120" Type="http://schemas.openxmlformats.org/officeDocument/2006/relationships/customXml" Target="../ink/ink203.xml"/><Relationship Id="rId141" Type="http://schemas.openxmlformats.org/officeDocument/2006/relationships/customXml" Target="../ink/ink214.xml"/><Relationship Id="rId7" Type="http://schemas.openxmlformats.org/officeDocument/2006/relationships/image" Target="../media/image144.png"/><Relationship Id="rId162" Type="http://schemas.openxmlformats.org/officeDocument/2006/relationships/image" Target="../media/image219.png"/><Relationship Id="rId183" Type="http://schemas.openxmlformats.org/officeDocument/2006/relationships/image" Target="../media/image229.png"/><Relationship Id="rId24" Type="http://schemas.openxmlformats.org/officeDocument/2006/relationships/customXml" Target="../ink/ink155.xml"/><Relationship Id="rId45" Type="http://schemas.openxmlformats.org/officeDocument/2006/relationships/image" Target="../media/image163.png"/><Relationship Id="rId66" Type="http://schemas.openxmlformats.org/officeDocument/2006/relationships/customXml" Target="../ink/ink176.xml"/><Relationship Id="rId87" Type="http://schemas.openxmlformats.org/officeDocument/2006/relationships/image" Target="../media/image184.png"/><Relationship Id="rId110" Type="http://schemas.openxmlformats.org/officeDocument/2006/relationships/customXml" Target="../ink/ink198.xml"/><Relationship Id="rId131" Type="http://schemas.openxmlformats.org/officeDocument/2006/relationships/customXml" Target="../ink/ink209.xml"/><Relationship Id="rId152" Type="http://schemas.openxmlformats.org/officeDocument/2006/relationships/image" Target="../media/image214.png"/><Relationship Id="rId173" Type="http://schemas.openxmlformats.org/officeDocument/2006/relationships/image" Target="../media/image224.png"/><Relationship Id="rId194" Type="http://schemas.openxmlformats.org/officeDocument/2006/relationships/customXml" Target="../ink/ink241.xml"/><Relationship Id="rId208" Type="http://schemas.openxmlformats.org/officeDocument/2006/relationships/customXml" Target="../ink/ink248.xml"/><Relationship Id="rId19" Type="http://schemas.openxmlformats.org/officeDocument/2006/relationships/image" Target="../media/image150.png"/><Relationship Id="rId14" Type="http://schemas.openxmlformats.org/officeDocument/2006/relationships/customXml" Target="../ink/ink150.xml"/><Relationship Id="rId30" Type="http://schemas.openxmlformats.org/officeDocument/2006/relationships/customXml" Target="../ink/ink158.xml"/><Relationship Id="rId35" Type="http://schemas.openxmlformats.org/officeDocument/2006/relationships/image" Target="../media/image158.png"/><Relationship Id="rId56" Type="http://schemas.openxmlformats.org/officeDocument/2006/relationships/customXml" Target="../ink/ink171.xml"/><Relationship Id="rId77" Type="http://schemas.openxmlformats.org/officeDocument/2006/relationships/image" Target="../media/image179.png"/><Relationship Id="rId100" Type="http://schemas.openxmlformats.org/officeDocument/2006/relationships/customXml" Target="../ink/ink193.xml"/><Relationship Id="rId105" Type="http://schemas.openxmlformats.org/officeDocument/2006/relationships/image" Target="../media/image192.png"/><Relationship Id="rId126" Type="http://schemas.openxmlformats.org/officeDocument/2006/relationships/customXml" Target="../ink/ink206.xml"/><Relationship Id="rId147" Type="http://schemas.openxmlformats.org/officeDocument/2006/relationships/customXml" Target="../ink/ink217.xml"/><Relationship Id="rId168" Type="http://schemas.openxmlformats.org/officeDocument/2006/relationships/customXml" Target="../ink/ink228.xml"/><Relationship Id="rId8" Type="http://schemas.openxmlformats.org/officeDocument/2006/relationships/customXml" Target="../ink/ink147.xml"/><Relationship Id="rId51" Type="http://schemas.openxmlformats.org/officeDocument/2006/relationships/image" Target="../media/image166.png"/><Relationship Id="rId72" Type="http://schemas.openxmlformats.org/officeDocument/2006/relationships/customXml" Target="../ink/ink179.xml"/><Relationship Id="rId93" Type="http://schemas.openxmlformats.org/officeDocument/2006/relationships/image" Target="../media/image187.png"/><Relationship Id="rId98" Type="http://schemas.openxmlformats.org/officeDocument/2006/relationships/customXml" Target="../ink/ink192.xml"/><Relationship Id="rId121" Type="http://schemas.openxmlformats.org/officeDocument/2006/relationships/image" Target="../media/image140.png"/><Relationship Id="rId142" Type="http://schemas.openxmlformats.org/officeDocument/2006/relationships/image" Target="../media/image209.png"/><Relationship Id="rId163" Type="http://schemas.openxmlformats.org/officeDocument/2006/relationships/customXml" Target="../ink/ink225.xml"/><Relationship Id="rId184" Type="http://schemas.openxmlformats.org/officeDocument/2006/relationships/customXml" Target="../ink/ink236.xml"/><Relationship Id="rId189" Type="http://schemas.openxmlformats.org/officeDocument/2006/relationships/image" Target="../media/image232.png"/><Relationship Id="rId3" Type="http://schemas.openxmlformats.org/officeDocument/2006/relationships/image" Target="../media/image142.png"/><Relationship Id="rId25" Type="http://schemas.openxmlformats.org/officeDocument/2006/relationships/image" Target="../media/image153.png"/><Relationship Id="rId46" Type="http://schemas.openxmlformats.org/officeDocument/2006/relationships/customXml" Target="../ink/ink166.xml"/><Relationship Id="rId67" Type="http://schemas.openxmlformats.org/officeDocument/2006/relationships/image" Target="../media/image174.png"/><Relationship Id="rId116" Type="http://schemas.openxmlformats.org/officeDocument/2006/relationships/customXml" Target="../ink/ink201.xml"/><Relationship Id="rId137" Type="http://schemas.openxmlformats.org/officeDocument/2006/relationships/customXml" Target="../ink/ink212.xml"/><Relationship Id="rId158" Type="http://schemas.openxmlformats.org/officeDocument/2006/relationships/image" Target="../media/image217.png"/><Relationship Id="rId20" Type="http://schemas.openxmlformats.org/officeDocument/2006/relationships/customXml" Target="../ink/ink153.xml"/><Relationship Id="rId41" Type="http://schemas.openxmlformats.org/officeDocument/2006/relationships/image" Target="../media/image161.png"/><Relationship Id="rId62" Type="http://schemas.openxmlformats.org/officeDocument/2006/relationships/customXml" Target="../ink/ink174.xml"/><Relationship Id="rId83" Type="http://schemas.openxmlformats.org/officeDocument/2006/relationships/image" Target="../media/image182.png"/><Relationship Id="rId88" Type="http://schemas.openxmlformats.org/officeDocument/2006/relationships/customXml" Target="../ink/ink187.xml"/><Relationship Id="rId111" Type="http://schemas.openxmlformats.org/officeDocument/2006/relationships/image" Target="../media/image195.png"/><Relationship Id="rId132" Type="http://schemas.openxmlformats.org/officeDocument/2006/relationships/image" Target="../media/image204.png"/><Relationship Id="rId153" Type="http://schemas.openxmlformats.org/officeDocument/2006/relationships/customXml" Target="../ink/ink220.xml"/><Relationship Id="rId174" Type="http://schemas.openxmlformats.org/officeDocument/2006/relationships/customXml" Target="../ink/ink231.xml"/><Relationship Id="rId179" Type="http://schemas.openxmlformats.org/officeDocument/2006/relationships/image" Target="../media/image227.png"/><Relationship Id="rId195" Type="http://schemas.openxmlformats.org/officeDocument/2006/relationships/image" Target="../media/image235.png"/><Relationship Id="rId209" Type="http://schemas.openxmlformats.org/officeDocument/2006/relationships/image" Target="../media/image242.png"/><Relationship Id="rId190" Type="http://schemas.openxmlformats.org/officeDocument/2006/relationships/customXml" Target="../ink/ink239.xml"/><Relationship Id="rId204" Type="http://schemas.openxmlformats.org/officeDocument/2006/relationships/customXml" Target="../ink/ink246.xml"/><Relationship Id="rId15" Type="http://schemas.openxmlformats.org/officeDocument/2006/relationships/image" Target="../media/image148.png"/><Relationship Id="rId36" Type="http://schemas.openxmlformats.org/officeDocument/2006/relationships/customXml" Target="../ink/ink161.xml"/><Relationship Id="rId57" Type="http://schemas.openxmlformats.org/officeDocument/2006/relationships/image" Target="../media/image169.png"/><Relationship Id="rId106" Type="http://schemas.openxmlformats.org/officeDocument/2006/relationships/customXml" Target="../ink/ink196.xml"/><Relationship Id="rId127" Type="http://schemas.openxmlformats.org/officeDocument/2006/relationships/customXml" Target="../ink/ink207.xml"/><Relationship Id="rId10" Type="http://schemas.openxmlformats.org/officeDocument/2006/relationships/customXml" Target="../ink/ink148.xml"/><Relationship Id="rId31" Type="http://schemas.openxmlformats.org/officeDocument/2006/relationships/image" Target="../media/image156.png"/><Relationship Id="rId52" Type="http://schemas.openxmlformats.org/officeDocument/2006/relationships/customXml" Target="../ink/ink169.xml"/><Relationship Id="rId73" Type="http://schemas.openxmlformats.org/officeDocument/2006/relationships/image" Target="../media/image177.png"/><Relationship Id="rId78" Type="http://schemas.openxmlformats.org/officeDocument/2006/relationships/customXml" Target="../ink/ink182.xml"/><Relationship Id="rId94" Type="http://schemas.openxmlformats.org/officeDocument/2006/relationships/customXml" Target="../ink/ink190.xml"/><Relationship Id="rId99" Type="http://schemas.openxmlformats.org/officeDocument/2006/relationships/image" Target="../media/image189.png"/><Relationship Id="rId101" Type="http://schemas.openxmlformats.org/officeDocument/2006/relationships/image" Target="../media/image190.png"/><Relationship Id="rId122" Type="http://schemas.openxmlformats.org/officeDocument/2006/relationships/customXml" Target="../ink/ink204.xml"/><Relationship Id="rId143" Type="http://schemas.openxmlformats.org/officeDocument/2006/relationships/customXml" Target="../ink/ink215.xml"/><Relationship Id="rId148" Type="http://schemas.openxmlformats.org/officeDocument/2006/relationships/image" Target="../media/image212.png"/><Relationship Id="rId164" Type="http://schemas.openxmlformats.org/officeDocument/2006/relationships/image" Target="../media/image220.png"/><Relationship Id="rId169" Type="http://schemas.openxmlformats.org/officeDocument/2006/relationships/image" Target="../media/image222.png"/><Relationship Id="rId185" Type="http://schemas.openxmlformats.org/officeDocument/2006/relationships/image" Target="../media/image230.png"/><Relationship Id="rId4" Type="http://schemas.openxmlformats.org/officeDocument/2006/relationships/customXml" Target="../ink/ink145.xml"/><Relationship Id="rId9" Type="http://schemas.openxmlformats.org/officeDocument/2006/relationships/image" Target="../media/image145.png"/><Relationship Id="rId180" Type="http://schemas.openxmlformats.org/officeDocument/2006/relationships/customXml" Target="../ink/ink234.xml"/><Relationship Id="rId210" Type="http://schemas.openxmlformats.org/officeDocument/2006/relationships/customXml" Target="../ink/ink249.xml"/><Relationship Id="rId26" Type="http://schemas.openxmlformats.org/officeDocument/2006/relationships/customXml" Target="../ink/ink156.xml"/><Relationship Id="rId47" Type="http://schemas.openxmlformats.org/officeDocument/2006/relationships/image" Target="../media/image164.png"/><Relationship Id="rId68" Type="http://schemas.openxmlformats.org/officeDocument/2006/relationships/customXml" Target="../ink/ink177.xml"/><Relationship Id="rId89" Type="http://schemas.openxmlformats.org/officeDocument/2006/relationships/image" Target="../media/image185.png"/><Relationship Id="rId112" Type="http://schemas.openxmlformats.org/officeDocument/2006/relationships/customXml" Target="../ink/ink199.xml"/><Relationship Id="rId133" Type="http://schemas.openxmlformats.org/officeDocument/2006/relationships/customXml" Target="../ink/ink210.xml"/><Relationship Id="rId154" Type="http://schemas.openxmlformats.org/officeDocument/2006/relationships/image" Target="../media/image215.png"/><Relationship Id="rId175" Type="http://schemas.openxmlformats.org/officeDocument/2006/relationships/image" Target="../media/image225.png"/><Relationship Id="rId196" Type="http://schemas.openxmlformats.org/officeDocument/2006/relationships/customXml" Target="../ink/ink242.xml"/><Relationship Id="rId200" Type="http://schemas.openxmlformats.org/officeDocument/2006/relationships/customXml" Target="../ink/ink244.xml"/><Relationship Id="rId16" Type="http://schemas.openxmlformats.org/officeDocument/2006/relationships/customXml" Target="../ink/ink151.xml"/><Relationship Id="rId37" Type="http://schemas.openxmlformats.org/officeDocument/2006/relationships/image" Target="../media/image159.png"/><Relationship Id="rId58" Type="http://schemas.openxmlformats.org/officeDocument/2006/relationships/customXml" Target="../ink/ink172.xml"/><Relationship Id="rId79" Type="http://schemas.openxmlformats.org/officeDocument/2006/relationships/image" Target="../media/image180.png"/><Relationship Id="rId102" Type="http://schemas.openxmlformats.org/officeDocument/2006/relationships/customXml" Target="../ink/ink194.xml"/><Relationship Id="rId123" Type="http://schemas.openxmlformats.org/officeDocument/2006/relationships/image" Target="../media/image200.png"/><Relationship Id="rId144" Type="http://schemas.openxmlformats.org/officeDocument/2006/relationships/image" Target="../media/image210.png"/><Relationship Id="rId90" Type="http://schemas.openxmlformats.org/officeDocument/2006/relationships/customXml" Target="../ink/ink188.xml"/><Relationship Id="rId165" Type="http://schemas.openxmlformats.org/officeDocument/2006/relationships/customXml" Target="../ink/ink226.xml"/><Relationship Id="rId186" Type="http://schemas.openxmlformats.org/officeDocument/2006/relationships/customXml" Target="../ink/ink237.xml"/><Relationship Id="rId211" Type="http://schemas.openxmlformats.org/officeDocument/2006/relationships/image" Target="../media/image243.png"/><Relationship Id="rId27" Type="http://schemas.openxmlformats.org/officeDocument/2006/relationships/image" Target="../media/image154.png"/><Relationship Id="rId48" Type="http://schemas.openxmlformats.org/officeDocument/2006/relationships/customXml" Target="../ink/ink167.xml"/><Relationship Id="rId69" Type="http://schemas.openxmlformats.org/officeDocument/2006/relationships/image" Target="../media/image175.png"/><Relationship Id="rId113" Type="http://schemas.openxmlformats.org/officeDocument/2006/relationships/image" Target="../media/image196.png"/><Relationship Id="rId134" Type="http://schemas.openxmlformats.org/officeDocument/2006/relationships/image" Target="../media/image205.png"/><Relationship Id="rId80" Type="http://schemas.openxmlformats.org/officeDocument/2006/relationships/customXml" Target="../ink/ink183.xml"/><Relationship Id="rId155" Type="http://schemas.openxmlformats.org/officeDocument/2006/relationships/customXml" Target="../ink/ink221.xml"/><Relationship Id="rId176" Type="http://schemas.openxmlformats.org/officeDocument/2006/relationships/customXml" Target="../ink/ink232.xml"/><Relationship Id="rId197" Type="http://schemas.openxmlformats.org/officeDocument/2006/relationships/image" Target="../media/image236.png"/><Relationship Id="rId201" Type="http://schemas.openxmlformats.org/officeDocument/2006/relationships/image" Target="../media/image238.png"/><Relationship Id="rId17" Type="http://schemas.openxmlformats.org/officeDocument/2006/relationships/image" Target="../media/image149.png"/><Relationship Id="rId38" Type="http://schemas.openxmlformats.org/officeDocument/2006/relationships/customXml" Target="../ink/ink162.xml"/><Relationship Id="rId59" Type="http://schemas.openxmlformats.org/officeDocument/2006/relationships/image" Target="../media/image170.png"/><Relationship Id="rId103" Type="http://schemas.openxmlformats.org/officeDocument/2006/relationships/image" Target="../media/image191.png"/><Relationship Id="rId124" Type="http://schemas.openxmlformats.org/officeDocument/2006/relationships/customXml" Target="../ink/ink205.xml"/><Relationship Id="rId70" Type="http://schemas.openxmlformats.org/officeDocument/2006/relationships/customXml" Target="../ink/ink178.xml"/><Relationship Id="rId91" Type="http://schemas.openxmlformats.org/officeDocument/2006/relationships/image" Target="../media/image186.png"/><Relationship Id="rId145" Type="http://schemas.openxmlformats.org/officeDocument/2006/relationships/customXml" Target="../ink/ink216.xml"/><Relationship Id="rId166" Type="http://schemas.openxmlformats.org/officeDocument/2006/relationships/image" Target="../media/image221.png"/><Relationship Id="rId187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0.xml"/><Relationship Id="rId28" Type="http://schemas.openxmlformats.org/officeDocument/2006/relationships/customXml" Target="../ink/ink157.xml"/><Relationship Id="rId49" Type="http://schemas.openxmlformats.org/officeDocument/2006/relationships/image" Target="../media/image165.png"/><Relationship Id="rId114" Type="http://schemas.openxmlformats.org/officeDocument/2006/relationships/customXml" Target="../ink/ink200.xml"/><Relationship Id="rId60" Type="http://schemas.openxmlformats.org/officeDocument/2006/relationships/customXml" Target="../ink/ink173.xml"/><Relationship Id="rId81" Type="http://schemas.openxmlformats.org/officeDocument/2006/relationships/image" Target="../media/image181.png"/><Relationship Id="rId135" Type="http://schemas.openxmlformats.org/officeDocument/2006/relationships/customXml" Target="../ink/ink211.xml"/><Relationship Id="rId156" Type="http://schemas.openxmlformats.org/officeDocument/2006/relationships/image" Target="../media/image216.png"/><Relationship Id="rId177" Type="http://schemas.openxmlformats.org/officeDocument/2006/relationships/image" Target="../media/image226.png"/><Relationship Id="rId198" Type="http://schemas.openxmlformats.org/officeDocument/2006/relationships/customXml" Target="../ink/ink243.xml"/><Relationship Id="rId202" Type="http://schemas.openxmlformats.org/officeDocument/2006/relationships/customXml" Target="../ink/ink245.xml"/><Relationship Id="rId18" Type="http://schemas.openxmlformats.org/officeDocument/2006/relationships/customXml" Target="../ink/ink152.xml"/><Relationship Id="rId39" Type="http://schemas.openxmlformats.org/officeDocument/2006/relationships/image" Target="../media/image160.png"/><Relationship Id="rId50" Type="http://schemas.openxmlformats.org/officeDocument/2006/relationships/customXml" Target="../ink/ink168.xml"/><Relationship Id="rId104" Type="http://schemas.openxmlformats.org/officeDocument/2006/relationships/customXml" Target="../ink/ink195.xml"/><Relationship Id="rId125" Type="http://schemas.openxmlformats.org/officeDocument/2006/relationships/image" Target="../media/image201.png"/><Relationship Id="rId146" Type="http://schemas.openxmlformats.org/officeDocument/2006/relationships/image" Target="../media/image211.png"/><Relationship Id="rId167" Type="http://schemas.openxmlformats.org/officeDocument/2006/relationships/customXml" Target="../ink/ink227.xml"/><Relationship Id="rId188" Type="http://schemas.openxmlformats.org/officeDocument/2006/relationships/customXml" Target="../ink/ink238.xml"/><Relationship Id="rId71" Type="http://schemas.openxmlformats.org/officeDocument/2006/relationships/image" Target="../media/image176.png"/><Relationship Id="rId92" Type="http://schemas.openxmlformats.org/officeDocument/2006/relationships/customXml" Target="../ink/ink189.xml"/><Relationship Id="rId213" Type="http://schemas.openxmlformats.org/officeDocument/2006/relationships/image" Target="../media/image244.png"/><Relationship Id="rId2" Type="http://schemas.openxmlformats.org/officeDocument/2006/relationships/customXml" Target="../ink/ink144.xml"/><Relationship Id="rId29" Type="http://schemas.openxmlformats.org/officeDocument/2006/relationships/image" Target="../media/image155.png"/><Relationship Id="rId40" Type="http://schemas.openxmlformats.org/officeDocument/2006/relationships/customXml" Target="../ink/ink163.xml"/><Relationship Id="rId115" Type="http://schemas.openxmlformats.org/officeDocument/2006/relationships/image" Target="../media/image197.png"/><Relationship Id="rId136" Type="http://schemas.openxmlformats.org/officeDocument/2006/relationships/image" Target="../media/image206.png"/><Relationship Id="rId157" Type="http://schemas.openxmlformats.org/officeDocument/2006/relationships/customXml" Target="../ink/ink222.xml"/><Relationship Id="rId178" Type="http://schemas.openxmlformats.org/officeDocument/2006/relationships/customXml" Target="../ink/ink233.xml"/><Relationship Id="rId61" Type="http://schemas.openxmlformats.org/officeDocument/2006/relationships/image" Target="../media/image171.png"/><Relationship Id="rId82" Type="http://schemas.openxmlformats.org/officeDocument/2006/relationships/customXml" Target="../ink/ink184.xml"/><Relationship Id="rId199" Type="http://schemas.openxmlformats.org/officeDocument/2006/relationships/image" Target="../media/image237.png"/><Relationship Id="rId203" Type="http://schemas.openxmlformats.org/officeDocument/2006/relationships/image" Target="../media/image239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1.png"/><Relationship Id="rId21" Type="http://schemas.openxmlformats.org/officeDocument/2006/relationships/image" Target="../media/image254.png"/><Relationship Id="rId324" Type="http://schemas.openxmlformats.org/officeDocument/2006/relationships/image" Target="../media/image403.png"/><Relationship Id="rId170" Type="http://schemas.openxmlformats.org/officeDocument/2006/relationships/customXml" Target="../ink/ink335.xml"/><Relationship Id="rId226" Type="http://schemas.openxmlformats.org/officeDocument/2006/relationships/customXml" Target="../ink/ink364.xml"/><Relationship Id="rId433" Type="http://schemas.openxmlformats.org/officeDocument/2006/relationships/customXml" Target="../ink/ink468.xml"/><Relationship Id="rId268" Type="http://schemas.openxmlformats.org/officeDocument/2006/relationships/customXml" Target="../ink/ink385.xml"/><Relationship Id="rId475" Type="http://schemas.openxmlformats.org/officeDocument/2006/relationships/customXml" Target="../ink/ink489.xml"/><Relationship Id="rId32" Type="http://schemas.openxmlformats.org/officeDocument/2006/relationships/customXml" Target="../ink/ink266.xml"/><Relationship Id="rId74" Type="http://schemas.openxmlformats.org/officeDocument/2006/relationships/customXml" Target="../ink/ink287.xml"/><Relationship Id="rId128" Type="http://schemas.openxmlformats.org/officeDocument/2006/relationships/customXml" Target="../ink/ink314.xml"/><Relationship Id="rId335" Type="http://schemas.openxmlformats.org/officeDocument/2006/relationships/customXml" Target="../ink/ink419.xml"/><Relationship Id="rId377" Type="http://schemas.openxmlformats.org/officeDocument/2006/relationships/customXml" Target="../ink/ink440.xml"/><Relationship Id="rId500" Type="http://schemas.openxmlformats.org/officeDocument/2006/relationships/image" Target="../media/image491.png"/><Relationship Id="rId5" Type="http://schemas.openxmlformats.org/officeDocument/2006/relationships/image" Target="../media/image246.png"/><Relationship Id="rId181" Type="http://schemas.openxmlformats.org/officeDocument/2006/relationships/image" Target="../media/image333.png"/><Relationship Id="rId237" Type="http://schemas.openxmlformats.org/officeDocument/2006/relationships/image" Target="../media/image360.png"/><Relationship Id="rId402" Type="http://schemas.openxmlformats.org/officeDocument/2006/relationships/image" Target="../media/image442.png"/><Relationship Id="rId279" Type="http://schemas.openxmlformats.org/officeDocument/2006/relationships/image" Target="../media/image381.png"/><Relationship Id="rId444" Type="http://schemas.openxmlformats.org/officeDocument/2006/relationships/image" Target="../media/image463.png"/><Relationship Id="rId486" Type="http://schemas.openxmlformats.org/officeDocument/2006/relationships/image" Target="../media/image484.png"/><Relationship Id="rId43" Type="http://schemas.openxmlformats.org/officeDocument/2006/relationships/image" Target="../media/image264.png"/><Relationship Id="rId139" Type="http://schemas.openxmlformats.org/officeDocument/2006/relationships/image" Target="../media/image312.png"/><Relationship Id="rId290" Type="http://schemas.openxmlformats.org/officeDocument/2006/relationships/customXml" Target="../ink/ink396.xml"/><Relationship Id="rId304" Type="http://schemas.openxmlformats.org/officeDocument/2006/relationships/customXml" Target="../ink/ink403.xml"/><Relationship Id="rId346" Type="http://schemas.openxmlformats.org/officeDocument/2006/relationships/image" Target="../media/image414.png"/><Relationship Id="rId388" Type="http://schemas.openxmlformats.org/officeDocument/2006/relationships/image" Target="../media/image435.png"/><Relationship Id="rId511" Type="http://schemas.openxmlformats.org/officeDocument/2006/relationships/image" Target="../media/image496.png"/><Relationship Id="rId85" Type="http://schemas.openxmlformats.org/officeDocument/2006/relationships/image" Target="../media/image285.png"/><Relationship Id="rId150" Type="http://schemas.openxmlformats.org/officeDocument/2006/relationships/customXml" Target="../ink/ink325.xml"/><Relationship Id="rId192" Type="http://schemas.openxmlformats.org/officeDocument/2006/relationships/image" Target="../media/image338.png"/><Relationship Id="rId206" Type="http://schemas.openxmlformats.org/officeDocument/2006/relationships/customXml" Target="../ink/ink354.xml"/><Relationship Id="rId413" Type="http://schemas.openxmlformats.org/officeDocument/2006/relationships/customXml" Target="../ink/ink458.xml"/><Relationship Id="rId248" Type="http://schemas.openxmlformats.org/officeDocument/2006/relationships/customXml" Target="../ink/ink375.xml"/><Relationship Id="rId455" Type="http://schemas.openxmlformats.org/officeDocument/2006/relationships/customXml" Target="../ink/ink479.xml"/><Relationship Id="rId497" Type="http://schemas.openxmlformats.org/officeDocument/2006/relationships/customXml" Target="../ink/ink500.xml"/><Relationship Id="rId12" Type="http://schemas.openxmlformats.org/officeDocument/2006/relationships/customXml" Target="../ink/ink256.xml"/><Relationship Id="rId108" Type="http://schemas.openxmlformats.org/officeDocument/2006/relationships/customXml" Target="../ink/ink304.xml"/><Relationship Id="rId315" Type="http://schemas.openxmlformats.org/officeDocument/2006/relationships/customXml" Target="../ink/ink409.xml"/><Relationship Id="rId357" Type="http://schemas.openxmlformats.org/officeDocument/2006/relationships/customXml" Target="../ink/ink430.xml"/><Relationship Id="rId54" Type="http://schemas.openxmlformats.org/officeDocument/2006/relationships/customXml" Target="../ink/ink277.xml"/><Relationship Id="rId96" Type="http://schemas.openxmlformats.org/officeDocument/2006/relationships/customXml" Target="../ink/ink298.xml"/><Relationship Id="rId161" Type="http://schemas.openxmlformats.org/officeDocument/2006/relationships/image" Target="../media/image323.png"/><Relationship Id="rId217" Type="http://schemas.openxmlformats.org/officeDocument/2006/relationships/image" Target="../media/image350.png"/><Relationship Id="rId399" Type="http://schemas.openxmlformats.org/officeDocument/2006/relationships/customXml" Target="../ink/ink451.xml"/><Relationship Id="rId259" Type="http://schemas.openxmlformats.org/officeDocument/2006/relationships/image" Target="../media/image371.png"/><Relationship Id="rId424" Type="http://schemas.openxmlformats.org/officeDocument/2006/relationships/image" Target="../media/image453.png"/><Relationship Id="rId466" Type="http://schemas.openxmlformats.org/officeDocument/2006/relationships/image" Target="../media/image474.png"/><Relationship Id="rId23" Type="http://schemas.openxmlformats.org/officeDocument/2006/relationships/image" Target="../media/image255.png"/><Relationship Id="rId119" Type="http://schemas.openxmlformats.org/officeDocument/2006/relationships/image" Target="../media/image302.png"/><Relationship Id="rId270" Type="http://schemas.openxmlformats.org/officeDocument/2006/relationships/customXml" Target="../ink/ink386.xml"/><Relationship Id="rId326" Type="http://schemas.openxmlformats.org/officeDocument/2006/relationships/image" Target="../media/image404.png"/><Relationship Id="rId65" Type="http://schemas.openxmlformats.org/officeDocument/2006/relationships/image" Target="../media/image275.png"/><Relationship Id="rId130" Type="http://schemas.openxmlformats.org/officeDocument/2006/relationships/customXml" Target="../ink/ink315.xml"/><Relationship Id="rId368" Type="http://schemas.openxmlformats.org/officeDocument/2006/relationships/image" Target="../media/image425.png"/><Relationship Id="rId172" Type="http://schemas.openxmlformats.org/officeDocument/2006/relationships/customXml" Target="../ink/ink336.xml"/><Relationship Id="rId228" Type="http://schemas.openxmlformats.org/officeDocument/2006/relationships/customXml" Target="../ink/ink365.xml"/><Relationship Id="rId435" Type="http://schemas.openxmlformats.org/officeDocument/2006/relationships/customXml" Target="../ink/ink469.xml"/><Relationship Id="rId477" Type="http://schemas.openxmlformats.org/officeDocument/2006/relationships/customXml" Target="../ink/ink490.xml"/><Relationship Id="rId281" Type="http://schemas.openxmlformats.org/officeDocument/2006/relationships/image" Target="../media/image382.png"/><Relationship Id="rId337" Type="http://schemas.openxmlformats.org/officeDocument/2006/relationships/customXml" Target="../ink/ink420.xml"/><Relationship Id="rId502" Type="http://schemas.openxmlformats.org/officeDocument/2006/relationships/image" Target="../media/image492.png"/><Relationship Id="rId34" Type="http://schemas.openxmlformats.org/officeDocument/2006/relationships/customXml" Target="../ink/ink267.xml"/><Relationship Id="rId76" Type="http://schemas.openxmlformats.org/officeDocument/2006/relationships/customXml" Target="../ink/ink288.xml"/><Relationship Id="rId141" Type="http://schemas.openxmlformats.org/officeDocument/2006/relationships/image" Target="../media/image313.png"/><Relationship Id="rId379" Type="http://schemas.openxmlformats.org/officeDocument/2006/relationships/customXml" Target="../ink/ink441.xml"/><Relationship Id="rId7" Type="http://schemas.openxmlformats.org/officeDocument/2006/relationships/image" Target="../media/image247.png"/><Relationship Id="rId183" Type="http://schemas.openxmlformats.org/officeDocument/2006/relationships/image" Target="../media/image334.png"/><Relationship Id="rId239" Type="http://schemas.openxmlformats.org/officeDocument/2006/relationships/image" Target="../media/image361.png"/><Relationship Id="rId390" Type="http://schemas.openxmlformats.org/officeDocument/2006/relationships/image" Target="../media/image436.png"/><Relationship Id="rId404" Type="http://schemas.openxmlformats.org/officeDocument/2006/relationships/image" Target="../media/image443.png"/><Relationship Id="rId446" Type="http://schemas.openxmlformats.org/officeDocument/2006/relationships/image" Target="../media/image464.png"/><Relationship Id="rId250" Type="http://schemas.openxmlformats.org/officeDocument/2006/relationships/customXml" Target="../ink/ink376.xml"/><Relationship Id="rId292" Type="http://schemas.openxmlformats.org/officeDocument/2006/relationships/customXml" Target="../ink/ink397.xml"/><Relationship Id="rId306" Type="http://schemas.openxmlformats.org/officeDocument/2006/relationships/customXml" Target="../ink/ink404.xml"/><Relationship Id="rId488" Type="http://schemas.openxmlformats.org/officeDocument/2006/relationships/image" Target="../media/image485.png"/><Relationship Id="rId45" Type="http://schemas.openxmlformats.org/officeDocument/2006/relationships/image" Target="../media/image265.png"/><Relationship Id="rId87" Type="http://schemas.openxmlformats.org/officeDocument/2006/relationships/image" Target="../media/image286.png"/><Relationship Id="rId110" Type="http://schemas.openxmlformats.org/officeDocument/2006/relationships/customXml" Target="../ink/ink305.xml"/><Relationship Id="rId348" Type="http://schemas.openxmlformats.org/officeDocument/2006/relationships/image" Target="../media/image415.png"/><Relationship Id="rId513" Type="http://schemas.openxmlformats.org/officeDocument/2006/relationships/image" Target="../media/image497.png"/><Relationship Id="rId152" Type="http://schemas.openxmlformats.org/officeDocument/2006/relationships/customXml" Target="../ink/ink326.xml"/><Relationship Id="rId194" Type="http://schemas.openxmlformats.org/officeDocument/2006/relationships/image" Target="../media/image339.png"/><Relationship Id="rId208" Type="http://schemas.openxmlformats.org/officeDocument/2006/relationships/customXml" Target="../ink/ink355.xml"/><Relationship Id="rId415" Type="http://schemas.openxmlformats.org/officeDocument/2006/relationships/customXml" Target="../ink/ink459.xml"/><Relationship Id="rId457" Type="http://schemas.openxmlformats.org/officeDocument/2006/relationships/customXml" Target="../ink/ink480.xml"/><Relationship Id="rId261" Type="http://schemas.openxmlformats.org/officeDocument/2006/relationships/image" Target="../media/image372.png"/><Relationship Id="rId499" Type="http://schemas.openxmlformats.org/officeDocument/2006/relationships/customXml" Target="../ink/ink501.xml"/><Relationship Id="rId14" Type="http://schemas.openxmlformats.org/officeDocument/2006/relationships/customXml" Target="../ink/ink257.xml"/><Relationship Id="rId56" Type="http://schemas.openxmlformats.org/officeDocument/2006/relationships/customXml" Target="../ink/ink278.xml"/><Relationship Id="rId317" Type="http://schemas.openxmlformats.org/officeDocument/2006/relationships/customXml" Target="../ink/ink410.xml"/><Relationship Id="rId359" Type="http://schemas.openxmlformats.org/officeDocument/2006/relationships/customXml" Target="../ink/ink431.xml"/><Relationship Id="rId98" Type="http://schemas.openxmlformats.org/officeDocument/2006/relationships/customXml" Target="../ink/ink299.xml"/><Relationship Id="rId121" Type="http://schemas.openxmlformats.org/officeDocument/2006/relationships/image" Target="../media/image303.png"/><Relationship Id="rId163" Type="http://schemas.openxmlformats.org/officeDocument/2006/relationships/image" Target="../media/image324.png"/><Relationship Id="rId219" Type="http://schemas.openxmlformats.org/officeDocument/2006/relationships/image" Target="../media/image351.png"/><Relationship Id="rId370" Type="http://schemas.openxmlformats.org/officeDocument/2006/relationships/image" Target="../media/image426.png"/><Relationship Id="rId426" Type="http://schemas.openxmlformats.org/officeDocument/2006/relationships/image" Target="../media/image454.png"/><Relationship Id="rId230" Type="http://schemas.openxmlformats.org/officeDocument/2006/relationships/customXml" Target="../ink/ink366.xml"/><Relationship Id="rId468" Type="http://schemas.openxmlformats.org/officeDocument/2006/relationships/image" Target="../media/image475.png"/><Relationship Id="rId25" Type="http://schemas.openxmlformats.org/officeDocument/2006/relationships/image" Target="../media/image208.png"/><Relationship Id="rId67" Type="http://schemas.openxmlformats.org/officeDocument/2006/relationships/image" Target="../media/image276.png"/><Relationship Id="rId272" Type="http://schemas.openxmlformats.org/officeDocument/2006/relationships/customXml" Target="../ink/ink387.xml"/><Relationship Id="rId328" Type="http://schemas.openxmlformats.org/officeDocument/2006/relationships/image" Target="../media/image405.png"/><Relationship Id="rId132" Type="http://schemas.openxmlformats.org/officeDocument/2006/relationships/customXml" Target="../ink/ink316.xml"/><Relationship Id="rId174" Type="http://schemas.openxmlformats.org/officeDocument/2006/relationships/customXml" Target="../ink/ink337.xml"/><Relationship Id="rId381" Type="http://schemas.openxmlformats.org/officeDocument/2006/relationships/customXml" Target="../ink/ink442.xml"/><Relationship Id="rId241" Type="http://schemas.openxmlformats.org/officeDocument/2006/relationships/image" Target="../media/image362.png"/><Relationship Id="rId437" Type="http://schemas.openxmlformats.org/officeDocument/2006/relationships/customXml" Target="../ink/ink470.xml"/><Relationship Id="rId479" Type="http://schemas.openxmlformats.org/officeDocument/2006/relationships/customXml" Target="../ink/ink491.xml"/><Relationship Id="rId36" Type="http://schemas.openxmlformats.org/officeDocument/2006/relationships/customXml" Target="../ink/ink268.xml"/><Relationship Id="rId283" Type="http://schemas.openxmlformats.org/officeDocument/2006/relationships/image" Target="../media/image383.png"/><Relationship Id="rId339" Type="http://schemas.openxmlformats.org/officeDocument/2006/relationships/customXml" Target="../ink/ink421.xml"/><Relationship Id="rId490" Type="http://schemas.openxmlformats.org/officeDocument/2006/relationships/image" Target="../media/image486.png"/><Relationship Id="rId504" Type="http://schemas.openxmlformats.org/officeDocument/2006/relationships/image" Target="../media/image493.png"/><Relationship Id="rId78" Type="http://schemas.openxmlformats.org/officeDocument/2006/relationships/customXml" Target="../ink/ink289.xml"/><Relationship Id="rId101" Type="http://schemas.openxmlformats.org/officeDocument/2006/relationships/image" Target="../media/image293.png"/><Relationship Id="rId143" Type="http://schemas.openxmlformats.org/officeDocument/2006/relationships/image" Target="../media/image314.png"/><Relationship Id="rId185" Type="http://schemas.openxmlformats.org/officeDocument/2006/relationships/image" Target="../media/image335.png"/><Relationship Id="rId350" Type="http://schemas.openxmlformats.org/officeDocument/2006/relationships/image" Target="../media/image416.png"/><Relationship Id="rId406" Type="http://schemas.openxmlformats.org/officeDocument/2006/relationships/image" Target="../media/image444.png"/><Relationship Id="rId9" Type="http://schemas.openxmlformats.org/officeDocument/2006/relationships/image" Target="../media/image248.png"/><Relationship Id="rId210" Type="http://schemas.openxmlformats.org/officeDocument/2006/relationships/customXml" Target="../ink/ink356.xml"/><Relationship Id="rId392" Type="http://schemas.openxmlformats.org/officeDocument/2006/relationships/image" Target="../media/image437.png"/><Relationship Id="rId448" Type="http://schemas.openxmlformats.org/officeDocument/2006/relationships/image" Target="../media/image465.png"/><Relationship Id="rId252" Type="http://schemas.openxmlformats.org/officeDocument/2006/relationships/customXml" Target="../ink/ink377.xml"/><Relationship Id="rId294" Type="http://schemas.openxmlformats.org/officeDocument/2006/relationships/customXml" Target="../ink/ink398.xml"/><Relationship Id="rId308" Type="http://schemas.openxmlformats.org/officeDocument/2006/relationships/customXml" Target="../ink/ink405.xml"/><Relationship Id="rId515" Type="http://schemas.openxmlformats.org/officeDocument/2006/relationships/image" Target="../media/image498.png"/><Relationship Id="rId47" Type="http://schemas.openxmlformats.org/officeDocument/2006/relationships/image" Target="../media/image266.png"/><Relationship Id="rId89" Type="http://schemas.openxmlformats.org/officeDocument/2006/relationships/image" Target="../media/image287.png"/><Relationship Id="rId112" Type="http://schemas.openxmlformats.org/officeDocument/2006/relationships/customXml" Target="../ink/ink306.xml"/><Relationship Id="rId154" Type="http://schemas.openxmlformats.org/officeDocument/2006/relationships/customXml" Target="../ink/ink327.xml"/><Relationship Id="rId361" Type="http://schemas.openxmlformats.org/officeDocument/2006/relationships/customXml" Target="../ink/ink432.xml"/><Relationship Id="rId196" Type="http://schemas.openxmlformats.org/officeDocument/2006/relationships/image" Target="../media/image340.png"/><Relationship Id="rId417" Type="http://schemas.openxmlformats.org/officeDocument/2006/relationships/customXml" Target="../ink/ink460.xml"/><Relationship Id="rId459" Type="http://schemas.openxmlformats.org/officeDocument/2006/relationships/customXml" Target="../ink/ink481.xml"/><Relationship Id="rId16" Type="http://schemas.openxmlformats.org/officeDocument/2006/relationships/customXml" Target="../ink/ink258.xml"/><Relationship Id="rId221" Type="http://schemas.openxmlformats.org/officeDocument/2006/relationships/image" Target="../media/image352.png"/><Relationship Id="rId263" Type="http://schemas.openxmlformats.org/officeDocument/2006/relationships/image" Target="../media/image373.png"/><Relationship Id="rId319" Type="http://schemas.openxmlformats.org/officeDocument/2006/relationships/customXml" Target="../ink/ink411.xml"/><Relationship Id="rId470" Type="http://schemas.openxmlformats.org/officeDocument/2006/relationships/image" Target="../media/image476.png"/><Relationship Id="rId58" Type="http://schemas.openxmlformats.org/officeDocument/2006/relationships/customXml" Target="../ink/ink279.xml"/><Relationship Id="rId123" Type="http://schemas.openxmlformats.org/officeDocument/2006/relationships/image" Target="../media/image304.png"/><Relationship Id="rId330" Type="http://schemas.openxmlformats.org/officeDocument/2006/relationships/image" Target="../media/image406.png"/><Relationship Id="rId165" Type="http://schemas.openxmlformats.org/officeDocument/2006/relationships/image" Target="../media/image325.png"/><Relationship Id="rId372" Type="http://schemas.openxmlformats.org/officeDocument/2006/relationships/image" Target="../media/image427.png"/><Relationship Id="rId428" Type="http://schemas.openxmlformats.org/officeDocument/2006/relationships/image" Target="../media/image455.png"/><Relationship Id="rId232" Type="http://schemas.openxmlformats.org/officeDocument/2006/relationships/customXml" Target="../ink/ink367.xml"/><Relationship Id="rId274" Type="http://schemas.openxmlformats.org/officeDocument/2006/relationships/customXml" Target="../ink/ink388.xml"/><Relationship Id="rId481" Type="http://schemas.openxmlformats.org/officeDocument/2006/relationships/customXml" Target="../ink/ink492.xml"/><Relationship Id="rId27" Type="http://schemas.openxmlformats.org/officeDocument/2006/relationships/image" Target="../media/image256.png"/><Relationship Id="rId69" Type="http://schemas.openxmlformats.org/officeDocument/2006/relationships/image" Target="../media/image277.png"/><Relationship Id="rId134" Type="http://schemas.openxmlformats.org/officeDocument/2006/relationships/customXml" Target="../ink/ink317.xml"/><Relationship Id="rId80" Type="http://schemas.openxmlformats.org/officeDocument/2006/relationships/customXml" Target="../ink/ink290.xml"/><Relationship Id="rId176" Type="http://schemas.openxmlformats.org/officeDocument/2006/relationships/customXml" Target="../ink/ink338.xml"/><Relationship Id="rId341" Type="http://schemas.openxmlformats.org/officeDocument/2006/relationships/customXml" Target="../ink/ink422.xml"/><Relationship Id="rId383" Type="http://schemas.openxmlformats.org/officeDocument/2006/relationships/customXml" Target="../ink/ink443.xml"/><Relationship Id="rId439" Type="http://schemas.openxmlformats.org/officeDocument/2006/relationships/customXml" Target="../ink/ink471.xml"/><Relationship Id="rId201" Type="http://schemas.openxmlformats.org/officeDocument/2006/relationships/image" Target="../media/image342.png"/><Relationship Id="rId243" Type="http://schemas.openxmlformats.org/officeDocument/2006/relationships/image" Target="../media/image363.png"/><Relationship Id="rId285" Type="http://schemas.openxmlformats.org/officeDocument/2006/relationships/image" Target="../media/image384.png"/><Relationship Id="rId450" Type="http://schemas.openxmlformats.org/officeDocument/2006/relationships/image" Target="../media/image466.png"/><Relationship Id="rId506" Type="http://schemas.openxmlformats.org/officeDocument/2006/relationships/image" Target="../media/image494.png"/><Relationship Id="rId38" Type="http://schemas.openxmlformats.org/officeDocument/2006/relationships/customXml" Target="../ink/ink269.xml"/><Relationship Id="rId103" Type="http://schemas.openxmlformats.org/officeDocument/2006/relationships/image" Target="../media/image294.png"/><Relationship Id="rId310" Type="http://schemas.openxmlformats.org/officeDocument/2006/relationships/image" Target="../media/image396.png"/><Relationship Id="rId492" Type="http://schemas.openxmlformats.org/officeDocument/2006/relationships/image" Target="../media/image487.png"/><Relationship Id="rId91" Type="http://schemas.openxmlformats.org/officeDocument/2006/relationships/image" Target="../media/image288.png"/><Relationship Id="rId145" Type="http://schemas.openxmlformats.org/officeDocument/2006/relationships/image" Target="../media/image315.png"/><Relationship Id="rId187" Type="http://schemas.openxmlformats.org/officeDocument/2006/relationships/customXml" Target="../ink/ink344.xml"/><Relationship Id="rId352" Type="http://schemas.openxmlformats.org/officeDocument/2006/relationships/image" Target="../media/image417.png"/><Relationship Id="rId394" Type="http://schemas.openxmlformats.org/officeDocument/2006/relationships/image" Target="../media/image438.png"/><Relationship Id="rId408" Type="http://schemas.openxmlformats.org/officeDocument/2006/relationships/image" Target="../media/image445.png"/><Relationship Id="rId212" Type="http://schemas.openxmlformats.org/officeDocument/2006/relationships/customXml" Target="../ink/ink357.xml"/><Relationship Id="rId254" Type="http://schemas.openxmlformats.org/officeDocument/2006/relationships/customXml" Target="../ink/ink378.xml"/><Relationship Id="rId49" Type="http://schemas.openxmlformats.org/officeDocument/2006/relationships/image" Target="../media/image267.png"/><Relationship Id="rId114" Type="http://schemas.openxmlformats.org/officeDocument/2006/relationships/customXml" Target="../ink/ink307.xml"/><Relationship Id="rId296" Type="http://schemas.openxmlformats.org/officeDocument/2006/relationships/customXml" Target="../ink/ink399.xml"/><Relationship Id="rId461" Type="http://schemas.openxmlformats.org/officeDocument/2006/relationships/customXml" Target="../ink/ink482.xml"/><Relationship Id="rId517" Type="http://schemas.openxmlformats.org/officeDocument/2006/relationships/image" Target="../media/image499.png"/><Relationship Id="rId60" Type="http://schemas.openxmlformats.org/officeDocument/2006/relationships/customXml" Target="../ink/ink280.xml"/><Relationship Id="rId156" Type="http://schemas.openxmlformats.org/officeDocument/2006/relationships/customXml" Target="../ink/ink328.xml"/><Relationship Id="rId198" Type="http://schemas.openxmlformats.org/officeDocument/2006/relationships/customXml" Target="../ink/ink350.xml"/><Relationship Id="rId321" Type="http://schemas.openxmlformats.org/officeDocument/2006/relationships/customXml" Target="../ink/ink412.xml"/><Relationship Id="rId363" Type="http://schemas.openxmlformats.org/officeDocument/2006/relationships/customXml" Target="../ink/ink433.xml"/><Relationship Id="rId419" Type="http://schemas.openxmlformats.org/officeDocument/2006/relationships/customXml" Target="../ink/ink461.xml"/><Relationship Id="rId223" Type="http://schemas.openxmlformats.org/officeDocument/2006/relationships/image" Target="../media/image353.png"/><Relationship Id="rId430" Type="http://schemas.openxmlformats.org/officeDocument/2006/relationships/image" Target="../media/image456.png"/><Relationship Id="rId18" Type="http://schemas.openxmlformats.org/officeDocument/2006/relationships/customXml" Target="../ink/ink259.xml"/><Relationship Id="rId265" Type="http://schemas.openxmlformats.org/officeDocument/2006/relationships/image" Target="../media/image374.png"/><Relationship Id="rId472" Type="http://schemas.openxmlformats.org/officeDocument/2006/relationships/image" Target="../media/image477.png"/><Relationship Id="rId125" Type="http://schemas.openxmlformats.org/officeDocument/2006/relationships/image" Target="../media/image305.png"/><Relationship Id="rId167" Type="http://schemas.openxmlformats.org/officeDocument/2006/relationships/image" Target="../media/image326.png"/><Relationship Id="rId332" Type="http://schemas.openxmlformats.org/officeDocument/2006/relationships/image" Target="../media/image407.png"/><Relationship Id="rId374" Type="http://schemas.openxmlformats.org/officeDocument/2006/relationships/image" Target="../media/image428.png"/><Relationship Id="rId71" Type="http://schemas.openxmlformats.org/officeDocument/2006/relationships/image" Target="../media/image278.png"/><Relationship Id="rId234" Type="http://schemas.openxmlformats.org/officeDocument/2006/relationships/customXml" Target="../ink/ink368.xml"/><Relationship Id="rId2" Type="http://schemas.openxmlformats.org/officeDocument/2006/relationships/customXml" Target="../ink/ink251.xml"/><Relationship Id="rId29" Type="http://schemas.openxmlformats.org/officeDocument/2006/relationships/image" Target="../media/image257.png"/><Relationship Id="rId276" Type="http://schemas.openxmlformats.org/officeDocument/2006/relationships/customXml" Target="../ink/ink389.xml"/><Relationship Id="rId441" Type="http://schemas.openxmlformats.org/officeDocument/2006/relationships/customXml" Target="../ink/ink472.xml"/><Relationship Id="rId483" Type="http://schemas.openxmlformats.org/officeDocument/2006/relationships/customXml" Target="../ink/ink493.xml"/><Relationship Id="rId40" Type="http://schemas.openxmlformats.org/officeDocument/2006/relationships/customXml" Target="../ink/ink270.xml"/><Relationship Id="rId136" Type="http://schemas.openxmlformats.org/officeDocument/2006/relationships/customXml" Target="../ink/ink318.xml"/><Relationship Id="rId178" Type="http://schemas.openxmlformats.org/officeDocument/2006/relationships/customXml" Target="../ink/ink339.xml"/><Relationship Id="rId301" Type="http://schemas.openxmlformats.org/officeDocument/2006/relationships/image" Target="../media/image392.png"/><Relationship Id="rId343" Type="http://schemas.openxmlformats.org/officeDocument/2006/relationships/customXml" Target="../ink/ink423.xml"/><Relationship Id="rId82" Type="http://schemas.openxmlformats.org/officeDocument/2006/relationships/customXml" Target="../ink/ink291.xml"/><Relationship Id="rId203" Type="http://schemas.openxmlformats.org/officeDocument/2006/relationships/image" Target="../media/image343.png"/><Relationship Id="rId385" Type="http://schemas.openxmlformats.org/officeDocument/2006/relationships/customXml" Target="../ink/ink444.xml"/><Relationship Id="rId245" Type="http://schemas.openxmlformats.org/officeDocument/2006/relationships/image" Target="../media/image364.png"/><Relationship Id="rId287" Type="http://schemas.openxmlformats.org/officeDocument/2006/relationships/image" Target="../media/image385.png"/><Relationship Id="rId410" Type="http://schemas.openxmlformats.org/officeDocument/2006/relationships/image" Target="../media/image446.png"/><Relationship Id="rId452" Type="http://schemas.openxmlformats.org/officeDocument/2006/relationships/image" Target="../media/image467.png"/><Relationship Id="rId494" Type="http://schemas.openxmlformats.org/officeDocument/2006/relationships/image" Target="../media/image488.png"/><Relationship Id="rId508" Type="http://schemas.openxmlformats.org/officeDocument/2006/relationships/image" Target="../media/image495.png"/><Relationship Id="rId105" Type="http://schemas.openxmlformats.org/officeDocument/2006/relationships/image" Target="../media/image295.png"/><Relationship Id="rId147" Type="http://schemas.openxmlformats.org/officeDocument/2006/relationships/image" Target="../media/image316.png"/><Relationship Id="rId312" Type="http://schemas.openxmlformats.org/officeDocument/2006/relationships/image" Target="../media/image397.png"/><Relationship Id="rId354" Type="http://schemas.openxmlformats.org/officeDocument/2006/relationships/image" Target="../media/image418.png"/><Relationship Id="rId51" Type="http://schemas.openxmlformats.org/officeDocument/2006/relationships/image" Target="../media/image268.png"/><Relationship Id="rId93" Type="http://schemas.openxmlformats.org/officeDocument/2006/relationships/image" Target="../media/image289.png"/><Relationship Id="rId189" Type="http://schemas.openxmlformats.org/officeDocument/2006/relationships/customXml" Target="../ink/ink345.xml"/><Relationship Id="rId396" Type="http://schemas.openxmlformats.org/officeDocument/2006/relationships/image" Target="../media/image439.png"/><Relationship Id="rId214" Type="http://schemas.openxmlformats.org/officeDocument/2006/relationships/customXml" Target="../ink/ink358.xml"/><Relationship Id="rId256" Type="http://schemas.openxmlformats.org/officeDocument/2006/relationships/customXml" Target="../ink/ink379.xml"/><Relationship Id="rId298" Type="http://schemas.openxmlformats.org/officeDocument/2006/relationships/customXml" Target="../ink/ink400.xml"/><Relationship Id="rId421" Type="http://schemas.openxmlformats.org/officeDocument/2006/relationships/customXml" Target="../ink/ink462.xml"/><Relationship Id="rId463" Type="http://schemas.openxmlformats.org/officeDocument/2006/relationships/customXml" Target="../ink/ink483.xml"/><Relationship Id="rId116" Type="http://schemas.openxmlformats.org/officeDocument/2006/relationships/customXml" Target="../ink/ink308.xml"/><Relationship Id="rId158" Type="http://schemas.openxmlformats.org/officeDocument/2006/relationships/customXml" Target="../ink/ink329.xml"/><Relationship Id="rId323" Type="http://schemas.openxmlformats.org/officeDocument/2006/relationships/customXml" Target="../ink/ink413.xml"/><Relationship Id="rId20" Type="http://schemas.openxmlformats.org/officeDocument/2006/relationships/customXml" Target="../ink/ink260.xml"/><Relationship Id="rId62" Type="http://schemas.openxmlformats.org/officeDocument/2006/relationships/customXml" Target="../ink/ink281.xml"/><Relationship Id="rId365" Type="http://schemas.openxmlformats.org/officeDocument/2006/relationships/customXml" Target="../ink/ink434.xml"/><Relationship Id="rId225" Type="http://schemas.openxmlformats.org/officeDocument/2006/relationships/image" Target="../media/image354.png"/><Relationship Id="rId267" Type="http://schemas.openxmlformats.org/officeDocument/2006/relationships/image" Target="../media/image375.png"/><Relationship Id="rId432" Type="http://schemas.openxmlformats.org/officeDocument/2006/relationships/image" Target="../media/image457.png"/><Relationship Id="rId474" Type="http://schemas.openxmlformats.org/officeDocument/2006/relationships/image" Target="../media/image478.png"/><Relationship Id="rId127" Type="http://schemas.openxmlformats.org/officeDocument/2006/relationships/image" Target="../media/image306.png"/><Relationship Id="rId31" Type="http://schemas.openxmlformats.org/officeDocument/2006/relationships/image" Target="../media/image258.png"/><Relationship Id="rId73" Type="http://schemas.openxmlformats.org/officeDocument/2006/relationships/image" Target="../media/image279.png"/><Relationship Id="rId169" Type="http://schemas.openxmlformats.org/officeDocument/2006/relationships/image" Target="../media/image327.png"/><Relationship Id="rId334" Type="http://schemas.openxmlformats.org/officeDocument/2006/relationships/image" Target="../media/image408.png"/><Relationship Id="rId376" Type="http://schemas.openxmlformats.org/officeDocument/2006/relationships/image" Target="../media/image429.png"/><Relationship Id="rId4" Type="http://schemas.openxmlformats.org/officeDocument/2006/relationships/customXml" Target="../ink/ink252.xml"/><Relationship Id="rId180" Type="http://schemas.openxmlformats.org/officeDocument/2006/relationships/customXml" Target="../ink/ink340.xml"/><Relationship Id="rId236" Type="http://schemas.openxmlformats.org/officeDocument/2006/relationships/customXml" Target="../ink/ink369.xml"/><Relationship Id="rId278" Type="http://schemas.openxmlformats.org/officeDocument/2006/relationships/customXml" Target="../ink/ink390.xml"/><Relationship Id="rId401" Type="http://schemas.openxmlformats.org/officeDocument/2006/relationships/customXml" Target="../ink/ink452.xml"/><Relationship Id="rId443" Type="http://schemas.openxmlformats.org/officeDocument/2006/relationships/customXml" Target="../ink/ink473.xml"/><Relationship Id="rId303" Type="http://schemas.openxmlformats.org/officeDocument/2006/relationships/image" Target="../media/image393.png"/><Relationship Id="rId485" Type="http://schemas.openxmlformats.org/officeDocument/2006/relationships/customXml" Target="../ink/ink494.xml"/><Relationship Id="rId42" Type="http://schemas.openxmlformats.org/officeDocument/2006/relationships/customXml" Target="../ink/ink271.xml"/><Relationship Id="rId84" Type="http://schemas.openxmlformats.org/officeDocument/2006/relationships/customXml" Target="../ink/ink292.xml"/><Relationship Id="rId138" Type="http://schemas.openxmlformats.org/officeDocument/2006/relationships/customXml" Target="../ink/ink319.xml"/><Relationship Id="rId345" Type="http://schemas.openxmlformats.org/officeDocument/2006/relationships/customXml" Target="../ink/ink424.xml"/><Relationship Id="rId387" Type="http://schemas.openxmlformats.org/officeDocument/2006/relationships/customXml" Target="../ink/ink445.xml"/><Relationship Id="rId510" Type="http://schemas.openxmlformats.org/officeDocument/2006/relationships/customXml" Target="../ink/ink507.xml"/><Relationship Id="rId191" Type="http://schemas.openxmlformats.org/officeDocument/2006/relationships/customXml" Target="../ink/ink346.xml"/><Relationship Id="rId205" Type="http://schemas.openxmlformats.org/officeDocument/2006/relationships/image" Target="../media/image344.png"/><Relationship Id="rId247" Type="http://schemas.openxmlformats.org/officeDocument/2006/relationships/image" Target="../media/image365.png"/><Relationship Id="rId412" Type="http://schemas.openxmlformats.org/officeDocument/2006/relationships/image" Target="../media/image447.png"/><Relationship Id="rId107" Type="http://schemas.openxmlformats.org/officeDocument/2006/relationships/image" Target="../media/image296.png"/><Relationship Id="rId289" Type="http://schemas.openxmlformats.org/officeDocument/2006/relationships/image" Target="../media/image386.png"/><Relationship Id="rId454" Type="http://schemas.openxmlformats.org/officeDocument/2006/relationships/image" Target="../media/image468.png"/><Relationship Id="rId496" Type="http://schemas.openxmlformats.org/officeDocument/2006/relationships/image" Target="../media/image489.png"/><Relationship Id="rId11" Type="http://schemas.openxmlformats.org/officeDocument/2006/relationships/image" Target="../media/image249.png"/><Relationship Id="rId53" Type="http://schemas.openxmlformats.org/officeDocument/2006/relationships/image" Target="../media/image269.png"/><Relationship Id="rId149" Type="http://schemas.openxmlformats.org/officeDocument/2006/relationships/image" Target="../media/image317.png"/><Relationship Id="rId314" Type="http://schemas.openxmlformats.org/officeDocument/2006/relationships/image" Target="../media/image398.png"/><Relationship Id="rId356" Type="http://schemas.openxmlformats.org/officeDocument/2006/relationships/image" Target="../media/image419.png"/><Relationship Id="rId398" Type="http://schemas.openxmlformats.org/officeDocument/2006/relationships/image" Target="../media/image440.png"/><Relationship Id="rId95" Type="http://schemas.openxmlformats.org/officeDocument/2006/relationships/image" Target="../media/image290.png"/><Relationship Id="rId160" Type="http://schemas.openxmlformats.org/officeDocument/2006/relationships/customXml" Target="../ink/ink330.xml"/><Relationship Id="rId216" Type="http://schemas.openxmlformats.org/officeDocument/2006/relationships/customXml" Target="../ink/ink359.xml"/><Relationship Id="rId423" Type="http://schemas.openxmlformats.org/officeDocument/2006/relationships/customXml" Target="../ink/ink463.xml"/><Relationship Id="rId258" Type="http://schemas.openxmlformats.org/officeDocument/2006/relationships/customXml" Target="../ink/ink380.xml"/><Relationship Id="rId465" Type="http://schemas.openxmlformats.org/officeDocument/2006/relationships/customXml" Target="../ink/ink484.xml"/><Relationship Id="rId22" Type="http://schemas.openxmlformats.org/officeDocument/2006/relationships/customXml" Target="../ink/ink261.xml"/><Relationship Id="rId64" Type="http://schemas.openxmlformats.org/officeDocument/2006/relationships/customXml" Target="../ink/ink282.xml"/><Relationship Id="rId118" Type="http://schemas.openxmlformats.org/officeDocument/2006/relationships/customXml" Target="../ink/ink309.xml"/><Relationship Id="rId325" Type="http://schemas.openxmlformats.org/officeDocument/2006/relationships/customXml" Target="../ink/ink414.xml"/><Relationship Id="rId367" Type="http://schemas.openxmlformats.org/officeDocument/2006/relationships/customXml" Target="../ink/ink435.xml"/><Relationship Id="rId171" Type="http://schemas.openxmlformats.org/officeDocument/2006/relationships/image" Target="../media/image328.png"/><Relationship Id="rId227" Type="http://schemas.openxmlformats.org/officeDocument/2006/relationships/image" Target="../media/image355.png"/><Relationship Id="rId269" Type="http://schemas.openxmlformats.org/officeDocument/2006/relationships/image" Target="../media/image376.png"/><Relationship Id="rId434" Type="http://schemas.openxmlformats.org/officeDocument/2006/relationships/image" Target="../media/image458.png"/><Relationship Id="rId476" Type="http://schemas.openxmlformats.org/officeDocument/2006/relationships/image" Target="../media/image479.png"/><Relationship Id="rId33" Type="http://schemas.openxmlformats.org/officeDocument/2006/relationships/image" Target="../media/image259.png"/><Relationship Id="rId129" Type="http://schemas.openxmlformats.org/officeDocument/2006/relationships/image" Target="../media/image307.png"/><Relationship Id="rId280" Type="http://schemas.openxmlformats.org/officeDocument/2006/relationships/customXml" Target="../ink/ink391.xml"/><Relationship Id="rId336" Type="http://schemas.openxmlformats.org/officeDocument/2006/relationships/image" Target="../media/image409.png"/><Relationship Id="rId501" Type="http://schemas.openxmlformats.org/officeDocument/2006/relationships/customXml" Target="../ink/ink502.xml"/><Relationship Id="rId75" Type="http://schemas.openxmlformats.org/officeDocument/2006/relationships/image" Target="../media/image280.png"/><Relationship Id="rId140" Type="http://schemas.openxmlformats.org/officeDocument/2006/relationships/customXml" Target="../ink/ink320.xml"/><Relationship Id="rId182" Type="http://schemas.openxmlformats.org/officeDocument/2006/relationships/customXml" Target="../ink/ink341.xml"/><Relationship Id="rId378" Type="http://schemas.openxmlformats.org/officeDocument/2006/relationships/image" Target="../media/image430.png"/><Relationship Id="rId403" Type="http://schemas.openxmlformats.org/officeDocument/2006/relationships/customXml" Target="../ink/ink453.xml"/><Relationship Id="rId6" Type="http://schemas.openxmlformats.org/officeDocument/2006/relationships/customXml" Target="../ink/ink253.xml"/><Relationship Id="rId238" Type="http://schemas.openxmlformats.org/officeDocument/2006/relationships/customXml" Target="../ink/ink370.xml"/><Relationship Id="rId445" Type="http://schemas.openxmlformats.org/officeDocument/2006/relationships/customXml" Target="../ink/ink474.xml"/><Relationship Id="rId487" Type="http://schemas.openxmlformats.org/officeDocument/2006/relationships/customXml" Target="../ink/ink495.xml"/><Relationship Id="rId291" Type="http://schemas.openxmlformats.org/officeDocument/2006/relationships/image" Target="../media/image387.png"/><Relationship Id="rId305" Type="http://schemas.openxmlformats.org/officeDocument/2006/relationships/image" Target="../media/image394.png"/><Relationship Id="rId347" Type="http://schemas.openxmlformats.org/officeDocument/2006/relationships/customXml" Target="../ink/ink425.xml"/><Relationship Id="rId512" Type="http://schemas.openxmlformats.org/officeDocument/2006/relationships/customXml" Target="../ink/ink508.xml"/><Relationship Id="rId44" Type="http://schemas.openxmlformats.org/officeDocument/2006/relationships/customXml" Target="../ink/ink272.xml"/><Relationship Id="rId86" Type="http://schemas.openxmlformats.org/officeDocument/2006/relationships/customXml" Target="../ink/ink293.xml"/><Relationship Id="rId151" Type="http://schemas.openxmlformats.org/officeDocument/2006/relationships/image" Target="../media/image318.png"/><Relationship Id="rId389" Type="http://schemas.openxmlformats.org/officeDocument/2006/relationships/customXml" Target="../ink/ink446.xml"/><Relationship Id="rId193" Type="http://schemas.openxmlformats.org/officeDocument/2006/relationships/customXml" Target="../ink/ink347.xml"/><Relationship Id="rId207" Type="http://schemas.openxmlformats.org/officeDocument/2006/relationships/image" Target="../media/image345.png"/><Relationship Id="rId249" Type="http://schemas.openxmlformats.org/officeDocument/2006/relationships/image" Target="../media/image366.png"/><Relationship Id="rId414" Type="http://schemas.openxmlformats.org/officeDocument/2006/relationships/image" Target="../media/image448.png"/><Relationship Id="rId456" Type="http://schemas.openxmlformats.org/officeDocument/2006/relationships/image" Target="../media/image469.png"/><Relationship Id="rId498" Type="http://schemas.openxmlformats.org/officeDocument/2006/relationships/image" Target="../media/image490.png"/><Relationship Id="rId13" Type="http://schemas.openxmlformats.org/officeDocument/2006/relationships/image" Target="../media/image250.png"/><Relationship Id="rId109" Type="http://schemas.openxmlformats.org/officeDocument/2006/relationships/image" Target="../media/image297.png"/><Relationship Id="rId260" Type="http://schemas.openxmlformats.org/officeDocument/2006/relationships/customXml" Target="../ink/ink381.xml"/><Relationship Id="rId316" Type="http://schemas.openxmlformats.org/officeDocument/2006/relationships/image" Target="../media/image399.png"/><Relationship Id="rId55" Type="http://schemas.openxmlformats.org/officeDocument/2006/relationships/image" Target="../media/image270.png"/><Relationship Id="rId97" Type="http://schemas.openxmlformats.org/officeDocument/2006/relationships/image" Target="../media/image291.png"/><Relationship Id="rId120" Type="http://schemas.openxmlformats.org/officeDocument/2006/relationships/customXml" Target="../ink/ink310.xml"/><Relationship Id="rId358" Type="http://schemas.openxmlformats.org/officeDocument/2006/relationships/image" Target="../media/image420.png"/><Relationship Id="rId162" Type="http://schemas.openxmlformats.org/officeDocument/2006/relationships/customXml" Target="../ink/ink331.xml"/><Relationship Id="rId218" Type="http://schemas.openxmlformats.org/officeDocument/2006/relationships/customXml" Target="../ink/ink360.xml"/><Relationship Id="rId425" Type="http://schemas.openxmlformats.org/officeDocument/2006/relationships/customXml" Target="../ink/ink464.xml"/><Relationship Id="rId467" Type="http://schemas.openxmlformats.org/officeDocument/2006/relationships/customXml" Target="../ink/ink485.xml"/><Relationship Id="rId271" Type="http://schemas.openxmlformats.org/officeDocument/2006/relationships/image" Target="../media/image377.png"/><Relationship Id="rId24" Type="http://schemas.openxmlformats.org/officeDocument/2006/relationships/customXml" Target="../ink/ink262.xml"/><Relationship Id="rId66" Type="http://schemas.openxmlformats.org/officeDocument/2006/relationships/customXml" Target="../ink/ink283.xml"/><Relationship Id="rId131" Type="http://schemas.openxmlformats.org/officeDocument/2006/relationships/image" Target="../media/image308.png"/><Relationship Id="rId327" Type="http://schemas.openxmlformats.org/officeDocument/2006/relationships/customXml" Target="../ink/ink415.xml"/><Relationship Id="rId369" Type="http://schemas.openxmlformats.org/officeDocument/2006/relationships/customXml" Target="../ink/ink436.xml"/><Relationship Id="rId173" Type="http://schemas.openxmlformats.org/officeDocument/2006/relationships/image" Target="../media/image329.png"/><Relationship Id="rId229" Type="http://schemas.openxmlformats.org/officeDocument/2006/relationships/image" Target="../media/image356.png"/><Relationship Id="rId380" Type="http://schemas.openxmlformats.org/officeDocument/2006/relationships/image" Target="../media/image431.png"/><Relationship Id="rId436" Type="http://schemas.openxmlformats.org/officeDocument/2006/relationships/image" Target="../media/image459.png"/><Relationship Id="rId240" Type="http://schemas.openxmlformats.org/officeDocument/2006/relationships/customXml" Target="../ink/ink371.xml"/><Relationship Id="rId478" Type="http://schemas.openxmlformats.org/officeDocument/2006/relationships/image" Target="../media/image480.png"/><Relationship Id="rId35" Type="http://schemas.openxmlformats.org/officeDocument/2006/relationships/image" Target="../media/image260.png"/><Relationship Id="rId77" Type="http://schemas.openxmlformats.org/officeDocument/2006/relationships/image" Target="../media/image281.png"/><Relationship Id="rId100" Type="http://schemas.openxmlformats.org/officeDocument/2006/relationships/customXml" Target="../ink/ink300.xml"/><Relationship Id="rId282" Type="http://schemas.openxmlformats.org/officeDocument/2006/relationships/customXml" Target="../ink/ink392.xml"/><Relationship Id="rId338" Type="http://schemas.openxmlformats.org/officeDocument/2006/relationships/image" Target="../media/image410.png"/><Relationship Id="rId503" Type="http://schemas.openxmlformats.org/officeDocument/2006/relationships/customXml" Target="../ink/ink503.xml"/><Relationship Id="rId8" Type="http://schemas.openxmlformats.org/officeDocument/2006/relationships/customXml" Target="../ink/ink254.xml"/><Relationship Id="rId142" Type="http://schemas.openxmlformats.org/officeDocument/2006/relationships/customXml" Target="../ink/ink321.xml"/><Relationship Id="rId184" Type="http://schemas.openxmlformats.org/officeDocument/2006/relationships/customXml" Target="../ink/ink342.xml"/><Relationship Id="rId391" Type="http://schemas.openxmlformats.org/officeDocument/2006/relationships/customXml" Target="../ink/ink447.xml"/><Relationship Id="rId405" Type="http://schemas.openxmlformats.org/officeDocument/2006/relationships/customXml" Target="../ink/ink454.xml"/><Relationship Id="rId447" Type="http://schemas.openxmlformats.org/officeDocument/2006/relationships/customXml" Target="../ink/ink475.xml"/><Relationship Id="rId251" Type="http://schemas.openxmlformats.org/officeDocument/2006/relationships/image" Target="../media/image367.png"/><Relationship Id="rId489" Type="http://schemas.openxmlformats.org/officeDocument/2006/relationships/customXml" Target="../ink/ink496.xml"/><Relationship Id="rId46" Type="http://schemas.openxmlformats.org/officeDocument/2006/relationships/customXml" Target="../ink/ink273.xml"/><Relationship Id="rId293" Type="http://schemas.openxmlformats.org/officeDocument/2006/relationships/image" Target="../media/image388.png"/><Relationship Id="rId307" Type="http://schemas.openxmlformats.org/officeDocument/2006/relationships/image" Target="../media/image395.png"/><Relationship Id="rId349" Type="http://schemas.openxmlformats.org/officeDocument/2006/relationships/customXml" Target="../ink/ink426.xml"/><Relationship Id="rId514" Type="http://schemas.openxmlformats.org/officeDocument/2006/relationships/customXml" Target="../ink/ink509.xml"/><Relationship Id="rId88" Type="http://schemas.openxmlformats.org/officeDocument/2006/relationships/customXml" Target="../ink/ink294.xml"/><Relationship Id="rId111" Type="http://schemas.openxmlformats.org/officeDocument/2006/relationships/image" Target="../media/image298.png"/><Relationship Id="rId153" Type="http://schemas.openxmlformats.org/officeDocument/2006/relationships/image" Target="../media/image319.png"/><Relationship Id="rId195" Type="http://schemas.openxmlformats.org/officeDocument/2006/relationships/customXml" Target="../ink/ink348.xml"/><Relationship Id="rId209" Type="http://schemas.openxmlformats.org/officeDocument/2006/relationships/image" Target="../media/image346.png"/><Relationship Id="rId360" Type="http://schemas.openxmlformats.org/officeDocument/2006/relationships/image" Target="../media/image421.png"/><Relationship Id="rId416" Type="http://schemas.openxmlformats.org/officeDocument/2006/relationships/image" Target="../media/image449.png"/><Relationship Id="rId220" Type="http://schemas.openxmlformats.org/officeDocument/2006/relationships/customXml" Target="../ink/ink361.xml"/><Relationship Id="rId458" Type="http://schemas.openxmlformats.org/officeDocument/2006/relationships/image" Target="../media/image470.png"/><Relationship Id="rId15" Type="http://schemas.openxmlformats.org/officeDocument/2006/relationships/image" Target="../media/image251.png"/><Relationship Id="rId57" Type="http://schemas.openxmlformats.org/officeDocument/2006/relationships/image" Target="../media/image271.png"/><Relationship Id="rId262" Type="http://schemas.openxmlformats.org/officeDocument/2006/relationships/customXml" Target="../ink/ink382.xml"/><Relationship Id="rId318" Type="http://schemas.openxmlformats.org/officeDocument/2006/relationships/image" Target="../media/image400.png"/><Relationship Id="rId99" Type="http://schemas.openxmlformats.org/officeDocument/2006/relationships/image" Target="../media/image292.png"/><Relationship Id="rId122" Type="http://schemas.openxmlformats.org/officeDocument/2006/relationships/customXml" Target="../ink/ink311.xml"/><Relationship Id="rId164" Type="http://schemas.openxmlformats.org/officeDocument/2006/relationships/customXml" Target="../ink/ink332.xml"/><Relationship Id="rId371" Type="http://schemas.openxmlformats.org/officeDocument/2006/relationships/customXml" Target="../ink/ink437.xml"/><Relationship Id="rId427" Type="http://schemas.openxmlformats.org/officeDocument/2006/relationships/customXml" Target="../ink/ink465.xml"/><Relationship Id="rId469" Type="http://schemas.openxmlformats.org/officeDocument/2006/relationships/customXml" Target="../ink/ink486.xml"/><Relationship Id="rId26" Type="http://schemas.openxmlformats.org/officeDocument/2006/relationships/customXml" Target="../ink/ink263.xml"/><Relationship Id="rId231" Type="http://schemas.openxmlformats.org/officeDocument/2006/relationships/image" Target="../media/image357.png"/><Relationship Id="rId273" Type="http://schemas.openxmlformats.org/officeDocument/2006/relationships/image" Target="../media/image378.png"/><Relationship Id="rId329" Type="http://schemas.openxmlformats.org/officeDocument/2006/relationships/customXml" Target="../ink/ink416.xml"/><Relationship Id="rId480" Type="http://schemas.openxmlformats.org/officeDocument/2006/relationships/image" Target="../media/image481.png"/><Relationship Id="rId68" Type="http://schemas.openxmlformats.org/officeDocument/2006/relationships/customXml" Target="../ink/ink284.xml"/><Relationship Id="rId133" Type="http://schemas.openxmlformats.org/officeDocument/2006/relationships/image" Target="../media/image309.png"/><Relationship Id="rId175" Type="http://schemas.openxmlformats.org/officeDocument/2006/relationships/image" Target="../media/image330.png"/><Relationship Id="rId340" Type="http://schemas.openxmlformats.org/officeDocument/2006/relationships/image" Target="../media/image411.png"/><Relationship Id="rId200" Type="http://schemas.openxmlformats.org/officeDocument/2006/relationships/customXml" Target="../ink/ink351.xml"/><Relationship Id="rId382" Type="http://schemas.openxmlformats.org/officeDocument/2006/relationships/image" Target="../media/image432.png"/><Relationship Id="rId438" Type="http://schemas.openxmlformats.org/officeDocument/2006/relationships/image" Target="../media/image460.png"/><Relationship Id="rId242" Type="http://schemas.openxmlformats.org/officeDocument/2006/relationships/customXml" Target="../ink/ink372.xml"/><Relationship Id="rId284" Type="http://schemas.openxmlformats.org/officeDocument/2006/relationships/customXml" Target="../ink/ink393.xml"/><Relationship Id="rId491" Type="http://schemas.openxmlformats.org/officeDocument/2006/relationships/customXml" Target="../ink/ink497.xml"/><Relationship Id="rId505" Type="http://schemas.openxmlformats.org/officeDocument/2006/relationships/customXml" Target="../ink/ink504.xml"/><Relationship Id="rId37" Type="http://schemas.openxmlformats.org/officeDocument/2006/relationships/image" Target="../media/image261.png"/><Relationship Id="rId79" Type="http://schemas.openxmlformats.org/officeDocument/2006/relationships/image" Target="../media/image282.png"/><Relationship Id="rId102" Type="http://schemas.openxmlformats.org/officeDocument/2006/relationships/customXml" Target="../ink/ink301.xml"/><Relationship Id="rId144" Type="http://schemas.openxmlformats.org/officeDocument/2006/relationships/customXml" Target="../ink/ink322.xml"/><Relationship Id="rId90" Type="http://schemas.openxmlformats.org/officeDocument/2006/relationships/customXml" Target="../ink/ink295.xml"/><Relationship Id="rId186" Type="http://schemas.openxmlformats.org/officeDocument/2006/relationships/customXml" Target="../ink/ink343.xml"/><Relationship Id="rId351" Type="http://schemas.openxmlformats.org/officeDocument/2006/relationships/customXml" Target="../ink/ink427.xml"/><Relationship Id="rId393" Type="http://schemas.openxmlformats.org/officeDocument/2006/relationships/customXml" Target="../ink/ink448.xml"/><Relationship Id="rId407" Type="http://schemas.openxmlformats.org/officeDocument/2006/relationships/customXml" Target="../ink/ink455.xml"/><Relationship Id="rId449" Type="http://schemas.openxmlformats.org/officeDocument/2006/relationships/customXml" Target="../ink/ink476.xml"/><Relationship Id="rId211" Type="http://schemas.openxmlformats.org/officeDocument/2006/relationships/image" Target="../media/image347.png"/><Relationship Id="rId253" Type="http://schemas.openxmlformats.org/officeDocument/2006/relationships/image" Target="../media/image368.png"/><Relationship Id="rId295" Type="http://schemas.openxmlformats.org/officeDocument/2006/relationships/image" Target="../media/image389.png"/><Relationship Id="rId309" Type="http://schemas.openxmlformats.org/officeDocument/2006/relationships/customXml" Target="../ink/ink406.xml"/><Relationship Id="rId460" Type="http://schemas.openxmlformats.org/officeDocument/2006/relationships/image" Target="../media/image471.png"/><Relationship Id="rId516" Type="http://schemas.openxmlformats.org/officeDocument/2006/relationships/customXml" Target="../ink/ink510.xml"/><Relationship Id="rId48" Type="http://schemas.openxmlformats.org/officeDocument/2006/relationships/customXml" Target="../ink/ink274.xml"/><Relationship Id="rId113" Type="http://schemas.openxmlformats.org/officeDocument/2006/relationships/image" Target="../media/image299.png"/><Relationship Id="rId320" Type="http://schemas.openxmlformats.org/officeDocument/2006/relationships/image" Target="../media/image401.png"/><Relationship Id="rId155" Type="http://schemas.openxmlformats.org/officeDocument/2006/relationships/image" Target="../media/image320.png"/><Relationship Id="rId197" Type="http://schemas.openxmlformats.org/officeDocument/2006/relationships/customXml" Target="../ink/ink349.xml"/><Relationship Id="rId362" Type="http://schemas.openxmlformats.org/officeDocument/2006/relationships/image" Target="../media/image422.png"/><Relationship Id="rId418" Type="http://schemas.openxmlformats.org/officeDocument/2006/relationships/image" Target="../media/image450.png"/><Relationship Id="rId222" Type="http://schemas.openxmlformats.org/officeDocument/2006/relationships/customXml" Target="../ink/ink362.xml"/><Relationship Id="rId264" Type="http://schemas.openxmlformats.org/officeDocument/2006/relationships/customXml" Target="../ink/ink383.xml"/><Relationship Id="rId471" Type="http://schemas.openxmlformats.org/officeDocument/2006/relationships/customXml" Target="../ink/ink487.xml"/><Relationship Id="rId17" Type="http://schemas.openxmlformats.org/officeDocument/2006/relationships/image" Target="../media/image252.png"/><Relationship Id="rId59" Type="http://schemas.openxmlformats.org/officeDocument/2006/relationships/image" Target="../media/image272.png"/><Relationship Id="rId124" Type="http://schemas.openxmlformats.org/officeDocument/2006/relationships/customXml" Target="../ink/ink312.xml"/><Relationship Id="rId70" Type="http://schemas.openxmlformats.org/officeDocument/2006/relationships/customXml" Target="../ink/ink285.xml"/><Relationship Id="rId166" Type="http://schemas.openxmlformats.org/officeDocument/2006/relationships/customXml" Target="../ink/ink333.xml"/><Relationship Id="rId331" Type="http://schemas.openxmlformats.org/officeDocument/2006/relationships/customXml" Target="../ink/ink417.xml"/><Relationship Id="rId373" Type="http://schemas.openxmlformats.org/officeDocument/2006/relationships/customXml" Target="../ink/ink438.xml"/><Relationship Id="rId429" Type="http://schemas.openxmlformats.org/officeDocument/2006/relationships/customXml" Target="../ink/ink466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58.png"/><Relationship Id="rId440" Type="http://schemas.openxmlformats.org/officeDocument/2006/relationships/image" Target="../media/image461.png"/><Relationship Id="rId28" Type="http://schemas.openxmlformats.org/officeDocument/2006/relationships/customXml" Target="../ink/ink264.xml"/><Relationship Id="rId275" Type="http://schemas.openxmlformats.org/officeDocument/2006/relationships/image" Target="../media/image379.png"/><Relationship Id="rId300" Type="http://schemas.openxmlformats.org/officeDocument/2006/relationships/customXml" Target="../ink/ink401.xml"/><Relationship Id="rId482" Type="http://schemas.openxmlformats.org/officeDocument/2006/relationships/image" Target="../media/image482.png"/><Relationship Id="rId81" Type="http://schemas.openxmlformats.org/officeDocument/2006/relationships/image" Target="../media/image283.png"/><Relationship Id="rId135" Type="http://schemas.openxmlformats.org/officeDocument/2006/relationships/image" Target="../media/image310.png"/><Relationship Id="rId177" Type="http://schemas.openxmlformats.org/officeDocument/2006/relationships/image" Target="../media/image331.png"/><Relationship Id="rId342" Type="http://schemas.openxmlformats.org/officeDocument/2006/relationships/image" Target="../media/image412.png"/><Relationship Id="rId384" Type="http://schemas.openxmlformats.org/officeDocument/2006/relationships/image" Target="../media/image433.png"/><Relationship Id="rId202" Type="http://schemas.openxmlformats.org/officeDocument/2006/relationships/customXml" Target="../ink/ink352.xml"/><Relationship Id="rId244" Type="http://schemas.openxmlformats.org/officeDocument/2006/relationships/customXml" Target="../ink/ink373.xml"/><Relationship Id="rId39" Type="http://schemas.openxmlformats.org/officeDocument/2006/relationships/image" Target="../media/image262.png"/><Relationship Id="rId286" Type="http://schemas.openxmlformats.org/officeDocument/2006/relationships/customXml" Target="../ink/ink394.xml"/><Relationship Id="rId451" Type="http://schemas.openxmlformats.org/officeDocument/2006/relationships/customXml" Target="../ink/ink477.xml"/><Relationship Id="rId493" Type="http://schemas.openxmlformats.org/officeDocument/2006/relationships/customXml" Target="../ink/ink498.xml"/><Relationship Id="rId507" Type="http://schemas.openxmlformats.org/officeDocument/2006/relationships/customXml" Target="../ink/ink505.xml"/><Relationship Id="rId50" Type="http://schemas.openxmlformats.org/officeDocument/2006/relationships/customXml" Target="../ink/ink275.xml"/><Relationship Id="rId104" Type="http://schemas.openxmlformats.org/officeDocument/2006/relationships/customXml" Target="../ink/ink302.xml"/><Relationship Id="rId146" Type="http://schemas.openxmlformats.org/officeDocument/2006/relationships/customXml" Target="../ink/ink323.xml"/><Relationship Id="rId188" Type="http://schemas.openxmlformats.org/officeDocument/2006/relationships/image" Target="../media/image336.png"/><Relationship Id="rId311" Type="http://schemas.openxmlformats.org/officeDocument/2006/relationships/customXml" Target="../ink/ink407.xml"/><Relationship Id="rId353" Type="http://schemas.openxmlformats.org/officeDocument/2006/relationships/customXml" Target="../ink/ink428.xml"/><Relationship Id="rId395" Type="http://schemas.openxmlformats.org/officeDocument/2006/relationships/customXml" Target="../ink/ink449.xml"/><Relationship Id="rId409" Type="http://schemas.openxmlformats.org/officeDocument/2006/relationships/customXml" Target="../ink/ink456.xml"/><Relationship Id="rId92" Type="http://schemas.openxmlformats.org/officeDocument/2006/relationships/customXml" Target="../ink/ink296.xml"/><Relationship Id="rId213" Type="http://schemas.openxmlformats.org/officeDocument/2006/relationships/image" Target="../media/image348.png"/><Relationship Id="rId420" Type="http://schemas.openxmlformats.org/officeDocument/2006/relationships/image" Target="../media/image451.png"/><Relationship Id="rId255" Type="http://schemas.openxmlformats.org/officeDocument/2006/relationships/image" Target="../media/image369.png"/><Relationship Id="rId297" Type="http://schemas.openxmlformats.org/officeDocument/2006/relationships/image" Target="../media/image390.png"/><Relationship Id="rId462" Type="http://schemas.openxmlformats.org/officeDocument/2006/relationships/image" Target="../media/image472.png"/><Relationship Id="rId115" Type="http://schemas.openxmlformats.org/officeDocument/2006/relationships/image" Target="../media/image300.png"/><Relationship Id="rId157" Type="http://schemas.openxmlformats.org/officeDocument/2006/relationships/image" Target="../media/image321.png"/><Relationship Id="rId322" Type="http://schemas.openxmlformats.org/officeDocument/2006/relationships/image" Target="../media/image402.png"/><Relationship Id="rId364" Type="http://schemas.openxmlformats.org/officeDocument/2006/relationships/image" Target="../media/image423.png"/><Relationship Id="rId61" Type="http://schemas.openxmlformats.org/officeDocument/2006/relationships/image" Target="../media/image273.png"/><Relationship Id="rId199" Type="http://schemas.openxmlformats.org/officeDocument/2006/relationships/image" Target="../media/image341.png"/><Relationship Id="rId19" Type="http://schemas.openxmlformats.org/officeDocument/2006/relationships/image" Target="../media/image253.png"/><Relationship Id="rId224" Type="http://schemas.openxmlformats.org/officeDocument/2006/relationships/customXml" Target="../ink/ink363.xml"/><Relationship Id="rId266" Type="http://schemas.openxmlformats.org/officeDocument/2006/relationships/customXml" Target="../ink/ink384.xml"/><Relationship Id="rId431" Type="http://schemas.openxmlformats.org/officeDocument/2006/relationships/customXml" Target="../ink/ink467.xml"/><Relationship Id="rId473" Type="http://schemas.openxmlformats.org/officeDocument/2006/relationships/customXml" Target="../ink/ink488.xml"/><Relationship Id="rId30" Type="http://schemas.openxmlformats.org/officeDocument/2006/relationships/customXml" Target="../ink/ink265.xml"/><Relationship Id="rId126" Type="http://schemas.openxmlformats.org/officeDocument/2006/relationships/customXml" Target="../ink/ink313.xml"/><Relationship Id="rId168" Type="http://schemas.openxmlformats.org/officeDocument/2006/relationships/customXml" Target="../ink/ink334.xml"/><Relationship Id="rId333" Type="http://schemas.openxmlformats.org/officeDocument/2006/relationships/customXml" Target="../ink/ink418.xml"/><Relationship Id="rId72" Type="http://schemas.openxmlformats.org/officeDocument/2006/relationships/customXml" Target="../ink/ink286.xml"/><Relationship Id="rId375" Type="http://schemas.openxmlformats.org/officeDocument/2006/relationships/customXml" Target="../ink/ink439.xml"/><Relationship Id="rId3" Type="http://schemas.openxmlformats.org/officeDocument/2006/relationships/image" Target="../media/image245.png"/><Relationship Id="rId235" Type="http://schemas.openxmlformats.org/officeDocument/2006/relationships/image" Target="../media/image359.png"/><Relationship Id="rId277" Type="http://schemas.openxmlformats.org/officeDocument/2006/relationships/image" Target="../media/image380.png"/><Relationship Id="rId400" Type="http://schemas.openxmlformats.org/officeDocument/2006/relationships/image" Target="../media/image441.png"/><Relationship Id="rId442" Type="http://schemas.openxmlformats.org/officeDocument/2006/relationships/image" Target="../media/image462.png"/><Relationship Id="rId484" Type="http://schemas.openxmlformats.org/officeDocument/2006/relationships/image" Target="../media/image483.png"/><Relationship Id="rId137" Type="http://schemas.openxmlformats.org/officeDocument/2006/relationships/image" Target="../media/image311.png"/><Relationship Id="rId302" Type="http://schemas.openxmlformats.org/officeDocument/2006/relationships/customXml" Target="../ink/ink402.xml"/><Relationship Id="rId344" Type="http://schemas.openxmlformats.org/officeDocument/2006/relationships/image" Target="../media/image413.png"/><Relationship Id="rId41" Type="http://schemas.openxmlformats.org/officeDocument/2006/relationships/image" Target="../media/image263.png"/><Relationship Id="rId83" Type="http://schemas.openxmlformats.org/officeDocument/2006/relationships/image" Target="../media/image284.png"/><Relationship Id="rId179" Type="http://schemas.openxmlformats.org/officeDocument/2006/relationships/image" Target="../media/image332.png"/><Relationship Id="rId386" Type="http://schemas.openxmlformats.org/officeDocument/2006/relationships/image" Target="../media/image434.png"/><Relationship Id="rId190" Type="http://schemas.openxmlformats.org/officeDocument/2006/relationships/image" Target="../media/image337.png"/><Relationship Id="rId204" Type="http://schemas.openxmlformats.org/officeDocument/2006/relationships/customXml" Target="../ink/ink353.xml"/><Relationship Id="rId246" Type="http://schemas.openxmlformats.org/officeDocument/2006/relationships/customXml" Target="../ink/ink374.xml"/><Relationship Id="rId288" Type="http://schemas.openxmlformats.org/officeDocument/2006/relationships/customXml" Target="../ink/ink395.xml"/><Relationship Id="rId411" Type="http://schemas.openxmlformats.org/officeDocument/2006/relationships/customXml" Target="../ink/ink457.xml"/><Relationship Id="rId453" Type="http://schemas.openxmlformats.org/officeDocument/2006/relationships/customXml" Target="../ink/ink478.xml"/><Relationship Id="rId509" Type="http://schemas.openxmlformats.org/officeDocument/2006/relationships/customXml" Target="../ink/ink506.xml"/><Relationship Id="rId106" Type="http://schemas.openxmlformats.org/officeDocument/2006/relationships/customXml" Target="../ink/ink303.xml"/><Relationship Id="rId313" Type="http://schemas.openxmlformats.org/officeDocument/2006/relationships/customXml" Target="../ink/ink408.xml"/><Relationship Id="rId495" Type="http://schemas.openxmlformats.org/officeDocument/2006/relationships/customXml" Target="../ink/ink499.xml"/><Relationship Id="rId10" Type="http://schemas.openxmlformats.org/officeDocument/2006/relationships/customXml" Target="../ink/ink255.xml"/><Relationship Id="rId52" Type="http://schemas.openxmlformats.org/officeDocument/2006/relationships/customXml" Target="../ink/ink276.xml"/><Relationship Id="rId94" Type="http://schemas.openxmlformats.org/officeDocument/2006/relationships/customXml" Target="../ink/ink297.xml"/><Relationship Id="rId148" Type="http://schemas.openxmlformats.org/officeDocument/2006/relationships/customXml" Target="../ink/ink324.xml"/><Relationship Id="rId355" Type="http://schemas.openxmlformats.org/officeDocument/2006/relationships/customXml" Target="../ink/ink429.xml"/><Relationship Id="rId397" Type="http://schemas.openxmlformats.org/officeDocument/2006/relationships/customXml" Target="../ink/ink450.xml"/><Relationship Id="rId215" Type="http://schemas.openxmlformats.org/officeDocument/2006/relationships/image" Target="../media/image349.png"/><Relationship Id="rId257" Type="http://schemas.openxmlformats.org/officeDocument/2006/relationships/image" Target="../media/image370.png"/><Relationship Id="rId422" Type="http://schemas.openxmlformats.org/officeDocument/2006/relationships/image" Target="../media/image452.png"/><Relationship Id="rId464" Type="http://schemas.openxmlformats.org/officeDocument/2006/relationships/image" Target="../media/image473.png"/><Relationship Id="rId299" Type="http://schemas.openxmlformats.org/officeDocument/2006/relationships/image" Target="../media/image391.png"/><Relationship Id="rId63" Type="http://schemas.openxmlformats.org/officeDocument/2006/relationships/image" Target="../media/image274.png"/><Relationship Id="rId159" Type="http://schemas.openxmlformats.org/officeDocument/2006/relationships/image" Target="../media/image322.png"/><Relationship Id="rId366" Type="http://schemas.openxmlformats.org/officeDocument/2006/relationships/image" Target="../media/image424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6.png"/><Relationship Id="rId299" Type="http://schemas.openxmlformats.org/officeDocument/2006/relationships/image" Target="../media/image646.png"/><Relationship Id="rId21" Type="http://schemas.openxmlformats.org/officeDocument/2006/relationships/image" Target="../media/image509.png"/><Relationship Id="rId63" Type="http://schemas.openxmlformats.org/officeDocument/2006/relationships/image" Target="../media/image529.png"/><Relationship Id="rId159" Type="http://schemas.openxmlformats.org/officeDocument/2006/relationships/image" Target="../media/image577.png"/><Relationship Id="rId170" Type="http://schemas.openxmlformats.org/officeDocument/2006/relationships/image" Target="../media/image582.png"/><Relationship Id="rId226" Type="http://schemas.openxmlformats.org/officeDocument/2006/relationships/image" Target="../media/image610.png"/><Relationship Id="rId268" Type="http://schemas.openxmlformats.org/officeDocument/2006/relationships/image" Target="../media/image631.png"/><Relationship Id="rId32" Type="http://schemas.openxmlformats.org/officeDocument/2006/relationships/customXml" Target="../ink/ink526.xml"/><Relationship Id="rId74" Type="http://schemas.openxmlformats.org/officeDocument/2006/relationships/customXml" Target="../ink/ink547.xml"/><Relationship Id="rId128" Type="http://schemas.openxmlformats.org/officeDocument/2006/relationships/customXml" Target="../ink/ink574.xml"/><Relationship Id="rId5" Type="http://schemas.openxmlformats.org/officeDocument/2006/relationships/image" Target="../media/image501.png"/><Relationship Id="rId181" Type="http://schemas.openxmlformats.org/officeDocument/2006/relationships/customXml" Target="../ink/ink601.xml"/><Relationship Id="rId237" Type="http://schemas.openxmlformats.org/officeDocument/2006/relationships/customXml" Target="../ink/ink629.xml"/><Relationship Id="rId279" Type="http://schemas.openxmlformats.org/officeDocument/2006/relationships/image" Target="../media/image636.png"/><Relationship Id="rId43" Type="http://schemas.openxmlformats.org/officeDocument/2006/relationships/image" Target="../media/image519.png"/><Relationship Id="rId139" Type="http://schemas.openxmlformats.org/officeDocument/2006/relationships/image" Target="../media/image567.png"/><Relationship Id="rId290" Type="http://schemas.openxmlformats.org/officeDocument/2006/relationships/customXml" Target="../ink/ink656.xml"/><Relationship Id="rId304" Type="http://schemas.openxmlformats.org/officeDocument/2006/relationships/customXml" Target="../ink/ink663.xml"/><Relationship Id="rId85" Type="http://schemas.openxmlformats.org/officeDocument/2006/relationships/image" Target="../media/image540.png"/><Relationship Id="rId150" Type="http://schemas.openxmlformats.org/officeDocument/2006/relationships/customXml" Target="../ink/ink585.xml"/><Relationship Id="rId192" Type="http://schemas.openxmlformats.org/officeDocument/2006/relationships/image" Target="../media/image593.png"/><Relationship Id="rId206" Type="http://schemas.openxmlformats.org/officeDocument/2006/relationships/image" Target="../media/image600.png"/><Relationship Id="rId248" Type="http://schemas.openxmlformats.org/officeDocument/2006/relationships/image" Target="../media/image621.png"/><Relationship Id="rId12" Type="http://schemas.openxmlformats.org/officeDocument/2006/relationships/customXml" Target="../ink/ink516.xml"/><Relationship Id="rId108" Type="http://schemas.openxmlformats.org/officeDocument/2006/relationships/customXml" Target="../ink/ink564.xml"/><Relationship Id="rId54" Type="http://schemas.openxmlformats.org/officeDocument/2006/relationships/customXml" Target="../ink/ink537.xml"/><Relationship Id="rId96" Type="http://schemas.openxmlformats.org/officeDocument/2006/relationships/customXml" Target="../ink/ink558.xml"/><Relationship Id="rId161" Type="http://schemas.openxmlformats.org/officeDocument/2006/relationships/customXml" Target="../ink/ink591.xml"/><Relationship Id="rId217" Type="http://schemas.openxmlformats.org/officeDocument/2006/relationships/customXml" Target="../ink/ink619.xml"/><Relationship Id="rId259" Type="http://schemas.openxmlformats.org/officeDocument/2006/relationships/customXml" Target="../ink/ink640.xml"/><Relationship Id="rId23" Type="http://schemas.openxmlformats.org/officeDocument/2006/relationships/image" Target="../media/image510.png"/><Relationship Id="rId119" Type="http://schemas.openxmlformats.org/officeDocument/2006/relationships/image" Target="../media/image557.png"/><Relationship Id="rId270" Type="http://schemas.openxmlformats.org/officeDocument/2006/relationships/image" Target="../media/image632.png"/><Relationship Id="rId65" Type="http://schemas.openxmlformats.org/officeDocument/2006/relationships/image" Target="../media/image530.png"/><Relationship Id="rId130" Type="http://schemas.openxmlformats.org/officeDocument/2006/relationships/customXml" Target="../ink/ink575.xml"/><Relationship Id="rId172" Type="http://schemas.openxmlformats.org/officeDocument/2006/relationships/image" Target="../media/image583.png"/><Relationship Id="rId193" Type="http://schemas.openxmlformats.org/officeDocument/2006/relationships/customXml" Target="../ink/ink607.xml"/><Relationship Id="rId207" Type="http://schemas.openxmlformats.org/officeDocument/2006/relationships/customXml" Target="../ink/ink614.xml"/><Relationship Id="rId228" Type="http://schemas.openxmlformats.org/officeDocument/2006/relationships/image" Target="../media/image611.png"/><Relationship Id="rId249" Type="http://schemas.openxmlformats.org/officeDocument/2006/relationships/customXml" Target="../ink/ink635.xml"/><Relationship Id="rId13" Type="http://schemas.openxmlformats.org/officeDocument/2006/relationships/image" Target="../media/image505.png"/><Relationship Id="rId109" Type="http://schemas.openxmlformats.org/officeDocument/2006/relationships/image" Target="../media/image552.png"/><Relationship Id="rId260" Type="http://schemas.openxmlformats.org/officeDocument/2006/relationships/image" Target="../media/image627.png"/><Relationship Id="rId281" Type="http://schemas.openxmlformats.org/officeDocument/2006/relationships/image" Target="../media/image637.png"/><Relationship Id="rId34" Type="http://schemas.openxmlformats.org/officeDocument/2006/relationships/customXml" Target="../ink/ink527.xml"/><Relationship Id="rId55" Type="http://schemas.openxmlformats.org/officeDocument/2006/relationships/image" Target="../media/image525.png"/><Relationship Id="rId76" Type="http://schemas.openxmlformats.org/officeDocument/2006/relationships/customXml" Target="../ink/ink548.xml"/><Relationship Id="rId97" Type="http://schemas.openxmlformats.org/officeDocument/2006/relationships/image" Target="../media/image546.png"/><Relationship Id="rId120" Type="http://schemas.openxmlformats.org/officeDocument/2006/relationships/customXml" Target="../ink/ink570.xml"/><Relationship Id="rId141" Type="http://schemas.openxmlformats.org/officeDocument/2006/relationships/image" Target="../media/image568.png"/><Relationship Id="rId7" Type="http://schemas.openxmlformats.org/officeDocument/2006/relationships/image" Target="../media/image502.png"/><Relationship Id="rId162" Type="http://schemas.openxmlformats.org/officeDocument/2006/relationships/image" Target="../media/image578.png"/><Relationship Id="rId183" Type="http://schemas.openxmlformats.org/officeDocument/2006/relationships/customXml" Target="../ink/ink602.xml"/><Relationship Id="rId218" Type="http://schemas.openxmlformats.org/officeDocument/2006/relationships/image" Target="../media/image606.png"/><Relationship Id="rId239" Type="http://schemas.openxmlformats.org/officeDocument/2006/relationships/customXml" Target="../ink/ink630.xml"/><Relationship Id="rId250" Type="http://schemas.openxmlformats.org/officeDocument/2006/relationships/image" Target="../media/image622.png"/><Relationship Id="rId271" Type="http://schemas.openxmlformats.org/officeDocument/2006/relationships/customXml" Target="../ink/ink646.xml"/><Relationship Id="rId292" Type="http://schemas.openxmlformats.org/officeDocument/2006/relationships/customXml" Target="../ink/ink657.xml"/><Relationship Id="rId306" Type="http://schemas.openxmlformats.org/officeDocument/2006/relationships/customXml" Target="../ink/ink664.xml"/><Relationship Id="rId24" Type="http://schemas.openxmlformats.org/officeDocument/2006/relationships/customXml" Target="../ink/ink522.xml"/><Relationship Id="rId45" Type="http://schemas.openxmlformats.org/officeDocument/2006/relationships/image" Target="../media/image520.png"/><Relationship Id="rId66" Type="http://schemas.openxmlformats.org/officeDocument/2006/relationships/customXml" Target="../ink/ink543.xml"/><Relationship Id="rId87" Type="http://schemas.openxmlformats.org/officeDocument/2006/relationships/image" Target="../media/image541.png"/><Relationship Id="rId110" Type="http://schemas.openxmlformats.org/officeDocument/2006/relationships/customXml" Target="../ink/ink565.xml"/><Relationship Id="rId131" Type="http://schemas.openxmlformats.org/officeDocument/2006/relationships/image" Target="../media/image563.png"/><Relationship Id="rId152" Type="http://schemas.openxmlformats.org/officeDocument/2006/relationships/customXml" Target="../ink/ink586.xml"/><Relationship Id="rId173" Type="http://schemas.openxmlformats.org/officeDocument/2006/relationships/customXml" Target="../ink/ink597.xml"/><Relationship Id="rId194" Type="http://schemas.openxmlformats.org/officeDocument/2006/relationships/image" Target="../media/image594.png"/><Relationship Id="rId208" Type="http://schemas.openxmlformats.org/officeDocument/2006/relationships/image" Target="../media/image601.png"/><Relationship Id="rId229" Type="http://schemas.openxmlformats.org/officeDocument/2006/relationships/customXml" Target="../ink/ink625.xml"/><Relationship Id="rId240" Type="http://schemas.openxmlformats.org/officeDocument/2006/relationships/image" Target="../media/image617.png"/><Relationship Id="rId261" Type="http://schemas.openxmlformats.org/officeDocument/2006/relationships/customXml" Target="../ink/ink641.xml"/><Relationship Id="rId14" Type="http://schemas.openxmlformats.org/officeDocument/2006/relationships/customXml" Target="../ink/ink517.xml"/><Relationship Id="rId35" Type="http://schemas.openxmlformats.org/officeDocument/2006/relationships/image" Target="../media/image289.png"/><Relationship Id="rId56" Type="http://schemas.openxmlformats.org/officeDocument/2006/relationships/customXml" Target="../ink/ink538.xml"/><Relationship Id="rId77" Type="http://schemas.openxmlformats.org/officeDocument/2006/relationships/image" Target="../media/image536.png"/><Relationship Id="rId100" Type="http://schemas.openxmlformats.org/officeDocument/2006/relationships/customXml" Target="../ink/ink560.xml"/><Relationship Id="rId282" Type="http://schemas.openxmlformats.org/officeDocument/2006/relationships/customXml" Target="../ink/ink652.xml"/><Relationship Id="rId8" Type="http://schemas.openxmlformats.org/officeDocument/2006/relationships/customXml" Target="../ink/ink514.xml"/><Relationship Id="rId98" Type="http://schemas.openxmlformats.org/officeDocument/2006/relationships/customXml" Target="../ink/ink559.xml"/><Relationship Id="rId121" Type="http://schemas.openxmlformats.org/officeDocument/2006/relationships/image" Target="../media/image558.png"/><Relationship Id="rId142" Type="http://schemas.openxmlformats.org/officeDocument/2006/relationships/customXml" Target="../ink/ink581.xml"/><Relationship Id="rId163" Type="http://schemas.openxmlformats.org/officeDocument/2006/relationships/customXml" Target="../ink/ink592.xml"/><Relationship Id="rId184" Type="http://schemas.openxmlformats.org/officeDocument/2006/relationships/image" Target="../media/image589.png"/><Relationship Id="rId219" Type="http://schemas.openxmlformats.org/officeDocument/2006/relationships/customXml" Target="../ink/ink620.xml"/><Relationship Id="rId230" Type="http://schemas.openxmlformats.org/officeDocument/2006/relationships/image" Target="../media/image612.png"/><Relationship Id="rId251" Type="http://schemas.openxmlformats.org/officeDocument/2006/relationships/customXml" Target="../ink/ink636.xml"/><Relationship Id="rId25" Type="http://schemas.openxmlformats.org/officeDocument/2006/relationships/image" Target="../media/image511.png"/><Relationship Id="rId46" Type="http://schemas.openxmlformats.org/officeDocument/2006/relationships/customXml" Target="../ink/ink533.xml"/><Relationship Id="rId67" Type="http://schemas.openxmlformats.org/officeDocument/2006/relationships/image" Target="../media/image531.png"/><Relationship Id="rId272" Type="http://schemas.openxmlformats.org/officeDocument/2006/relationships/image" Target="../media/image633.png"/><Relationship Id="rId293" Type="http://schemas.openxmlformats.org/officeDocument/2006/relationships/image" Target="../media/image643.png"/><Relationship Id="rId307" Type="http://schemas.openxmlformats.org/officeDocument/2006/relationships/image" Target="../media/image650.png"/><Relationship Id="rId88" Type="http://schemas.openxmlformats.org/officeDocument/2006/relationships/customXml" Target="../ink/ink554.xml"/><Relationship Id="rId111" Type="http://schemas.openxmlformats.org/officeDocument/2006/relationships/image" Target="../media/image553.png"/><Relationship Id="rId132" Type="http://schemas.openxmlformats.org/officeDocument/2006/relationships/customXml" Target="../ink/ink576.xml"/><Relationship Id="rId153" Type="http://schemas.openxmlformats.org/officeDocument/2006/relationships/image" Target="../media/image574.png"/><Relationship Id="rId174" Type="http://schemas.openxmlformats.org/officeDocument/2006/relationships/image" Target="../media/image584.png"/><Relationship Id="rId195" Type="http://schemas.openxmlformats.org/officeDocument/2006/relationships/customXml" Target="../ink/ink608.xml"/><Relationship Id="rId209" Type="http://schemas.openxmlformats.org/officeDocument/2006/relationships/customXml" Target="../ink/ink615.xml"/><Relationship Id="rId220" Type="http://schemas.openxmlformats.org/officeDocument/2006/relationships/image" Target="../media/image607.png"/><Relationship Id="rId241" Type="http://schemas.openxmlformats.org/officeDocument/2006/relationships/customXml" Target="../ink/ink631.xml"/><Relationship Id="rId15" Type="http://schemas.openxmlformats.org/officeDocument/2006/relationships/image" Target="../media/image506.png"/><Relationship Id="rId36" Type="http://schemas.openxmlformats.org/officeDocument/2006/relationships/customXml" Target="../ink/ink528.xml"/><Relationship Id="rId57" Type="http://schemas.openxmlformats.org/officeDocument/2006/relationships/image" Target="../media/image526.png"/><Relationship Id="rId262" Type="http://schemas.openxmlformats.org/officeDocument/2006/relationships/image" Target="../media/image628.png"/><Relationship Id="rId283" Type="http://schemas.openxmlformats.org/officeDocument/2006/relationships/image" Target="../media/image638.png"/><Relationship Id="rId78" Type="http://schemas.openxmlformats.org/officeDocument/2006/relationships/customXml" Target="../ink/ink549.xml"/><Relationship Id="rId99" Type="http://schemas.openxmlformats.org/officeDocument/2006/relationships/image" Target="../media/image547.png"/><Relationship Id="rId101" Type="http://schemas.openxmlformats.org/officeDocument/2006/relationships/image" Target="../media/image548.png"/><Relationship Id="rId122" Type="http://schemas.openxmlformats.org/officeDocument/2006/relationships/customXml" Target="../ink/ink571.xml"/><Relationship Id="rId143" Type="http://schemas.openxmlformats.org/officeDocument/2006/relationships/image" Target="../media/image569.png"/><Relationship Id="rId164" Type="http://schemas.openxmlformats.org/officeDocument/2006/relationships/image" Target="../media/image579.png"/><Relationship Id="rId185" Type="http://schemas.openxmlformats.org/officeDocument/2006/relationships/customXml" Target="../ink/ink603.xml"/><Relationship Id="rId9" Type="http://schemas.openxmlformats.org/officeDocument/2006/relationships/image" Target="../media/image503.png"/><Relationship Id="rId210" Type="http://schemas.openxmlformats.org/officeDocument/2006/relationships/image" Target="../media/image602.png"/><Relationship Id="rId26" Type="http://schemas.openxmlformats.org/officeDocument/2006/relationships/customXml" Target="../ink/ink523.xml"/><Relationship Id="rId231" Type="http://schemas.openxmlformats.org/officeDocument/2006/relationships/customXml" Target="../ink/ink626.xml"/><Relationship Id="rId252" Type="http://schemas.openxmlformats.org/officeDocument/2006/relationships/image" Target="../media/image623.png"/><Relationship Id="rId273" Type="http://schemas.openxmlformats.org/officeDocument/2006/relationships/customXml" Target="../ink/ink647.xml"/><Relationship Id="rId294" Type="http://schemas.openxmlformats.org/officeDocument/2006/relationships/customXml" Target="../ink/ink658.xml"/><Relationship Id="rId308" Type="http://schemas.openxmlformats.org/officeDocument/2006/relationships/customXml" Target="../ink/ink665.xml"/><Relationship Id="rId47" Type="http://schemas.openxmlformats.org/officeDocument/2006/relationships/image" Target="../media/image521.png"/><Relationship Id="rId68" Type="http://schemas.openxmlformats.org/officeDocument/2006/relationships/customXml" Target="../ink/ink544.xml"/><Relationship Id="rId89" Type="http://schemas.openxmlformats.org/officeDocument/2006/relationships/image" Target="../media/image542.png"/><Relationship Id="rId112" Type="http://schemas.openxmlformats.org/officeDocument/2006/relationships/customXml" Target="../ink/ink566.xml"/><Relationship Id="rId133" Type="http://schemas.openxmlformats.org/officeDocument/2006/relationships/image" Target="../media/image564.png"/><Relationship Id="rId154" Type="http://schemas.openxmlformats.org/officeDocument/2006/relationships/customXml" Target="../ink/ink587.xml"/><Relationship Id="rId175" Type="http://schemas.openxmlformats.org/officeDocument/2006/relationships/customXml" Target="../ink/ink598.xml"/><Relationship Id="rId196" Type="http://schemas.openxmlformats.org/officeDocument/2006/relationships/image" Target="../media/image595.png"/><Relationship Id="rId200" Type="http://schemas.openxmlformats.org/officeDocument/2006/relationships/image" Target="../media/image597.png"/><Relationship Id="rId16" Type="http://schemas.openxmlformats.org/officeDocument/2006/relationships/customXml" Target="../ink/ink518.xml"/><Relationship Id="rId221" Type="http://schemas.openxmlformats.org/officeDocument/2006/relationships/customXml" Target="../ink/ink621.xml"/><Relationship Id="rId242" Type="http://schemas.openxmlformats.org/officeDocument/2006/relationships/image" Target="../media/image618.png"/><Relationship Id="rId263" Type="http://schemas.openxmlformats.org/officeDocument/2006/relationships/customXml" Target="../ink/ink642.xml"/><Relationship Id="rId284" Type="http://schemas.openxmlformats.org/officeDocument/2006/relationships/customXml" Target="../ink/ink653.xml"/><Relationship Id="rId37" Type="http://schemas.openxmlformats.org/officeDocument/2006/relationships/image" Target="../media/image516.png"/><Relationship Id="rId58" Type="http://schemas.openxmlformats.org/officeDocument/2006/relationships/customXml" Target="../ink/ink539.xml"/><Relationship Id="rId79" Type="http://schemas.openxmlformats.org/officeDocument/2006/relationships/image" Target="../media/image537.png"/><Relationship Id="rId102" Type="http://schemas.openxmlformats.org/officeDocument/2006/relationships/customXml" Target="../ink/ink561.xml"/><Relationship Id="rId123" Type="http://schemas.openxmlformats.org/officeDocument/2006/relationships/image" Target="../media/image559.png"/><Relationship Id="rId144" Type="http://schemas.openxmlformats.org/officeDocument/2006/relationships/customXml" Target="../ink/ink582.xml"/><Relationship Id="rId90" Type="http://schemas.openxmlformats.org/officeDocument/2006/relationships/customXml" Target="../ink/ink555.xml"/><Relationship Id="rId165" Type="http://schemas.openxmlformats.org/officeDocument/2006/relationships/customXml" Target="../ink/ink593.xml"/><Relationship Id="rId186" Type="http://schemas.openxmlformats.org/officeDocument/2006/relationships/image" Target="../media/image590.png"/><Relationship Id="rId211" Type="http://schemas.openxmlformats.org/officeDocument/2006/relationships/customXml" Target="../ink/ink616.xml"/><Relationship Id="rId232" Type="http://schemas.openxmlformats.org/officeDocument/2006/relationships/image" Target="../media/image613.png"/><Relationship Id="rId253" Type="http://schemas.openxmlformats.org/officeDocument/2006/relationships/customXml" Target="../ink/ink637.xml"/><Relationship Id="rId274" Type="http://schemas.openxmlformats.org/officeDocument/2006/relationships/customXml" Target="../ink/ink648.xml"/><Relationship Id="rId295" Type="http://schemas.openxmlformats.org/officeDocument/2006/relationships/image" Target="../media/image644.png"/><Relationship Id="rId309" Type="http://schemas.openxmlformats.org/officeDocument/2006/relationships/image" Target="../media/image651.png"/><Relationship Id="rId27" Type="http://schemas.openxmlformats.org/officeDocument/2006/relationships/image" Target="../media/image512.png"/><Relationship Id="rId48" Type="http://schemas.openxmlformats.org/officeDocument/2006/relationships/customXml" Target="../ink/ink534.xml"/><Relationship Id="rId69" Type="http://schemas.openxmlformats.org/officeDocument/2006/relationships/image" Target="../media/image532.png"/><Relationship Id="rId113" Type="http://schemas.openxmlformats.org/officeDocument/2006/relationships/image" Target="../media/image554.png"/><Relationship Id="rId134" Type="http://schemas.openxmlformats.org/officeDocument/2006/relationships/customXml" Target="../ink/ink577.xml"/><Relationship Id="rId80" Type="http://schemas.openxmlformats.org/officeDocument/2006/relationships/customXml" Target="../ink/ink550.xml"/><Relationship Id="rId155" Type="http://schemas.openxmlformats.org/officeDocument/2006/relationships/image" Target="../media/image575.png"/><Relationship Id="rId176" Type="http://schemas.openxmlformats.org/officeDocument/2006/relationships/image" Target="../media/image585.png"/><Relationship Id="rId197" Type="http://schemas.openxmlformats.org/officeDocument/2006/relationships/customXml" Target="../ink/ink609.xml"/><Relationship Id="rId201" Type="http://schemas.openxmlformats.org/officeDocument/2006/relationships/customXml" Target="../ink/ink611.xml"/><Relationship Id="rId222" Type="http://schemas.openxmlformats.org/officeDocument/2006/relationships/image" Target="../media/image608.png"/><Relationship Id="rId243" Type="http://schemas.openxmlformats.org/officeDocument/2006/relationships/customXml" Target="../ink/ink632.xml"/><Relationship Id="rId264" Type="http://schemas.openxmlformats.org/officeDocument/2006/relationships/image" Target="../media/image629.png"/><Relationship Id="rId285" Type="http://schemas.openxmlformats.org/officeDocument/2006/relationships/image" Target="../media/image639.png"/><Relationship Id="rId17" Type="http://schemas.openxmlformats.org/officeDocument/2006/relationships/image" Target="../media/image507.png"/><Relationship Id="rId38" Type="http://schemas.openxmlformats.org/officeDocument/2006/relationships/customXml" Target="../ink/ink529.xml"/><Relationship Id="rId59" Type="http://schemas.openxmlformats.org/officeDocument/2006/relationships/image" Target="../media/image527.png"/><Relationship Id="rId103" Type="http://schemas.openxmlformats.org/officeDocument/2006/relationships/image" Target="../media/image549.png"/><Relationship Id="rId124" Type="http://schemas.openxmlformats.org/officeDocument/2006/relationships/customXml" Target="../ink/ink572.xml"/><Relationship Id="rId310" Type="http://schemas.openxmlformats.org/officeDocument/2006/relationships/customXml" Target="../ink/ink666.xml"/><Relationship Id="rId70" Type="http://schemas.openxmlformats.org/officeDocument/2006/relationships/customXml" Target="../ink/ink545.xml"/><Relationship Id="rId91" Type="http://schemas.openxmlformats.org/officeDocument/2006/relationships/image" Target="../media/image543.png"/><Relationship Id="rId145" Type="http://schemas.openxmlformats.org/officeDocument/2006/relationships/image" Target="../media/image570.png"/><Relationship Id="rId166" Type="http://schemas.openxmlformats.org/officeDocument/2006/relationships/image" Target="../media/image580.png"/><Relationship Id="rId187" Type="http://schemas.openxmlformats.org/officeDocument/2006/relationships/customXml" Target="../ink/ink60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603.png"/><Relationship Id="rId233" Type="http://schemas.openxmlformats.org/officeDocument/2006/relationships/customXml" Target="../ink/ink627.xml"/><Relationship Id="rId254" Type="http://schemas.openxmlformats.org/officeDocument/2006/relationships/image" Target="../media/image624.png"/><Relationship Id="rId28" Type="http://schemas.openxmlformats.org/officeDocument/2006/relationships/customXml" Target="../ink/ink524.xml"/><Relationship Id="rId49" Type="http://schemas.openxmlformats.org/officeDocument/2006/relationships/image" Target="../media/image522.png"/><Relationship Id="rId114" Type="http://schemas.openxmlformats.org/officeDocument/2006/relationships/customXml" Target="../ink/ink567.xml"/><Relationship Id="rId275" Type="http://schemas.openxmlformats.org/officeDocument/2006/relationships/image" Target="../media/image634.png"/><Relationship Id="rId296" Type="http://schemas.openxmlformats.org/officeDocument/2006/relationships/customXml" Target="../ink/ink659.xml"/><Relationship Id="rId300" Type="http://schemas.openxmlformats.org/officeDocument/2006/relationships/customXml" Target="../ink/ink661.xml"/><Relationship Id="rId60" Type="http://schemas.openxmlformats.org/officeDocument/2006/relationships/customXml" Target="../ink/ink540.xml"/><Relationship Id="rId81" Type="http://schemas.openxmlformats.org/officeDocument/2006/relationships/image" Target="../media/image538.png"/><Relationship Id="rId135" Type="http://schemas.openxmlformats.org/officeDocument/2006/relationships/image" Target="../media/image565.png"/><Relationship Id="rId156" Type="http://schemas.openxmlformats.org/officeDocument/2006/relationships/customXml" Target="../ink/ink588.xml"/><Relationship Id="rId177" Type="http://schemas.openxmlformats.org/officeDocument/2006/relationships/customXml" Target="../ink/ink599.xml"/><Relationship Id="rId198" Type="http://schemas.openxmlformats.org/officeDocument/2006/relationships/image" Target="../media/image596.png"/><Relationship Id="rId202" Type="http://schemas.openxmlformats.org/officeDocument/2006/relationships/image" Target="../media/image598.png"/><Relationship Id="rId223" Type="http://schemas.openxmlformats.org/officeDocument/2006/relationships/customXml" Target="../ink/ink622.xml"/><Relationship Id="rId244" Type="http://schemas.openxmlformats.org/officeDocument/2006/relationships/image" Target="../media/image619.png"/><Relationship Id="rId18" Type="http://schemas.openxmlformats.org/officeDocument/2006/relationships/customXml" Target="../ink/ink519.xml"/><Relationship Id="rId39" Type="http://schemas.openxmlformats.org/officeDocument/2006/relationships/image" Target="../media/image517.png"/><Relationship Id="rId265" Type="http://schemas.openxmlformats.org/officeDocument/2006/relationships/customXml" Target="../ink/ink643.xml"/><Relationship Id="rId286" Type="http://schemas.openxmlformats.org/officeDocument/2006/relationships/customXml" Target="../ink/ink654.xml"/><Relationship Id="rId50" Type="http://schemas.openxmlformats.org/officeDocument/2006/relationships/customXml" Target="../ink/ink535.xml"/><Relationship Id="rId104" Type="http://schemas.openxmlformats.org/officeDocument/2006/relationships/customXml" Target="../ink/ink562.xml"/><Relationship Id="rId125" Type="http://schemas.openxmlformats.org/officeDocument/2006/relationships/image" Target="../media/image560.png"/><Relationship Id="rId146" Type="http://schemas.openxmlformats.org/officeDocument/2006/relationships/customXml" Target="../ink/ink583.xml"/><Relationship Id="rId167" Type="http://schemas.openxmlformats.org/officeDocument/2006/relationships/customXml" Target="../ink/ink594.xml"/><Relationship Id="rId188" Type="http://schemas.openxmlformats.org/officeDocument/2006/relationships/image" Target="../media/image591.png"/><Relationship Id="rId311" Type="http://schemas.openxmlformats.org/officeDocument/2006/relationships/image" Target="../media/image652.png"/><Relationship Id="rId71" Type="http://schemas.openxmlformats.org/officeDocument/2006/relationships/image" Target="../media/image533.png"/><Relationship Id="rId92" Type="http://schemas.openxmlformats.org/officeDocument/2006/relationships/customXml" Target="../ink/ink556.xml"/><Relationship Id="rId213" Type="http://schemas.openxmlformats.org/officeDocument/2006/relationships/customXml" Target="../ink/ink617.xml"/><Relationship Id="rId234" Type="http://schemas.openxmlformats.org/officeDocument/2006/relationships/image" Target="../media/image614.png"/><Relationship Id="rId2" Type="http://schemas.openxmlformats.org/officeDocument/2006/relationships/customXml" Target="../ink/ink511.xml"/><Relationship Id="rId29" Type="http://schemas.openxmlformats.org/officeDocument/2006/relationships/image" Target="../media/image513.png"/><Relationship Id="rId255" Type="http://schemas.openxmlformats.org/officeDocument/2006/relationships/customXml" Target="../ink/ink638.xml"/><Relationship Id="rId276" Type="http://schemas.openxmlformats.org/officeDocument/2006/relationships/customXml" Target="../ink/ink649.xml"/><Relationship Id="rId297" Type="http://schemas.openxmlformats.org/officeDocument/2006/relationships/image" Target="../media/image645.png"/><Relationship Id="rId40" Type="http://schemas.openxmlformats.org/officeDocument/2006/relationships/customXml" Target="../ink/ink530.xml"/><Relationship Id="rId115" Type="http://schemas.openxmlformats.org/officeDocument/2006/relationships/image" Target="../media/image555.png"/><Relationship Id="rId136" Type="http://schemas.openxmlformats.org/officeDocument/2006/relationships/customXml" Target="../ink/ink578.xml"/><Relationship Id="rId157" Type="http://schemas.openxmlformats.org/officeDocument/2006/relationships/image" Target="../media/image576.png"/><Relationship Id="rId178" Type="http://schemas.openxmlformats.org/officeDocument/2006/relationships/image" Target="../media/image586.png"/><Relationship Id="rId301" Type="http://schemas.openxmlformats.org/officeDocument/2006/relationships/image" Target="../media/image647.png"/><Relationship Id="rId61" Type="http://schemas.openxmlformats.org/officeDocument/2006/relationships/image" Target="../media/image528.png"/><Relationship Id="rId82" Type="http://schemas.openxmlformats.org/officeDocument/2006/relationships/customXml" Target="../ink/ink551.xml"/><Relationship Id="rId199" Type="http://schemas.openxmlformats.org/officeDocument/2006/relationships/customXml" Target="../ink/ink610.xml"/><Relationship Id="rId203" Type="http://schemas.openxmlformats.org/officeDocument/2006/relationships/customXml" Target="../ink/ink612.xml"/><Relationship Id="rId19" Type="http://schemas.openxmlformats.org/officeDocument/2006/relationships/image" Target="../media/image508.png"/><Relationship Id="rId224" Type="http://schemas.openxmlformats.org/officeDocument/2006/relationships/image" Target="../media/image609.png"/><Relationship Id="rId245" Type="http://schemas.openxmlformats.org/officeDocument/2006/relationships/customXml" Target="../ink/ink633.xml"/><Relationship Id="rId266" Type="http://schemas.openxmlformats.org/officeDocument/2006/relationships/image" Target="../media/image630.png"/><Relationship Id="rId287" Type="http://schemas.openxmlformats.org/officeDocument/2006/relationships/image" Target="../media/image640.png"/><Relationship Id="rId30" Type="http://schemas.openxmlformats.org/officeDocument/2006/relationships/customXml" Target="../ink/ink525.xml"/><Relationship Id="rId105" Type="http://schemas.openxmlformats.org/officeDocument/2006/relationships/image" Target="../media/image550.png"/><Relationship Id="rId126" Type="http://schemas.openxmlformats.org/officeDocument/2006/relationships/customXml" Target="../ink/ink573.xml"/><Relationship Id="rId147" Type="http://schemas.openxmlformats.org/officeDocument/2006/relationships/image" Target="../media/image571.png"/><Relationship Id="rId168" Type="http://schemas.openxmlformats.org/officeDocument/2006/relationships/image" Target="../media/image581.png"/><Relationship Id="rId312" Type="http://schemas.openxmlformats.org/officeDocument/2006/relationships/customXml" Target="../ink/ink667.xml"/><Relationship Id="rId51" Type="http://schemas.openxmlformats.org/officeDocument/2006/relationships/image" Target="../media/image523.png"/><Relationship Id="rId72" Type="http://schemas.openxmlformats.org/officeDocument/2006/relationships/customXml" Target="../ink/ink546.xml"/><Relationship Id="rId93" Type="http://schemas.openxmlformats.org/officeDocument/2006/relationships/image" Target="../media/image544.png"/><Relationship Id="rId189" Type="http://schemas.openxmlformats.org/officeDocument/2006/relationships/customXml" Target="../ink/ink605.xml"/><Relationship Id="rId3" Type="http://schemas.openxmlformats.org/officeDocument/2006/relationships/image" Target="../media/image500.png"/><Relationship Id="rId214" Type="http://schemas.openxmlformats.org/officeDocument/2006/relationships/image" Target="../media/image604.png"/><Relationship Id="rId235" Type="http://schemas.openxmlformats.org/officeDocument/2006/relationships/customXml" Target="../ink/ink628.xml"/><Relationship Id="rId256" Type="http://schemas.openxmlformats.org/officeDocument/2006/relationships/image" Target="../media/image625.png"/><Relationship Id="rId277" Type="http://schemas.openxmlformats.org/officeDocument/2006/relationships/image" Target="../media/image635.png"/><Relationship Id="rId298" Type="http://schemas.openxmlformats.org/officeDocument/2006/relationships/customXml" Target="../ink/ink660.xml"/><Relationship Id="rId116" Type="http://schemas.openxmlformats.org/officeDocument/2006/relationships/customXml" Target="../ink/ink568.xml"/><Relationship Id="rId137" Type="http://schemas.openxmlformats.org/officeDocument/2006/relationships/image" Target="../media/image566.png"/><Relationship Id="rId158" Type="http://schemas.openxmlformats.org/officeDocument/2006/relationships/customXml" Target="../ink/ink589.xml"/><Relationship Id="rId302" Type="http://schemas.openxmlformats.org/officeDocument/2006/relationships/customXml" Target="../ink/ink662.xml"/><Relationship Id="rId20" Type="http://schemas.openxmlformats.org/officeDocument/2006/relationships/customXml" Target="../ink/ink520.xml"/><Relationship Id="rId41" Type="http://schemas.openxmlformats.org/officeDocument/2006/relationships/image" Target="../media/image518.png"/><Relationship Id="rId62" Type="http://schemas.openxmlformats.org/officeDocument/2006/relationships/customXml" Target="../ink/ink541.xml"/><Relationship Id="rId83" Type="http://schemas.openxmlformats.org/officeDocument/2006/relationships/image" Target="../media/image539.png"/><Relationship Id="rId179" Type="http://schemas.openxmlformats.org/officeDocument/2006/relationships/customXml" Target="../ink/ink600.xml"/><Relationship Id="rId190" Type="http://schemas.openxmlformats.org/officeDocument/2006/relationships/image" Target="../media/image592.png"/><Relationship Id="rId204" Type="http://schemas.openxmlformats.org/officeDocument/2006/relationships/image" Target="../media/image599.png"/><Relationship Id="rId225" Type="http://schemas.openxmlformats.org/officeDocument/2006/relationships/customXml" Target="../ink/ink623.xml"/><Relationship Id="rId246" Type="http://schemas.openxmlformats.org/officeDocument/2006/relationships/image" Target="../media/image620.png"/><Relationship Id="rId267" Type="http://schemas.openxmlformats.org/officeDocument/2006/relationships/customXml" Target="../ink/ink644.xml"/><Relationship Id="rId288" Type="http://schemas.openxmlformats.org/officeDocument/2006/relationships/customXml" Target="../ink/ink655.xml"/><Relationship Id="rId106" Type="http://schemas.openxmlformats.org/officeDocument/2006/relationships/customXml" Target="../ink/ink563.xml"/><Relationship Id="rId127" Type="http://schemas.openxmlformats.org/officeDocument/2006/relationships/image" Target="../media/image561.png"/><Relationship Id="rId313" Type="http://schemas.openxmlformats.org/officeDocument/2006/relationships/image" Target="../media/image653.png"/><Relationship Id="rId10" Type="http://schemas.openxmlformats.org/officeDocument/2006/relationships/customXml" Target="../ink/ink515.xml"/><Relationship Id="rId31" Type="http://schemas.openxmlformats.org/officeDocument/2006/relationships/image" Target="../media/image514.png"/><Relationship Id="rId52" Type="http://schemas.openxmlformats.org/officeDocument/2006/relationships/customXml" Target="../ink/ink536.xml"/><Relationship Id="rId73" Type="http://schemas.openxmlformats.org/officeDocument/2006/relationships/image" Target="../media/image534.png"/><Relationship Id="rId94" Type="http://schemas.openxmlformats.org/officeDocument/2006/relationships/customXml" Target="../ink/ink557.xml"/><Relationship Id="rId148" Type="http://schemas.openxmlformats.org/officeDocument/2006/relationships/customXml" Target="../ink/ink584.xml"/><Relationship Id="rId169" Type="http://schemas.openxmlformats.org/officeDocument/2006/relationships/customXml" Target="../ink/ink595.xml"/><Relationship Id="rId4" Type="http://schemas.openxmlformats.org/officeDocument/2006/relationships/customXml" Target="../ink/ink512.xml"/><Relationship Id="rId180" Type="http://schemas.openxmlformats.org/officeDocument/2006/relationships/image" Target="../media/image587.png"/><Relationship Id="rId215" Type="http://schemas.openxmlformats.org/officeDocument/2006/relationships/customXml" Target="../ink/ink618.xml"/><Relationship Id="rId236" Type="http://schemas.openxmlformats.org/officeDocument/2006/relationships/image" Target="../media/image615.png"/><Relationship Id="rId257" Type="http://schemas.openxmlformats.org/officeDocument/2006/relationships/customXml" Target="../ink/ink639.xml"/><Relationship Id="rId278" Type="http://schemas.openxmlformats.org/officeDocument/2006/relationships/customXml" Target="../ink/ink650.xml"/><Relationship Id="rId303" Type="http://schemas.openxmlformats.org/officeDocument/2006/relationships/image" Target="../media/image648.png"/><Relationship Id="rId42" Type="http://schemas.openxmlformats.org/officeDocument/2006/relationships/customXml" Target="../ink/ink531.xml"/><Relationship Id="rId84" Type="http://schemas.openxmlformats.org/officeDocument/2006/relationships/customXml" Target="../ink/ink552.xml"/><Relationship Id="rId138" Type="http://schemas.openxmlformats.org/officeDocument/2006/relationships/customXml" Target="../ink/ink579.xml"/><Relationship Id="rId191" Type="http://schemas.openxmlformats.org/officeDocument/2006/relationships/customXml" Target="../ink/ink606.xml"/><Relationship Id="rId205" Type="http://schemas.openxmlformats.org/officeDocument/2006/relationships/customXml" Target="../ink/ink613.xml"/><Relationship Id="rId247" Type="http://schemas.openxmlformats.org/officeDocument/2006/relationships/customXml" Target="../ink/ink634.xml"/><Relationship Id="rId107" Type="http://schemas.openxmlformats.org/officeDocument/2006/relationships/image" Target="../media/image551.png"/><Relationship Id="rId289" Type="http://schemas.openxmlformats.org/officeDocument/2006/relationships/image" Target="../media/image641.png"/><Relationship Id="rId11" Type="http://schemas.openxmlformats.org/officeDocument/2006/relationships/image" Target="../media/image504.png"/><Relationship Id="rId53" Type="http://schemas.openxmlformats.org/officeDocument/2006/relationships/image" Target="../media/image524.png"/><Relationship Id="rId149" Type="http://schemas.openxmlformats.org/officeDocument/2006/relationships/image" Target="../media/image572.png"/><Relationship Id="rId95" Type="http://schemas.openxmlformats.org/officeDocument/2006/relationships/image" Target="../media/image545.png"/><Relationship Id="rId160" Type="http://schemas.openxmlformats.org/officeDocument/2006/relationships/customXml" Target="../ink/ink590.xml"/><Relationship Id="rId216" Type="http://schemas.openxmlformats.org/officeDocument/2006/relationships/image" Target="../media/image605.png"/><Relationship Id="rId258" Type="http://schemas.openxmlformats.org/officeDocument/2006/relationships/image" Target="../media/image626.png"/><Relationship Id="rId22" Type="http://schemas.openxmlformats.org/officeDocument/2006/relationships/customXml" Target="../ink/ink521.xml"/><Relationship Id="rId64" Type="http://schemas.openxmlformats.org/officeDocument/2006/relationships/customXml" Target="../ink/ink542.xml"/><Relationship Id="rId118" Type="http://schemas.openxmlformats.org/officeDocument/2006/relationships/customXml" Target="../ink/ink569.xml"/><Relationship Id="rId171" Type="http://schemas.openxmlformats.org/officeDocument/2006/relationships/customXml" Target="../ink/ink596.xml"/><Relationship Id="rId227" Type="http://schemas.openxmlformats.org/officeDocument/2006/relationships/customXml" Target="../ink/ink624.xml"/><Relationship Id="rId269" Type="http://schemas.openxmlformats.org/officeDocument/2006/relationships/customXml" Target="../ink/ink645.xml"/><Relationship Id="rId33" Type="http://schemas.openxmlformats.org/officeDocument/2006/relationships/image" Target="../media/image515.png"/><Relationship Id="rId129" Type="http://schemas.openxmlformats.org/officeDocument/2006/relationships/image" Target="../media/image562.png"/><Relationship Id="rId280" Type="http://schemas.openxmlformats.org/officeDocument/2006/relationships/customXml" Target="../ink/ink651.xml"/><Relationship Id="rId75" Type="http://schemas.openxmlformats.org/officeDocument/2006/relationships/image" Target="../media/image535.png"/><Relationship Id="rId140" Type="http://schemas.openxmlformats.org/officeDocument/2006/relationships/customXml" Target="../ink/ink580.xml"/><Relationship Id="rId182" Type="http://schemas.openxmlformats.org/officeDocument/2006/relationships/image" Target="../media/image588.png"/><Relationship Id="rId6" Type="http://schemas.openxmlformats.org/officeDocument/2006/relationships/customXml" Target="../ink/ink513.xml"/><Relationship Id="rId238" Type="http://schemas.openxmlformats.org/officeDocument/2006/relationships/image" Target="../media/image616.png"/><Relationship Id="rId291" Type="http://schemas.openxmlformats.org/officeDocument/2006/relationships/image" Target="../media/image642.png"/><Relationship Id="rId305" Type="http://schemas.openxmlformats.org/officeDocument/2006/relationships/image" Target="../media/image649.png"/><Relationship Id="rId44" Type="http://schemas.openxmlformats.org/officeDocument/2006/relationships/customXml" Target="../ink/ink532.xml"/><Relationship Id="rId86" Type="http://schemas.openxmlformats.org/officeDocument/2006/relationships/customXml" Target="../ink/ink553.xml"/><Relationship Id="rId151" Type="http://schemas.openxmlformats.org/officeDocument/2006/relationships/image" Target="../media/image573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10.png"/><Relationship Id="rId299" Type="http://schemas.openxmlformats.org/officeDocument/2006/relationships/image" Target="../media/image801.png"/><Relationship Id="rId21" Type="http://schemas.openxmlformats.org/officeDocument/2006/relationships/image" Target="../media/image662.png"/><Relationship Id="rId63" Type="http://schemas.openxmlformats.org/officeDocument/2006/relationships/image" Target="../media/image683.png"/><Relationship Id="rId159" Type="http://schemas.openxmlformats.org/officeDocument/2006/relationships/image" Target="../media/image731.png"/><Relationship Id="rId324" Type="http://schemas.openxmlformats.org/officeDocument/2006/relationships/customXml" Target="../ink/ink829.xml"/><Relationship Id="rId366" Type="http://schemas.openxmlformats.org/officeDocument/2006/relationships/customXml" Target="../ink/ink850.xml"/><Relationship Id="rId170" Type="http://schemas.openxmlformats.org/officeDocument/2006/relationships/customXml" Target="../ink/ink752.xml"/><Relationship Id="rId226" Type="http://schemas.openxmlformats.org/officeDocument/2006/relationships/customXml" Target="../ink/ink780.xml"/><Relationship Id="rId433" Type="http://schemas.openxmlformats.org/officeDocument/2006/relationships/image" Target="../media/image868.png"/><Relationship Id="rId268" Type="http://schemas.openxmlformats.org/officeDocument/2006/relationships/customXml" Target="../ink/ink801.xml"/><Relationship Id="rId32" Type="http://schemas.openxmlformats.org/officeDocument/2006/relationships/customXml" Target="../ink/ink683.xml"/><Relationship Id="rId74" Type="http://schemas.openxmlformats.org/officeDocument/2006/relationships/customXml" Target="../ink/ink704.xml"/><Relationship Id="rId128" Type="http://schemas.openxmlformats.org/officeDocument/2006/relationships/customXml" Target="../ink/ink731.xml"/><Relationship Id="rId335" Type="http://schemas.openxmlformats.org/officeDocument/2006/relationships/image" Target="../media/image819.png"/><Relationship Id="rId377" Type="http://schemas.openxmlformats.org/officeDocument/2006/relationships/image" Target="../media/image840.png"/><Relationship Id="rId5" Type="http://schemas.openxmlformats.org/officeDocument/2006/relationships/image" Target="../media/image655.png"/><Relationship Id="rId181" Type="http://schemas.openxmlformats.org/officeDocument/2006/relationships/image" Target="../media/image742.png"/><Relationship Id="rId237" Type="http://schemas.openxmlformats.org/officeDocument/2006/relationships/image" Target="../media/image770.png"/><Relationship Id="rId402" Type="http://schemas.openxmlformats.org/officeDocument/2006/relationships/customXml" Target="../ink/ink868.xml"/><Relationship Id="rId279" Type="http://schemas.openxmlformats.org/officeDocument/2006/relationships/image" Target="../media/image791.png"/><Relationship Id="rId444" Type="http://schemas.openxmlformats.org/officeDocument/2006/relationships/image" Target="../media/image873.png"/><Relationship Id="rId43" Type="http://schemas.openxmlformats.org/officeDocument/2006/relationships/image" Target="../media/image673.png"/><Relationship Id="rId139" Type="http://schemas.openxmlformats.org/officeDocument/2006/relationships/image" Target="../media/image721.png"/><Relationship Id="rId290" Type="http://schemas.openxmlformats.org/officeDocument/2006/relationships/customXml" Target="../ink/ink812.xml"/><Relationship Id="rId304" Type="http://schemas.openxmlformats.org/officeDocument/2006/relationships/customXml" Target="../ink/ink819.xml"/><Relationship Id="rId346" Type="http://schemas.openxmlformats.org/officeDocument/2006/relationships/customXml" Target="../ink/ink840.xml"/><Relationship Id="rId388" Type="http://schemas.openxmlformats.org/officeDocument/2006/relationships/customXml" Target="../ink/ink861.xml"/><Relationship Id="rId85" Type="http://schemas.openxmlformats.org/officeDocument/2006/relationships/image" Target="../media/image694.png"/><Relationship Id="rId150" Type="http://schemas.openxmlformats.org/officeDocument/2006/relationships/customXml" Target="../ink/ink742.xml"/><Relationship Id="rId192" Type="http://schemas.openxmlformats.org/officeDocument/2006/relationships/customXml" Target="../ink/ink763.xml"/><Relationship Id="rId206" Type="http://schemas.openxmlformats.org/officeDocument/2006/relationships/customXml" Target="../ink/ink770.xml"/><Relationship Id="rId413" Type="http://schemas.openxmlformats.org/officeDocument/2006/relationships/image" Target="../media/image858.png"/><Relationship Id="rId248" Type="http://schemas.openxmlformats.org/officeDocument/2006/relationships/customXml" Target="../ink/ink791.xml"/><Relationship Id="rId12" Type="http://schemas.openxmlformats.org/officeDocument/2006/relationships/customXml" Target="../ink/ink673.xml"/><Relationship Id="rId108" Type="http://schemas.openxmlformats.org/officeDocument/2006/relationships/customXml" Target="../ink/ink721.xml"/><Relationship Id="rId315" Type="http://schemas.openxmlformats.org/officeDocument/2006/relationships/image" Target="../media/image809.png"/><Relationship Id="rId357" Type="http://schemas.openxmlformats.org/officeDocument/2006/relationships/image" Target="../media/image830.png"/><Relationship Id="rId54" Type="http://schemas.openxmlformats.org/officeDocument/2006/relationships/customXml" Target="../ink/ink694.xml"/><Relationship Id="rId96" Type="http://schemas.openxmlformats.org/officeDocument/2006/relationships/customXml" Target="../ink/ink715.xml"/><Relationship Id="rId161" Type="http://schemas.openxmlformats.org/officeDocument/2006/relationships/image" Target="../media/image732.png"/><Relationship Id="rId217" Type="http://schemas.openxmlformats.org/officeDocument/2006/relationships/image" Target="../media/image760.png"/><Relationship Id="rId399" Type="http://schemas.openxmlformats.org/officeDocument/2006/relationships/image" Target="../media/image851.png"/><Relationship Id="rId259" Type="http://schemas.openxmlformats.org/officeDocument/2006/relationships/image" Target="../media/image781.png"/><Relationship Id="rId424" Type="http://schemas.openxmlformats.org/officeDocument/2006/relationships/customXml" Target="../ink/ink879.xml"/><Relationship Id="rId23" Type="http://schemas.openxmlformats.org/officeDocument/2006/relationships/image" Target="../media/image663.png"/><Relationship Id="rId119" Type="http://schemas.openxmlformats.org/officeDocument/2006/relationships/image" Target="../media/image711.png"/><Relationship Id="rId270" Type="http://schemas.openxmlformats.org/officeDocument/2006/relationships/customXml" Target="../ink/ink802.xml"/><Relationship Id="rId326" Type="http://schemas.openxmlformats.org/officeDocument/2006/relationships/customXml" Target="../ink/ink830.xml"/><Relationship Id="rId65" Type="http://schemas.openxmlformats.org/officeDocument/2006/relationships/image" Target="../media/image684.png"/><Relationship Id="rId130" Type="http://schemas.openxmlformats.org/officeDocument/2006/relationships/customXml" Target="../ink/ink732.xml"/><Relationship Id="rId368" Type="http://schemas.openxmlformats.org/officeDocument/2006/relationships/customXml" Target="../ink/ink851.xml"/><Relationship Id="rId172" Type="http://schemas.openxmlformats.org/officeDocument/2006/relationships/customXml" Target="../ink/ink753.xml"/><Relationship Id="rId228" Type="http://schemas.openxmlformats.org/officeDocument/2006/relationships/customXml" Target="../ink/ink781.xml"/><Relationship Id="rId435" Type="http://schemas.openxmlformats.org/officeDocument/2006/relationships/customXml" Target="../ink/ink885.xml"/><Relationship Id="rId281" Type="http://schemas.openxmlformats.org/officeDocument/2006/relationships/image" Target="../media/image792.png"/><Relationship Id="rId337" Type="http://schemas.openxmlformats.org/officeDocument/2006/relationships/image" Target="../media/image820.png"/><Relationship Id="rId34" Type="http://schemas.openxmlformats.org/officeDocument/2006/relationships/customXml" Target="../ink/ink684.xml"/><Relationship Id="rId76" Type="http://schemas.openxmlformats.org/officeDocument/2006/relationships/customXml" Target="../ink/ink705.xml"/><Relationship Id="rId141" Type="http://schemas.openxmlformats.org/officeDocument/2006/relationships/image" Target="../media/image722.png"/><Relationship Id="rId379" Type="http://schemas.openxmlformats.org/officeDocument/2006/relationships/image" Target="../media/image841.png"/><Relationship Id="rId7" Type="http://schemas.openxmlformats.org/officeDocument/2006/relationships/image" Target="../media/image656.png"/><Relationship Id="rId183" Type="http://schemas.openxmlformats.org/officeDocument/2006/relationships/image" Target="../media/image743.png"/><Relationship Id="rId239" Type="http://schemas.openxmlformats.org/officeDocument/2006/relationships/image" Target="../media/image771.png"/><Relationship Id="rId390" Type="http://schemas.openxmlformats.org/officeDocument/2006/relationships/customXml" Target="../ink/ink862.xml"/><Relationship Id="rId404" Type="http://schemas.openxmlformats.org/officeDocument/2006/relationships/customXml" Target="../ink/ink869.xml"/><Relationship Id="rId250" Type="http://schemas.openxmlformats.org/officeDocument/2006/relationships/customXml" Target="../ink/ink792.xml"/><Relationship Id="rId292" Type="http://schemas.openxmlformats.org/officeDocument/2006/relationships/customXml" Target="../ink/ink813.xml"/><Relationship Id="rId306" Type="http://schemas.openxmlformats.org/officeDocument/2006/relationships/customXml" Target="../ink/ink820.xml"/><Relationship Id="rId45" Type="http://schemas.openxmlformats.org/officeDocument/2006/relationships/image" Target="../media/image674.png"/><Relationship Id="rId87" Type="http://schemas.openxmlformats.org/officeDocument/2006/relationships/image" Target="../media/image695.png"/><Relationship Id="rId110" Type="http://schemas.openxmlformats.org/officeDocument/2006/relationships/customXml" Target="../ink/ink722.xml"/><Relationship Id="rId348" Type="http://schemas.openxmlformats.org/officeDocument/2006/relationships/customXml" Target="../ink/ink841.xml"/><Relationship Id="rId152" Type="http://schemas.openxmlformats.org/officeDocument/2006/relationships/customXml" Target="../ink/ink743.xml"/><Relationship Id="rId194" Type="http://schemas.openxmlformats.org/officeDocument/2006/relationships/customXml" Target="../ink/ink764.xml"/><Relationship Id="rId208" Type="http://schemas.openxmlformats.org/officeDocument/2006/relationships/customXml" Target="../ink/ink771.xml"/><Relationship Id="rId415" Type="http://schemas.openxmlformats.org/officeDocument/2006/relationships/image" Target="../media/image859.png"/><Relationship Id="rId261" Type="http://schemas.openxmlformats.org/officeDocument/2006/relationships/image" Target="../media/image782.png"/><Relationship Id="rId14" Type="http://schemas.openxmlformats.org/officeDocument/2006/relationships/customXml" Target="../ink/ink674.xml"/><Relationship Id="rId56" Type="http://schemas.openxmlformats.org/officeDocument/2006/relationships/customXml" Target="../ink/ink695.xml"/><Relationship Id="rId317" Type="http://schemas.openxmlformats.org/officeDocument/2006/relationships/image" Target="../media/image810.png"/><Relationship Id="rId359" Type="http://schemas.openxmlformats.org/officeDocument/2006/relationships/image" Target="../media/image831.png"/><Relationship Id="rId98" Type="http://schemas.openxmlformats.org/officeDocument/2006/relationships/customXml" Target="../ink/ink716.xml"/><Relationship Id="rId121" Type="http://schemas.openxmlformats.org/officeDocument/2006/relationships/image" Target="../media/image712.png"/><Relationship Id="rId163" Type="http://schemas.openxmlformats.org/officeDocument/2006/relationships/image" Target="../media/image733.png"/><Relationship Id="rId219" Type="http://schemas.openxmlformats.org/officeDocument/2006/relationships/image" Target="../media/image761.png"/><Relationship Id="rId370" Type="http://schemas.openxmlformats.org/officeDocument/2006/relationships/customXml" Target="../ink/ink852.xml"/><Relationship Id="rId426" Type="http://schemas.openxmlformats.org/officeDocument/2006/relationships/customXml" Target="../ink/ink880.xml"/><Relationship Id="rId230" Type="http://schemas.openxmlformats.org/officeDocument/2006/relationships/customXml" Target="../ink/ink782.xml"/><Relationship Id="rId25" Type="http://schemas.openxmlformats.org/officeDocument/2006/relationships/image" Target="../media/image664.png"/><Relationship Id="rId67" Type="http://schemas.openxmlformats.org/officeDocument/2006/relationships/image" Target="../media/image685.png"/><Relationship Id="rId272" Type="http://schemas.openxmlformats.org/officeDocument/2006/relationships/customXml" Target="../ink/ink803.xml"/><Relationship Id="rId328" Type="http://schemas.openxmlformats.org/officeDocument/2006/relationships/customXml" Target="../ink/ink831.xml"/><Relationship Id="rId132" Type="http://schemas.openxmlformats.org/officeDocument/2006/relationships/customXml" Target="../ink/ink733.xml"/><Relationship Id="rId174" Type="http://schemas.openxmlformats.org/officeDocument/2006/relationships/customXml" Target="../ink/ink754.xml"/><Relationship Id="rId381" Type="http://schemas.openxmlformats.org/officeDocument/2006/relationships/image" Target="../media/image842.png"/><Relationship Id="rId241" Type="http://schemas.openxmlformats.org/officeDocument/2006/relationships/image" Target="../media/image772.png"/><Relationship Id="rId437" Type="http://schemas.openxmlformats.org/officeDocument/2006/relationships/customXml" Target="../ink/ink886.xml"/><Relationship Id="rId36" Type="http://schemas.openxmlformats.org/officeDocument/2006/relationships/customXml" Target="../ink/ink685.xml"/><Relationship Id="rId283" Type="http://schemas.openxmlformats.org/officeDocument/2006/relationships/image" Target="../media/image793.png"/><Relationship Id="rId339" Type="http://schemas.openxmlformats.org/officeDocument/2006/relationships/image" Target="../media/image821.png"/><Relationship Id="rId78" Type="http://schemas.openxmlformats.org/officeDocument/2006/relationships/customXml" Target="../ink/ink706.xml"/><Relationship Id="rId101" Type="http://schemas.openxmlformats.org/officeDocument/2006/relationships/image" Target="../media/image702.png"/><Relationship Id="rId143" Type="http://schemas.openxmlformats.org/officeDocument/2006/relationships/image" Target="../media/image723.png"/><Relationship Id="rId185" Type="http://schemas.openxmlformats.org/officeDocument/2006/relationships/image" Target="../media/image744.png"/><Relationship Id="rId350" Type="http://schemas.openxmlformats.org/officeDocument/2006/relationships/customXml" Target="../ink/ink842.xml"/><Relationship Id="rId406" Type="http://schemas.openxmlformats.org/officeDocument/2006/relationships/customXml" Target="../ink/ink870.xml"/><Relationship Id="rId9" Type="http://schemas.openxmlformats.org/officeDocument/2006/relationships/image" Target="../media/image657.png"/><Relationship Id="rId210" Type="http://schemas.openxmlformats.org/officeDocument/2006/relationships/customXml" Target="../ink/ink772.xml"/><Relationship Id="rId392" Type="http://schemas.openxmlformats.org/officeDocument/2006/relationships/customXml" Target="../ink/ink863.xml"/><Relationship Id="rId252" Type="http://schemas.openxmlformats.org/officeDocument/2006/relationships/customXml" Target="../ink/ink793.xml"/><Relationship Id="rId294" Type="http://schemas.openxmlformats.org/officeDocument/2006/relationships/customXml" Target="../ink/ink814.xml"/><Relationship Id="rId308" Type="http://schemas.openxmlformats.org/officeDocument/2006/relationships/customXml" Target="../ink/ink821.xml"/><Relationship Id="rId47" Type="http://schemas.openxmlformats.org/officeDocument/2006/relationships/image" Target="../media/image675.png"/><Relationship Id="rId89" Type="http://schemas.openxmlformats.org/officeDocument/2006/relationships/image" Target="../media/image696.png"/><Relationship Id="rId112" Type="http://schemas.openxmlformats.org/officeDocument/2006/relationships/customXml" Target="../ink/ink723.xml"/><Relationship Id="rId154" Type="http://schemas.openxmlformats.org/officeDocument/2006/relationships/customXml" Target="../ink/ink744.xml"/><Relationship Id="rId361" Type="http://schemas.openxmlformats.org/officeDocument/2006/relationships/image" Target="../media/image832.png"/><Relationship Id="rId196" Type="http://schemas.openxmlformats.org/officeDocument/2006/relationships/customXml" Target="../ink/ink765.xml"/><Relationship Id="rId417" Type="http://schemas.openxmlformats.org/officeDocument/2006/relationships/image" Target="../media/image860.png"/><Relationship Id="rId16" Type="http://schemas.openxmlformats.org/officeDocument/2006/relationships/customXml" Target="../ink/ink675.xml"/><Relationship Id="rId221" Type="http://schemas.openxmlformats.org/officeDocument/2006/relationships/image" Target="../media/image762.png"/><Relationship Id="rId263" Type="http://schemas.openxmlformats.org/officeDocument/2006/relationships/image" Target="../media/image783.png"/><Relationship Id="rId319" Type="http://schemas.openxmlformats.org/officeDocument/2006/relationships/image" Target="../media/image811.png"/><Relationship Id="rId58" Type="http://schemas.openxmlformats.org/officeDocument/2006/relationships/customXml" Target="../ink/ink696.xml"/><Relationship Id="rId123" Type="http://schemas.openxmlformats.org/officeDocument/2006/relationships/image" Target="../media/image713.png"/><Relationship Id="rId330" Type="http://schemas.openxmlformats.org/officeDocument/2006/relationships/customXml" Target="../ink/ink832.xml"/><Relationship Id="rId165" Type="http://schemas.openxmlformats.org/officeDocument/2006/relationships/image" Target="../media/image734.png"/><Relationship Id="rId372" Type="http://schemas.openxmlformats.org/officeDocument/2006/relationships/customXml" Target="../ink/ink853.xml"/><Relationship Id="rId428" Type="http://schemas.openxmlformats.org/officeDocument/2006/relationships/customXml" Target="../ink/ink881.xml"/><Relationship Id="rId232" Type="http://schemas.openxmlformats.org/officeDocument/2006/relationships/customXml" Target="../ink/ink783.xml"/><Relationship Id="rId274" Type="http://schemas.openxmlformats.org/officeDocument/2006/relationships/customXml" Target="../ink/ink804.xml"/><Relationship Id="rId27" Type="http://schemas.openxmlformats.org/officeDocument/2006/relationships/image" Target="../media/image665.png"/><Relationship Id="rId69" Type="http://schemas.openxmlformats.org/officeDocument/2006/relationships/image" Target="../media/image686.png"/><Relationship Id="rId134" Type="http://schemas.openxmlformats.org/officeDocument/2006/relationships/customXml" Target="../ink/ink734.xml"/><Relationship Id="rId80" Type="http://schemas.openxmlformats.org/officeDocument/2006/relationships/customXml" Target="../ink/ink707.xml"/><Relationship Id="rId176" Type="http://schemas.openxmlformats.org/officeDocument/2006/relationships/customXml" Target="../ink/ink755.xml"/><Relationship Id="rId341" Type="http://schemas.openxmlformats.org/officeDocument/2006/relationships/image" Target="../media/image822.png"/><Relationship Id="rId383" Type="http://schemas.openxmlformats.org/officeDocument/2006/relationships/image" Target="../media/image843.png"/><Relationship Id="rId439" Type="http://schemas.openxmlformats.org/officeDocument/2006/relationships/customXml" Target="../ink/ink887.xml"/><Relationship Id="rId201" Type="http://schemas.openxmlformats.org/officeDocument/2006/relationships/image" Target="../media/image752.png"/><Relationship Id="rId243" Type="http://schemas.openxmlformats.org/officeDocument/2006/relationships/image" Target="../media/image773.png"/><Relationship Id="rId285" Type="http://schemas.openxmlformats.org/officeDocument/2006/relationships/image" Target="../media/image794.png"/><Relationship Id="rId38" Type="http://schemas.openxmlformats.org/officeDocument/2006/relationships/customXml" Target="../ink/ink686.xml"/><Relationship Id="rId103" Type="http://schemas.openxmlformats.org/officeDocument/2006/relationships/image" Target="../media/image703.png"/><Relationship Id="rId310" Type="http://schemas.openxmlformats.org/officeDocument/2006/relationships/customXml" Target="../ink/ink822.xml"/><Relationship Id="rId91" Type="http://schemas.openxmlformats.org/officeDocument/2006/relationships/image" Target="../media/image697.png"/><Relationship Id="rId145" Type="http://schemas.openxmlformats.org/officeDocument/2006/relationships/image" Target="../media/image724.png"/><Relationship Id="rId187" Type="http://schemas.openxmlformats.org/officeDocument/2006/relationships/image" Target="../media/image745.png"/><Relationship Id="rId352" Type="http://schemas.openxmlformats.org/officeDocument/2006/relationships/customXml" Target="../ink/ink843.xml"/><Relationship Id="rId394" Type="http://schemas.openxmlformats.org/officeDocument/2006/relationships/customXml" Target="../ink/ink864.xml"/><Relationship Id="rId408" Type="http://schemas.openxmlformats.org/officeDocument/2006/relationships/customXml" Target="../ink/ink871.xml"/><Relationship Id="rId212" Type="http://schemas.openxmlformats.org/officeDocument/2006/relationships/customXml" Target="../ink/ink773.xml"/><Relationship Id="rId254" Type="http://schemas.openxmlformats.org/officeDocument/2006/relationships/customXml" Target="../ink/ink794.xml"/><Relationship Id="rId49" Type="http://schemas.openxmlformats.org/officeDocument/2006/relationships/image" Target="../media/image676.png"/><Relationship Id="rId114" Type="http://schemas.openxmlformats.org/officeDocument/2006/relationships/customXml" Target="../ink/ink724.xml"/><Relationship Id="rId296" Type="http://schemas.openxmlformats.org/officeDocument/2006/relationships/customXml" Target="../ink/ink815.xml"/><Relationship Id="rId60" Type="http://schemas.openxmlformats.org/officeDocument/2006/relationships/customXml" Target="../ink/ink697.xml"/><Relationship Id="rId156" Type="http://schemas.openxmlformats.org/officeDocument/2006/relationships/customXml" Target="../ink/ink745.xml"/><Relationship Id="rId198" Type="http://schemas.openxmlformats.org/officeDocument/2006/relationships/customXml" Target="../ink/ink766.xml"/><Relationship Id="rId321" Type="http://schemas.openxmlformats.org/officeDocument/2006/relationships/image" Target="../media/image812.png"/><Relationship Id="rId363" Type="http://schemas.openxmlformats.org/officeDocument/2006/relationships/image" Target="../media/image833.png"/><Relationship Id="rId419" Type="http://schemas.openxmlformats.org/officeDocument/2006/relationships/image" Target="../media/image861.png"/><Relationship Id="rId202" Type="http://schemas.openxmlformats.org/officeDocument/2006/relationships/customXml" Target="../ink/ink768.xml"/><Relationship Id="rId223" Type="http://schemas.openxmlformats.org/officeDocument/2006/relationships/image" Target="../media/image763.png"/><Relationship Id="rId244" Type="http://schemas.openxmlformats.org/officeDocument/2006/relationships/customXml" Target="../ink/ink789.xml"/><Relationship Id="rId430" Type="http://schemas.openxmlformats.org/officeDocument/2006/relationships/customXml" Target="../ink/ink882.xml"/><Relationship Id="rId18" Type="http://schemas.openxmlformats.org/officeDocument/2006/relationships/customXml" Target="../ink/ink676.xml"/><Relationship Id="rId39" Type="http://schemas.openxmlformats.org/officeDocument/2006/relationships/image" Target="../media/image671.png"/><Relationship Id="rId265" Type="http://schemas.openxmlformats.org/officeDocument/2006/relationships/image" Target="../media/image784.png"/><Relationship Id="rId286" Type="http://schemas.openxmlformats.org/officeDocument/2006/relationships/customXml" Target="../ink/ink810.xml"/><Relationship Id="rId50" Type="http://schemas.openxmlformats.org/officeDocument/2006/relationships/customXml" Target="../ink/ink692.xml"/><Relationship Id="rId104" Type="http://schemas.openxmlformats.org/officeDocument/2006/relationships/customXml" Target="../ink/ink719.xml"/><Relationship Id="rId125" Type="http://schemas.openxmlformats.org/officeDocument/2006/relationships/image" Target="../media/image714.png"/><Relationship Id="rId146" Type="http://schemas.openxmlformats.org/officeDocument/2006/relationships/customXml" Target="../ink/ink740.xml"/><Relationship Id="rId167" Type="http://schemas.openxmlformats.org/officeDocument/2006/relationships/image" Target="../media/image735.png"/><Relationship Id="rId188" Type="http://schemas.openxmlformats.org/officeDocument/2006/relationships/customXml" Target="../ink/ink761.xml"/><Relationship Id="rId311" Type="http://schemas.openxmlformats.org/officeDocument/2006/relationships/image" Target="../media/image807.png"/><Relationship Id="rId332" Type="http://schemas.openxmlformats.org/officeDocument/2006/relationships/customXml" Target="../ink/ink833.xml"/><Relationship Id="rId353" Type="http://schemas.openxmlformats.org/officeDocument/2006/relationships/image" Target="../media/image828.png"/><Relationship Id="rId374" Type="http://schemas.openxmlformats.org/officeDocument/2006/relationships/customXml" Target="../ink/ink854.xml"/><Relationship Id="rId395" Type="http://schemas.openxmlformats.org/officeDocument/2006/relationships/image" Target="../media/image849.png"/><Relationship Id="rId409" Type="http://schemas.openxmlformats.org/officeDocument/2006/relationships/image" Target="../media/image856.png"/><Relationship Id="rId71" Type="http://schemas.openxmlformats.org/officeDocument/2006/relationships/image" Target="../media/image687.png"/><Relationship Id="rId92" Type="http://schemas.openxmlformats.org/officeDocument/2006/relationships/customXml" Target="../ink/ink713.xml"/><Relationship Id="rId213" Type="http://schemas.openxmlformats.org/officeDocument/2006/relationships/image" Target="../media/image758.png"/><Relationship Id="rId234" Type="http://schemas.openxmlformats.org/officeDocument/2006/relationships/customXml" Target="../ink/ink784.xml"/><Relationship Id="rId420" Type="http://schemas.openxmlformats.org/officeDocument/2006/relationships/customXml" Target="../ink/ink877.xml"/><Relationship Id="rId2" Type="http://schemas.openxmlformats.org/officeDocument/2006/relationships/customXml" Target="../ink/ink668.xml"/><Relationship Id="rId29" Type="http://schemas.openxmlformats.org/officeDocument/2006/relationships/image" Target="../media/image666.png"/><Relationship Id="rId255" Type="http://schemas.openxmlformats.org/officeDocument/2006/relationships/image" Target="../media/image779.png"/><Relationship Id="rId276" Type="http://schemas.openxmlformats.org/officeDocument/2006/relationships/customXml" Target="../ink/ink805.xml"/><Relationship Id="rId297" Type="http://schemas.openxmlformats.org/officeDocument/2006/relationships/image" Target="../media/image800.png"/><Relationship Id="rId441" Type="http://schemas.openxmlformats.org/officeDocument/2006/relationships/customXml" Target="../ink/ink888.xml"/><Relationship Id="rId40" Type="http://schemas.openxmlformats.org/officeDocument/2006/relationships/customXml" Target="../ink/ink687.xml"/><Relationship Id="rId115" Type="http://schemas.openxmlformats.org/officeDocument/2006/relationships/image" Target="../media/image709.png"/><Relationship Id="rId136" Type="http://schemas.openxmlformats.org/officeDocument/2006/relationships/customXml" Target="../ink/ink735.xml"/><Relationship Id="rId157" Type="http://schemas.openxmlformats.org/officeDocument/2006/relationships/image" Target="../media/image730.png"/><Relationship Id="rId178" Type="http://schemas.openxmlformats.org/officeDocument/2006/relationships/customXml" Target="../ink/ink756.xml"/><Relationship Id="rId301" Type="http://schemas.openxmlformats.org/officeDocument/2006/relationships/image" Target="../media/image802.png"/><Relationship Id="rId322" Type="http://schemas.openxmlformats.org/officeDocument/2006/relationships/customXml" Target="../ink/ink828.xml"/><Relationship Id="rId343" Type="http://schemas.openxmlformats.org/officeDocument/2006/relationships/image" Target="../media/image823.png"/><Relationship Id="rId364" Type="http://schemas.openxmlformats.org/officeDocument/2006/relationships/customXml" Target="../ink/ink849.xml"/><Relationship Id="rId61" Type="http://schemas.openxmlformats.org/officeDocument/2006/relationships/image" Target="../media/image682.png"/><Relationship Id="rId82" Type="http://schemas.openxmlformats.org/officeDocument/2006/relationships/customXml" Target="../ink/ink708.xml"/><Relationship Id="rId199" Type="http://schemas.openxmlformats.org/officeDocument/2006/relationships/image" Target="../media/image751.png"/><Relationship Id="rId203" Type="http://schemas.openxmlformats.org/officeDocument/2006/relationships/image" Target="../media/image753.png"/><Relationship Id="rId385" Type="http://schemas.openxmlformats.org/officeDocument/2006/relationships/image" Target="../media/image844.png"/><Relationship Id="rId19" Type="http://schemas.openxmlformats.org/officeDocument/2006/relationships/image" Target="../media/image29.png"/><Relationship Id="rId224" Type="http://schemas.openxmlformats.org/officeDocument/2006/relationships/customXml" Target="../ink/ink779.xml"/><Relationship Id="rId245" Type="http://schemas.openxmlformats.org/officeDocument/2006/relationships/image" Target="../media/image774.png"/><Relationship Id="rId266" Type="http://schemas.openxmlformats.org/officeDocument/2006/relationships/customXml" Target="../ink/ink800.xml"/><Relationship Id="rId287" Type="http://schemas.openxmlformats.org/officeDocument/2006/relationships/image" Target="../media/image795.png"/><Relationship Id="rId410" Type="http://schemas.openxmlformats.org/officeDocument/2006/relationships/customXml" Target="../ink/ink872.xml"/><Relationship Id="rId431" Type="http://schemas.openxmlformats.org/officeDocument/2006/relationships/image" Target="../media/image867.png"/><Relationship Id="rId30" Type="http://schemas.openxmlformats.org/officeDocument/2006/relationships/customXml" Target="../ink/ink682.xml"/><Relationship Id="rId105" Type="http://schemas.openxmlformats.org/officeDocument/2006/relationships/image" Target="../media/image704.png"/><Relationship Id="rId126" Type="http://schemas.openxmlformats.org/officeDocument/2006/relationships/customXml" Target="../ink/ink730.xml"/><Relationship Id="rId147" Type="http://schemas.openxmlformats.org/officeDocument/2006/relationships/image" Target="../media/image725.png"/><Relationship Id="rId168" Type="http://schemas.openxmlformats.org/officeDocument/2006/relationships/customXml" Target="../ink/ink751.xml"/><Relationship Id="rId312" Type="http://schemas.openxmlformats.org/officeDocument/2006/relationships/customXml" Target="../ink/ink823.xml"/><Relationship Id="rId333" Type="http://schemas.openxmlformats.org/officeDocument/2006/relationships/image" Target="../media/image818.png"/><Relationship Id="rId354" Type="http://schemas.openxmlformats.org/officeDocument/2006/relationships/customXml" Target="../ink/ink844.xml"/><Relationship Id="rId51" Type="http://schemas.openxmlformats.org/officeDocument/2006/relationships/image" Target="../media/image677.png"/><Relationship Id="rId72" Type="http://schemas.openxmlformats.org/officeDocument/2006/relationships/customXml" Target="../ink/ink703.xml"/><Relationship Id="rId93" Type="http://schemas.openxmlformats.org/officeDocument/2006/relationships/image" Target="../media/image698.png"/><Relationship Id="rId189" Type="http://schemas.openxmlformats.org/officeDocument/2006/relationships/image" Target="../media/image746.png"/><Relationship Id="rId375" Type="http://schemas.openxmlformats.org/officeDocument/2006/relationships/image" Target="../media/image839.png"/><Relationship Id="rId396" Type="http://schemas.openxmlformats.org/officeDocument/2006/relationships/customXml" Target="../ink/ink865.xml"/><Relationship Id="rId3" Type="http://schemas.openxmlformats.org/officeDocument/2006/relationships/image" Target="../media/image654.png"/><Relationship Id="rId214" Type="http://schemas.openxmlformats.org/officeDocument/2006/relationships/customXml" Target="../ink/ink774.xml"/><Relationship Id="rId235" Type="http://schemas.openxmlformats.org/officeDocument/2006/relationships/image" Target="../media/image769.png"/><Relationship Id="rId256" Type="http://schemas.openxmlformats.org/officeDocument/2006/relationships/customXml" Target="../ink/ink795.xml"/><Relationship Id="rId277" Type="http://schemas.openxmlformats.org/officeDocument/2006/relationships/image" Target="../media/image790.png"/><Relationship Id="rId298" Type="http://schemas.openxmlformats.org/officeDocument/2006/relationships/customXml" Target="../ink/ink816.xml"/><Relationship Id="rId400" Type="http://schemas.openxmlformats.org/officeDocument/2006/relationships/customXml" Target="../ink/ink867.xml"/><Relationship Id="rId421" Type="http://schemas.openxmlformats.org/officeDocument/2006/relationships/image" Target="../media/image862.png"/><Relationship Id="rId442" Type="http://schemas.openxmlformats.org/officeDocument/2006/relationships/image" Target="../media/image872.png"/><Relationship Id="rId116" Type="http://schemas.openxmlformats.org/officeDocument/2006/relationships/customXml" Target="../ink/ink725.xml"/><Relationship Id="rId137" Type="http://schemas.openxmlformats.org/officeDocument/2006/relationships/image" Target="../media/image720.png"/><Relationship Id="rId158" Type="http://schemas.openxmlformats.org/officeDocument/2006/relationships/customXml" Target="../ink/ink746.xml"/><Relationship Id="rId302" Type="http://schemas.openxmlformats.org/officeDocument/2006/relationships/customXml" Target="../ink/ink818.xml"/><Relationship Id="rId323" Type="http://schemas.openxmlformats.org/officeDocument/2006/relationships/image" Target="../media/image813.png"/><Relationship Id="rId344" Type="http://schemas.openxmlformats.org/officeDocument/2006/relationships/customXml" Target="../ink/ink839.xml"/><Relationship Id="rId20" Type="http://schemas.openxmlformats.org/officeDocument/2006/relationships/customXml" Target="../ink/ink677.xml"/><Relationship Id="rId41" Type="http://schemas.openxmlformats.org/officeDocument/2006/relationships/image" Target="../media/image672.png"/><Relationship Id="rId62" Type="http://schemas.openxmlformats.org/officeDocument/2006/relationships/customXml" Target="../ink/ink698.xml"/><Relationship Id="rId83" Type="http://schemas.openxmlformats.org/officeDocument/2006/relationships/image" Target="../media/image693.png"/><Relationship Id="rId179" Type="http://schemas.openxmlformats.org/officeDocument/2006/relationships/image" Target="../media/image741.png"/><Relationship Id="rId365" Type="http://schemas.openxmlformats.org/officeDocument/2006/relationships/image" Target="../media/image834.png"/><Relationship Id="rId386" Type="http://schemas.openxmlformats.org/officeDocument/2006/relationships/customXml" Target="../ink/ink860.xml"/><Relationship Id="rId190" Type="http://schemas.openxmlformats.org/officeDocument/2006/relationships/customXml" Target="../ink/ink762.xml"/><Relationship Id="rId204" Type="http://schemas.openxmlformats.org/officeDocument/2006/relationships/customXml" Target="../ink/ink769.xml"/><Relationship Id="rId225" Type="http://schemas.openxmlformats.org/officeDocument/2006/relationships/image" Target="../media/image764.png"/><Relationship Id="rId246" Type="http://schemas.openxmlformats.org/officeDocument/2006/relationships/customXml" Target="../ink/ink790.xml"/><Relationship Id="rId267" Type="http://schemas.openxmlformats.org/officeDocument/2006/relationships/image" Target="../media/image785.png"/><Relationship Id="rId288" Type="http://schemas.openxmlformats.org/officeDocument/2006/relationships/customXml" Target="../ink/ink811.xml"/><Relationship Id="rId411" Type="http://schemas.openxmlformats.org/officeDocument/2006/relationships/image" Target="../media/image857.png"/><Relationship Id="rId432" Type="http://schemas.openxmlformats.org/officeDocument/2006/relationships/customXml" Target="../ink/ink883.xml"/><Relationship Id="rId106" Type="http://schemas.openxmlformats.org/officeDocument/2006/relationships/customXml" Target="../ink/ink720.xml"/><Relationship Id="rId127" Type="http://schemas.openxmlformats.org/officeDocument/2006/relationships/image" Target="../media/image715.png"/><Relationship Id="rId313" Type="http://schemas.openxmlformats.org/officeDocument/2006/relationships/image" Target="../media/image808.png"/><Relationship Id="rId10" Type="http://schemas.openxmlformats.org/officeDocument/2006/relationships/customXml" Target="../ink/ink672.xml"/><Relationship Id="rId31" Type="http://schemas.openxmlformats.org/officeDocument/2006/relationships/image" Target="../media/image667.png"/><Relationship Id="rId52" Type="http://schemas.openxmlformats.org/officeDocument/2006/relationships/customXml" Target="../ink/ink693.xml"/><Relationship Id="rId73" Type="http://schemas.openxmlformats.org/officeDocument/2006/relationships/image" Target="../media/image688.png"/><Relationship Id="rId94" Type="http://schemas.openxmlformats.org/officeDocument/2006/relationships/customXml" Target="../ink/ink714.xml"/><Relationship Id="rId148" Type="http://schemas.openxmlformats.org/officeDocument/2006/relationships/customXml" Target="../ink/ink741.xml"/><Relationship Id="rId169" Type="http://schemas.openxmlformats.org/officeDocument/2006/relationships/image" Target="../media/image736.png"/><Relationship Id="rId334" Type="http://schemas.openxmlformats.org/officeDocument/2006/relationships/customXml" Target="../ink/ink834.xml"/><Relationship Id="rId355" Type="http://schemas.openxmlformats.org/officeDocument/2006/relationships/image" Target="../media/image829.png"/><Relationship Id="rId376" Type="http://schemas.openxmlformats.org/officeDocument/2006/relationships/customXml" Target="../ink/ink855.xml"/><Relationship Id="rId397" Type="http://schemas.openxmlformats.org/officeDocument/2006/relationships/image" Target="../media/image850.png"/><Relationship Id="rId4" Type="http://schemas.openxmlformats.org/officeDocument/2006/relationships/customXml" Target="../ink/ink669.xml"/><Relationship Id="rId180" Type="http://schemas.openxmlformats.org/officeDocument/2006/relationships/customXml" Target="../ink/ink757.xml"/><Relationship Id="rId215" Type="http://schemas.openxmlformats.org/officeDocument/2006/relationships/image" Target="../media/image759.png"/><Relationship Id="rId236" Type="http://schemas.openxmlformats.org/officeDocument/2006/relationships/customXml" Target="../ink/ink785.xml"/><Relationship Id="rId257" Type="http://schemas.openxmlformats.org/officeDocument/2006/relationships/image" Target="../media/image780.png"/><Relationship Id="rId278" Type="http://schemas.openxmlformats.org/officeDocument/2006/relationships/customXml" Target="../ink/ink806.xml"/><Relationship Id="rId401" Type="http://schemas.openxmlformats.org/officeDocument/2006/relationships/image" Target="../media/image852.png"/><Relationship Id="rId422" Type="http://schemas.openxmlformats.org/officeDocument/2006/relationships/customXml" Target="../ink/ink878.xml"/><Relationship Id="rId443" Type="http://schemas.openxmlformats.org/officeDocument/2006/relationships/customXml" Target="../ink/ink889.xml"/><Relationship Id="rId303" Type="http://schemas.openxmlformats.org/officeDocument/2006/relationships/image" Target="../media/image803.png"/><Relationship Id="rId42" Type="http://schemas.openxmlformats.org/officeDocument/2006/relationships/customXml" Target="../ink/ink688.xml"/><Relationship Id="rId84" Type="http://schemas.openxmlformats.org/officeDocument/2006/relationships/customXml" Target="../ink/ink709.xml"/><Relationship Id="rId138" Type="http://schemas.openxmlformats.org/officeDocument/2006/relationships/customXml" Target="../ink/ink736.xml"/><Relationship Id="rId345" Type="http://schemas.openxmlformats.org/officeDocument/2006/relationships/image" Target="../media/image824.png"/><Relationship Id="rId387" Type="http://schemas.openxmlformats.org/officeDocument/2006/relationships/image" Target="../media/image845.png"/><Relationship Id="rId191" Type="http://schemas.openxmlformats.org/officeDocument/2006/relationships/image" Target="../media/image747.png"/><Relationship Id="rId205" Type="http://schemas.openxmlformats.org/officeDocument/2006/relationships/image" Target="../media/image754.png"/><Relationship Id="rId247" Type="http://schemas.openxmlformats.org/officeDocument/2006/relationships/image" Target="../media/image775.png"/><Relationship Id="rId412" Type="http://schemas.openxmlformats.org/officeDocument/2006/relationships/customXml" Target="../ink/ink873.xml"/><Relationship Id="rId107" Type="http://schemas.openxmlformats.org/officeDocument/2006/relationships/image" Target="../media/image705.png"/><Relationship Id="rId289" Type="http://schemas.openxmlformats.org/officeDocument/2006/relationships/image" Target="../media/image796.png"/><Relationship Id="rId11" Type="http://schemas.openxmlformats.org/officeDocument/2006/relationships/image" Target="../media/image658.png"/><Relationship Id="rId53" Type="http://schemas.openxmlformats.org/officeDocument/2006/relationships/image" Target="../media/image678.png"/><Relationship Id="rId149" Type="http://schemas.openxmlformats.org/officeDocument/2006/relationships/image" Target="../media/image726.png"/><Relationship Id="rId314" Type="http://schemas.openxmlformats.org/officeDocument/2006/relationships/customXml" Target="../ink/ink824.xml"/><Relationship Id="rId356" Type="http://schemas.openxmlformats.org/officeDocument/2006/relationships/customXml" Target="../ink/ink845.xml"/><Relationship Id="rId398" Type="http://schemas.openxmlformats.org/officeDocument/2006/relationships/customXml" Target="../ink/ink866.xml"/><Relationship Id="rId95" Type="http://schemas.openxmlformats.org/officeDocument/2006/relationships/image" Target="../media/image699.png"/><Relationship Id="rId160" Type="http://schemas.openxmlformats.org/officeDocument/2006/relationships/customXml" Target="../ink/ink747.xml"/><Relationship Id="rId216" Type="http://schemas.openxmlformats.org/officeDocument/2006/relationships/customXml" Target="../ink/ink775.xml"/><Relationship Id="rId423" Type="http://schemas.openxmlformats.org/officeDocument/2006/relationships/image" Target="../media/image863.png"/><Relationship Id="rId258" Type="http://schemas.openxmlformats.org/officeDocument/2006/relationships/customXml" Target="../ink/ink796.xml"/><Relationship Id="rId22" Type="http://schemas.openxmlformats.org/officeDocument/2006/relationships/customXml" Target="../ink/ink678.xml"/><Relationship Id="rId64" Type="http://schemas.openxmlformats.org/officeDocument/2006/relationships/customXml" Target="../ink/ink699.xml"/><Relationship Id="rId118" Type="http://schemas.openxmlformats.org/officeDocument/2006/relationships/customXml" Target="../ink/ink726.xml"/><Relationship Id="rId325" Type="http://schemas.openxmlformats.org/officeDocument/2006/relationships/image" Target="../media/image814.png"/><Relationship Id="rId367" Type="http://schemas.openxmlformats.org/officeDocument/2006/relationships/image" Target="../media/image835.png"/><Relationship Id="rId171" Type="http://schemas.openxmlformats.org/officeDocument/2006/relationships/image" Target="../media/image737.png"/><Relationship Id="rId227" Type="http://schemas.openxmlformats.org/officeDocument/2006/relationships/image" Target="../media/image765.png"/><Relationship Id="rId269" Type="http://schemas.openxmlformats.org/officeDocument/2006/relationships/image" Target="../media/image786.png"/><Relationship Id="rId434" Type="http://schemas.openxmlformats.org/officeDocument/2006/relationships/customXml" Target="../ink/ink884.xml"/><Relationship Id="rId33" Type="http://schemas.openxmlformats.org/officeDocument/2006/relationships/image" Target="../media/image668.png"/><Relationship Id="rId129" Type="http://schemas.openxmlformats.org/officeDocument/2006/relationships/image" Target="../media/image716.png"/><Relationship Id="rId280" Type="http://schemas.openxmlformats.org/officeDocument/2006/relationships/customXml" Target="../ink/ink807.xml"/><Relationship Id="rId336" Type="http://schemas.openxmlformats.org/officeDocument/2006/relationships/customXml" Target="../ink/ink835.xml"/><Relationship Id="rId75" Type="http://schemas.openxmlformats.org/officeDocument/2006/relationships/image" Target="../media/image689.png"/><Relationship Id="rId140" Type="http://schemas.openxmlformats.org/officeDocument/2006/relationships/customXml" Target="../ink/ink737.xml"/><Relationship Id="rId182" Type="http://schemas.openxmlformats.org/officeDocument/2006/relationships/customXml" Target="../ink/ink758.xml"/><Relationship Id="rId378" Type="http://schemas.openxmlformats.org/officeDocument/2006/relationships/customXml" Target="../ink/ink856.xml"/><Relationship Id="rId403" Type="http://schemas.openxmlformats.org/officeDocument/2006/relationships/image" Target="../media/image853.png"/><Relationship Id="rId6" Type="http://schemas.openxmlformats.org/officeDocument/2006/relationships/customXml" Target="../ink/ink670.xml"/><Relationship Id="rId238" Type="http://schemas.openxmlformats.org/officeDocument/2006/relationships/customXml" Target="../ink/ink786.xml"/><Relationship Id="rId291" Type="http://schemas.openxmlformats.org/officeDocument/2006/relationships/image" Target="../media/image797.png"/><Relationship Id="rId305" Type="http://schemas.openxmlformats.org/officeDocument/2006/relationships/image" Target="../media/image804.png"/><Relationship Id="rId347" Type="http://schemas.openxmlformats.org/officeDocument/2006/relationships/image" Target="../media/image825.png"/><Relationship Id="rId44" Type="http://schemas.openxmlformats.org/officeDocument/2006/relationships/customXml" Target="../ink/ink689.xml"/><Relationship Id="rId86" Type="http://schemas.openxmlformats.org/officeDocument/2006/relationships/customXml" Target="../ink/ink710.xml"/><Relationship Id="rId151" Type="http://schemas.openxmlformats.org/officeDocument/2006/relationships/image" Target="../media/image727.png"/><Relationship Id="rId389" Type="http://schemas.openxmlformats.org/officeDocument/2006/relationships/image" Target="../media/image846.png"/><Relationship Id="rId193" Type="http://schemas.openxmlformats.org/officeDocument/2006/relationships/image" Target="../media/image748.png"/><Relationship Id="rId207" Type="http://schemas.openxmlformats.org/officeDocument/2006/relationships/image" Target="../media/image755.png"/><Relationship Id="rId249" Type="http://schemas.openxmlformats.org/officeDocument/2006/relationships/image" Target="../media/image776.png"/><Relationship Id="rId414" Type="http://schemas.openxmlformats.org/officeDocument/2006/relationships/customXml" Target="../ink/ink874.xml"/><Relationship Id="rId13" Type="http://schemas.openxmlformats.org/officeDocument/2006/relationships/image" Target="../media/image659.png"/><Relationship Id="rId109" Type="http://schemas.openxmlformats.org/officeDocument/2006/relationships/image" Target="../media/image706.png"/><Relationship Id="rId260" Type="http://schemas.openxmlformats.org/officeDocument/2006/relationships/customXml" Target="../ink/ink797.xml"/><Relationship Id="rId316" Type="http://schemas.openxmlformats.org/officeDocument/2006/relationships/customXml" Target="../ink/ink825.xml"/><Relationship Id="rId55" Type="http://schemas.openxmlformats.org/officeDocument/2006/relationships/image" Target="../media/image679.png"/><Relationship Id="rId97" Type="http://schemas.openxmlformats.org/officeDocument/2006/relationships/image" Target="../media/image700.png"/><Relationship Id="rId120" Type="http://schemas.openxmlformats.org/officeDocument/2006/relationships/customXml" Target="../ink/ink727.xml"/><Relationship Id="rId358" Type="http://schemas.openxmlformats.org/officeDocument/2006/relationships/customXml" Target="../ink/ink846.xml"/><Relationship Id="rId162" Type="http://schemas.openxmlformats.org/officeDocument/2006/relationships/customXml" Target="../ink/ink748.xml"/><Relationship Id="rId218" Type="http://schemas.openxmlformats.org/officeDocument/2006/relationships/customXml" Target="../ink/ink776.xml"/><Relationship Id="rId425" Type="http://schemas.openxmlformats.org/officeDocument/2006/relationships/image" Target="../media/image864.png"/><Relationship Id="rId271" Type="http://schemas.openxmlformats.org/officeDocument/2006/relationships/image" Target="../media/image787.png"/><Relationship Id="rId24" Type="http://schemas.openxmlformats.org/officeDocument/2006/relationships/customXml" Target="../ink/ink679.xml"/><Relationship Id="rId66" Type="http://schemas.openxmlformats.org/officeDocument/2006/relationships/customXml" Target="../ink/ink700.xml"/><Relationship Id="rId131" Type="http://schemas.openxmlformats.org/officeDocument/2006/relationships/image" Target="../media/image717.png"/><Relationship Id="rId327" Type="http://schemas.openxmlformats.org/officeDocument/2006/relationships/image" Target="../media/image815.png"/><Relationship Id="rId369" Type="http://schemas.openxmlformats.org/officeDocument/2006/relationships/image" Target="../media/image836.png"/><Relationship Id="rId173" Type="http://schemas.openxmlformats.org/officeDocument/2006/relationships/image" Target="../media/image738.png"/><Relationship Id="rId229" Type="http://schemas.openxmlformats.org/officeDocument/2006/relationships/image" Target="../media/image766.png"/><Relationship Id="rId380" Type="http://schemas.openxmlformats.org/officeDocument/2006/relationships/customXml" Target="../ink/ink857.xml"/><Relationship Id="rId436" Type="http://schemas.openxmlformats.org/officeDocument/2006/relationships/image" Target="../media/image869.png"/><Relationship Id="rId240" Type="http://schemas.openxmlformats.org/officeDocument/2006/relationships/customXml" Target="../ink/ink787.xml"/><Relationship Id="rId35" Type="http://schemas.openxmlformats.org/officeDocument/2006/relationships/image" Target="../media/image669.png"/><Relationship Id="rId77" Type="http://schemas.openxmlformats.org/officeDocument/2006/relationships/image" Target="../media/image690.png"/><Relationship Id="rId100" Type="http://schemas.openxmlformats.org/officeDocument/2006/relationships/customXml" Target="../ink/ink717.xml"/><Relationship Id="rId282" Type="http://schemas.openxmlformats.org/officeDocument/2006/relationships/customXml" Target="../ink/ink808.xml"/><Relationship Id="rId338" Type="http://schemas.openxmlformats.org/officeDocument/2006/relationships/customXml" Target="../ink/ink836.xml"/><Relationship Id="rId8" Type="http://schemas.openxmlformats.org/officeDocument/2006/relationships/customXml" Target="../ink/ink671.xml"/><Relationship Id="rId142" Type="http://schemas.openxmlformats.org/officeDocument/2006/relationships/customXml" Target="../ink/ink738.xml"/><Relationship Id="rId184" Type="http://schemas.openxmlformats.org/officeDocument/2006/relationships/customXml" Target="../ink/ink759.xml"/><Relationship Id="rId391" Type="http://schemas.openxmlformats.org/officeDocument/2006/relationships/image" Target="../media/image847.png"/><Relationship Id="rId405" Type="http://schemas.openxmlformats.org/officeDocument/2006/relationships/image" Target="../media/image854.png"/><Relationship Id="rId251" Type="http://schemas.openxmlformats.org/officeDocument/2006/relationships/image" Target="../media/image777.png"/><Relationship Id="rId46" Type="http://schemas.openxmlformats.org/officeDocument/2006/relationships/customXml" Target="../ink/ink690.xml"/><Relationship Id="rId293" Type="http://schemas.openxmlformats.org/officeDocument/2006/relationships/image" Target="../media/image798.png"/><Relationship Id="rId307" Type="http://schemas.openxmlformats.org/officeDocument/2006/relationships/image" Target="../media/image805.png"/><Relationship Id="rId349" Type="http://schemas.openxmlformats.org/officeDocument/2006/relationships/image" Target="../media/image826.png"/><Relationship Id="rId88" Type="http://schemas.openxmlformats.org/officeDocument/2006/relationships/customXml" Target="../ink/ink711.xml"/><Relationship Id="rId111" Type="http://schemas.openxmlformats.org/officeDocument/2006/relationships/image" Target="../media/image707.png"/><Relationship Id="rId153" Type="http://schemas.openxmlformats.org/officeDocument/2006/relationships/image" Target="../media/image728.png"/><Relationship Id="rId195" Type="http://schemas.openxmlformats.org/officeDocument/2006/relationships/image" Target="../media/image749.png"/><Relationship Id="rId209" Type="http://schemas.openxmlformats.org/officeDocument/2006/relationships/image" Target="../media/image756.png"/><Relationship Id="rId360" Type="http://schemas.openxmlformats.org/officeDocument/2006/relationships/customXml" Target="../ink/ink847.xml"/><Relationship Id="rId416" Type="http://schemas.openxmlformats.org/officeDocument/2006/relationships/customXml" Target="../ink/ink875.xml"/><Relationship Id="rId220" Type="http://schemas.openxmlformats.org/officeDocument/2006/relationships/customXml" Target="../ink/ink777.xml"/><Relationship Id="rId15" Type="http://schemas.openxmlformats.org/officeDocument/2006/relationships/image" Target="../media/image660.png"/><Relationship Id="rId57" Type="http://schemas.openxmlformats.org/officeDocument/2006/relationships/image" Target="../media/image680.png"/><Relationship Id="rId262" Type="http://schemas.openxmlformats.org/officeDocument/2006/relationships/customXml" Target="../ink/ink798.xml"/><Relationship Id="rId318" Type="http://schemas.openxmlformats.org/officeDocument/2006/relationships/customXml" Target="../ink/ink826.xml"/><Relationship Id="rId99" Type="http://schemas.openxmlformats.org/officeDocument/2006/relationships/image" Target="../media/image701.png"/><Relationship Id="rId122" Type="http://schemas.openxmlformats.org/officeDocument/2006/relationships/customXml" Target="../ink/ink728.xml"/><Relationship Id="rId164" Type="http://schemas.openxmlformats.org/officeDocument/2006/relationships/customXml" Target="../ink/ink749.xml"/><Relationship Id="rId371" Type="http://schemas.openxmlformats.org/officeDocument/2006/relationships/image" Target="../media/image837.png"/><Relationship Id="rId427" Type="http://schemas.openxmlformats.org/officeDocument/2006/relationships/image" Target="../media/image865.png"/><Relationship Id="rId26" Type="http://schemas.openxmlformats.org/officeDocument/2006/relationships/customXml" Target="../ink/ink680.xml"/><Relationship Id="rId231" Type="http://schemas.openxmlformats.org/officeDocument/2006/relationships/image" Target="../media/image767.png"/><Relationship Id="rId273" Type="http://schemas.openxmlformats.org/officeDocument/2006/relationships/image" Target="../media/image788.png"/><Relationship Id="rId329" Type="http://schemas.openxmlformats.org/officeDocument/2006/relationships/image" Target="../media/image816.png"/><Relationship Id="rId68" Type="http://schemas.openxmlformats.org/officeDocument/2006/relationships/customXml" Target="../ink/ink701.xml"/><Relationship Id="rId133" Type="http://schemas.openxmlformats.org/officeDocument/2006/relationships/image" Target="../media/image718.png"/><Relationship Id="rId175" Type="http://schemas.openxmlformats.org/officeDocument/2006/relationships/image" Target="../media/image739.png"/><Relationship Id="rId340" Type="http://schemas.openxmlformats.org/officeDocument/2006/relationships/customXml" Target="../ink/ink837.xml"/><Relationship Id="rId200" Type="http://schemas.openxmlformats.org/officeDocument/2006/relationships/customXml" Target="../ink/ink767.xml"/><Relationship Id="rId382" Type="http://schemas.openxmlformats.org/officeDocument/2006/relationships/customXml" Target="../ink/ink858.xml"/><Relationship Id="rId438" Type="http://schemas.openxmlformats.org/officeDocument/2006/relationships/image" Target="../media/image870.png"/><Relationship Id="rId242" Type="http://schemas.openxmlformats.org/officeDocument/2006/relationships/customXml" Target="../ink/ink788.xml"/><Relationship Id="rId284" Type="http://schemas.openxmlformats.org/officeDocument/2006/relationships/customXml" Target="../ink/ink809.xml"/><Relationship Id="rId37" Type="http://schemas.openxmlformats.org/officeDocument/2006/relationships/image" Target="../media/image670.png"/><Relationship Id="rId79" Type="http://schemas.openxmlformats.org/officeDocument/2006/relationships/image" Target="../media/image691.png"/><Relationship Id="rId102" Type="http://schemas.openxmlformats.org/officeDocument/2006/relationships/customXml" Target="../ink/ink718.xml"/><Relationship Id="rId144" Type="http://schemas.openxmlformats.org/officeDocument/2006/relationships/customXml" Target="../ink/ink739.xml"/><Relationship Id="rId90" Type="http://schemas.openxmlformats.org/officeDocument/2006/relationships/customXml" Target="../ink/ink712.xml"/><Relationship Id="rId186" Type="http://schemas.openxmlformats.org/officeDocument/2006/relationships/customXml" Target="../ink/ink760.xml"/><Relationship Id="rId351" Type="http://schemas.openxmlformats.org/officeDocument/2006/relationships/image" Target="../media/image827.png"/><Relationship Id="rId393" Type="http://schemas.openxmlformats.org/officeDocument/2006/relationships/image" Target="../media/image848.png"/><Relationship Id="rId407" Type="http://schemas.openxmlformats.org/officeDocument/2006/relationships/image" Target="../media/image855.png"/><Relationship Id="rId211" Type="http://schemas.openxmlformats.org/officeDocument/2006/relationships/image" Target="../media/image757.png"/><Relationship Id="rId253" Type="http://schemas.openxmlformats.org/officeDocument/2006/relationships/image" Target="../media/image778.png"/><Relationship Id="rId295" Type="http://schemas.openxmlformats.org/officeDocument/2006/relationships/image" Target="../media/image799.png"/><Relationship Id="rId309" Type="http://schemas.openxmlformats.org/officeDocument/2006/relationships/image" Target="../media/image806.png"/><Relationship Id="rId48" Type="http://schemas.openxmlformats.org/officeDocument/2006/relationships/customXml" Target="../ink/ink691.xml"/><Relationship Id="rId113" Type="http://schemas.openxmlformats.org/officeDocument/2006/relationships/image" Target="../media/image708.png"/><Relationship Id="rId320" Type="http://schemas.openxmlformats.org/officeDocument/2006/relationships/customXml" Target="../ink/ink827.xml"/><Relationship Id="rId155" Type="http://schemas.openxmlformats.org/officeDocument/2006/relationships/image" Target="../media/image729.png"/><Relationship Id="rId197" Type="http://schemas.openxmlformats.org/officeDocument/2006/relationships/image" Target="../media/image750.png"/><Relationship Id="rId362" Type="http://schemas.openxmlformats.org/officeDocument/2006/relationships/customXml" Target="../ink/ink848.xml"/><Relationship Id="rId418" Type="http://schemas.openxmlformats.org/officeDocument/2006/relationships/customXml" Target="../ink/ink876.xml"/><Relationship Id="rId222" Type="http://schemas.openxmlformats.org/officeDocument/2006/relationships/customXml" Target="../ink/ink778.xml"/><Relationship Id="rId264" Type="http://schemas.openxmlformats.org/officeDocument/2006/relationships/customXml" Target="../ink/ink799.xml"/><Relationship Id="rId17" Type="http://schemas.openxmlformats.org/officeDocument/2006/relationships/image" Target="../media/image661.png"/><Relationship Id="rId59" Type="http://schemas.openxmlformats.org/officeDocument/2006/relationships/image" Target="../media/image681.png"/><Relationship Id="rId124" Type="http://schemas.openxmlformats.org/officeDocument/2006/relationships/customXml" Target="../ink/ink729.xml"/><Relationship Id="rId70" Type="http://schemas.openxmlformats.org/officeDocument/2006/relationships/customXml" Target="../ink/ink702.xml"/><Relationship Id="rId166" Type="http://schemas.openxmlformats.org/officeDocument/2006/relationships/customXml" Target="../ink/ink750.xml"/><Relationship Id="rId331" Type="http://schemas.openxmlformats.org/officeDocument/2006/relationships/image" Target="../media/image817.png"/><Relationship Id="rId373" Type="http://schemas.openxmlformats.org/officeDocument/2006/relationships/image" Target="../media/image838.png"/><Relationship Id="rId429" Type="http://schemas.openxmlformats.org/officeDocument/2006/relationships/image" Target="../media/image866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768.png"/><Relationship Id="rId440" Type="http://schemas.openxmlformats.org/officeDocument/2006/relationships/image" Target="../media/image871.png"/><Relationship Id="rId28" Type="http://schemas.openxmlformats.org/officeDocument/2006/relationships/customXml" Target="../ink/ink681.xml"/><Relationship Id="rId275" Type="http://schemas.openxmlformats.org/officeDocument/2006/relationships/image" Target="../media/image789.png"/><Relationship Id="rId300" Type="http://schemas.openxmlformats.org/officeDocument/2006/relationships/customXml" Target="../ink/ink817.xml"/><Relationship Id="rId81" Type="http://schemas.openxmlformats.org/officeDocument/2006/relationships/image" Target="../media/image692.png"/><Relationship Id="rId135" Type="http://schemas.openxmlformats.org/officeDocument/2006/relationships/image" Target="../media/image719.png"/><Relationship Id="rId177" Type="http://schemas.openxmlformats.org/officeDocument/2006/relationships/image" Target="../media/image740.png"/><Relationship Id="rId342" Type="http://schemas.openxmlformats.org/officeDocument/2006/relationships/customXml" Target="../ink/ink838.xml"/><Relationship Id="rId384" Type="http://schemas.openxmlformats.org/officeDocument/2006/relationships/customXml" Target="../ink/ink859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1.png"/><Relationship Id="rId21" Type="http://schemas.openxmlformats.org/officeDocument/2006/relationships/image" Target="../media/image883.png"/><Relationship Id="rId63" Type="http://schemas.openxmlformats.org/officeDocument/2006/relationships/image" Target="../media/image904.png"/><Relationship Id="rId159" Type="http://schemas.openxmlformats.org/officeDocument/2006/relationships/image" Target="../media/image951.png"/><Relationship Id="rId170" Type="http://schemas.openxmlformats.org/officeDocument/2006/relationships/customXml" Target="../ink/ink974.xml"/><Relationship Id="rId226" Type="http://schemas.openxmlformats.org/officeDocument/2006/relationships/customXml" Target="../ink/ink1002.xml"/><Relationship Id="rId268" Type="http://schemas.openxmlformats.org/officeDocument/2006/relationships/customXml" Target="../ink/ink1023.xml"/><Relationship Id="rId32" Type="http://schemas.openxmlformats.org/officeDocument/2006/relationships/customXml" Target="../ink/ink905.xml"/><Relationship Id="rId74" Type="http://schemas.openxmlformats.org/officeDocument/2006/relationships/customXml" Target="../ink/ink926.xml"/><Relationship Id="rId128" Type="http://schemas.openxmlformats.org/officeDocument/2006/relationships/customXml" Target="../ink/ink953.xml"/><Relationship Id="rId5" Type="http://schemas.openxmlformats.org/officeDocument/2006/relationships/image" Target="../media/image875.png"/><Relationship Id="rId181" Type="http://schemas.openxmlformats.org/officeDocument/2006/relationships/image" Target="../media/image962.png"/><Relationship Id="rId237" Type="http://schemas.openxmlformats.org/officeDocument/2006/relationships/image" Target="../media/image990.png"/><Relationship Id="rId279" Type="http://schemas.openxmlformats.org/officeDocument/2006/relationships/customXml" Target="../ink/ink1029.xml"/><Relationship Id="rId43" Type="http://schemas.openxmlformats.org/officeDocument/2006/relationships/image" Target="../media/image894.png"/><Relationship Id="rId139" Type="http://schemas.openxmlformats.org/officeDocument/2006/relationships/image" Target="../media/image942.png"/><Relationship Id="rId290" Type="http://schemas.openxmlformats.org/officeDocument/2006/relationships/image" Target="../media/image1016.png"/><Relationship Id="rId85" Type="http://schemas.openxmlformats.org/officeDocument/2006/relationships/image" Target="../media/image915.png"/><Relationship Id="rId150" Type="http://schemas.openxmlformats.org/officeDocument/2006/relationships/customXml" Target="../ink/ink964.xml"/><Relationship Id="rId192" Type="http://schemas.openxmlformats.org/officeDocument/2006/relationships/customXml" Target="../ink/ink985.xml"/><Relationship Id="rId206" Type="http://schemas.openxmlformats.org/officeDocument/2006/relationships/customXml" Target="../ink/ink992.xml"/><Relationship Id="rId248" Type="http://schemas.openxmlformats.org/officeDocument/2006/relationships/customXml" Target="../ink/ink1013.xml"/><Relationship Id="rId12" Type="http://schemas.openxmlformats.org/officeDocument/2006/relationships/customXml" Target="../ink/ink895.xml"/><Relationship Id="rId33" Type="http://schemas.openxmlformats.org/officeDocument/2006/relationships/image" Target="../media/image889.png"/><Relationship Id="rId108" Type="http://schemas.openxmlformats.org/officeDocument/2006/relationships/customXml" Target="../ink/ink943.xml"/><Relationship Id="rId129" Type="http://schemas.openxmlformats.org/officeDocument/2006/relationships/image" Target="../media/image937.png"/><Relationship Id="rId280" Type="http://schemas.openxmlformats.org/officeDocument/2006/relationships/image" Target="../media/image1011.png"/><Relationship Id="rId54" Type="http://schemas.openxmlformats.org/officeDocument/2006/relationships/customXml" Target="../ink/ink916.xml"/><Relationship Id="rId75" Type="http://schemas.openxmlformats.org/officeDocument/2006/relationships/image" Target="../media/image910.png"/><Relationship Id="rId96" Type="http://schemas.openxmlformats.org/officeDocument/2006/relationships/customXml" Target="../ink/ink937.xml"/><Relationship Id="rId140" Type="http://schemas.openxmlformats.org/officeDocument/2006/relationships/customXml" Target="../ink/ink959.xml"/><Relationship Id="rId161" Type="http://schemas.openxmlformats.org/officeDocument/2006/relationships/image" Target="../media/image952.png"/><Relationship Id="rId182" Type="http://schemas.openxmlformats.org/officeDocument/2006/relationships/customXml" Target="../ink/ink980.xml"/><Relationship Id="rId217" Type="http://schemas.openxmlformats.org/officeDocument/2006/relationships/image" Target="../media/image980.png"/><Relationship Id="rId6" Type="http://schemas.openxmlformats.org/officeDocument/2006/relationships/customXml" Target="../ink/ink892.xml"/><Relationship Id="rId238" Type="http://schemas.openxmlformats.org/officeDocument/2006/relationships/customXml" Target="../ink/ink1008.xml"/><Relationship Id="rId259" Type="http://schemas.openxmlformats.org/officeDocument/2006/relationships/image" Target="../media/image1001.png"/><Relationship Id="rId23" Type="http://schemas.openxmlformats.org/officeDocument/2006/relationships/image" Target="../media/image884.png"/><Relationship Id="rId119" Type="http://schemas.openxmlformats.org/officeDocument/2006/relationships/image" Target="../media/image932.png"/><Relationship Id="rId270" Type="http://schemas.openxmlformats.org/officeDocument/2006/relationships/customXml" Target="../ink/ink1024.xml"/><Relationship Id="rId291" Type="http://schemas.openxmlformats.org/officeDocument/2006/relationships/customXml" Target="../ink/ink1035.xml"/><Relationship Id="rId44" Type="http://schemas.openxmlformats.org/officeDocument/2006/relationships/customXml" Target="../ink/ink911.xml"/><Relationship Id="rId65" Type="http://schemas.openxmlformats.org/officeDocument/2006/relationships/image" Target="../media/image905.png"/><Relationship Id="rId86" Type="http://schemas.openxmlformats.org/officeDocument/2006/relationships/customXml" Target="../ink/ink932.xml"/><Relationship Id="rId130" Type="http://schemas.openxmlformats.org/officeDocument/2006/relationships/customXml" Target="../ink/ink954.xml"/><Relationship Id="rId151" Type="http://schemas.openxmlformats.org/officeDocument/2006/relationships/image" Target="../media/image947.png"/><Relationship Id="rId172" Type="http://schemas.openxmlformats.org/officeDocument/2006/relationships/customXml" Target="../ink/ink975.xml"/><Relationship Id="rId193" Type="http://schemas.openxmlformats.org/officeDocument/2006/relationships/image" Target="../media/image968.png"/><Relationship Id="rId207" Type="http://schemas.openxmlformats.org/officeDocument/2006/relationships/image" Target="../media/image975.png"/><Relationship Id="rId228" Type="http://schemas.openxmlformats.org/officeDocument/2006/relationships/customXml" Target="../ink/ink1003.xml"/><Relationship Id="rId249" Type="http://schemas.openxmlformats.org/officeDocument/2006/relationships/image" Target="../media/image996.png"/><Relationship Id="rId13" Type="http://schemas.openxmlformats.org/officeDocument/2006/relationships/image" Target="../media/image879.png"/><Relationship Id="rId109" Type="http://schemas.openxmlformats.org/officeDocument/2006/relationships/image" Target="../media/image927.png"/><Relationship Id="rId260" Type="http://schemas.openxmlformats.org/officeDocument/2006/relationships/customXml" Target="../ink/ink1019.xml"/><Relationship Id="rId281" Type="http://schemas.openxmlformats.org/officeDocument/2006/relationships/customXml" Target="../ink/ink1030.xml"/><Relationship Id="rId34" Type="http://schemas.openxmlformats.org/officeDocument/2006/relationships/customXml" Target="../ink/ink906.xml"/><Relationship Id="rId55" Type="http://schemas.openxmlformats.org/officeDocument/2006/relationships/image" Target="../media/image900.png"/><Relationship Id="rId76" Type="http://schemas.openxmlformats.org/officeDocument/2006/relationships/customXml" Target="../ink/ink927.xml"/><Relationship Id="rId97" Type="http://schemas.openxmlformats.org/officeDocument/2006/relationships/image" Target="../media/image921.png"/><Relationship Id="rId120" Type="http://schemas.openxmlformats.org/officeDocument/2006/relationships/customXml" Target="../ink/ink949.xml"/><Relationship Id="rId141" Type="http://schemas.openxmlformats.org/officeDocument/2006/relationships/image" Target="../media/image29.png"/><Relationship Id="rId7" Type="http://schemas.openxmlformats.org/officeDocument/2006/relationships/image" Target="../media/image876.png"/><Relationship Id="rId162" Type="http://schemas.openxmlformats.org/officeDocument/2006/relationships/customXml" Target="../ink/ink970.xml"/><Relationship Id="rId183" Type="http://schemas.openxmlformats.org/officeDocument/2006/relationships/image" Target="../media/image963.png"/><Relationship Id="rId218" Type="http://schemas.openxmlformats.org/officeDocument/2006/relationships/customXml" Target="../ink/ink998.xml"/><Relationship Id="rId239" Type="http://schemas.openxmlformats.org/officeDocument/2006/relationships/image" Target="../media/image991.png"/><Relationship Id="rId250" Type="http://schemas.openxmlformats.org/officeDocument/2006/relationships/customXml" Target="../ink/ink1014.xml"/><Relationship Id="rId271" Type="http://schemas.openxmlformats.org/officeDocument/2006/relationships/image" Target="../media/image1007.png"/><Relationship Id="rId292" Type="http://schemas.openxmlformats.org/officeDocument/2006/relationships/image" Target="../media/image1017.png"/><Relationship Id="rId24" Type="http://schemas.openxmlformats.org/officeDocument/2006/relationships/customXml" Target="../ink/ink901.xml"/><Relationship Id="rId45" Type="http://schemas.openxmlformats.org/officeDocument/2006/relationships/image" Target="../media/image895.png"/><Relationship Id="rId66" Type="http://schemas.openxmlformats.org/officeDocument/2006/relationships/customXml" Target="../ink/ink922.xml"/><Relationship Id="rId87" Type="http://schemas.openxmlformats.org/officeDocument/2006/relationships/image" Target="../media/image916.png"/><Relationship Id="rId110" Type="http://schemas.openxmlformats.org/officeDocument/2006/relationships/customXml" Target="../ink/ink944.xml"/><Relationship Id="rId131" Type="http://schemas.openxmlformats.org/officeDocument/2006/relationships/image" Target="../media/image938.png"/><Relationship Id="rId152" Type="http://schemas.openxmlformats.org/officeDocument/2006/relationships/customXml" Target="../ink/ink965.xml"/><Relationship Id="rId173" Type="http://schemas.openxmlformats.org/officeDocument/2006/relationships/image" Target="../media/image958.png"/><Relationship Id="rId194" Type="http://schemas.openxmlformats.org/officeDocument/2006/relationships/customXml" Target="../ink/ink986.xml"/><Relationship Id="rId208" Type="http://schemas.openxmlformats.org/officeDocument/2006/relationships/customXml" Target="../ink/ink993.xml"/><Relationship Id="rId229" Type="http://schemas.openxmlformats.org/officeDocument/2006/relationships/image" Target="../media/image986.png"/><Relationship Id="rId240" Type="http://schemas.openxmlformats.org/officeDocument/2006/relationships/customXml" Target="../ink/ink1009.xml"/><Relationship Id="rId261" Type="http://schemas.openxmlformats.org/officeDocument/2006/relationships/image" Target="../media/image1002.png"/><Relationship Id="rId14" Type="http://schemas.openxmlformats.org/officeDocument/2006/relationships/customXml" Target="../ink/ink896.xml"/><Relationship Id="rId35" Type="http://schemas.openxmlformats.org/officeDocument/2006/relationships/image" Target="../media/image890.png"/><Relationship Id="rId56" Type="http://schemas.openxmlformats.org/officeDocument/2006/relationships/customXml" Target="../ink/ink917.xml"/><Relationship Id="rId77" Type="http://schemas.openxmlformats.org/officeDocument/2006/relationships/image" Target="../media/image911.png"/><Relationship Id="rId100" Type="http://schemas.openxmlformats.org/officeDocument/2006/relationships/customXml" Target="../ink/ink939.xml"/><Relationship Id="rId282" Type="http://schemas.openxmlformats.org/officeDocument/2006/relationships/image" Target="../media/image1012.png"/><Relationship Id="rId8" Type="http://schemas.openxmlformats.org/officeDocument/2006/relationships/customXml" Target="../ink/ink893.xml"/><Relationship Id="rId98" Type="http://schemas.openxmlformats.org/officeDocument/2006/relationships/customXml" Target="../ink/ink938.xml"/><Relationship Id="rId121" Type="http://schemas.openxmlformats.org/officeDocument/2006/relationships/image" Target="../media/image933.png"/><Relationship Id="rId142" Type="http://schemas.openxmlformats.org/officeDocument/2006/relationships/customXml" Target="../ink/ink960.xml"/><Relationship Id="rId163" Type="http://schemas.openxmlformats.org/officeDocument/2006/relationships/image" Target="../media/image953.png"/><Relationship Id="rId184" Type="http://schemas.openxmlformats.org/officeDocument/2006/relationships/customXml" Target="../ink/ink981.xml"/><Relationship Id="rId219" Type="http://schemas.openxmlformats.org/officeDocument/2006/relationships/image" Target="../media/image981.png"/><Relationship Id="rId230" Type="http://schemas.openxmlformats.org/officeDocument/2006/relationships/customXml" Target="../ink/ink1004.xml"/><Relationship Id="rId251" Type="http://schemas.openxmlformats.org/officeDocument/2006/relationships/image" Target="../media/image997.png"/><Relationship Id="rId25" Type="http://schemas.openxmlformats.org/officeDocument/2006/relationships/image" Target="../media/image885.png"/><Relationship Id="rId46" Type="http://schemas.openxmlformats.org/officeDocument/2006/relationships/customXml" Target="../ink/ink912.xml"/><Relationship Id="rId67" Type="http://schemas.openxmlformats.org/officeDocument/2006/relationships/image" Target="../media/image906.png"/><Relationship Id="rId272" Type="http://schemas.openxmlformats.org/officeDocument/2006/relationships/customXml" Target="../ink/ink1025.xml"/><Relationship Id="rId293" Type="http://schemas.openxmlformats.org/officeDocument/2006/relationships/customXml" Target="../ink/ink1036.xml"/><Relationship Id="rId88" Type="http://schemas.openxmlformats.org/officeDocument/2006/relationships/customXml" Target="../ink/ink933.xml"/><Relationship Id="rId111" Type="http://schemas.openxmlformats.org/officeDocument/2006/relationships/image" Target="../media/image928.png"/><Relationship Id="rId132" Type="http://schemas.openxmlformats.org/officeDocument/2006/relationships/customXml" Target="../ink/ink955.xml"/><Relationship Id="rId153" Type="http://schemas.openxmlformats.org/officeDocument/2006/relationships/image" Target="../media/image948.png"/><Relationship Id="rId174" Type="http://schemas.openxmlformats.org/officeDocument/2006/relationships/customXml" Target="../ink/ink976.xml"/><Relationship Id="rId195" Type="http://schemas.openxmlformats.org/officeDocument/2006/relationships/image" Target="../media/image969.png"/><Relationship Id="rId209" Type="http://schemas.openxmlformats.org/officeDocument/2006/relationships/image" Target="../media/image976.png"/><Relationship Id="rId220" Type="http://schemas.openxmlformats.org/officeDocument/2006/relationships/customXml" Target="../ink/ink999.xml"/><Relationship Id="rId241" Type="http://schemas.openxmlformats.org/officeDocument/2006/relationships/image" Target="../media/image992.png"/><Relationship Id="rId15" Type="http://schemas.openxmlformats.org/officeDocument/2006/relationships/image" Target="../media/image880.png"/><Relationship Id="rId36" Type="http://schemas.openxmlformats.org/officeDocument/2006/relationships/customXml" Target="../ink/ink907.xml"/><Relationship Id="rId57" Type="http://schemas.openxmlformats.org/officeDocument/2006/relationships/image" Target="../media/image901.png"/><Relationship Id="rId262" Type="http://schemas.openxmlformats.org/officeDocument/2006/relationships/customXml" Target="../ink/ink1020.xml"/><Relationship Id="rId283" Type="http://schemas.openxmlformats.org/officeDocument/2006/relationships/customXml" Target="../ink/ink1031.xml"/><Relationship Id="rId78" Type="http://schemas.openxmlformats.org/officeDocument/2006/relationships/customXml" Target="../ink/ink928.xml"/><Relationship Id="rId99" Type="http://schemas.openxmlformats.org/officeDocument/2006/relationships/image" Target="../media/image922.png"/><Relationship Id="rId101" Type="http://schemas.openxmlformats.org/officeDocument/2006/relationships/image" Target="../media/image923.png"/><Relationship Id="rId122" Type="http://schemas.openxmlformats.org/officeDocument/2006/relationships/customXml" Target="../ink/ink950.xml"/><Relationship Id="rId143" Type="http://schemas.openxmlformats.org/officeDocument/2006/relationships/image" Target="../media/image943.png"/><Relationship Id="rId164" Type="http://schemas.openxmlformats.org/officeDocument/2006/relationships/customXml" Target="../ink/ink971.xml"/><Relationship Id="rId185" Type="http://schemas.openxmlformats.org/officeDocument/2006/relationships/image" Target="../media/image964.png"/><Relationship Id="rId9" Type="http://schemas.openxmlformats.org/officeDocument/2006/relationships/image" Target="../media/image877.png"/><Relationship Id="rId210" Type="http://schemas.openxmlformats.org/officeDocument/2006/relationships/customXml" Target="../ink/ink994.xml"/><Relationship Id="rId26" Type="http://schemas.openxmlformats.org/officeDocument/2006/relationships/customXml" Target="../ink/ink902.xml"/><Relationship Id="rId231" Type="http://schemas.openxmlformats.org/officeDocument/2006/relationships/image" Target="../media/image987.png"/><Relationship Id="rId252" Type="http://schemas.openxmlformats.org/officeDocument/2006/relationships/customXml" Target="../ink/ink1015.xml"/><Relationship Id="rId273" Type="http://schemas.openxmlformats.org/officeDocument/2006/relationships/customXml" Target="../ink/ink1026.xml"/><Relationship Id="rId294" Type="http://schemas.openxmlformats.org/officeDocument/2006/relationships/image" Target="../media/image1018.png"/><Relationship Id="rId47" Type="http://schemas.openxmlformats.org/officeDocument/2006/relationships/image" Target="../media/image896.png"/><Relationship Id="rId68" Type="http://schemas.openxmlformats.org/officeDocument/2006/relationships/customXml" Target="../ink/ink923.xml"/><Relationship Id="rId89" Type="http://schemas.openxmlformats.org/officeDocument/2006/relationships/image" Target="../media/image917.png"/><Relationship Id="rId112" Type="http://schemas.openxmlformats.org/officeDocument/2006/relationships/customXml" Target="../ink/ink945.xml"/><Relationship Id="rId133" Type="http://schemas.openxmlformats.org/officeDocument/2006/relationships/image" Target="../media/image939.png"/><Relationship Id="rId154" Type="http://schemas.openxmlformats.org/officeDocument/2006/relationships/customXml" Target="../ink/ink966.xml"/><Relationship Id="rId175" Type="http://schemas.openxmlformats.org/officeDocument/2006/relationships/image" Target="../media/image959.png"/><Relationship Id="rId196" Type="http://schemas.openxmlformats.org/officeDocument/2006/relationships/customXml" Target="../ink/ink987.xml"/><Relationship Id="rId200" Type="http://schemas.openxmlformats.org/officeDocument/2006/relationships/customXml" Target="../ink/ink989.xml"/><Relationship Id="rId16" Type="http://schemas.openxmlformats.org/officeDocument/2006/relationships/customXml" Target="../ink/ink897.xml"/><Relationship Id="rId221" Type="http://schemas.openxmlformats.org/officeDocument/2006/relationships/image" Target="../media/image982.png"/><Relationship Id="rId242" Type="http://schemas.openxmlformats.org/officeDocument/2006/relationships/customXml" Target="../ink/ink1010.xml"/><Relationship Id="rId263" Type="http://schemas.openxmlformats.org/officeDocument/2006/relationships/image" Target="../media/image1003.png"/><Relationship Id="rId284" Type="http://schemas.openxmlformats.org/officeDocument/2006/relationships/image" Target="../media/image1013.png"/><Relationship Id="rId37" Type="http://schemas.openxmlformats.org/officeDocument/2006/relationships/image" Target="../media/image891.png"/><Relationship Id="rId58" Type="http://schemas.openxmlformats.org/officeDocument/2006/relationships/customXml" Target="../ink/ink918.xml"/><Relationship Id="rId79" Type="http://schemas.openxmlformats.org/officeDocument/2006/relationships/image" Target="../media/image912.png"/><Relationship Id="rId102" Type="http://schemas.openxmlformats.org/officeDocument/2006/relationships/customXml" Target="../ink/ink940.xml"/><Relationship Id="rId123" Type="http://schemas.openxmlformats.org/officeDocument/2006/relationships/image" Target="../media/image934.png"/><Relationship Id="rId144" Type="http://schemas.openxmlformats.org/officeDocument/2006/relationships/customXml" Target="../ink/ink961.xml"/><Relationship Id="rId90" Type="http://schemas.openxmlformats.org/officeDocument/2006/relationships/customXml" Target="../ink/ink934.xml"/><Relationship Id="rId165" Type="http://schemas.openxmlformats.org/officeDocument/2006/relationships/image" Target="../media/image954.png"/><Relationship Id="rId186" Type="http://schemas.openxmlformats.org/officeDocument/2006/relationships/customXml" Target="../ink/ink982.xml"/><Relationship Id="rId211" Type="http://schemas.openxmlformats.org/officeDocument/2006/relationships/image" Target="../media/image977.png"/><Relationship Id="rId232" Type="http://schemas.openxmlformats.org/officeDocument/2006/relationships/customXml" Target="../ink/ink1005.xml"/><Relationship Id="rId253" Type="http://schemas.openxmlformats.org/officeDocument/2006/relationships/image" Target="../media/image998.png"/><Relationship Id="rId274" Type="http://schemas.openxmlformats.org/officeDocument/2006/relationships/image" Target="../media/image1008.png"/><Relationship Id="rId295" Type="http://schemas.openxmlformats.org/officeDocument/2006/relationships/customXml" Target="../ink/ink1037.xml"/><Relationship Id="rId27" Type="http://schemas.openxmlformats.org/officeDocument/2006/relationships/image" Target="../media/image886.png"/><Relationship Id="rId48" Type="http://schemas.openxmlformats.org/officeDocument/2006/relationships/customXml" Target="../ink/ink913.xml"/><Relationship Id="rId69" Type="http://schemas.openxmlformats.org/officeDocument/2006/relationships/image" Target="../media/image907.png"/><Relationship Id="rId113" Type="http://schemas.openxmlformats.org/officeDocument/2006/relationships/image" Target="../media/image929.png"/><Relationship Id="rId134" Type="http://schemas.openxmlformats.org/officeDocument/2006/relationships/customXml" Target="../ink/ink956.xml"/><Relationship Id="rId80" Type="http://schemas.openxmlformats.org/officeDocument/2006/relationships/customXml" Target="../ink/ink929.xml"/><Relationship Id="rId155" Type="http://schemas.openxmlformats.org/officeDocument/2006/relationships/image" Target="../media/image949.png"/><Relationship Id="rId176" Type="http://schemas.openxmlformats.org/officeDocument/2006/relationships/customXml" Target="../ink/ink977.xml"/><Relationship Id="rId197" Type="http://schemas.openxmlformats.org/officeDocument/2006/relationships/image" Target="../media/image970.png"/><Relationship Id="rId201" Type="http://schemas.openxmlformats.org/officeDocument/2006/relationships/image" Target="../media/image972.png"/><Relationship Id="rId222" Type="http://schemas.openxmlformats.org/officeDocument/2006/relationships/customXml" Target="../ink/ink1000.xml"/><Relationship Id="rId243" Type="http://schemas.openxmlformats.org/officeDocument/2006/relationships/image" Target="../media/image993.png"/><Relationship Id="rId264" Type="http://schemas.openxmlformats.org/officeDocument/2006/relationships/customXml" Target="../ink/ink1021.xml"/><Relationship Id="rId285" Type="http://schemas.openxmlformats.org/officeDocument/2006/relationships/customXml" Target="../ink/ink1032.xml"/><Relationship Id="rId17" Type="http://schemas.openxmlformats.org/officeDocument/2006/relationships/image" Target="../media/image881.png"/><Relationship Id="rId38" Type="http://schemas.openxmlformats.org/officeDocument/2006/relationships/customXml" Target="../ink/ink908.xml"/><Relationship Id="rId59" Type="http://schemas.openxmlformats.org/officeDocument/2006/relationships/image" Target="../media/image902.png"/><Relationship Id="rId103" Type="http://schemas.openxmlformats.org/officeDocument/2006/relationships/image" Target="../media/image924.png"/><Relationship Id="rId124" Type="http://schemas.openxmlformats.org/officeDocument/2006/relationships/customXml" Target="../ink/ink951.xml"/><Relationship Id="rId70" Type="http://schemas.openxmlformats.org/officeDocument/2006/relationships/customXml" Target="../ink/ink924.xml"/><Relationship Id="rId91" Type="http://schemas.openxmlformats.org/officeDocument/2006/relationships/image" Target="../media/image918.png"/><Relationship Id="rId145" Type="http://schemas.openxmlformats.org/officeDocument/2006/relationships/image" Target="../media/image944.png"/><Relationship Id="rId166" Type="http://schemas.openxmlformats.org/officeDocument/2006/relationships/customXml" Target="../ink/ink972.xml"/><Relationship Id="rId187" Type="http://schemas.openxmlformats.org/officeDocument/2006/relationships/image" Target="../media/image96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95.xml"/><Relationship Id="rId233" Type="http://schemas.openxmlformats.org/officeDocument/2006/relationships/image" Target="../media/image988.png"/><Relationship Id="rId254" Type="http://schemas.openxmlformats.org/officeDocument/2006/relationships/customXml" Target="../ink/ink1016.xml"/><Relationship Id="rId28" Type="http://schemas.openxmlformats.org/officeDocument/2006/relationships/customXml" Target="../ink/ink903.xml"/><Relationship Id="rId49" Type="http://schemas.openxmlformats.org/officeDocument/2006/relationships/image" Target="../media/image897.png"/><Relationship Id="rId114" Type="http://schemas.openxmlformats.org/officeDocument/2006/relationships/customXml" Target="../ink/ink946.xml"/><Relationship Id="rId275" Type="http://schemas.openxmlformats.org/officeDocument/2006/relationships/customXml" Target="../ink/ink1027.xml"/><Relationship Id="rId296" Type="http://schemas.openxmlformats.org/officeDocument/2006/relationships/image" Target="../media/image1019.png"/><Relationship Id="rId60" Type="http://schemas.openxmlformats.org/officeDocument/2006/relationships/customXml" Target="../ink/ink919.xml"/><Relationship Id="rId81" Type="http://schemas.openxmlformats.org/officeDocument/2006/relationships/image" Target="../media/image913.png"/><Relationship Id="rId135" Type="http://schemas.openxmlformats.org/officeDocument/2006/relationships/image" Target="../media/image940.png"/><Relationship Id="rId156" Type="http://schemas.openxmlformats.org/officeDocument/2006/relationships/customXml" Target="../ink/ink967.xml"/><Relationship Id="rId177" Type="http://schemas.openxmlformats.org/officeDocument/2006/relationships/image" Target="../media/image960.png"/><Relationship Id="rId198" Type="http://schemas.openxmlformats.org/officeDocument/2006/relationships/customXml" Target="../ink/ink988.xml"/><Relationship Id="rId202" Type="http://schemas.openxmlformats.org/officeDocument/2006/relationships/customXml" Target="../ink/ink990.xml"/><Relationship Id="rId223" Type="http://schemas.openxmlformats.org/officeDocument/2006/relationships/image" Target="../media/image983.png"/><Relationship Id="rId244" Type="http://schemas.openxmlformats.org/officeDocument/2006/relationships/customXml" Target="../ink/ink1011.xml"/><Relationship Id="rId18" Type="http://schemas.openxmlformats.org/officeDocument/2006/relationships/customXml" Target="../ink/ink898.xml"/><Relationship Id="rId39" Type="http://schemas.openxmlformats.org/officeDocument/2006/relationships/image" Target="../media/image892.png"/><Relationship Id="rId265" Type="http://schemas.openxmlformats.org/officeDocument/2006/relationships/image" Target="../media/image1004.png"/><Relationship Id="rId286" Type="http://schemas.openxmlformats.org/officeDocument/2006/relationships/image" Target="../media/image1014.png"/><Relationship Id="rId50" Type="http://schemas.openxmlformats.org/officeDocument/2006/relationships/customXml" Target="../ink/ink914.xml"/><Relationship Id="rId104" Type="http://schemas.openxmlformats.org/officeDocument/2006/relationships/customXml" Target="../ink/ink941.xml"/><Relationship Id="rId125" Type="http://schemas.openxmlformats.org/officeDocument/2006/relationships/image" Target="../media/image935.png"/><Relationship Id="rId146" Type="http://schemas.openxmlformats.org/officeDocument/2006/relationships/customXml" Target="../ink/ink962.xml"/><Relationship Id="rId167" Type="http://schemas.openxmlformats.org/officeDocument/2006/relationships/image" Target="../media/image955.png"/><Relationship Id="rId188" Type="http://schemas.openxmlformats.org/officeDocument/2006/relationships/customXml" Target="../ink/ink983.xml"/><Relationship Id="rId71" Type="http://schemas.openxmlformats.org/officeDocument/2006/relationships/image" Target="../media/image908.png"/><Relationship Id="rId92" Type="http://schemas.openxmlformats.org/officeDocument/2006/relationships/customXml" Target="../ink/ink935.xml"/><Relationship Id="rId213" Type="http://schemas.openxmlformats.org/officeDocument/2006/relationships/image" Target="../media/image978.png"/><Relationship Id="rId234" Type="http://schemas.openxmlformats.org/officeDocument/2006/relationships/customXml" Target="../ink/ink1006.xml"/><Relationship Id="rId2" Type="http://schemas.openxmlformats.org/officeDocument/2006/relationships/customXml" Target="../ink/ink890.xml"/><Relationship Id="rId29" Type="http://schemas.openxmlformats.org/officeDocument/2006/relationships/image" Target="../media/image887.png"/><Relationship Id="rId255" Type="http://schemas.openxmlformats.org/officeDocument/2006/relationships/image" Target="../media/image999.png"/><Relationship Id="rId276" Type="http://schemas.openxmlformats.org/officeDocument/2006/relationships/image" Target="../media/image1009.png"/><Relationship Id="rId40" Type="http://schemas.openxmlformats.org/officeDocument/2006/relationships/customXml" Target="../ink/ink909.xml"/><Relationship Id="rId115" Type="http://schemas.openxmlformats.org/officeDocument/2006/relationships/image" Target="../media/image930.png"/><Relationship Id="rId136" Type="http://schemas.openxmlformats.org/officeDocument/2006/relationships/customXml" Target="../ink/ink957.xml"/><Relationship Id="rId157" Type="http://schemas.openxmlformats.org/officeDocument/2006/relationships/image" Target="../media/image950.png"/><Relationship Id="rId178" Type="http://schemas.openxmlformats.org/officeDocument/2006/relationships/customXml" Target="../ink/ink978.xml"/><Relationship Id="rId61" Type="http://schemas.openxmlformats.org/officeDocument/2006/relationships/image" Target="../media/image903.png"/><Relationship Id="rId82" Type="http://schemas.openxmlformats.org/officeDocument/2006/relationships/customXml" Target="../ink/ink930.xml"/><Relationship Id="rId199" Type="http://schemas.openxmlformats.org/officeDocument/2006/relationships/image" Target="../media/image971.png"/><Relationship Id="rId203" Type="http://schemas.openxmlformats.org/officeDocument/2006/relationships/image" Target="../media/image973.png"/><Relationship Id="rId19" Type="http://schemas.openxmlformats.org/officeDocument/2006/relationships/image" Target="../media/image882.png"/><Relationship Id="rId224" Type="http://schemas.openxmlformats.org/officeDocument/2006/relationships/customXml" Target="../ink/ink1001.xml"/><Relationship Id="rId245" Type="http://schemas.openxmlformats.org/officeDocument/2006/relationships/image" Target="../media/image994.png"/><Relationship Id="rId266" Type="http://schemas.openxmlformats.org/officeDocument/2006/relationships/customXml" Target="../ink/ink1022.xml"/><Relationship Id="rId287" Type="http://schemas.openxmlformats.org/officeDocument/2006/relationships/customXml" Target="../ink/ink1033.xml"/><Relationship Id="rId30" Type="http://schemas.openxmlformats.org/officeDocument/2006/relationships/customXml" Target="../ink/ink904.xml"/><Relationship Id="rId105" Type="http://schemas.openxmlformats.org/officeDocument/2006/relationships/image" Target="../media/image925.png"/><Relationship Id="rId126" Type="http://schemas.openxmlformats.org/officeDocument/2006/relationships/customXml" Target="../ink/ink952.xml"/><Relationship Id="rId147" Type="http://schemas.openxmlformats.org/officeDocument/2006/relationships/image" Target="../media/image945.png"/><Relationship Id="rId168" Type="http://schemas.openxmlformats.org/officeDocument/2006/relationships/customXml" Target="../ink/ink973.xml"/><Relationship Id="rId51" Type="http://schemas.openxmlformats.org/officeDocument/2006/relationships/image" Target="../media/image898.png"/><Relationship Id="rId72" Type="http://schemas.openxmlformats.org/officeDocument/2006/relationships/customXml" Target="../ink/ink925.xml"/><Relationship Id="rId93" Type="http://schemas.openxmlformats.org/officeDocument/2006/relationships/image" Target="../media/image919.png"/><Relationship Id="rId189" Type="http://schemas.openxmlformats.org/officeDocument/2006/relationships/image" Target="../media/image966.png"/><Relationship Id="rId3" Type="http://schemas.openxmlformats.org/officeDocument/2006/relationships/image" Target="../media/image874.png"/><Relationship Id="rId214" Type="http://schemas.openxmlformats.org/officeDocument/2006/relationships/customXml" Target="../ink/ink996.xml"/><Relationship Id="rId235" Type="http://schemas.openxmlformats.org/officeDocument/2006/relationships/image" Target="../media/image989.png"/><Relationship Id="rId256" Type="http://schemas.openxmlformats.org/officeDocument/2006/relationships/customXml" Target="../ink/ink1017.xml"/><Relationship Id="rId277" Type="http://schemas.openxmlformats.org/officeDocument/2006/relationships/customXml" Target="../ink/ink1028.xml"/><Relationship Id="rId116" Type="http://schemas.openxmlformats.org/officeDocument/2006/relationships/customXml" Target="../ink/ink947.xml"/><Relationship Id="rId137" Type="http://schemas.openxmlformats.org/officeDocument/2006/relationships/image" Target="../media/image941.png"/><Relationship Id="rId158" Type="http://schemas.openxmlformats.org/officeDocument/2006/relationships/customXml" Target="../ink/ink968.xml"/><Relationship Id="rId20" Type="http://schemas.openxmlformats.org/officeDocument/2006/relationships/customXml" Target="../ink/ink899.xml"/><Relationship Id="rId41" Type="http://schemas.openxmlformats.org/officeDocument/2006/relationships/image" Target="../media/image893.png"/><Relationship Id="rId62" Type="http://schemas.openxmlformats.org/officeDocument/2006/relationships/customXml" Target="../ink/ink920.xml"/><Relationship Id="rId83" Type="http://schemas.openxmlformats.org/officeDocument/2006/relationships/image" Target="../media/image914.png"/><Relationship Id="rId179" Type="http://schemas.openxmlformats.org/officeDocument/2006/relationships/image" Target="../media/image961.png"/><Relationship Id="rId190" Type="http://schemas.openxmlformats.org/officeDocument/2006/relationships/customXml" Target="../ink/ink984.xml"/><Relationship Id="rId204" Type="http://schemas.openxmlformats.org/officeDocument/2006/relationships/customXml" Target="../ink/ink991.xml"/><Relationship Id="rId225" Type="http://schemas.openxmlformats.org/officeDocument/2006/relationships/image" Target="../media/image984.png"/><Relationship Id="rId246" Type="http://schemas.openxmlformats.org/officeDocument/2006/relationships/customXml" Target="../ink/ink1012.xml"/><Relationship Id="rId267" Type="http://schemas.openxmlformats.org/officeDocument/2006/relationships/image" Target="../media/image1005.png"/><Relationship Id="rId288" Type="http://schemas.openxmlformats.org/officeDocument/2006/relationships/image" Target="../media/image1015.png"/><Relationship Id="rId106" Type="http://schemas.openxmlformats.org/officeDocument/2006/relationships/customXml" Target="../ink/ink942.xml"/><Relationship Id="rId127" Type="http://schemas.openxmlformats.org/officeDocument/2006/relationships/image" Target="../media/image936.png"/><Relationship Id="rId10" Type="http://schemas.openxmlformats.org/officeDocument/2006/relationships/customXml" Target="../ink/ink894.xml"/><Relationship Id="rId31" Type="http://schemas.openxmlformats.org/officeDocument/2006/relationships/image" Target="../media/image888.png"/><Relationship Id="rId52" Type="http://schemas.openxmlformats.org/officeDocument/2006/relationships/customXml" Target="../ink/ink915.xml"/><Relationship Id="rId73" Type="http://schemas.openxmlformats.org/officeDocument/2006/relationships/image" Target="../media/image909.png"/><Relationship Id="rId94" Type="http://schemas.openxmlformats.org/officeDocument/2006/relationships/customXml" Target="../ink/ink936.xml"/><Relationship Id="rId148" Type="http://schemas.openxmlformats.org/officeDocument/2006/relationships/customXml" Target="../ink/ink963.xml"/><Relationship Id="rId169" Type="http://schemas.openxmlformats.org/officeDocument/2006/relationships/image" Target="../media/image956.png"/><Relationship Id="rId4" Type="http://schemas.openxmlformats.org/officeDocument/2006/relationships/customXml" Target="../ink/ink891.xml"/><Relationship Id="rId180" Type="http://schemas.openxmlformats.org/officeDocument/2006/relationships/customXml" Target="../ink/ink979.xml"/><Relationship Id="rId215" Type="http://schemas.openxmlformats.org/officeDocument/2006/relationships/image" Target="../media/image979.png"/><Relationship Id="rId236" Type="http://schemas.openxmlformats.org/officeDocument/2006/relationships/customXml" Target="../ink/ink1007.xml"/><Relationship Id="rId257" Type="http://schemas.openxmlformats.org/officeDocument/2006/relationships/image" Target="../media/image1000.png"/><Relationship Id="rId278" Type="http://schemas.openxmlformats.org/officeDocument/2006/relationships/image" Target="../media/image1010.png"/><Relationship Id="rId42" Type="http://schemas.openxmlformats.org/officeDocument/2006/relationships/customXml" Target="../ink/ink910.xml"/><Relationship Id="rId84" Type="http://schemas.openxmlformats.org/officeDocument/2006/relationships/customXml" Target="../ink/ink931.xml"/><Relationship Id="rId138" Type="http://schemas.openxmlformats.org/officeDocument/2006/relationships/customXml" Target="../ink/ink958.xml"/><Relationship Id="rId191" Type="http://schemas.openxmlformats.org/officeDocument/2006/relationships/image" Target="../media/image967.png"/><Relationship Id="rId205" Type="http://schemas.openxmlformats.org/officeDocument/2006/relationships/image" Target="../media/image974.png"/><Relationship Id="rId247" Type="http://schemas.openxmlformats.org/officeDocument/2006/relationships/image" Target="../media/image995.png"/><Relationship Id="rId107" Type="http://schemas.openxmlformats.org/officeDocument/2006/relationships/image" Target="../media/image926.png"/><Relationship Id="rId289" Type="http://schemas.openxmlformats.org/officeDocument/2006/relationships/customXml" Target="../ink/ink1034.xml"/><Relationship Id="rId11" Type="http://schemas.openxmlformats.org/officeDocument/2006/relationships/image" Target="../media/image878.png"/><Relationship Id="rId53" Type="http://schemas.openxmlformats.org/officeDocument/2006/relationships/image" Target="../media/image899.png"/><Relationship Id="rId149" Type="http://schemas.openxmlformats.org/officeDocument/2006/relationships/image" Target="../media/image946.png"/><Relationship Id="rId95" Type="http://schemas.openxmlformats.org/officeDocument/2006/relationships/image" Target="../media/image920.png"/><Relationship Id="rId160" Type="http://schemas.openxmlformats.org/officeDocument/2006/relationships/customXml" Target="../ink/ink969.xml"/><Relationship Id="rId216" Type="http://schemas.openxmlformats.org/officeDocument/2006/relationships/customXml" Target="../ink/ink997.xml"/><Relationship Id="rId258" Type="http://schemas.openxmlformats.org/officeDocument/2006/relationships/customXml" Target="../ink/ink1018.xml"/><Relationship Id="rId22" Type="http://schemas.openxmlformats.org/officeDocument/2006/relationships/customXml" Target="../ink/ink900.xml"/><Relationship Id="rId64" Type="http://schemas.openxmlformats.org/officeDocument/2006/relationships/customXml" Target="../ink/ink921.xml"/><Relationship Id="rId118" Type="http://schemas.openxmlformats.org/officeDocument/2006/relationships/customXml" Target="../ink/ink948.xml"/><Relationship Id="rId171" Type="http://schemas.openxmlformats.org/officeDocument/2006/relationships/image" Target="../media/image957.png"/><Relationship Id="rId227" Type="http://schemas.openxmlformats.org/officeDocument/2006/relationships/image" Target="../media/image985.png"/><Relationship Id="rId269" Type="http://schemas.openxmlformats.org/officeDocument/2006/relationships/image" Target="../media/image10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3F28848-2FBE-B65A-5361-EC1275FA3B71}"/>
              </a:ext>
            </a:extLst>
          </p:cNvPr>
          <p:cNvGrpSpPr/>
          <p:nvPr/>
        </p:nvGrpSpPr>
        <p:grpSpPr>
          <a:xfrm>
            <a:off x="359431" y="211142"/>
            <a:ext cx="1184760" cy="623880"/>
            <a:chOff x="359431" y="211142"/>
            <a:chExt cx="118476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02143AF-481E-A0D1-1EBC-6C686E8F3458}"/>
                    </a:ext>
                  </a:extLst>
                </p14:cNvPr>
                <p14:cNvContentPartPr/>
                <p14:nvPr/>
              </p14:nvContentPartPr>
              <p14:xfrm>
                <a:off x="398671" y="211142"/>
                <a:ext cx="14040" cy="596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02143AF-481E-A0D1-1EBC-6C686E8F345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0031" y="202142"/>
                  <a:ext cx="3168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ED6B4DC-1F9A-E96F-7CD6-5D4FBAE47861}"/>
                    </a:ext>
                  </a:extLst>
                </p14:cNvPr>
                <p14:cNvContentPartPr/>
                <p14:nvPr/>
              </p14:nvContentPartPr>
              <p14:xfrm>
                <a:off x="359431" y="234542"/>
                <a:ext cx="293040" cy="354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ED6B4DC-1F9A-E96F-7CD6-5D4FBAE478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0791" y="225902"/>
                  <a:ext cx="3106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A36146F-CC41-E3DE-88CB-73A58D72DF53}"/>
                    </a:ext>
                  </a:extLst>
                </p14:cNvPr>
                <p14:cNvContentPartPr/>
                <p14:nvPr/>
              </p14:nvContentPartPr>
              <p14:xfrm>
                <a:off x="682711" y="294662"/>
                <a:ext cx="193320" cy="411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A36146F-CC41-E3DE-88CB-73A58D72DF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4071" y="286022"/>
                  <a:ext cx="21096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BC13F41-AD72-CBEE-A3BF-F6E9E0C3CA8E}"/>
                    </a:ext>
                  </a:extLst>
                </p14:cNvPr>
                <p14:cNvContentPartPr/>
                <p14:nvPr/>
              </p14:nvContentPartPr>
              <p14:xfrm>
                <a:off x="858391" y="280622"/>
                <a:ext cx="274680" cy="467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BC13F41-AD72-CBEE-A3BF-F6E9E0C3CA8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9391" y="271622"/>
                  <a:ext cx="29232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0D7350-9738-A12B-C17E-8B2EDDD90DA5}"/>
                    </a:ext>
                  </a:extLst>
                </p14:cNvPr>
                <p14:cNvContentPartPr/>
                <p14:nvPr/>
              </p14:nvContentPartPr>
              <p14:xfrm>
                <a:off x="662191" y="549902"/>
                <a:ext cx="375480" cy="7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0D7350-9738-A12B-C17E-8B2EDDD90D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3191" y="540902"/>
                  <a:ext cx="393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2C7625A-F81C-CCAB-0BF6-059B1CF78374}"/>
                    </a:ext>
                  </a:extLst>
                </p14:cNvPr>
                <p14:cNvContentPartPr/>
                <p14:nvPr/>
              </p14:nvContentPartPr>
              <p14:xfrm>
                <a:off x="1219471" y="272702"/>
                <a:ext cx="324720" cy="562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2C7625A-F81C-CCAB-0BF6-059B1CF7837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10471" y="264062"/>
                  <a:ext cx="342360" cy="57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7979996-35E5-D060-418A-63232CA97A8D}"/>
              </a:ext>
            </a:extLst>
          </p:cNvPr>
          <p:cNvGrpSpPr/>
          <p:nvPr/>
        </p:nvGrpSpPr>
        <p:grpSpPr>
          <a:xfrm>
            <a:off x="352231" y="1040582"/>
            <a:ext cx="3466080" cy="858960"/>
            <a:chOff x="352231" y="1040582"/>
            <a:chExt cx="3466080" cy="85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408117-E8DD-9029-5E21-98EA0E3DC178}"/>
                    </a:ext>
                  </a:extLst>
                </p14:cNvPr>
                <p14:cNvContentPartPr/>
                <p14:nvPr/>
              </p14:nvContentPartPr>
              <p14:xfrm>
                <a:off x="352231" y="1040582"/>
                <a:ext cx="220680" cy="621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408117-E8DD-9029-5E21-98EA0E3DC1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3591" y="1031582"/>
                  <a:ext cx="2383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C901205-2845-58E8-A2F5-1E3C47F96F6C}"/>
                    </a:ext>
                  </a:extLst>
                </p14:cNvPr>
                <p14:cNvContentPartPr/>
                <p14:nvPr/>
              </p14:nvContentPartPr>
              <p14:xfrm>
                <a:off x="673351" y="1147142"/>
                <a:ext cx="73800" cy="462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C901205-2845-58E8-A2F5-1E3C47F96F6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4351" y="1138502"/>
                  <a:ext cx="9144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FAB3074-462D-C0CB-F3FC-F79B162782D2}"/>
                    </a:ext>
                  </a:extLst>
                </p14:cNvPr>
                <p14:cNvContentPartPr/>
                <p14:nvPr/>
              </p14:nvContentPartPr>
              <p14:xfrm>
                <a:off x="653551" y="1071542"/>
                <a:ext cx="269640" cy="285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FAB3074-462D-C0CB-F3FC-F79B162782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4551" y="1062902"/>
                  <a:ext cx="2872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CF4841-94D3-A80C-A95D-E1CBFC990EFA}"/>
                    </a:ext>
                  </a:extLst>
                </p14:cNvPr>
                <p14:cNvContentPartPr/>
                <p14:nvPr/>
              </p14:nvContentPartPr>
              <p14:xfrm>
                <a:off x="956311" y="1290782"/>
                <a:ext cx="272160" cy="349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CF4841-94D3-A80C-A95D-E1CBFC990E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7671" y="1282142"/>
                  <a:ext cx="2898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4747265-3F22-3666-A972-E8E20E30E734}"/>
                    </a:ext>
                  </a:extLst>
                </p14:cNvPr>
                <p14:cNvContentPartPr/>
                <p14:nvPr/>
              </p14:nvContentPartPr>
              <p14:xfrm>
                <a:off x="1233151" y="1354862"/>
                <a:ext cx="256680" cy="316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4747265-3F22-3666-A972-E8E20E30E7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24511" y="1346222"/>
                  <a:ext cx="2743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01300D-4632-5C7F-1110-870172F3BA45}"/>
                    </a:ext>
                  </a:extLst>
                </p14:cNvPr>
                <p14:cNvContentPartPr/>
                <p14:nvPr/>
              </p14:nvContentPartPr>
              <p14:xfrm>
                <a:off x="1584511" y="1315622"/>
                <a:ext cx="204120" cy="583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01300D-4632-5C7F-1110-870172F3BA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75511" y="1306622"/>
                  <a:ext cx="22176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BE2C48B-A0A7-F57C-68FF-4C0733ADE693}"/>
                    </a:ext>
                  </a:extLst>
                </p14:cNvPr>
                <p14:cNvContentPartPr/>
                <p14:nvPr/>
              </p14:nvContentPartPr>
              <p14:xfrm>
                <a:off x="1868911" y="1241822"/>
                <a:ext cx="221040" cy="367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BE2C48B-A0A7-F57C-68FF-4C0733ADE69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59911" y="1232822"/>
                  <a:ext cx="2386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6186267-3BBA-AE82-0C09-66CDADE20E6E}"/>
                    </a:ext>
                  </a:extLst>
                </p14:cNvPr>
                <p14:cNvContentPartPr/>
                <p14:nvPr/>
              </p14:nvContentPartPr>
              <p14:xfrm>
                <a:off x="2205511" y="1087382"/>
                <a:ext cx="30240" cy="497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6186267-3BBA-AE82-0C09-66CDADE20E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96871" y="1078742"/>
                  <a:ext cx="4788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A3A3AB5-AB89-17BF-812A-93A370EE00E0}"/>
                    </a:ext>
                  </a:extLst>
                </p14:cNvPr>
                <p14:cNvContentPartPr/>
                <p14:nvPr/>
              </p14:nvContentPartPr>
              <p14:xfrm>
                <a:off x="2158351" y="1255142"/>
                <a:ext cx="292680" cy="326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A3A3AB5-AB89-17BF-812A-93A370EE00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49711" y="1246142"/>
                  <a:ext cx="3103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203AB09-3A81-B3F4-32D1-5B341252C33F}"/>
                    </a:ext>
                  </a:extLst>
                </p14:cNvPr>
                <p14:cNvContentPartPr/>
                <p14:nvPr/>
              </p14:nvContentPartPr>
              <p14:xfrm>
                <a:off x="2523751" y="1277102"/>
                <a:ext cx="182880" cy="289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203AB09-3A81-B3F4-32D1-5B341252C33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4751" y="1268462"/>
                  <a:ext cx="2005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3D06B2-8475-3553-0E11-B7C1B1AB5379}"/>
                    </a:ext>
                  </a:extLst>
                </p14:cNvPr>
                <p14:cNvContentPartPr/>
                <p14:nvPr/>
              </p14:nvContentPartPr>
              <p14:xfrm>
                <a:off x="2711311" y="1255142"/>
                <a:ext cx="41400" cy="384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3D06B2-8475-3553-0E11-B7C1B1AB53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02311" y="1246142"/>
                  <a:ext cx="590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0FF72F-5801-2298-2D08-0F85D0D84689}"/>
                    </a:ext>
                  </a:extLst>
                </p14:cNvPr>
                <p14:cNvContentPartPr/>
                <p14:nvPr/>
              </p14:nvContentPartPr>
              <p14:xfrm>
                <a:off x="2851711" y="1268822"/>
                <a:ext cx="324360" cy="282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0FF72F-5801-2298-2D08-0F85D0D8468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42711" y="1259822"/>
                  <a:ext cx="3420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8663DAE-534E-D545-C031-0299F383CDD7}"/>
                    </a:ext>
                  </a:extLst>
                </p14:cNvPr>
                <p14:cNvContentPartPr/>
                <p14:nvPr/>
              </p14:nvContentPartPr>
              <p14:xfrm>
                <a:off x="3198031" y="1218062"/>
                <a:ext cx="261000" cy="355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8663DAE-534E-D545-C031-0299F383CDD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89391" y="1209422"/>
                  <a:ext cx="2786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031EA41-32CD-14F3-8B6F-791F0EE4F005}"/>
                    </a:ext>
                  </a:extLst>
                </p14:cNvPr>
                <p14:cNvContentPartPr/>
                <p14:nvPr/>
              </p14:nvContentPartPr>
              <p14:xfrm>
                <a:off x="3567031" y="1204742"/>
                <a:ext cx="251280" cy="345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031EA41-32CD-14F3-8B6F-791F0EE4F0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58031" y="1196102"/>
                  <a:ext cx="268920" cy="36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D5D72C2-2D68-491D-6CCC-E7B74FF50E9F}"/>
                  </a:ext>
                </a:extLst>
              </p14:cNvPr>
              <p14:cNvContentPartPr/>
              <p14:nvPr/>
            </p14:nvContentPartPr>
            <p14:xfrm>
              <a:off x="4283791" y="830702"/>
              <a:ext cx="371520" cy="8035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D5D72C2-2D68-491D-6CCC-E7B74FF50E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74791" y="822062"/>
                <a:ext cx="389160" cy="82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5CEB248-FB5F-EEF0-F68E-0B048A191F4C}"/>
                  </a:ext>
                </a:extLst>
              </p14:cNvPr>
              <p14:cNvContentPartPr/>
              <p14:nvPr/>
            </p14:nvContentPartPr>
            <p14:xfrm>
              <a:off x="6779311" y="828182"/>
              <a:ext cx="271440" cy="4449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5CEB248-FB5F-EEF0-F68E-0B048A191F4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770311" y="819542"/>
                <a:ext cx="289080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F3029D8-17AF-083E-5F80-9D93F9E40609}"/>
                  </a:ext>
                </a:extLst>
              </p14:cNvPr>
              <p14:cNvContentPartPr/>
              <p14:nvPr/>
            </p14:nvContentPartPr>
            <p14:xfrm>
              <a:off x="7168111" y="862382"/>
              <a:ext cx="56160" cy="495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F3029D8-17AF-083E-5F80-9D93F9E4060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159471" y="853742"/>
                <a:ext cx="7380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A40DACC-74F9-BE10-D1A0-E7028804AB3A}"/>
                  </a:ext>
                </a:extLst>
              </p14:cNvPr>
              <p14:cNvContentPartPr/>
              <p14:nvPr/>
            </p14:nvContentPartPr>
            <p14:xfrm>
              <a:off x="7181431" y="1034822"/>
              <a:ext cx="229320" cy="3117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A40DACC-74F9-BE10-D1A0-E7028804AB3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72791" y="1026182"/>
                <a:ext cx="24696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970F69E-77E1-A68B-AFAC-2F3059AC6225}"/>
                  </a:ext>
                </a:extLst>
              </p14:cNvPr>
              <p14:cNvContentPartPr/>
              <p14:nvPr/>
            </p14:nvContentPartPr>
            <p14:xfrm>
              <a:off x="7545751" y="988742"/>
              <a:ext cx="213480" cy="3074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970F69E-77E1-A68B-AFAC-2F3059AC622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37111" y="980102"/>
                <a:ext cx="23112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91183D9-6193-D408-9304-11FD00FA7EAF}"/>
                  </a:ext>
                </a:extLst>
              </p14:cNvPr>
              <p14:cNvContentPartPr/>
              <p14:nvPr/>
            </p14:nvContentPartPr>
            <p14:xfrm>
              <a:off x="7860031" y="965342"/>
              <a:ext cx="270000" cy="3200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91183D9-6193-D408-9304-11FD00FA7EA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851391" y="956342"/>
                <a:ext cx="28764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0158401-9BE8-F766-C6D8-0F0B0C9D3233}"/>
                  </a:ext>
                </a:extLst>
              </p14:cNvPr>
              <p14:cNvContentPartPr/>
              <p14:nvPr/>
            </p14:nvContentPartPr>
            <p14:xfrm>
              <a:off x="8105911" y="687422"/>
              <a:ext cx="419040" cy="872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0158401-9BE8-F766-C6D8-0F0B0C9D323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097271" y="678422"/>
                <a:ext cx="436680" cy="88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EACFBBCD-DA17-2506-A581-C86309813845}"/>
              </a:ext>
            </a:extLst>
          </p:cNvPr>
          <p:cNvGrpSpPr/>
          <p:nvPr/>
        </p:nvGrpSpPr>
        <p:grpSpPr>
          <a:xfrm>
            <a:off x="2449591" y="262982"/>
            <a:ext cx="192240" cy="622440"/>
            <a:chOff x="2449591" y="262982"/>
            <a:chExt cx="192240" cy="62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9403F2E-5558-54D7-F33E-599A99A0F267}"/>
                    </a:ext>
                  </a:extLst>
                </p14:cNvPr>
                <p14:cNvContentPartPr/>
                <p14:nvPr/>
              </p14:nvContentPartPr>
              <p14:xfrm>
                <a:off x="2486311" y="271622"/>
                <a:ext cx="155520" cy="15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9403F2E-5558-54D7-F33E-599A99A0F26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77671" y="262622"/>
                  <a:ext cx="173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B8FCFD9-B754-8500-0051-C63011A272C4}"/>
                    </a:ext>
                  </a:extLst>
                </p14:cNvPr>
                <p14:cNvContentPartPr/>
                <p14:nvPr/>
              </p14:nvContentPartPr>
              <p14:xfrm>
                <a:off x="2516191" y="287102"/>
                <a:ext cx="3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B8FCFD9-B754-8500-0051-C63011A272C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07551" y="2784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B95E8C5-0B99-3FCD-FCA1-3A806FB8AC7A}"/>
                    </a:ext>
                  </a:extLst>
                </p14:cNvPr>
                <p14:cNvContentPartPr/>
                <p14:nvPr/>
              </p14:nvContentPartPr>
              <p14:xfrm>
                <a:off x="2449591" y="262982"/>
                <a:ext cx="182520" cy="622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B95E8C5-0B99-3FCD-FCA1-3A806FB8AC7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40951" y="254342"/>
                  <a:ext cx="200160" cy="64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C116A8D-89EE-E566-C7AF-786FB2ABF8E0}"/>
              </a:ext>
            </a:extLst>
          </p:cNvPr>
          <p:cNvGrpSpPr/>
          <p:nvPr/>
        </p:nvGrpSpPr>
        <p:grpSpPr>
          <a:xfrm>
            <a:off x="2860351" y="282782"/>
            <a:ext cx="421200" cy="464040"/>
            <a:chOff x="2860351" y="282782"/>
            <a:chExt cx="421200" cy="46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F1B01B-4CC5-2D34-F2A1-D222C1DFD457}"/>
                    </a:ext>
                  </a:extLst>
                </p14:cNvPr>
                <p14:cNvContentPartPr/>
                <p14:nvPr/>
              </p14:nvContentPartPr>
              <p14:xfrm>
                <a:off x="2860351" y="282782"/>
                <a:ext cx="227520" cy="464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F1B01B-4CC5-2D34-F2A1-D222C1DFD4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51351" y="274142"/>
                  <a:ext cx="24516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3F041B-39AE-38B1-9C2A-C49F3B3DC332}"/>
                    </a:ext>
                  </a:extLst>
                </p14:cNvPr>
                <p14:cNvContentPartPr/>
                <p14:nvPr/>
              </p14:nvContentPartPr>
              <p14:xfrm>
                <a:off x="3222871" y="288542"/>
                <a:ext cx="58680" cy="444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3F041B-39AE-38B1-9C2A-C49F3B3DC33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14231" y="279542"/>
                  <a:ext cx="76320" cy="46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18C2606-00F0-7B04-5336-6F5F9AA9B78B}"/>
              </a:ext>
            </a:extLst>
          </p:cNvPr>
          <p:cNvGrpSpPr/>
          <p:nvPr/>
        </p:nvGrpSpPr>
        <p:grpSpPr>
          <a:xfrm>
            <a:off x="3703471" y="249302"/>
            <a:ext cx="578880" cy="462600"/>
            <a:chOff x="3703471" y="249302"/>
            <a:chExt cx="578880" cy="4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A99145D-B09E-8A0C-0885-E00FCE8326E8}"/>
                    </a:ext>
                  </a:extLst>
                </p14:cNvPr>
                <p14:cNvContentPartPr/>
                <p14:nvPr/>
              </p14:nvContentPartPr>
              <p14:xfrm>
                <a:off x="3820111" y="249302"/>
                <a:ext cx="18360" cy="378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A99145D-B09E-8A0C-0885-E00FCE8326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11471" y="240302"/>
                  <a:ext cx="3600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02A0673-CC57-9BD2-9DB8-A1D99CD1C900}"/>
                    </a:ext>
                  </a:extLst>
                </p14:cNvPr>
                <p14:cNvContentPartPr/>
                <p14:nvPr/>
              </p14:nvContentPartPr>
              <p14:xfrm>
                <a:off x="3703471" y="264782"/>
                <a:ext cx="273600" cy="156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02A0673-CC57-9BD2-9DB8-A1D99CD1C90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94831" y="256142"/>
                  <a:ext cx="291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50898F-696F-199A-FAE9-77308E1188C6}"/>
                    </a:ext>
                  </a:extLst>
                </p14:cNvPr>
                <p14:cNvContentPartPr/>
                <p14:nvPr/>
              </p14:nvContentPartPr>
              <p14:xfrm>
                <a:off x="4049791" y="305102"/>
                <a:ext cx="232560" cy="406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50898F-696F-199A-FAE9-77308E1188C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41151" y="296462"/>
                  <a:ext cx="250200" cy="42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46C7463-52C3-985B-0654-B56FC7D7AE71}"/>
              </a:ext>
            </a:extLst>
          </p:cNvPr>
          <p:cNvGrpSpPr/>
          <p:nvPr/>
        </p:nvGrpSpPr>
        <p:grpSpPr>
          <a:xfrm>
            <a:off x="4828471" y="228062"/>
            <a:ext cx="1148040" cy="441360"/>
            <a:chOff x="4828471" y="228062"/>
            <a:chExt cx="1148040" cy="44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CE04788-82DC-076E-79C2-8672268AA13B}"/>
                    </a:ext>
                  </a:extLst>
                </p14:cNvPr>
                <p14:cNvContentPartPr/>
                <p14:nvPr/>
              </p14:nvContentPartPr>
              <p14:xfrm>
                <a:off x="4828471" y="252182"/>
                <a:ext cx="98640" cy="394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CE04788-82DC-076E-79C2-8672268AA1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19831" y="243542"/>
                  <a:ext cx="1162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FE3E8A8-0EA2-5C17-25E8-0EB303E2586F}"/>
                    </a:ext>
                  </a:extLst>
                </p14:cNvPr>
                <p14:cNvContentPartPr/>
                <p14:nvPr/>
              </p14:nvContentPartPr>
              <p14:xfrm>
                <a:off x="4996231" y="253622"/>
                <a:ext cx="268920" cy="415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FE3E8A8-0EA2-5C17-25E8-0EB303E2586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87591" y="244622"/>
                  <a:ext cx="28656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8EEDF1A-409F-2057-FF21-8105E2AA531E}"/>
                    </a:ext>
                  </a:extLst>
                </p14:cNvPr>
                <p14:cNvContentPartPr/>
                <p14:nvPr/>
              </p14:nvContentPartPr>
              <p14:xfrm>
                <a:off x="5303671" y="228062"/>
                <a:ext cx="258840" cy="393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EEDF1A-409F-2057-FF21-8105E2AA531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95031" y="219062"/>
                  <a:ext cx="2764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29A181A-F42E-72DA-6D5B-B1016BE9834B}"/>
                    </a:ext>
                  </a:extLst>
                </p14:cNvPr>
                <p14:cNvContentPartPr/>
                <p14:nvPr/>
              </p14:nvContentPartPr>
              <p14:xfrm>
                <a:off x="5699311" y="295022"/>
                <a:ext cx="277200" cy="343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29A181A-F42E-72DA-6D5B-B1016BE9834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90311" y="286382"/>
                  <a:ext cx="294840" cy="36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B9334F9-A9B0-9C93-C26B-54E5401B9676}"/>
              </a:ext>
            </a:extLst>
          </p:cNvPr>
          <p:cNvGrpSpPr/>
          <p:nvPr/>
        </p:nvGrpSpPr>
        <p:grpSpPr>
          <a:xfrm>
            <a:off x="5263351" y="157502"/>
            <a:ext cx="1254600" cy="1267920"/>
            <a:chOff x="5263351" y="157502"/>
            <a:chExt cx="1254600" cy="12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7C387F6-F2C6-408D-B47F-1515E198DF8E}"/>
                    </a:ext>
                  </a:extLst>
                </p14:cNvPr>
                <p14:cNvContentPartPr/>
                <p14:nvPr/>
              </p14:nvContentPartPr>
              <p14:xfrm>
                <a:off x="5263351" y="962102"/>
                <a:ext cx="220320" cy="437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7C387F6-F2C6-408D-B47F-1515E198DF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254351" y="953102"/>
                  <a:ext cx="23796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29BE99D-902F-685D-1DFD-759D44B5C350}"/>
                    </a:ext>
                  </a:extLst>
                </p14:cNvPr>
                <p14:cNvContentPartPr/>
                <p14:nvPr/>
              </p14:nvContentPartPr>
              <p14:xfrm>
                <a:off x="5464591" y="1021862"/>
                <a:ext cx="212760" cy="403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29BE99D-902F-685D-1DFD-759D44B5C35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55591" y="1012862"/>
                  <a:ext cx="2304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F107875-825E-F104-AF6C-C7938B533B24}"/>
                    </a:ext>
                  </a:extLst>
                </p14:cNvPr>
                <p14:cNvContentPartPr/>
                <p14:nvPr/>
              </p14:nvContentPartPr>
              <p14:xfrm>
                <a:off x="5300431" y="1190342"/>
                <a:ext cx="325800" cy="55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F107875-825E-F104-AF6C-C7938B533B2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91791" y="1181342"/>
                  <a:ext cx="3434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297CDAD-AFD6-8E60-7196-F2E37A6C5328}"/>
                    </a:ext>
                  </a:extLst>
                </p14:cNvPr>
                <p14:cNvContentPartPr/>
                <p14:nvPr/>
              </p14:nvContentPartPr>
              <p14:xfrm>
                <a:off x="5751511" y="898022"/>
                <a:ext cx="62280" cy="523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297CDAD-AFD6-8E60-7196-F2E37A6C532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42511" y="889022"/>
                  <a:ext cx="7992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DAFF532-3DAA-BD72-5481-426175FDB706}"/>
                    </a:ext>
                  </a:extLst>
                </p14:cNvPr>
                <p14:cNvContentPartPr/>
                <p14:nvPr/>
              </p14:nvContentPartPr>
              <p14:xfrm>
                <a:off x="5921431" y="1047422"/>
                <a:ext cx="288720" cy="305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DAFF532-3DAA-BD72-5481-426175FDB70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12431" y="1038422"/>
                  <a:ext cx="3063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BBEC28A-B197-A198-21FF-2C9597B7B549}"/>
                    </a:ext>
                  </a:extLst>
                </p14:cNvPr>
                <p14:cNvContentPartPr/>
                <p14:nvPr/>
              </p14:nvContentPartPr>
              <p14:xfrm>
                <a:off x="6269191" y="841502"/>
                <a:ext cx="51480" cy="503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BBEC28A-B197-A198-21FF-2C9597B7B54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60551" y="832862"/>
                  <a:ext cx="691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55B572-4BFF-BD6C-21F6-9623B6846F26}"/>
                    </a:ext>
                  </a:extLst>
                </p14:cNvPr>
                <p14:cNvContentPartPr/>
                <p14:nvPr/>
              </p14:nvContentPartPr>
              <p14:xfrm>
                <a:off x="6175951" y="1033742"/>
                <a:ext cx="342000" cy="23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55B572-4BFF-BD6C-21F6-9623B6846F2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67311" y="1025102"/>
                  <a:ext cx="359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3CDAF93-7D41-B87B-A068-5C88569FA627}"/>
                    </a:ext>
                  </a:extLst>
                </p14:cNvPr>
                <p14:cNvContentPartPr/>
                <p14:nvPr/>
              </p14:nvContentPartPr>
              <p14:xfrm>
                <a:off x="5947711" y="157502"/>
                <a:ext cx="294840" cy="701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3CDAF93-7D41-B87B-A068-5C88569FA62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38711" y="148862"/>
                  <a:ext cx="312480" cy="71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CF50A0C-0E15-3F5D-6D47-3C9C24526F9C}"/>
              </a:ext>
            </a:extLst>
          </p:cNvPr>
          <p:cNvGrpSpPr/>
          <p:nvPr/>
        </p:nvGrpSpPr>
        <p:grpSpPr>
          <a:xfrm>
            <a:off x="428551" y="2362502"/>
            <a:ext cx="1125360" cy="1016640"/>
            <a:chOff x="428551" y="2362502"/>
            <a:chExt cx="1125360" cy="101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32D3219-AADC-64B0-88B2-82B76DAE10E7}"/>
                    </a:ext>
                  </a:extLst>
                </p14:cNvPr>
                <p14:cNvContentPartPr/>
                <p14:nvPr/>
              </p14:nvContentPartPr>
              <p14:xfrm>
                <a:off x="472111" y="2380502"/>
                <a:ext cx="91440" cy="574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32D3219-AADC-64B0-88B2-82B76DAE10E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3111" y="2371862"/>
                  <a:ext cx="10908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E9315F-A6CF-2604-890B-3FBC411C2AFA}"/>
                    </a:ext>
                  </a:extLst>
                </p14:cNvPr>
                <p14:cNvContentPartPr/>
                <p14:nvPr/>
              </p14:nvContentPartPr>
              <p14:xfrm>
                <a:off x="428551" y="2362502"/>
                <a:ext cx="309600" cy="344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E9315F-A6CF-2604-890B-3FBC411C2AF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9911" y="2353502"/>
                  <a:ext cx="3272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82C2D25-A975-FB34-1256-567F8F00FE6C}"/>
                    </a:ext>
                  </a:extLst>
                </p14:cNvPr>
                <p14:cNvContentPartPr/>
                <p14:nvPr/>
              </p14:nvContentPartPr>
              <p14:xfrm>
                <a:off x="740311" y="2658062"/>
                <a:ext cx="295920" cy="312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82C2D25-A975-FB34-1256-567F8F00FE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1671" y="2649422"/>
                  <a:ext cx="3135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36650E2-BDD6-1441-4182-7F8C504D88EF}"/>
                    </a:ext>
                  </a:extLst>
                </p14:cNvPr>
                <p14:cNvContentPartPr/>
                <p14:nvPr/>
              </p14:nvContentPartPr>
              <p14:xfrm>
                <a:off x="991231" y="2661302"/>
                <a:ext cx="248760" cy="345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36650E2-BDD6-1441-4182-7F8C504D88E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2231" y="2652302"/>
                  <a:ext cx="2664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31EA31E-9CD7-F1B8-2A82-F51A7E275DE1}"/>
                    </a:ext>
                  </a:extLst>
                </p14:cNvPr>
                <p14:cNvContentPartPr/>
                <p14:nvPr/>
              </p14:nvContentPartPr>
              <p14:xfrm>
                <a:off x="1304071" y="2641142"/>
                <a:ext cx="249840" cy="738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31EA31E-9CD7-F1B8-2A82-F51A7E275D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295431" y="2632142"/>
                  <a:ext cx="267480" cy="75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F3D0DAF-189E-6A59-1EFF-0984016D41B3}"/>
              </a:ext>
            </a:extLst>
          </p:cNvPr>
          <p:cNvGrpSpPr/>
          <p:nvPr/>
        </p:nvGrpSpPr>
        <p:grpSpPr>
          <a:xfrm>
            <a:off x="1653991" y="1997822"/>
            <a:ext cx="10066320" cy="3919680"/>
            <a:chOff x="1653991" y="1997822"/>
            <a:chExt cx="10066320" cy="39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09E72A3-6105-6B50-B765-C95ED2DA7B8F}"/>
                    </a:ext>
                  </a:extLst>
                </p14:cNvPr>
                <p14:cNvContentPartPr/>
                <p14:nvPr/>
              </p14:nvContentPartPr>
              <p14:xfrm>
                <a:off x="6503911" y="2267822"/>
                <a:ext cx="210240" cy="298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09E72A3-6105-6B50-B765-C95ED2DA7B8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495271" y="2258822"/>
                  <a:ext cx="2278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53DDDD4-9CCC-8BC2-5ABE-9D340C02AC49}"/>
                    </a:ext>
                  </a:extLst>
                </p14:cNvPr>
                <p14:cNvContentPartPr/>
                <p14:nvPr/>
              </p14:nvContentPartPr>
              <p14:xfrm>
                <a:off x="6860311" y="2065142"/>
                <a:ext cx="20160" cy="607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53DDDD4-9CCC-8BC2-5ABE-9D340C02AC4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51671" y="2056502"/>
                  <a:ext cx="3780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BBE971C-C128-FACB-95A9-2E7542A3D212}"/>
                    </a:ext>
                  </a:extLst>
                </p14:cNvPr>
                <p14:cNvContentPartPr/>
                <p14:nvPr/>
              </p14:nvContentPartPr>
              <p14:xfrm>
                <a:off x="6797311" y="2362862"/>
                <a:ext cx="210600" cy="266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BBE971C-C128-FACB-95A9-2E7542A3D21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88311" y="2354222"/>
                  <a:ext cx="2282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3BB9204-8F87-5D89-F23C-74FB6E3BD864}"/>
                    </a:ext>
                  </a:extLst>
                </p14:cNvPr>
                <p14:cNvContentPartPr/>
                <p14:nvPr/>
              </p14:nvContentPartPr>
              <p14:xfrm>
                <a:off x="7106551" y="2310302"/>
                <a:ext cx="172800" cy="364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3BB9204-8F87-5D89-F23C-74FB6E3BD86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97911" y="2301302"/>
                  <a:ext cx="1904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7E5644A-A3C8-C0D9-598A-EDBF38F2B113}"/>
                    </a:ext>
                  </a:extLst>
                </p14:cNvPr>
                <p14:cNvContentPartPr/>
                <p14:nvPr/>
              </p14:nvContentPartPr>
              <p14:xfrm>
                <a:off x="7398151" y="2303462"/>
                <a:ext cx="297000" cy="351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7E5644A-A3C8-C0D9-598A-EDBF38F2B11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89151" y="2294822"/>
                  <a:ext cx="3146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1622334-2AE3-62F8-0FEB-6E066B5D671F}"/>
                    </a:ext>
                  </a:extLst>
                </p14:cNvPr>
                <p14:cNvContentPartPr/>
                <p14:nvPr/>
              </p14:nvContentPartPr>
              <p14:xfrm>
                <a:off x="8094751" y="1997822"/>
                <a:ext cx="266400" cy="658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1622334-2AE3-62F8-0FEB-6E066B5D67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85751" y="1989182"/>
                  <a:ext cx="28404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5D4E23E-C54D-BED1-FAB6-3C7483C94B0F}"/>
                    </a:ext>
                  </a:extLst>
                </p14:cNvPr>
                <p14:cNvContentPartPr/>
                <p14:nvPr/>
              </p14:nvContentPartPr>
              <p14:xfrm>
                <a:off x="8487151" y="2273582"/>
                <a:ext cx="235080" cy="360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5D4E23E-C54D-BED1-FAB6-3C7483C94B0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478151" y="2264582"/>
                  <a:ext cx="2527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663C3D4-6995-081E-16D9-BDCDC77384EA}"/>
                    </a:ext>
                  </a:extLst>
                </p14:cNvPr>
                <p14:cNvContentPartPr/>
                <p14:nvPr/>
              </p14:nvContentPartPr>
              <p14:xfrm>
                <a:off x="8779831" y="2248742"/>
                <a:ext cx="158760" cy="362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663C3D4-6995-081E-16D9-BDCDC77384E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771191" y="2239742"/>
                  <a:ext cx="1764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582E3E3-09D6-8BCF-20C5-D0CEE2BEFA9E}"/>
                    </a:ext>
                  </a:extLst>
                </p14:cNvPr>
                <p14:cNvContentPartPr/>
                <p14:nvPr/>
              </p14:nvContentPartPr>
              <p14:xfrm>
                <a:off x="9012391" y="2228222"/>
                <a:ext cx="227880" cy="325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582E3E3-09D6-8BCF-20C5-D0CEE2BEFA9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03391" y="2219222"/>
                  <a:ext cx="2455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3BC816D-4461-53FA-E332-91D48E9033F7}"/>
                    </a:ext>
                  </a:extLst>
                </p14:cNvPr>
                <p14:cNvContentPartPr/>
                <p14:nvPr/>
              </p14:nvContentPartPr>
              <p14:xfrm>
                <a:off x="9289231" y="2227502"/>
                <a:ext cx="187200" cy="306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3BC816D-4461-53FA-E332-91D48E9033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280591" y="2218502"/>
                  <a:ext cx="2048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0EF45D0-6EC1-6245-D28E-3CD4C860171E}"/>
                    </a:ext>
                  </a:extLst>
                </p14:cNvPr>
                <p14:cNvContentPartPr/>
                <p14:nvPr/>
              </p14:nvContentPartPr>
              <p14:xfrm>
                <a:off x="4468471" y="3009782"/>
                <a:ext cx="2649240" cy="631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0EF45D0-6EC1-6245-D28E-3CD4C860171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59831" y="3001142"/>
                  <a:ext cx="266688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E2B80F8-895F-3275-FD89-71435769B8F5}"/>
                    </a:ext>
                  </a:extLst>
                </p14:cNvPr>
                <p14:cNvContentPartPr/>
                <p14:nvPr/>
              </p14:nvContentPartPr>
              <p14:xfrm>
                <a:off x="6837991" y="3710342"/>
                <a:ext cx="235800" cy="519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E2B80F8-895F-3275-FD89-71435769B8F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28991" y="3701342"/>
                  <a:ext cx="25344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5192EB7-06E2-FD9D-F867-D24E22F460E4}"/>
                    </a:ext>
                  </a:extLst>
                </p14:cNvPr>
                <p14:cNvContentPartPr/>
                <p14:nvPr/>
              </p14:nvContentPartPr>
              <p14:xfrm>
                <a:off x="7173871" y="3927782"/>
                <a:ext cx="104040" cy="282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5192EB7-06E2-FD9D-F867-D24E22F460E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64871" y="3918782"/>
                  <a:ext cx="1216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61F0DA3-3C7D-B87A-F515-43AA95363F1B}"/>
                    </a:ext>
                  </a:extLst>
                </p14:cNvPr>
                <p14:cNvContentPartPr/>
                <p14:nvPr/>
              </p14:nvContentPartPr>
              <p14:xfrm>
                <a:off x="7307431" y="3921662"/>
                <a:ext cx="279720" cy="2800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61F0DA3-3C7D-B87A-F515-43AA95363F1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98431" y="3912662"/>
                  <a:ext cx="2973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595C96A-4D2C-E8BB-ED88-C639FB291668}"/>
                    </a:ext>
                  </a:extLst>
                </p14:cNvPr>
                <p14:cNvContentPartPr/>
                <p14:nvPr/>
              </p14:nvContentPartPr>
              <p14:xfrm>
                <a:off x="7620271" y="3933902"/>
                <a:ext cx="71280" cy="263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595C96A-4D2C-E8BB-ED88-C639FB29166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11631" y="3925262"/>
                  <a:ext cx="889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74355BD-68DA-4B65-F775-FED387B03422}"/>
                    </a:ext>
                  </a:extLst>
                </p14:cNvPr>
                <p14:cNvContentPartPr/>
                <p14:nvPr/>
              </p14:nvContentPartPr>
              <p14:xfrm>
                <a:off x="7629271" y="3764342"/>
                <a:ext cx="7920" cy="7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74355BD-68DA-4B65-F775-FED387B0342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20271" y="3755342"/>
                  <a:ext cx="25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54306FE-C8ED-9F15-B2AE-37778BA9FAD9}"/>
                    </a:ext>
                  </a:extLst>
                </p14:cNvPr>
                <p14:cNvContentPartPr/>
                <p14:nvPr/>
              </p14:nvContentPartPr>
              <p14:xfrm>
                <a:off x="7788031" y="3708182"/>
                <a:ext cx="51120" cy="486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54306FE-C8ED-9F15-B2AE-37778BA9FAD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779391" y="3699542"/>
                  <a:ext cx="687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6CF25E5-26A1-28A3-C554-4E5C9AE119E0}"/>
                    </a:ext>
                  </a:extLst>
                </p14:cNvPr>
                <p14:cNvContentPartPr/>
                <p14:nvPr/>
              </p14:nvContentPartPr>
              <p14:xfrm>
                <a:off x="7935271" y="3726902"/>
                <a:ext cx="25560" cy="478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6CF25E5-26A1-28A3-C554-4E5C9AE119E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26631" y="3718262"/>
                  <a:ext cx="432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C9D948C-ACBE-AF95-A37F-0DC50F2B00B8}"/>
                    </a:ext>
                  </a:extLst>
                </p14:cNvPr>
                <p14:cNvContentPartPr/>
                <p14:nvPr/>
              </p14:nvContentPartPr>
              <p14:xfrm>
                <a:off x="8025631" y="3901862"/>
                <a:ext cx="144360" cy="298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C9D948C-ACBE-AF95-A37F-0DC50F2B00B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16991" y="3892862"/>
                  <a:ext cx="1620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B84AC6D-2368-7700-0446-0F0DD352EFD5}"/>
                    </a:ext>
                  </a:extLst>
                </p14:cNvPr>
                <p14:cNvContentPartPr/>
                <p14:nvPr/>
              </p14:nvContentPartPr>
              <p14:xfrm>
                <a:off x="8194111" y="3917342"/>
                <a:ext cx="105840" cy="289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B84AC6D-2368-7700-0446-0F0DD352EFD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85471" y="3908702"/>
                  <a:ext cx="1234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BF0905A-A9E6-612D-1615-4365BA54F6BA}"/>
                    </a:ext>
                  </a:extLst>
                </p14:cNvPr>
                <p14:cNvContentPartPr/>
                <p14:nvPr/>
              </p14:nvContentPartPr>
              <p14:xfrm>
                <a:off x="8351431" y="3912302"/>
                <a:ext cx="186120" cy="274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BF0905A-A9E6-612D-1615-4365BA54F6B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342431" y="3903302"/>
                  <a:ext cx="203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0F7EA21-7918-4A50-F7A3-A6ED2864DD70}"/>
                    </a:ext>
                  </a:extLst>
                </p14:cNvPr>
                <p14:cNvContentPartPr/>
                <p14:nvPr/>
              </p14:nvContentPartPr>
              <p14:xfrm>
                <a:off x="8601991" y="3902942"/>
                <a:ext cx="142920" cy="281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0F7EA21-7918-4A50-F7A3-A6ED2864DD7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92991" y="3893942"/>
                  <a:ext cx="1605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9621120-9BCB-58C8-7A83-E3D2BE590A23}"/>
                    </a:ext>
                  </a:extLst>
                </p14:cNvPr>
                <p14:cNvContentPartPr/>
                <p14:nvPr/>
              </p14:nvContentPartPr>
              <p14:xfrm>
                <a:off x="8784151" y="3927422"/>
                <a:ext cx="190440" cy="530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9621120-9BCB-58C8-7A83-E3D2BE590A2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75151" y="3918422"/>
                  <a:ext cx="20808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38151C8-2C1A-1423-65CE-CB7DB39B17E2}"/>
                    </a:ext>
                  </a:extLst>
                </p14:cNvPr>
                <p14:cNvContentPartPr/>
                <p14:nvPr/>
              </p14:nvContentPartPr>
              <p14:xfrm>
                <a:off x="5199631" y="2334782"/>
                <a:ext cx="286200" cy="348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38151C8-2C1A-1423-65CE-CB7DB39B17E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90991" y="2325782"/>
                  <a:ext cx="3038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E0CB9EB-A7EE-B798-33C9-4D6AF5F5F78C}"/>
                    </a:ext>
                  </a:extLst>
                </p14:cNvPr>
                <p14:cNvContentPartPr/>
                <p14:nvPr/>
              </p14:nvContentPartPr>
              <p14:xfrm>
                <a:off x="5543791" y="2102222"/>
                <a:ext cx="46440" cy="58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E0CB9EB-A7EE-B798-33C9-4D6AF5F5F78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535151" y="2093582"/>
                  <a:ext cx="6408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E1731B9-1A28-A18E-A2E3-A98DC62523D7}"/>
                    </a:ext>
                  </a:extLst>
                </p14:cNvPr>
                <p14:cNvContentPartPr/>
                <p14:nvPr/>
              </p14:nvContentPartPr>
              <p14:xfrm>
                <a:off x="5660071" y="2303102"/>
                <a:ext cx="315360" cy="297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E1731B9-1A28-A18E-A2E3-A98DC62523D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51071" y="2294462"/>
                  <a:ext cx="3330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9C0D141-71B8-5E1D-561F-1FD6CA93C829}"/>
                    </a:ext>
                  </a:extLst>
                </p14:cNvPr>
                <p14:cNvContentPartPr/>
                <p14:nvPr/>
              </p14:nvContentPartPr>
              <p14:xfrm>
                <a:off x="6017191" y="2055422"/>
                <a:ext cx="38880" cy="537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9C0D141-71B8-5E1D-561F-1FD6CA93C82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008551" y="2046422"/>
                  <a:ext cx="5652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3A3BA8B-4D4C-5423-11BD-A41BE76135B4}"/>
                    </a:ext>
                  </a:extLst>
                </p14:cNvPr>
                <p14:cNvContentPartPr/>
                <p14:nvPr/>
              </p14:nvContentPartPr>
              <p14:xfrm>
                <a:off x="5927551" y="2301302"/>
                <a:ext cx="212760" cy="21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3A3BA8B-4D4C-5423-11BD-A41BE76135B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18911" y="2292302"/>
                  <a:ext cx="230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30FEFAA-39E6-4E26-78F5-E1C92E8C3C9C}"/>
                    </a:ext>
                  </a:extLst>
                </p14:cNvPr>
                <p14:cNvContentPartPr/>
                <p14:nvPr/>
              </p14:nvContentPartPr>
              <p14:xfrm>
                <a:off x="1653991" y="2632142"/>
                <a:ext cx="174960" cy="327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30FEFAA-39E6-4E26-78F5-E1C92E8C3C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45351" y="2623142"/>
                  <a:ext cx="1926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92671ED-EE53-E5E8-7309-A74315267A7B}"/>
                    </a:ext>
                  </a:extLst>
                </p14:cNvPr>
                <p14:cNvContentPartPr/>
                <p14:nvPr/>
              </p14:nvContentPartPr>
              <p14:xfrm>
                <a:off x="1900231" y="2605502"/>
                <a:ext cx="205200" cy="330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92671ED-EE53-E5E8-7309-A74315267A7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891591" y="2596862"/>
                  <a:ext cx="2228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9A99684-0675-2659-923C-D478AF939DBC}"/>
                    </a:ext>
                  </a:extLst>
                </p14:cNvPr>
                <p14:cNvContentPartPr/>
                <p14:nvPr/>
              </p14:nvContentPartPr>
              <p14:xfrm>
                <a:off x="2198311" y="2608742"/>
                <a:ext cx="114480" cy="305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9A99684-0675-2659-923C-D478AF939DB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189671" y="2599742"/>
                  <a:ext cx="132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CCB5E14-3F02-707C-8628-D2029EFFB2ED}"/>
                    </a:ext>
                  </a:extLst>
                </p14:cNvPr>
                <p14:cNvContentPartPr/>
                <p14:nvPr/>
              </p14:nvContentPartPr>
              <p14:xfrm>
                <a:off x="2370751" y="2602262"/>
                <a:ext cx="187920" cy="288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CCB5E14-3F02-707C-8628-D2029EFFB2E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362111" y="2593622"/>
                  <a:ext cx="2055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92F368-B9E6-2E56-3EB4-96A5E299D21C}"/>
                    </a:ext>
                  </a:extLst>
                </p14:cNvPr>
                <p14:cNvContentPartPr/>
                <p14:nvPr/>
              </p14:nvContentPartPr>
              <p14:xfrm>
                <a:off x="2644711" y="2556182"/>
                <a:ext cx="238320" cy="292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92F368-B9E6-2E56-3EB4-96A5E299D21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35711" y="2547182"/>
                  <a:ext cx="2559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A024A68-D6CA-1513-457D-4B424BD14EAA}"/>
                    </a:ext>
                  </a:extLst>
                </p14:cNvPr>
                <p14:cNvContentPartPr/>
                <p14:nvPr/>
              </p14:nvContentPartPr>
              <p14:xfrm>
                <a:off x="2884111" y="2556182"/>
                <a:ext cx="241560" cy="301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A024A68-D6CA-1513-457D-4B424BD14EA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875111" y="2547182"/>
                  <a:ext cx="2592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A353CEE-0DA0-04B4-3D62-0EB91BBACEFA}"/>
                    </a:ext>
                  </a:extLst>
                </p14:cNvPr>
                <p14:cNvContentPartPr/>
                <p14:nvPr/>
              </p14:nvContentPartPr>
              <p14:xfrm>
                <a:off x="3896071" y="2210582"/>
                <a:ext cx="60480" cy="534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A353CEE-0DA0-04B4-3D62-0EB91BBACEF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887071" y="2201942"/>
                  <a:ext cx="7812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69B234-54A7-D7DF-D505-98D6A62D84D0}"/>
                    </a:ext>
                  </a:extLst>
                </p14:cNvPr>
                <p14:cNvContentPartPr/>
                <p14:nvPr/>
              </p14:nvContentPartPr>
              <p14:xfrm>
                <a:off x="3807871" y="2437742"/>
                <a:ext cx="330840" cy="92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F69B234-54A7-D7DF-D505-98D6A62D84D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98871" y="2428742"/>
                  <a:ext cx="348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235A3BB-DE91-6C9F-07B9-4F999CFF69AC}"/>
                    </a:ext>
                  </a:extLst>
                </p14:cNvPr>
                <p14:cNvContentPartPr/>
                <p14:nvPr/>
              </p14:nvContentPartPr>
              <p14:xfrm>
                <a:off x="4116391" y="2194382"/>
                <a:ext cx="165960" cy="555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235A3BB-DE91-6C9F-07B9-4F999CFF69A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107751" y="2185742"/>
                  <a:ext cx="18360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9E90E93-807A-586B-5F7F-2EC5561A8FE4}"/>
                    </a:ext>
                  </a:extLst>
                </p14:cNvPr>
                <p14:cNvContentPartPr/>
                <p14:nvPr/>
              </p14:nvContentPartPr>
              <p14:xfrm>
                <a:off x="4408351" y="2359262"/>
                <a:ext cx="186480" cy="393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9E90E93-807A-586B-5F7F-2EC5561A8FE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399351" y="2350622"/>
                  <a:ext cx="2041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D29B118-088C-852E-D900-EA12646EF091}"/>
                    </a:ext>
                  </a:extLst>
                </p14:cNvPr>
                <p14:cNvContentPartPr/>
                <p14:nvPr/>
              </p14:nvContentPartPr>
              <p14:xfrm>
                <a:off x="4559551" y="2186462"/>
                <a:ext cx="54360" cy="603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D29B118-088C-852E-D900-EA12646EF09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50911" y="2177822"/>
                  <a:ext cx="7200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309184A-E5FA-37A8-4DFC-B2292C8CB08D}"/>
                    </a:ext>
                  </a:extLst>
                </p14:cNvPr>
                <p14:cNvContentPartPr/>
                <p14:nvPr/>
              </p14:nvContentPartPr>
              <p14:xfrm>
                <a:off x="3468751" y="3063422"/>
                <a:ext cx="971640" cy="902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309184A-E5FA-37A8-4DFC-B2292C8CB08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460111" y="3054782"/>
                  <a:ext cx="989280" cy="9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C5F57E0-AFD5-0B74-CE25-00A47073522A}"/>
                    </a:ext>
                  </a:extLst>
                </p14:cNvPr>
                <p14:cNvContentPartPr/>
                <p14:nvPr/>
              </p14:nvContentPartPr>
              <p14:xfrm>
                <a:off x="2400631" y="4183742"/>
                <a:ext cx="357480" cy="377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C5F57E0-AFD5-0B74-CE25-00A47073522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91631" y="4175102"/>
                  <a:ext cx="3751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AEAC65-39EA-005C-D727-4802BC079D49}"/>
                    </a:ext>
                  </a:extLst>
                </p14:cNvPr>
                <p14:cNvContentPartPr/>
                <p14:nvPr/>
              </p14:nvContentPartPr>
              <p14:xfrm>
                <a:off x="2852791" y="4090502"/>
                <a:ext cx="163800" cy="375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AEAC65-39EA-005C-D727-4802BC079D4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844151" y="4081862"/>
                  <a:ext cx="1814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C3DB19B-299A-3DE6-846A-43114D9ECFF5}"/>
                    </a:ext>
                  </a:extLst>
                </p14:cNvPr>
                <p14:cNvContentPartPr/>
                <p14:nvPr/>
              </p14:nvContentPartPr>
              <p14:xfrm>
                <a:off x="3110551" y="3940742"/>
                <a:ext cx="54720" cy="524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C3DB19B-299A-3DE6-846A-43114D9ECFF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01911" y="3932102"/>
                  <a:ext cx="7236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B974685-CC95-E333-CB46-719313FEFD71}"/>
                    </a:ext>
                  </a:extLst>
                </p14:cNvPr>
                <p14:cNvContentPartPr/>
                <p14:nvPr/>
              </p14:nvContentPartPr>
              <p14:xfrm>
                <a:off x="3190471" y="4004102"/>
                <a:ext cx="62280" cy="426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B974685-CC95-E333-CB46-719313FEFD7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81471" y="3995462"/>
                  <a:ext cx="799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1688899-53D3-6A95-4B82-C13AB76B2EAF}"/>
                    </a:ext>
                  </a:extLst>
                </p14:cNvPr>
                <p14:cNvContentPartPr/>
                <p14:nvPr/>
              </p14:nvContentPartPr>
              <p14:xfrm>
                <a:off x="3145831" y="4222622"/>
                <a:ext cx="241200" cy="186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1688899-53D3-6A95-4B82-C13AB76B2EA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137191" y="4213622"/>
                  <a:ext cx="258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F039980-B5F6-5D50-8948-72FCEDD01C65}"/>
                    </a:ext>
                  </a:extLst>
                </p14:cNvPr>
                <p14:cNvContentPartPr/>
                <p14:nvPr/>
              </p14:nvContentPartPr>
              <p14:xfrm>
                <a:off x="3358231" y="4107422"/>
                <a:ext cx="28800" cy="37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F039980-B5F6-5D50-8948-72FCEDD01C6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349591" y="4098422"/>
                  <a:ext cx="46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BE1527D-0650-81E3-52EE-6FE40387DAE7}"/>
                    </a:ext>
                  </a:extLst>
                </p14:cNvPr>
                <p14:cNvContentPartPr/>
                <p14:nvPr/>
              </p14:nvContentPartPr>
              <p14:xfrm>
                <a:off x="3482431" y="4132262"/>
                <a:ext cx="307080" cy="298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BE1527D-0650-81E3-52EE-6FE40387DAE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473791" y="4123622"/>
                  <a:ext cx="3247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388376E-A572-733A-7176-7EC1B073273A}"/>
                    </a:ext>
                  </a:extLst>
                </p14:cNvPr>
                <p14:cNvContentPartPr/>
                <p14:nvPr/>
              </p14:nvContentPartPr>
              <p14:xfrm>
                <a:off x="3836311" y="4106702"/>
                <a:ext cx="259920" cy="274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388376E-A572-733A-7176-7EC1B073273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27671" y="4098062"/>
                  <a:ext cx="2775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1D3C24A-40FB-885B-C2DA-091C413246CD}"/>
                    </a:ext>
                  </a:extLst>
                </p14:cNvPr>
                <p14:cNvContentPartPr/>
                <p14:nvPr/>
              </p14:nvContentPartPr>
              <p14:xfrm>
                <a:off x="4079671" y="3899342"/>
                <a:ext cx="59400" cy="494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1D3C24A-40FB-885B-C2DA-091C413246C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70671" y="3890702"/>
                  <a:ext cx="7704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6727797-75DC-96E6-9315-BF116C31675C}"/>
                    </a:ext>
                  </a:extLst>
                </p14:cNvPr>
                <p14:cNvContentPartPr/>
                <p14:nvPr/>
              </p14:nvContentPartPr>
              <p14:xfrm>
                <a:off x="4032511" y="4139822"/>
                <a:ext cx="200160" cy="18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6727797-75DC-96E6-9315-BF116C31675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23871" y="4130822"/>
                  <a:ext cx="21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397DC5F-53B5-16E5-0758-3236DBBF3AFC}"/>
                    </a:ext>
                  </a:extLst>
                </p14:cNvPr>
                <p14:cNvContentPartPr/>
                <p14:nvPr/>
              </p14:nvContentPartPr>
              <p14:xfrm>
                <a:off x="4293511" y="4077182"/>
                <a:ext cx="217800" cy="312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397DC5F-53B5-16E5-0758-3236DBBF3AF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84511" y="4068542"/>
                  <a:ext cx="2354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732BB50-13CD-6AD4-02BB-76606B187709}"/>
                    </a:ext>
                  </a:extLst>
                </p14:cNvPr>
                <p14:cNvContentPartPr/>
                <p14:nvPr/>
              </p14:nvContentPartPr>
              <p14:xfrm>
                <a:off x="4535431" y="4067102"/>
                <a:ext cx="258840" cy="299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732BB50-13CD-6AD4-02BB-76606B18770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26791" y="4058462"/>
                  <a:ext cx="2764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50C04E3-CBC8-1433-0DA2-40F1626BF083}"/>
                    </a:ext>
                  </a:extLst>
                </p14:cNvPr>
                <p14:cNvContentPartPr/>
                <p14:nvPr/>
              </p14:nvContentPartPr>
              <p14:xfrm>
                <a:off x="2672431" y="4517462"/>
                <a:ext cx="801720" cy="677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50C04E3-CBC8-1433-0DA2-40F1626BF08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663791" y="4508822"/>
                  <a:ext cx="81936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1930801-DE94-86EC-6352-29B8C6473A1D}"/>
                    </a:ext>
                  </a:extLst>
                </p14:cNvPr>
                <p14:cNvContentPartPr/>
                <p14:nvPr/>
              </p14:nvContentPartPr>
              <p14:xfrm>
                <a:off x="2229271" y="5195702"/>
                <a:ext cx="239760" cy="374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1930801-DE94-86EC-6352-29B8C6473A1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20631" y="5186702"/>
                  <a:ext cx="2574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0A6BD29-11DC-FE16-19B6-B145B47D9B38}"/>
                    </a:ext>
                  </a:extLst>
                </p14:cNvPr>
                <p14:cNvContentPartPr/>
                <p14:nvPr/>
              </p14:nvContentPartPr>
              <p14:xfrm>
                <a:off x="2518351" y="5314502"/>
                <a:ext cx="180000" cy="263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0A6BD29-11DC-FE16-19B6-B145B47D9B3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09351" y="5305862"/>
                  <a:ext cx="1976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FE55EB9-D400-36B1-43AB-B0BE64E409BC}"/>
                    </a:ext>
                  </a:extLst>
                </p14:cNvPr>
                <p14:cNvContentPartPr/>
                <p14:nvPr/>
              </p14:nvContentPartPr>
              <p14:xfrm>
                <a:off x="2683591" y="5302622"/>
                <a:ext cx="173520" cy="223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FE55EB9-D400-36B1-43AB-B0BE64E409B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674951" y="5293982"/>
                  <a:ext cx="1911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A497F28-F77D-9883-CC1F-61874FB5BCAE}"/>
                    </a:ext>
                  </a:extLst>
                </p14:cNvPr>
                <p14:cNvContentPartPr/>
                <p14:nvPr/>
              </p14:nvContentPartPr>
              <p14:xfrm>
                <a:off x="2866831" y="5122262"/>
                <a:ext cx="39960" cy="442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A497F28-F77D-9883-CC1F-61874FB5BCA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857831" y="5113262"/>
                  <a:ext cx="5760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B0700E7-D5B3-ED44-E722-6E477F77A3A0}"/>
                    </a:ext>
                  </a:extLst>
                </p14:cNvPr>
                <p14:cNvContentPartPr/>
                <p14:nvPr/>
              </p14:nvContentPartPr>
              <p14:xfrm>
                <a:off x="2947111" y="5308382"/>
                <a:ext cx="122400" cy="233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B0700E7-D5B3-ED44-E722-6E477F77A3A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38111" y="5299382"/>
                  <a:ext cx="1400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6AF1DF2-B837-00F1-E718-70EBB75AB07A}"/>
                    </a:ext>
                  </a:extLst>
                </p14:cNvPr>
                <p14:cNvContentPartPr/>
                <p14:nvPr/>
              </p14:nvContentPartPr>
              <p14:xfrm>
                <a:off x="3114511" y="5277422"/>
                <a:ext cx="174240" cy="502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6AF1DF2-B837-00F1-E718-70EBB75AB07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05871" y="5268782"/>
                  <a:ext cx="1918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4862BCB-32CE-81D2-9151-8FB7D4A78CED}"/>
                    </a:ext>
                  </a:extLst>
                </p14:cNvPr>
                <p14:cNvContentPartPr/>
                <p14:nvPr/>
              </p14:nvContentPartPr>
              <p14:xfrm>
                <a:off x="3503671" y="4548782"/>
                <a:ext cx="610560" cy="538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4862BCB-32CE-81D2-9151-8FB7D4A78CE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494671" y="4540142"/>
                  <a:ext cx="62820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5E891D8-4C47-EAA6-5F6F-2DBFB4647DD8}"/>
                    </a:ext>
                  </a:extLst>
                </p14:cNvPr>
                <p14:cNvContentPartPr/>
                <p14:nvPr/>
              </p14:nvContentPartPr>
              <p14:xfrm>
                <a:off x="3955111" y="5082662"/>
                <a:ext cx="289080" cy="340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5E891D8-4C47-EAA6-5F6F-2DBFB4647DD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46471" y="5073662"/>
                  <a:ext cx="3067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A244EC8-A173-7107-502B-7E0DFEEB9512}"/>
                    </a:ext>
                  </a:extLst>
                </p14:cNvPr>
                <p14:cNvContentPartPr/>
                <p14:nvPr/>
              </p14:nvContentPartPr>
              <p14:xfrm>
                <a:off x="4332031" y="5236382"/>
                <a:ext cx="49320" cy="226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A244EC8-A173-7107-502B-7E0DFEEB951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323031" y="5227382"/>
                  <a:ext cx="669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270744E-1270-7E97-5ADD-EF5A030BC926}"/>
                    </a:ext>
                  </a:extLst>
                </p14:cNvPr>
                <p14:cNvContentPartPr/>
                <p14:nvPr/>
              </p14:nvContentPartPr>
              <p14:xfrm>
                <a:off x="4368031" y="5076542"/>
                <a:ext cx="6480" cy="10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270744E-1270-7E97-5ADD-EF5A030BC92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359031" y="5067542"/>
                  <a:ext cx="24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C9D830B-85BD-31F1-E14C-DD19DBB465E7}"/>
                    </a:ext>
                  </a:extLst>
                </p14:cNvPr>
                <p14:cNvContentPartPr/>
                <p14:nvPr/>
              </p14:nvContentPartPr>
              <p14:xfrm>
                <a:off x="4405111" y="5196782"/>
                <a:ext cx="195120" cy="521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C9D830B-85BD-31F1-E14C-DD19DBB465E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396471" y="5188142"/>
                  <a:ext cx="21276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A0FE860-84E4-64BD-445A-D791830AE9C3}"/>
                    </a:ext>
                  </a:extLst>
                </p14:cNvPr>
                <p14:cNvContentPartPr/>
                <p14:nvPr/>
              </p14:nvContentPartPr>
              <p14:xfrm>
                <a:off x="4729111" y="5263022"/>
                <a:ext cx="15480" cy="240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A0FE860-84E4-64BD-445A-D791830AE9C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20471" y="5254382"/>
                  <a:ext cx="33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D1F75C4-4881-E8C0-8AB2-EFF8C617D0E2}"/>
                    </a:ext>
                  </a:extLst>
                </p14:cNvPr>
                <p14:cNvContentPartPr/>
                <p14:nvPr/>
              </p14:nvContentPartPr>
              <p14:xfrm>
                <a:off x="4698151" y="5104262"/>
                <a:ext cx="15120" cy="10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D1F75C4-4881-E8C0-8AB2-EFF8C617D0E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89511" y="5095622"/>
                  <a:ext cx="32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4AE0C17-489B-EFD7-0942-0A7D245ADF01}"/>
                    </a:ext>
                  </a:extLst>
                </p14:cNvPr>
                <p14:cNvContentPartPr/>
                <p14:nvPr/>
              </p14:nvContentPartPr>
              <p14:xfrm>
                <a:off x="4908031" y="5038382"/>
                <a:ext cx="38520" cy="442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4AE0C17-489B-EFD7-0942-0A7D245ADF0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899391" y="5029742"/>
                  <a:ext cx="561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C41F769-66BF-4A6E-0151-583495FEDBA0}"/>
                    </a:ext>
                  </a:extLst>
                </p14:cNvPr>
                <p14:cNvContentPartPr/>
                <p14:nvPr/>
              </p14:nvContentPartPr>
              <p14:xfrm>
                <a:off x="4828471" y="5287502"/>
                <a:ext cx="213840" cy="6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C41F769-66BF-4A6E-0151-583495FEDBA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819831" y="5278862"/>
                  <a:ext cx="231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8FC580C-1B80-34E7-947E-BB4E2D0C5880}"/>
                    </a:ext>
                  </a:extLst>
                </p14:cNvPr>
                <p14:cNvContentPartPr/>
                <p14:nvPr/>
              </p14:nvContentPartPr>
              <p14:xfrm>
                <a:off x="5093431" y="5227022"/>
                <a:ext cx="198720" cy="2430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8FC580C-1B80-34E7-947E-BB4E2D0C588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084431" y="5218382"/>
                  <a:ext cx="2163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CAEB32B-6435-F69C-6A77-1C847716B3AC}"/>
                    </a:ext>
                  </a:extLst>
                </p14:cNvPr>
                <p14:cNvContentPartPr/>
                <p14:nvPr/>
              </p14:nvContentPartPr>
              <p14:xfrm>
                <a:off x="5408431" y="4977902"/>
                <a:ext cx="87480" cy="522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CAEB32B-6435-F69C-6A77-1C847716B3A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99791" y="4969262"/>
                  <a:ext cx="1051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A27209D-A90D-1FBE-BDB3-E8FCFFE88557}"/>
                    </a:ext>
                  </a:extLst>
                </p14:cNvPr>
                <p14:cNvContentPartPr/>
                <p14:nvPr/>
              </p14:nvContentPartPr>
              <p14:xfrm>
                <a:off x="7608391" y="4333142"/>
                <a:ext cx="531000" cy="8629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A27209D-A90D-1FBE-BDB3-E8FCFFE8855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599751" y="4324502"/>
                  <a:ext cx="548640" cy="88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C6D1420-D3A7-6D08-1305-20CEE9319B12}"/>
                    </a:ext>
                  </a:extLst>
                </p14:cNvPr>
                <p14:cNvContentPartPr/>
                <p14:nvPr/>
              </p14:nvContentPartPr>
              <p14:xfrm>
                <a:off x="7396711" y="5282102"/>
                <a:ext cx="232920" cy="338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C6D1420-D3A7-6D08-1305-20CEE9319B1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387711" y="5273102"/>
                  <a:ext cx="2505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DB6DE30-F325-C43D-EA63-11B37512C08C}"/>
                    </a:ext>
                  </a:extLst>
                </p14:cNvPr>
                <p14:cNvContentPartPr/>
                <p14:nvPr/>
              </p14:nvContentPartPr>
              <p14:xfrm>
                <a:off x="7719271" y="5322062"/>
                <a:ext cx="240480" cy="280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DB6DE30-F325-C43D-EA63-11B37512C08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710631" y="5313422"/>
                  <a:ext cx="258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F9E4F4B-856C-7B47-358A-D39F9CCDCB19}"/>
                    </a:ext>
                  </a:extLst>
                </p14:cNvPr>
                <p14:cNvContentPartPr/>
                <p14:nvPr/>
              </p14:nvContentPartPr>
              <p14:xfrm>
                <a:off x="8012671" y="5296502"/>
                <a:ext cx="163080" cy="271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F9E4F4B-856C-7B47-358A-D39F9CCDCB1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004031" y="5287502"/>
                  <a:ext cx="1807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B96F165-7968-12AD-C00A-D23DFC5C50D0}"/>
                    </a:ext>
                  </a:extLst>
                </p14:cNvPr>
                <p14:cNvContentPartPr/>
                <p14:nvPr/>
              </p14:nvContentPartPr>
              <p14:xfrm>
                <a:off x="8252431" y="5115422"/>
                <a:ext cx="98640" cy="5432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B96F165-7968-12AD-C00A-D23DFC5C50D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243791" y="5106782"/>
                  <a:ext cx="11628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9F93244-DC88-2027-CF87-F821475825F4}"/>
                    </a:ext>
                  </a:extLst>
                </p14:cNvPr>
                <p14:cNvContentPartPr/>
                <p14:nvPr/>
              </p14:nvContentPartPr>
              <p14:xfrm>
                <a:off x="8434951" y="5291102"/>
                <a:ext cx="155520" cy="322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9F93244-DC88-2027-CF87-F821475825F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426311" y="5282102"/>
                  <a:ext cx="1731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0B00EF2-A90B-F8A0-C6BC-01B51039F9FC}"/>
                    </a:ext>
                  </a:extLst>
                </p14:cNvPr>
                <p14:cNvContentPartPr/>
                <p14:nvPr/>
              </p14:nvContentPartPr>
              <p14:xfrm>
                <a:off x="8630071" y="5300102"/>
                <a:ext cx="384120" cy="6174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0B00EF2-A90B-F8A0-C6BC-01B51039F9F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621071" y="5291102"/>
                  <a:ext cx="40176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05D50BC-2385-679F-FC0C-F2136B77C4B9}"/>
                    </a:ext>
                  </a:extLst>
                </p14:cNvPr>
                <p14:cNvContentPartPr/>
                <p14:nvPr/>
              </p14:nvContentPartPr>
              <p14:xfrm>
                <a:off x="8125711" y="4301822"/>
                <a:ext cx="2121480" cy="8251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05D50BC-2385-679F-FC0C-F2136B77C4B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117071" y="4293182"/>
                  <a:ext cx="2139120" cy="84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87180A7-4903-0180-1DFA-302029F67DD4}"/>
                    </a:ext>
                  </a:extLst>
                </p14:cNvPr>
                <p14:cNvContentPartPr/>
                <p14:nvPr/>
              </p14:nvContentPartPr>
              <p14:xfrm>
                <a:off x="9894031" y="5191382"/>
                <a:ext cx="293760" cy="366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87180A7-4903-0180-1DFA-302029F67DD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885391" y="5182742"/>
                  <a:ext cx="3114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5252282-1AF5-B567-4DE2-358AA7292932}"/>
                    </a:ext>
                  </a:extLst>
                </p14:cNvPr>
                <p14:cNvContentPartPr/>
                <p14:nvPr/>
              </p14:nvContentPartPr>
              <p14:xfrm>
                <a:off x="10265191" y="5333582"/>
                <a:ext cx="34200" cy="266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5252282-1AF5-B567-4DE2-358AA729293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256551" y="5324582"/>
                  <a:ext cx="518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DA0E11B-DBA6-77D6-394B-AD0A9F708A16}"/>
                    </a:ext>
                  </a:extLst>
                </p14:cNvPr>
                <p14:cNvContentPartPr/>
                <p14:nvPr/>
              </p14:nvContentPartPr>
              <p14:xfrm>
                <a:off x="10254391" y="5210462"/>
                <a:ext cx="9000" cy="17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DA0E11B-DBA6-77D6-394B-AD0A9F708A1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245751" y="5201822"/>
                  <a:ext cx="26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44FB33F-A73B-2A13-8807-2FA5C9DE379E}"/>
                    </a:ext>
                  </a:extLst>
                </p14:cNvPr>
                <p14:cNvContentPartPr/>
                <p14:nvPr/>
              </p14:nvContentPartPr>
              <p14:xfrm>
                <a:off x="10304071" y="5307662"/>
                <a:ext cx="198000" cy="490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44FB33F-A73B-2A13-8807-2FA5C9DE379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295431" y="5299022"/>
                  <a:ext cx="21564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0D19832-F67C-E89B-F222-FF2C5056F27E}"/>
                    </a:ext>
                  </a:extLst>
                </p14:cNvPr>
                <p14:cNvContentPartPr/>
                <p14:nvPr/>
              </p14:nvContentPartPr>
              <p14:xfrm>
                <a:off x="10427191" y="5264102"/>
                <a:ext cx="360" cy="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0D19832-F67C-E89B-F222-FF2C5056F27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18191" y="52554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504C142-342E-FD2F-E7AD-9E16CCBECFEE}"/>
                    </a:ext>
                  </a:extLst>
                </p14:cNvPr>
                <p14:cNvContentPartPr/>
                <p14:nvPr/>
              </p14:nvContentPartPr>
              <p14:xfrm>
                <a:off x="10619431" y="5303342"/>
                <a:ext cx="14040" cy="250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504C142-342E-FD2F-E7AD-9E16CCBECFE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610791" y="5294342"/>
                  <a:ext cx="316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6119928-AECC-0A29-1679-82F28E79E41E}"/>
                    </a:ext>
                  </a:extLst>
                </p14:cNvPr>
                <p14:cNvContentPartPr/>
                <p14:nvPr/>
              </p14:nvContentPartPr>
              <p14:xfrm>
                <a:off x="10601071" y="5205062"/>
                <a:ext cx="360" cy="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6119928-AECC-0A29-1679-82F28E79E4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92071" y="51960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DC8D75A-9709-B0D8-32A8-AAA5D814E99F}"/>
                    </a:ext>
                  </a:extLst>
                </p14:cNvPr>
                <p14:cNvContentPartPr/>
                <p14:nvPr/>
              </p14:nvContentPartPr>
              <p14:xfrm>
                <a:off x="10682791" y="5147822"/>
                <a:ext cx="256320" cy="418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DC8D75A-9709-B0D8-32A8-AAA5D814E99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674151" y="5139182"/>
                  <a:ext cx="2739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69D2B8A-F6FE-882C-FA25-A7AF7F67195C}"/>
                    </a:ext>
                  </a:extLst>
                </p14:cNvPr>
                <p14:cNvContentPartPr/>
                <p14:nvPr/>
              </p14:nvContentPartPr>
              <p14:xfrm>
                <a:off x="10925791" y="5139542"/>
                <a:ext cx="565920" cy="435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69D2B8A-F6FE-882C-FA25-A7AF7F67195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17151" y="5130902"/>
                  <a:ext cx="58356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D58A8BF-1950-643B-2603-9B80A9D67CFA}"/>
                    </a:ext>
                  </a:extLst>
                </p14:cNvPr>
                <p14:cNvContentPartPr/>
                <p14:nvPr/>
              </p14:nvContentPartPr>
              <p14:xfrm>
                <a:off x="11712391" y="5508902"/>
                <a:ext cx="7920" cy="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D58A8BF-1950-643B-2603-9B80A9D67CF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703751" y="5500262"/>
                  <a:ext cx="255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B42EBCE9-AA02-DDD5-2052-33B2C160234F}"/>
                  </a:ext>
                </a:extLst>
              </p14:cNvPr>
              <p14:cNvContentPartPr/>
              <p14:nvPr/>
            </p14:nvContentPartPr>
            <p14:xfrm>
              <a:off x="9057031" y="3903662"/>
              <a:ext cx="215280" cy="26532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B42EBCE9-AA02-DDD5-2052-33B2C160234F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048031" y="3894662"/>
                <a:ext cx="23292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4AD3D52-EFEA-247A-72FA-E7841DFE53BE}"/>
                  </a:ext>
                </a:extLst>
              </p14:cNvPr>
              <p14:cNvContentPartPr/>
              <p14:nvPr/>
            </p14:nvContentPartPr>
            <p14:xfrm>
              <a:off x="9683071" y="4223702"/>
              <a:ext cx="10440" cy="360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4AD3D52-EFEA-247A-72FA-E7841DFE53B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674431" y="4214702"/>
                <a:ext cx="280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622A8FEB-1E9A-9D4D-C789-7545ED475390}"/>
                  </a:ext>
                </a:extLst>
              </p14:cNvPr>
              <p14:cNvContentPartPr/>
              <p14:nvPr/>
            </p14:nvContentPartPr>
            <p14:xfrm>
              <a:off x="328111" y="837182"/>
              <a:ext cx="5591520" cy="1180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622A8FEB-1E9A-9D4D-C789-7545ED47539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19111" y="828182"/>
                <a:ext cx="5609160" cy="13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012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62BF0CC-88AB-2427-153A-8F3E6448556C}"/>
              </a:ext>
            </a:extLst>
          </p:cNvPr>
          <p:cNvGrpSpPr/>
          <p:nvPr/>
        </p:nvGrpSpPr>
        <p:grpSpPr>
          <a:xfrm>
            <a:off x="473191" y="189902"/>
            <a:ext cx="1816200" cy="672120"/>
            <a:chOff x="473191" y="189902"/>
            <a:chExt cx="1816200" cy="67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FB94B0A-69A2-C6BD-AA8D-CA32F384273D}"/>
                    </a:ext>
                  </a:extLst>
                </p14:cNvPr>
                <p14:cNvContentPartPr/>
                <p14:nvPr/>
              </p14:nvContentPartPr>
              <p14:xfrm>
                <a:off x="510271" y="219062"/>
                <a:ext cx="100080" cy="538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FB94B0A-69A2-C6BD-AA8D-CA32F384273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1631" y="210422"/>
                  <a:ext cx="11772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3E88B8A-969B-C652-BC12-2C1A98796A44}"/>
                    </a:ext>
                  </a:extLst>
                </p14:cNvPr>
                <p14:cNvContentPartPr/>
                <p14:nvPr/>
              </p14:nvContentPartPr>
              <p14:xfrm>
                <a:off x="473191" y="189902"/>
                <a:ext cx="269280" cy="336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3E88B8A-969B-C652-BC12-2C1A98796A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4551" y="181262"/>
                  <a:ext cx="2869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B3413CF-FF5E-6027-07B3-1EF711D2A5F4}"/>
                    </a:ext>
                  </a:extLst>
                </p14:cNvPr>
                <p14:cNvContentPartPr/>
                <p14:nvPr/>
              </p14:nvContentPartPr>
              <p14:xfrm>
                <a:off x="688111" y="517502"/>
                <a:ext cx="264960" cy="327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B3413CF-FF5E-6027-07B3-1EF711D2A5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9471" y="508502"/>
                  <a:ext cx="2826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B14609C-921E-E2BF-2FDA-1FED78EFD374}"/>
                    </a:ext>
                  </a:extLst>
                </p14:cNvPr>
                <p14:cNvContentPartPr/>
                <p14:nvPr/>
              </p14:nvContentPartPr>
              <p14:xfrm>
                <a:off x="944071" y="531902"/>
                <a:ext cx="217800" cy="313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B14609C-921E-E2BF-2FDA-1FED78EFD37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5071" y="523262"/>
                  <a:ext cx="2354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A59AA1F-E3F8-3BB4-C496-20058012759C}"/>
                    </a:ext>
                  </a:extLst>
                </p14:cNvPr>
                <p14:cNvContentPartPr/>
                <p14:nvPr/>
              </p14:nvContentPartPr>
              <p14:xfrm>
                <a:off x="1248271" y="563222"/>
                <a:ext cx="21600" cy="242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A59AA1F-E3F8-3BB4-C496-2005801275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39631" y="554582"/>
                  <a:ext cx="392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E873CB5-4B6E-2031-5151-B904A07AEFB7}"/>
                    </a:ext>
                  </a:extLst>
                </p14:cNvPr>
                <p14:cNvContentPartPr/>
                <p14:nvPr/>
              </p14:nvContentPartPr>
              <p14:xfrm>
                <a:off x="1158991" y="386822"/>
                <a:ext cx="19080" cy="19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E873CB5-4B6E-2031-5151-B904A07AEF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49991" y="377822"/>
                  <a:ext cx="36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8FF272-4D6B-5EEF-C4B4-F30AA9AA76EC}"/>
                    </a:ext>
                  </a:extLst>
                </p14:cNvPr>
                <p14:cNvContentPartPr/>
                <p14:nvPr/>
              </p14:nvContentPartPr>
              <p14:xfrm>
                <a:off x="1326391" y="283502"/>
                <a:ext cx="95040" cy="578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8FF272-4D6B-5EEF-C4B4-F30AA9AA76E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17751" y="274862"/>
                  <a:ext cx="11268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68F5048-9457-C9FD-CDCA-AB39D22E8A84}"/>
                    </a:ext>
                  </a:extLst>
                </p14:cNvPr>
                <p14:cNvContentPartPr/>
                <p14:nvPr/>
              </p14:nvContentPartPr>
              <p14:xfrm>
                <a:off x="1449511" y="525422"/>
                <a:ext cx="213840" cy="263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68F5048-9457-C9FD-CDCA-AB39D22E8A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40871" y="516422"/>
                  <a:ext cx="2314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69B6286-01B5-27EE-A523-74E2BE64D494}"/>
                    </a:ext>
                  </a:extLst>
                </p14:cNvPr>
                <p14:cNvContentPartPr/>
                <p14:nvPr/>
              </p14:nvContentPartPr>
              <p14:xfrm>
                <a:off x="1722751" y="553142"/>
                <a:ext cx="45000" cy="267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69B6286-01B5-27EE-A523-74E2BE64D4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13751" y="544502"/>
                  <a:ext cx="62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C2C15E-A8F6-4386-EA1F-3A4C1B4CEA35}"/>
                    </a:ext>
                  </a:extLst>
                </p14:cNvPr>
                <p14:cNvContentPartPr/>
                <p14:nvPr/>
              </p14:nvContentPartPr>
              <p14:xfrm>
                <a:off x="1705471" y="404462"/>
                <a:ext cx="55080" cy="7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C2C15E-A8F6-4386-EA1F-3A4C1B4CEA3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96471" y="395822"/>
                  <a:ext cx="72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5467432-1AE5-A816-A86E-B3AF7C0872E5}"/>
                    </a:ext>
                  </a:extLst>
                </p14:cNvPr>
                <p14:cNvContentPartPr/>
                <p14:nvPr/>
              </p14:nvContentPartPr>
              <p14:xfrm>
                <a:off x="1853071" y="504902"/>
                <a:ext cx="184320" cy="283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5467432-1AE5-A816-A86E-B3AF7C0872E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44071" y="496262"/>
                  <a:ext cx="201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241F4B4-C277-B438-F588-88E46CEE7BD7}"/>
                    </a:ext>
                  </a:extLst>
                </p14:cNvPr>
                <p14:cNvContentPartPr/>
                <p14:nvPr/>
              </p14:nvContentPartPr>
              <p14:xfrm>
                <a:off x="2067991" y="495182"/>
                <a:ext cx="221400" cy="361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241F4B4-C277-B438-F588-88E46CEE7BD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58991" y="486182"/>
                  <a:ext cx="239040" cy="37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99FB80-401B-6666-FE2B-2DB2642DB402}"/>
              </a:ext>
            </a:extLst>
          </p:cNvPr>
          <p:cNvGrpSpPr/>
          <p:nvPr/>
        </p:nvGrpSpPr>
        <p:grpSpPr>
          <a:xfrm>
            <a:off x="2596831" y="565382"/>
            <a:ext cx="23040" cy="180360"/>
            <a:chOff x="2596831" y="565382"/>
            <a:chExt cx="2304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8FCF10-D88A-5A5A-A9A0-13FC37DB020E}"/>
                    </a:ext>
                  </a:extLst>
                </p14:cNvPr>
                <p14:cNvContentPartPr/>
                <p14:nvPr/>
              </p14:nvContentPartPr>
              <p14:xfrm>
                <a:off x="2596831" y="565382"/>
                <a:ext cx="5400" cy="32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8FCF10-D88A-5A5A-A9A0-13FC37DB02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88191" y="556742"/>
                  <a:ext cx="23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7EFD50-7CD3-4646-8EBA-F77C9A751F3F}"/>
                    </a:ext>
                  </a:extLst>
                </p14:cNvPr>
                <p14:cNvContentPartPr/>
                <p14:nvPr/>
              </p14:nvContentPartPr>
              <p14:xfrm>
                <a:off x="2614471" y="732062"/>
                <a:ext cx="5400" cy="13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7EFD50-7CD3-4646-8EBA-F77C9A751F3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05471" y="723422"/>
                  <a:ext cx="2304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9E3A115-9EF8-0B45-2769-1B17E3DD10A0}"/>
              </a:ext>
            </a:extLst>
          </p:cNvPr>
          <p:cNvGrpSpPr/>
          <p:nvPr/>
        </p:nvGrpSpPr>
        <p:grpSpPr>
          <a:xfrm>
            <a:off x="1321711" y="1261982"/>
            <a:ext cx="1356480" cy="827280"/>
            <a:chOff x="1321711" y="1261982"/>
            <a:chExt cx="1356480" cy="82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3D4668-3BEE-8644-8EB0-AD51D3DAED9D}"/>
                    </a:ext>
                  </a:extLst>
                </p14:cNvPr>
                <p14:cNvContentPartPr/>
                <p14:nvPr/>
              </p14:nvContentPartPr>
              <p14:xfrm>
                <a:off x="1453111" y="1294382"/>
                <a:ext cx="33840" cy="454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3D4668-3BEE-8644-8EB0-AD51D3DAED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44471" y="1285742"/>
                  <a:ext cx="5148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D641C76-225E-3E93-214E-4BDE27E25BB0}"/>
                    </a:ext>
                  </a:extLst>
                </p14:cNvPr>
                <p14:cNvContentPartPr/>
                <p14:nvPr/>
              </p14:nvContentPartPr>
              <p14:xfrm>
                <a:off x="1321711" y="1261982"/>
                <a:ext cx="343080" cy="34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D641C76-225E-3E93-214E-4BDE27E25B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12711" y="1252982"/>
                  <a:ext cx="360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F19666-89F9-6308-6F56-B794D62D3012}"/>
                    </a:ext>
                  </a:extLst>
                </p14:cNvPr>
                <p14:cNvContentPartPr/>
                <p14:nvPr/>
              </p14:nvContentPartPr>
              <p14:xfrm>
                <a:off x="1683151" y="1490942"/>
                <a:ext cx="166320" cy="305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F19666-89F9-6308-6F56-B794D62D30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74511" y="1482302"/>
                  <a:ext cx="1839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642ED2-83F0-08C1-2EFC-766DF609DFA0}"/>
                    </a:ext>
                  </a:extLst>
                </p14:cNvPr>
                <p14:cNvContentPartPr/>
                <p14:nvPr/>
              </p14:nvContentPartPr>
              <p14:xfrm>
                <a:off x="1945951" y="1468982"/>
                <a:ext cx="191160" cy="620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642ED2-83F0-08C1-2EFC-766DF609DF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36951" y="1459982"/>
                  <a:ext cx="20880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94535F-D335-B5A6-CEAB-FC9789AB64CF}"/>
                    </a:ext>
                  </a:extLst>
                </p14:cNvPr>
                <p14:cNvContentPartPr/>
                <p14:nvPr/>
              </p14:nvContentPartPr>
              <p14:xfrm>
                <a:off x="2202991" y="1444862"/>
                <a:ext cx="210960" cy="375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94535F-D335-B5A6-CEAB-FC9789AB64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93991" y="1436222"/>
                  <a:ext cx="2286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D0A4BAA-03BD-9740-0A34-1E8642E1151E}"/>
                    </a:ext>
                  </a:extLst>
                </p14:cNvPr>
                <p14:cNvContentPartPr/>
                <p14:nvPr/>
              </p14:nvContentPartPr>
              <p14:xfrm>
                <a:off x="2394511" y="1503182"/>
                <a:ext cx="190080" cy="279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D0A4BAA-03BD-9740-0A34-1E8642E115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85871" y="1494542"/>
                  <a:ext cx="2077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60FC36B-A747-4AEC-367C-7ABB81688157}"/>
                    </a:ext>
                  </a:extLst>
                </p14:cNvPr>
                <p14:cNvContentPartPr/>
                <p14:nvPr/>
              </p14:nvContentPartPr>
              <p14:xfrm>
                <a:off x="2492791" y="1502102"/>
                <a:ext cx="185400" cy="1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60FC36B-A747-4AEC-367C-7ABB816881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83791" y="1493462"/>
                  <a:ext cx="20304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B48D738-2E1A-1BA1-712A-EB2FDAF5C191}"/>
                  </a:ext>
                </a:extLst>
              </p14:cNvPr>
              <p14:cNvContentPartPr/>
              <p14:nvPr/>
            </p14:nvContentPartPr>
            <p14:xfrm>
              <a:off x="3158071" y="1368902"/>
              <a:ext cx="371520" cy="3708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B48D738-2E1A-1BA1-712A-EB2FDAF5C19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49431" y="1359902"/>
                <a:ext cx="389160" cy="3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7A238363-1AE6-CA25-D8E6-DD42AA33BC43}"/>
              </a:ext>
            </a:extLst>
          </p:cNvPr>
          <p:cNvGrpSpPr/>
          <p:nvPr/>
        </p:nvGrpSpPr>
        <p:grpSpPr>
          <a:xfrm>
            <a:off x="4149151" y="1107182"/>
            <a:ext cx="1203840" cy="568440"/>
            <a:chOff x="4149151" y="1107182"/>
            <a:chExt cx="1203840" cy="56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BF916E6-2736-8678-46A3-B7C2F6733B50}"/>
                    </a:ext>
                  </a:extLst>
                </p14:cNvPr>
                <p14:cNvContentPartPr/>
                <p14:nvPr/>
              </p14:nvContentPartPr>
              <p14:xfrm>
                <a:off x="4149151" y="1107182"/>
                <a:ext cx="395280" cy="509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BF916E6-2736-8678-46A3-B7C2F6733B5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40511" y="1098182"/>
                  <a:ext cx="41292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2B1CAA-C183-2A6C-E138-092208428C5F}"/>
                    </a:ext>
                  </a:extLst>
                </p14:cNvPr>
                <p14:cNvContentPartPr/>
                <p14:nvPr/>
              </p14:nvContentPartPr>
              <p14:xfrm>
                <a:off x="4292071" y="1398062"/>
                <a:ext cx="283680" cy="277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2B1CAA-C183-2A6C-E138-092208428C5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83431" y="1389422"/>
                  <a:ext cx="3013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49D45D-22DC-C7D2-14B0-A0133B3B8D86}"/>
                    </a:ext>
                  </a:extLst>
                </p14:cNvPr>
                <p14:cNvContentPartPr/>
                <p14:nvPr/>
              </p14:nvContentPartPr>
              <p14:xfrm>
                <a:off x="4639831" y="1322462"/>
                <a:ext cx="149400" cy="289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49D45D-22DC-C7D2-14B0-A0133B3B8D8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31191" y="1313822"/>
                  <a:ext cx="1670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9D75D0-8E91-18F5-62DD-830158985EE7}"/>
                    </a:ext>
                  </a:extLst>
                </p14:cNvPr>
                <p14:cNvContentPartPr/>
                <p14:nvPr/>
              </p14:nvContentPartPr>
              <p14:xfrm>
                <a:off x="4770151" y="1321022"/>
                <a:ext cx="57600" cy="289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9D75D0-8E91-18F5-62DD-830158985EE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61511" y="1312382"/>
                  <a:ext cx="752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3AA3BA7-C028-9434-5E7A-7C4C838FA680}"/>
                    </a:ext>
                  </a:extLst>
                </p14:cNvPr>
                <p14:cNvContentPartPr/>
                <p14:nvPr/>
              </p14:nvContentPartPr>
              <p14:xfrm>
                <a:off x="4858351" y="1135622"/>
                <a:ext cx="81000" cy="420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3AA3BA7-C028-9434-5E7A-7C4C838FA68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49711" y="1126622"/>
                  <a:ext cx="9864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207B037-BC6A-ED58-460C-C6D0973DC1E7}"/>
                    </a:ext>
                  </a:extLst>
                </p14:cNvPr>
                <p14:cNvContentPartPr/>
                <p14:nvPr/>
              </p14:nvContentPartPr>
              <p14:xfrm>
                <a:off x="5134111" y="1288982"/>
                <a:ext cx="209160" cy="313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207B037-BC6A-ED58-460C-C6D0973DC1E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25471" y="1279982"/>
                  <a:ext cx="2268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CF45347-BAB2-63AC-B8AA-31076581A183}"/>
                    </a:ext>
                  </a:extLst>
                </p14:cNvPr>
                <p14:cNvContentPartPr/>
                <p14:nvPr/>
              </p14:nvContentPartPr>
              <p14:xfrm>
                <a:off x="5137711" y="1428302"/>
                <a:ext cx="215280" cy="30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CF45347-BAB2-63AC-B8AA-31076581A18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29071" y="1419662"/>
                  <a:ext cx="23292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DD6D40E-2226-59D8-4D3A-178735780FE0}"/>
              </a:ext>
            </a:extLst>
          </p:cNvPr>
          <p:cNvGrpSpPr/>
          <p:nvPr/>
        </p:nvGrpSpPr>
        <p:grpSpPr>
          <a:xfrm>
            <a:off x="1459231" y="2253422"/>
            <a:ext cx="1126800" cy="771840"/>
            <a:chOff x="1459231" y="2253422"/>
            <a:chExt cx="1126800" cy="77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4F4CE36-AD89-0146-1842-F6C7C191698A}"/>
                    </a:ext>
                  </a:extLst>
                </p14:cNvPr>
                <p14:cNvContentPartPr/>
                <p14:nvPr/>
              </p14:nvContentPartPr>
              <p14:xfrm>
                <a:off x="1624471" y="2253422"/>
                <a:ext cx="43920" cy="582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F4CE36-AD89-0146-1842-F6C7C191698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15471" y="2244422"/>
                  <a:ext cx="6156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3B71B2-2ABF-DF67-9581-A23711BD34E2}"/>
                    </a:ext>
                  </a:extLst>
                </p14:cNvPr>
                <p14:cNvContentPartPr/>
                <p14:nvPr/>
              </p14:nvContentPartPr>
              <p14:xfrm>
                <a:off x="1459231" y="2275382"/>
                <a:ext cx="342000" cy="41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3B71B2-2ABF-DF67-9581-A23711BD34E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50591" y="2266742"/>
                  <a:ext cx="3596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D54071-7E62-57A4-7586-5CDE2AF7FDDB}"/>
                    </a:ext>
                  </a:extLst>
                </p14:cNvPr>
                <p14:cNvContentPartPr/>
                <p14:nvPr/>
              </p14:nvContentPartPr>
              <p14:xfrm>
                <a:off x="1775311" y="2523782"/>
                <a:ext cx="163800" cy="249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D54071-7E62-57A4-7586-5CDE2AF7FDD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66311" y="2514782"/>
                  <a:ext cx="181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40EB10-8C3E-BC76-97BD-D15340FA20CF}"/>
                    </a:ext>
                  </a:extLst>
                </p14:cNvPr>
                <p14:cNvContentPartPr/>
                <p14:nvPr/>
              </p14:nvContentPartPr>
              <p14:xfrm>
                <a:off x="2005711" y="2550782"/>
                <a:ext cx="156600" cy="474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40EB10-8C3E-BC76-97BD-D15340FA20C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97071" y="2541782"/>
                  <a:ext cx="17424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A0E165C-3490-E105-58BF-5199400D90AE}"/>
                    </a:ext>
                  </a:extLst>
                </p14:cNvPr>
                <p14:cNvContentPartPr/>
                <p14:nvPr/>
              </p14:nvContentPartPr>
              <p14:xfrm>
                <a:off x="2186071" y="2559422"/>
                <a:ext cx="196560" cy="273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A0E165C-3490-E105-58BF-5199400D90A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77071" y="2550422"/>
                  <a:ext cx="2142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E1D0CF2-1087-9E8F-6502-EE0DD7BE9459}"/>
                    </a:ext>
                  </a:extLst>
                </p14:cNvPr>
                <p14:cNvContentPartPr/>
                <p14:nvPr/>
              </p14:nvContentPartPr>
              <p14:xfrm>
                <a:off x="2403151" y="2519102"/>
                <a:ext cx="144360" cy="289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E1D0CF2-1087-9E8F-6502-EE0DD7BE945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94511" y="2510462"/>
                  <a:ext cx="1620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8EBDBCE-B5BC-B842-9C40-376F4EE65045}"/>
                    </a:ext>
                  </a:extLst>
                </p14:cNvPr>
                <p14:cNvContentPartPr/>
                <p14:nvPr/>
              </p14:nvContentPartPr>
              <p14:xfrm>
                <a:off x="2447791" y="2519102"/>
                <a:ext cx="138240" cy="11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8EBDBCE-B5BC-B842-9C40-376F4EE6504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39151" y="2510462"/>
                  <a:ext cx="1558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029376A-11FA-68A9-D582-361FBB1CC7B9}"/>
              </a:ext>
            </a:extLst>
          </p:cNvPr>
          <p:cNvGrpSpPr/>
          <p:nvPr/>
        </p:nvGrpSpPr>
        <p:grpSpPr>
          <a:xfrm>
            <a:off x="3078871" y="2156942"/>
            <a:ext cx="2055600" cy="917280"/>
            <a:chOff x="3078871" y="2156942"/>
            <a:chExt cx="2055600" cy="91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1D9A510-7D53-F496-7F00-99A39452435F}"/>
                    </a:ext>
                  </a:extLst>
                </p14:cNvPr>
                <p14:cNvContentPartPr/>
                <p14:nvPr/>
              </p14:nvContentPartPr>
              <p14:xfrm>
                <a:off x="3078871" y="2193662"/>
                <a:ext cx="122040" cy="586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1D9A510-7D53-F496-7F00-99A39452435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69871" y="2185022"/>
                  <a:ext cx="13968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33D78D2-FFBF-BEBE-944B-E93DD90FE636}"/>
                    </a:ext>
                  </a:extLst>
                </p14:cNvPr>
                <p14:cNvContentPartPr/>
                <p14:nvPr/>
              </p14:nvContentPartPr>
              <p14:xfrm>
                <a:off x="3123151" y="2442062"/>
                <a:ext cx="230400" cy="278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33D78D2-FFBF-BEBE-944B-E93DD90FE63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14511" y="2433422"/>
                  <a:ext cx="2480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0A5838A-29C1-F46E-F010-A7CC5DF4138C}"/>
                    </a:ext>
                  </a:extLst>
                </p14:cNvPr>
                <p14:cNvContentPartPr/>
                <p14:nvPr/>
              </p14:nvContentPartPr>
              <p14:xfrm>
                <a:off x="3425191" y="2414342"/>
                <a:ext cx="199080" cy="248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0A5838A-29C1-F46E-F010-A7CC5DF413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16191" y="2405342"/>
                  <a:ext cx="2167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24DE95D-480C-BDBB-B6B2-A9A026432336}"/>
                    </a:ext>
                  </a:extLst>
                </p14:cNvPr>
                <p14:cNvContentPartPr/>
                <p14:nvPr/>
              </p14:nvContentPartPr>
              <p14:xfrm>
                <a:off x="3602671" y="2156942"/>
                <a:ext cx="54360" cy="588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24DE95D-480C-BDBB-B6B2-A9A02643233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93671" y="2148302"/>
                  <a:ext cx="7200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6F3DB88-BC32-1F03-3A0C-89542A1C3F08}"/>
                    </a:ext>
                  </a:extLst>
                </p14:cNvPr>
                <p14:cNvContentPartPr/>
                <p14:nvPr/>
              </p14:nvContentPartPr>
              <p14:xfrm>
                <a:off x="3727591" y="2412542"/>
                <a:ext cx="171000" cy="292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6F3DB88-BC32-1F03-3A0C-89542A1C3F0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18591" y="2403542"/>
                  <a:ext cx="1886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363D86A-4D6A-BD32-F1EC-C3AEEEEFD9BD}"/>
                    </a:ext>
                  </a:extLst>
                </p14:cNvPr>
                <p14:cNvContentPartPr/>
                <p14:nvPr/>
              </p14:nvContentPartPr>
              <p14:xfrm>
                <a:off x="3954391" y="2365022"/>
                <a:ext cx="337680" cy="356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363D86A-4D6A-BD32-F1EC-C3AEEEEFD9B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45391" y="2356022"/>
                  <a:ext cx="3553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B6C6538-7275-B87E-2BAD-5AD64AD4244C}"/>
                    </a:ext>
                  </a:extLst>
                </p14:cNvPr>
                <p14:cNvContentPartPr/>
                <p14:nvPr/>
              </p14:nvContentPartPr>
              <p14:xfrm>
                <a:off x="4383871" y="2393822"/>
                <a:ext cx="196560" cy="680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B6C6538-7275-B87E-2BAD-5AD64AD424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75231" y="2385182"/>
                  <a:ext cx="2142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EC70492-6310-2611-4F48-64D8D4DAB035}"/>
                    </a:ext>
                  </a:extLst>
                </p14:cNvPr>
                <p14:cNvContentPartPr/>
                <p14:nvPr/>
              </p14:nvContentPartPr>
              <p14:xfrm>
                <a:off x="4640911" y="2385182"/>
                <a:ext cx="136080" cy="351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EC70492-6310-2611-4F48-64D8D4DAB03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31911" y="2376182"/>
                  <a:ext cx="1537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5524287-F2ED-2D2C-A1C6-F51694305531}"/>
                    </a:ext>
                  </a:extLst>
                </p14:cNvPr>
                <p14:cNvContentPartPr/>
                <p14:nvPr/>
              </p14:nvContentPartPr>
              <p14:xfrm>
                <a:off x="4870951" y="2220662"/>
                <a:ext cx="31320" cy="471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5524287-F2ED-2D2C-A1C6-F5169430553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61951" y="2212022"/>
                  <a:ext cx="4896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FA1B7E-3121-C49F-3F59-7FF468815EF4}"/>
                    </a:ext>
                  </a:extLst>
                </p14:cNvPr>
                <p14:cNvContentPartPr/>
                <p14:nvPr/>
              </p14:nvContentPartPr>
              <p14:xfrm>
                <a:off x="4893631" y="2336942"/>
                <a:ext cx="240840" cy="313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FA1B7E-3121-C49F-3F59-7FF468815E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84991" y="2328302"/>
                  <a:ext cx="258480" cy="33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71867A3-F8D2-4A16-40C2-92C5BBC6F137}"/>
                  </a:ext>
                </a:extLst>
              </p14:cNvPr>
              <p14:cNvContentPartPr/>
              <p14:nvPr/>
            </p14:nvContentPartPr>
            <p14:xfrm>
              <a:off x="5417431" y="2502542"/>
              <a:ext cx="7920" cy="14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71867A3-F8D2-4A16-40C2-92C5BBC6F13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408431" y="2493542"/>
                <a:ext cx="2556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351EA49-4DDC-E424-D8E5-A272B46071AB}"/>
                  </a:ext>
                </a:extLst>
              </p14:cNvPr>
              <p14:cNvContentPartPr/>
              <p14:nvPr/>
            </p14:nvContentPartPr>
            <p14:xfrm>
              <a:off x="6059311" y="1274222"/>
              <a:ext cx="360" cy="61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351EA49-4DDC-E424-D8E5-A272B46071A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050671" y="1265222"/>
                <a:ext cx="180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A053C61-AF8B-59EA-3B43-09DE06EF7A19}"/>
                  </a:ext>
                </a:extLst>
              </p14:cNvPr>
              <p14:cNvContentPartPr/>
              <p14:nvPr/>
            </p14:nvContentPartPr>
            <p14:xfrm>
              <a:off x="6034471" y="1506782"/>
              <a:ext cx="3960" cy="72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A053C61-AF8B-59EA-3B43-09DE06EF7A1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025831" y="1497782"/>
                <a:ext cx="216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9B680D1-9D82-E81A-B54E-EE85941C9229}"/>
                  </a:ext>
                </a:extLst>
              </p14:cNvPr>
              <p14:cNvContentPartPr/>
              <p14:nvPr/>
            </p14:nvContentPartPr>
            <p14:xfrm>
              <a:off x="7310311" y="1127702"/>
              <a:ext cx="464400" cy="465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9B680D1-9D82-E81A-B54E-EE85941C922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301671" y="1119062"/>
                <a:ext cx="482040" cy="48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4BA36DE-7967-4628-9801-0B6AF9E43E96}"/>
              </a:ext>
            </a:extLst>
          </p:cNvPr>
          <p:cNvGrpSpPr/>
          <p:nvPr/>
        </p:nvGrpSpPr>
        <p:grpSpPr>
          <a:xfrm>
            <a:off x="8047591" y="1053182"/>
            <a:ext cx="408960" cy="465120"/>
            <a:chOff x="8047591" y="1053182"/>
            <a:chExt cx="408960" cy="46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2B7602D-B685-629D-2F53-7C68AB12D076}"/>
                    </a:ext>
                  </a:extLst>
                </p14:cNvPr>
                <p14:cNvContentPartPr/>
                <p14:nvPr/>
              </p14:nvContentPartPr>
              <p14:xfrm>
                <a:off x="8047591" y="1053182"/>
                <a:ext cx="75240" cy="104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2B7602D-B685-629D-2F53-7C68AB12D07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38591" y="1044182"/>
                  <a:ext cx="92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ECDEE76-0E35-2466-DE29-24D095CD7132}"/>
                    </a:ext>
                  </a:extLst>
                </p14:cNvPr>
                <p14:cNvContentPartPr/>
                <p14:nvPr/>
              </p14:nvContentPartPr>
              <p14:xfrm>
                <a:off x="8124991" y="1060382"/>
                <a:ext cx="273240" cy="457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ECDEE76-0E35-2466-DE29-24D095CD713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15991" y="1051742"/>
                  <a:ext cx="29088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D5080E2-FF3F-9AA9-E425-EF6E189766F2}"/>
                    </a:ext>
                  </a:extLst>
                </p14:cNvPr>
                <p14:cNvContentPartPr/>
                <p14:nvPr/>
              </p14:nvContentPartPr>
              <p14:xfrm>
                <a:off x="8343871" y="1341902"/>
                <a:ext cx="112680" cy="114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D5080E2-FF3F-9AA9-E425-EF6E189766F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34871" y="1333262"/>
                  <a:ext cx="13032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6954598-A695-FD2F-AFB9-57883AACBDE4}"/>
              </a:ext>
            </a:extLst>
          </p:cNvPr>
          <p:cNvGrpSpPr/>
          <p:nvPr/>
        </p:nvGrpSpPr>
        <p:grpSpPr>
          <a:xfrm>
            <a:off x="7533511" y="2116982"/>
            <a:ext cx="369360" cy="388080"/>
            <a:chOff x="7533511" y="2116982"/>
            <a:chExt cx="36936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C86A21E-CAA1-E393-09C6-40E278868DB8}"/>
                    </a:ext>
                  </a:extLst>
                </p14:cNvPr>
                <p14:cNvContentPartPr/>
                <p14:nvPr/>
              </p14:nvContentPartPr>
              <p14:xfrm>
                <a:off x="7533511" y="2124542"/>
                <a:ext cx="111960" cy="380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C86A21E-CAA1-E393-09C6-40E278868DB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24511" y="2115902"/>
                  <a:ext cx="12960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4050E0D-6E45-D7BD-6E4D-EA564DC538B4}"/>
                    </a:ext>
                  </a:extLst>
                </p14:cNvPr>
                <p14:cNvContentPartPr/>
                <p14:nvPr/>
              </p14:nvContentPartPr>
              <p14:xfrm>
                <a:off x="7689031" y="2116982"/>
                <a:ext cx="213840" cy="375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4050E0D-6E45-D7BD-6E4D-EA564DC538B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80031" y="2107982"/>
                  <a:ext cx="231480" cy="39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377C33B-6E40-DABD-6C36-1630B9106126}"/>
              </a:ext>
            </a:extLst>
          </p:cNvPr>
          <p:cNvGrpSpPr/>
          <p:nvPr/>
        </p:nvGrpSpPr>
        <p:grpSpPr>
          <a:xfrm>
            <a:off x="8184751" y="2002862"/>
            <a:ext cx="480600" cy="562320"/>
            <a:chOff x="8184751" y="2002862"/>
            <a:chExt cx="480600" cy="56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AA08962-5873-618C-BD4C-1719337CB31F}"/>
                    </a:ext>
                  </a:extLst>
                </p14:cNvPr>
                <p14:cNvContentPartPr/>
                <p14:nvPr/>
              </p14:nvContentPartPr>
              <p14:xfrm>
                <a:off x="8184751" y="2011502"/>
                <a:ext cx="62280" cy="106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AA08962-5873-618C-BD4C-1719337CB31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75751" y="2002502"/>
                  <a:ext cx="79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50411E5-4496-CC01-7354-05336F19200F}"/>
                    </a:ext>
                  </a:extLst>
                </p14:cNvPr>
                <p14:cNvContentPartPr/>
                <p14:nvPr/>
              </p14:nvContentPartPr>
              <p14:xfrm>
                <a:off x="8283391" y="2002862"/>
                <a:ext cx="250200" cy="562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50411E5-4496-CC01-7354-05336F19200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74751" y="1993862"/>
                  <a:ext cx="26784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6E2BFE3-A4E4-D2F4-5DE5-5DE597EAC05F}"/>
                    </a:ext>
                  </a:extLst>
                </p14:cNvPr>
                <p14:cNvContentPartPr/>
                <p14:nvPr/>
              </p14:nvContentPartPr>
              <p14:xfrm>
                <a:off x="8567431" y="2315702"/>
                <a:ext cx="97920" cy="169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6E2BFE3-A4E4-D2F4-5DE5-5DE597EAC05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58431" y="2307062"/>
                  <a:ext cx="11556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CEE3F14-D966-3CDA-A060-11E273573F20}"/>
                  </a:ext>
                </a:extLst>
              </p14:cNvPr>
              <p14:cNvContentPartPr/>
              <p14:nvPr/>
            </p14:nvContentPartPr>
            <p14:xfrm>
              <a:off x="8971711" y="2374022"/>
              <a:ext cx="14040" cy="158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CEE3F14-D966-3CDA-A060-11E273573F2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962711" y="2365022"/>
                <a:ext cx="3168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5FA7189-E599-D557-EE72-EC44462F6FA6}"/>
                  </a:ext>
                </a:extLst>
              </p14:cNvPr>
              <p14:cNvContentPartPr/>
              <p14:nvPr/>
            </p14:nvContentPartPr>
            <p14:xfrm>
              <a:off x="5443351" y="2357102"/>
              <a:ext cx="10440" cy="46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5FA7189-E599-D557-EE72-EC44462F6FA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434711" y="2348462"/>
                <a:ext cx="280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8F2F6AB-54E6-4B61-6BEC-E46DC002EB59}"/>
                  </a:ext>
                </a:extLst>
              </p14:cNvPr>
              <p14:cNvContentPartPr/>
              <p14:nvPr/>
            </p14:nvContentPartPr>
            <p14:xfrm>
              <a:off x="944071" y="2582822"/>
              <a:ext cx="128160" cy="115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8F2F6AB-54E6-4B61-6BEC-E46DC002EB5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35071" y="2574182"/>
                <a:ext cx="1458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4EE2309-F155-6051-3B9D-0E95A13F8485}"/>
                  </a:ext>
                </a:extLst>
              </p14:cNvPr>
              <p14:cNvContentPartPr/>
              <p14:nvPr/>
            </p14:nvContentPartPr>
            <p14:xfrm>
              <a:off x="960991" y="3612422"/>
              <a:ext cx="149760" cy="507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4EE2309-F155-6051-3B9D-0E95A13F848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51991" y="3603422"/>
                <a:ext cx="16740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F8899727-B7E1-17AD-6A95-82EA35F656C1}"/>
              </a:ext>
            </a:extLst>
          </p:cNvPr>
          <p:cNvGrpSpPr/>
          <p:nvPr/>
        </p:nvGrpSpPr>
        <p:grpSpPr>
          <a:xfrm>
            <a:off x="946591" y="1619462"/>
            <a:ext cx="87120" cy="18360"/>
            <a:chOff x="946591" y="1619462"/>
            <a:chExt cx="87120" cy="1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F6FA520-9BD2-A08D-17BD-4BA3495ABED4}"/>
                    </a:ext>
                  </a:extLst>
                </p14:cNvPr>
                <p14:cNvContentPartPr/>
                <p14:nvPr/>
              </p14:nvContentPartPr>
              <p14:xfrm>
                <a:off x="980071" y="1637462"/>
                <a:ext cx="360" cy="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F6FA520-9BD2-A08D-17BD-4BA3495ABED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1071" y="16284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86C7FF0-7529-6695-2E20-9B0F51C9BE23}"/>
                    </a:ext>
                  </a:extLst>
                </p14:cNvPr>
                <p14:cNvContentPartPr/>
                <p14:nvPr/>
              </p14:nvContentPartPr>
              <p14:xfrm>
                <a:off x="946591" y="1619462"/>
                <a:ext cx="87120" cy="1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86C7FF0-7529-6695-2E20-9B0F51C9BE2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37591" y="1610822"/>
                  <a:ext cx="10476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8C013AF-015D-C57F-3018-044ECF167DA9}"/>
              </a:ext>
            </a:extLst>
          </p:cNvPr>
          <p:cNvGrpSpPr/>
          <p:nvPr/>
        </p:nvGrpSpPr>
        <p:grpSpPr>
          <a:xfrm>
            <a:off x="1711591" y="3355382"/>
            <a:ext cx="1116360" cy="614880"/>
            <a:chOff x="1711591" y="3355382"/>
            <a:chExt cx="1116360" cy="61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82EE900-3D75-D6EB-EE39-4D9B9412D6F7}"/>
                    </a:ext>
                  </a:extLst>
                </p14:cNvPr>
                <p14:cNvContentPartPr/>
                <p14:nvPr/>
              </p14:nvContentPartPr>
              <p14:xfrm>
                <a:off x="1711591" y="3355382"/>
                <a:ext cx="311760" cy="614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82EE900-3D75-D6EB-EE39-4D9B9412D6F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702591" y="3346382"/>
                  <a:ext cx="32940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FDD7181-A3E4-A0D6-2304-9ED19BCABE0E}"/>
                    </a:ext>
                  </a:extLst>
                </p14:cNvPr>
                <p14:cNvContentPartPr/>
                <p14:nvPr/>
              </p14:nvContentPartPr>
              <p14:xfrm>
                <a:off x="2239351" y="3370862"/>
                <a:ext cx="46800" cy="567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FDD7181-A3E4-A0D6-2304-9ED19BCABE0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230351" y="3361862"/>
                  <a:ext cx="6444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78EC813-62D4-EB79-78B2-43A78CA0549D}"/>
                    </a:ext>
                  </a:extLst>
                </p14:cNvPr>
                <p14:cNvContentPartPr/>
                <p14:nvPr/>
              </p14:nvContentPartPr>
              <p14:xfrm>
                <a:off x="2106511" y="3420182"/>
                <a:ext cx="359280" cy="33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78EC813-62D4-EB79-78B2-43A78CA0549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097511" y="3411182"/>
                  <a:ext cx="376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EF0E3F2-82F9-4938-89F6-45C952C93B2B}"/>
                    </a:ext>
                  </a:extLst>
                </p14:cNvPr>
                <p14:cNvContentPartPr/>
                <p14:nvPr/>
              </p14:nvContentPartPr>
              <p14:xfrm>
                <a:off x="2585311" y="3384182"/>
                <a:ext cx="242640" cy="552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EF0E3F2-82F9-4938-89F6-45C952C93B2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576311" y="3375182"/>
                  <a:ext cx="260280" cy="57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A4A1EA3-4037-C09A-8B50-874BC9359108}"/>
                  </a:ext>
                </a:extLst>
              </p14:cNvPr>
              <p14:cNvContentPartPr/>
              <p14:nvPr/>
            </p14:nvContentPartPr>
            <p14:xfrm>
              <a:off x="4038631" y="3444662"/>
              <a:ext cx="14040" cy="349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A4A1EA3-4037-C09A-8B50-874BC9359108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029991" y="3435662"/>
                <a:ext cx="316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6E801A4-5073-363A-904E-B715B5EF8114}"/>
                  </a:ext>
                </a:extLst>
              </p14:cNvPr>
              <p14:cNvContentPartPr/>
              <p14:nvPr/>
            </p14:nvContentPartPr>
            <p14:xfrm>
              <a:off x="4067431" y="3662462"/>
              <a:ext cx="12600" cy="14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6E801A4-5073-363A-904E-B715B5EF811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058431" y="3653822"/>
                <a:ext cx="3024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1348435-377C-B8DF-B310-4C67449A7F4C}"/>
              </a:ext>
            </a:extLst>
          </p:cNvPr>
          <p:cNvGrpSpPr/>
          <p:nvPr/>
        </p:nvGrpSpPr>
        <p:grpSpPr>
          <a:xfrm>
            <a:off x="5334271" y="3244502"/>
            <a:ext cx="587520" cy="437760"/>
            <a:chOff x="5334271" y="3244502"/>
            <a:chExt cx="58752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ADCC75E-2BEA-C605-909C-3A4E45158E9C}"/>
                    </a:ext>
                  </a:extLst>
                </p14:cNvPr>
                <p14:cNvContentPartPr/>
                <p14:nvPr/>
              </p14:nvContentPartPr>
              <p14:xfrm>
                <a:off x="5334271" y="3245582"/>
                <a:ext cx="259920" cy="420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ADCC75E-2BEA-C605-909C-3A4E45158E9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325271" y="3236942"/>
                  <a:ext cx="2775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C18B3FB-0294-A9A2-491A-99494C1515BE}"/>
                    </a:ext>
                  </a:extLst>
                </p14:cNvPr>
                <p14:cNvContentPartPr/>
                <p14:nvPr/>
              </p14:nvContentPartPr>
              <p14:xfrm>
                <a:off x="5688151" y="3267542"/>
                <a:ext cx="189360" cy="414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C18B3FB-0294-A9A2-491A-99494C1515B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679511" y="3258542"/>
                  <a:ext cx="20700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1D6CCE8-EA5B-D530-8D71-1B68D07E963B}"/>
                    </a:ext>
                  </a:extLst>
                </p14:cNvPr>
                <p14:cNvContentPartPr/>
                <p14:nvPr/>
              </p14:nvContentPartPr>
              <p14:xfrm>
                <a:off x="5685631" y="3244502"/>
                <a:ext cx="236160" cy="28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1D6CCE8-EA5B-D530-8D71-1B68D07E963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676631" y="3235862"/>
                  <a:ext cx="2538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75F2D96-D2E1-A540-4B46-78079D8DBF9D}"/>
              </a:ext>
            </a:extLst>
          </p:cNvPr>
          <p:cNvGrpSpPr/>
          <p:nvPr/>
        </p:nvGrpSpPr>
        <p:grpSpPr>
          <a:xfrm>
            <a:off x="6264511" y="3136142"/>
            <a:ext cx="496440" cy="613080"/>
            <a:chOff x="6264511" y="3136142"/>
            <a:chExt cx="496440" cy="61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163D1F1-A797-E9EC-4C6A-2F5313B6E4FD}"/>
                    </a:ext>
                  </a:extLst>
                </p14:cNvPr>
                <p14:cNvContentPartPr/>
                <p14:nvPr/>
              </p14:nvContentPartPr>
              <p14:xfrm>
                <a:off x="6264511" y="3184022"/>
                <a:ext cx="89280" cy="120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163D1F1-A797-E9EC-4C6A-2F5313B6E4F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255511" y="3175382"/>
                  <a:ext cx="106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CB50D97-A3B5-31B2-A19E-4D0A9A67AAF5}"/>
                    </a:ext>
                  </a:extLst>
                </p14:cNvPr>
                <p14:cNvContentPartPr/>
                <p14:nvPr/>
              </p14:nvContentPartPr>
              <p14:xfrm>
                <a:off x="6394831" y="3136142"/>
                <a:ext cx="248400" cy="613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CB50D97-A3B5-31B2-A19E-4D0A9A67AAF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386191" y="3127502"/>
                  <a:ext cx="26604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A0D15A9-816F-5165-7FFD-A1D397A71E42}"/>
                    </a:ext>
                  </a:extLst>
                </p14:cNvPr>
                <p14:cNvContentPartPr/>
                <p14:nvPr/>
              </p14:nvContentPartPr>
              <p14:xfrm>
                <a:off x="6671311" y="3493262"/>
                <a:ext cx="89640" cy="183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A0D15A9-816F-5165-7FFD-A1D397A71E4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662671" y="3484622"/>
                  <a:ext cx="10728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4064D93-1DF0-E1C4-CDE3-9CAC8F770CBD}"/>
                  </a:ext>
                </a:extLst>
              </p14:cNvPr>
              <p14:cNvContentPartPr/>
              <p14:nvPr/>
            </p14:nvContentPartPr>
            <p14:xfrm>
              <a:off x="1001311" y="4807982"/>
              <a:ext cx="271080" cy="172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4064D93-1DF0-E1C4-CDE3-9CAC8F770CBD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92311" y="4799342"/>
                <a:ext cx="28872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B2E42E7-4861-37A7-C561-08CD5802C68A}"/>
              </a:ext>
            </a:extLst>
          </p:cNvPr>
          <p:cNvGrpSpPr/>
          <p:nvPr/>
        </p:nvGrpSpPr>
        <p:grpSpPr>
          <a:xfrm>
            <a:off x="1878991" y="4463102"/>
            <a:ext cx="1022400" cy="595080"/>
            <a:chOff x="1878991" y="4463102"/>
            <a:chExt cx="1022400" cy="5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9615AD8-7501-FBD4-C516-02EAB49E2751}"/>
                    </a:ext>
                  </a:extLst>
                </p14:cNvPr>
                <p14:cNvContentPartPr/>
                <p14:nvPr/>
              </p14:nvContentPartPr>
              <p14:xfrm>
                <a:off x="1878991" y="4463102"/>
                <a:ext cx="281520" cy="541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9615AD8-7501-FBD4-C516-02EAB49E275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870351" y="4454102"/>
                  <a:ext cx="2991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E84990B-8227-F89D-4887-FEDFE76E7189}"/>
                    </a:ext>
                  </a:extLst>
                </p14:cNvPr>
                <p14:cNvContentPartPr/>
                <p14:nvPr/>
              </p14:nvContentPartPr>
              <p14:xfrm>
                <a:off x="2307751" y="4500182"/>
                <a:ext cx="142200" cy="428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E84990B-8227-F89D-4887-FEDFE76E718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298751" y="4491182"/>
                  <a:ext cx="1598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8532B9E-E2EC-D725-5D20-652F9A19A805}"/>
                    </a:ext>
                  </a:extLst>
                </p14:cNvPr>
                <p14:cNvContentPartPr/>
                <p14:nvPr/>
              </p14:nvContentPartPr>
              <p14:xfrm>
                <a:off x="2390911" y="4529702"/>
                <a:ext cx="150120" cy="528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8532B9E-E2EC-D725-5D20-652F9A19A80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381911" y="4520702"/>
                  <a:ext cx="16776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E92DC9E-BF0E-44D5-05EF-3068BC227584}"/>
                    </a:ext>
                  </a:extLst>
                </p14:cNvPr>
                <p14:cNvContentPartPr/>
                <p14:nvPr/>
              </p14:nvContentPartPr>
              <p14:xfrm>
                <a:off x="2302711" y="4753262"/>
                <a:ext cx="254880" cy="67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E92DC9E-BF0E-44D5-05EF-3068BC22758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93711" y="4744622"/>
                  <a:ext cx="272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3AE6C39-4152-E3C4-9D21-ED4D1F96E2C5}"/>
                    </a:ext>
                  </a:extLst>
                </p14:cNvPr>
                <p14:cNvContentPartPr/>
                <p14:nvPr/>
              </p14:nvContentPartPr>
              <p14:xfrm>
                <a:off x="2684311" y="4514222"/>
                <a:ext cx="217080" cy="541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3AE6C39-4152-E3C4-9D21-ED4D1F96E2C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675671" y="4505222"/>
                  <a:ext cx="234720" cy="55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B08727A-0A20-4DD6-3269-4839D0F41431}"/>
                  </a:ext>
                </a:extLst>
              </p14:cNvPr>
              <p14:cNvContentPartPr/>
              <p14:nvPr/>
            </p14:nvContentPartPr>
            <p14:xfrm>
              <a:off x="4221511" y="4474982"/>
              <a:ext cx="32760" cy="460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B08727A-0A20-4DD6-3269-4839D0F41431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4212511" y="4466342"/>
                <a:ext cx="504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872707D-1ECA-8C95-2BAE-04B36763C454}"/>
                  </a:ext>
                </a:extLst>
              </p14:cNvPr>
              <p14:cNvContentPartPr/>
              <p14:nvPr/>
            </p14:nvContentPartPr>
            <p14:xfrm>
              <a:off x="4266151" y="4684142"/>
              <a:ext cx="6480" cy="3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872707D-1ECA-8C95-2BAE-04B36763C45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257151" y="4675142"/>
                <a:ext cx="2412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3BB4B63-91F5-76ED-311E-778D7F30552D}"/>
              </a:ext>
            </a:extLst>
          </p:cNvPr>
          <p:cNvGrpSpPr/>
          <p:nvPr/>
        </p:nvGrpSpPr>
        <p:grpSpPr>
          <a:xfrm>
            <a:off x="5525071" y="4327022"/>
            <a:ext cx="641520" cy="478440"/>
            <a:chOff x="5525071" y="4327022"/>
            <a:chExt cx="641520" cy="47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34385F3-4A5E-19F3-0826-D7C7755A48B3}"/>
                    </a:ext>
                  </a:extLst>
                </p14:cNvPr>
                <p14:cNvContentPartPr/>
                <p14:nvPr/>
              </p14:nvContentPartPr>
              <p14:xfrm>
                <a:off x="5525071" y="4327022"/>
                <a:ext cx="251640" cy="478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34385F3-4A5E-19F3-0826-D7C7755A48B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16071" y="4318382"/>
                  <a:ext cx="2692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602E904-C289-A4D4-E3E4-BD3A0BE74F87}"/>
                    </a:ext>
                  </a:extLst>
                </p14:cNvPr>
                <p14:cNvContentPartPr/>
                <p14:nvPr/>
              </p14:nvContentPartPr>
              <p14:xfrm>
                <a:off x="5837911" y="4360142"/>
                <a:ext cx="163800" cy="339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602E904-C289-A4D4-E3E4-BD3A0BE74F8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28911" y="4351142"/>
                  <a:ext cx="1814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D9B296F-D9FE-2013-FC37-F9D14802DF0C}"/>
                    </a:ext>
                  </a:extLst>
                </p14:cNvPr>
                <p14:cNvContentPartPr/>
                <p14:nvPr/>
              </p14:nvContentPartPr>
              <p14:xfrm>
                <a:off x="5947711" y="4350062"/>
                <a:ext cx="218880" cy="21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D9B296F-D9FE-2013-FC37-F9D14802DF0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38711" y="4341062"/>
                  <a:ext cx="2365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E21675C-DE88-A520-B239-21EBD72683EC}"/>
              </a:ext>
            </a:extLst>
          </p:cNvPr>
          <p:cNvGrpSpPr/>
          <p:nvPr/>
        </p:nvGrpSpPr>
        <p:grpSpPr>
          <a:xfrm>
            <a:off x="6460351" y="4256102"/>
            <a:ext cx="364320" cy="588240"/>
            <a:chOff x="6460351" y="4256102"/>
            <a:chExt cx="36432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6D6EB42-B148-4595-A93A-23D352729AE0}"/>
                    </a:ext>
                  </a:extLst>
                </p14:cNvPr>
                <p14:cNvContentPartPr/>
                <p14:nvPr/>
              </p14:nvContentPartPr>
              <p14:xfrm>
                <a:off x="6460351" y="4259342"/>
                <a:ext cx="87120" cy="157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6D6EB42-B148-4595-A93A-23D352729AE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51711" y="4250702"/>
                  <a:ext cx="104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5D2EDC4-537C-5B95-C3D9-2566660BC929}"/>
                    </a:ext>
                  </a:extLst>
                </p14:cNvPr>
                <p14:cNvContentPartPr/>
                <p14:nvPr/>
              </p14:nvContentPartPr>
              <p14:xfrm>
                <a:off x="6502111" y="4256102"/>
                <a:ext cx="322560" cy="588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5D2EDC4-537C-5B95-C3D9-2566660BC92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93111" y="4247102"/>
                  <a:ext cx="34020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065C02D-B304-24EF-F168-EAE74425C883}"/>
                    </a:ext>
                  </a:extLst>
                </p14:cNvPr>
                <p14:cNvContentPartPr/>
                <p14:nvPr/>
              </p14:nvContentPartPr>
              <p14:xfrm>
                <a:off x="6721711" y="4652462"/>
                <a:ext cx="95760" cy="150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065C02D-B304-24EF-F168-EAE74425C88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12711" y="4643822"/>
                  <a:ext cx="11340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DBCCE86-2B5F-A4EA-2AEB-8B7C5DB957BC}"/>
                  </a:ext>
                </a:extLst>
              </p14:cNvPr>
              <p14:cNvContentPartPr/>
              <p14:nvPr/>
            </p14:nvContentPartPr>
            <p14:xfrm>
              <a:off x="7086391" y="4668302"/>
              <a:ext cx="12600" cy="18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DBCCE86-2B5F-A4EA-2AEB-8B7C5DB957B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077751" y="4659662"/>
                <a:ext cx="30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7BDDEAD3-68FE-0F8E-6667-9008A98A48F9}"/>
                  </a:ext>
                </a:extLst>
              </p14:cNvPr>
              <p14:cNvContentPartPr/>
              <p14:nvPr/>
            </p14:nvContentPartPr>
            <p14:xfrm>
              <a:off x="8403991" y="3013742"/>
              <a:ext cx="235080" cy="6051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7BDDEAD3-68FE-0F8E-6667-9008A98A48F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395351" y="3005102"/>
                <a:ext cx="25272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2D4231E-B93C-B37D-14B8-CE6D5C64986C}"/>
                  </a:ext>
                </a:extLst>
              </p14:cNvPr>
              <p14:cNvContentPartPr/>
              <p14:nvPr/>
            </p14:nvContentPartPr>
            <p14:xfrm>
              <a:off x="9240991" y="3275822"/>
              <a:ext cx="191520" cy="1584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2D4231E-B93C-B37D-14B8-CE6D5C64986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232351" y="3267182"/>
                <a:ext cx="20916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219D938-D7C0-EC39-C4B2-42B3B152CA97}"/>
              </a:ext>
            </a:extLst>
          </p:cNvPr>
          <p:cNvGrpSpPr/>
          <p:nvPr/>
        </p:nvGrpSpPr>
        <p:grpSpPr>
          <a:xfrm>
            <a:off x="9676951" y="3061262"/>
            <a:ext cx="230040" cy="536760"/>
            <a:chOff x="9676951" y="3061262"/>
            <a:chExt cx="230040" cy="53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8674C9F-DA64-F101-A6AD-6D5214671CD7}"/>
                    </a:ext>
                  </a:extLst>
                </p14:cNvPr>
                <p14:cNvContentPartPr/>
                <p14:nvPr/>
              </p14:nvContentPartPr>
              <p14:xfrm>
                <a:off x="9676951" y="3061262"/>
                <a:ext cx="182160" cy="536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8674C9F-DA64-F101-A6AD-6D5214671CD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668311" y="3052262"/>
                  <a:ext cx="19980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60BA78-EA59-C24B-BB35-1E922AA0CC5C}"/>
                    </a:ext>
                  </a:extLst>
                </p14:cNvPr>
                <p14:cNvContentPartPr/>
                <p14:nvPr/>
              </p14:nvContentPartPr>
              <p14:xfrm>
                <a:off x="9748951" y="3328382"/>
                <a:ext cx="158040" cy="43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60BA78-EA59-C24B-BB35-1E922AA0CC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40311" y="3319742"/>
                  <a:ext cx="17568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5967E5D2-9658-6C6C-8D0B-CE2DADB492E4}"/>
                  </a:ext>
                </a:extLst>
              </p14:cNvPr>
              <p14:cNvContentPartPr/>
              <p14:nvPr/>
            </p14:nvContentPartPr>
            <p14:xfrm>
              <a:off x="10104271" y="2926982"/>
              <a:ext cx="165600" cy="7063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5967E5D2-9658-6C6C-8D0B-CE2DADB492E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095271" y="2918342"/>
                <a:ext cx="183240" cy="72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C3E233F-66DD-BC70-B673-8888FACA37C5}"/>
              </a:ext>
            </a:extLst>
          </p:cNvPr>
          <p:cNvGrpSpPr/>
          <p:nvPr/>
        </p:nvGrpSpPr>
        <p:grpSpPr>
          <a:xfrm>
            <a:off x="8498311" y="4116782"/>
            <a:ext cx="552960" cy="577080"/>
            <a:chOff x="8498311" y="4116782"/>
            <a:chExt cx="552960" cy="57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6DDA858-EB77-F6C1-D72B-E688C0677B63}"/>
                    </a:ext>
                  </a:extLst>
                </p14:cNvPr>
                <p14:cNvContentPartPr/>
                <p14:nvPr/>
              </p14:nvContentPartPr>
              <p14:xfrm>
                <a:off x="8498311" y="4125422"/>
                <a:ext cx="113400" cy="14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6DDA858-EB77-F6C1-D72B-E688C0677B6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489671" y="4116422"/>
                  <a:ext cx="131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5C1E3AC-9A7D-71D0-D9FA-AF7CE8FFCFC2}"/>
                    </a:ext>
                  </a:extLst>
                </p14:cNvPr>
                <p14:cNvContentPartPr/>
                <p14:nvPr/>
              </p14:nvContentPartPr>
              <p14:xfrm>
                <a:off x="8498311" y="4125422"/>
                <a:ext cx="228960" cy="568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5C1E3AC-9A7D-71D0-D9FA-AF7CE8FFCFC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89671" y="4116422"/>
                  <a:ext cx="24660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701B2E1-DD44-1C65-B178-08AB6810E293}"/>
                    </a:ext>
                  </a:extLst>
                </p14:cNvPr>
                <p14:cNvContentPartPr/>
                <p14:nvPr/>
              </p14:nvContentPartPr>
              <p14:xfrm>
                <a:off x="8822311" y="4116782"/>
                <a:ext cx="228960" cy="474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701B2E1-DD44-1C65-B178-08AB6810E29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813671" y="4108142"/>
                  <a:ext cx="246600" cy="49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4830E166-F235-791D-D059-2055A6D79D7B}"/>
                  </a:ext>
                </a:extLst>
              </p14:cNvPr>
              <p14:cNvContentPartPr/>
              <p14:nvPr/>
            </p14:nvContentPartPr>
            <p14:xfrm>
              <a:off x="9363391" y="4358702"/>
              <a:ext cx="200880" cy="237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4830E166-F235-791D-D059-2055A6D79D7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354391" y="4350062"/>
                <a:ext cx="21852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DF8C0C9-CDFC-D905-FB91-1F0C26E35796}"/>
              </a:ext>
            </a:extLst>
          </p:cNvPr>
          <p:cNvGrpSpPr/>
          <p:nvPr/>
        </p:nvGrpSpPr>
        <p:grpSpPr>
          <a:xfrm>
            <a:off x="9860911" y="4076102"/>
            <a:ext cx="842400" cy="535680"/>
            <a:chOff x="9860911" y="4076102"/>
            <a:chExt cx="842400" cy="53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9C38779-AAE9-C47D-97F4-64678E9DB7F3}"/>
                    </a:ext>
                  </a:extLst>
                </p14:cNvPr>
                <p14:cNvContentPartPr/>
                <p14:nvPr/>
              </p14:nvContentPartPr>
              <p14:xfrm>
                <a:off x="9860911" y="4129022"/>
                <a:ext cx="7200" cy="383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9C38779-AAE9-C47D-97F4-64678E9DB7F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51911" y="4120022"/>
                  <a:ext cx="248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C6761B6-1AC3-531F-DEE0-A81FC87AE223}"/>
                    </a:ext>
                  </a:extLst>
                </p14:cNvPr>
                <p14:cNvContentPartPr/>
                <p14:nvPr/>
              </p14:nvContentPartPr>
              <p14:xfrm>
                <a:off x="9989791" y="4168622"/>
                <a:ext cx="156240" cy="216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C6761B6-1AC3-531F-DEE0-A81FC87AE22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981151" y="4159982"/>
                  <a:ext cx="173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E1CFD4B-242A-DBBE-B06B-154E6FF1787F}"/>
                    </a:ext>
                  </a:extLst>
                </p14:cNvPr>
                <p14:cNvContentPartPr/>
                <p14:nvPr/>
              </p14:nvContentPartPr>
              <p14:xfrm>
                <a:off x="10143871" y="4156742"/>
                <a:ext cx="5400" cy="390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E1CFD4B-242A-DBBE-B06B-154E6FF1787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135231" y="4147742"/>
                  <a:ext cx="2304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8075AE8-F51F-6FEF-81D8-B31818B9F95A}"/>
                    </a:ext>
                  </a:extLst>
                </p14:cNvPr>
                <p14:cNvContentPartPr/>
                <p14:nvPr/>
              </p14:nvContentPartPr>
              <p14:xfrm>
                <a:off x="10290391" y="4076102"/>
                <a:ext cx="237600" cy="535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8075AE8-F51F-6FEF-81D8-B31818B9F95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81751" y="4067462"/>
                  <a:ext cx="25524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20E44F8-EAA7-B1F9-B504-3B112FBAB381}"/>
                    </a:ext>
                  </a:extLst>
                </p14:cNvPr>
                <p14:cNvContentPartPr/>
                <p14:nvPr/>
              </p14:nvContentPartPr>
              <p14:xfrm>
                <a:off x="10681711" y="4513142"/>
                <a:ext cx="21600" cy="9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20E44F8-EAA7-B1F9-B504-3B112FBAB38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72711" y="4504142"/>
                  <a:ext cx="3924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81AFA55-4E26-8B5D-4173-0748EB11ED7C}"/>
                  </a:ext>
                </a:extLst>
              </p14:cNvPr>
              <p14:cNvContentPartPr/>
              <p14:nvPr/>
            </p14:nvContentPartPr>
            <p14:xfrm>
              <a:off x="8808991" y="3103742"/>
              <a:ext cx="107280" cy="4402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81AFA55-4E26-8B5D-4173-0748EB11ED7C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799991" y="3094742"/>
                <a:ext cx="12492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14C9355-415A-7CE2-9A18-1D08350EEB0E}"/>
                  </a:ext>
                </a:extLst>
              </p14:cNvPr>
              <p14:cNvContentPartPr/>
              <p14:nvPr/>
            </p14:nvContentPartPr>
            <p14:xfrm>
              <a:off x="605311" y="918182"/>
              <a:ext cx="1762920" cy="385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14C9355-415A-7CE2-9A18-1D08350EEB0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96311" y="909182"/>
                <a:ext cx="1780560" cy="5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2292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EFC3F3A-90C9-BBF9-2961-5A9ACD270D7B}"/>
              </a:ext>
            </a:extLst>
          </p:cNvPr>
          <p:cNvGrpSpPr/>
          <p:nvPr/>
        </p:nvGrpSpPr>
        <p:grpSpPr>
          <a:xfrm>
            <a:off x="276991" y="157142"/>
            <a:ext cx="1476000" cy="556200"/>
            <a:chOff x="276991" y="157142"/>
            <a:chExt cx="1476000" cy="55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B3F8520-0252-F638-368D-8FB66E8D18DD}"/>
                    </a:ext>
                  </a:extLst>
                </p14:cNvPr>
                <p14:cNvContentPartPr/>
                <p14:nvPr/>
              </p14:nvContentPartPr>
              <p14:xfrm>
                <a:off x="276991" y="186302"/>
                <a:ext cx="17640" cy="498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B3F8520-0252-F638-368D-8FB66E8D18D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8351" y="177662"/>
                  <a:ext cx="3528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38E482E-1AFC-722C-CC03-4C28B450B9DD}"/>
                    </a:ext>
                  </a:extLst>
                </p14:cNvPr>
                <p14:cNvContentPartPr/>
                <p14:nvPr/>
              </p14:nvContentPartPr>
              <p14:xfrm>
                <a:off x="282031" y="157142"/>
                <a:ext cx="307080" cy="556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38E482E-1AFC-722C-CC03-4C28B450B9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391" y="148502"/>
                  <a:ext cx="32472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A37AED9-CDDC-F5C0-09CF-1D0E32D0D677}"/>
                    </a:ext>
                  </a:extLst>
                </p14:cNvPr>
                <p14:cNvContentPartPr/>
                <p14:nvPr/>
              </p14:nvContentPartPr>
              <p14:xfrm>
                <a:off x="677311" y="350462"/>
                <a:ext cx="290880" cy="344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A37AED9-CDDC-F5C0-09CF-1D0E32D0D67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8311" y="341822"/>
                  <a:ext cx="3085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3A34C97-D7EE-F084-80B9-8BFC516186C4}"/>
                    </a:ext>
                  </a:extLst>
                </p14:cNvPr>
                <p14:cNvContentPartPr/>
                <p14:nvPr/>
              </p14:nvContentPartPr>
              <p14:xfrm>
                <a:off x="991231" y="173702"/>
                <a:ext cx="25200" cy="522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3A34C97-D7EE-F084-80B9-8BFC516186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2231" y="164702"/>
                  <a:ext cx="4284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4275668-E1DA-5B5E-9E64-2B3F3B03FDC4}"/>
                    </a:ext>
                  </a:extLst>
                </p14:cNvPr>
                <p14:cNvContentPartPr/>
                <p14:nvPr/>
              </p14:nvContentPartPr>
              <p14:xfrm>
                <a:off x="937951" y="415622"/>
                <a:ext cx="141840" cy="6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4275668-E1DA-5B5E-9E64-2B3F3B03FD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8951" y="406982"/>
                  <a:ext cx="159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AB00E68-2FE7-31AF-166C-04EFAAD239F2}"/>
                    </a:ext>
                  </a:extLst>
                </p14:cNvPr>
                <p14:cNvContentPartPr/>
                <p14:nvPr/>
              </p14:nvContentPartPr>
              <p14:xfrm>
                <a:off x="1137751" y="357302"/>
                <a:ext cx="236160" cy="283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AB00E68-2FE7-31AF-166C-04EFAAD239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28751" y="348662"/>
                  <a:ext cx="2538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6F8004C-5B40-93E7-9AFC-0E5643C78A1B}"/>
                    </a:ext>
                  </a:extLst>
                </p14:cNvPr>
                <p14:cNvContentPartPr/>
                <p14:nvPr/>
              </p14:nvContentPartPr>
              <p14:xfrm>
                <a:off x="1381111" y="337502"/>
                <a:ext cx="183240" cy="309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6F8004C-5B40-93E7-9AFC-0E5643C78A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72111" y="328862"/>
                  <a:ext cx="2008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986140D-E9C7-AB6B-C945-6F8E9B04966B}"/>
                    </a:ext>
                  </a:extLst>
                </p14:cNvPr>
                <p14:cNvContentPartPr/>
                <p14:nvPr/>
              </p14:nvContentPartPr>
              <p14:xfrm>
                <a:off x="1681711" y="379982"/>
                <a:ext cx="20520" cy="267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986140D-E9C7-AB6B-C945-6F8E9B0496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72711" y="371342"/>
                  <a:ext cx="381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EDC8F65-ECB8-5E96-A1C9-6482570E03FF}"/>
                    </a:ext>
                  </a:extLst>
                </p14:cNvPr>
                <p14:cNvContentPartPr/>
                <p14:nvPr/>
              </p14:nvContentPartPr>
              <p14:xfrm>
                <a:off x="1664431" y="230222"/>
                <a:ext cx="88560" cy="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EDC8F65-ECB8-5E96-A1C9-6482570E03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55431" y="221582"/>
                  <a:ext cx="10620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7AD7953-D966-A639-8E62-27447D174F7A}"/>
                  </a:ext>
                </a:extLst>
              </p14:cNvPr>
              <p14:cNvContentPartPr/>
              <p14:nvPr/>
            </p14:nvContentPartPr>
            <p14:xfrm>
              <a:off x="191311" y="848342"/>
              <a:ext cx="1545480" cy="42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7AD7953-D966-A639-8E62-27447D174F7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2671" y="839342"/>
                <a:ext cx="15631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FDC6AE0-A065-A327-990B-821BDF273F41}"/>
                  </a:ext>
                </a:extLst>
              </p14:cNvPr>
              <p14:cNvContentPartPr/>
              <p14:nvPr/>
            </p14:nvContentPartPr>
            <p14:xfrm>
              <a:off x="2158711" y="372062"/>
              <a:ext cx="17640" cy="259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FDC6AE0-A065-A327-990B-821BDF273F4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49711" y="363422"/>
                <a:ext cx="352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9BB7000-E7F0-5524-DA00-3933E2E6D624}"/>
                  </a:ext>
                </a:extLst>
              </p14:cNvPr>
              <p14:cNvContentPartPr/>
              <p14:nvPr/>
            </p14:nvContentPartPr>
            <p14:xfrm>
              <a:off x="2149711" y="555662"/>
              <a:ext cx="900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9BB7000-E7F0-5524-DA00-3933E2E6D62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41071" y="546662"/>
                <a:ext cx="2664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F112CF3-9142-7DE7-77F2-92EBCB42F60A}"/>
              </a:ext>
            </a:extLst>
          </p:cNvPr>
          <p:cNvGrpSpPr/>
          <p:nvPr/>
        </p:nvGrpSpPr>
        <p:grpSpPr>
          <a:xfrm>
            <a:off x="590191" y="1299782"/>
            <a:ext cx="285840" cy="344520"/>
            <a:chOff x="590191" y="1299782"/>
            <a:chExt cx="28584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DEAFA5-B31E-D1D3-E2A8-D9037A2EFFA7}"/>
                    </a:ext>
                  </a:extLst>
                </p14:cNvPr>
                <p14:cNvContentPartPr/>
                <p14:nvPr/>
              </p14:nvContentPartPr>
              <p14:xfrm>
                <a:off x="590191" y="1299782"/>
                <a:ext cx="90000" cy="344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DEAFA5-B31E-D1D3-E2A8-D9037A2EFFA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1191" y="1291142"/>
                  <a:ext cx="1076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2B71286-A387-D1C2-0779-F99D578DE85A}"/>
                    </a:ext>
                  </a:extLst>
                </p14:cNvPr>
                <p14:cNvContentPartPr/>
                <p14:nvPr/>
              </p14:nvContentPartPr>
              <p14:xfrm>
                <a:off x="849751" y="1606142"/>
                <a:ext cx="26280" cy="15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2B71286-A387-D1C2-0779-F99D578DE85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0751" y="1597142"/>
                  <a:ext cx="439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26D0251-83EE-621A-3C90-2F1D8E15BA78}"/>
              </a:ext>
            </a:extLst>
          </p:cNvPr>
          <p:cNvGrpSpPr/>
          <p:nvPr/>
        </p:nvGrpSpPr>
        <p:grpSpPr>
          <a:xfrm>
            <a:off x="1234591" y="1031582"/>
            <a:ext cx="2511720" cy="867600"/>
            <a:chOff x="1234591" y="1031582"/>
            <a:chExt cx="2511720" cy="86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16B5F0-8E6F-18EE-E368-4D1D067A1DB0}"/>
                    </a:ext>
                  </a:extLst>
                </p14:cNvPr>
                <p14:cNvContentPartPr/>
                <p14:nvPr/>
              </p14:nvContentPartPr>
              <p14:xfrm>
                <a:off x="1234591" y="1147862"/>
                <a:ext cx="360" cy="77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16B5F0-8E6F-18EE-E368-4D1D067A1DB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25951" y="1138862"/>
                  <a:ext cx="18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574784-ECAB-8552-A36A-6AEB1F8B4107}"/>
                    </a:ext>
                  </a:extLst>
                </p14:cNvPr>
                <p14:cNvContentPartPr/>
                <p14:nvPr/>
              </p14:nvContentPartPr>
              <p14:xfrm>
                <a:off x="1281751" y="1105022"/>
                <a:ext cx="51480" cy="497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574784-ECAB-8552-A36A-6AEB1F8B41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72751" y="1096382"/>
                  <a:ext cx="6912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4C77139-2994-0CFC-07D6-B7694195FBDF}"/>
                    </a:ext>
                  </a:extLst>
                </p14:cNvPr>
                <p14:cNvContentPartPr/>
                <p14:nvPr/>
              </p14:nvContentPartPr>
              <p14:xfrm>
                <a:off x="1265911" y="1031582"/>
                <a:ext cx="170280" cy="333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4C77139-2994-0CFC-07D6-B7694195FBD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57271" y="1022582"/>
                  <a:ext cx="1879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B011B9F-4376-1CA6-23AE-15269636D10C}"/>
                    </a:ext>
                  </a:extLst>
                </p14:cNvPr>
                <p14:cNvContentPartPr/>
                <p14:nvPr/>
              </p14:nvContentPartPr>
              <p14:xfrm>
                <a:off x="1522591" y="1306262"/>
                <a:ext cx="198000" cy="268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B011B9F-4376-1CA6-23AE-15269636D1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13951" y="1297622"/>
                  <a:ext cx="2156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B15298F-E10F-64EA-CE28-8151C38D63E7}"/>
                    </a:ext>
                  </a:extLst>
                </p14:cNvPr>
                <p14:cNvContentPartPr/>
                <p14:nvPr/>
              </p14:nvContentPartPr>
              <p14:xfrm>
                <a:off x="1721311" y="1285382"/>
                <a:ext cx="220320" cy="274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B15298F-E10F-64EA-CE28-8151C38D63E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12311" y="1276382"/>
                  <a:ext cx="237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4BA0F20-6541-613B-C9FB-D95B138E6EB8}"/>
                    </a:ext>
                  </a:extLst>
                </p14:cNvPr>
                <p14:cNvContentPartPr/>
                <p14:nvPr/>
              </p14:nvContentPartPr>
              <p14:xfrm>
                <a:off x="2002111" y="1270982"/>
                <a:ext cx="159480" cy="628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4BA0F20-6541-613B-C9FB-D95B138E6EB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93111" y="1262342"/>
                  <a:ext cx="17712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1AE53DB-2D5D-D1DA-BD8C-C3B74BA9BA52}"/>
                    </a:ext>
                  </a:extLst>
                </p14:cNvPr>
                <p14:cNvContentPartPr/>
                <p14:nvPr/>
              </p14:nvContentPartPr>
              <p14:xfrm>
                <a:off x="2244391" y="1324262"/>
                <a:ext cx="160920" cy="268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1AE53DB-2D5D-D1DA-BD8C-C3B74BA9BA5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35391" y="1315622"/>
                  <a:ext cx="178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8EA650-A8BB-660B-101B-6F8051EA1AC0}"/>
                    </a:ext>
                  </a:extLst>
                </p14:cNvPr>
                <p14:cNvContentPartPr/>
                <p14:nvPr/>
              </p14:nvContentPartPr>
              <p14:xfrm>
                <a:off x="2498911" y="1144622"/>
                <a:ext cx="57600" cy="485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8EA650-A8BB-660B-101B-6F8051EA1AC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89911" y="1135622"/>
                  <a:ext cx="7524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B82AFA-CE25-6513-F00F-B48D9861EAA1}"/>
                    </a:ext>
                  </a:extLst>
                </p14:cNvPr>
                <p14:cNvContentPartPr/>
                <p14:nvPr/>
              </p14:nvContentPartPr>
              <p14:xfrm>
                <a:off x="2514391" y="1313102"/>
                <a:ext cx="152280" cy="24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B82AFA-CE25-6513-F00F-B48D9861EAA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05751" y="1304462"/>
                  <a:ext cx="1699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173251F-1079-6B2D-7D19-41968E36C58E}"/>
                    </a:ext>
                  </a:extLst>
                </p14:cNvPr>
                <p14:cNvContentPartPr/>
                <p14:nvPr/>
              </p14:nvContentPartPr>
              <p14:xfrm>
                <a:off x="2755951" y="1290782"/>
                <a:ext cx="189720" cy="246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173251F-1079-6B2D-7D19-41968E36C58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46951" y="1281782"/>
                  <a:ext cx="207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0A222BD-30C3-D365-C2B8-1B17FFD71564}"/>
                    </a:ext>
                  </a:extLst>
                </p14:cNvPr>
                <p14:cNvContentPartPr/>
                <p14:nvPr/>
              </p14:nvContentPartPr>
              <p14:xfrm>
                <a:off x="3042511" y="1250822"/>
                <a:ext cx="187200" cy="306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0A222BD-30C3-D365-C2B8-1B17FFD715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033511" y="1241822"/>
                  <a:ext cx="2048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F697B72-6A54-1BBE-1DEB-268252D6E610}"/>
                    </a:ext>
                  </a:extLst>
                </p14:cNvPr>
                <p14:cNvContentPartPr/>
                <p14:nvPr/>
              </p14:nvContentPartPr>
              <p14:xfrm>
                <a:off x="3215671" y="1226702"/>
                <a:ext cx="253440" cy="284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F697B72-6A54-1BBE-1DEB-268252D6E61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07031" y="1217702"/>
                  <a:ext cx="2710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EA6010C-F9CC-9D0B-C57C-02F408DEDDA8}"/>
                    </a:ext>
                  </a:extLst>
                </p14:cNvPr>
                <p14:cNvContentPartPr/>
                <p14:nvPr/>
              </p14:nvContentPartPr>
              <p14:xfrm>
                <a:off x="3514831" y="1252262"/>
                <a:ext cx="231480" cy="288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EA6010C-F9CC-9D0B-C57C-02F408DEDDA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05831" y="1243262"/>
                  <a:ext cx="249120" cy="30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2527157-B13B-35E7-7A0C-D865E462A83E}"/>
                  </a:ext>
                </a:extLst>
              </p14:cNvPr>
              <p14:cNvContentPartPr/>
              <p14:nvPr/>
            </p14:nvContentPartPr>
            <p14:xfrm>
              <a:off x="4002631" y="1294382"/>
              <a:ext cx="17640" cy="46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2527157-B13B-35E7-7A0C-D865E462A83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93991" y="1285382"/>
                <a:ext cx="3528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29A3DD7-E3DE-2C20-4B25-379C38E3793A}"/>
              </a:ext>
            </a:extLst>
          </p:cNvPr>
          <p:cNvGrpSpPr/>
          <p:nvPr/>
        </p:nvGrpSpPr>
        <p:grpSpPr>
          <a:xfrm>
            <a:off x="539071" y="1990262"/>
            <a:ext cx="444960" cy="383040"/>
            <a:chOff x="539071" y="1990262"/>
            <a:chExt cx="44496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EC45C3-99C7-22A4-2B8F-72F65D9DD098}"/>
                    </a:ext>
                  </a:extLst>
                </p14:cNvPr>
                <p14:cNvContentPartPr/>
                <p14:nvPr/>
              </p14:nvContentPartPr>
              <p14:xfrm>
                <a:off x="539071" y="1990262"/>
                <a:ext cx="253800" cy="382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EC45C3-99C7-22A4-2B8F-72F65D9DD09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0071" y="1981622"/>
                  <a:ext cx="2714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69386D2-A49A-945E-5D86-0A95C5F0A80B}"/>
                    </a:ext>
                  </a:extLst>
                </p14:cNvPr>
                <p14:cNvContentPartPr/>
                <p14:nvPr/>
              </p14:nvContentPartPr>
              <p14:xfrm>
                <a:off x="980071" y="2363942"/>
                <a:ext cx="3960" cy="9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69386D2-A49A-945E-5D86-0A95C5F0A80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1071" y="2354942"/>
                  <a:ext cx="2160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50BFA5B-2F62-8DFC-072B-FAFAB3AF754D}"/>
              </a:ext>
            </a:extLst>
          </p:cNvPr>
          <p:cNvGrpSpPr/>
          <p:nvPr/>
        </p:nvGrpSpPr>
        <p:grpSpPr>
          <a:xfrm>
            <a:off x="1340071" y="1783486"/>
            <a:ext cx="2172600" cy="613080"/>
            <a:chOff x="1340071" y="1783486"/>
            <a:chExt cx="2172600" cy="61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8A3B4A3-D119-8161-0315-790452E11511}"/>
                    </a:ext>
                  </a:extLst>
                </p14:cNvPr>
                <p14:cNvContentPartPr/>
                <p14:nvPr/>
              </p14:nvContentPartPr>
              <p14:xfrm>
                <a:off x="1340071" y="1932166"/>
                <a:ext cx="520560" cy="464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8A3B4A3-D119-8161-0315-790452E1151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31431" y="1923166"/>
                  <a:ext cx="53820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2EBEADD-F97C-21CC-A76F-E1CE5062323C}"/>
                    </a:ext>
                  </a:extLst>
                </p14:cNvPr>
                <p14:cNvContentPartPr/>
                <p14:nvPr/>
              </p14:nvContentPartPr>
              <p14:xfrm>
                <a:off x="1962511" y="2221606"/>
                <a:ext cx="143280" cy="7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2EBEADD-F97C-21CC-A76F-E1CE506232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53511" y="2212606"/>
                  <a:ext cx="160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3AB6CD6-6C42-2CFB-675B-827D4C345B38}"/>
                    </a:ext>
                  </a:extLst>
                </p14:cNvPr>
                <p14:cNvContentPartPr/>
                <p14:nvPr/>
              </p14:nvContentPartPr>
              <p14:xfrm>
                <a:off x="2275351" y="2040526"/>
                <a:ext cx="350640" cy="331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3AB6CD6-6C42-2CFB-675B-827D4C345B3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66351" y="2031526"/>
                  <a:ext cx="3682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F8D773-674D-F746-1F55-CCEDA4D0A5C9}"/>
                    </a:ext>
                  </a:extLst>
                </p14:cNvPr>
                <p14:cNvContentPartPr/>
                <p14:nvPr/>
              </p14:nvContentPartPr>
              <p14:xfrm>
                <a:off x="2662711" y="2048086"/>
                <a:ext cx="207720" cy="259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F8D773-674D-F746-1F55-CCEDA4D0A5C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54071" y="2039446"/>
                  <a:ext cx="2253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37F07C8-FC21-A30D-DFC8-156BCEF9F78B}"/>
                    </a:ext>
                  </a:extLst>
                </p14:cNvPr>
                <p14:cNvContentPartPr/>
                <p14:nvPr/>
              </p14:nvContentPartPr>
              <p14:xfrm>
                <a:off x="2877271" y="1783486"/>
                <a:ext cx="23400" cy="429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37F07C8-FC21-A30D-DFC8-156BCEF9F78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68631" y="1774486"/>
                  <a:ext cx="4104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DB78C15-A66B-12ED-EA9C-995225C8F1E4}"/>
                    </a:ext>
                  </a:extLst>
                </p14:cNvPr>
                <p14:cNvContentPartPr/>
                <p14:nvPr/>
              </p14:nvContentPartPr>
              <p14:xfrm>
                <a:off x="2825431" y="1968886"/>
                <a:ext cx="139320" cy="9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DB78C15-A66B-12ED-EA9C-995225C8F1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16791" y="1959886"/>
                  <a:ext cx="156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16DF74E-14F0-7F14-6C48-8E2D6AD5F9CA}"/>
                    </a:ext>
                  </a:extLst>
                </p14:cNvPr>
                <p14:cNvContentPartPr/>
                <p14:nvPr/>
              </p14:nvContentPartPr>
              <p14:xfrm>
                <a:off x="3070951" y="1911646"/>
                <a:ext cx="153360" cy="312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16DF74E-14F0-7F14-6C48-8E2D6AD5F9C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62311" y="1903006"/>
                  <a:ext cx="1710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67F8FD-C8DA-F374-F389-D9F011CC2670}"/>
                    </a:ext>
                  </a:extLst>
                </p14:cNvPr>
                <p14:cNvContentPartPr/>
                <p14:nvPr/>
              </p14:nvContentPartPr>
              <p14:xfrm>
                <a:off x="3268951" y="1904086"/>
                <a:ext cx="243720" cy="348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67F8FD-C8DA-F374-F389-D9F011CC26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59951" y="1895086"/>
                  <a:ext cx="261360" cy="36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E39C65E-C05D-DF35-E177-FF794F0779AD}"/>
                  </a:ext>
                </a:extLst>
              </p14:cNvPr>
              <p14:cNvContentPartPr/>
              <p14:nvPr/>
            </p14:nvContentPartPr>
            <p14:xfrm>
              <a:off x="4053751" y="1100926"/>
              <a:ext cx="300960" cy="309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E39C65E-C05D-DF35-E177-FF794F0779A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44751" y="1091926"/>
                <a:ext cx="318600" cy="32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E005DAB4-1E1F-51E0-CDE1-962AB9981287}"/>
              </a:ext>
            </a:extLst>
          </p:cNvPr>
          <p:cNvGrpSpPr/>
          <p:nvPr/>
        </p:nvGrpSpPr>
        <p:grpSpPr>
          <a:xfrm>
            <a:off x="4723351" y="857206"/>
            <a:ext cx="1813320" cy="573480"/>
            <a:chOff x="4723351" y="857206"/>
            <a:chExt cx="1813320" cy="57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2D809B8-7199-541D-BDA0-F83C751B3124}"/>
                    </a:ext>
                  </a:extLst>
                </p14:cNvPr>
                <p14:cNvContentPartPr/>
                <p14:nvPr/>
              </p14:nvContentPartPr>
              <p14:xfrm>
                <a:off x="4723351" y="1003366"/>
                <a:ext cx="177480" cy="381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2D809B8-7199-541D-BDA0-F83C751B312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14351" y="994366"/>
                  <a:ext cx="1951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E2CBBEA-71CA-C3AC-990A-1E1B6BD52230}"/>
                    </a:ext>
                  </a:extLst>
                </p14:cNvPr>
                <p14:cNvContentPartPr/>
                <p14:nvPr/>
              </p14:nvContentPartPr>
              <p14:xfrm>
                <a:off x="4980031" y="923446"/>
                <a:ext cx="71640" cy="507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E2CBBEA-71CA-C3AC-990A-1E1B6BD5223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71391" y="914446"/>
                  <a:ext cx="8928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CC7ABF4-F1CD-D6FA-F54A-3EB9109B5160}"/>
                    </a:ext>
                  </a:extLst>
                </p14:cNvPr>
                <p14:cNvContentPartPr/>
                <p14:nvPr/>
              </p14:nvContentPartPr>
              <p14:xfrm>
                <a:off x="4945471" y="1136206"/>
                <a:ext cx="279720" cy="55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CC7ABF4-F1CD-D6FA-F54A-3EB9109B516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36471" y="1127566"/>
                  <a:ext cx="297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796A84E-8539-A4C8-C518-A549BC37B83C}"/>
                    </a:ext>
                  </a:extLst>
                </p14:cNvPr>
                <p14:cNvContentPartPr/>
                <p14:nvPr/>
              </p14:nvContentPartPr>
              <p14:xfrm>
                <a:off x="5100271" y="1096246"/>
                <a:ext cx="203040" cy="255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796A84E-8539-A4C8-C518-A549BC37B83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91631" y="1087606"/>
                  <a:ext cx="2206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FEC06DB-9FA1-5E3A-2CE6-D476F5B9DFB4}"/>
                    </a:ext>
                  </a:extLst>
                </p14:cNvPr>
                <p14:cNvContentPartPr/>
                <p14:nvPr/>
              </p14:nvContentPartPr>
              <p14:xfrm>
                <a:off x="5358751" y="857206"/>
                <a:ext cx="53640" cy="570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FEC06DB-9FA1-5E3A-2CE6-D476F5B9DF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50111" y="848206"/>
                  <a:ext cx="7128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F0E22C8-CFFF-E793-F526-55AA887D3B5F}"/>
                    </a:ext>
                  </a:extLst>
                </p14:cNvPr>
                <p14:cNvContentPartPr/>
                <p14:nvPr/>
              </p14:nvContentPartPr>
              <p14:xfrm>
                <a:off x="5343991" y="1143046"/>
                <a:ext cx="220320" cy="210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F0E22C8-CFFF-E793-F526-55AA887D3B5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35351" y="1134046"/>
                  <a:ext cx="2379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386BE7D-C3F3-7F6C-B091-3A9A940B99EB}"/>
                    </a:ext>
                  </a:extLst>
                </p14:cNvPr>
                <p14:cNvContentPartPr/>
                <p14:nvPr/>
              </p14:nvContentPartPr>
              <p14:xfrm>
                <a:off x="5553871" y="1014526"/>
                <a:ext cx="36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386BE7D-C3F3-7F6C-B091-3A9A940B99E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45231" y="10055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4022778-8195-FAED-C5D6-04D58F0E1536}"/>
                    </a:ext>
                  </a:extLst>
                </p14:cNvPr>
                <p14:cNvContentPartPr/>
                <p14:nvPr/>
              </p14:nvContentPartPr>
              <p14:xfrm>
                <a:off x="5662231" y="1032166"/>
                <a:ext cx="92880" cy="316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4022778-8195-FAED-C5D6-04D58F0E15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53591" y="1023526"/>
                  <a:ext cx="1105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2293C08-68B2-2913-5213-6BFABDDA0FB4}"/>
                    </a:ext>
                  </a:extLst>
                </p14:cNvPr>
                <p14:cNvContentPartPr/>
                <p14:nvPr/>
              </p14:nvContentPartPr>
              <p14:xfrm>
                <a:off x="5859511" y="926326"/>
                <a:ext cx="43920" cy="474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2293C08-68B2-2913-5213-6BFABDDA0FB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50511" y="917326"/>
                  <a:ext cx="615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B2A4EE8-9FE2-3932-2AB9-ED04D709FBCD}"/>
                    </a:ext>
                  </a:extLst>
                </p14:cNvPr>
                <p14:cNvContentPartPr/>
                <p14:nvPr/>
              </p14:nvContentPartPr>
              <p14:xfrm>
                <a:off x="5828191" y="973126"/>
                <a:ext cx="176760" cy="36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B2A4EE8-9FE2-3932-2AB9-ED04D709FBC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19551" y="964126"/>
                  <a:ext cx="1944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268EF52-DDA2-4F65-C7B5-AB22B3273C1E}"/>
                    </a:ext>
                  </a:extLst>
                </p14:cNvPr>
                <p14:cNvContentPartPr/>
                <p14:nvPr/>
              </p14:nvContentPartPr>
              <p14:xfrm>
                <a:off x="6084151" y="874846"/>
                <a:ext cx="88560" cy="501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268EF52-DDA2-4F65-C7B5-AB22B3273C1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75511" y="865846"/>
                  <a:ext cx="1062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13E6D97-4031-BDC0-1488-1D010C98F131}"/>
                    </a:ext>
                  </a:extLst>
                </p14:cNvPr>
                <p14:cNvContentPartPr/>
                <p14:nvPr/>
              </p14:nvContentPartPr>
              <p14:xfrm>
                <a:off x="6169111" y="1090486"/>
                <a:ext cx="125280" cy="227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13E6D97-4031-BDC0-1488-1D010C98F13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60111" y="1081486"/>
                  <a:ext cx="142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8DBB402-1253-9717-0194-F0A958612606}"/>
                    </a:ext>
                  </a:extLst>
                </p14:cNvPr>
                <p14:cNvContentPartPr/>
                <p14:nvPr/>
              </p14:nvContentPartPr>
              <p14:xfrm>
                <a:off x="6324631" y="1073566"/>
                <a:ext cx="212040" cy="283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8DBB402-1253-9717-0194-F0A95861260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15991" y="1064566"/>
                  <a:ext cx="22968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0AAF9FC-5EF7-E311-6D90-8FADABA32498}"/>
              </a:ext>
            </a:extLst>
          </p:cNvPr>
          <p:cNvGrpSpPr/>
          <p:nvPr/>
        </p:nvGrpSpPr>
        <p:grpSpPr>
          <a:xfrm>
            <a:off x="6877591" y="811486"/>
            <a:ext cx="2143080" cy="787680"/>
            <a:chOff x="6877591" y="811486"/>
            <a:chExt cx="2143080" cy="78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2694C1D-00F0-5156-39A7-EBC2081D0B11}"/>
                    </a:ext>
                  </a:extLst>
                </p14:cNvPr>
                <p14:cNvContentPartPr/>
                <p14:nvPr/>
              </p14:nvContentPartPr>
              <p14:xfrm>
                <a:off x="6938431" y="817606"/>
                <a:ext cx="82440" cy="465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2694C1D-00F0-5156-39A7-EBC2081D0B1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929791" y="808606"/>
                  <a:ext cx="10008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B1D4634-128F-2A5B-ED1F-667E10EFA384}"/>
                    </a:ext>
                  </a:extLst>
                </p14:cNvPr>
                <p14:cNvContentPartPr/>
                <p14:nvPr/>
              </p14:nvContentPartPr>
              <p14:xfrm>
                <a:off x="6877591" y="811486"/>
                <a:ext cx="194400" cy="237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B1D4634-128F-2A5B-ED1F-667E10EFA38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68951" y="802846"/>
                  <a:ext cx="2120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0CC912B-5C5D-A4FE-CE95-BD70406611A6}"/>
                    </a:ext>
                  </a:extLst>
                </p14:cNvPr>
                <p14:cNvContentPartPr/>
                <p14:nvPr/>
              </p14:nvContentPartPr>
              <p14:xfrm>
                <a:off x="7124911" y="1014526"/>
                <a:ext cx="191520" cy="266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0CC912B-5C5D-A4FE-CE95-BD70406611A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15911" y="1005526"/>
                  <a:ext cx="2091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15D1AEB-B0C5-43B9-3BEA-8C50A9AC7090}"/>
                    </a:ext>
                  </a:extLst>
                </p14:cNvPr>
                <p14:cNvContentPartPr/>
                <p14:nvPr/>
              </p14:nvContentPartPr>
              <p14:xfrm>
                <a:off x="7293031" y="1025686"/>
                <a:ext cx="217080" cy="295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15D1AEB-B0C5-43B9-3BEA-8C50A9AC709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84391" y="1016686"/>
                  <a:ext cx="2347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7EF7D54-ED32-0378-6042-1EF5E2CA6CEB}"/>
                    </a:ext>
                  </a:extLst>
                </p14:cNvPr>
                <p14:cNvContentPartPr/>
                <p14:nvPr/>
              </p14:nvContentPartPr>
              <p14:xfrm>
                <a:off x="7465111" y="1052326"/>
                <a:ext cx="182880" cy="546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7EF7D54-ED32-0378-6042-1EF5E2CA6CE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56111" y="1043686"/>
                  <a:ext cx="2005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246F87C-945A-EB4F-7055-E8643258A17D}"/>
                    </a:ext>
                  </a:extLst>
                </p14:cNvPr>
                <p14:cNvContentPartPr/>
                <p14:nvPr/>
              </p14:nvContentPartPr>
              <p14:xfrm>
                <a:off x="7676431" y="1083646"/>
                <a:ext cx="137880" cy="283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246F87C-945A-EB4F-7055-E8643258A17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67791" y="1074646"/>
                  <a:ext cx="1555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A017272-187B-7EA8-8B92-5A7FC1A172C7}"/>
                    </a:ext>
                  </a:extLst>
                </p14:cNvPr>
                <p14:cNvContentPartPr/>
                <p14:nvPr/>
              </p14:nvContentPartPr>
              <p14:xfrm>
                <a:off x="7915831" y="844606"/>
                <a:ext cx="55080" cy="537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A017272-187B-7EA8-8B92-5A7FC1A172C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06831" y="835606"/>
                  <a:ext cx="7272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92785C2-F162-0425-D7C2-56259256DD14}"/>
                    </a:ext>
                  </a:extLst>
                </p14:cNvPr>
                <p14:cNvContentPartPr/>
                <p14:nvPr/>
              </p14:nvContentPartPr>
              <p14:xfrm>
                <a:off x="7964791" y="1045846"/>
                <a:ext cx="157680" cy="243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92785C2-F162-0425-D7C2-56259256DD1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56151" y="1036846"/>
                  <a:ext cx="1753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DB1CB68-E923-DC0C-E122-35A92B30DE62}"/>
                    </a:ext>
                  </a:extLst>
                </p14:cNvPr>
                <p14:cNvContentPartPr/>
                <p14:nvPr/>
              </p14:nvContentPartPr>
              <p14:xfrm>
                <a:off x="8160271" y="1032166"/>
                <a:ext cx="176760" cy="276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DB1CB68-E923-DC0C-E122-35A92B30DE6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51271" y="1023526"/>
                  <a:ext cx="1944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74C519-829F-6156-8E41-8BC5693120BC}"/>
                    </a:ext>
                  </a:extLst>
                </p14:cNvPr>
                <p14:cNvContentPartPr/>
                <p14:nvPr/>
              </p14:nvContentPartPr>
              <p14:xfrm>
                <a:off x="8337031" y="981406"/>
                <a:ext cx="196560" cy="321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74C519-829F-6156-8E41-8BC5693120B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28031" y="972406"/>
                  <a:ext cx="214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B43C0F2-8CA8-9570-4492-60C3537A529E}"/>
                    </a:ext>
                  </a:extLst>
                </p14:cNvPr>
                <p14:cNvContentPartPr/>
                <p14:nvPr/>
              </p14:nvContentPartPr>
              <p14:xfrm>
                <a:off x="8536831" y="1010206"/>
                <a:ext cx="262800" cy="263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43C0F2-8CA8-9570-4492-60C3537A529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27831" y="1001206"/>
                  <a:ext cx="280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4D9E6AD-B4A1-2A7F-67EA-1A0BADA01D84}"/>
                    </a:ext>
                  </a:extLst>
                </p14:cNvPr>
                <p14:cNvContentPartPr/>
                <p14:nvPr/>
              </p14:nvContentPartPr>
              <p14:xfrm>
                <a:off x="8828071" y="1028206"/>
                <a:ext cx="192600" cy="312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4D9E6AD-B4A1-2A7F-67EA-1A0BADA01D8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19071" y="1019206"/>
                  <a:ext cx="210240" cy="33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43FBCA7-4641-2D4C-97F7-4DD9A9D82FAB}"/>
                  </a:ext>
                </a:extLst>
              </p14:cNvPr>
              <p14:cNvContentPartPr/>
              <p14:nvPr/>
            </p14:nvContentPartPr>
            <p14:xfrm>
              <a:off x="9530431" y="1183006"/>
              <a:ext cx="26280" cy="82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43FBCA7-4641-2D4C-97F7-4DD9A9D82FA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521431" y="1174366"/>
                <a:ext cx="439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766951D-B6B3-2B93-0612-4EC72185D4E0}"/>
                  </a:ext>
                </a:extLst>
              </p14:cNvPr>
              <p14:cNvContentPartPr/>
              <p14:nvPr/>
            </p14:nvContentPartPr>
            <p14:xfrm>
              <a:off x="9618631" y="986086"/>
              <a:ext cx="242280" cy="10000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766951D-B6B3-2B93-0612-4EC72185D4E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609631" y="977086"/>
                <a:ext cx="259920" cy="10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21730BD8-8B75-B55A-0476-DE7E6033F1CD}"/>
              </a:ext>
            </a:extLst>
          </p:cNvPr>
          <p:cNvGrpSpPr/>
          <p:nvPr/>
        </p:nvGrpSpPr>
        <p:grpSpPr>
          <a:xfrm>
            <a:off x="10267351" y="1356526"/>
            <a:ext cx="727560" cy="416520"/>
            <a:chOff x="10267351" y="1356526"/>
            <a:chExt cx="727560" cy="4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50DC3A5-40C7-0D4E-6DC9-22BB2B6F8373}"/>
                    </a:ext>
                  </a:extLst>
                </p14:cNvPr>
                <p14:cNvContentPartPr/>
                <p14:nvPr/>
              </p14:nvContentPartPr>
              <p14:xfrm>
                <a:off x="10267351" y="1356526"/>
                <a:ext cx="337680" cy="416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50DC3A5-40C7-0D4E-6DC9-22BB2B6F83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258711" y="1347886"/>
                  <a:ext cx="35532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F2DE255-FB55-44B4-02FC-14637E798645}"/>
                    </a:ext>
                  </a:extLst>
                </p14:cNvPr>
                <p14:cNvContentPartPr/>
                <p14:nvPr/>
              </p14:nvContentPartPr>
              <p14:xfrm>
                <a:off x="10689271" y="1399006"/>
                <a:ext cx="248400" cy="353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F2DE255-FB55-44B4-02FC-14637E7986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80271" y="1390006"/>
                  <a:ext cx="2660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32C9E0-5E05-9B27-9573-0EC49474C9D9}"/>
                    </a:ext>
                  </a:extLst>
                </p14:cNvPr>
                <p14:cNvContentPartPr/>
                <p14:nvPr/>
              </p14:nvContentPartPr>
              <p14:xfrm>
                <a:off x="10627711" y="1430326"/>
                <a:ext cx="367200" cy="304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32C9E0-5E05-9B27-9573-0EC49474C9D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19071" y="1421326"/>
                  <a:ext cx="38484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9987473-0EF4-0049-D1D6-B4577A147BB2}"/>
              </a:ext>
            </a:extLst>
          </p:cNvPr>
          <p:cNvGrpSpPr/>
          <p:nvPr/>
        </p:nvGrpSpPr>
        <p:grpSpPr>
          <a:xfrm>
            <a:off x="11419351" y="1285606"/>
            <a:ext cx="180000" cy="468720"/>
            <a:chOff x="11419351" y="1285606"/>
            <a:chExt cx="18000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52B2BD6-1DDB-5DF8-AAB8-0894055E0306}"/>
                    </a:ext>
                  </a:extLst>
                </p14:cNvPr>
                <p14:cNvContentPartPr/>
                <p14:nvPr/>
              </p14:nvContentPartPr>
              <p14:xfrm>
                <a:off x="11419351" y="1343926"/>
                <a:ext cx="46440" cy="410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52B2BD6-1DDB-5DF8-AAB8-0894055E030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410351" y="1335286"/>
                  <a:ext cx="640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29C42AF-2D09-0ECD-8EA5-78EE6BB3E0D6}"/>
                    </a:ext>
                  </a:extLst>
                </p14:cNvPr>
                <p14:cNvContentPartPr/>
                <p14:nvPr/>
              </p14:nvContentPartPr>
              <p14:xfrm>
                <a:off x="11425471" y="1285606"/>
                <a:ext cx="173880" cy="305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29C42AF-2D09-0ECD-8EA5-78EE6BB3E0D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416831" y="1276606"/>
                  <a:ext cx="191520" cy="32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84DE651-4F59-83ED-4FF3-751CE05EC7FB}"/>
                  </a:ext>
                </a:extLst>
              </p14:cNvPr>
              <p14:cNvContentPartPr/>
              <p14:nvPr/>
            </p14:nvContentPartPr>
            <p14:xfrm>
              <a:off x="11845231" y="1913086"/>
              <a:ext cx="15120" cy="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84DE651-4F59-83ED-4FF3-751CE05EC7F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836591" y="1904086"/>
                <a:ext cx="3276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55ED12A1-2861-420D-BFBA-558B5F7A8E11}"/>
              </a:ext>
            </a:extLst>
          </p:cNvPr>
          <p:cNvGrpSpPr/>
          <p:nvPr/>
        </p:nvGrpSpPr>
        <p:grpSpPr>
          <a:xfrm>
            <a:off x="596311" y="2850526"/>
            <a:ext cx="485640" cy="412920"/>
            <a:chOff x="596311" y="2850526"/>
            <a:chExt cx="48564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31C5D6-E9A4-00B7-AA18-C65D8A9F79AA}"/>
                    </a:ext>
                  </a:extLst>
                </p14:cNvPr>
                <p14:cNvContentPartPr/>
                <p14:nvPr/>
              </p14:nvContentPartPr>
              <p14:xfrm>
                <a:off x="596311" y="2850526"/>
                <a:ext cx="243720" cy="412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31C5D6-E9A4-00B7-AA18-C65D8A9F79A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87311" y="2841886"/>
                  <a:ext cx="2613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1FB2D6D-1C62-8B30-8BD3-BAC3C879F73F}"/>
                    </a:ext>
                  </a:extLst>
                </p14:cNvPr>
                <p14:cNvContentPartPr/>
                <p14:nvPr/>
              </p14:nvContentPartPr>
              <p14:xfrm>
                <a:off x="1064311" y="3260926"/>
                <a:ext cx="17640" cy="2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1FB2D6D-1C62-8B30-8BD3-BAC3C879F73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5671" y="3251926"/>
                  <a:ext cx="3528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5DE3A38-59C9-42F5-BC82-172394668C3A}"/>
              </a:ext>
            </a:extLst>
          </p:cNvPr>
          <p:cNvGrpSpPr/>
          <p:nvPr/>
        </p:nvGrpSpPr>
        <p:grpSpPr>
          <a:xfrm>
            <a:off x="4069951" y="1942246"/>
            <a:ext cx="509400" cy="281880"/>
            <a:chOff x="4069951" y="1942246"/>
            <a:chExt cx="50940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31B3D33-EBB9-31DF-D1EE-C26EFB6274D1}"/>
                    </a:ext>
                  </a:extLst>
                </p14:cNvPr>
                <p14:cNvContentPartPr/>
                <p14:nvPr/>
              </p14:nvContentPartPr>
              <p14:xfrm>
                <a:off x="4069951" y="2018206"/>
                <a:ext cx="51120" cy="10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31B3D33-EBB9-31DF-D1EE-C26EFB6274D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060951" y="2009206"/>
                  <a:ext cx="68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468DF20-051F-9EEC-15BA-A09B4DB20235}"/>
                    </a:ext>
                  </a:extLst>
                </p14:cNvPr>
                <p14:cNvContentPartPr/>
                <p14:nvPr/>
              </p14:nvContentPartPr>
              <p14:xfrm>
                <a:off x="4197751" y="1942246"/>
                <a:ext cx="381600" cy="281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468DF20-051F-9EEC-15BA-A09B4DB2023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88751" y="1933246"/>
                  <a:ext cx="39924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45960CD-7B98-E2CC-679E-F8C6CADB4BA1}"/>
              </a:ext>
            </a:extLst>
          </p:cNvPr>
          <p:cNvGrpSpPr/>
          <p:nvPr/>
        </p:nvGrpSpPr>
        <p:grpSpPr>
          <a:xfrm>
            <a:off x="4935751" y="1753246"/>
            <a:ext cx="2292840" cy="558360"/>
            <a:chOff x="4935751" y="1753246"/>
            <a:chExt cx="2292840" cy="55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168E3A5-452B-C075-B001-74B7BDA47701}"/>
                    </a:ext>
                  </a:extLst>
                </p14:cNvPr>
                <p14:cNvContentPartPr/>
                <p14:nvPr/>
              </p14:nvContentPartPr>
              <p14:xfrm>
                <a:off x="4984711" y="1775566"/>
                <a:ext cx="66960" cy="536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168E3A5-452B-C075-B001-74B7BDA4770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975711" y="1766566"/>
                  <a:ext cx="8460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634C0B3-A02E-1E4D-AC0C-9DD93A2CCEA0}"/>
                    </a:ext>
                  </a:extLst>
                </p14:cNvPr>
                <p14:cNvContentPartPr/>
                <p14:nvPr/>
              </p14:nvContentPartPr>
              <p14:xfrm>
                <a:off x="4935751" y="1760806"/>
                <a:ext cx="272160" cy="456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634C0B3-A02E-1E4D-AC0C-9DD93A2CCEA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26751" y="1752166"/>
                  <a:ext cx="28980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F93C5F4-A28C-E012-2A0F-BA9A9ACADF6B}"/>
                    </a:ext>
                  </a:extLst>
                </p14:cNvPr>
                <p14:cNvContentPartPr/>
                <p14:nvPr/>
              </p14:nvContentPartPr>
              <p14:xfrm>
                <a:off x="5257231" y="1902286"/>
                <a:ext cx="200160" cy="273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F93C5F4-A28C-E012-2A0F-BA9A9ACADF6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48231" y="1893646"/>
                  <a:ext cx="2178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66ED263-AF32-5B57-2661-319D60224726}"/>
                    </a:ext>
                  </a:extLst>
                </p14:cNvPr>
                <p14:cNvContentPartPr/>
                <p14:nvPr/>
              </p14:nvContentPartPr>
              <p14:xfrm>
                <a:off x="5530111" y="1867006"/>
                <a:ext cx="240120" cy="333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66ED263-AF32-5B57-2661-319D6022472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21471" y="1858366"/>
                  <a:ext cx="2577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3127162-BB16-1E3F-4C02-9B419441A7B4}"/>
                    </a:ext>
                  </a:extLst>
                </p14:cNvPr>
                <p14:cNvContentPartPr/>
                <p14:nvPr/>
              </p14:nvContentPartPr>
              <p14:xfrm>
                <a:off x="5755111" y="1858366"/>
                <a:ext cx="22680" cy="1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3127162-BB16-1E3F-4C02-9B419441A7B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746111" y="1849366"/>
                  <a:ext cx="40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46191E6-832D-9AE1-3C30-285506F7FC2D}"/>
                    </a:ext>
                  </a:extLst>
                </p14:cNvPr>
                <p14:cNvContentPartPr/>
                <p14:nvPr/>
              </p14:nvContentPartPr>
              <p14:xfrm>
                <a:off x="5800831" y="1895086"/>
                <a:ext cx="117360" cy="332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46191E6-832D-9AE1-3C30-285506F7FC2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92191" y="1886446"/>
                  <a:ext cx="1350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B33D442-A24B-BB2A-7326-A9210C2AB48F}"/>
                    </a:ext>
                  </a:extLst>
                </p14:cNvPr>
                <p14:cNvContentPartPr/>
                <p14:nvPr/>
              </p14:nvContentPartPr>
              <p14:xfrm>
                <a:off x="6072991" y="1780966"/>
                <a:ext cx="31680" cy="502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B33D442-A24B-BB2A-7326-A9210C2AB48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64351" y="1772326"/>
                  <a:ext cx="4932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97E989A-81B9-0114-DEAE-3693B4882BEF}"/>
                    </a:ext>
                  </a:extLst>
                </p14:cNvPr>
                <p14:cNvContentPartPr/>
                <p14:nvPr/>
              </p14:nvContentPartPr>
              <p14:xfrm>
                <a:off x="6014671" y="1956646"/>
                <a:ext cx="252360" cy="43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97E989A-81B9-0114-DEAE-3693B4882BE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05671" y="1947646"/>
                  <a:ext cx="270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0AB949C-E02E-07AC-1D64-584A14573F48}"/>
                    </a:ext>
                  </a:extLst>
                </p14:cNvPr>
                <p14:cNvContentPartPr/>
                <p14:nvPr/>
              </p14:nvContentPartPr>
              <p14:xfrm>
                <a:off x="6242911" y="1888246"/>
                <a:ext cx="203040" cy="268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0AB949C-E02E-07AC-1D64-584A14573F4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34271" y="1879606"/>
                  <a:ext cx="2206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F4CF02C-6895-CAAE-9C13-069742148F55}"/>
                    </a:ext>
                  </a:extLst>
                </p14:cNvPr>
                <p14:cNvContentPartPr/>
                <p14:nvPr/>
              </p14:nvContentPartPr>
              <p14:xfrm>
                <a:off x="6466111" y="1867006"/>
                <a:ext cx="215640" cy="339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F4CF02C-6895-CAAE-9C13-069742148F5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57471" y="1858366"/>
                  <a:ext cx="2332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BA9C413-8C71-B33A-77F7-DD6B597CD9A4}"/>
                    </a:ext>
                  </a:extLst>
                </p14:cNvPr>
                <p14:cNvContentPartPr/>
                <p14:nvPr/>
              </p14:nvContentPartPr>
              <p14:xfrm>
                <a:off x="6776071" y="1817326"/>
                <a:ext cx="293760" cy="385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BA9C413-8C71-B33A-77F7-DD6B597CD9A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67431" y="1808686"/>
                  <a:ext cx="3114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0EBA272-2BD5-74DB-9665-BC9306E9E1A9}"/>
                    </a:ext>
                  </a:extLst>
                </p14:cNvPr>
                <p14:cNvContentPartPr/>
                <p14:nvPr/>
              </p14:nvContentPartPr>
              <p14:xfrm>
                <a:off x="7209511" y="1753246"/>
                <a:ext cx="19080" cy="11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0EBA272-2BD5-74DB-9665-BC9306E9E1A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00511" y="1744246"/>
                  <a:ext cx="3672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F3653C5-0285-BD44-F3C4-399726FC2208}"/>
              </a:ext>
            </a:extLst>
          </p:cNvPr>
          <p:cNvGrpSpPr/>
          <p:nvPr/>
        </p:nvGrpSpPr>
        <p:grpSpPr>
          <a:xfrm>
            <a:off x="7738351" y="1630846"/>
            <a:ext cx="1389960" cy="484920"/>
            <a:chOff x="7738351" y="1630846"/>
            <a:chExt cx="1389960" cy="48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617FF4E-C6FB-EA29-CB52-42E4AA0DF79E}"/>
                    </a:ext>
                  </a:extLst>
                </p14:cNvPr>
                <p14:cNvContentPartPr/>
                <p14:nvPr/>
              </p14:nvContentPartPr>
              <p14:xfrm>
                <a:off x="7766791" y="1670806"/>
                <a:ext cx="165600" cy="444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617FF4E-C6FB-EA29-CB52-42E4AA0DF79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58151" y="1661806"/>
                  <a:ext cx="1832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C705D4A-FB64-5A64-767B-46B3549DECD9}"/>
                    </a:ext>
                  </a:extLst>
                </p14:cNvPr>
                <p14:cNvContentPartPr/>
                <p14:nvPr/>
              </p14:nvContentPartPr>
              <p14:xfrm>
                <a:off x="7738351" y="1630846"/>
                <a:ext cx="254880" cy="403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C705D4A-FB64-5A64-767B-46B3549DECD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29711" y="1622206"/>
                  <a:ext cx="2725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867DF3D-A501-99E2-0FCC-4DAEA6ABF99A}"/>
                    </a:ext>
                  </a:extLst>
                </p14:cNvPr>
                <p14:cNvContentPartPr/>
                <p14:nvPr/>
              </p14:nvContentPartPr>
              <p14:xfrm>
                <a:off x="8015191" y="1750006"/>
                <a:ext cx="225000" cy="284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867DF3D-A501-99E2-0FCC-4DAEA6ABF99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06551" y="1741006"/>
                  <a:ext cx="2426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69FB1AD-E7E7-F990-9EEC-DED477559236}"/>
                    </a:ext>
                  </a:extLst>
                </p14:cNvPr>
                <p14:cNvContentPartPr/>
                <p14:nvPr/>
              </p14:nvContentPartPr>
              <p14:xfrm>
                <a:off x="8238031" y="1793206"/>
                <a:ext cx="168840" cy="301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69FB1AD-E7E7-F990-9EEC-DED47755923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29031" y="1784206"/>
                  <a:ext cx="186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A70BAC2-5DDD-7BB2-5E4D-9ACCCF35CFF8}"/>
                    </a:ext>
                  </a:extLst>
                </p14:cNvPr>
                <p14:cNvContentPartPr/>
                <p14:nvPr/>
              </p14:nvContentPartPr>
              <p14:xfrm>
                <a:off x="8380591" y="1754326"/>
                <a:ext cx="14040" cy="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A70BAC2-5DDD-7BB2-5E4D-9ACCCF35CFF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71591" y="1745326"/>
                  <a:ext cx="31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57D1AFD-0F6F-0BEF-A3FB-28B57FBAA6DB}"/>
                    </a:ext>
                  </a:extLst>
                </p14:cNvPr>
                <p14:cNvContentPartPr/>
                <p14:nvPr/>
              </p14:nvContentPartPr>
              <p14:xfrm>
                <a:off x="8456191" y="1776646"/>
                <a:ext cx="114840" cy="257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57D1AFD-0F6F-0BEF-A3FB-28B57FBAA6D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447551" y="1767646"/>
                  <a:ext cx="1324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9DF80CF-A705-B425-B60B-2144DC1670CC}"/>
                    </a:ext>
                  </a:extLst>
                </p14:cNvPr>
                <p14:cNvContentPartPr/>
                <p14:nvPr/>
              </p14:nvContentPartPr>
              <p14:xfrm>
                <a:off x="8611351" y="1636966"/>
                <a:ext cx="87120" cy="465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9DF80CF-A705-B425-B60B-2144DC1670C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602711" y="1627966"/>
                  <a:ext cx="10476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D89614E-ACF6-D012-2900-F7EB4307FE4D}"/>
                    </a:ext>
                  </a:extLst>
                </p14:cNvPr>
                <p14:cNvContentPartPr/>
                <p14:nvPr/>
              </p14:nvContentPartPr>
              <p14:xfrm>
                <a:off x="8582911" y="1800406"/>
                <a:ext cx="318240" cy="231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D89614E-ACF6-D012-2900-F7EB4307FE4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573911" y="1791766"/>
                  <a:ext cx="335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19DFA1F-A776-3810-780E-1DCDD8E1199B}"/>
                    </a:ext>
                  </a:extLst>
                </p14:cNvPr>
                <p14:cNvContentPartPr/>
                <p14:nvPr/>
              </p14:nvContentPartPr>
              <p14:xfrm>
                <a:off x="8947951" y="1793566"/>
                <a:ext cx="180360" cy="216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19DFA1F-A776-3810-780E-1DCDD8E1199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939311" y="1784566"/>
                  <a:ext cx="198000" cy="23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9ACE8F5-EFFD-A495-1A32-27931D123F97}"/>
                  </a:ext>
                </a:extLst>
              </p14:cNvPr>
              <p14:cNvContentPartPr/>
              <p14:nvPr/>
            </p14:nvContentPartPr>
            <p14:xfrm>
              <a:off x="9362671" y="1958806"/>
              <a:ext cx="15120" cy="248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9ACE8F5-EFFD-A495-1A32-27931D123F97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9354031" y="1949806"/>
                <a:ext cx="327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8B809A2-20D6-676E-8FE6-C3A41270D565}"/>
                  </a:ext>
                </a:extLst>
              </p14:cNvPr>
              <p14:cNvContentPartPr/>
              <p14:nvPr/>
            </p14:nvContentPartPr>
            <p14:xfrm>
              <a:off x="960271" y="5471686"/>
              <a:ext cx="14040" cy="36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8B809A2-20D6-676E-8FE6-C3A41270D56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51271" y="5462686"/>
                <a:ext cx="316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A6FB012F-B7CC-07FD-E7D1-4BE49D085E63}"/>
              </a:ext>
            </a:extLst>
          </p:cNvPr>
          <p:cNvGrpSpPr/>
          <p:nvPr/>
        </p:nvGrpSpPr>
        <p:grpSpPr>
          <a:xfrm>
            <a:off x="1461751" y="2554606"/>
            <a:ext cx="10089360" cy="3223440"/>
            <a:chOff x="1461751" y="2554606"/>
            <a:chExt cx="10089360" cy="322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779028E-667E-06E7-8196-4F39520801E6}"/>
                    </a:ext>
                  </a:extLst>
                </p14:cNvPr>
                <p14:cNvContentPartPr/>
                <p14:nvPr/>
              </p14:nvContentPartPr>
              <p14:xfrm>
                <a:off x="1504231" y="2731726"/>
                <a:ext cx="394200" cy="598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779028E-667E-06E7-8196-4F39520801E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95231" y="2723086"/>
                  <a:ext cx="41184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C396D73-D850-7837-BF46-EFAD65B71D28}"/>
                    </a:ext>
                  </a:extLst>
                </p14:cNvPr>
                <p14:cNvContentPartPr/>
                <p14:nvPr/>
              </p14:nvContentPartPr>
              <p14:xfrm>
                <a:off x="1933711" y="3026206"/>
                <a:ext cx="134640" cy="200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C396D73-D850-7837-BF46-EFAD65B71D2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25071" y="3017206"/>
                  <a:ext cx="152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DEDDC0E-40F2-4DD7-A69C-8B9E01B4AF45}"/>
                    </a:ext>
                  </a:extLst>
                </p14:cNvPr>
                <p14:cNvContentPartPr/>
                <p14:nvPr/>
              </p14:nvContentPartPr>
              <p14:xfrm>
                <a:off x="2146111" y="2801926"/>
                <a:ext cx="86040" cy="536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DEDDC0E-40F2-4DD7-A69C-8B9E01B4AF4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37471" y="2793286"/>
                  <a:ext cx="1036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FF9FBC5-A60A-D03B-A330-55C73BB7AD7A}"/>
                    </a:ext>
                  </a:extLst>
                </p14:cNvPr>
                <p14:cNvContentPartPr/>
                <p14:nvPr/>
              </p14:nvContentPartPr>
              <p14:xfrm>
                <a:off x="2292631" y="2850526"/>
                <a:ext cx="43200" cy="504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FF9FBC5-A60A-D03B-A330-55C73BB7AD7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83991" y="2841886"/>
                  <a:ext cx="6084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FA57C90-E898-8913-C53A-C66042F36CC1}"/>
                    </a:ext>
                  </a:extLst>
                </p14:cNvPr>
                <p14:cNvContentPartPr/>
                <p14:nvPr/>
              </p14:nvContentPartPr>
              <p14:xfrm>
                <a:off x="2247991" y="3068686"/>
                <a:ext cx="179280" cy="24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FA57C90-E898-8913-C53A-C66042F36CC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39351" y="3059686"/>
                  <a:ext cx="196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3601D02-3EEF-C38B-D911-CA2968C41F96}"/>
                    </a:ext>
                  </a:extLst>
                </p14:cNvPr>
                <p14:cNvContentPartPr/>
                <p14:nvPr/>
              </p14:nvContentPartPr>
              <p14:xfrm>
                <a:off x="2603311" y="3095326"/>
                <a:ext cx="110880" cy="147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3601D02-3EEF-C38B-D911-CA2968C41F9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594311" y="3086686"/>
                  <a:ext cx="128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6F7231E-5C1C-C806-31CA-75740BD14C3F}"/>
                    </a:ext>
                  </a:extLst>
                </p14:cNvPr>
                <p14:cNvContentPartPr/>
                <p14:nvPr/>
              </p14:nvContentPartPr>
              <p14:xfrm>
                <a:off x="2844151" y="2923966"/>
                <a:ext cx="363240" cy="335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6F7231E-5C1C-C806-31CA-75740BD14C3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835151" y="2915326"/>
                  <a:ext cx="3808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0CF0DA-02FE-3E3F-94A3-085F2806CE7F}"/>
                    </a:ext>
                  </a:extLst>
                </p14:cNvPr>
                <p14:cNvContentPartPr/>
                <p14:nvPr/>
              </p14:nvContentPartPr>
              <p14:xfrm>
                <a:off x="3323311" y="2934046"/>
                <a:ext cx="273600" cy="302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0CF0DA-02FE-3E3F-94A3-085F2806CE7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14671" y="2925406"/>
                  <a:ext cx="2912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8BE8035-4ECD-CE67-9AB6-56E099BE90F3}"/>
                    </a:ext>
                  </a:extLst>
                </p14:cNvPr>
                <p14:cNvContentPartPr/>
                <p14:nvPr/>
              </p14:nvContentPartPr>
              <p14:xfrm>
                <a:off x="3586471" y="2706166"/>
                <a:ext cx="48240" cy="514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8BE8035-4ECD-CE67-9AB6-56E099BE90F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577471" y="2697166"/>
                  <a:ext cx="6588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1274A98-CF3E-0751-7A69-1856E70CDA64}"/>
                    </a:ext>
                  </a:extLst>
                </p14:cNvPr>
                <p14:cNvContentPartPr/>
                <p14:nvPr/>
              </p14:nvContentPartPr>
              <p14:xfrm>
                <a:off x="3532111" y="2966806"/>
                <a:ext cx="181800" cy="23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1274A98-CF3E-0751-7A69-1856E70CDA6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23111" y="2958166"/>
                  <a:ext cx="199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935BC25-E4F3-3CB8-9BD5-8B797C28E29A}"/>
                    </a:ext>
                  </a:extLst>
                </p14:cNvPr>
                <p14:cNvContentPartPr/>
                <p14:nvPr/>
              </p14:nvContentPartPr>
              <p14:xfrm>
                <a:off x="3777991" y="2908846"/>
                <a:ext cx="230040" cy="327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935BC25-E4F3-3CB8-9BD5-8B797C28E29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769351" y="2899846"/>
                  <a:ext cx="2476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3D8E464-A55F-F405-A45E-7FF93E67A43D}"/>
                    </a:ext>
                  </a:extLst>
                </p14:cNvPr>
                <p14:cNvContentPartPr/>
                <p14:nvPr/>
              </p14:nvContentPartPr>
              <p14:xfrm>
                <a:off x="4000111" y="2909926"/>
                <a:ext cx="256680" cy="343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3D8E464-A55F-F405-A45E-7FF93E67A43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991111" y="2901286"/>
                  <a:ext cx="2743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3C66EFC-FD6E-8F56-4775-50D796C83348}"/>
                    </a:ext>
                  </a:extLst>
                </p14:cNvPr>
                <p14:cNvContentPartPr/>
                <p14:nvPr/>
              </p14:nvContentPartPr>
              <p14:xfrm>
                <a:off x="4631191" y="2708686"/>
                <a:ext cx="438840" cy="436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3C66EFC-FD6E-8F56-4775-50D796C8334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22191" y="2700046"/>
                  <a:ext cx="4564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48A8D2C-4E1C-7DF7-BD6A-037A2403D0FC}"/>
                    </a:ext>
                  </a:extLst>
                </p14:cNvPr>
                <p14:cNvContentPartPr/>
                <p14:nvPr/>
              </p14:nvContentPartPr>
              <p14:xfrm>
                <a:off x="5532631" y="2636326"/>
                <a:ext cx="227520" cy="581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48A8D2C-4E1C-7DF7-BD6A-037A2403D0F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23991" y="2627326"/>
                  <a:ext cx="24516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44FCBB9-32A6-5261-5BF6-DE408EC1F984}"/>
                    </a:ext>
                  </a:extLst>
                </p14:cNvPr>
                <p14:cNvContentPartPr/>
                <p14:nvPr/>
              </p14:nvContentPartPr>
              <p14:xfrm>
                <a:off x="5719111" y="2698246"/>
                <a:ext cx="163080" cy="568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44FCBB9-32A6-5261-5BF6-DE408EC1F98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10111" y="2689606"/>
                  <a:ext cx="1807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45349AC-7B9C-7478-0646-D076574D9A4A}"/>
                    </a:ext>
                  </a:extLst>
                </p14:cNvPr>
                <p14:cNvContentPartPr/>
                <p14:nvPr/>
              </p14:nvContentPartPr>
              <p14:xfrm>
                <a:off x="5604991" y="3015046"/>
                <a:ext cx="295920" cy="8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45349AC-7B9C-7478-0646-D076574D9A4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595991" y="3006046"/>
                  <a:ext cx="313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0F643E1-DF88-4220-AEDE-B66C2E564294}"/>
                    </a:ext>
                  </a:extLst>
                </p14:cNvPr>
                <p14:cNvContentPartPr/>
                <p14:nvPr/>
              </p14:nvContentPartPr>
              <p14:xfrm>
                <a:off x="5928991" y="2855206"/>
                <a:ext cx="401400" cy="322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0F643E1-DF88-4220-AEDE-B66C2E56429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19991" y="2846206"/>
                  <a:ext cx="4190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AD3015F-A250-DBC0-6FDA-C74A1ECB3E55}"/>
                    </a:ext>
                  </a:extLst>
                </p14:cNvPr>
                <p14:cNvContentPartPr/>
                <p14:nvPr/>
              </p14:nvContentPartPr>
              <p14:xfrm>
                <a:off x="6387991" y="2856286"/>
                <a:ext cx="54000" cy="632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AD3015F-A250-DBC0-6FDA-C74A1ECB3E5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379351" y="2847286"/>
                  <a:ext cx="7164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1A37374-C6C6-43C1-8C4C-E6E7C5F7BF26}"/>
                    </a:ext>
                  </a:extLst>
                </p14:cNvPr>
                <p14:cNvContentPartPr/>
                <p14:nvPr/>
              </p14:nvContentPartPr>
              <p14:xfrm>
                <a:off x="6448111" y="2890846"/>
                <a:ext cx="136800" cy="267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1A37374-C6C6-43C1-8C4C-E6E7C5F7BF2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39111" y="2882206"/>
                  <a:ext cx="1544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6DC118A-595B-AAC4-0F38-19AE6A67FE47}"/>
                    </a:ext>
                  </a:extLst>
                </p14:cNvPr>
                <p14:cNvContentPartPr/>
                <p14:nvPr/>
              </p14:nvContentPartPr>
              <p14:xfrm>
                <a:off x="6656551" y="2874646"/>
                <a:ext cx="247320" cy="273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6DC118A-595B-AAC4-0F38-19AE6A67FE4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647911" y="2866006"/>
                  <a:ext cx="264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F14000C-D4AA-D65B-5F23-7612BC4B3A83}"/>
                    </a:ext>
                  </a:extLst>
                </p14:cNvPr>
                <p14:cNvContentPartPr/>
                <p14:nvPr/>
              </p14:nvContentPartPr>
              <p14:xfrm>
                <a:off x="6890911" y="2881846"/>
                <a:ext cx="188280" cy="326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F14000C-D4AA-D65B-5F23-7612BC4B3A8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82271" y="2873206"/>
                  <a:ext cx="2059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E533802-7B3A-4168-E17F-1A235B9F1E7C}"/>
                    </a:ext>
                  </a:extLst>
                </p14:cNvPr>
                <p14:cNvContentPartPr/>
                <p14:nvPr/>
              </p14:nvContentPartPr>
              <p14:xfrm>
                <a:off x="7064071" y="2905246"/>
                <a:ext cx="266040" cy="321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E533802-7B3A-4168-E17F-1A235B9F1E7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55071" y="2896606"/>
                  <a:ext cx="2836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984CAA0-C42B-3C8A-B896-A964F503E95F}"/>
                    </a:ext>
                  </a:extLst>
                </p14:cNvPr>
                <p14:cNvContentPartPr/>
                <p14:nvPr/>
              </p14:nvContentPartPr>
              <p14:xfrm>
                <a:off x="7677151" y="2839006"/>
                <a:ext cx="376920" cy="394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984CAA0-C42B-3C8A-B896-A964F503E95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668511" y="2830006"/>
                  <a:ext cx="3945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4BC839F-4EFF-60DB-C0B3-821A05522CD7}"/>
                    </a:ext>
                  </a:extLst>
                </p14:cNvPr>
                <p14:cNvContentPartPr/>
                <p14:nvPr/>
              </p14:nvContentPartPr>
              <p14:xfrm>
                <a:off x="8086111" y="2838646"/>
                <a:ext cx="304560" cy="327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4BC839F-4EFF-60DB-C0B3-821A05522CD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77471" y="2829646"/>
                  <a:ext cx="3222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2996184-B7B0-82D8-DDA4-5AA9616A0AF1}"/>
                    </a:ext>
                  </a:extLst>
                </p14:cNvPr>
                <p14:cNvContentPartPr/>
                <p14:nvPr/>
              </p14:nvContentPartPr>
              <p14:xfrm>
                <a:off x="8360431" y="2554606"/>
                <a:ext cx="57600" cy="545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2996184-B7B0-82D8-DDA4-5AA9616A0AF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351791" y="2545606"/>
                  <a:ext cx="7524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811D2ED-C18B-56B9-5D09-C537AAB7467B}"/>
                    </a:ext>
                  </a:extLst>
                </p14:cNvPr>
                <p14:cNvContentPartPr/>
                <p14:nvPr/>
              </p14:nvContentPartPr>
              <p14:xfrm>
                <a:off x="8328391" y="2813806"/>
                <a:ext cx="200160" cy="17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811D2ED-C18B-56B9-5D09-C537AAB7467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319391" y="2805166"/>
                  <a:ext cx="217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FBFD712-1D83-B21A-6988-EFEC839A677D}"/>
                    </a:ext>
                  </a:extLst>
                </p14:cNvPr>
                <p14:cNvContentPartPr/>
                <p14:nvPr/>
              </p14:nvContentPartPr>
              <p14:xfrm>
                <a:off x="8554471" y="2793646"/>
                <a:ext cx="256320" cy="334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FBFD712-1D83-B21A-6988-EFEC839A677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545471" y="2785006"/>
                  <a:ext cx="2739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E740D99-DB54-08A9-48C1-763A7A485B30}"/>
                    </a:ext>
                  </a:extLst>
                </p14:cNvPr>
                <p14:cNvContentPartPr/>
                <p14:nvPr/>
              </p14:nvContentPartPr>
              <p14:xfrm>
                <a:off x="8813311" y="2785726"/>
                <a:ext cx="224280" cy="3322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E740D99-DB54-08A9-48C1-763A7A485B3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804671" y="2777086"/>
                  <a:ext cx="2419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B179BB6-7B38-13EB-5597-EB8E401C205B}"/>
                    </a:ext>
                  </a:extLst>
                </p14:cNvPr>
                <p14:cNvContentPartPr/>
                <p14:nvPr/>
              </p14:nvContentPartPr>
              <p14:xfrm>
                <a:off x="9429991" y="2985886"/>
                <a:ext cx="360" cy="7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B179BB6-7B38-13EB-5597-EB8E401C205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420991" y="2977246"/>
                  <a:ext cx="18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685556C-C180-DA0A-5F82-4E0D8C07FA87}"/>
                    </a:ext>
                  </a:extLst>
                </p14:cNvPr>
                <p14:cNvContentPartPr/>
                <p14:nvPr/>
              </p14:nvContentPartPr>
              <p14:xfrm>
                <a:off x="1461751" y="3808486"/>
                <a:ext cx="510840" cy="340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685556C-C180-DA0A-5F82-4E0D8C07FA8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53111" y="3799846"/>
                  <a:ext cx="5284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AC8C71E-89AA-7853-93DC-C0F13D4A1E13}"/>
                    </a:ext>
                  </a:extLst>
                </p14:cNvPr>
                <p14:cNvContentPartPr/>
                <p14:nvPr/>
              </p14:nvContentPartPr>
              <p14:xfrm>
                <a:off x="2118031" y="3793006"/>
                <a:ext cx="218520" cy="345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AC8C71E-89AA-7853-93DC-C0F13D4A1E1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109031" y="3784006"/>
                  <a:ext cx="2361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3E0B5E8-BCF5-2A03-91EA-A8E5F9AB6486}"/>
                    </a:ext>
                  </a:extLst>
                </p14:cNvPr>
                <p14:cNvContentPartPr/>
                <p14:nvPr/>
              </p14:nvContentPartPr>
              <p14:xfrm>
                <a:off x="2311351" y="3825406"/>
                <a:ext cx="207720" cy="3488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3E0B5E8-BCF5-2A03-91EA-A8E5F9AB648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302351" y="3816406"/>
                  <a:ext cx="2253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DB7BA39-B965-9FCF-A7CD-A613B2644D70}"/>
                    </a:ext>
                  </a:extLst>
                </p14:cNvPr>
                <p14:cNvContentPartPr/>
                <p14:nvPr/>
              </p14:nvContentPartPr>
              <p14:xfrm>
                <a:off x="2579191" y="3802366"/>
                <a:ext cx="173520" cy="548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DB7BA39-B965-9FCF-A7CD-A613B2644D7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570551" y="3793366"/>
                  <a:ext cx="19116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1243D32-3D0D-DC0A-11DE-865D4AFE5809}"/>
                    </a:ext>
                  </a:extLst>
                </p14:cNvPr>
                <p14:cNvContentPartPr/>
                <p14:nvPr/>
              </p14:nvContentPartPr>
              <p14:xfrm>
                <a:off x="2821831" y="3800566"/>
                <a:ext cx="171360" cy="293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1243D32-3D0D-DC0A-11DE-865D4AFE580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812831" y="3791926"/>
                  <a:ext cx="1890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8C28D52-2BEA-A9E4-E220-1A2B37AD31DE}"/>
                    </a:ext>
                  </a:extLst>
                </p14:cNvPr>
                <p14:cNvContentPartPr/>
                <p14:nvPr/>
              </p14:nvContentPartPr>
              <p14:xfrm>
                <a:off x="3082471" y="3590686"/>
                <a:ext cx="40680" cy="556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8C28D52-2BEA-A9E4-E220-1A2B37AD31D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073831" y="3581686"/>
                  <a:ext cx="5832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4CD43C5-F904-CC73-D2DA-A7C4271D8F39}"/>
                    </a:ext>
                  </a:extLst>
                </p14:cNvPr>
                <p14:cNvContentPartPr/>
                <p14:nvPr/>
              </p14:nvContentPartPr>
              <p14:xfrm>
                <a:off x="3117391" y="3766006"/>
                <a:ext cx="208800" cy="337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4CD43C5-F904-CC73-D2DA-A7C4271D8F3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108751" y="3757366"/>
                  <a:ext cx="2264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115DCCF-DDCA-3B12-DB25-9272E599A5AC}"/>
                    </a:ext>
                  </a:extLst>
                </p14:cNvPr>
                <p14:cNvContentPartPr/>
                <p14:nvPr/>
              </p14:nvContentPartPr>
              <p14:xfrm>
                <a:off x="3480271" y="3754846"/>
                <a:ext cx="142920" cy="328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115DCCF-DDCA-3B12-DB25-9272E599A5A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471271" y="3746206"/>
                  <a:ext cx="1605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C3354D3-41FD-1952-E97F-5EDCC0FE4290}"/>
                    </a:ext>
                  </a:extLst>
                </p14:cNvPr>
                <p14:cNvContentPartPr/>
                <p14:nvPr/>
              </p14:nvContentPartPr>
              <p14:xfrm>
                <a:off x="3703111" y="3754846"/>
                <a:ext cx="208800" cy="393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C3354D3-41FD-1952-E97F-5EDCC0FE429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694471" y="3746206"/>
                  <a:ext cx="2264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C1198EF-42D5-20E1-F3F8-97111A062FC0}"/>
                    </a:ext>
                  </a:extLst>
                </p14:cNvPr>
                <p14:cNvContentPartPr/>
                <p14:nvPr/>
              </p14:nvContentPartPr>
              <p14:xfrm>
                <a:off x="4572871" y="3448486"/>
                <a:ext cx="69840" cy="600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C1198EF-42D5-20E1-F3F8-97111A062FC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563871" y="3439486"/>
                  <a:ext cx="8748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2FDC2FA-1DD0-4012-AF6A-5603C220FD99}"/>
                    </a:ext>
                  </a:extLst>
                </p14:cNvPr>
                <p14:cNvContentPartPr/>
                <p14:nvPr/>
              </p14:nvContentPartPr>
              <p14:xfrm>
                <a:off x="4545511" y="3708046"/>
                <a:ext cx="226440" cy="23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2FDC2FA-1DD0-4012-AF6A-5603C220FD9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536511" y="3699046"/>
                  <a:ext cx="244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D911334-0216-BD56-ACEA-D3BABC067118}"/>
                    </a:ext>
                  </a:extLst>
                </p14:cNvPr>
                <p14:cNvContentPartPr/>
                <p14:nvPr/>
              </p14:nvContentPartPr>
              <p14:xfrm>
                <a:off x="4819831" y="3633166"/>
                <a:ext cx="323280" cy="638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D911334-0216-BD56-ACEA-D3BABC06711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811191" y="3624526"/>
                  <a:ext cx="34092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6D8E97C-A2E8-3B12-F694-BC3C0F428A38}"/>
                    </a:ext>
                  </a:extLst>
                </p14:cNvPr>
                <p14:cNvContentPartPr/>
                <p14:nvPr/>
              </p14:nvContentPartPr>
              <p14:xfrm>
                <a:off x="5196031" y="3764926"/>
                <a:ext cx="300960" cy="279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6D8E97C-A2E8-3B12-F694-BC3C0F428A3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187031" y="3755926"/>
                  <a:ext cx="31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A07CED0-BB58-C2EE-87CC-7A0BE45EC96D}"/>
                    </a:ext>
                  </a:extLst>
                </p14:cNvPr>
                <p14:cNvContentPartPr/>
                <p14:nvPr/>
              </p14:nvContentPartPr>
              <p14:xfrm>
                <a:off x="5457031" y="3736846"/>
                <a:ext cx="249840" cy="293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A07CED0-BB58-C2EE-87CC-7A0BE45EC96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448391" y="3728206"/>
                  <a:ext cx="2674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8900CDA-070C-E7D8-CF6F-248DF596AF32}"/>
                    </a:ext>
                  </a:extLst>
                </p14:cNvPr>
                <p14:cNvContentPartPr/>
                <p14:nvPr/>
              </p14:nvContentPartPr>
              <p14:xfrm>
                <a:off x="5686711" y="3767806"/>
                <a:ext cx="259200" cy="547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8900CDA-070C-E7D8-CF6F-248DF596AF3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677711" y="3758806"/>
                  <a:ext cx="27684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784B1B9-2F97-AADB-F938-A8EF41DE4345}"/>
                    </a:ext>
                  </a:extLst>
                </p14:cNvPr>
                <p14:cNvContentPartPr/>
                <p14:nvPr/>
              </p14:nvContentPartPr>
              <p14:xfrm>
                <a:off x="6015751" y="3722446"/>
                <a:ext cx="252720" cy="2786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784B1B9-2F97-AADB-F938-A8EF41DE434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006751" y="3713446"/>
                  <a:ext cx="270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F9E31BC-B2EE-B2D4-CE90-2C5D7A7C082C}"/>
                    </a:ext>
                  </a:extLst>
                </p14:cNvPr>
                <p14:cNvContentPartPr/>
                <p14:nvPr/>
              </p14:nvContentPartPr>
              <p14:xfrm>
                <a:off x="6264151" y="3722446"/>
                <a:ext cx="237600" cy="323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F9E31BC-B2EE-B2D4-CE90-2C5D7A7C082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55151" y="3713806"/>
                  <a:ext cx="2552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F112FA3-772B-D837-15E7-22A479CE3464}"/>
                    </a:ext>
                  </a:extLst>
                </p14:cNvPr>
                <p14:cNvContentPartPr/>
                <p14:nvPr/>
              </p14:nvContentPartPr>
              <p14:xfrm>
                <a:off x="7222831" y="3584926"/>
                <a:ext cx="473760" cy="350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F112FA3-772B-D837-15E7-22A479CE346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213831" y="3576286"/>
                  <a:ext cx="4914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1475AF5-86F1-7AA6-64D3-8B15FAFA4D29}"/>
                    </a:ext>
                  </a:extLst>
                </p14:cNvPr>
                <p14:cNvContentPartPr/>
                <p14:nvPr/>
              </p14:nvContentPartPr>
              <p14:xfrm>
                <a:off x="8131831" y="3428686"/>
                <a:ext cx="194400" cy="451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1475AF5-86F1-7AA6-64D3-8B15FAFA4D2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22831" y="3419686"/>
                  <a:ext cx="2120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0EB9143-1399-93E1-1A5C-A5AAB4E13943}"/>
                    </a:ext>
                  </a:extLst>
                </p14:cNvPr>
                <p14:cNvContentPartPr/>
                <p14:nvPr/>
              </p14:nvContentPartPr>
              <p14:xfrm>
                <a:off x="8294911" y="3412846"/>
                <a:ext cx="164160" cy="552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0EB9143-1399-93E1-1A5C-A5AAB4E1394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285911" y="3404206"/>
                  <a:ext cx="18180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34EB44E-FB80-4564-89D4-3AC8E8EAA2A3}"/>
                    </a:ext>
                  </a:extLst>
                </p14:cNvPr>
                <p14:cNvContentPartPr/>
                <p14:nvPr/>
              </p14:nvContentPartPr>
              <p14:xfrm>
                <a:off x="8204191" y="3709126"/>
                <a:ext cx="314640" cy="136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34EB44E-FB80-4564-89D4-3AC8E8EAA2A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195191" y="3700126"/>
                  <a:ext cx="3322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BFE8A43-1CE4-82F8-ECDD-65046F2B0C74}"/>
                    </a:ext>
                  </a:extLst>
                </p14:cNvPr>
                <p14:cNvContentPartPr/>
                <p14:nvPr/>
              </p14:nvContentPartPr>
              <p14:xfrm>
                <a:off x="8568511" y="3608326"/>
                <a:ext cx="106560" cy="323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BFE8A43-1CE4-82F8-ECDD-65046F2B0C7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59511" y="3599686"/>
                  <a:ext cx="1242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2A2F32A-3DAD-A51E-8F2C-35D8E78828F5}"/>
                    </a:ext>
                  </a:extLst>
                </p14:cNvPr>
                <p14:cNvContentPartPr/>
                <p14:nvPr/>
              </p14:nvContentPartPr>
              <p14:xfrm>
                <a:off x="8756791" y="3610846"/>
                <a:ext cx="183960" cy="318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2A2F32A-3DAD-A51E-8F2C-35D8E78828F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748151" y="3601846"/>
                  <a:ext cx="2016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BD71147-406C-972C-04B9-67EB817F85AE}"/>
                    </a:ext>
                  </a:extLst>
                </p14:cNvPr>
                <p14:cNvContentPartPr/>
                <p14:nvPr/>
              </p14:nvContentPartPr>
              <p14:xfrm>
                <a:off x="8980351" y="3598246"/>
                <a:ext cx="155520" cy="299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BD71147-406C-972C-04B9-67EB817F85A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971351" y="3589606"/>
                  <a:ext cx="1731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EF4A6C6-6CB7-5367-AAB2-5C14C645C7DA}"/>
                    </a:ext>
                  </a:extLst>
                </p14:cNvPr>
                <p14:cNvContentPartPr/>
                <p14:nvPr/>
              </p14:nvContentPartPr>
              <p14:xfrm>
                <a:off x="9108151" y="3596086"/>
                <a:ext cx="450000" cy="3556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EF4A6C6-6CB7-5367-AAB2-5C14C645C7D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099511" y="3587446"/>
                  <a:ext cx="4676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87FF2A5-350B-449F-3AC8-185E6D19269F}"/>
                    </a:ext>
                  </a:extLst>
                </p14:cNvPr>
                <p14:cNvContentPartPr/>
                <p14:nvPr/>
              </p14:nvContentPartPr>
              <p14:xfrm>
                <a:off x="9115711" y="4504726"/>
                <a:ext cx="72360" cy="496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87FF2A5-350B-449F-3AC8-185E6D19269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106711" y="4496086"/>
                  <a:ext cx="90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B8DFEFE-997A-A766-E94C-2232C5D85193}"/>
                    </a:ext>
                  </a:extLst>
                </p14:cNvPr>
                <p14:cNvContentPartPr/>
                <p14:nvPr/>
              </p14:nvContentPartPr>
              <p14:xfrm>
                <a:off x="4802551" y="5690566"/>
                <a:ext cx="360" cy="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B8DFEFE-997A-A766-E94C-2232C5D8519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93911" y="56819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12F8113-27E5-09F9-7CE5-8AF6807916B1}"/>
                    </a:ext>
                  </a:extLst>
                </p14:cNvPr>
                <p14:cNvContentPartPr/>
                <p14:nvPr/>
              </p14:nvContentPartPr>
              <p14:xfrm>
                <a:off x="10481551" y="5326246"/>
                <a:ext cx="55080" cy="316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12F8113-27E5-09F9-7CE5-8AF6807916B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472911" y="5317606"/>
                  <a:ext cx="72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3AD54B5-7D09-6FDF-3308-5076B9CC2723}"/>
                    </a:ext>
                  </a:extLst>
                </p14:cNvPr>
                <p14:cNvContentPartPr/>
                <p14:nvPr/>
              </p14:nvContentPartPr>
              <p14:xfrm>
                <a:off x="11549671" y="5773366"/>
                <a:ext cx="1440" cy="46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3AD54B5-7D09-6FDF-3308-5076B9CC272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541031" y="5764366"/>
                  <a:ext cx="1908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8A87F08B-4E5F-C188-4F18-71F2DF28B7BB}"/>
                  </a:ext>
                </a:extLst>
              </p14:cNvPr>
              <p14:cNvContentPartPr/>
              <p14:nvPr/>
            </p14:nvContentPartPr>
            <p14:xfrm>
              <a:off x="7952191" y="3203326"/>
              <a:ext cx="1379520" cy="109512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8A87F08B-4E5F-C188-4F18-71F2DF28B7BB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7943551" y="3194326"/>
                <a:ext cx="1397160" cy="11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21E51FBC-B54F-EAFB-714E-92B4D34FA873}"/>
                  </a:ext>
                </a:extLst>
              </p14:cNvPr>
              <p14:cNvContentPartPr/>
              <p14:nvPr/>
            </p14:nvContentPartPr>
            <p14:xfrm>
              <a:off x="4630111" y="4119166"/>
              <a:ext cx="1752840" cy="5004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21E51FBC-B54F-EAFB-714E-92B4D34FA873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4621111" y="4110526"/>
                <a:ext cx="177048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4BF82ADA-66C4-4E51-2B78-94A64B21314E}"/>
                  </a:ext>
                </a:extLst>
              </p14:cNvPr>
              <p14:cNvContentPartPr/>
              <p14:nvPr/>
            </p14:nvContentPartPr>
            <p14:xfrm>
              <a:off x="9877471" y="2647126"/>
              <a:ext cx="116640" cy="9432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4BF82ADA-66C4-4E51-2B78-94A64B21314E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9868471" y="2638486"/>
                <a:ext cx="1342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91494E2A-D49D-264F-010D-C1B674E342AA}"/>
                  </a:ext>
                </a:extLst>
              </p14:cNvPr>
              <p14:cNvContentPartPr/>
              <p14:nvPr/>
            </p14:nvContentPartPr>
            <p14:xfrm>
              <a:off x="9932911" y="2696446"/>
              <a:ext cx="249840" cy="104868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91494E2A-D49D-264F-010D-C1B674E342AA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9923911" y="2687446"/>
                <a:ext cx="267480" cy="106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67701B7-7584-D4C6-D99D-A06221B55348}"/>
              </a:ext>
            </a:extLst>
          </p:cNvPr>
          <p:cNvGrpSpPr/>
          <p:nvPr/>
        </p:nvGrpSpPr>
        <p:grpSpPr>
          <a:xfrm>
            <a:off x="10507471" y="2598166"/>
            <a:ext cx="1640880" cy="761760"/>
            <a:chOff x="10507471" y="2598166"/>
            <a:chExt cx="1640880" cy="76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61978B1-112C-F61E-975A-33A23EA9E2EF}"/>
                    </a:ext>
                  </a:extLst>
                </p14:cNvPr>
                <p14:cNvContentPartPr/>
                <p14:nvPr/>
              </p14:nvContentPartPr>
              <p14:xfrm>
                <a:off x="10507471" y="2660446"/>
                <a:ext cx="113400" cy="5068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61978B1-112C-F61E-975A-33A23EA9E2E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498831" y="2651806"/>
                  <a:ext cx="13104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8E14CE3-E12E-7BC2-1C7A-F4333304531B}"/>
                    </a:ext>
                  </a:extLst>
                </p14:cNvPr>
                <p14:cNvContentPartPr/>
                <p14:nvPr/>
              </p14:nvContentPartPr>
              <p14:xfrm>
                <a:off x="10693951" y="2890846"/>
                <a:ext cx="33840" cy="2383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8E14CE3-E12E-7BC2-1C7A-F4333304531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685311" y="2882206"/>
                  <a:ext cx="514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3DC66B2-6F22-B626-225B-40FD5E4684FA}"/>
                    </a:ext>
                  </a:extLst>
                </p14:cNvPr>
                <p14:cNvContentPartPr/>
                <p14:nvPr/>
              </p14:nvContentPartPr>
              <p14:xfrm>
                <a:off x="10649311" y="2765926"/>
                <a:ext cx="360" cy="3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3DC66B2-6F22-B626-225B-40FD5E4684F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640671" y="27569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735D3FA-E453-B732-AEE8-1196547C3EC1}"/>
                    </a:ext>
                  </a:extLst>
                </p14:cNvPr>
                <p14:cNvContentPartPr/>
                <p14:nvPr/>
              </p14:nvContentPartPr>
              <p14:xfrm>
                <a:off x="10800871" y="2864206"/>
                <a:ext cx="179280" cy="254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735D3FA-E453-B732-AEE8-1196547C3EC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792231" y="2855206"/>
                  <a:ext cx="196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C89CF30-4D34-148E-D49D-4B56355CED17}"/>
                    </a:ext>
                  </a:extLst>
                </p14:cNvPr>
                <p14:cNvContentPartPr/>
                <p14:nvPr/>
              </p14:nvContentPartPr>
              <p14:xfrm>
                <a:off x="11021911" y="2858086"/>
                <a:ext cx="159480" cy="5018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C89CF30-4D34-148E-D49D-4B56355CED1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013271" y="2849086"/>
                  <a:ext cx="17712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7926070-A87E-6162-5B83-C0FF33ACD811}"/>
                    </a:ext>
                  </a:extLst>
                </p14:cNvPr>
                <p14:cNvContentPartPr/>
                <p14:nvPr/>
              </p14:nvContentPartPr>
              <p14:xfrm>
                <a:off x="11296231" y="2868526"/>
                <a:ext cx="290880" cy="2721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7926070-A87E-6162-5B83-C0FF33ACD81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1287591" y="2859886"/>
                  <a:ext cx="3085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D43A0B4-21CB-5478-2E11-5B45B5CAE72C}"/>
                    </a:ext>
                  </a:extLst>
                </p14:cNvPr>
                <p14:cNvContentPartPr/>
                <p14:nvPr/>
              </p14:nvContentPartPr>
              <p14:xfrm>
                <a:off x="11630311" y="2598166"/>
                <a:ext cx="7920" cy="5626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D43A0B4-21CB-5478-2E11-5B45B5CAE72C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1621671" y="2589166"/>
                  <a:ext cx="2556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4CF0480-3AD1-9AAA-5FF4-F7A0E0D3A2DE}"/>
                    </a:ext>
                  </a:extLst>
                </p14:cNvPr>
                <p14:cNvContentPartPr/>
                <p14:nvPr/>
              </p14:nvContentPartPr>
              <p14:xfrm>
                <a:off x="11776831" y="2776726"/>
                <a:ext cx="32760" cy="3686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4CF0480-3AD1-9AAA-5FF4-F7A0E0D3A2D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768191" y="2767726"/>
                  <a:ext cx="504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BB84EC7-DE57-CE67-A486-DD91F8B25EA1}"/>
                    </a:ext>
                  </a:extLst>
                </p14:cNvPr>
                <p14:cNvContentPartPr/>
                <p14:nvPr/>
              </p14:nvContentPartPr>
              <p14:xfrm>
                <a:off x="11811751" y="2788246"/>
                <a:ext cx="101520" cy="3949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BB84EC7-DE57-CE67-A486-DD91F8B25EA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803111" y="2779246"/>
                  <a:ext cx="1191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7B23D05-6273-A06A-F776-022C85F69A26}"/>
                    </a:ext>
                  </a:extLst>
                </p14:cNvPr>
                <p14:cNvContentPartPr/>
                <p14:nvPr/>
              </p14:nvContentPartPr>
              <p14:xfrm>
                <a:off x="11957911" y="2831446"/>
                <a:ext cx="190440" cy="3344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7B23D05-6273-A06A-F776-022C85F69A2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949271" y="2822446"/>
                  <a:ext cx="208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C907553-CB5F-681C-4E32-C570D1B64034}"/>
                    </a:ext>
                  </a:extLst>
                </p14:cNvPr>
                <p14:cNvContentPartPr/>
                <p14:nvPr/>
              </p14:nvContentPartPr>
              <p14:xfrm>
                <a:off x="11481271" y="2964646"/>
                <a:ext cx="46440" cy="997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C907553-CB5F-681C-4E32-C570D1B6403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472631" y="2956006"/>
                  <a:ext cx="6408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F3E67E38-950D-5921-4B3D-8A22334420EF}"/>
              </a:ext>
            </a:extLst>
          </p:cNvPr>
          <p:cNvGrpSpPr/>
          <p:nvPr/>
        </p:nvGrpSpPr>
        <p:grpSpPr>
          <a:xfrm>
            <a:off x="1747591" y="4695886"/>
            <a:ext cx="2828160" cy="800280"/>
            <a:chOff x="1747591" y="4695886"/>
            <a:chExt cx="2828160" cy="80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7A77EA7-4A20-43DE-6000-8437C8A3A592}"/>
                    </a:ext>
                  </a:extLst>
                </p14:cNvPr>
                <p14:cNvContentPartPr/>
                <p14:nvPr/>
              </p14:nvContentPartPr>
              <p14:xfrm>
                <a:off x="1747591" y="4745206"/>
                <a:ext cx="14040" cy="417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7A77EA7-4A20-43DE-6000-8437C8A3A59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738591" y="4736206"/>
                  <a:ext cx="316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0F580D9-0EEE-11BF-E345-C4E87D8C96CC}"/>
                    </a:ext>
                  </a:extLst>
                </p14:cNvPr>
                <p14:cNvContentPartPr/>
                <p14:nvPr/>
              </p14:nvContentPartPr>
              <p14:xfrm>
                <a:off x="1764871" y="4708126"/>
                <a:ext cx="408960" cy="7880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0F580D9-0EEE-11BF-E345-C4E87D8C96C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756231" y="4699486"/>
                  <a:ext cx="42660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54C0895-A344-C8B2-EB78-791D67904CEC}"/>
                    </a:ext>
                  </a:extLst>
                </p14:cNvPr>
                <p14:cNvContentPartPr/>
                <p14:nvPr/>
              </p14:nvContentPartPr>
              <p14:xfrm>
                <a:off x="2258071" y="5091886"/>
                <a:ext cx="147600" cy="2750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54C0895-A344-C8B2-EB78-791D67904CEC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249431" y="5083246"/>
                  <a:ext cx="1652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8E61554-1F04-DF9D-1C8B-8E021B01EF18}"/>
                    </a:ext>
                  </a:extLst>
                </p14:cNvPr>
                <p14:cNvContentPartPr/>
                <p14:nvPr/>
              </p14:nvContentPartPr>
              <p14:xfrm>
                <a:off x="2609431" y="4746286"/>
                <a:ext cx="107280" cy="6015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8E61554-1F04-DF9D-1C8B-8E021B01EF18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600431" y="4737286"/>
                  <a:ext cx="12492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4F71A81-5CD6-F9D9-D0E9-8D0AD747B032}"/>
                    </a:ext>
                  </a:extLst>
                </p14:cNvPr>
                <p14:cNvContentPartPr/>
                <p14:nvPr/>
              </p14:nvContentPartPr>
              <p14:xfrm>
                <a:off x="2788351" y="4695886"/>
                <a:ext cx="41760" cy="6732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4F71A81-5CD6-F9D9-D0E9-8D0AD747B032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779351" y="4687246"/>
                  <a:ext cx="5940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575D86B-0512-25F9-009E-13A419FDB952}"/>
                    </a:ext>
                  </a:extLst>
                </p14:cNvPr>
                <p14:cNvContentPartPr/>
                <p14:nvPr/>
              </p14:nvContentPartPr>
              <p14:xfrm>
                <a:off x="2711311" y="5079286"/>
                <a:ext cx="211320" cy="14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575D86B-0512-25F9-009E-13A419FDB95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702311" y="5070646"/>
                  <a:ext cx="228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83D8EE6-EAA5-4076-9E80-3CA2667353BC}"/>
                    </a:ext>
                  </a:extLst>
                </p14:cNvPr>
                <p14:cNvContentPartPr/>
                <p14:nvPr/>
              </p14:nvContentPartPr>
              <p14:xfrm>
                <a:off x="3010471" y="4996486"/>
                <a:ext cx="487080" cy="4017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83D8EE6-EAA5-4076-9E80-3CA2667353B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001831" y="4987846"/>
                  <a:ext cx="50472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ADB2A1C0-B086-BBBD-EEF4-8F7B8721F7C3}"/>
                    </a:ext>
                  </a:extLst>
                </p14:cNvPr>
                <p14:cNvContentPartPr/>
                <p14:nvPr/>
              </p14:nvContentPartPr>
              <p14:xfrm>
                <a:off x="3514831" y="4984246"/>
                <a:ext cx="331560" cy="3423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ADB2A1C0-B086-BBBD-EEF4-8F7B8721F7C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506191" y="4975606"/>
                  <a:ext cx="3492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B944F36-7C73-B718-41EE-48CC1B7F1651}"/>
                    </a:ext>
                  </a:extLst>
                </p14:cNvPr>
                <p14:cNvContentPartPr/>
                <p14:nvPr/>
              </p14:nvContentPartPr>
              <p14:xfrm>
                <a:off x="3813991" y="4703086"/>
                <a:ext cx="86400" cy="6638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B944F36-7C73-B718-41EE-48CC1B7F165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804991" y="4694086"/>
                  <a:ext cx="10404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E57A9AB-4B62-49F3-6756-458B1B8BFC19}"/>
                    </a:ext>
                  </a:extLst>
                </p14:cNvPr>
                <p14:cNvContentPartPr/>
                <p14:nvPr/>
              </p14:nvContentPartPr>
              <p14:xfrm>
                <a:off x="3745591" y="5033566"/>
                <a:ext cx="277200" cy="370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E57A9AB-4B62-49F3-6756-458B1B8BFC1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736951" y="5024566"/>
                  <a:ext cx="294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FD5E52C-9095-6193-FC29-B9ADFAF225DE}"/>
                    </a:ext>
                  </a:extLst>
                </p14:cNvPr>
                <p14:cNvContentPartPr/>
                <p14:nvPr/>
              </p14:nvContentPartPr>
              <p14:xfrm>
                <a:off x="4037551" y="5018806"/>
                <a:ext cx="538200" cy="3492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FD5E52C-9095-6193-FC29-B9ADFAF225D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028911" y="5009806"/>
                  <a:ext cx="555840" cy="36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301B8B68-C547-27F1-8705-32A83DC0A619}"/>
                  </a:ext>
                </a:extLst>
              </p14:cNvPr>
              <p14:cNvContentPartPr/>
              <p14:nvPr/>
            </p14:nvContentPartPr>
            <p14:xfrm>
              <a:off x="5142751" y="4876246"/>
              <a:ext cx="401400" cy="40176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301B8B68-C547-27F1-8705-32A83DC0A619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5134111" y="4867606"/>
                <a:ext cx="419040" cy="41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5" name="Group 304">
            <a:extLst>
              <a:ext uri="{FF2B5EF4-FFF2-40B4-BE49-F238E27FC236}">
                <a16:creationId xmlns:a16="http://schemas.microsoft.com/office/drawing/2014/main" id="{BF612ECA-C6D3-3E21-49E7-30BAF1DF1C2D}"/>
              </a:ext>
            </a:extLst>
          </p:cNvPr>
          <p:cNvGrpSpPr/>
          <p:nvPr/>
        </p:nvGrpSpPr>
        <p:grpSpPr>
          <a:xfrm>
            <a:off x="6166231" y="4568446"/>
            <a:ext cx="3000600" cy="1163520"/>
            <a:chOff x="6166231" y="4568446"/>
            <a:chExt cx="3000600" cy="11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92A5E61-3B68-2D04-7EAC-BC2A334A4854}"/>
                    </a:ext>
                  </a:extLst>
                </p14:cNvPr>
                <p14:cNvContentPartPr/>
                <p14:nvPr/>
              </p14:nvContentPartPr>
              <p14:xfrm>
                <a:off x="6166231" y="4941766"/>
                <a:ext cx="225000" cy="7902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92A5E61-3B68-2D04-7EAC-BC2A334A485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157231" y="4933126"/>
                  <a:ext cx="242640" cy="8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866A0CD-7E5A-1013-00B2-AB2B35EC0B4C}"/>
                    </a:ext>
                  </a:extLst>
                </p14:cNvPr>
                <p14:cNvContentPartPr/>
                <p14:nvPr/>
              </p14:nvContentPartPr>
              <p14:xfrm>
                <a:off x="6485551" y="4920526"/>
                <a:ext cx="308160" cy="4356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866A0CD-7E5A-1013-00B2-AB2B35EC0B4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476551" y="4911886"/>
                  <a:ext cx="32580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2F00C89-067F-1086-7069-22F60F38C5BE}"/>
                    </a:ext>
                  </a:extLst>
                </p14:cNvPr>
                <p14:cNvContentPartPr/>
                <p14:nvPr/>
              </p14:nvContentPartPr>
              <p14:xfrm>
                <a:off x="6722431" y="4975606"/>
                <a:ext cx="425520" cy="4032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2F00C89-067F-1086-7069-22F60F38C5BE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713791" y="4966966"/>
                  <a:ext cx="4431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07071A3-778B-0D2B-8718-CF141855E0F2}"/>
                    </a:ext>
                  </a:extLst>
                </p14:cNvPr>
                <p14:cNvContentPartPr/>
                <p14:nvPr/>
              </p14:nvContentPartPr>
              <p14:xfrm>
                <a:off x="7185751" y="4568446"/>
                <a:ext cx="326520" cy="7542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07071A3-778B-0D2B-8718-CF141855E0F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176751" y="4559806"/>
                  <a:ext cx="34416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884DB3F-3993-89C1-BA10-85727C137977}"/>
                    </a:ext>
                  </a:extLst>
                </p14:cNvPr>
                <p14:cNvContentPartPr/>
                <p14:nvPr/>
              </p14:nvContentPartPr>
              <p14:xfrm>
                <a:off x="7464031" y="4923046"/>
                <a:ext cx="361800" cy="3492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884DB3F-3993-89C1-BA10-85727C13797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455031" y="4914406"/>
                  <a:ext cx="3794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1B70296-575D-8B75-FCBE-C874A1881DD5}"/>
                    </a:ext>
                  </a:extLst>
                </p14:cNvPr>
                <p14:cNvContentPartPr/>
                <p14:nvPr/>
              </p14:nvContentPartPr>
              <p14:xfrm>
                <a:off x="7796671" y="4581766"/>
                <a:ext cx="267480" cy="7070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1B70296-575D-8B75-FCBE-C874A1881DD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788031" y="4573126"/>
                  <a:ext cx="28512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056D988-73E4-14B6-8B2E-93A75E9661D4}"/>
                    </a:ext>
                  </a:extLst>
                </p14:cNvPr>
                <p14:cNvContentPartPr/>
                <p14:nvPr/>
              </p14:nvContentPartPr>
              <p14:xfrm>
                <a:off x="8121751" y="4903246"/>
                <a:ext cx="261360" cy="2984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056D988-73E4-14B6-8B2E-93A75E9661D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113111" y="4894246"/>
                  <a:ext cx="2790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3582371-5E0C-CC08-25B8-4686C8CAE9EF}"/>
                    </a:ext>
                  </a:extLst>
                </p14:cNvPr>
                <p14:cNvContentPartPr/>
                <p14:nvPr/>
              </p14:nvContentPartPr>
              <p14:xfrm>
                <a:off x="8388151" y="4893886"/>
                <a:ext cx="235440" cy="3488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3582371-5E0C-CC08-25B8-4686C8CAE9E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379151" y="4884886"/>
                  <a:ext cx="2530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9C2AC172-C08C-D901-D8EF-F833A91D0BAE}"/>
                    </a:ext>
                  </a:extLst>
                </p14:cNvPr>
                <p14:cNvContentPartPr/>
                <p14:nvPr/>
              </p14:nvContentPartPr>
              <p14:xfrm>
                <a:off x="8668591" y="4887046"/>
                <a:ext cx="295920" cy="2685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9C2AC172-C08C-D901-D8EF-F833A91D0BA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659591" y="4878406"/>
                  <a:ext cx="313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8683D0D-2161-B5BF-DEA3-E706B0D5830C}"/>
                    </a:ext>
                  </a:extLst>
                </p14:cNvPr>
                <p14:cNvContentPartPr/>
                <p14:nvPr/>
              </p14:nvContentPartPr>
              <p14:xfrm>
                <a:off x="8970271" y="4900006"/>
                <a:ext cx="196560" cy="2710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8683D0D-2161-B5BF-DEA3-E706B0D5830C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961631" y="4891366"/>
                  <a:ext cx="214200" cy="28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9019DB0C-8127-F362-0A59-F701379AC428}"/>
                  </a:ext>
                </a:extLst>
              </p14:cNvPr>
              <p14:cNvContentPartPr/>
              <p14:nvPr/>
            </p14:nvContentPartPr>
            <p14:xfrm>
              <a:off x="9726631" y="5035726"/>
              <a:ext cx="6480" cy="360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9019DB0C-8127-F362-0A59-F701379AC428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9717991" y="5026726"/>
                <a:ext cx="2412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0" name="Group 309">
            <a:extLst>
              <a:ext uri="{FF2B5EF4-FFF2-40B4-BE49-F238E27FC236}">
                <a16:creationId xmlns:a16="http://schemas.microsoft.com/office/drawing/2014/main" id="{43811F7D-E63B-FD99-9C8E-3CA68E3E8547}"/>
              </a:ext>
            </a:extLst>
          </p:cNvPr>
          <p:cNvGrpSpPr/>
          <p:nvPr/>
        </p:nvGrpSpPr>
        <p:grpSpPr>
          <a:xfrm>
            <a:off x="629791" y="5815846"/>
            <a:ext cx="293400" cy="526680"/>
            <a:chOff x="629791" y="5815846"/>
            <a:chExt cx="293400" cy="52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1BEB796C-4EFB-DCBB-9410-E671DD57DB96}"/>
                    </a:ext>
                  </a:extLst>
                </p14:cNvPr>
                <p14:cNvContentPartPr/>
                <p14:nvPr/>
              </p14:nvContentPartPr>
              <p14:xfrm>
                <a:off x="629791" y="5820526"/>
                <a:ext cx="293400" cy="3607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1BEB796C-4EFB-DCBB-9410-E671DD57DB9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21151" y="5811886"/>
                  <a:ext cx="31104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5C4303D-2897-CA95-31C4-7905B70F856C}"/>
                    </a:ext>
                  </a:extLst>
                </p14:cNvPr>
                <p14:cNvContentPartPr/>
                <p14:nvPr/>
              </p14:nvContentPartPr>
              <p14:xfrm>
                <a:off x="845791" y="5815846"/>
                <a:ext cx="75960" cy="5266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5C4303D-2897-CA95-31C4-7905B70F856C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37151" y="5806846"/>
                  <a:ext cx="93600" cy="54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7DA1D60A-230D-3723-EB02-13C745017909}"/>
                  </a:ext>
                </a:extLst>
              </p14:cNvPr>
              <p14:cNvContentPartPr/>
              <p14:nvPr/>
            </p14:nvContentPartPr>
            <p14:xfrm>
              <a:off x="1220911" y="6335686"/>
              <a:ext cx="9000" cy="36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7DA1D60A-230D-3723-EB02-13C745017909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212271" y="6326686"/>
                <a:ext cx="2664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5" name="Group 354">
            <a:extLst>
              <a:ext uri="{FF2B5EF4-FFF2-40B4-BE49-F238E27FC236}">
                <a16:creationId xmlns:a16="http://schemas.microsoft.com/office/drawing/2014/main" id="{16C64F35-80C2-B306-D338-A761596C2046}"/>
              </a:ext>
            </a:extLst>
          </p:cNvPr>
          <p:cNvGrpSpPr/>
          <p:nvPr/>
        </p:nvGrpSpPr>
        <p:grpSpPr>
          <a:xfrm>
            <a:off x="1798351" y="5802166"/>
            <a:ext cx="2757600" cy="1033200"/>
            <a:chOff x="1798351" y="5802166"/>
            <a:chExt cx="2757600" cy="10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B6A7C15-16A7-7020-2636-094945758229}"/>
                    </a:ext>
                  </a:extLst>
                </p14:cNvPr>
                <p14:cNvContentPartPr/>
                <p14:nvPr/>
              </p14:nvContentPartPr>
              <p14:xfrm>
                <a:off x="1896631" y="5814766"/>
                <a:ext cx="2880" cy="104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B6A7C15-16A7-7020-2636-09494575822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887631" y="5805766"/>
                  <a:ext cx="205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12EDFAFF-A3DE-5CC2-A7CB-400A2C8978AB}"/>
                    </a:ext>
                  </a:extLst>
                </p14:cNvPr>
                <p14:cNvContentPartPr/>
                <p14:nvPr/>
              </p14:nvContentPartPr>
              <p14:xfrm>
                <a:off x="1882951" y="5805406"/>
                <a:ext cx="40320" cy="6217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12EDFAFF-A3DE-5CC2-A7CB-400A2C8978A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874311" y="5796406"/>
                  <a:ext cx="5796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D83AC47-0EDB-F3D3-28AA-719D10E5A708}"/>
                    </a:ext>
                  </a:extLst>
                </p14:cNvPr>
                <p14:cNvContentPartPr/>
                <p14:nvPr/>
              </p14:nvContentPartPr>
              <p14:xfrm>
                <a:off x="1798351" y="5802166"/>
                <a:ext cx="249120" cy="3002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D83AC47-0EDB-F3D3-28AA-719D10E5A70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789711" y="5793166"/>
                  <a:ext cx="266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AF114AD-1E2C-C0C7-CD51-633ACA2C0C7C}"/>
                    </a:ext>
                  </a:extLst>
                </p14:cNvPr>
                <p14:cNvContentPartPr/>
                <p14:nvPr/>
              </p14:nvContentPartPr>
              <p14:xfrm>
                <a:off x="2110471" y="6111766"/>
                <a:ext cx="278280" cy="2606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AF114AD-1E2C-C0C7-CD51-633ACA2C0C7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101471" y="6103126"/>
                  <a:ext cx="2959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A3020BE-990F-EE10-0B30-3360FDE87F59}"/>
                    </a:ext>
                  </a:extLst>
                </p14:cNvPr>
                <p14:cNvContentPartPr/>
                <p14:nvPr/>
              </p14:nvContentPartPr>
              <p14:xfrm>
                <a:off x="2339071" y="6088726"/>
                <a:ext cx="270720" cy="2944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A3020BE-990F-EE10-0B30-3360FDE87F5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330431" y="6079726"/>
                  <a:ext cx="2883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967A4D4-EE13-CB36-3AB1-8DC6D7148715}"/>
                    </a:ext>
                  </a:extLst>
                </p14:cNvPr>
                <p14:cNvContentPartPr/>
                <p14:nvPr/>
              </p14:nvContentPartPr>
              <p14:xfrm>
                <a:off x="2668831" y="6085126"/>
                <a:ext cx="181080" cy="5446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967A4D4-EE13-CB36-3AB1-8DC6D714871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660191" y="6076126"/>
                  <a:ext cx="19872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67CF1D5-B75F-9223-F1E8-19AF328B7E28}"/>
                    </a:ext>
                  </a:extLst>
                </p14:cNvPr>
                <p14:cNvContentPartPr/>
                <p14:nvPr/>
              </p14:nvContentPartPr>
              <p14:xfrm>
                <a:off x="2918671" y="6135166"/>
                <a:ext cx="190440" cy="2919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67CF1D5-B75F-9223-F1E8-19AF328B7E2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909671" y="6126526"/>
                  <a:ext cx="2080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0CFBB66-879D-0711-459B-826D750255C0}"/>
                    </a:ext>
                  </a:extLst>
                </p14:cNvPr>
                <p14:cNvContentPartPr/>
                <p14:nvPr/>
              </p14:nvContentPartPr>
              <p14:xfrm>
                <a:off x="3200551" y="5950486"/>
                <a:ext cx="74880" cy="4680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0CFBB66-879D-0711-459B-826D750255C0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191551" y="5941846"/>
                  <a:ext cx="9252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D4DDEE3-0479-C5C8-5A0F-7CF3CF838E7C}"/>
                    </a:ext>
                  </a:extLst>
                </p14:cNvPr>
                <p14:cNvContentPartPr/>
                <p14:nvPr/>
              </p14:nvContentPartPr>
              <p14:xfrm>
                <a:off x="3194791" y="6126526"/>
                <a:ext cx="172800" cy="2484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D4DDEE3-0479-C5C8-5A0F-7CF3CF838E7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185791" y="6117886"/>
                  <a:ext cx="1904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F9E72BD-EB7D-A2CA-4D5E-8577E5FAA6A4}"/>
                    </a:ext>
                  </a:extLst>
                </p14:cNvPr>
                <p14:cNvContentPartPr/>
                <p14:nvPr/>
              </p14:nvContentPartPr>
              <p14:xfrm>
                <a:off x="3483151" y="6073966"/>
                <a:ext cx="198360" cy="3394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F9E72BD-EB7D-A2CA-4D5E-8577E5FAA6A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474151" y="6065326"/>
                  <a:ext cx="2160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AD651FE-FFA1-4978-20E7-8118AAE6BD15}"/>
                    </a:ext>
                  </a:extLst>
                </p14:cNvPr>
                <p14:cNvContentPartPr/>
                <p14:nvPr/>
              </p14:nvContentPartPr>
              <p14:xfrm>
                <a:off x="3787351" y="6088366"/>
                <a:ext cx="250560" cy="3286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AD651FE-FFA1-4978-20E7-8118AAE6BD1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3778351" y="6079726"/>
                  <a:ext cx="2682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DC2EEF48-420C-3A80-51D8-F81E5BED83A5}"/>
                    </a:ext>
                  </a:extLst>
                </p14:cNvPr>
                <p14:cNvContentPartPr/>
                <p14:nvPr/>
              </p14:nvContentPartPr>
              <p14:xfrm>
                <a:off x="4028911" y="6074686"/>
                <a:ext cx="284760" cy="2880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DC2EEF48-420C-3A80-51D8-F81E5BED83A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019911" y="6065686"/>
                  <a:ext cx="3024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669904B-96DE-0F17-564B-856035799B53}"/>
                    </a:ext>
                  </a:extLst>
                </p14:cNvPr>
                <p14:cNvContentPartPr/>
                <p14:nvPr/>
              </p14:nvContentPartPr>
              <p14:xfrm>
                <a:off x="4313311" y="6014566"/>
                <a:ext cx="242640" cy="2908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669904B-96DE-0F17-564B-856035799B5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4304311" y="6005566"/>
                  <a:ext cx="2602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C16E32B9-95DC-AF7B-0ABD-467B69F0D3B2}"/>
                    </a:ext>
                  </a:extLst>
                </p14:cNvPr>
                <p14:cNvContentPartPr/>
                <p14:nvPr/>
              </p14:nvContentPartPr>
              <p14:xfrm>
                <a:off x="1813831" y="6549166"/>
                <a:ext cx="357480" cy="2523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16E32B9-95DC-AF7B-0ABD-467B69F0D3B2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804831" y="6540166"/>
                  <a:ext cx="3751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5226D02-BD92-6FE0-B609-E5703B9BCBF0}"/>
                    </a:ext>
                  </a:extLst>
                </p14:cNvPr>
                <p14:cNvContentPartPr/>
                <p14:nvPr/>
              </p14:nvContentPartPr>
              <p14:xfrm>
                <a:off x="2220631" y="6588406"/>
                <a:ext cx="214200" cy="2347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5226D02-BD92-6FE0-B609-E5703B9BCBF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211631" y="6579766"/>
                  <a:ext cx="2318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8B1803AE-8F07-87F1-6367-4C4C3F523DB3}"/>
                    </a:ext>
                  </a:extLst>
                </p14:cNvPr>
                <p14:cNvContentPartPr/>
                <p14:nvPr/>
              </p14:nvContentPartPr>
              <p14:xfrm>
                <a:off x="2425471" y="6435046"/>
                <a:ext cx="63720" cy="4003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8B1803AE-8F07-87F1-6367-4C4C3F523DB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416831" y="6426046"/>
                  <a:ext cx="8136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A55F8D58-929C-199A-5901-98AB769FB846}"/>
                    </a:ext>
                  </a:extLst>
                </p14:cNvPr>
                <p14:cNvContentPartPr/>
                <p14:nvPr/>
              </p14:nvContentPartPr>
              <p14:xfrm>
                <a:off x="2422951" y="6616126"/>
                <a:ext cx="134640" cy="61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A55F8D58-929C-199A-5901-98AB769FB84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414311" y="6607126"/>
                  <a:ext cx="152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BC2CDF0-4A7C-2303-A47D-167657A753CE}"/>
                    </a:ext>
                  </a:extLst>
                </p14:cNvPr>
                <p14:cNvContentPartPr/>
                <p14:nvPr/>
              </p14:nvContentPartPr>
              <p14:xfrm>
                <a:off x="2692951" y="6589126"/>
                <a:ext cx="218520" cy="1857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BC2CDF0-4A7C-2303-A47D-167657A753CE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684311" y="6580486"/>
                  <a:ext cx="236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53ACC2A-5356-B414-ABD5-4C565F2BB826}"/>
                    </a:ext>
                  </a:extLst>
                </p14:cNvPr>
                <p14:cNvContentPartPr/>
                <p14:nvPr/>
              </p14:nvContentPartPr>
              <p14:xfrm>
                <a:off x="2890951" y="6549166"/>
                <a:ext cx="248040" cy="2743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53ACC2A-5356-B414-ABD5-4C565F2BB826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881951" y="6540166"/>
                  <a:ext cx="26568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CA6733E7-B8B6-3A44-14CD-39E9C7B33334}"/>
              </a:ext>
            </a:extLst>
          </p:cNvPr>
          <p:cNvGrpSpPr/>
          <p:nvPr/>
        </p:nvGrpSpPr>
        <p:grpSpPr>
          <a:xfrm>
            <a:off x="4114591" y="6544486"/>
            <a:ext cx="355680" cy="326880"/>
            <a:chOff x="4114591" y="6544486"/>
            <a:chExt cx="35568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EDFD7D7-39C4-6302-A6D9-0A7750C1FAC8}"/>
                    </a:ext>
                  </a:extLst>
                </p14:cNvPr>
                <p14:cNvContentPartPr/>
                <p14:nvPr/>
              </p14:nvContentPartPr>
              <p14:xfrm>
                <a:off x="4114591" y="6648526"/>
                <a:ext cx="355680" cy="3852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EDFD7D7-39C4-6302-A6D9-0A7750C1FAC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105591" y="6639526"/>
                  <a:ext cx="373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CB85944-FD6F-F9C6-6414-CA7689814F6C}"/>
                    </a:ext>
                  </a:extLst>
                </p14:cNvPr>
                <p14:cNvContentPartPr/>
                <p14:nvPr/>
              </p14:nvContentPartPr>
              <p14:xfrm>
                <a:off x="4282351" y="6544486"/>
                <a:ext cx="64800" cy="3268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CB85944-FD6F-F9C6-6414-CA7689814F6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273351" y="6535846"/>
                  <a:ext cx="82440" cy="34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28C3333D-FEF1-2475-F408-F8856F05DF1D}"/>
              </a:ext>
            </a:extLst>
          </p:cNvPr>
          <p:cNvGrpSpPr/>
          <p:nvPr/>
        </p:nvGrpSpPr>
        <p:grpSpPr>
          <a:xfrm>
            <a:off x="5090551" y="5753206"/>
            <a:ext cx="6766920" cy="1062720"/>
            <a:chOff x="5090551" y="5753206"/>
            <a:chExt cx="6766920" cy="10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2510A12-5C92-3EC8-6CB5-8E68C4EDCE43}"/>
                    </a:ext>
                  </a:extLst>
                </p14:cNvPr>
                <p14:cNvContentPartPr/>
                <p14:nvPr/>
              </p14:nvContentPartPr>
              <p14:xfrm>
                <a:off x="5120431" y="5795326"/>
                <a:ext cx="181800" cy="4600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2510A12-5C92-3EC8-6CB5-8E68C4EDCE43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111431" y="5786326"/>
                  <a:ext cx="19944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074B3E3F-58DD-C5B2-1865-305F8B2F03F3}"/>
                    </a:ext>
                  </a:extLst>
                </p14:cNvPr>
                <p14:cNvContentPartPr/>
                <p14:nvPr/>
              </p14:nvContentPartPr>
              <p14:xfrm>
                <a:off x="5238511" y="5777686"/>
                <a:ext cx="186480" cy="5803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074B3E3F-58DD-C5B2-1865-305F8B2F03F3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229511" y="5769046"/>
                  <a:ext cx="20412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4887DDC-9B45-218A-D559-F4CC27509A84}"/>
                    </a:ext>
                  </a:extLst>
                </p14:cNvPr>
                <p14:cNvContentPartPr/>
                <p14:nvPr/>
              </p14:nvContentPartPr>
              <p14:xfrm>
                <a:off x="5186311" y="6051646"/>
                <a:ext cx="251280" cy="248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4887DDC-9B45-218A-D559-F4CC27509A84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177311" y="6043006"/>
                  <a:ext cx="268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5C3DC2EF-91D7-0682-C243-0187C5F809B4}"/>
                    </a:ext>
                  </a:extLst>
                </p14:cNvPr>
                <p14:cNvContentPartPr/>
                <p14:nvPr/>
              </p14:nvContentPartPr>
              <p14:xfrm>
                <a:off x="5491951" y="5999086"/>
                <a:ext cx="258840" cy="2775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5C3DC2EF-91D7-0682-C243-0187C5F809B4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482951" y="5990446"/>
                  <a:ext cx="2764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414BDF0E-E6C8-1387-98A2-76AF6AFD6E95}"/>
                    </a:ext>
                  </a:extLst>
                </p14:cNvPr>
                <p14:cNvContentPartPr/>
                <p14:nvPr/>
              </p14:nvContentPartPr>
              <p14:xfrm>
                <a:off x="5781031" y="6013486"/>
                <a:ext cx="181800" cy="2851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414BDF0E-E6C8-1387-98A2-76AF6AFD6E9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772391" y="6004846"/>
                  <a:ext cx="1994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18DF62A-E760-39F0-650D-2925B2D04B9D}"/>
                    </a:ext>
                  </a:extLst>
                </p14:cNvPr>
                <p14:cNvContentPartPr/>
                <p14:nvPr/>
              </p14:nvContentPartPr>
              <p14:xfrm>
                <a:off x="5994871" y="5969926"/>
                <a:ext cx="212760" cy="2973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18DF62A-E760-39F0-650D-2925B2D04B9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985871" y="5961286"/>
                  <a:ext cx="2304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49669211-64E7-B751-3858-E2033E5C57AF}"/>
                    </a:ext>
                  </a:extLst>
                </p14:cNvPr>
                <p14:cNvContentPartPr/>
                <p14:nvPr/>
              </p14:nvContentPartPr>
              <p14:xfrm>
                <a:off x="6122671" y="5999086"/>
                <a:ext cx="218880" cy="259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49669211-64E7-B751-3858-E2033E5C57AF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114031" y="5990446"/>
                  <a:ext cx="236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8C410294-D8F6-80A2-89EF-0E5302679AC8}"/>
                    </a:ext>
                  </a:extLst>
                </p14:cNvPr>
                <p14:cNvContentPartPr/>
                <p14:nvPr/>
              </p14:nvContentPartPr>
              <p14:xfrm>
                <a:off x="6920071" y="5972086"/>
                <a:ext cx="453600" cy="3682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8C410294-D8F6-80A2-89EF-0E5302679AC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911431" y="5963086"/>
                  <a:ext cx="4712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CDC85EE-291C-A135-D7E5-7D9A2A1B0FC4}"/>
                    </a:ext>
                  </a:extLst>
                </p14:cNvPr>
                <p14:cNvContentPartPr/>
                <p14:nvPr/>
              </p14:nvContentPartPr>
              <p14:xfrm>
                <a:off x="7479151" y="6005206"/>
                <a:ext cx="587520" cy="3474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CDC85EE-291C-A135-D7E5-7D9A2A1B0FC4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470511" y="5996566"/>
                  <a:ext cx="6051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BCA4DAE-7989-590E-4605-4A5094A10ACE}"/>
                    </a:ext>
                  </a:extLst>
                </p14:cNvPr>
                <p14:cNvContentPartPr/>
                <p14:nvPr/>
              </p14:nvContentPartPr>
              <p14:xfrm>
                <a:off x="8090071" y="6005926"/>
                <a:ext cx="185040" cy="4791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BCA4DAE-7989-590E-4605-4A5094A10ACE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081071" y="5996926"/>
                  <a:ext cx="20268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96C4CE7-1B66-6072-31E8-403D755E4170}"/>
                    </a:ext>
                  </a:extLst>
                </p14:cNvPr>
                <p14:cNvContentPartPr/>
                <p14:nvPr/>
              </p14:nvContentPartPr>
              <p14:xfrm>
                <a:off x="8328031" y="5992606"/>
                <a:ext cx="226800" cy="5119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96C4CE7-1B66-6072-31E8-403D755E4170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319391" y="5983966"/>
                  <a:ext cx="24444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885B767-95CC-9256-0D87-5FA98B826987}"/>
                    </a:ext>
                  </a:extLst>
                </p14:cNvPr>
                <p14:cNvContentPartPr/>
                <p14:nvPr/>
              </p14:nvContentPartPr>
              <p14:xfrm>
                <a:off x="8628991" y="6011326"/>
                <a:ext cx="189360" cy="2721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885B767-95CC-9256-0D87-5FA98B82698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619991" y="6002686"/>
                  <a:ext cx="2070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A65BA03-DC4D-8288-883F-532885A4FC1D}"/>
                    </a:ext>
                  </a:extLst>
                </p14:cNvPr>
                <p14:cNvContentPartPr/>
                <p14:nvPr/>
              </p14:nvContentPartPr>
              <p14:xfrm>
                <a:off x="8884591" y="6033646"/>
                <a:ext cx="311040" cy="29520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A65BA03-DC4D-8288-883F-532885A4FC1D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875591" y="6025006"/>
                  <a:ext cx="3286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8F923EE-667C-9123-3A8E-3A923D63F912}"/>
                    </a:ext>
                  </a:extLst>
                </p14:cNvPr>
                <p14:cNvContentPartPr/>
                <p14:nvPr/>
              </p14:nvContentPartPr>
              <p14:xfrm>
                <a:off x="9232351" y="5984326"/>
                <a:ext cx="282240" cy="2772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8F923EE-667C-9123-3A8E-3A923D63F912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223711" y="5975326"/>
                  <a:ext cx="2998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5761A2D0-EECB-4D6C-3DF8-ECB9F2FF41BC}"/>
                    </a:ext>
                  </a:extLst>
                </p14:cNvPr>
                <p14:cNvContentPartPr/>
                <p14:nvPr/>
              </p14:nvContentPartPr>
              <p14:xfrm>
                <a:off x="9532591" y="5753206"/>
                <a:ext cx="194400" cy="5036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5761A2D0-EECB-4D6C-3DF8-ECB9F2FF41BC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523591" y="5744566"/>
                  <a:ext cx="21204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A664570-922B-B517-375A-41A8D0D524B4}"/>
                    </a:ext>
                  </a:extLst>
                </p14:cNvPr>
                <p14:cNvContentPartPr/>
                <p14:nvPr/>
              </p14:nvContentPartPr>
              <p14:xfrm>
                <a:off x="9746431" y="5982886"/>
                <a:ext cx="476280" cy="2401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A664570-922B-B517-375A-41A8D0D524B4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737431" y="5973886"/>
                  <a:ext cx="4939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675C6016-A35E-D5FB-EEE0-0C87CC399B5F}"/>
                    </a:ext>
                  </a:extLst>
                </p14:cNvPr>
                <p14:cNvContentPartPr/>
                <p14:nvPr/>
              </p14:nvContentPartPr>
              <p14:xfrm>
                <a:off x="10474351" y="5936446"/>
                <a:ext cx="344520" cy="2163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675C6016-A35E-D5FB-EEE0-0C87CC399B5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465351" y="5927446"/>
                  <a:ext cx="3621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78DF09D-C563-4076-120F-3BC386A32B91}"/>
                    </a:ext>
                  </a:extLst>
                </p14:cNvPr>
                <p14:cNvContentPartPr/>
                <p14:nvPr/>
              </p14:nvContentPartPr>
              <p14:xfrm>
                <a:off x="10803031" y="5924206"/>
                <a:ext cx="429120" cy="2930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78DF09D-C563-4076-120F-3BC386A32B91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794391" y="5915566"/>
                  <a:ext cx="446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A7E7A94-855D-CFFC-0456-77A029AF65C5}"/>
                    </a:ext>
                  </a:extLst>
                </p14:cNvPr>
                <p14:cNvContentPartPr/>
                <p14:nvPr/>
              </p14:nvContentPartPr>
              <p14:xfrm>
                <a:off x="11246551" y="5951206"/>
                <a:ext cx="207360" cy="4784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A7E7A94-855D-CFFC-0456-77A029AF65C5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237911" y="5942206"/>
                  <a:ext cx="2250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364F8A5-9420-B093-1BCA-30E8DC314E95}"/>
                    </a:ext>
                  </a:extLst>
                </p14:cNvPr>
                <p14:cNvContentPartPr/>
                <p14:nvPr/>
              </p14:nvContentPartPr>
              <p14:xfrm>
                <a:off x="11443111" y="5950126"/>
                <a:ext cx="241200" cy="2422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364F8A5-9420-B093-1BCA-30E8DC314E9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1434111" y="5941126"/>
                  <a:ext cx="258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F478581-2069-88CA-8F52-F58ED2C047A6}"/>
                    </a:ext>
                  </a:extLst>
                </p14:cNvPr>
                <p14:cNvContentPartPr/>
                <p14:nvPr/>
              </p14:nvContentPartPr>
              <p14:xfrm>
                <a:off x="11668831" y="5934286"/>
                <a:ext cx="188640" cy="2811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F478581-2069-88CA-8F52-F58ED2C047A6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1660191" y="5925646"/>
                  <a:ext cx="2062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72EB0C0F-3DD9-4E15-6058-DABFCF00F72D}"/>
                    </a:ext>
                  </a:extLst>
                </p14:cNvPr>
                <p14:cNvContentPartPr/>
                <p14:nvPr/>
              </p14:nvContentPartPr>
              <p14:xfrm>
                <a:off x="5090551" y="6392566"/>
                <a:ext cx="469800" cy="39384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72EB0C0F-3DD9-4E15-6058-DABFCF00F72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5081911" y="6383926"/>
                  <a:ext cx="4874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0EAC40A-BE0A-2FA6-3FC9-4DA465DC2A0F}"/>
                    </a:ext>
                  </a:extLst>
                </p14:cNvPr>
                <p14:cNvContentPartPr/>
                <p14:nvPr/>
              </p14:nvContentPartPr>
              <p14:xfrm>
                <a:off x="5647831" y="6428926"/>
                <a:ext cx="189360" cy="38700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0EAC40A-BE0A-2FA6-3FC9-4DA465DC2A0F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639191" y="6419926"/>
                  <a:ext cx="2070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2EDF6B9B-04E0-6D09-392A-28EC8EF0CE9D}"/>
                    </a:ext>
                  </a:extLst>
                </p14:cNvPr>
                <p14:cNvContentPartPr/>
                <p14:nvPr/>
              </p14:nvContentPartPr>
              <p14:xfrm>
                <a:off x="5932231" y="6568966"/>
                <a:ext cx="204480" cy="2034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2EDF6B9B-04E0-6D09-392A-28EC8EF0CE9D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923591" y="6559966"/>
                  <a:ext cx="222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750D01BF-26D7-C1C1-69F9-020B432ABB45}"/>
                    </a:ext>
                  </a:extLst>
                </p14:cNvPr>
                <p14:cNvContentPartPr/>
                <p14:nvPr/>
              </p14:nvContentPartPr>
              <p14:xfrm>
                <a:off x="6148951" y="6549166"/>
                <a:ext cx="289440" cy="2095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750D01BF-26D7-C1C1-69F9-020B432ABB45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6140311" y="6540166"/>
                  <a:ext cx="3070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F0C528F-C03D-BB69-1B8C-38412FB52CD0}"/>
                    </a:ext>
                  </a:extLst>
                </p14:cNvPr>
                <p14:cNvContentPartPr/>
                <p14:nvPr/>
              </p14:nvContentPartPr>
              <p14:xfrm>
                <a:off x="6440551" y="6342166"/>
                <a:ext cx="86760" cy="4730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F0C528F-C03D-BB69-1B8C-38412FB52CD0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6431911" y="6333526"/>
                  <a:ext cx="10440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D8B58ACA-BD5E-4833-6E5A-1422A2D36AE3}"/>
                    </a:ext>
                  </a:extLst>
                </p14:cNvPr>
                <p14:cNvContentPartPr/>
                <p14:nvPr/>
              </p14:nvContentPartPr>
              <p14:xfrm>
                <a:off x="6407071" y="6549166"/>
                <a:ext cx="195480" cy="147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D8B58ACA-BD5E-4833-6E5A-1422A2D36AE3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6398431" y="6540166"/>
                  <a:ext cx="213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077EB85A-F778-020D-53CC-C24E07C41EDD}"/>
                    </a:ext>
                  </a:extLst>
                </p14:cNvPr>
                <p14:cNvContentPartPr/>
                <p14:nvPr/>
              </p14:nvContentPartPr>
              <p14:xfrm>
                <a:off x="6634231" y="6556726"/>
                <a:ext cx="99360" cy="2242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077EB85A-F778-020D-53CC-C24E07C41EDD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625591" y="6548086"/>
                  <a:ext cx="1170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DA80585-B498-0ABE-15B0-D7387BA82C11}"/>
                    </a:ext>
                  </a:extLst>
                </p14:cNvPr>
                <p14:cNvContentPartPr/>
                <p14:nvPr/>
              </p14:nvContentPartPr>
              <p14:xfrm>
                <a:off x="6828991" y="6447286"/>
                <a:ext cx="40320" cy="3574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DA80585-B498-0ABE-15B0-D7387BA82C11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820351" y="6438646"/>
                  <a:ext cx="579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4756ADE5-BE3C-D77F-536C-B61110A7738B}"/>
                    </a:ext>
                  </a:extLst>
                </p14:cNvPr>
                <p14:cNvContentPartPr/>
                <p14:nvPr/>
              </p14:nvContentPartPr>
              <p14:xfrm>
                <a:off x="6816751" y="6603886"/>
                <a:ext cx="153000" cy="147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4756ADE5-BE3C-D77F-536C-B61110A7738B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808111" y="6594886"/>
                  <a:ext cx="170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3196F62A-9B42-5C80-4EE8-1082A86DFA80}"/>
                    </a:ext>
                  </a:extLst>
                </p14:cNvPr>
                <p14:cNvContentPartPr/>
                <p14:nvPr/>
              </p14:nvContentPartPr>
              <p14:xfrm>
                <a:off x="6995671" y="6534046"/>
                <a:ext cx="193680" cy="2163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3196F62A-9B42-5C80-4EE8-1082A86DFA80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986671" y="6525046"/>
                  <a:ext cx="211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2A4A1D4C-0D35-3908-03AC-5E68E5552908}"/>
                    </a:ext>
                  </a:extLst>
                </p14:cNvPr>
                <p14:cNvContentPartPr/>
                <p14:nvPr/>
              </p14:nvContentPartPr>
              <p14:xfrm>
                <a:off x="7215631" y="6539086"/>
                <a:ext cx="215280" cy="22392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2A4A1D4C-0D35-3908-03AC-5E68E5552908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7206631" y="6530086"/>
                  <a:ext cx="232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40BE149-1F25-0C06-E7FA-856E77A1312D}"/>
                    </a:ext>
                  </a:extLst>
                </p14:cNvPr>
                <p14:cNvContentPartPr/>
                <p14:nvPr/>
              </p14:nvContentPartPr>
              <p14:xfrm>
                <a:off x="7482391" y="6583366"/>
                <a:ext cx="207720" cy="2034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40BE149-1F25-0C06-E7FA-856E77A1312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473751" y="6574726"/>
                  <a:ext cx="225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F68FD3F-1378-2510-CAFB-D867E0150CD9}"/>
                    </a:ext>
                  </a:extLst>
                </p14:cNvPr>
                <p14:cNvContentPartPr/>
                <p14:nvPr/>
              </p14:nvContentPartPr>
              <p14:xfrm>
                <a:off x="8017711" y="6428926"/>
                <a:ext cx="269640" cy="37260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F68FD3F-1378-2510-CAFB-D867E0150CD9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009071" y="6419926"/>
                  <a:ext cx="2872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C31FFCA7-D76E-EE47-DEAD-6D7B80015835}"/>
                    </a:ext>
                  </a:extLst>
                </p14:cNvPr>
                <p14:cNvContentPartPr/>
                <p14:nvPr/>
              </p14:nvContentPartPr>
              <p14:xfrm>
                <a:off x="8423791" y="6557806"/>
                <a:ext cx="211680" cy="2170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C31FFCA7-D76E-EE47-DEAD-6D7B80015835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414791" y="6549166"/>
                  <a:ext cx="2293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AB1F66C-8CFC-093F-88C7-DC1CBED4CE70}"/>
                    </a:ext>
                  </a:extLst>
                </p14:cNvPr>
                <p14:cNvContentPartPr/>
                <p14:nvPr/>
              </p14:nvContentPartPr>
              <p14:xfrm>
                <a:off x="8694511" y="6571486"/>
                <a:ext cx="53640" cy="2026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AB1F66C-8CFC-093F-88C7-DC1CBED4CE7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8685871" y="6562486"/>
                  <a:ext cx="712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4B9F5C4-016F-9E97-4F8B-4177CA5D18DD}"/>
                    </a:ext>
                  </a:extLst>
                </p14:cNvPr>
                <p14:cNvContentPartPr/>
                <p14:nvPr/>
              </p14:nvContentPartPr>
              <p14:xfrm>
                <a:off x="8698471" y="6441886"/>
                <a:ext cx="360" cy="3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4B9F5C4-016F-9E97-4F8B-4177CA5D18D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89471" y="64328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8CFA5706-A3B6-7E6D-83C5-AB28839F066D}"/>
                    </a:ext>
                  </a:extLst>
                </p14:cNvPr>
                <p14:cNvContentPartPr/>
                <p14:nvPr/>
              </p14:nvContentPartPr>
              <p14:xfrm>
                <a:off x="8821231" y="6284926"/>
                <a:ext cx="170640" cy="4716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8CFA5706-A3B6-7E6D-83C5-AB28839F066D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812231" y="6276286"/>
                  <a:ext cx="18828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051E2DD4-1E31-ECE5-B0B6-4117FD4EA33D}"/>
                    </a:ext>
                  </a:extLst>
                </p14:cNvPr>
                <p14:cNvContentPartPr/>
                <p14:nvPr/>
              </p14:nvContentPartPr>
              <p14:xfrm>
                <a:off x="9105631" y="6496246"/>
                <a:ext cx="145440" cy="30852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051E2DD4-1E31-ECE5-B0B6-4117FD4EA33D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096991" y="6487606"/>
                  <a:ext cx="1630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18C4C8E9-60A0-FDB2-30A1-E3E0DC04759A}"/>
                    </a:ext>
                  </a:extLst>
                </p14:cNvPr>
                <p14:cNvContentPartPr/>
                <p14:nvPr/>
              </p14:nvContentPartPr>
              <p14:xfrm>
                <a:off x="9311911" y="6489406"/>
                <a:ext cx="207720" cy="29592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18C4C8E9-60A0-FDB2-30A1-E3E0DC04759A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302911" y="6480406"/>
                  <a:ext cx="2253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8318D24-C3B1-3046-01C9-0AEE3634556D}"/>
                    </a:ext>
                  </a:extLst>
                </p14:cNvPr>
                <p14:cNvContentPartPr/>
                <p14:nvPr/>
              </p14:nvContentPartPr>
              <p14:xfrm>
                <a:off x="9813751" y="6726646"/>
                <a:ext cx="5400" cy="72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8318D24-C3B1-3046-01C9-0AEE3634556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804751" y="6718006"/>
                  <a:ext cx="23040" cy="2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894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A029AA-3311-77CC-B66D-59EC805FC278}"/>
                  </a:ext>
                </a:extLst>
              </p14:cNvPr>
              <p14:cNvContentPartPr/>
              <p14:nvPr/>
            </p14:nvContentPartPr>
            <p14:xfrm>
              <a:off x="644551" y="500806"/>
              <a:ext cx="259200" cy="42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A029AA-3311-77CC-B66D-59EC805FC2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911" y="492166"/>
                <a:ext cx="27684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0C9993-7891-673B-67D8-9DE2EDF1B88A}"/>
                  </a:ext>
                </a:extLst>
              </p14:cNvPr>
              <p14:cNvContentPartPr/>
              <p14:nvPr/>
            </p14:nvContentPartPr>
            <p14:xfrm>
              <a:off x="583711" y="460126"/>
              <a:ext cx="262440" cy="29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0C9993-7891-673B-67D8-9DE2EDF1B8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5071" y="451126"/>
                <a:ext cx="2800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6412BBF-A853-62D1-4B72-E02FE3773CE0}"/>
                  </a:ext>
                </a:extLst>
              </p14:cNvPr>
              <p14:cNvContentPartPr/>
              <p14:nvPr/>
            </p14:nvContentPartPr>
            <p14:xfrm>
              <a:off x="1018591" y="894646"/>
              <a:ext cx="41400" cy="216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6412BBF-A853-62D1-4B72-E02FE3773C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9591" y="886006"/>
                <a:ext cx="590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C37B737C-0F62-7517-C776-DA7FC3C7BCE8}"/>
              </a:ext>
            </a:extLst>
          </p:cNvPr>
          <p:cNvGrpSpPr/>
          <p:nvPr/>
        </p:nvGrpSpPr>
        <p:grpSpPr>
          <a:xfrm>
            <a:off x="1541671" y="273646"/>
            <a:ext cx="2711160" cy="816840"/>
            <a:chOff x="1541671" y="273646"/>
            <a:chExt cx="2711160" cy="81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9116B78-C0F3-CE19-35B2-858A2864DF18}"/>
                    </a:ext>
                  </a:extLst>
                </p14:cNvPr>
                <p14:cNvContentPartPr/>
                <p14:nvPr/>
              </p14:nvContentPartPr>
              <p14:xfrm>
                <a:off x="1541671" y="273646"/>
                <a:ext cx="278280" cy="654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9116B78-C0F3-CE19-35B2-858A2864DF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33031" y="264646"/>
                  <a:ext cx="29592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140D514-FA41-3145-9EA0-85F97CEC4EB7}"/>
                    </a:ext>
                  </a:extLst>
                </p14:cNvPr>
                <p14:cNvContentPartPr/>
                <p14:nvPr/>
              </p14:nvContentPartPr>
              <p14:xfrm>
                <a:off x="1933351" y="473446"/>
                <a:ext cx="117720" cy="392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140D514-FA41-3145-9EA0-85F97CEC4E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24711" y="464446"/>
                  <a:ext cx="1353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8F624F4-9F32-6E10-344B-C514666C6DE9}"/>
                    </a:ext>
                  </a:extLst>
                </p14:cNvPr>
                <p14:cNvContentPartPr/>
                <p14:nvPr/>
              </p14:nvContentPartPr>
              <p14:xfrm>
                <a:off x="2128111" y="513766"/>
                <a:ext cx="213480" cy="356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8F624F4-9F32-6E10-344B-C514666C6D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19471" y="504766"/>
                  <a:ext cx="2311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E2DCBA-3E59-3977-A5F2-DFC65039BD74}"/>
                    </a:ext>
                  </a:extLst>
                </p14:cNvPr>
                <p14:cNvContentPartPr/>
                <p14:nvPr/>
              </p14:nvContentPartPr>
              <p14:xfrm>
                <a:off x="2328631" y="586486"/>
                <a:ext cx="62640" cy="277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E2DCBA-3E59-3977-A5F2-DFC65039BD7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19631" y="577486"/>
                  <a:ext cx="802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8CBCB6F-6902-96B0-6DF7-29526F0F62E1}"/>
                    </a:ext>
                  </a:extLst>
                </p14:cNvPr>
                <p14:cNvContentPartPr/>
                <p14:nvPr/>
              </p14:nvContentPartPr>
              <p14:xfrm>
                <a:off x="2353471" y="415486"/>
                <a:ext cx="2880" cy="12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8CBCB6F-6902-96B0-6DF7-29526F0F62E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44831" y="406486"/>
                  <a:ext cx="20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4CCA09D-5F7F-2FBC-3481-E7E43D501CEA}"/>
                    </a:ext>
                  </a:extLst>
                </p14:cNvPr>
                <p14:cNvContentPartPr/>
                <p14:nvPr/>
              </p14:nvContentPartPr>
              <p14:xfrm>
                <a:off x="2552191" y="344566"/>
                <a:ext cx="74160" cy="550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4CCA09D-5F7F-2FBC-3481-E7E43D501C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43551" y="335566"/>
                  <a:ext cx="9180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A4A7352-AEAA-0779-7127-3959BACFDF6D}"/>
                    </a:ext>
                  </a:extLst>
                </p14:cNvPr>
                <p14:cNvContentPartPr/>
                <p14:nvPr/>
              </p14:nvContentPartPr>
              <p14:xfrm>
                <a:off x="2629231" y="342046"/>
                <a:ext cx="68760" cy="548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A4A7352-AEAA-0779-7127-3959BACFDF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20591" y="333046"/>
                  <a:ext cx="8640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EFE9D26-F174-0087-2ABE-0085F00408D0}"/>
                    </a:ext>
                  </a:extLst>
                </p14:cNvPr>
                <p14:cNvContentPartPr/>
                <p14:nvPr/>
              </p14:nvContentPartPr>
              <p14:xfrm>
                <a:off x="2745871" y="529246"/>
                <a:ext cx="137880" cy="336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EFE9D26-F174-0087-2ABE-0085F00408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37231" y="520246"/>
                  <a:ext cx="1555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FF139FF-6B7B-58F2-0A59-CFA8213AF6E5}"/>
                    </a:ext>
                  </a:extLst>
                </p14:cNvPr>
                <p14:cNvContentPartPr/>
                <p14:nvPr/>
              </p14:nvContentPartPr>
              <p14:xfrm>
                <a:off x="2937031" y="502606"/>
                <a:ext cx="126000" cy="346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FF139FF-6B7B-58F2-0A59-CFA8213AF6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28391" y="493606"/>
                  <a:ext cx="1436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1B8BED6-CFB0-4971-CBE4-1D5D2993E70A}"/>
                    </a:ext>
                  </a:extLst>
                </p14:cNvPr>
                <p14:cNvContentPartPr/>
                <p14:nvPr/>
              </p14:nvContentPartPr>
              <p14:xfrm>
                <a:off x="3167071" y="526726"/>
                <a:ext cx="196560" cy="360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1B8BED6-CFB0-4971-CBE4-1D5D2993E70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58071" y="518086"/>
                  <a:ext cx="2142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A2DCB38-B54E-A147-19C4-325EF8898C64}"/>
                    </a:ext>
                  </a:extLst>
                </p14:cNvPr>
                <p14:cNvContentPartPr/>
                <p14:nvPr/>
              </p14:nvContentPartPr>
              <p14:xfrm>
                <a:off x="3430231" y="549406"/>
                <a:ext cx="180360" cy="328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A2DCB38-B54E-A147-19C4-325EF8898C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21231" y="540766"/>
                  <a:ext cx="1980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AFD01D4-E069-101E-DE5F-DE0D6D0D515E}"/>
                    </a:ext>
                  </a:extLst>
                </p14:cNvPr>
                <p14:cNvContentPartPr/>
                <p14:nvPr/>
              </p14:nvContentPartPr>
              <p14:xfrm>
                <a:off x="3734431" y="519886"/>
                <a:ext cx="172080" cy="570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AFD01D4-E069-101E-DE5F-DE0D6D0D51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25791" y="511246"/>
                  <a:ext cx="18972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2AF8DE6-8F0C-B492-20C3-0A62DDE94223}"/>
                    </a:ext>
                  </a:extLst>
                </p14:cNvPr>
                <p14:cNvContentPartPr/>
                <p14:nvPr/>
              </p14:nvContentPartPr>
              <p14:xfrm>
                <a:off x="4046191" y="528526"/>
                <a:ext cx="206640" cy="275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2AF8DE6-8F0C-B492-20C3-0A62DDE9422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7551" y="519526"/>
                  <a:ext cx="224280" cy="29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17257C4-8D8F-6DB4-ADA9-3C04B4C001CE}"/>
              </a:ext>
            </a:extLst>
          </p:cNvPr>
          <p:cNvGrpSpPr/>
          <p:nvPr/>
        </p:nvGrpSpPr>
        <p:grpSpPr>
          <a:xfrm>
            <a:off x="4616431" y="473446"/>
            <a:ext cx="1081800" cy="334440"/>
            <a:chOff x="4616431" y="473446"/>
            <a:chExt cx="108180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AA8F921-7C7A-D00E-A75A-9D32E16B1672}"/>
                    </a:ext>
                  </a:extLst>
                </p14:cNvPr>
                <p14:cNvContentPartPr/>
                <p14:nvPr/>
              </p14:nvContentPartPr>
              <p14:xfrm>
                <a:off x="4616431" y="807526"/>
                <a:ext cx="3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AA8F921-7C7A-D00E-A75A-9D32E16B167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07431" y="7988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6526D1C-1558-8420-F56F-42AD03DA3A0A}"/>
                    </a:ext>
                  </a:extLst>
                </p14:cNvPr>
                <p14:cNvContentPartPr/>
                <p14:nvPr/>
              </p14:nvContentPartPr>
              <p14:xfrm>
                <a:off x="4833511" y="562726"/>
                <a:ext cx="821880" cy="39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6526D1C-1558-8420-F56F-42AD03DA3A0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24511" y="554086"/>
                  <a:ext cx="839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A6B06C0-5F46-A853-17CE-92C2A3047876}"/>
                    </a:ext>
                  </a:extLst>
                </p14:cNvPr>
                <p14:cNvContentPartPr/>
                <p14:nvPr/>
              </p14:nvContentPartPr>
              <p14:xfrm>
                <a:off x="5507791" y="473446"/>
                <a:ext cx="190440" cy="230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A6B06C0-5F46-A853-17CE-92C2A30478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99151" y="464806"/>
                  <a:ext cx="20808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C42E08-C540-D67C-F2F7-70ED5CAB05E6}"/>
              </a:ext>
            </a:extLst>
          </p:cNvPr>
          <p:cNvGrpSpPr/>
          <p:nvPr/>
        </p:nvGrpSpPr>
        <p:grpSpPr>
          <a:xfrm>
            <a:off x="6465391" y="121006"/>
            <a:ext cx="1827360" cy="596160"/>
            <a:chOff x="6465391" y="121006"/>
            <a:chExt cx="182736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7551F32-DBA1-D1FD-DD43-E1251D337DBF}"/>
                    </a:ext>
                  </a:extLst>
                </p14:cNvPr>
                <p14:cNvContentPartPr/>
                <p14:nvPr/>
              </p14:nvContentPartPr>
              <p14:xfrm>
                <a:off x="6465391" y="121006"/>
                <a:ext cx="946800" cy="528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7551F32-DBA1-D1FD-DD43-E1251D337D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56751" y="112006"/>
                  <a:ext cx="96444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E6BCC66-737A-90F1-C945-353633149510}"/>
                    </a:ext>
                  </a:extLst>
                </p14:cNvPr>
                <p14:cNvContentPartPr/>
                <p14:nvPr/>
              </p14:nvContentPartPr>
              <p14:xfrm>
                <a:off x="7374391" y="241966"/>
                <a:ext cx="3960" cy="2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E6BCC66-737A-90F1-C945-3536331495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65751" y="233326"/>
                  <a:ext cx="21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6A66E05-78F9-0C16-EBBF-5E08F8DF0BD6}"/>
                    </a:ext>
                  </a:extLst>
                </p14:cNvPr>
                <p14:cNvContentPartPr/>
                <p14:nvPr/>
              </p14:nvContentPartPr>
              <p14:xfrm>
                <a:off x="7570591" y="150526"/>
                <a:ext cx="198000" cy="520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6A66E05-78F9-0C16-EBBF-5E08F8DF0BD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1591" y="141526"/>
                  <a:ext cx="2156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6A0907B-BDBE-7469-69A7-B6633052AC7E}"/>
                    </a:ext>
                  </a:extLst>
                </p14:cNvPr>
                <p14:cNvContentPartPr/>
                <p14:nvPr/>
              </p14:nvContentPartPr>
              <p14:xfrm>
                <a:off x="7856071" y="213166"/>
                <a:ext cx="358200" cy="504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6A0907B-BDBE-7469-69A7-B6633052AC7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47431" y="204166"/>
                  <a:ext cx="37584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79D204F-4C23-0D26-0861-E1A8679DF0DA}"/>
                    </a:ext>
                  </a:extLst>
                </p14:cNvPr>
                <p14:cNvContentPartPr/>
                <p14:nvPr/>
              </p14:nvContentPartPr>
              <p14:xfrm>
                <a:off x="8094751" y="402886"/>
                <a:ext cx="198000" cy="33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79D204F-4C23-0D26-0861-E1A8679DF0D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86111" y="394246"/>
                  <a:ext cx="2156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BFFDF11-6EF5-A813-5EAB-CB99A9A820A7}"/>
              </a:ext>
            </a:extLst>
          </p:cNvPr>
          <p:cNvGrpSpPr/>
          <p:nvPr/>
        </p:nvGrpSpPr>
        <p:grpSpPr>
          <a:xfrm>
            <a:off x="8898271" y="154846"/>
            <a:ext cx="2125080" cy="875520"/>
            <a:chOff x="8898271" y="154846"/>
            <a:chExt cx="2125080" cy="87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16EAEF-393B-0639-E690-158DC447AF40}"/>
                    </a:ext>
                  </a:extLst>
                </p14:cNvPr>
                <p14:cNvContentPartPr/>
                <p14:nvPr/>
              </p14:nvContentPartPr>
              <p14:xfrm>
                <a:off x="8898271" y="355006"/>
                <a:ext cx="192240" cy="580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16EAEF-393B-0639-E690-158DC447AF4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89271" y="346006"/>
                  <a:ext cx="20988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BEE91E-CBB4-DCF2-3D38-9EAD3399269C}"/>
                    </a:ext>
                  </a:extLst>
                </p14:cNvPr>
                <p14:cNvContentPartPr/>
                <p14:nvPr/>
              </p14:nvContentPartPr>
              <p14:xfrm>
                <a:off x="9195631" y="307126"/>
                <a:ext cx="193680" cy="376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BEE91E-CBB4-DCF2-3D38-9EAD339926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86631" y="298486"/>
                  <a:ext cx="2113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C2F2796-A7EC-909F-5C8D-A711D194FDC3}"/>
                    </a:ext>
                  </a:extLst>
                </p14:cNvPr>
                <p14:cNvContentPartPr/>
                <p14:nvPr/>
              </p14:nvContentPartPr>
              <p14:xfrm>
                <a:off x="9354031" y="163846"/>
                <a:ext cx="81000" cy="532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C2F2796-A7EC-909F-5C8D-A711D194FDC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45391" y="155206"/>
                  <a:ext cx="9864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B170C69-414D-024C-317B-D0E6E814EF65}"/>
                    </a:ext>
                  </a:extLst>
                </p14:cNvPr>
                <p14:cNvContentPartPr/>
                <p14:nvPr/>
              </p14:nvContentPartPr>
              <p14:xfrm>
                <a:off x="9431071" y="367246"/>
                <a:ext cx="161640" cy="308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B170C69-414D-024C-317B-D0E6E814EF6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22431" y="358606"/>
                  <a:ext cx="1792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44E8F99-383B-FBE0-2705-8DF17209E854}"/>
                    </a:ext>
                  </a:extLst>
                </p14:cNvPr>
                <p14:cNvContentPartPr/>
                <p14:nvPr/>
              </p14:nvContentPartPr>
              <p14:xfrm>
                <a:off x="9658951" y="340606"/>
                <a:ext cx="302760" cy="376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44E8F99-383B-FBE0-2705-8DF17209E85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50311" y="331606"/>
                  <a:ext cx="3204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63E46DF-B1B2-8CCF-4EA8-C7D9A953B6A1}"/>
                    </a:ext>
                  </a:extLst>
                </p14:cNvPr>
                <p14:cNvContentPartPr/>
                <p14:nvPr/>
              </p14:nvContentPartPr>
              <p14:xfrm>
                <a:off x="9982591" y="154846"/>
                <a:ext cx="215640" cy="527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63E46DF-B1B2-8CCF-4EA8-C7D9A953B6A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73591" y="146206"/>
                  <a:ext cx="23328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3B34000-1943-5A70-6F39-B90BD5D8E6D8}"/>
                    </a:ext>
                  </a:extLst>
                </p14:cNvPr>
                <p14:cNvContentPartPr/>
                <p14:nvPr/>
              </p14:nvContentPartPr>
              <p14:xfrm>
                <a:off x="10215871" y="329806"/>
                <a:ext cx="624960" cy="400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3B34000-1943-5A70-6F39-B90BD5D8E6D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07231" y="321166"/>
                  <a:ext cx="6426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B7EFD01-1DD9-08CE-E80D-FA55FF059EAD}"/>
                    </a:ext>
                  </a:extLst>
                </p14:cNvPr>
                <p14:cNvContentPartPr/>
                <p14:nvPr/>
              </p14:nvContentPartPr>
              <p14:xfrm>
                <a:off x="10689271" y="420886"/>
                <a:ext cx="334080" cy="609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B7EFD01-1DD9-08CE-E80D-FA55FF059EA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80631" y="412246"/>
                  <a:ext cx="351720" cy="62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011B8B7-2459-3EB5-96A5-2758F72CAD90}"/>
                  </a:ext>
                </a:extLst>
              </p14:cNvPr>
              <p14:cNvContentPartPr/>
              <p14:nvPr/>
            </p14:nvContentPartPr>
            <p14:xfrm>
              <a:off x="6275311" y="551566"/>
              <a:ext cx="124560" cy="518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011B8B7-2459-3EB5-96A5-2758F72CAD9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266671" y="542926"/>
                <a:ext cx="1422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ED1334F-4899-600A-5732-D2E5C8F57467}"/>
                  </a:ext>
                </a:extLst>
              </p14:cNvPr>
              <p14:cNvContentPartPr/>
              <p14:nvPr/>
            </p14:nvContentPartPr>
            <p14:xfrm>
              <a:off x="6220951" y="1262566"/>
              <a:ext cx="94680" cy="338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ED1334F-4899-600A-5732-D2E5C8F5746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211951" y="1253566"/>
                <a:ext cx="11232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86AD001A-3E32-F660-AA9C-ADF0F27414E2}"/>
              </a:ext>
            </a:extLst>
          </p:cNvPr>
          <p:cNvGrpSpPr/>
          <p:nvPr/>
        </p:nvGrpSpPr>
        <p:grpSpPr>
          <a:xfrm>
            <a:off x="6807031" y="1113886"/>
            <a:ext cx="2114280" cy="725040"/>
            <a:chOff x="6807031" y="1113886"/>
            <a:chExt cx="2114280" cy="7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94E9003-5500-6A4A-56AE-86917AD27B6B}"/>
                    </a:ext>
                  </a:extLst>
                </p14:cNvPr>
                <p14:cNvContentPartPr/>
                <p14:nvPr/>
              </p14:nvContentPartPr>
              <p14:xfrm>
                <a:off x="6807031" y="1182286"/>
                <a:ext cx="698400" cy="412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94E9003-5500-6A4A-56AE-86917AD27B6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98031" y="1173286"/>
                  <a:ext cx="7160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2AB6891-A715-13D1-F2F9-CB71E838795A}"/>
                    </a:ext>
                  </a:extLst>
                </p14:cNvPr>
                <p14:cNvContentPartPr/>
                <p14:nvPr/>
              </p14:nvContentPartPr>
              <p14:xfrm>
                <a:off x="7448911" y="1293886"/>
                <a:ext cx="183240" cy="278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2AB6891-A715-13D1-F2F9-CB71E83879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39911" y="1284886"/>
                  <a:ext cx="2008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042979C-F982-A70C-7665-652AE27B0716}"/>
                    </a:ext>
                  </a:extLst>
                </p14:cNvPr>
                <p14:cNvContentPartPr/>
                <p14:nvPr/>
              </p14:nvContentPartPr>
              <p14:xfrm>
                <a:off x="7631071" y="1334206"/>
                <a:ext cx="242640" cy="504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042979C-F982-A70C-7665-652AE27B07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22071" y="1325206"/>
                  <a:ext cx="26028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A3A5228-979F-DD0D-6E02-EAA3687B3FD1}"/>
                    </a:ext>
                  </a:extLst>
                </p14:cNvPr>
                <p14:cNvContentPartPr/>
                <p14:nvPr/>
              </p14:nvContentPartPr>
              <p14:xfrm>
                <a:off x="7947151" y="1294966"/>
                <a:ext cx="200160" cy="282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A3A5228-979F-DD0D-6E02-EAA3687B3F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38511" y="1285966"/>
                  <a:ext cx="2178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CBBA305-952C-2067-14BA-F452D10F35BB}"/>
                    </a:ext>
                  </a:extLst>
                </p14:cNvPr>
                <p14:cNvContentPartPr/>
                <p14:nvPr/>
              </p14:nvContentPartPr>
              <p14:xfrm>
                <a:off x="8248831" y="1113886"/>
                <a:ext cx="68760" cy="500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CBBA305-952C-2067-14BA-F452D10F35B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39831" y="1104886"/>
                  <a:ext cx="864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EB0D277-6447-E2C4-8FEB-97B3900FAA12}"/>
                    </a:ext>
                  </a:extLst>
                </p14:cNvPr>
                <p14:cNvContentPartPr/>
                <p14:nvPr/>
              </p14:nvContentPartPr>
              <p14:xfrm>
                <a:off x="8277631" y="1286326"/>
                <a:ext cx="361080" cy="268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EB0D277-6447-E2C4-8FEB-97B3900FAA1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68991" y="1277686"/>
                  <a:ext cx="3787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C0CBBC6-2CE0-4045-3900-48C05D9D321F}"/>
                    </a:ext>
                  </a:extLst>
                </p14:cNvPr>
                <p14:cNvContentPartPr/>
                <p14:nvPr/>
              </p14:nvContentPartPr>
              <p14:xfrm>
                <a:off x="8664991" y="1299286"/>
                <a:ext cx="256320" cy="326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C0CBBC6-2CE0-4045-3900-48C05D9D32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55991" y="1290646"/>
                  <a:ext cx="27396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908A2EC-85BE-0E87-98C7-E01786DB7C76}"/>
              </a:ext>
            </a:extLst>
          </p:cNvPr>
          <p:cNvGrpSpPr/>
          <p:nvPr/>
        </p:nvGrpSpPr>
        <p:grpSpPr>
          <a:xfrm>
            <a:off x="10805911" y="1155286"/>
            <a:ext cx="1301760" cy="818280"/>
            <a:chOff x="10805911" y="1155286"/>
            <a:chExt cx="1301760" cy="81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CF50838-5E96-DE26-CEBA-CBE6140955F0}"/>
                    </a:ext>
                  </a:extLst>
                </p14:cNvPr>
                <p14:cNvContentPartPr/>
                <p14:nvPr/>
              </p14:nvContentPartPr>
              <p14:xfrm>
                <a:off x="10805911" y="1155286"/>
                <a:ext cx="57600" cy="576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CF50838-5E96-DE26-CEBA-CBE6140955F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96911" y="1146286"/>
                  <a:ext cx="7524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E11B94B-29C9-E7DF-F836-28D017EDFCED}"/>
                    </a:ext>
                  </a:extLst>
                </p14:cNvPr>
                <p14:cNvContentPartPr/>
                <p14:nvPr/>
              </p14:nvContentPartPr>
              <p14:xfrm>
                <a:off x="10828231" y="1157806"/>
                <a:ext cx="162360" cy="274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E11B94B-29C9-E7DF-F836-28D017EDFCE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19231" y="1149166"/>
                  <a:ext cx="1800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173DAF6-6173-3D6C-42EF-ECBDE9467329}"/>
                    </a:ext>
                  </a:extLst>
                </p14:cNvPr>
                <p14:cNvContentPartPr/>
                <p14:nvPr/>
              </p14:nvContentPartPr>
              <p14:xfrm>
                <a:off x="11157271" y="1269046"/>
                <a:ext cx="146880" cy="1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173DAF6-6173-3D6C-42EF-ECBDE946732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148631" y="1260406"/>
                  <a:ext cx="164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467064F-2DC7-AFF4-AC75-3349282AFAA5}"/>
                    </a:ext>
                  </a:extLst>
                </p14:cNvPr>
                <p14:cNvContentPartPr/>
                <p14:nvPr/>
              </p14:nvContentPartPr>
              <p14:xfrm>
                <a:off x="11457871" y="1187326"/>
                <a:ext cx="190800" cy="612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467064F-2DC7-AFF4-AC75-3349282AFAA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448871" y="1178686"/>
                  <a:ext cx="20844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1B00CBE-A7B0-8977-0D76-65D1A5BC873D}"/>
                    </a:ext>
                  </a:extLst>
                </p14:cNvPr>
                <p14:cNvContentPartPr/>
                <p14:nvPr/>
              </p14:nvContentPartPr>
              <p14:xfrm>
                <a:off x="11886271" y="1510606"/>
                <a:ext cx="7920" cy="10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1B00CBE-A7B0-8977-0D76-65D1A5BC873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877631" y="1501966"/>
                  <a:ext cx="25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B2E779A-5E86-59F2-6486-E506DD76E6D6}"/>
                    </a:ext>
                  </a:extLst>
                </p14:cNvPr>
                <p14:cNvContentPartPr/>
                <p14:nvPr/>
              </p14:nvContentPartPr>
              <p14:xfrm>
                <a:off x="10916431" y="1604566"/>
                <a:ext cx="115560" cy="206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B2E779A-5E86-59F2-6486-E506DD76E6D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907791" y="1595566"/>
                  <a:ext cx="1332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2319C9D-E7E8-5E69-3696-12E1B8667F0F}"/>
                    </a:ext>
                  </a:extLst>
                </p14:cNvPr>
                <p14:cNvContentPartPr/>
                <p14:nvPr/>
              </p14:nvContentPartPr>
              <p14:xfrm>
                <a:off x="11021911" y="1608886"/>
                <a:ext cx="181800" cy="202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2319C9D-E7E8-5E69-3696-12E1B8667F0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13271" y="1599886"/>
                  <a:ext cx="1994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CD77E37-98E7-422F-1F21-2EF70D523EBC}"/>
                    </a:ext>
                  </a:extLst>
                </p14:cNvPr>
                <p14:cNvContentPartPr/>
                <p14:nvPr/>
              </p14:nvContentPartPr>
              <p14:xfrm>
                <a:off x="11214511" y="1369846"/>
                <a:ext cx="26280" cy="423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CD77E37-98E7-422F-1F21-2EF70D523EB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205511" y="1360846"/>
                  <a:ext cx="439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ED272D3-0DC6-3CF8-F22C-287EF91828A5}"/>
                    </a:ext>
                  </a:extLst>
                </p14:cNvPr>
                <p14:cNvContentPartPr/>
                <p14:nvPr/>
              </p14:nvContentPartPr>
              <p14:xfrm>
                <a:off x="11187871" y="1623646"/>
                <a:ext cx="143640" cy="156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ED272D3-0DC6-3CF8-F22C-287EF91828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178871" y="1614646"/>
                  <a:ext cx="161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EFC549A-C906-6CDF-613A-5393DDDED74D}"/>
                    </a:ext>
                  </a:extLst>
                </p14:cNvPr>
                <p14:cNvContentPartPr/>
                <p14:nvPr/>
              </p14:nvContentPartPr>
              <p14:xfrm>
                <a:off x="11598631" y="1620766"/>
                <a:ext cx="158760" cy="200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EFC549A-C906-6CDF-613A-5393DDDED74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589631" y="1612126"/>
                  <a:ext cx="1764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20F5780-AC3E-EEC9-DCE9-09CE177669E3}"/>
                    </a:ext>
                  </a:extLst>
                </p14:cNvPr>
                <p14:cNvContentPartPr/>
                <p14:nvPr/>
              </p14:nvContentPartPr>
              <p14:xfrm>
                <a:off x="11751631" y="1623286"/>
                <a:ext cx="197280" cy="138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20F5780-AC3E-EEC9-DCE9-09CE177669E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742631" y="1614286"/>
                  <a:ext cx="214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F4A0278-9F29-A849-9EA0-57A577D1B32A}"/>
                    </a:ext>
                  </a:extLst>
                </p14:cNvPr>
                <p14:cNvContentPartPr/>
                <p14:nvPr/>
              </p14:nvContentPartPr>
              <p14:xfrm>
                <a:off x="11958271" y="1369846"/>
                <a:ext cx="149400" cy="404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F4A0278-9F29-A849-9EA0-57A577D1B32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949271" y="1360846"/>
                  <a:ext cx="1670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60C5381-A83C-762B-1413-D742E9C24DF0}"/>
                    </a:ext>
                  </a:extLst>
                </p14:cNvPr>
                <p14:cNvContentPartPr/>
                <p14:nvPr/>
              </p14:nvContentPartPr>
              <p14:xfrm>
                <a:off x="12078871" y="1973206"/>
                <a:ext cx="10440" cy="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60C5381-A83C-762B-1413-D742E9C24D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069871" y="1964566"/>
                  <a:ext cx="280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DE026B5-E353-A137-0681-D73CBACA5703}"/>
              </a:ext>
            </a:extLst>
          </p:cNvPr>
          <p:cNvGrpSpPr/>
          <p:nvPr/>
        </p:nvGrpSpPr>
        <p:grpSpPr>
          <a:xfrm>
            <a:off x="9542671" y="968446"/>
            <a:ext cx="626400" cy="833400"/>
            <a:chOff x="9542671" y="968446"/>
            <a:chExt cx="626400" cy="83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616808E-F837-BCBD-141B-41CB562D5222}"/>
                    </a:ext>
                  </a:extLst>
                </p14:cNvPr>
                <p14:cNvContentPartPr/>
                <p14:nvPr/>
              </p14:nvContentPartPr>
              <p14:xfrm>
                <a:off x="9576511" y="968446"/>
                <a:ext cx="102240" cy="544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616808E-F837-BCBD-141B-41CB562D522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67511" y="959806"/>
                  <a:ext cx="11988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912CF41-A159-43F6-D153-1E0FAF785570}"/>
                    </a:ext>
                  </a:extLst>
                </p14:cNvPr>
                <p14:cNvContentPartPr/>
                <p14:nvPr/>
              </p14:nvContentPartPr>
              <p14:xfrm>
                <a:off x="9542671" y="1197766"/>
                <a:ext cx="273600" cy="31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912CF41-A159-43F6-D153-1E0FAF78557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534031" y="1188766"/>
                  <a:ext cx="291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2F68AD0-EE27-24F4-D26D-DAF637C2B41A}"/>
                    </a:ext>
                  </a:extLst>
                </p14:cNvPr>
                <p14:cNvContentPartPr/>
                <p14:nvPr/>
              </p14:nvContentPartPr>
              <p14:xfrm>
                <a:off x="9748951" y="1153846"/>
                <a:ext cx="346680" cy="277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2F68AD0-EE27-24F4-D26D-DAF637C2B41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40311" y="1144846"/>
                  <a:ext cx="3643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8C20543-6FCA-99B1-73B2-0DFCE540ACDD}"/>
                    </a:ext>
                  </a:extLst>
                </p14:cNvPr>
                <p14:cNvContentPartPr/>
                <p14:nvPr/>
              </p14:nvContentPartPr>
              <p14:xfrm>
                <a:off x="9999151" y="1154206"/>
                <a:ext cx="169920" cy="647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8C20543-6FCA-99B1-73B2-0DFCE540ACD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90511" y="1145206"/>
                  <a:ext cx="18756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C80DE6-0AD1-D302-4EB2-3F8CB4C3C46E}"/>
                    </a:ext>
                  </a:extLst>
                </p14:cNvPr>
                <p14:cNvContentPartPr/>
                <p14:nvPr/>
              </p14:nvContentPartPr>
              <p14:xfrm>
                <a:off x="10129111" y="1416646"/>
                <a:ext cx="14040" cy="7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C80DE6-0AD1-D302-4EB2-3F8CB4C3C46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20111" y="1408006"/>
                  <a:ext cx="3168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45753BF-D80D-AA87-1946-858458083098}"/>
                  </a:ext>
                </a:extLst>
              </p14:cNvPr>
              <p14:cNvContentPartPr/>
              <p14:nvPr/>
            </p14:nvContentPartPr>
            <p14:xfrm>
              <a:off x="6094231" y="2333206"/>
              <a:ext cx="144360" cy="226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45753BF-D80D-AA87-1946-85845808309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085231" y="2324566"/>
                <a:ext cx="1620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B9CEDD3-5C02-5986-BF55-037810F8CFA8}"/>
                  </a:ext>
                </a:extLst>
              </p14:cNvPr>
              <p14:cNvContentPartPr/>
              <p14:nvPr/>
            </p14:nvContentPartPr>
            <p14:xfrm>
              <a:off x="6942391" y="2011366"/>
              <a:ext cx="32760" cy="183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B9CEDD3-5C02-5986-BF55-037810F8CFA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933391" y="2002366"/>
                <a:ext cx="504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3FB3372-C0A1-840E-9E45-9AFCD54E80DD}"/>
              </a:ext>
            </a:extLst>
          </p:cNvPr>
          <p:cNvGrpSpPr/>
          <p:nvPr/>
        </p:nvGrpSpPr>
        <p:grpSpPr>
          <a:xfrm>
            <a:off x="6742231" y="2305126"/>
            <a:ext cx="1160280" cy="211680"/>
            <a:chOff x="6742231" y="2305126"/>
            <a:chExt cx="116028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7F3CF1F-15AD-9DE9-518D-BC7C68A50466}"/>
                    </a:ext>
                  </a:extLst>
                </p14:cNvPr>
                <p14:cNvContentPartPr/>
                <p14:nvPr/>
              </p14:nvContentPartPr>
              <p14:xfrm>
                <a:off x="6742231" y="2306566"/>
                <a:ext cx="797760" cy="101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7F3CF1F-15AD-9DE9-518D-BC7C68A5046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33591" y="2297926"/>
                  <a:ext cx="815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0F1A285-5F17-C5C0-A6F6-C8F5CE550836}"/>
                    </a:ext>
                  </a:extLst>
                </p14:cNvPr>
                <p14:cNvContentPartPr/>
                <p14:nvPr/>
              </p14:nvContentPartPr>
              <p14:xfrm>
                <a:off x="7784431" y="2305126"/>
                <a:ext cx="84960" cy="211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0F1A285-5F17-C5C0-A6F6-C8F5CE55083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775431" y="2296486"/>
                  <a:ext cx="102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89575ED-CF10-4FC9-3910-02973CB19ACD}"/>
                    </a:ext>
                  </a:extLst>
                </p14:cNvPr>
                <p14:cNvContentPartPr/>
                <p14:nvPr/>
              </p14:nvContentPartPr>
              <p14:xfrm>
                <a:off x="7868671" y="2305126"/>
                <a:ext cx="33840" cy="140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89575ED-CF10-4FC9-3910-02973CB19AC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60031" y="2296486"/>
                  <a:ext cx="5148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18871B3F-EE48-C55E-6270-03D4CE667696}"/>
                  </a:ext>
                </a:extLst>
              </p14:cNvPr>
              <p14:cNvContentPartPr/>
              <p14:nvPr/>
            </p14:nvContentPartPr>
            <p14:xfrm>
              <a:off x="8249911" y="2297566"/>
              <a:ext cx="447480" cy="763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18871B3F-EE48-C55E-6270-03D4CE66769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241271" y="2288566"/>
                <a:ext cx="46512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7611C52-3C97-0020-C804-9DE1353A8502}"/>
              </a:ext>
            </a:extLst>
          </p:cNvPr>
          <p:cNvGrpSpPr/>
          <p:nvPr/>
        </p:nvGrpSpPr>
        <p:grpSpPr>
          <a:xfrm>
            <a:off x="9730231" y="2026126"/>
            <a:ext cx="2155320" cy="830880"/>
            <a:chOff x="9730231" y="2026126"/>
            <a:chExt cx="2155320" cy="83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0F76382-5E70-9604-6F46-3F7E7538EC89}"/>
                    </a:ext>
                  </a:extLst>
                </p14:cNvPr>
                <p14:cNvContentPartPr/>
                <p14:nvPr/>
              </p14:nvContentPartPr>
              <p14:xfrm>
                <a:off x="9753991" y="2026126"/>
                <a:ext cx="246240" cy="830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0F76382-5E70-9604-6F46-3F7E7538EC8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744991" y="2017486"/>
                  <a:ext cx="263880" cy="84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94248C-F1F0-3583-D67F-9FD89C016D92}"/>
                    </a:ext>
                  </a:extLst>
                </p14:cNvPr>
                <p14:cNvContentPartPr/>
                <p14:nvPr/>
              </p14:nvContentPartPr>
              <p14:xfrm>
                <a:off x="9730231" y="2338966"/>
                <a:ext cx="215280" cy="34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94248C-F1F0-3583-D67F-9FD89C016D9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21591" y="2329966"/>
                  <a:ext cx="232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FCF271B-CEC5-16DC-F81B-B81E079D424E}"/>
                    </a:ext>
                  </a:extLst>
                </p14:cNvPr>
                <p14:cNvContentPartPr/>
                <p14:nvPr/>
              </p14:nvContentPartPr>
              <p14:xfrm>
                <a:off x="9983671" y="2271646"/>
                <a:ext cx="221400" cy="248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FCF271B-CEC5-16DC-F81B-B81E079D424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75031" y="2263006"/>
                  <a:ext cx="239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BA35BBE-426C-73DB-9B8E-16FAE3B059E4}"/>
                    </a:ext>
                  </a:extLst>
                </p14:cNvPr>
                <p14:cNvContentPartPr/>
                <p14:nvPr/>
              </p14:nvContentPartPr>
              <p14:xfrm>
                <a:off x="10261951" y="2275966"/>
                <a:ext cx="257400" cy="242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BA35BBE-426C-73DB-9B8E-16FAE3B059E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52951" y="2266966"/>
                  <a:ext cx="2750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9C150BD-FEF0-BFC6-C917-15508C8625BD}"/>
                    </a:ext>
                  </a:extLst>
                </p14:cNvPr>
                <p14:cNvContentPartPr/>
                <p14:nvPr/>
              </p14:nvContentPartPr>
              <p14:xfrm>
                <a:off x="10508191" y="2075086"/>
                <a:ext cx="223560" cy="468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9C150BD-FEF0-BFC6-C917-15508C8625B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99191" y="2066086"/>
                  <a:ext cx="24120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32CF7FC-1D23-C27D-4146-701A6165ABA5}"/>
                    </a:ext>
                  </a:extLst>
                </p14:cNvPr>
                <p14:cNvContentPartPr/>
                <p14:nvPr/>
              </p14:nvContentPartPr>
              <p14:xfrm>
                <a:off x="10777111" y="2270566"/>
                <a:ext cx="302760" cy="250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32CF7FC-1D23-C27D-4146-701A6165ABA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68111" y="2261926"/>
                  <a:ext cx="320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693235B-D440-390E-534C-E1EBDAAD5286}"/>
                    </a:ext>
                  </a:extLst>
                </p14:cNvPr>
                <p14:cNvContentPartPr/>
                <p14:nvPr/>
              </p14:nvContentPartPr>
              <p14:xfrm>
                <a:off x="11177071" y="2241046"/>
                <a:ext cx="366840" cy="294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693235B-D440-390E-534C-E1EBDAAD52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68431" y="2232406"/>
                  <a:ext cx="3844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0EA7DCF-D0CF-2B95-ECC5-4AB8029CEF3A}"/>
                    </a:ext>
                  </a:extLst>
                </p14:cNvPr>
                <p14:cNvContentPartPr/>
                <p14:nvPr/>
              </p14:nvContentPartPr>
              <p14:xfrm>
                <a:off x="11621671" y="2218006"/>
                <a:ext cx="231480" cy="263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0EA7DCF-D0CF-2B95-ECC5-4AB8029CEF3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613031" y="2209366"/>
                  <a:ext cx="2491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9444211-EB40-7008-1BFA-9AEA408D2B24}"/>
                    </a:ext>
                  </a:extLst>
                </p14:cNvPr>
                <p14:cNvContentPartPr/>
                <p14:nvPr/>
              </p14:nvContentPartPr>
              <p14:xfrm>
                <a:off x="11874031" y="2140966"/>
                <a:ext cx="11520" cy="18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9444211-EB40-7008-1BFA-9AEA408D2B2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865031" y="2132326"/>
                  <a:ext cx="291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F59DE92-B260-BC36-2968-B22474584896}"/>
                  </a:ext>
                </a:extLst>
              </p14:cNvPr>
              <p14:cNvContentPartPr/>
              <p14:nvPr/>
            </p14:nvContentPartPr>
            <p14:xfrm>
              <a:off x="724471" y="3177406"/>
              <a:ext cx="198720" cy="3369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F59DE92-B260-BC36-2968-B2247458489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15471" y="3168766"/>
                <a:ext cx="21636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DBCEBE9-0B30-37F9-DF87-AC660F7CC701}"/>
                  </a:ext>
                </a:extLst>
              </p14:cNvPr>
              <p14:cNvContentPartPr/>
              <p14:nvPr/>
            </p14:nvContentPartPr>
            <p14:xfrm>
              <a:off x="1346551" y="3490966"/>
              <a:ext cx="25200" cy="36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DBCEBE9-0B30-37F9-DF87-AC660F7CC70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337551" y="3482326"/>
                <a:ext cx="4284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794DA18-4B5E-FB8C-437A-825D32D193CD}"/>
              </a:ext>
            </a:extLst>
          </p:cNvPr>
          <p:cNvGrpSpPr/>
          <p:nvPr/>
        </p:nvGrpSpPr>
        <p:grpSpPr>
          <a:xfrm>
            <a:off x="1902751" y="2979046"/>
            <a:ext cx="2550960" cy="784080"/>
            <a:chOff x="1902751" y="2979046"/>
            <a:chExt cx="2550960" cy="78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96449FF-2691-4F9F-3472-673F824EF069}"/>
                    </a:ext>
                  </a:extLst>
                </p14:cNvPr>
                <p14:cNvContentPartPr/>
                <p14:nvPr/>
              </p14:nvContentPartPr>
              <p14:xfrm>
                <a:off x="1902751" y="3062926"/>
                <a:ext cx="232920" cy="546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96449FF-2691-4F9F-3472-673F824EF06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93751" y="3054286"/>
                  <a:ext cx="25056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337A9EF-9038-5C65-6CD6-6D2F4BAA5C7D}"/>
                    </a:ext>
                  </a:extLst>
                </p14:cNvPr>
                <p14:cNvContentPartPr/>
                <p14:nvPr/>
              </p14:nvContentPartPr>
              <p14:xfrm>
                <a:off x="2265271" y="3122326"/>
                <a:ext cx="88920" cy="352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337A9EF-9038-5C65-6CD6-6D2F4BAA5C7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56631" y="3113326"/>
                  <a:ext cx="1065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E01949B-F04B-1995-E7E9-539A8F7EFC1D}"/>
                    </a:ext>
                  </a:extLst>
                </p14:cNvPr>
                <p14:cNvContentPartPr/>
                <p14:nvPr/>
              </p14:nvContentPartPr>
              <p14:xfrm>
                <a:off x="2417551" y="3177766"/>
                <a:ext cx="347400" cy="348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E01949B-F04B-1995-E7E9-539A8F7EFC1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08551" y="3168766"/>
                  <a:ext cx="3650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1C334CB-8B82-2207-8274-39798CA2635F}"/>
                    </a:ext>
                  </a:extLst>
                </p14:cNvPr>
                <p14:cNvContentPartPr/>
                <p14:nvPr/>
              </p14:nvContentPartPr>
              <p14:xfrm>
                <a:off x="2690071" y="3085246"/>
                <a:ext cx="360" cy="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1C334CB-8B82-2207-8274-39798CA2635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81431" y="30766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7877BCB-E7FC-129D-76D7-BD1A49911D18}"/>
                    </a:ext>
                  </a:extLst>
                </p14:cNvPr>
                <p14:cNvContentPartPr/>
                <p14:nvPr/>
              </p14:nvContentPartPr>
              <p14:xfrm>
                <a:off x="2834071" y="2979046"/>
                <a:ext cx="20160" cy="600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7877BCB-E7FC-129D-76D7-BD1A49911D1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825431" y="2970406"/>
                  <a:ext cx="3780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55EAC4F-050C-C7F0-497D-72DAED2063B7}"/>
                    </a:ext>
                  </a:extLst>
                </p14:cNvPr>
                <p14:cNvContentPartPr/>
                <p14:nvPr/>
              </p14:nvContentPartPr>
              <p14:xfrm>
                <a:off x="2940991" y="3031606"/>
                <a:ext cx="79920" cy="581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55EAC4F-050C-C7F0-497D-72DAED2063B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931991" y="3022966"/>
                  <a:ext cx="9756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F11F0E4-F51F-E494-C974-A64AE2E8D899}"/>
                    </a:ext>
                  </a:extLst>
                </p14:cNvPr>
                <p14:cNvContentPartPr/>
                <p14:nvPr/>
              </p14:nvContentPartPr>
              <p14:xfrm>
                <a:off x="3071671" y="3217366"/>
                <a:ext cx="134280" cy="340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F11F0E4-F51F-E494-C974-A64AE2E8D89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062671" y="3208366"/>
                  <a:ext cx="1519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2AD8971-02CC-D77E-D6BE-6CFF3BBD87F7}"/>
                    </a:ext>
                  </a:extLst>
                </p14:cNvPr>
                <p14:cNvContentPartPr/>
                <p14:nvPr/>
              </p14:nvContentPartPr>
              <p14:xfrm>
                <a:off x="3271471" y="3178126"/>
                <a:ext cx="124200" cy="309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2AD8971-02CC-D77E-D6BE-6CFF3BBD87F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262471" y="3169486"/>
                  <a:ext cx="1418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483749-9384-1E26-9AEF-28B86E90D2AF}"/>
                    </a:ext>
                  </a:extLst>
                </p14:cNvPr>
                <p14:cNvContentPartPr/>
                <p14:nvPr/>
              </p14:nvContentPartPr>
              <p14:xfrm>
                <a:off x="3505831" y="3196126"/>
                <a:ext cx="188280" cy="314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483749-9384-1E26-9AEF-28B86E90D2A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496831" y="3187486"/>
                  <a:ext cx="2059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E0F8A8B-8C68-4A53-7026-9AF442301745}"/>
                    </a:ext>
                  </a:extLst>
                </p14:cNvPr>
                <p14:cNvContentPartPr/>
                <p14:nvPr/>
              </p14:nvContentPartPr>
              <p14:xfrm>
                <a:off x="3722191" y="3256246"/>
                <a:ext cx="113040" cy="279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E0F8A8B-8C68-4A53-7026-9AF44230174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13551" y="3247246"/>
                  <a:ext cx="1306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9EF0B2D-8618-0D38-C747-D51D0F0D5CDF}"/>
                    </a:ext>
                  </a:extLst>
                </p14:cNvPr>
                <p14:cNvContentPartPr/>
                <p14:nvPr/>
              </p14:nvContentPartPr>
              <p14:xfrm>
                <a:off x="3964111" y="3236446"/>
                <a:ext cx="140760" cy="526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9EF0B2D-8618-0D38-C747-D51D0F0D5CD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955471" y="3227806"/>
                  <a:ext cx="15840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EB84F5C-1B1E-9AAB-AF81-E2F5C7729D85}"/>
                    </a:ext>
                  </a:extLst>
                </p14:cNvPr>
                <p14:cNvContentPartPr/>
                <p14:nvPr/>
              </p14:nvContentPartPr>
              <p14:xfrm>
                <a:off x="4215031" y="3245446"/>
                <a:ext cx="238680" cy="313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EB84F5C-1B1E-9AAB-AF81-E2F5C7729D8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206391" y="3236806"/>
                  <a:ext cx="25632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D5B455F-14C9-12F1-26ED-15A5AA341002}"/>
              </a:ext>
            </a:extLst>
          </p:cNvPr>
          <p:cNvGrpSpPr/>
          <p:nvPr/>
        </p:nvGrpSpPr>
        <p:grpSpPr>
          <a:xfrm>
            <a:off x="5393671" y="3282166"/>
            <a:ext cx="528120" cy="416160"/>
            <a:chOff x="5393671" y="3282166"/>
            <a:chExt cx="52812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6704B02-A72A-71C4-D111-C45B65E2B70B}"/>
                    </a:ext>
                  </a:extLst>
                </p14:cNvPr>
                <p14:cNvContentPartPr/>
                <p14:nvPr/>
              </p14:nvContentPartPr>
              <p14:xfrm>
                <a:off x="5393671" y="3435166"/>
                <a:ext cx="431280" cy="30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6704B02-A72A-71C4-D111-C45B65E2B70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85031" y="3426526"/>
                  <a:ext cx="448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5532C5B-F218-8C48-C77D-1B2E71AE2707}"/>
                    </a:ext>
                  </a:extLst>
                </p14:cNvPr>
                <p14:cNvContentPartPr/>
                <p14:nvPr/>
              </p14:nvContentPartPr>
              <p14:xfrm>
                <a:off x="5709031" y="3282166"/>
                <a:ext cx="212760" cy="416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5532C5B-F218-8C48-C77D-1B2E71AE270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700391" y="3273166"/>
                  <a:ext cx="230400" cy="43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DEE9D66-B55F-5F63-69FB-C58B540A7D78}"/>
              </a:ext>
            </a:extLst>
          </p:cNvPr>
          <p:cNvGrpSpPr/>
          <p:nvPr/>
        </p:nvGrpSpPr>
        <p:grpSpPr>
          <a:xfrm>
            <a:off x="7055431" y="3191446"/>
            <a:ext cx="1488240" cy="218160"/>
            <a:chOff x="7055431" y="3191446"/>
            <a:chExt cx="148824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260A5ED-6CD8-161B-2E14-B1BC5F3135D2}"/>
                    </a:ext>
                  </a:extLst>
                </p14:cNvPr>
                <p14:cNvContentPartPr/>
                <p14:nvPr/>
              </p14:nvContentPartPr>
              <p14:xfrm>
                <a:off x="7055431" y="3254086"/>
                <a:ext cx="527040" cy="33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260A5ED-6CD8-161B-2E14-B1BC5F3135D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046431" y="3245086"/>
                  <a:ext cx="544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FB3C669-5F93-8798-06B8-5DB1F24FE3BF}"/>
                    </a:ext>
                  </a:extLst>
                </p14:cNvPr>
                <p14:cNvContentPartPr/>
                <p14:nvPr/>
              </p14:nvContentPartPr>
              <p14:xfrm>
                <a:off x="7740871" y="3191446"/>
                <a:ext cx="89640" cy="1825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FB3C669-5F93-8798-06B8-5DB1F24FE3B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731871" y="3182806"/>
                  <a:ext cx="107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0DDD1BC-D433-DB6E-AB33-CB189C6B82A3}"/>
                    </a:ext>
                  </a:extLst>
                </p14:cNvPr>
                <p14:cNvContentPartPr/>
                <p14:nvPr/>
              </p14:nvContentPartPr>
              <p14:xfrm>
                <a:off x="7814311" y="3191446"/>
                <a:ext cx="729360" cy="218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0DDD1BC-D433-DB6E-AB33-CB189C6B82A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805311" y="3182806"/>
                  <a:ext cx="74700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51CEC57-253F-5576-D112-9E91E7B70BD0}"/>
              </a:ext>
            </a:extLst>
          </p:cNvPr>
          <p:cNvGrpSpPr/>
          <p:nvPr/>
        </p:nvGrpSpPr>
        <p:grpSpPr>
          <a:xfrm>
            <a:off x="9730231" y="2864206"/>
            <a:ext cx="2135160" cy="794160"/>
            <a:chOff x="9730231" y="2864206"/>
            <a:chExt cx="2135160" cy="79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FCD8D46-56C3-BEB6-951F-0DA96ED067C9}"/>
                    </a:ext>
                  </a:extLst>
                </p14:cNvPr>
                <p14:cNvContentPartPr/>
                <p14:nvPr/>
              </p14:nvContentPartPr>
              <p14:xfrm>
                <a:off x="9730231" y="2864206"/>
                <a:ext cx="201240" cy="578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FCD8D46-56C3-BEB6-951F-0DA96ED067C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721591" y="2855206"/>
                  <a:ext cx="21888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4624D18-8F6A-5201-7FBE-A5A20467555F}"/>
                    </a:ext>
                  </a:extLst>
                </p14:cNvPr>
                <p14:cNvContentPartPr/>
                <p14:nvPr/>
              </p14:nvContentPartPr>
              <p14:xfrm>
                <a:off x="10009951" y="3126646"/>
                <a:ext cx="246240" cy="2811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4624D18-8F6A-5201-7FBE-A5A20467555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000951" y="3117646"/>
                  <a:ext cx="2638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1DD4317-6CBE-187F-0D08-ACA379098C5D}"/>
                    </a:ext>
                  </a:extLst>
                </p14:cNvPr>
                <p14:cNvContentPartPr/>
                <p14:nvPr/>
              </p14:nvContentPartPr>
              <p14:xfrm>
                <a:off x="10212631" y="2928646"/>
                <a:ext cx="192600" cy="514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1DD4317-6CBE-187F-0D08-ACA379098C5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203631" y="2919646"/>
                  <a:ext cx="21024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B218B31-9A88-3987-131A-9C4F24431A56}"/>
                    </a:ext>
                  </a:extLst>
                </p14:cNvPr>
                <p14:cNvContentPartPr/>
                <p14:nvPr/>
              </p14:nvContentPartPr>
              <p14:xfrm>
                <a:off x="10426831" y="3119086"/>
                <a:ext cx="286200" cy="317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B218B31-9A88-3987-131A-9C4F24431A5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418191" y="3110446"/>
                  <a:ext cx="3038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493F11E-2121-0E26-B562-CAF9BD335E01}"/>
                    </a:ext>
                  </a:extLst>
                </p14:cNvPr>
                <p14:cNvContentPartPr/>
                <p14:nvPr/>
              </p14:nvContentPartPr>
              <p14:xfrm>
                <a:off x="10908871" y="3132046"/>
                <a:ext cx="191520" cy="526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493F11E-2121-0E26-B562-CAF9BD335E0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900231" y="3123046"/>
                  <a:ext cx="20916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0C6C2F6-CA7D-505C-EFA5-D49D1BD9304A}"/>
                    </a:ext>
                  </a:extLst>
                </p14:cNvPr>
                <p14:cNvContentPartPr/>
                <p14:nvPr/>
              </p14:nvContentPartPr>
              <p14:xfrm>
                <a:off x="11154751" y="2876446"/>
                <a:ext cx="187920" cy="539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0C6C2F6-CA7D-505C-EFA5-D49D1BD9304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146111" y="2867446"/>
                  <a:ext cx="20556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BABE675-ADA8-5B97-31DC-45C4C3058890}"/>
                    </a:ext>
                  </a:extLst>
                </p14:cNvPr>
                <p14:cNvContentPartPr/>
                <p14:nvPr/>
              </p14:nvContentPartPr>
              <p14:xfrm>
                <a:off x="11368231" y="3080926"/>
                <a:ext cx="163440" cy="298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BABE675-ADA8-5B97-31DC-45C4C305889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359231" y="3072286"/>
                  <a:ext cx="1810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D114C2E-35B2-9052-BBDB-6587CB5EB553}"/>
                    </a:ext>
                  </a:extLst>
                </p14:cNvPr>
                <p14:cNvContentPartPr/>
                <p14:nvPr/>
              </p14:nvContentPartPr>
              <p14:xfrm>
                <a:off x="11548591" y="3084166"/>
                <a:ext cx="163080" cy="2430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D114C2E-35B2-9052-BBDB-6587CB5EB55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539591" y="3075526"/>
                  <a:ext cx="180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C5E757C-2644-18E5-B5BF-9CC09224FA22}"/>
                    </a:ext>
                  </a:extLst>
                </p14:cNvPr>
                <p14:cNvContentPartPr/>
                <p14:nvPr/>
              </p14:nvContentPartPr>
              <p14:xfrm>
                <a:off x="11705911" y="3096046"/>
                <a:ext cx="159480" cy="258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C5E757C-2644-18E5-B5BF-9CC09224FA2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696911" y="3087406"/>
                  <a:ext cx="177120" cy="27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8D569A47-D453-C5FF-5BB0-9D59F6384B5A}"/>
                  </a:ext>
                </a:extLst>
              </p14:cNvPr>
              <p14:cNvContentPartPr/>
              <p14:nvPr/>
            </p14:nvContentPartPr>
            <p14:xfrm>
              <a:off x="12115951" y="3466486"/>
              <a:ext cx="5400" cy="25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8D569A47-D453-C5FF-5BB0-9D59F6384B5A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12107311" y="3457846"/>
                <a:ext cx="230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7BAEBF0-AC60-1A6F-1791-C829EBC633CC}"/>
                  </a:ext>
                </a:extLst>
              </p14:cNvPr>
              <p14:cNvContentPartPr/>
              <p14:nvPr/>
            </p14:nvContentPartPr>
            <p14:xfrm>
              <a:off x="6914671" y="3876526"/>
              <a:ext cx="2457000" cy="7628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7BAEBF0-AC60-1A6F-1791-C829EBC633CC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6906031" y="3867886"/>
                <a:ext cx="2474640" cy="78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0F0FF7CF-C3BD-8E79-C19B-2259CB35C07B}"/>
                  </a:ext>
                </a:extLst>
              </p14:cNvPr>
              <p14:cNvContentPartPr/>
              <p14:nvPr/>
            </p14:nvContentPartPr>
            <p14:xfrm>
              <a:off x="9130471" y="4580686"/>
              <a:ext cx="511920" cy="3420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0F0FF7CF-C3BD-8E79-C19B-2259CB35C07B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9121831" y="4571686"/>
                <a:ext cx="52956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2714AF05-30F1-36C3-DC9B-930F27866D4B}"/>
                  </a:ext>
                </a:extLst>
              </p14:cNvPr>
              <p14:cNvContentPartPr/>
              <p14:nvPr/>
            </p14:nvContentPartPr>
            <p14:xfrm>
              <a:off x="9044791" y="4795246"/>
              <a:ext cx="523080" cy="14148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2714AF05-30F1-36C3-DC9B-930F27866D4B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9036151" y="4786606"/>
                <a:ext cx="54072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21F734D-DD89-3D04-55DA-2460610CB024}"/>
                  </a:ext>
                </a:extLst>
              </p14:cNvPr>
              <p14:cNvContentPartPr/>
              <p14:nvPr/>
            </p14:nvContentPartPr>
            <p14:xfrm>
              <a:off x="9365191" y="4764286"/>
              <a:ext cx="83520" cy="6948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21F734D-DD89-3D04-55DA-2460610CB024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356551" y="4755286"/>
                <a:ext cx="101160" cy="71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FBC7950-9EB6-1B04-C6F0-23D5DF9C222A}"/>
                  </a:ext>
                </a:extLst>
              </p14:cNvPr>
              <p14:cNvContentPartPr/>
              <p14:nvPr/>
            </p14:nvContentPartPr>
            <p14:xfrm>
              <a:off x="7285111" y="5471326"/>
              <a:ext cx="3069360" cy="1364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FBC7950-9EB6-1B04-C6F0-23D5DF9C222A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7276111" y="5462686"/>
                <a:ext cx="30870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D8E6C8E-FFE0-EB05-332E-8398D38D6D27}"/>
                  </a:ext>
                </a:extLst>
              </p14:cNvPr>
              <p14:cNvContentPartPr/>
              <p14:nvPr/>
            </p14:nvContentPartPr>
            <p14:xfrm>
              <a:off x="9228751" y="4118086"/>
              <a:ext cx="1038600" cy="1062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D8E6C8E-FFE0-EB05-332E-8398D38D6D27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9219751" y="4109446"/>
                <a:ext cx="10562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4C8928D3-F7D1-1A9C-BD5E-AEB87C957FAD}"/>
                  </a:ext>
                </a:extLst>
              </p14:cNvPr>
              <p14:cNvContentPartPr/>
              <p14:nvPr/>
            </p14:nvContentPartPr>
            <p14:xfrm>
              <a:off x="10762351" y="5221126"/>
              <a:ext cx="366840" cy="763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4C8928D3-F7D1-1A9C-BD5E-AEB87C957FAD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0753711" y="5212486"/>
                <a:ext cx="3844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F632A94-0FFF-FC3A-A0EB-8C06E1F44A6F}"/>
              </a:ext>
            </a:extLst>
          </p:cNvPr>
          <p:cNvGrpSpPr/>
          <p:nvPr/>
        </p:nvGrpSpPr>
        <p:grpSpPr>
          <a:xfrm>
            <a:off x="10746151" y="4072366"/>
            <a:ext cx="633960" cy="943200"/>
            <a:chOff x="10746151" y="4072366"/>
            <a:chExt cx="633960" cy="94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177D8CB-E64B-88F8-3D85-4A3033EE5633}"/>
                    </a:ext>
                  </a:extLst>
                </p14:cNvPr>
                <p14:cNvContentPartPr/>
                <p14:nvPr/>
              </p14:nvContentPartPr>
              <p14:xfrm>
                <a:off x="10746151" y="4163806"/>
                <a:ext cx="211320" cy="13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177D8CB-E64B-88F8-3D85-4A3033EE563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737511" y="4155166"/>
                  <a:ext cx="228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747A129-6FB2-490A-2A3E-1DBED2182BD5}"/>
                    </a:ext>
                  </a:extLst>
                </p14:cNvPr>
                <p14:cNvContentPartPr/>
                <p14:nvPr/>
              </p14:nvContentPartPr>
              <p14:xfrm>
                <a:off x="10853071" y="4072366"/>
                <a:ext cx="6480" cy="494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747A129-6FB2-490A-2A3E-1DBED2182BD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844071" y="4063366"/>
                  <a:ext cx="2412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17D9B4C-FB95-D62F-1F0D-7B699937C1A8}"/>
                    </a:ext>
                  </a:extLst>
                </p14:cNvPr>
                <p14:cNvContentPartPr/>
                <p14:nvPr/>
              </p14:nvContentPartPr>
              <p14:xfrm>
                <a:off x="10838671" y="4618126"/>
                <a:ext cx="434520" cy="3747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17D9B4C-FB95-D62F-1F0D-7B699937C1A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829671" y="4609486"/>
                  <a:ext cx="4521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90A366D-7FF2-59E7-C6D3-00E7CEB48198}"/>
                    </a:ext>
                  </a:extLst>
                </p14:cNvPr>
                <p14:cNvContentPartPr/>
                <p14:nvPr/>
              </p14:nvContentPartPr>
              <p14:xfrm>
                <a:off x="11242951" y="4837726"/>
                <a:ext cx="137160" cy="177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90A366D-7FF2-59E7-C6D3-00E7CEB4819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234311" y="4829086"/>
                  <a:ext cx="1548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4B291DC-0D52-A4C4-0450-F4AE4CBFDF61}"/>
              </a:ext>
            </a:extLst>
          </p:cNvPr>
          <p:cNvGrpSpPr/>
          <p:nvPr/>
        </p:nvGrpSpPr>
        <p:grpSpPr>
          <a:xfrm>
            <a:off x="6464311" y="4043206"/>
            <a:ext cx="223920" cy="449640"/>
            <a:chOff x="6464311" y="4043206"/>
            <a:chExt cx="223920" cy="44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84BFEF7-BF55-C13F-C480-813A2999547E}"/>
                    </a:ext>
                  </a:extLst>
                </p14:cNvPr>
                <p14:cNvContentPartPr/>
                <p14:nvPr/>
              </p14:nvContentPartPr>
              <p14:xfrm>
                <a:off x="6464311" y="4157326"/>
                <a:ext cx="223920" cy="126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84BFEF7-BF55-C13F-C480-813A2999547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455311" y="4148326"/>
                  <a:ext cx="241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C8C20A6-7D94-6872-B380-D6BB4025E7B6}"/>
                    </a:ext>
                  </a:extLst>
                </p14:cNvPr>
                <p14:cNvContentPartPr/>
                <p14:nvPr/>
              </p14:nvContentPartPr>
              <p14:xfrm>
                <a:off x="6574831" y="4043206"/>
                <a:ext cx="14040" cy="4496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C8C20A6-7D94-6872-B380-D6BB4025E7B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565831" y="4034566"/>
                  <a:ext cx="31680" cy="46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0AD2D30-CAAA-D27C-485D-6A98F30F7731}"/>
                  </a:ext>
                </a:extLst>
              </p14:cNvPr>
              <p14:cNvContentPartPr/>
              <p14:nvPr/>
            </p14:nvContentPartPr>
            <p14:xfrm>
              <a:off x="6440551" y="5631526"/>
              <a:ext cx="277200" cy="237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0AD2D30-CAAA-D27C-485D-6A98F30F7731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6431911" y="5622526"/>
                <a:ext cx="29484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D3ED19B-F517-8AED-020D-A17EF2327AB8}"/>
              </a:ext>
            </a:extLst>
          </p:cNvPr>
          <p:cNvGrpSpPr/>
          <p:nvPr/>
        </p:nvGrpSpPr>
        <p:grpSpPr>
          <a:xfrm>
            <a:off x="6398431" y="4728646"/>
            <a:ext cx="580320" cy="532080"/>
            <a:chOff x="6398431" y="4728646"/>
            <a:chExt cx="580320" cy="53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C4D3E4C-4803-5E25-845A-15C3AEA081A3}"/>
                    </a:ext>
                  </a:extLst>
                </p14:cNvPr>
                <p14:cNvContentPartPr/>
                <p14:nvPr/>
              </p14:nvContentPartPr>
              <p14:xfrm>
                <a:off x="6398431" y="4728646"/>
                <a:ext cx="509400" cy="423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C4D3E4C-4803-5E25-845A-15C3AEA081A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389431" y="4720006"/>
                  <a:ext cx="5270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100F2CA-9C07-B902-6847-8C1BBBDEF70A}"/>
                    </a:ext>
                  </a:extLst>
                </p14:cNvPr>
                <p14:cNvContentPartPr/>
                <p14:nvPr/>
              </p14:nvContentPartPr>
              <p14:xfrm>
                <a:off x="6938431" y="5086126"/>
                <a:ext cx="33840" cy="174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100F2CA-9C07-B902-6847-8C1BBBDEF70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929791" y="5077126"/>
                  <a:ext cx="51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F18E6B9-E18E-5911-5433-4DB8BA32872B}"/>
                    </a:ext>
                  </a:extLst>
                </p14:cNvPr>
                <p14:cNvContentPartPr/>
                <p14:nvPr/>
              </p14:nvContentPartPr>
              <p14:xfrm>
                <a:off x="6956071" y="4883806"/>
                <a:ext cx="22680" cy="10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F18E6B9-E18E-5911-5433-4DB8BA32872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947071" y="4874806"/>
                  <a:ext cx="4032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31006A3D-3BE5-88BA-4E4B-A08E99491BDD}"/>
              </a:ext>
            </a:extLst>
          </p:cNvPr>
          <p:cNvGrpSpPr/>
          <p:nvPr/>
        </p:nvGrpSpPr>
        <p:grpSpPr>
          <a:xfrm>
            <a:off x="714751" y="6041566"/>
            <a:ext cx="419400" cy="563400"/>
            <a:chOff x="714751" y="6041566"/>
            <a:chExt cx="419400" cy="56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AF37E29-AAB4-9023-27A5-7FF176D376C0}"/>
                    </a:ext>
                  </a:extLst>
                </p14:cNvPr>
                <p14:cNvContentPartPr/>
                <p14:nvPr/>
              </p14:nvContentPartPr>
              <p14:xfrm>
                <a:off x="714751" y="6041566"/>
                <a:ext cx="316800" cy="563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AF37E29-AAB4-9023-27A5-7FF176D376C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05751" y="6032926"/>
                  <a:ext cx="33444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654B916-0CAE-FAC7-0F85-740B82070E55}"/>
                    </a:ext>
                  </a:extLst>
                </p14:cNvPr>
                <p14:cNvContentPartPr/>
                <p14:nvPr/>
              </p14:nvContentPartPr>
              <p14:xfrm>
                <a:off x="845791" y="6276286"/>
                <a:ext cx="288360" cy="22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654B916-0CAE-FAC7-0F85-740B82070E5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37151" y="6267646"/>
                  <a:ext cx="30600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B48869DE-020F-79B3-0A96-DF0DAE4E02A7}"/>
                  </a:ext>
                </a:extLst>
              </p14:cNvPr>
              <p14:cNvContentPartPr/>
              <p14:nvPr/>
            </p14:nvContentPartPr>
            <p14:xfrm>
              <a:off x="1551391" y="6502006"/>
              <a:ext cx="17640" cy="273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B48869DE-020F-79B3-0A96-DF0DAE4E02A7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1542391" y="6493366"/>
                <a:ext cx="3528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E11E203-AF6F-4A12-97C5-A2D359EA3319}"/>
              </a:ext>
            </a:extLst>
          </p:cNvPr>
          <p:cNvGrpSpPr/>
          <p:nvPr/>
        </p:nvGrpSpPr>
        <p:grpSpPr>
          <a:xfrm>
            <a:off x="2215591" y="5964166"/>
            <a:ext cx="1548000" cy="816480"/>
            <a:chOff x="2215591" y="5964166"/>
            <a:chExt cx="1548000" cy="81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0200106-2FB3-01BF-51DF-48BCD59726F1}"/>
                    </a:ext>
                  </a:extLst>
                </p14:cNvPr>
                <p14:cNvContentPartPr/>
                <p14:nvPr/>
              </p14:nvContentPartPr>
              <p14:xfrm>
                <a:off x="2215591" y="5964166"/>
                <a:ext cx="281160" cy="6523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0200106-2FB3-01BF-51DF-48BCD59726F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206951" y="5955526"/>
                  <a:ext cx="29880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D82EADB-B487-815B-96F1-60EAA4C7614E}"/>
                    </a:ext>
                  </a:extLst>
                </p14:cNvPr>
                <p14:cNvContentPartPr/>
                <p14:nvPr/>
              </p14:nvContentPartPr>
              <p14:xfrm>
                <a:off x="2610511" y="6413806"/>
                <a:ext cx="78480" cy="252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D82EADB-B487-815B-96F1-60EAA4C7614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601871" y="6405166"/>
                  <a:ext cx="961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FA3FDDD-C94C-E7F6-F3E4-F51610F36686}"/>
                    </a:ext>
                  </a:extLst>
                </p14:cNvPr>
                <p14:cNvContentPartPr/>
                <p14:nvPr/>
              </p14:nvContentPartPr>
              <p14:xfrm>
                <a:off x="2598271" y="6234886"/>
                <a:ext cx="89640" cy="63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FA3FDDD-C94C-E7F6-F3E4-F51610F3668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589271" y="6226246"/>
                  <a:ext cx="107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172F55A-EA93-E07B-7FFA-45B75440B5FE}"/>
                    </a:ext>
                  </a:extLst>
                </p14:cNvPr>
                <p14:cNvContentPartPr/>
                <p14:nvPr/>
              </p14:nvContentPartPr>
              <p14:xfrm>
                <a:off x="2791591" y="6344326"/>
                <a:ext cx="221760" cy="342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172F55A-EA93-E07B-7FFA-45B75440B5F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782951" y="6335686"/>
                  <a:ext cx="2394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EED5EFC-729E-550C-A871-7918A05D41A8}"/>
                    </a:ext>
                  </a:extLst>
                </p14:cNvPr>
                <p14:cNvContentPartPr/>
                <p14:nvPr/>
              </p14:nvContentPartPr>
              <p14:xfrm>
                <a:off x="3067351" y="6333886"/>
                <a:ext cx="191160" cy="446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EED5EFC-729E-550C-A871-7918A05D41A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058351" y="6325246"/>
                  <a:ext cx="2088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C6BDBD8-2C2A-867C-1F22-571D57A85F86}"/>
                    </a:ext>
                  </a:extLst>
                </p14:cNvPr>
                <p14:cNvContentPartPr/>
                <p14:nvPr/>
              </p14:nvContentPartPr>
              <p14:xfrm>
                <a:off x="3321151" y="6376366"/>
                <a:ext cx="270720" cy="282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C6BDBD8-2C2A-867C-1F22-571D57A85F8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312511" y="6367726"/>
                  <a:ext cx="288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F7AD0E7-C6CE-CF0D-4B33-B3E59C4468E4}"/>
                    </a:ext>
                  </a:extLst>
                </p14:cNvPr>
                <p14:cNvContentPartPr/>
                <p14:nvPr/>
              </p14:nvContentPartPr>
              <p14:xfrm>
                <a:off x="3613831" y="6116446"/>
                <a:ext cx="149760" cy="507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F7AD0E7-C6CE-CF0D-4B33-B3E59C4468E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604831" y="6107806"/>
                  <a:ext cx="167400" cy="52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B6ACE4A-1272-17A4-FCDB-498739BDB358}"/>
              </a:ext>
            </a:extLst>
          </p:cNvPr>
          <p:cNvGrpSpPr/>
          <p:nvPr/>
        </p:nvGrpSpPr>
        <p:grpSpPr>
          <a:xfrm>
            <a:off x="4297111" y="6112486"/>
            <a:ext cx="878400" cy="563760"/>
            <a:chOff x="4297111" y="6112486"/>
            <a:chExt cx="878400" cy="5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7F36B54-72BE-BEAC-EAEB-7F47503955CD}"/>
                    </a:ext>
                  </a:extLst>
                </p14:cNvPr>
                <p14:cNvContentPartPr/>
                <p14:nvPr/>
              </p14:nvContentPartPr>
              <p14:xfrm>
                <a:off x="4326991" y="6125806"/>
                <a:ext cx="118440" cy="495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7F36B54-72BE-BEAC-EAEB-7F47503955C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317991" y="6117166"/>
                  <a:ext cx="13608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A5BD242-0379-1F97-3A6B-7520B5C7F423}"/>
                    </a:ext>
                  </a:extLst>
                </p14:cNvPr>
                <p14:cNvContentPartPr/>
                <p14:nvPr/>
              </p14:nvContentPartPr>
              <p14:xfrm>
                <a:off x="4297111" y="6112486"/>
                <a:ext cx="360720" cy="533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A5BD242-0379-1F97-3A6B-7520B5C7F42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288471" y="6103486"/>
                  <a:ext cx="37836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13B8640-DDA3-5BD9-38AD-3924F13BFEFD}"/>
                    </a:ext>
                  </a:extLst>
                </p14:cNvPr>
                <p14:cNvContentPartPr/>
                <p14:nvPr/>
              </p14:nvContentPartPr>
              <p14:xfrm>
                <a:off x="4821631" y="6165766"/>
                <a:ext cx="353880" cy="510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13B8640-DDA3-5BD9-38AD-3924F13BFEF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812631" y="6157126"/>
                  <a:ext cx="371520" cy="52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5C5AEAA-44E8-50F7-B44B-C84285DE63EF}"/>
              </a:ext>
            </a:extLst>
          </p:cNvPr>
          <p:cNvGrpSpPr/>
          <p:nvPr/>
        </p:nvGrpSpPr>
        <p:grpSpPr>
          <a:xfrm>
            <a:off x="5909551" y="6012406"/>
            <a:ext cx="2907360" cy="805680"/>
            <a:chOff x="5909551" y="6012406"/>
            <a:chExt cx="2907360" cy="80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8CD04D2-1307-5787-8534-B5FCD6F8E5BF}"/>
                    </a:ext>
                  </a:extLst>
                </p14:cNvPr>
                <p14:cNvContentPartPr/>
                <p14:nvPr/>
              </p14:nvContentPartPr>
              <p14:xfrm>
                <a:off x="5909551" y="6273046"/>
                <a:ext cx="156600" cy="2851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8CD04D2-1307-5787-8534-B5FCD6F8E5B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900551" y="6264046"/>
                  <a:ext cx="1742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6F5A577-09D1-801B-2387-B38751D81690}"/>
                    </a:ext>
                  </a:extLst>
                </p14:cNvPr>
                <p14:cNvContentPartPr/>
                <p14:nvPr/>
              </p14:nvContentPartPr>
              <p14:xfrm>
                <a:off x="6093871" y="6012406"/>
                <a:ext cx="312840" cy="613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6F5A577-09D1-801B-2387-B38751D8169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085231" y="6003766"/>
                  <a:ext cx="33048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B8AE179-5C14-4195-DC0E-BAA50B678E5E}"/>
                    </a:ext>
                  </a:extLst>
                </p14:cNvPr>
                <p14:cNvContentPartPr/>
                <p14:nvPr/>
              </p14:nvContentPartPr>
              <p14:xfrm>
                <a:off x="6424351" y="6300406"/>
                <a:ext cx="497160" cy="517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B8AE179-5C14-4195-DC0E-BAA50B678E5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415711" y="6291766"/>
                  <a:ext cx="51480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D980854-CF59-21BE-7AA8-6BD4AFAC9400}"/>
                    </a:ext>
                  </a:extLst>
                </p14:cNvPr>
                <p14:cNvContentPartPr/>
                <p14:nvPr/>
              </p14:nvContentPartPr>
              <p14:xfrm>
                <a:off x="7227871" y="6310846"/>
                <a:ext cx="360" cy="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D980854-CF59-21BE-7AA8-6BD4AFAC94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19231" y="63022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8B9B15E-BAA4-B473-CB80-C5F98475FC79}"/>
                    </a:ext>
                  </a:extLst>
                </p14:cNvPr>
                <p14:cNvContentPartPr/>
                <p14:nvPr/>
              </p14:nvContentPartPr>
              <p14:xfrm>
                <a:off x="7330111" y="6293206"/>
                <a:ext cx="24840" cy="6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8B9B15E-BAA4-B473-CB80-C5F98475FC7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321111" y="6284206"/>
                  <a:ext cx="42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2049E19-9EF1-D190-3EB2-820B3C46B7C9}"/>
                    </a:ext>
                  </a:extLst>
                </p14:cNvPr>
                <p14:cNvContentPartPr/>
                <p14:nvPr/>
              </p14:nvContentPartPr>
              <p14:xfrm>
                <a:off x="7231831" y="6138766"/>
                <a:ext cx="775800" cy="4730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2049E19-9EF1-D190-3EB2-820B3C46B7C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222831" y="6130126"/>
                  <a:ext cx="79344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3D244B1-D552-BF6C-393E-CEF63A653140}"/>
                    </a:ext>
                  </a:extLst>
                </p14:cNvPr>
                <p14:cNvContentPartPr/>
                <p14:nvPr/>
              </p14:nvContentPartPr>
              <p14:xfrm>
                <a:off x="7856431" y="6262966"/>
                <a:ext cx="323280" cy="55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3D244B1-D552-BF6C-393E-CEF63A65314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847431" y="6253966"/>
                  <a:ext cx="340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7BF2AB1-7432-F336-44BD-5095ACA0A37D}"/>
                    </a:ext>
                  </a:extLst>
                </p14:cNvPr>
                <p14:cNvContentPartPr/>
                <p14:nvPr/>
              </p14:nvContentPartPr>
              <p14:xfrm>
                <a:off x="8088271" y="6264766"/>
                <a:ext cx="225360" cy="270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7BF2AB1-7432-F336-44BD-5095ACA0A37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079631" y="6256126"/>
                  <a:ext cx="243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7C63CBC-984E-198B-7AFD-189256CD41E4}"/>
                    </a:ext>
                  </a:extLst>
                </p14:cNvPr>
                <p14:cNvContentPartPr/>
                <p14:nvPr/>
              </p14:nvContentPartPr>
              <p14:xfrm>
                <a:off x="8408671" y="6015286"/>
                <a:ext cx="198000" cy="1936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7C63CBC-984E-198B-7AFD-189256CD41E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00031" y="6006286"/>
                  <a:ext cx="215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1B5C24E-F60A-7534-8D1D-BA25B7AB1285}"/>
                    </a:ext>
                  </a:extLst>
                </p14:cNvPr>
                <p14:cNvContentPartPr/>
                <p14:nvPr/>
              </p14:nvContentPartPr>
              <p14:xfrm>
                <a:off x="8651311" y="6102046"/>
                <a:ext cx="165600" cy="1432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1B5C24E-F60A-7534-8D1D-BA25B7AB128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42311" y="6093046"/>
                  <a:ext cx="183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342F8CF-5FDA-E248-D56D-BB48836D9718}"/>
                    </a:ext>
                  </a:extLst>
                </p14:cNvPr>
                <p14:cNvContentPartPr/>
                <p14:nvPr/>
              </p14:nvContentPartPr>
              <p14:xfrm>
                <a:off x="8591551" y="6041566"/>
                <a:ext cx="220320" cy="300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342F8CF-5FDA-E248-D56D-BB48836D971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582911" y="6032926"/>
                  <a:ext cx="2379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2963244-46C8-F94C-80C1-B14DC94A0382}"/>
                    </a:ext>
                  </a:extLst>
                </p14:cNvPr>
                <p14:cNvContentPartPr/>
                <p14:nvPr/>
              </p14:nvContentPartPr>
              <p14:xfrm>
                <a:off x="7411831" y="6444766"/>
                <a:ext cx="90720" cy="2642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2963244-46C8-F94C-80C1-B14DC94A038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402831" y="6436126"/>
                  <a:ext cx="10836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A10997FC-7AC0-FD8B-9806-E1EE7D02192E}"/>
              </a:ext>
            </a:extLst>
          </p:cNvPr>
          <p:cNvGrpSpPr/>
          <p:nvPr/>
        </p:nvGrpSpPr>
        <p:grpSpPr>
          <a:xfrm>
            <a:off x="9186631" y="6111046"/>
            <a:ext cx="1487880" cy="666000"/>
            <a:chOff x="9186631" y="6111046"/>
            <a:chExt cx="1487880" cy="66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B80593C-6A76-9175-8D01-986F4970B6E1}"/>
                    </a:ext>
                  </a:extLst>
                </p14:cNvPr>
                <p14:cNvContentPartPr/>
                <p14:nvPr/>
              </p14:nvContentPartPr>
              <p14:xfrm>
                <a:off x="9186631" y="6265486"/>
                <a:ext cx="179640" cy="321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B80593C-6A76-9175-8D01-986F4970B6E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177991" y="6256486"/>
                  <a:ext cx="1972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9F2E032-B7B6-BADD-C695-206D77A44362}"/>
                    </a:ext>
                  </a:extLst>
                </p14:cNvPr>
                <p14:cNvContentPartPr/>
                <p14:nvPr/>
              </p14:nvContentPartPr>
              <p14:xfrm>
                <a:off x="9406231" y="6307606"/>
                <a:ext cx="43920" cy="200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9F2E032-B7B6-BADD-C695-206D77A4436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397591" y="6298606"/>
                  <a:ext cx="615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F2D0955-30B7-7DA7-1876-E9D34B7811ED}"/>
                    </a:ext>
                  </a:extLst>
                </p14:cNvPr>
                <p14:cNvContentPartPr/>
                <p14:nvPr/>
              </p14:nvContentPartPr>
              <p14:xfrm>
                <a:off x="9416311" y="6163246"/>
                <a:ext cx="98640" cy="14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F2D0955-30B7-7DA7-1876-E9D34B7811E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407311" y="6154606"/>
                  <a:ext cx="116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4E1F230-1C20-130E-E453-D3C1B61FBE19}"/>
                    </a:ext>
                  </a:extLst>
                </p14:cNvPr>
                <p14:cNvContentPartPr/>
                <p14:nvPr/>
              </p14:nvContentPartPr>
              <p14:xfrm>
                <a:off x="9553831" y="6280606"/>
                <a:ext cx="158400" cy="276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4E1F230-1C20-130E-E453-D3C1B61FBE1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44831" y="6271966"/>
                  <a:ext cx="1760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84BE24C-512A-0ADE-B7CD-36B766A6E9BB}"/>
                    </a:ext>
                  </a:extLst>
                </p14:cNvPr>
                <p14:cNvContentPartPr/>
                <p14:nvPr/>
              </p14:nvContentPartPr>
              <p14:xfrm>
                <a:off x="9776311" y="6262966"/>
                <a:ext cx="165600" cy="514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84BE24C-512A-0ADE-B7CD-36B766A6E9B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67671" y="6253966"/>
                  <a:ext cx="18324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C8855BA-F65A-24FF-0609-7FECFFFEDB63}"/>
                    </a:ext>
                  </a:extLst>
                </p14:cNvPr>
                <p14:cNvContentPartPr/>
                <p14:nvPr/>
              </p14:nvContentPartPr>
              <p14:xfrm>
                <a:off x="10003471" y="6111046"/>
                <a:ext cx="441360" cy="4784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C8855BA-F65A-24FF-0609-7FECFFFEDB6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994831" y="6102406"/>
                  <a:ext cx="4590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611D4F4-040D-4ABA-EBC4-50692D3FCCB8}"/>
                    </a:ext>
                  </a:extLst>
                </p14:cNvPr>
                <p14:cNvContentPartPr/>
                <p14:nvPr/>
              </p14:nvContentPartPr>
              <p14:xfrm>
                <a:off x="10665511" y="6643846"/>
                <a:ext cx="9000" cy="7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611D4F4-040D-4ABA-EBC4-50692D3FCCB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656871" y="6635206"/>
                  <a:ext cx="266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AE5FD9DF-A3EA-C4F4-C99B-B49691F06984}"/>
              </a:ext>
            </a:extLst>
          </p:cNvPr>
          <p:cNvGrpSpPr/>
          <p:nvPr/>
        </p:nvGrpSpPr>
        <p:grpSpPr>
          <a:xfrm>
            <a:off x="10853071" y="6014566"/>
            <a:ext cx="1072080" cy="811800"/>
            <a:chOff x="10853071" y="6014566"/>
            <a:chExt cx="1072080" cy="81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609C2E1-58CE-DAA7-1E96-E60FB0D2EC10}"/>
                    </a:ext>
                  </a:extLst>
                </p14:cNvPr>
                <p14:cNvContentPartPr/>
                <p14:nvPr/>
              </p14:nvContentPartPr>
              <p14:xfrm>
                <a:off x="10853071" y="6043726"/>
                <a:ext cx="130680" cy="7056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609C2E1-58CE-DAA7-1E96-E60FB0D2EC1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844431" y="6035086"/>
                  <a:ext cx="14832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DCD1460-E263-E9C1-1CEB-BA76BE37334B}"/>
                    </a:ext>
                  </a:extLst>
                </p14:cNvPr>
                <p14:cNvContentPartPr/>
                <p14:nvPr/>
              </p14:nvContentPartPr>
              <p14:xfrm>
                <a:off x="11081311" y="6243886"/>
                <a:ext cx="159480" cy="392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DCD1460-E263-E9C1-1CEB-BA76BE37334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072311" y="6234886"/>
                  <a:ext cx="1771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CF2DA3C-6439-BDAC-038A-7A248263CB45}"/>
                    </a:ext>
                  </a:extLst>
                </p14:cNvPr>
                <p14:cNvContentPartPr/>
                <p14:nvPr/>
              </p14:nvContentPartPr>
              <p14:xfrm>
                <a:off x="11271391" y="6262966"/>
                <a:ext cx="129240" cy="3189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CF2DA3C-6439-BDAC-038A-7A248263CB4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262751" y="6253966"/>
                  <a:ext cx="1468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ABB447B-64BB-9B0A-3082-80578BC3AC25}"/>
                    </a:ext>
                  </a:extLst>
                </p14:cNvPr>
                <p14:cNvContentPartPr/>
                <p14:nvPr/>
              </p14:nvContentPartPr>
              <p14:xfrm>
                <a:off x="11448511" y="6295006"/>
                <a:ext cx="208440" cy="3344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ABB447B-64BB-9B0A-3082-80578BC3AC2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439871" y="6286006"/>
                  <a:ext cx="226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969C9E3-0F59-E0F7-6512-F97B8CB98A77}"/>
                    </a:ext>
                  </a:extLst>
                </p14:cNvPr>
                <p14:cNvContentPartPr/>
                <p14:nvPr/>
              </p14:nvContentPartPr>
              <p14:xfrm>
                <a:off x="11683951" y="6014566"/>
                <a:ext cx="241200" cy="8118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969C9E3-0F59-E0F7-6512-F97B8CB98A7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674951" y="6005926"/>
                  <a:ext cx="258840" cy="82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89688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B616564-2A3A-F1BF-E38B-55A3D6C16BD7}"/>
                  </a:ext>
                </a:extLst>
              </p14:cNvPr>
              <p14:cNvContentPartPr/>
              <p14:nvPr/>
            </p14:nvContentPartPr>
            <p14:xfrm>
              <a:off x="1060711" y="862246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B616564-2A3A-F1BF-E38B-55A3D6C16B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2071" y="85360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22FCD3CF-A754-47A6-06E0-35DFD963B443}"/>
              </a:ext>
            </a:extLst>
          </p:cNvPr>
          <p:cNvGrpSpPr/>
          <p:nvPr/>
        </p:nvGrpSpPr>
        <p:grpSpPr>
          <a:xfrm>
            <a:off x="1756231" y="247726"/>
            <a:ext cx="1217520" cy="599400"/>
            <a:chOff x="1756231" y="247726"/>
            <a:chExt cx="1217520" cy="59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1083DC-F853-2435-AAF6-D34AA1C0F70C}"/>
                    </a:ext>
                  </a:extLst>
                </p14:cNvPr>
                <p14:cNvContentPartPr/>
                <p14:nvPr/>
              </p14:nvContentPartPr>
              <p14:xfrm>
                <a:off x="1756231" y="247726"/>
                <a:ext cx="371880" cy="599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1083DC-F853-2435-AAF6-D34AA1C0F7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7231" y="238726"/>
                  <a:ext cx="38952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7A94921-11C9-387F-5DAB-F08B8FE0A757}"/>
                    </a:ext>
                  </a:extLst>
                </p14:cNvPr>
                <p14:cNvContentPartPr/>
                <p14:nvPr/>
              </p14:nvContentPartPr>
              <p14:xfrm>
                <a:off x="2382271" y="258886"/>
                <a:ext cx="42480" cy="556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7A94921-11C9-387F-5DAB-F08B8FE0A7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73271" y="249886"/>
                  <a:ext cx="6012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72211C-F9B4-B684-676D-EEDBE8CB5224}"/>
                    </a:ext>
                  </a:extLst>
                </p14:cNvPr>
                <p14:cNvContentPartPr/>
                <p14:nvPr/>
              </p14:nvContentPartPr>
              <p14:xfrm>
                <a:off x="2218111" y="280126"/>
                <a:ext cx="351720" cy="14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72211C-F9B4-B684-676D-EEDBE8CB52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09471" y="271126"/>
                  <a:ext cx="369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ACB588-5AEA-09CF-2856-A917B0B38AB1}"/>
                    </a:ext>
                  </a:extLst>
                </p14:cNvPr>
                <p14:cNvContentPartPr/>
                <p14:nvPr/>
              </p14:nvContentPartPr>
              <p14:xfrm>
                <a:off x="2661631" y="249526"/>
                <a:ext cx="312120" cy="569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ACB588-5AEA-09CF-2856-A917B0B38A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52631" y="240526"/>
                  <a:ext cx="329760" cy="58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063664B-AB9C-BB5B-1ADE-9C1A7AB2CDEE}"/>
                  </a:ext>
                </a:extLst>
              </p14:cNvPr>
              <p14:cNvContentPartPr/>
              <p14:nvPr/>
            </p14:nvContentPartPr>
            <p14:xfrm>
              <a:off x="489751" y="174286"/>
              <a:ext cx="394200" cy="703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063664B-AB9C-BB5B-1ADE-9C1A7AB2CD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0751" y="165286"/>
                <a:ext cx="41184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40DB8C9-2A24-7640-76F1-BDAAF7C4C376}"/>
                  </a:ext>
                </a:extLst>
              </p14:cNvPr>
              <p14:cNvContentPartPr/>
              <p14:nvPr/>
            </p14:nvContentPartPr>
            <p14:xfrm>
              <a:off x="3952591" y="124606"/>
              <a:ext cx="256680" cy="7354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40DB8C9-2A24-7640-76F1-BDAAF7C4C37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43951" y="115606"/>
                <a:ext cx="274320" cy="75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7EA78F4-A582-1848-7587-4E2533FF7DF4}"/>
                  </a:ext>
                </a:extLst>
              </p14:cNvPr>
              <p14:cNvContentPartPr/>
              <p14:nvPr/>
            </p14:nvContentPartPr>
            <p14:xfrm>
              <a:off x="531511" y="1434646"/>
              <a:ext cx="313560" cy="6544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7EA78F4-A582-1848-7587-4E2533FF7DF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2871" y="1425646"/>
                <a:ext cx="331200" cy="6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6BD7288-FE0A-AEE0-EE87-0C2756A43600}"/>
                  </a:ext>
                </a:extLst>
              </p14:cNvPr>
              <p14:cNvContentPartPr/>
              <p14:nvPr/>
            </p14:nvContentPartPr>
            <p14:xfrm>
              <a:off x="1176271" y="2222686"/>
              <a:ext cx="1440" cy="46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6BD7288-FE0A-AEE0-EE87-0C2756A4360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67271" y="2213686"/>
                <a:ext cx="1908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5CE7612B-C178-34B6-79F2-5B536E7C000E}"/>
              </a:ext>
            </a:extLst>
          </p:cNvPr>
          <p:cNvGrpSpPr/>
          <p:nvPr/>
        </p:nvGrpSpPr>
        <p:grpSpPr>
          <a:xfrm>
            <a:off x="10317031" y="995086"/>
            <a:ext cx="649440" cy="454680"/>
            <a:chOff x="10317031" y="995086"/>
            <a:chExt cx="649440" cy="45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828DFA-4D85-A90A-79C4-CBFA3394E8F5}"/>
                    </a:ext>
                  </a:extLst>
                </p14:cNvPr>
                <p14:cNvContentPartPr/>
                <p14:nvPr/>
              </p14:nvContentPartPr>
              <p14:xfrm>
                <a:off x="10317031" y="1043326"/>
                <a:ext cx="158760" cy="406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828DFA-4D85-A90A-79C4-CBFA3394E8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08391" y="1034326"/>
                  <a:ext cx="1764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0E806B9-C7FE-CF68-723C-9065FC0D1451}"/>
                    </a:ext>
                  </a:extLst>
                </p14:cNvPr>
                <p14:cNvContentPartPr/>
                <p14:nvPr/>
              </p14:nvContentPartPr>
              <p14:xfrm>
                <a:off x="10380031" y="1020286"/>
                <a:ext cx="211320" cy="409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0E806B9-C7FE-CF68-723C-9065FC0D14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371031" y="1011286"/>
                  <a:ext cx="2289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94DC4C6-0839-D81A-0B72-EC3B8050D4B7}"/>
                    </a:ext>
                  </a:extLst>
                </p14:cNvPr>
                <p14:cNvContentPartPr/>
                <p14:nvPr/>
              </p14:nvContentPartPr>
              <p14:xfrm>
                <a:off x="10335031" y="1163206"/>
                <a:ext cx="202680" cy="49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94DC4C6-0839-D81A-0B72-EC3B8050D4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26391" y="1154206"/>
                  <a:ext cx="220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A25A6E0-C4E7-8A0A-5A35-33FF35B33089}"/>
                    </a:ext>
                  </a:extLst>
                </p14:cNvPr>
                <p14:cNvContentPartPr/>
                <p14:nvPr/>
              </p14:nvContentPartPr>
              <p14:xfrm>
                <a:off x="10712671" y="995086"/>
                <a:ext cx="253800" cy="398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A25A6E0-C4E7-8A0A-5A35-33FF35B3308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04031" y="986446"/>
                  <a:ext cx="271440" cy="41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B49CA9B-D527-5FBD-6094-AF0BEAC98149}"/>
              </a:ext>
            </a:extLst>
          </p:cNvPr>
          <p:cNvGrpSpPr/>
          <p:nvPr/>
        </p:nvGrpSpPr>
        <p:grpSpPr>
          <a:xfrm>
            <a:off x="1824631" y="43246"/>
            <a:ext cx="8089920" cy="2334600"/>
            <a:chOff x="1824631" y="43246"/>
            <a:chExt cx="8089920" cy="233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2358863-6F5E-5974-C537-38684063F5B1}"/>
                    </a:ext>
                  </a:extLst>
                </p14:cNvPr>
                <p14:cNvContentPartPr/>
                <p14:nvPr/>
              </p14:nvContentPartPr>
              <p14:xfrm>
                <a:off x="4447231" y="199126"/>
                <a:ext cx="42480" cy="482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2358863-6F5E-5974-C537-38684063F5B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38591" y="190486"/>
                  <a:ext cx="6012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4996A64-3110-04D6-F268-D8C27D9434A2}"/>
                    </a:ext>
                  </a:extLst>
                </p14:cNvPr>
                <p14:cNvContentPartPr/>
                <p14:nvPr/>
              </p14:nvContentPartPr>
              <p14:xfrm>
                <a:off x="4604191" y="215686"/>
                <a:ext cx="257040" cy="419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996A64-3110-04D6-F268-D8C27D9434A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95191" y="206686"/>
                  <a:ext cx="2746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5BEB720-8F9F-190C-A8C3-85EE2D743499}"/>
                    </a:ext>
                  </a:extLst>
                </p14:cNvPr>
                <p14:cNvContentPartPr/>
                <p14:nvPr/>
              </p14:nvContentPartPr>
              <p14:xfrm>
                <a:off x="5183791" y="374086"/>
                <a:ext cx="309600" cy="23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5BEB720-8F9F-190C-A8C3-85EE2D7434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74791" y="365086"/>
                  <a:ext cx="327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08D497-F534-B200-55C7-9AC4CA568CF2}"/>
                    </a:ext>
                  </a:extLst>
                </p14:cNvPr>
                <p14:cNvContentPartPr/>
                <p14:nvPr/>
              </p14:nvContentPartPr>
              <p14:xfrm>
                <a:off x="5721631" y="187246"/>
                <a:ext cx="117000" cy="439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08D497-F534-B200-55C7-9AC4CA568C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12631" y="178606"/>
                  <a:ext cx="1346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C1DA757-7292-4B7C-525E-D0A2C2199C2B}"/>
                    </a:ext>
                  </a:extLst>
                </p14:cNvPr>
                <p14:cNvContentPartPr/>
                <p14:nvPr/>
              </p14:nvContentPartPr>
              <p14:xfrm>
                <a:off x="5932591" y="202366"/>
                <a:ext cx="202680" cy="320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C1DA757-7292-4B7C-525E-D0A2C2199C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23951" y="193726"/>
                  <a:ext cx="2203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B87B1BD-A62F-EFF4-DB71-748ABE671295}"/>
                    </a:ext>
                  </a:extLst>
                </p14:cNvPr>
                <p14:cNvContentPartPr/>
                <p14:nvPr/>
              </p14:nvContentPartPr>
              <p14:xfrm>
                <a:off x="6132391" y="195166"/>
                <a:ext cx="20160" cy="480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B87B1BD-A62F-EFF4-DB71-748ABE6712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23391" y="186166"/>
                  <a:ext cx="3780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21F6EF-5641-1ACD-F4B7-242318B5DED0}"/>
                    </a:ext>
                  </a:extLst>
                </p14:cNvPr>
                <p14:cNvContentPartPr/>
                <p14:nvPr/>
              </p14:nvContentPartPr>
              <p14:xfrm>
                <a:off x="6676711" y="91846"/>
                <a:ext cx="247680" cy="473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21F6EF-5641-1ACD-F4B7-242318B5DE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67711" y="83206"/>
                  <a:ext cx="26532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6DB250A-3D78-3DE7-E272-9C48B5019D4D}"/>
                    </a:ext>
                  </a:extLst>
                </p14:cNvPr>
                <p14:cNvContentPartPr/>
                <p14:nvPr/>
              </p14:nvContentPartPr>
              <p14:xfrm>
                <a:off x="7062631" y="277966"/>
                <a:ext cx="205200" cy="290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6DB250A-3D78-3DE7-E272-9C48B5019D4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53991" y="268966"/>
                  <a:ext cx="2228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FF6B6C7-032F-4EB2-6EEF-4CA2E58E2985}"/>
                    </a:ext>
                  </a:extLst>
                </p14:cNvPr>
                <p14:cNvContentPartPr/>
                <p14:nvPr/>
              </p14:nvContentPartPr>
              <p14:xfrm>
                <a:off x="7295191" y="77086"/>
                <a:ext cx="54000" cy="564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FF6B6C7-032F-4EB2-6EEF-4CA2E58E29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86191" y="68086"/>
                  <a:ext cx="7164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902E2D-EB3D-6961-0D61-85A6AE2A94FA}"/>
                    </a:ext>
                  </a:extLst>
                </p14:cNvPr>
                <p14:cNvContentPartPr/>
                <p14:nvPr/>
              </p14:nvContentPartPr>
              <p14:xfrm>
                <a:off x="7261351" y="296686"/>
                <a:ext cx="375120" cy="333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902E2D-EB3D-6961-0D61-85A6AE2A94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52711" y="288046"/>
                  <a:ext cx="3927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6BF8F1-5F8E-6D44-BC0B-370E9F93F539}"/>
                    </a:ext>
                  </a:extLst>
                </p14:cNvPr>
                <p14:cNvContentPartPr/>
                <p14:nvPr/>
              </p14:nvContentPartPr>
              <p14:xfrm>
                <a:off x="7698751" y="93646"/>
                <a:ext cx="178560" cy="559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6BF8F1-5F8E-6D44-BC0B-370E9F93F53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89751" y="85006"/>
                  <a:ext cx="19620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65DF2E-6845-3B36-AFFD-735FBF523991}"/>
                    </a:ext>
                  </a:extLst>
                </p14:cNvPr>
                <p14:cNvContentPartPr/>
                <p14:nvPr/>
              </p14:nvContentPartPr>
              <p14:xfrm>
                <a:off x="7948231" y="338086"/>
                <a:ext cx="215280" cy="320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65DF2E-6845-3B36-AFFD-735FBF5239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39591" y="329086"/>
                  <a:ext cx="2329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5075C9-201B-2639-4396-E16680A532B2}"/>
                    </a:ext>
                  </a:extLst>
                </p14:cNvPr>
                <p14:cNvContentPartPr/>
                <p14:nvPr/>
              </p14:nvContentPartPr>
              <p14:xfrm>
                <a:off x="8169271" y="360406"/>
                <a:ext cx="150120" cy="335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5075C9-201B-2639-4396-E16680A532B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60631" y="351766"/>
                  <a:ext cx="1677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946FC47-7A47-BBD3-ED3B-FCD571A66EFB}"/>
                    </a:ext>
                  </a:extLst>
                </p14:cNvPr>
                <p14:cNvContentPartPr/>
                <p14:nvPr/>
              </p14:nvContentPartPr>
              <p14:xfrm>
                <a:off x="8530711" y="43246"/>
                <a:ext cx="210240" cy="872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946FC47-7A47-BBD3-ED3B-FCD571A66EF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21711" y="34246"/>
                  <a:ext cx="227880" cy="89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CC11C6-8DF7-DD56-D19F-5A804A52F137}"/>
                    </a:ext>
                  </a:extLst>
                </p14:cNvPr>
                <p14:cNvContentPartPr/>
                <p14:nvPr/>
              </p14:nvContentPartPr>
              <p14:xfrm>
                <a:off x="9086911" y="883486"/>
                <a:ext cx="360" cy="12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CC11C6-8DF7-DD56-D19F-5A804A52F13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78271" y="874846"/>
                  <a:ext cx="18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E897666-2E44-6B5A-EFF8-2B96484606D7}"/>
                    </a:ext>
                  </a:extLst>
                </p14:cNvPr>
                <p14:cNvContentPartPr/>
                <p14:nvPr/>
              </p14:nvContentPartPr>
              <p14:xfrm>
                <a:off x="3969151" y="130366"/>
                <a:ext cx="295920" cy="726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E897666-2E44-6B5A-EFF8-2B96484606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60511" y="121366"/>
                  <a:ext cx="31356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DB55411-8922-254F-FFC9-F73C8053985D}"/>
                    </a:ext>
                  </a:extLst>
                </p14:cNvPr>
                <p14:cNvContentPartPr/>
                <p14:nvPr/>
              </p14:nvContentPartPr>
              <p14:xfrm>
                <a:off x="1871791" y="1520686"/>
                <a:ext cx="38160" cy="519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DB55411-8922-254F-FFC9-F73C805398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62791" y="1511686"/>
                  <a:ext cx="558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8B619B-CE54-6477-0C23-0F46B19072FF}"/>
                    </a:ext>
                  </a:extLst>
                </p14:cNvPr>
                <p14:cNvContentPartPr/>
                <p14:nvPr/>
              </p14:nvContentPartPr>
              <p14:xfrm>
                <a:off x="1824631" y="1451566"/>
                <a:ext cx="307800" cy="28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8B619B-CE54-6477-0C23-0F46B19072F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15631" y="1442566"/>
                  <a:ext cx="325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E042777-64EB-94F4-87D7-1AC023E1B5FC}"/>
                    </a:ext>
                  </a:extLst>
                </p14:cNvPr>
                <p14:cNvContentPartPr/>
                <p14:nvPr/>
              </p14:nvContentPartPr>
              <p14:xfrm>
                <a:off x="1824631" y="1643806"/>
                <a:ext cx="225000" cy="40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E042777-64EB-94F4-87D7-1AC023E1B5F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15631" y="1634806"/>
                  <a:ext cx="242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F9C9785-D6F6-9930-0B0A-D8AEDB5C96A6}"/>
                    </a:ext>
                  </a:extLst>
                </p14:cNvPr>
                <p14:cNvContentPartPr/>
                <p14:nvPr/>
              </p14:nvContentPartPr>
              <p14:xfrm>
                <a:off x="2164831" y="1675486"/>
                <a:ext cx="176760" cy="294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F9C9785-D6F6-9930-0B0A-D8AEDB5C96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55831" y="1666846"/>
                  <a:ext cx="1944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3896ACD-85EE-92DD-0725-53F9E04ADA4E}"/>
                    </a:ext>
                  </a:extLst>
                </p14:cNvPr>
                <p14:cNvContentPartPr/>
                <p14:nvPr/>
              </p14:nvContentPartPr>
              <p14:xfrm>
                <a:off x="2439511" y="1689526"/>
                <a:ext cx="182520" cy="297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3896ACD-85EE-92DD-0725-53F9E04ADA4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30871" y="1680526"/>
                  <a:ext cx="2001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6EE3F7C-E3EA-6C60-5F76-7C39F5ABD9DC}"/>
                    </a:ext>
                  </a:extLst>
                </p14:cNvPr>
                <p14:cNvContentPartPr/>
                <p14:nvPr/>
              </p14:nvContentPartPr>
              <p14:xfrm>
                <a:off x="2760631" y="1714366"/>
                <a:ext cx="210240" cy="348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6EE3F7C-E3EA-6C60-5F76-7C39F5ABD9D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51991" y="1705726"/>
                  <a:ext cx="2278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AE2B748-822A-DF84-0FD4-025570F6EA7B}"/>
                    </a:ext>
                  </a:extLst>
                </p14:cNvPr>
                <p14:cNvContentPartPr/>
                <p14:nvPr/>
              </p14:nvContentPartPr>
              <p14:xfrm>
                <a:off x="3015511" y="1508806"/>
                <a:ext cx="18720" cy="519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AE2B748-822A-DF84-0FD4-025570F6EA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06511" y="1499806"/>
                  <a:ext cx="3636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F4D7492-8F1C-F5B6-3850-11D8918C58D9}"/>
                    </a:ext>
                  </a:extLst>
                </p14:cNvPr>
                <p14:cNvContentPartPr/>
                <p14:nvPr/>
              </p14:nvContentPartPr>
              <p14:xfrm>
                <a:off x="3005431" y="1739566"/>
                <a:ext cx="233280" cy="248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F4D7492-8F1C-F5B6-3850-11D8918C58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96791" y="1730926"/>
                  <a:ext cx="2509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50B4C2D-5FB7-6794-7BDB-7790A9F50D2D}"/>
                    </a:ext>
                  </a:extLst>
                </p14:cNvPr>
                <p14:cNvContentPartPr/>
                <p14:nvPr/>
              </p14:nvContentPartPr>
              <p14:xfrm>
                <a:off x="3155911" y="1585486"/>
                <a:ext cx="75960" cy="14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50B4C2D-5FB7-6794-7BDB-7790A9F50D2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46911" y="1576846"/>
                  <a:ext cx="93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B8ACC99-CBC9-6C5B-13EF-960186EABF95}"/>
                    </a:ext>
                  </a:extLst>
                </p14:cNvPr>
                <p14:cNvContentPartPr/>
                <p14:nvPr/>
              </p14:nvContentPartPr>
              <p14:xfrm>
                <a:off x="3272191" y="1696006"/>
                <a:ext cx="228600" cy="343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B8ACC99-CBC9-6C5B-13EF-960186EABF9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63191" y="1687366"/>
                  <a:ext cx="2462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0389BA7-EA0E-7C44-D787-D9C4878FE0B5}"/>
                    </a:ext>
                  </a:extLst>
                </p14:cNvPr>
                <p14:cNvContentPartPr/>
                <p14:nvPr/>
              </p14:nvContentPartPr>
              <p14:xfrm>
                <a:off x="3597271" y="1683766"/>
                <a:ext cx="191160" cy="33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0389BA7-EA0E-7C44-D787-D9C4878FE0B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88631" y="1675126"/>
                  <a:ext cx="2088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7C676F6-7B00-61CE-69DF-AC50E13E7822}"/>
                    </a:ext>
                  </a:extLst>
                </p14:cNvPr>
                <p14:cNvContentPartPr/>
                <p14:nvPr/>
              </p14:nvContentPartPr>
              <p14:xfrm>
                <a:off x="4394311" y="1415566"/>
                <a:ext cx="303120" cy="508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7C676F6-7B00-61CE-69DF-AC50E13E782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85311" y="1406566"/>
                  <a:ext cx="32076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02FC77-F0E9-FF28-AF55-A6211469E3B4}"/>
                    </a:ext>
                  </a:extLst>
                </p14:cNvPr>
                <p14:cNvContentPartPr/>
                <p14:nvPr/>
              </p14:nvContentPartPr>
              <p14:xfrm>
                <a:off x="4506991" y="1673686"/>
                <a:ext cx="187920" cy="283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02FC77-F0E9-FF28-AF55-A6211469E3B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98351" y="1665046"/>
                  <a:ext cx="205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EB272DA-A38F-E269-4AE1-C514EA774993}"/>
                    </a:ext>
                  </a:extLst>
                </p14:cNvPr>
                <p14:cNvContentPartPr/>
                <p14:nvPr/>
              </p14:nvContentPartPr>
              <p14:xfrm>
                <a:off x="4830991" y="1657126"/>
                <a:ext cx="159480" cy="219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EB272DA-A38F-E269-4AE1-C514EA7749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22351" y="1648486"/>
                  <a:ext cx="177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5F3B3F0-DCAA-540F-0B6C-28DEA59590D3}"/>
                    </a:ext>
                  </a:extLst>
                </p14:cNvPr>
                <p14:cNvContentPartPr/>
                <p14:nvPr/>
              </p14:nvContentPartPr>
              <p14:xfrm>
                <a:off x="4995511" y="1621126"/>
                <a:ext cx="233280" cy="323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5F3B3F0-DCAA-540F-0B6C-28DEA59590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86511" y="1612486"/>
                  <a:ext cx="2509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8D89A41-B254-070D-6E92-54A91E073EB6}"/>
                    </a:ext>
                  </a:extLst>
                </p14:cNvPr>
                <p14:cNvContentPartPr/>
                <p14:nvPr/>
              </p14:nvContentPartPr>
              <p14:xfrm>
                <a:off x="5301511" y="1661446"/>
                <a:ext cx="276120" cy="305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8D89A41-B254-070D-6E92-54A91E073EB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92871" y="1652806"/>
                  <a:ext cx="2937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90D69B-772B-DBEB-34B2-DFB5D167D7EC}"/>
                    </a:ext>
                  </a:extLst>
                </p14:cNvPr>
                <p14:cNvContentPartPr/>
                <p14:nvPr/>
              </p14:nvContentPartPr>
              <p14:xfrm>
                <a:off x="5584831" y="1641286"/>
                <a:ext cx="192960" cy="324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90D69B-772B-DBEB-34B2-DFB5D167D7E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76191" y="1632646"/>
                  <a:ext cx="2106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C93EE24-D81F-64B7-5A4E-BC6B1CEA9E22}"/>
                    </a:ext>
                  </a:extLst>
                </p14:cNvPr>
                <p14:cNvContentPartPr/>
                <p14:nvPr/>
              </p14:nvContentPartPr>
              <p14:xfrm>
                <a:off x="5817391" y="1617886"/>
                <a:ext cx="266040" cy="303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C93EE24-D81F-64B7-5A4E-BC6B1CEA9E2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08391" y="1609246"/>
                  <a:ext cx="2836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CF1FB34-8409-6BD1-4EB5-4D40B04EBBBC}"/>
                    </a:ext>
                  </a:extLst>
                </p14:cNvPr>
                <p14:cNvContentPartPr/>
                <p14:nvPr/>
              </p14:nvContentPartPr>
              <p14:xfrm>
                <a:off x="6142471" y="1349686"/>
                <a:ext cx="14040" cy="562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CF1FB34-8409-6BD1-4EB5-4D40B04EBBB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33831" y="1340686"/>
                  <a:ext cx="3168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867E8A5-A8B0-51D1-49BE-B4833FBDE8AD}"/>
                    </a:ext>
                  </a:extLst>
                </p14:cNvPr>
                <p14:cNvContentPartPr/>
                <p14:nvPr/>
              </p14:nvContentPartPr>
              <p14:xfrm>
                <a:off x="6050671" y="1618966"/>
                <a:ext cx="297000" cy="27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867E8A5-A8B0-51D1-49BE-B4833FBDE8A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41671" y="1610326"/>
                  <a:ext cx="314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1D98DF4-53C8-EA32-4334-E0E5B650EC51}"/>
                    </a:ext>
                  </a:extLst>
                </p14:cNvPr>
                <p14:cNvContentPartPr/>
                <p14:nvPr/>
              </p14:nvContentPartPr>
              <p14:xfrm>
                <a:off x="6339751" y="1608886"/>
                <a:ext cx="177480" cy="283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1D98DF4-53C8-EA32-4334-E0E5B650EC5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31111" y="1600246"/>
                  <a:ext cx="1951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71ED9BA-F13B-1532-06C6-79CA4F4D6D86}"/>
                    </a:ext>
                  </a:extLst>
                </p14:cNvPr>
                <p14:cNvContentPartPr/>
                <p14:nvPr/>
              </p14:nvContentPartPr>
              <p14:xfrm>
                <a:off x="6601471" y="1598806"/>
                <a:ext cx="524880" cy="316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71ED9BA-F13B-1532-06C6-79CA4F4D6D8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92831" y="1590166"/>
                  <a:ext cx="5425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2EE89CD-3F82-B6F0-BEB3-E2B007998769}"/>
                    </a:ext>
                  </a:extLst>
                </p14:cNvPr>
                <p14:cNvContentPartPr/>
                <p14:nvPr/>
              </p14:nvContentPartPr>
              <p14:xfrm>
                <a:off x="7666351" y="1252486"/>
                <a:ext cx="700920" cy="414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2EE89CD-3F82-B6F0-BEB3-E2B00799876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57711" y="1243486"/>
                  <a:ext cx="71856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F72860F-8C12-53D1-82A5-D8FB0F6843E2}"/>
                    </a:ext>
                  </a:extLst>
                </p14:cNvPr>
                <p14:cNvContentPartPr/>
                <p14:nvPr/>
              </p14:nvContentPartPr>
              <p14:xfrm>
                <a:off x="8697751" y="957286"/>
                <a:ext cx="169920" cy="517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F72860F-8C12-53D1-82A5-D8FB0F6843E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88751" y="948286"/>
                  <a:ext cx="18756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DB5083-6D8B-BC15-6AF5-802227998CF8}"/>
                    </a:ext>
                  </a:extLst>
                </p14:cNvPr>
                <p14:cNvContentPartPr/>
                <p14:nvPr/>
              </p14:nvContentPartPr>
              <p14:xfrm>
                <a:off x="9017791" y="1215406"/>
                <a:ext cx="64440" cy="287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DB5083-6D8B-BC15-6AF5-802227998CF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09151" y="1206766"/>
                  <a:ext cx="820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9C38B19-8AFA-3F16-D574-957468E32D97}"/>
                    </a:ext>
                  </a:extLst>
                </p14:cNvPr>
                <p14:cNvContentPartPr/>
                <p14:nvPr/>
              </p14:nvContentPartPr>
              <p14:xfrm>
                <a:off x="8949391" y="1117126"/>
                <a:ext cx="83520" cy="17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9C38B19-8AFA-3F16-D574-957468E32D9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40391" y="1108486"/>
                  <a:ext cx="101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E0A595-BDC7-CC27-8F6D-B55CE045AA8D}"/>
                    </a:ext>
                  </a:extLst>
                </p14:cNvPr>
                <p14:cNvContentPartPr/>
                <p14:nvPr/>
              </p14:nvContentPartPr>
              <p14:xfrm>
                <a:off x="9149191" y="1234486"/>
                <a:ext cx="192960" cy="278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E0A595-BDC7-CC27-8F6D-B55CE045AA8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40191" y="1225486"/>
                  <a:ext cx="2106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050B8E9-BEC0-C591-6DE0-F30985A59EF1}"/>
                    </a:ext>
                  </a:extLst>
                </p14:cNvPr>
                <p14:cNvContentPartPr/>
                <p14:nvPr/>
              </p14:nvContentPartPr>
              <p14:xfrm>
                <a:off x="9361591" y="1220086"/>
                <a:ext cx="194400" cy="465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050B8E9-BEC0-C591-6DE0-F30985A59EF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52951" y="1211086"/>
                  <a:ext cx="21204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7D6758E-E62B-7F32-36EF-38386658DED8}"/>
                    </a:ext>
                  </a:extLst>
                </p14:cNvPr>
                <p14:cNvContentPartPr/>
                <p14:nvPr/>
              </p14:nvContentPartPr>
              <p14:xfrm>
                <a:off x="9649591" y="1255726"/>
                <a:ext cx="227880" cy="269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7D6758E-E62B-7F32-36EF-38386658DED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40591" y="1246726"/>
                  <a:ext cx="2455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1448D83-B6DF-4D0A-443C-8795226DF6BB}"/>
                    </a:ext>
                  </a:extLst>
                </p14:cNvPr>
                <p14:cNvContentPartPr/>
                <p14:nvPr/>
              </p14:nvContentPartPr>
              <p14:xfrm>
                <a:off x="9876031" y="1008766"/>
                <a:ext cx="38520" cy="509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1448D83-B6DF-4D0A-443C-8795226DF6B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67031" y="1000126"/>
                  <a:ext cx="5616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61E4EF2-4D8B-2214-D95B-F08862E3F632}"/>
                    </a:ext>
                  </a:extLst>
                </p14:cNvPr>
                <p14:cNvContentPartPr/>
                <p14:nvPr/>
              </p14:nvContentPartPr>
              <p14:xfrm>
                <a:off x="7732231" y="1711846"/>
                <a:ext cx="716760" cy="666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61E4EF2-4D8B-2214-D95B-F08862E3F6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23231" y="1702846"/>
                  <a:ext cx="734400" cy="68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C8AE0DB-6723-61D2-2602-0F7DB899FBA0}"/>
              </a:ext>
            </a:extLst>
          </p:cNvPr>
          <p:cNvGrpSpPr/>
          <p:nvPr/>
        </p:nvGrpSpPr>
        <p:grpSpPr>
          <a:xfrm>
            <a:off x="8933191" y="1972126"/>
            <a:ext cx="2260440" cy="678960"/>
            <a:chOff x="8933191" y="1972126"/>
            <a:chExt cx="2260440" cy="67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8F374F3-DED8-6EF0-E620-6B7941EA7260}"/>
                    </a:ext>
                  </a:extLst>
                </p14:cNvPr>
                <p14:cNvContentPartPr/>
                <p14:nvPr/>
              </p14:nvContentPartPr>
              <p14:xfrm>
                <a:off x="8941471" y="2030446"/>
                <a:ext cx="86400" cy="620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8F374F3-DED8-6EF0-E620-6B7941EA726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32471" y="2021446"/>
                  <a:ext cx="10404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AAF16D0-655A-5C67-7BB3-18563BFB12F3}"/>
                    </a:ext>
                  </a:extLst>
                </p14:cNvPr>
                <p14:cNvContentPartPr/>
                <p14:nvPr/>
              </p14:nvContentPartPr>
              <p14:xfrm>
                <a:off x="8935711" y="2169766"/>
                <a:ext cx="227520" cy="27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AAF16D0-655A-5C67-7BB3-18563BFB12F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26711" y="2161126"/>
                  <a:ext cx="245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7359B1D-A76E-69E0-BB28-8A437C6E132C}"/>
                    </a:ext>
                  </a:extLst>
                </p14:cNvPr>
                <p14:cNvContentPartPr/>
                <p14:nvPr/>
              </p14:nvContentPartPr>
              <p14:xfrm>
                <a:off x="8933191" y="2272726"/>
                <a:ext cx="218880" cy="49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7359B1D-A76E-69E0-BB28-8A437C6E132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924191" y="2264086"/>
                  <a:ext cx="236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6BD1C9E-D638-1676-581C-9E56CE9EEBC5}"/>
                    </a:ext>
                  </a:extLst>
                </p14:cNvPr>
                <p14:cNvContentPartPr/>
                <p14:nvPr/>
              </p14:nvContentPartPr>
              <p14:xfrm>
                <a:off x="9289951" y="2211166"/>
                <a:ext cx="235800" cy="322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6BD1C9E-D638-1676-581C-9E56CE9EEBC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80951" y="2202166"/>
                  <a:ext cx="2534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5D10C3E-9425-DD8A-4008-E0C8372EE69A}"/>
                    </a:ext>
                  </a:extLst>
                </p14:cNvPr>
                <p14:cNvContentPartPr/>
                <p14:nvPr/>
              </p14:nvContentPartPr>
              <p14:xfrm>
                <a:off x="9599911" y="2215486"/>
                <a:ext cx="241200" cy="281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5D10C3E-9425-DD8A-4008-E0C8372EE69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591271" y="2206486"/>
                  <a:ext cx="2588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BA2DA9F-B698-8CA2-129A-66CEF941629F}"/>
                    </a:ext>
                  </a:extLst>
                </p14:cNvPr>
                <p14:cNvContentPartPr/>
                <p14:nvPr/>
              </p14:nvContentPartPr>
              <p14:xfrm>
                <a:off x="9732751" y="1994446"/>
                <a:ext cx="111960" cy="592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BA2DA9F-B698-8CA2-129A-66CEF941629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724111" y="1985806"/>
                  <a:ext cx="12960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535F2B4-A52D-053D-8DBA-1E614DB4A06E}"/>
                    </a:ext>
                  </a:extLst>
                </p14:cNvPr>
                <p14:cNvContentPartPr/>
                <p14:nvPr/>
              </p14:nvContentPartPr>
              <p14:xfrm>
                <a:off x="9786751" y="2212606"/>
                <a:ext cx="182160" cy="263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535F2B4-A52D-053D-8DBA-1E614DB4A06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78111" y="2203606"/>
                  <a:ext cx="1998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1F3639D-15AD-0572-1566-17923E6FFC8D}"/>
                    </a:ext>
                  </a:extLst>
                </p14:cNvPr>
                <p14:cNvContentPartPr/>
                <p14:nvPr/>
              </p14:nvContentPartPr>
              <p14:xfrm>
                <a:off x="10055671" y="2213326"/>
                <a:ext cx="277560" cy="275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1F3639D-15AD-0572-1566-17923E6FFC8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046671" y="2204686"/>
                  <a:ext cx="2952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DB19DEC-34E7-AC63-F002-B31E55CE11FF}"/>
                    </a:ext>
                  </a:extLst>
                </p14:cNvPr>
                <p14:cNvContentPartPr/>
                <p14:nvPr/>
              </p14:nvContentPartPr>
              <p14:xfrm>
                <a:off x="10414591" y="2146366"/>
                <a:ext cx="237600" cy="286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DB19DEC-34E7-AC63-F002-B31E55CE11F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405951" y="2137726"/>
                  <a:ext cx="255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3195C61-6D66-7C9A-1F39-08A3F76DCA4F}"/>
                    </a:ext>
                  </a:extLst>
                </p14:cNvPr>
                <p14:cNvContentPartPr/>
                <p14:nvPr/>
              </p14:nvContentPartPr>
              <p14:xfrm>
                <a:off x="10594951" y="2180206"/>
                <a:ext cx="198720" cy="313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3195C61-6D66-7C9A-1F39-08A3F76DCA4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85951" y="2171206"/>
                  <a:ext cx="2163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A87D640-A718-24A9-0FF8-6361F7231393}"/>
                    </a:ext>
                  </a:extLst>
                </p14:cNvPr>
                <p14:cNvContentPartPr/>
                <p14:nvPr/>
              </p14:nvContentPartPr>
              <p14:xfrm>
                <a:off x="10844431" y="2109646"/>
                <a:ext cx="314640" cy="347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A87D640-A718-24A9-0FF8-6361F723139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35791" y="2101006"/>
                  <a:ext cx="3322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54AE337-8333-C0CD-7EC5-F04D89A62F44}"/>
                    </a:ext>
                  </a:extLst>
                </p14:cNvPr>
                <p14:cNvContentPartPr/>
                <p14:nvPr/>
              </p14:nvContentPartPr>
              <p14:xfrm>
                <a:off x="11132431" y="1972126"/>
                <a:ext cx="61200" cy="7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54AE337-8333-C0CD-7EC5-F04D89A62F4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23791" y="1963486"/>
                  <a:ext cx="7884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3ABDDC9-30B5-4373-2B19-358E93A3F591}"/>
                  </a:ext>
                </a:extLst>
              </p14:cNvPr>
              <p14:cNvContentPartPr/>
              <p14:nvPr/>
            </p14:nvContentPartPr>
            <p14:xfrm>
              <a:off x="11529871" y="2453806"/>
              <a:ext cx="30240" cy="46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3ABDDC9-30B5-4373-2B19-358E93A3F59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520871" y="2445166"/>
                <a:ext cx="4788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7A68489-D7D7-967E-7EF1-C7DA178CF7D2}"/>
              </a:ext>
            </a:extLst>
          </p:cNvPr>
          <p:cNvGrpSpPr/>
          <p:nvPr/>
        </p:nvGrpSpPr>
        <p:grpSpPr>
          <a:xfrm>
            <a:off x="448351" y="3101086"/>
            <a:ext cx="497880" cy="461520"/>
            <a:chOff x="448351" y="3101086"/>
            <a:chExt cx="497880" cy="46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041B20C-AF7B-A676-5DE0-9064DE0EE4BD}"/>
                    </a:ext>
                  </a:extLst>
                </p14:cNvPr>
                <p14:cNvContentPartPr/>
                <p14:nvPr/>
              </p14:nvContentPartPr>
              <p14:xfrm>
                <a:off x="448351" y="3101086"/>
                <a:ext cx="37440" cy="461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041B20C-AF7B-A676-5DE0-9064DE0EE4B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39711" y="3092086"/>
                  <a:ext cx="550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3699F23-F6DC-93DA-E6B0-AD127B81C02E}"/>
                    </a:ext>
                  </a:extLst>
                </p14:cNvPr>
                <p14:cNvContentPartPr/>
                <p14:nvPr/>
              </p14:nvContentPartPr>
              <p14:xfrm>
                <a:off x="619711" y="3115486"/>
                <a:ext cx="326520" cy="424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3699F23-F6DC-93DA-E6B0-AD127B81C02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1071" y="3106846"/>
                  <a:ext cx="344160" cy="44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6280EFC-A63B-0FF9-E3B6-552F57BA7754}"/>
                  </a:ext>
                </a:extLst>
              </p14:cNvPr>
              <p14:cNvContentPartPr/>
              <p14:nvPr/>
            </p14:nvContentPartPr>
            <p14:xfrm>
              <a:off x="1256911" y="3468646"/>
              <a:ext cx="17640" cy="147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6280EFC-A63B-0FF9-E3B6-552F57BA775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248271" y="3460006"/>
                <a:ext cx="35280" cy="3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B112FE1-10D8-6000-A5FB-8B369BEB52DC}"/>
              </a:ext>
            </a:extLst>
          </p:cNvPr>
          <p:cNvGrpSpPr/>
          <p:nvPr/>
        </p:nvGrpSpPr>
        <p:grpSpPr>
          <a:xfrm>
            <a:off x="5480791" y="2570086"/>
            <a:ext cx="648360" cy="872280"/>
            <a:chOff x="5480791" y="2570086"/>
            <a:chExt cx="648360" cy="87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5A5C3EB-E3A6-D0CE-B250-323710845824}"/>
                    </a:ext>
                  </a:extLst>
                </p14:cNvPr>
                <p14:cNvContentPartPr/>
                <p14:nvPr/>
              </p14:nvContentPartPr>
              <p14:xfrm>
                <a:off x="5622271" y="2570086"/>
                <a:ext cx="23760" cy="684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5A5C3EB-E3A6-D0CE-B250-32371084582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13631" y="2561446"/>
                  <a:ext cx="4140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013F4D6-42C8-1C6D-1C95-1802F9440230}"/>
                    </a:ext>
                  </a:extLst>
                </p14:cNvPr>
                <p14:cNvContentPartPr/>
                <p14:nvPr/>
              </p14:nvContentPartPr>
              <p14:xfrm>
                <a:off x="5480791" y="2931166"/>
                <a:ext cx="225000" cy="31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013F4D6-42C8-1C6D-1C95-1802F944023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471791" y="2922166"/>
                  <a:ext cx="2426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47C9074-03A6-254C-42C6-F5712E4B5EFA}"/>
                    </a:ext>
                  </a:extLst>
                </p14:cNvPr>
                <p14:cNvContentPartPr/>
                <p14:nvPr/>
              </p14:nvContentPartPr>
              <p14:xfrm>
                <a:off x="5784991" y="2924686"/>
                <a:ext cx="344160" cy="517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47C9074-03A6-254C-42C6-F5712E4B5EF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775991" y="2916046"/>
                  <a:ext cx="361800" cy="53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515C996-844B-086F-F520-254F4C428E32}"/>
              </a:ext>
            </a:extLst>
          </p:cNvPr>
          <p:cNvGrpSpPr/>
          <p:nvPr/>
        </p:nvGrpSpPr>
        <p:grpSpPr>
          <a:xfrm>
            <a:off x="6435871" y="2760166"/>
            <a:ext cx="675720" cy="495720"/>
            <a:chOff x="6435871" y="2760166"/>
            <a:chExt cx="675720" cy="4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59DC4C1-5188-C953-C56E-385FFF3C752E}"/>
                    </a:ext>
                  </a:extLst>
                </p14:cNvPr>
                <p14:cNvContentPartPr/>
                <p14:nvPr/>
              </p14:nvContentPartPr>
              <p14:xfrm>
                <a:off x="6435871" y="2760166"/>
                <a:ext cx="186480" cy="495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59DC4C1-5188-C953-C56E-385FFF3C752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426871" y="2751166"/>
                  <a:ext cx="20412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CBA3C1A-97CF-2A80-DC1F-1F0C7132B7A2}"/>
                    </a:ext>
                  </a:extLst>
                </p14:cNvPr>
                <p14:cNvContentPartPr/>
                <p14:nvPr/>
              </p14:nvContentPartPr>
              <p14:xfrm>
                <a:off x="6552511" y="2792566"/>
                <a:ext cx="165600" cy="460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CBA3C1A-97CF-2A80-DC1F-1F0C7132B7A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43511" y="2783926"/>
                  <a:ext cx="1832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DB816C3-AE90-A96A-1436-DEEB55EEEEEE}"/>
                    </a:ext>
                  </a:extLst>
                </p14:cNvPr>
                <p14:cNvContentPartPr/>
                <p14:nvPr/>
              </p14:nvContentPartPr>
              <p14:xfrm>
                <a:off x="6460351" y="2912086"/>
                <a:ext cx="242640" cy="76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DB816C3-AE90-A96A-1436-DEEB55EEEEE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51711" y="2903446"/>
                  <a:ext cx="260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83EE5A2-0A1C-E509-1112-F20987856AB1}"/>
                    </a:ext>
                  </a:extLst>
                </p14:cNvPr>
                <p14:cNvContentPartPr/>
                <p14:nvPr/>
              </p14:nvContentPartPr>
              <p14:xfrm>
                <a:off x="6823231" y="2788606"/>
                <a:ext cx="288360" cy="419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83EE5A2-0A1C-E509-1112-F20987856AB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14591" y="2779606"/>
                  <a:ext cx="306000" cy="43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AE570379-99DA-529F-5C0A-11FED9996CC0}"/>
                  </a:ext>
                </a:extLst>
              </p14:cNvPr>
              <p14:cNvContentPartPr/>
              <p14:nvPr/>
            </p14:nvContentPartPr>
            <p14:xfrm>
              <a:off x="7626391" y="2819566"/>
              <a:ext cx="277560" cy="3024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AE570379-99DA-529F-5C0A-11FED9996CC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617751" y="2810566"/>
                <a:ext cx="295200" cy="32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7974909-BDFC-1CF1-FB23-89F1216A4F8E}"/>
              </a:ext>
            </a:extLst>
          </p:cNvPr>
          <p:cNvGrpSpPr/>
          <p:nvPr/>
        </p:nvGrpSpPr>
        <p:grpSpPr>
          <a:xfrm>
            <a:off x="8155591" y="2804806"/>
            <a:ext cx="643680" cy="470520"/>
            <a:chOff x="8155591" y="2804806"/>
            <a:chExt cx="643680" cy="47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E4F9AE3-1D49-8E4E-331A-311AD7504B85}"/>
                    </a:ext>
                  </a:extLst>
                </p14:cNvPr>
                <p14:cNvContentPartPr/>
                <p14:nvPr/>
              </p14:nvContentPartPr>
              <p14:xfrm>
                <a:off x="8155591" y="2822806"/>
                <a:ext cx="66960" cy="394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E4F9AE3-1D49-8E4E-331A-311AD7504B8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46951" y="2813806"/>
                  <a:ext cx="846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FCC5AD0-63BD-3ABA-D8D9-7E4E04A703E1}"/>
                    </a:ext>
                  </a:extLst>
                </p14:cNvPr>
                <p14:cNvContentPartPr/>
                <p14:nvPr/>
              </p14:nvContentPartPr>
              <p14:xfrm>
                <a:off x="8187991" y="2804806"/>
                <a:ext cx="204480" cy="4039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FCC5AD0-63BD-3ABA-D8D9-7E4E04A703E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78991" y="2795806"/>
                  <a:ext cx="2221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C41161F-411D-1717-3117-2970E2EA4523}"/>
                    </a:ext>
                  </a:extLst>
                </p14:cNvPr>
                <p14:cNvContentPartPr/>
                <p14:nvPr/>
              </p14:nvContentPartPr>
              <p14:xfrm>
                <a:off x="8536831" y="2839726"/>
                <a:ext cx="262440" cy="435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C41161F-411D-1717-3117-2970E2EA452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527831" y="2830726"/>
                  <a:ext cx="280080" cy="45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9088CDD-77DA-4D25-8054-24B7BBF9F7B3}"/>
                  </a:ext>
                </a:extLst>
              </p14:cNvPr>
              <p14:cNvContentPartPr/>
              <p14:nvPr/>
            </p14:nvContentPartPr>
            <p14:xfrm>
              <a:off x="6270631" y="3713446"/>
              <a:ext cx="511920" cy="3916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9088CDD-77DA-4D25-8054-24B7BBF9F7B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261631" y="3704446"/>
                <a:ext cx="52956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5A980D9-ECD6-9381-443C-04DEE2AAB52A}"/>
                  </a:ext>
                </a:extLst>
              </p14:cNvPr>
              <p14:cNvContentPartPr/>
              <p14:nvPr/>
            </p14:nvContentPartPr>
            <p14:xfrm>
              <a:off x="6912511" y="3570526"/>
              <a:ext cx="281160" cy="50220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5A980D9-ECD6-9381-443C-04DEE2AAB52A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903871" y="3561526"/>
                <a:ext cx="29880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B4F629F9-47C8-2ABA-8DA5-B3FA6E17F174}"/>
                  </a:ext>
                </a:extLst>
              </p14:cNvPr>
              <p14:cNvContentPartPr/>
              <p14:nvPr/>
            </p14:nvContentPartPr>
            <p14:xfrm>
              <a:off x="7092511" y="3764926"/>
              <a:ext cx="271080" cy="72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B4F629F9-47C8-2ABA-8DA5-B3FA6E17F17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083871" y="3756286"/>
                <a:ext cx="2887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354FB4EF-7D2D-8977-B923-04EF1F5072E1}"/>
                  </a:ext>
                </a:extLst>
              </p14:cNvPr>
              <p14:cNvContentPartPr/>
              <p14:nvPr/>
            </p14:nvContentPartPr>
            <p14:xfrm>
              <a:off x="7506151" y="3666646"/>
              <a:ext cx="427680" cy="36684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354FB4EF-7D2D-8977-B923-04EF1F5072E1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497511" y="3657646"/>
                <a:ext cx="44532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8FEEF7D-A34B-4572-6255-8C49745135B5}"/>
                  </a:ext>
                </a:extLst>
              </p14:cNvPr>
              <p14:cNvContentPartPr/>
              <p14:nvPr/>
            </p14:nvContentPartPr>
            <p14:xfrm>
              <a:off x="7995391" y="3661246"/>
              <a:ext cx="298440" cy="3358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8FEEF7D-A34B-4572-6255-8C49745135B5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986751" y="3652606"/>
                <a:ext cx="31608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435F046B-F718-89E3-4049-136C48D24CFA}"/>
                  </a:ext>
                </a:extLst>
              </p14:cNvPr>
              <p14:cNvContentPartPr/>
              <p14:nvPr/>
            </p14:nvContentPartPr>
            <p14:xfrm>
              <a:off x="8295991" y="3485566"/>
              <a:ext cx="43920" cy="4636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435F046B-F718-89E3-4049-136C48D24CF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286991" y="3476566"/>
                <a:ext cx="6156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6B8A221-02D9-258B-3239-BD392297BB63}"/>
                  </a:ext>
                </a:extLst>
              </p14:cNvPr>
              <p14:cNvContentPartPr/>
              <p14:nvPr/>
            </p14:nvContentPartPr>
            <p14:xfrm>
              <a:off x="8248831" y="3643246"/>
              <a:ext cx="217800" cy="237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6B8A221-02D9-258B-3239-BD392297BB6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239831" y="3634246"/>
                <a:ext cx="2354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A203051-DA2C-94E2-6C93-A85D4A5D9171}"/>
                  </a:ext>
                </a:extLst>
              </p14:cNvPr>
              <p14:cNvContentPartPr/>
              <p14:nvPr/>
            </p14:nvContentPartPr>
            <p14:xfrm>
              <a:off x="8527111" y="3625246"/>
              <a:ext cx="478080" cy="33192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A203051-DA2C-94E2-6C93-A85D4A5D917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518111" y="3616246"/>
                <a:ext cx="49572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38967E1-33C3-ECAE-050A-DB6DCD7CF34C}"/>
                  </a:ext>
                </a:extLst>
              </p14:cNvPr>
              <p14:cNvContentPartPr/>
              <p14:nvPr/>
            </p14:nvContentPartPr>
            <p14:xfrm>
              <a:off x="9505951" y="3373966"/>
              <a:ext cx="480600" cy="4791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38967E1-33C3-ECAE-050A-DB6DCD7CF34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496951" y="3364966"/>
                <a:ext cx="49824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C25CBB44-FB36-4CAB-2219-4EFFEC40FBE7}"/>
                  </a:ext>
                </a:extLst>
              </p14:cNvPr>
              <p14:cNvContentPartPr/>
              <p14:nvPr/>
            </p14:nvContentPartPr>
            <p14:xfrm>
              <a:off x="10367431" y="3470086"/>
              <a:ext cx="254520" cy="44028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C25CBB44-FB36-4CAB-2219-4EFFEC40FBE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0358431" y="3461086"/>
                <a:ext cx="272160" cy="45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63368AB3-0BEA-7130-0302-1B33E33BFE1B}"/>
              </a:ext>
            </a:extLst>
          </p:cNvPr>
          <p:cNvGrpSpPr/>
          <p:nvPr/>
        </p:nvGrpSpPr>
        <p:grpSpPr>
          <a:xfrm>
            <a:off x="10723831" y="3439126"/>
            <a:ext cx="580680" cy="447480"/>
            <a:chOff x="10723831" y="3439126"/>
            <a:chExt cx="58068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E2DCE9C-C50D-F0B9-C6BB-022A1420F94A}"/>
                    </a:ext>
                  </a:extLst>
                </p14:cNvPr>
                <p14:cNvContentPartPr/>
                <p14:nvPr/>
              </p14:nvContentPartPr>
              <p14:xfrm>
                <a:off x="10723831" y="3439126"/>
                <a:ext cx="195840" cy="368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E2DCE9C-C50D-F0B9-C6BB-022A1420F94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715191" y="3430126"/>
                  <a:ext cx="21348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DBFC164-7230-6A72-5451-75C6C2DEE0D9}"/>
                    </a:ext>
                  </a:extLst>
                </p14:cNvPr>
                <p14:cNvContentPartPr/>
                <p14:nvPr/>
              </p14:nvContentPartPr>
              <p14:xfrm>
                <a:off x="11027311" y="3476566"/>
                <a:ext cx="277200" cy="410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DBFC164-7230-6A72-5451-75C6C2DEE0D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018311" y="3467566"/>
                  <a:ext cx="294840" cy="42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C47A2163-5565-4BEE-0FDF-F67127888E4D}"/>
                  </a:ext>
                </a:extLst>
              </p14:cNvPr>
              <p14:cNvContentPartPr/>
              <p14:nvPr/>
            </p14:nvContentPartPr>
            <p14:xfrm>
              <a:off x="11742271" y="4073446"/>
              <a:ext cx="19080" cy="237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C47A2163-5565-4BEE-0FDF-F67127888E4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1733271" y="4064446"/>
                <a:ext cx="367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1E15323-4343-B4DC-0643-49F2AB6AE52E}"/>
                  </a:ext>
                </a:extLst>
              </p14:cNvPr>
              <p14:cNvContentPartPr/>
              <p14:nvPr/>
            </p14:nvContentPartPr>
            <p14:xfrm>
              <a:off x="218671" y="1735606"/>
              <a:ext cx="86040" cy="14482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1E15323-4343-B4DC-0643-49F2AB6AE52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09671" y="1726606"/>
                <a:ext cx="103680" cy="146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B9245EC-C73C-8074-5E4F-217B82013E87}"/>
              </a:ext>
            </a:extLst>
          </p:cNvPr>
          <p:cNvGrpSpPr/>
          <p:nvPr/>
        </p:nvGrpSpPr>
        <p:grpSpPr>
          <a:xfrm>
            <a:off x="2025871" y="3692566"/>
            <a:ext cx="3527280" cy="1714320"/>
            <a:chOff x="2025871" y="3692566"/>
            <a:chExt cx="3527280" cy="171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6A797D6-8EFE-FF80-A426-F8760EA3FA2A}"/>
                    </a:ext>
                  </a:extLst>
                </p14:cNvPr>
                <p14:cNvContentPartPr/>
                <p14:nvPr/>
              </p14:nvContentPartPr>
              <p14:xfrm>
                <a:off x="2281831" y="3984526"/>
                <a:ext cx="403560" cy="339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6A797D6-8EFE-FF80-A426-F8760EA3FA2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73191" y="3975886"/>
                  <a:ext cx="4212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B8A903F-F4BB-DDC6-A50F-29A88161F7AC}"/>
                    </a:ext>
                  </a:extLst>
                </p14:cNvPr>
                <p14:cNvContentPartPr/>
                <p14:nvPr/>
              </p14:nvContentPartPr>
              <p14:xfrm>
                <a:off x="2730751" y="4012966"/>
                <a:ext cx="215280" cy="272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B8A903F-F4BB-DDC6-A50F-29A88161F7A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22111" y="4003966"/>
                  <a:ext cx="2329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BCE4ADF-088C-73D6-78BF-B85503CE7950}"/>
                    </a:ext>
                  </a:extLst>
                </p14:cNvPr>
                <p14:cNvContentPartPr/>
                <p14:nvPr/>
              </p14:nvContentPartPr>
              <p14:xfrm>
                <a:off x="2917231" y="4005766"/>
                <a:ext cx="248760" cy="303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BCE4ADF-088C-73D6-78BF-B85503CE795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908591" y="3997126"/>
                  <a:ext cx="2664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7E37538-EDBF-1A82-B9A9-0728B4C6B45F}"/>
                    </a:ext>
                  </a:extLst>
                </p14:cNvPr>
                <p14:cNvContentPartPr/>
                <p14:nvPr/>
              </p14:nvContentPartPr>
              <p14:xfrm>
                <a:off x="3216751" y="3954646"/>
                <a:ext cx="261000" cy="502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7E37538-EDBF-1A82-B9A9-0728B4C6B45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07751" y="3946006"/>
                  <a:ext cx="2786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EFAD4B2-8992-6095-AED1-6173501CC9E9}"/>
                    </a:ext>
                  </a:extLst>
                </p14:cNvPr>
                <p14:cNvContentPartPr/>
                <p14:nvPr/>
              </p14:nvContentPartPr>
              <p14:xfrm>
                <a:off x="3531031" y="3960406"/>
                <a:ext cx="175680" cy="493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EFAD4B2-8992-6095-AED1-6173501CC9E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522031" y="3951406"/>
                  <a:ext cx="19332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11F608D-4353-5E86-93E1-55295A8249EA}"/>
                    </a:ext>
                  </a:extLst>
                </p14:cNvPr>
                <p14:cNvContentPartPr/>
                <p14:nvPr/>
              </p14:nvContentPartPr>
              <p14:xfrm>
                <a:off x="3832711" y="3995686"/>
                <a:ext cx="166680" cy="246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11F608D-4353-5E86-93E1-55295A8249E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23711" y="3987046"/>
                  <a:ext cx="1843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8EF0787-CF35-EA8F-7AD5-80649C7FB459}"/>
                    </a:ext>
                  </a:extLst>
                </p14:cNvPr>
                <p14:cNvContentPartPr/>
                <p14:nvPr/>
              </p14:nvContentPartPr>
              <p14:xfrm>
                <a:off x="4110991" y="3988486"/>
                <a:ext cx="218880" cy="230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8EF0787-CF35-EA8F-7AD5-80649C7FB45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101991" y="3979486"/>
                  <a:ext cx="236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07267F1-248B-7EF7-558E-F37E96234D1D}"/>
                    </a:ext>
                  </a:extLst>
                </p14:cNvPr>
                <p14:cNvContentPartPr/>
                <p14:nvPr/>
              </p14:nvContentPartPr>
              <p14:xfrm>
                <a:off x="4392511" y="3872206"/>
                <a:ext cx="307440" cy="343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07267F1-248B-7EF7-558E-F37E96234D1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83511" y="3863206"/>
                  <a:ext cx="3250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68F5DA-0BD7-7380-2247-4FCF58779859}"/>
                    </a:ext>
                  </a:extLst>
                </p14:cNvPr>
                <p14:cNvContentPartPr/>
                <p14:nvPr/>
              </p14:nvContentPartPr>
              <p14:xfrm>
                <a:off x="4709311" y="3692566"/>
                <a:ext cx="60120" cy="545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68F5DA-0BD7-7380-2247-4FCF5877985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700671" y="3683926"/>
                  <a:ext cx="7776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5C3B5F1-6A43-A2FB-FA23-5FE30B34ADAB}"/>
                    </a:ext>
                  </a:extLst>
                </p14:cNvPr>
                <p14:cNvContentPartPr/>
                <p14:nvPr/>
              </p14:nvContentPartPr>
              <p14:xfrm>
                <a:off x="4730191" y="3951406"/>
                <a:ext cx="192960" cy="171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5C3B5F1-6A43-A2FB-FA23-5FE30B34ADA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21551" y="3942766"/>
                  <a:ext cx="210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BC9171C-CCC9-8A88-44F6-FF3636266A49}"/>
                    </a:ext>
                  </a:extLst>
                </p14:cNvPr>
                <p14:cNvContentPartPr/>
                <p14:nvPr/>
              </p14:nvContentPartPr>
              <p14:xfrm>
                <a:off x="4986511" y="3867886"/>
                <a:ext cx="566640" cy="366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BC9171C-CCC9-8A88-44F6-FF3636266A4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77871" y="3859246"/>
                  <a:ext cx="58428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7A5B635-8F90-1791-C3A1-3707168AF1A9}"/>
                    </a:ext>
                  </a:extLst>
                </p14:cNvPr>
                <p14:cNvContentPartPr/>
                <p14:nvPr/>
              </p14:nvContentPartPr>
              <p14:xfrm>
                <a:off x="2067991" y="4665646"/>
                <a:ext cx="25560" cy="505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7A5B635-8F90-1791-C3A1-3707168AF1A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58991" y="4657006"/>
                  <a:ext cx="432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ED54A27-6944-2576-0717-CC1E5DE43E95}"/>
                    </a:ext>
                  </a:extLst>
                </p14:cNvPr>
                <p14:cNvContentPartPr/>
                <p14:nvPr/>
              </p14:nvContentPartPr>
              <p14:xfrm>
                <a:off x="2025871" y="4561966"/>
                <a:ext cx="103320" cy="59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ED54A27-6944-2576-0717-CC1E5DE43E9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016871" y="4552966"/>
                  <a:ext cx="120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1CB3BBB-5E97-9C3D-4240-D80A441E9D91}"/>
                    </a:ext>
                  </a:extLst>
                </p14:cNvPr>
                <p14:cNvContentPartPr/>
                <p14:nvPr/>
              </p14:nvContentPartPr>
              <p14:xfrm>
                <a:off x="2249071" y="4690486"/>
                <a:ext cx="176760" cy="447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1CB3BBB-5E97-9C3D-4240-D80A441E9D9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240431" y="4681486"/>
                  <a:ext cx="19440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C5B65FA-52C3-F250-24A7-2FAD5D6AB241}"/>
                    </a:ext>
                  </a:extLst>
                </p14:cNvPr>
                <p14:cNvContentPartPr/>
                <p14:nvPr/>
              </p14:nvContentPartPr>
              <p14:xfrm>
                <a:off x="2578471" y="4556206"/>
                <a:ext cx="164160" cy="850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C5B65FA-52C3-F250-24A7-2FAD5D6AB24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569471" y="4547566"/>
                  <a:ext cx="181800" cy="86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4DB5709-F051-90BF-6A3C-999411261332}"/>
                    </a:ext>
                  </a:extLst>
                </p14:cNvPr>
                <p14:cNvContentPartPr/>
                <p14:nvPr/>
              </p14:nvContentPartPr>
              <p14:xfrm>
                <a:off x="2528791" y="4837726"/>
                <a:ext cx="408960" cy="330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4DB5709-F051-90BF-6A3C-99941126133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19791" y="4829086"/>
                  <a:ext cx="4266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9AEC712-19C0-91EB-0C47-18027372FCBD}"/>
                    </a:ext>
                  </a:extLst>
                </p14:cNvPr>
                <p14:cNvContentPartPr/>
                <p14:nvPr/>
              </p14:nvContentPartPr>
              <p14:xfrm>
                <a:off x="3046831" y="4798846"/>
                <a:ext cx="299160" cy="378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9AEC712-19C0-91EB-0C47-18027372FCB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038191" y="4789846"/>
                  <a:ext cx="31680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3603A79-51E6-D2E4-670D-CCC57312CC30}"/>
                    </a:ext>
                  </a:extLst>
                </p14:cNvPr>
                <p14:cNvContentPartPr/>
                <p14:nvPr/>
              </p14:nvContentPartPr>
              <p14:xfrm>
                <a:off x="3497191" y="4745206"/>
                <a:ext cx="451080" cy="3812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3603A79-51E6-D2E4-670D-CCC57312CC3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488551" y="4736566"/>
                  <a:ext cx="4687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8AB8540-27FD-38A9-E71B-3EE2FFEC992B}"/>
                    </a:ext>
                  </a:extLst>
                </p14:cNvPr>
                <p14:cNvContentPartPr/>
                <p14:nvPr/>
              </p14:nvContentPartPr>
              <p14:xfrm>
                <a:off x="3974191" y="4689766"/>
                <a:ext cx="140760" cy="357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8AB8540-27FD-38A9-E71B-3EE2FFEC992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965191" y="4681126"/>
                  <a:ext cx="1584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31606EE-5E2B-0E44-8593-C8F8641E157C}"/>
                    </a:ext>
                  </a:extLst>
                </p14:cNvPr>
                <p14:cNvContentPartPr/>
                <p14:nvPr/>
              </p14:nvContentPartPr>
              <p14:xfrm>
                <a:off x="4087231" y="4736206"/>
                <a:ext cx="108360" cy="331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31606EE-5E2B-0E44-8593-C8F8641E157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078591" y="4727206"/>
                  <a:ext cx="1260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5FA90B8-8B82-427F-B5A0-3552769AB208}"/>
                    </a:ext>
                  </a:extLst>
                </p14:cNvPr>
                <p14:cNvContentPartPr/>
                <p14:nvPr/>
              </p14:nvContentPartPr>
              <p14:xfrm>
                <a:off x="4285951" y="4686886"/>
                <a:ext cx="333720" cy="3837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5FA90B8-8B82-427F-B5A0-3552769AB20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276951" y="4678246"/>
                  <a:ext cx="3513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5763050-861B-D2C9-2DB2-44C80A8571D7}"/>
                    </a:ext>
                  </a:extLst>
                </p14:cNvPr>
                <p14:cNvContentPartPr/>
                <p14:nvPr/>
              </p14:nvContentPartPr>
              <p14:xfrm>
                <a:off x="4571431" y="4600846"/>
                <a:ext cx="14040" cy="30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5763050-861B-D2C9-2DB2-44C80A8571D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62791" y="4592206"/>
                  <a:ext cx="316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02171BEA-2B17-C554-FA6C-C2AB820D3840}"/>
              </a:ext>
            </a:extLst>
          </p:cNvPr>
          <p:cNvGrpSpPr/>
          <p:nvPr/>
        </p:nvGrpSpPr>
        <p:grpSpPr>
          <a:xfrm>
            <a:off x="5322391" y="4500406"/>
            <a:ext cx="2097000" cy="680040"/>
            <a:chOff x="5322391" y="4500406"/>
            <a:chExt cx="2097000" cy="68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AB78341-1983-9D25-5F78-B5D0074A6A92}"/>
                    </a:ext>
                  </a:extLst>
                </p14:cNvPr>
                <p14:cNvContentPartPr/>
                <p14:nvPr/>
              </p14:nvContentPartPr>
              <p14:xfrm>
                <a:off x="5322391" y="4568446"/>
                <a:ext cx="295560" cy="340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AB78341-1983-9D25-5F78-B5D0074A6A9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13751" y="4559446"/>
                  <a:ext cx="3132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F26F4C5-492F-2EA9-5D26-788407E02EC2}"/>
                    </a:ext>
                  </a:extLst>
                </p14:cNvPr>
                <p14:cNvContentPartPr/>
                <p14:nvPr/>
              </p14:nvContentPartPr>
              <p14:xfrm>
                <a:off x="5726671" y="4500406"/>
                <a:ext cx="416160" cy="4582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F26F4C5-492F-2EA9-5D26-788407E02EC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18031" y="4491406"/>
                  <a:ext cx="43380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315115C-2C47-FF5D-221D-10CF3E17CAC4}"/>
                    </a:ext>
                  </a:extLst>
                </p14:cNvPr>
                <p14:cNvContentPartPr/>
                <p14:nvPr/>
              </p14:nvContentPartPr>
              <p14:xfrm>
                <a:off x="6089191" y="4588606"/>
                <a:ext cx="237600" cy="3258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315115C-2C47-FF5D-221D-10CF3E17CAC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080191" y="4579966"/>
                  <a:ext cx="2552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DC2A5AD-BEA0-A77E-D194-E92414CBF448}"/>
                    </a:ext>
                  </a:extLst>
                </p14:cNvPr>
                <p14:cNvContentPartPr/>
                <p14:nvPr/>
              </p14:nvContentPartPr>
              <p14:xfrm>
                <a:off x="6317791" y="4625686"/>
                <a:ext cx="290880" cy="3585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DC2A5AD-BEA0-A77E-D194-E92414CBF44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308791" y="4616686"/>
                  <a:ext cx="3085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B63E78D-DE19-01E3-9D89-3C94BB326C79}"/>
                    </a:ext>
                  </a:extLst>
                </p14:cNvPr>
                <p14:cNvContentPartPr/>
                <p14:nvPr/>
              </p14:nvContentPartPr>
              <p14:xfrm>
                <a:off x="6508591" y="4617766"/>
                <a:ext cx="380520" cy="3182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B63E78D-DE19-01E3-9D89-3C94BB326C7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499951" y="4609126"/>
                  <a:ext cx="3981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2A73F21-C1F0-99D9-B33B-D5F988D0D57C}"/>
                    </a:ext>
                  </a:extLst>
                </p14:cNvPr>
                <p14:cNvContentPartPr/>
                <p14:nvPr/>
              </p14:nvContentPartPr>
              <p14:xfrm>
                <a:off x="6838351" y="4603006"/>
                <a:ext cx="277560" cy="577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2A73F21-C1F0-99D9-B33B-D5F988D0D57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829711" y="4594366"/>
                  <a:ext cx="29520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5E56755-B622-4966-7BA8-BE7887825F87}"/>
                    </a:ext>
                  </a:extLst>
                </p14:cNvPr>
                <p14:cNvContentPartPr/>
                <p14:nvPr/>
              </p14:nvContentPartPr>
              <p14:xfrm>
                <a:off x="7183231" y="4626766"/>
                <a:ext cx="236160" cy="3427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5E56755-B622-4966-7BA8-BE7887825F8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174591" y="4617766"/>
                  <a:ext cx="253800" cy="36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6FF05EF2-D821-8D4E-436C-C8F1026FE225}"/>
                  </a:ext>
                </a:extLst>
              </p14:cNvPr>
              <p14:cNvContentPartPr/>
              <p14:nvPr/>
            </p14:nvContentPartPr>
            <p14:xfrm>
              <a:off x="7820431" y="4426966"/>
              <a:ext cx="282240" cy="4168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6FF05EF2-D821-8D4E-436C-C8F1026FE22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811431" y="4417966"/>
                <a:ext cx="299880" cy="43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F6B7315-EB78-8361-93A0-0A80D11925AA}"/>
              </a:ext>
            </a:extLst>
          </p:cNvPr>
          <p:cNvGrpSpPr/>
          <p:nvPr/>
        </p:nvGrpSpPr>
        <p:grpSpPr>
          <a:xfrm>
            <a:off x="8390311" y="4285846"/>
            <a:ext cx="1982520" cy="852120"/>
            <a:chOff x="8390311" y="4285846"/>
            <a:chExt cx="1982520" cy="85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6A572CA-F43F-EE6D-07F4-142FE0D8F198}"/>
                    </a:ext>
                  </a:extLst>
                </p14:cNvPr>
                <p14:cNvContentPartPr/>
                <p14:nvPr/>
              </p14:nvContentPartPr>
              <p14:xfrm>
                <a:off x="8390311" y="4445326"/>
                <a:ext cx="335520" cy="335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6A572CA-F43F-EE6D-07F4-142FE0D8F19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381671" y="4436326"/>
                  <a:ext cx="3531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C4E4620-BF5D-ED69-4D76-A5D85917FAE8}"/>
                    </a:ext>
                  </a:extLst>
                </p14:cNvPr>
                <p14:cNvContentPartPr/>
                <p14:nvPr/>
              </p14:nvContentPartPr>
              <p14:xfrm>
                <a:off x="8703511" y="4285846"/>
                <a:ext cx="252360" cy="7646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C4E4620-BF5D-ED69-4D76-A5D85917FAE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694511" y="4277206"/>
                  <a:ext cx="27000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93E7095-8B15-5E4A-15E6-FC5B0F89D88C}"/>
                    </a:ext>
                  </a:extLst>
                </p14:cNvPr>
                <p14:cNvContentPartPr/>
                <p14:nvPr/>
              </p14:nvContentPartPr>
              <p14:xfrm>
                <a:off x="8797831" y="4593286"/>
                <a:ext cx="235080" cy="216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93E7095-8B15-5E4A-15E6-FC5B0F89D88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788831" y="4584286"/>
                  <a:ext cx="252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8CB7F87-B0F5-788B-A249-68B5CCD507BB}"/>
                    </a:ext>
                  </a:extLst>
                </p14:cNvPr>
                <p14:cNvContentPartPr/>
                <p14:nvPr/>
              </p14:nvContentPartPr>
              <p14:xfrm>
                <a:off x="8894671" y="4399246"/>
                <a:ext cx="281160" cy="7387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8CB7F87-B0F5-788B-A249-68B5CCD507B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85671" y="4390246"/>
                  <a:ext cx="29880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5EE3FE5-81BB-2690-F4CE-48E3AFE649BF}"/>
                    </a:ext>
                  </a:extLst>
                </p14:cNvPr>
                <p14:cNvContentPartPr/>
                <p14:nvPr/>
              </p14:nvContentPartPr>
              <p14:xfrm>
                <a:off x="8975311" y="4669246"/>
                <a:ext cx="232560" cy="30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5EE3FE5-81BB-2690-F4CE-48E3AFE649B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66311" y="4660246"/>
                  <a:ext cx="250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0ACFD30-1CFB-CF12-5057-946C292E5357}"/>
                    </a:ext>
                  </a:extLst>
                </p14:cNvPr>
                <p14:cNvContentPartPr/>
                <p14:nvPr/>
              </p14:nvContentPartPr>
              <p14:xfrm>
                <a:off x="9252151" y="4518046"/>
                <a:ext cx="319680" cy="330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0ACFD30-1CFB-CF12-5057-946C292E535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243511" y="4509046"/>
                  <a:ext cx="3373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394B519-9061-EEAF-2DB2-1D1C76805CAE}"/>
                    </a:ext>
                  </a:extLst>
                </p14:cNvPr>
                <p14:cNvContentPartPr/>
                <p14:nvPr/>
              </p14:nvContentPartPr>
              <p14:xfrm>
                <a:off x="9566791" y="4286926"/>
                <a:ext cx="200160" cy="6404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394B519-9061-EEAF-2DB2-1D1C76805CA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557791" y="4277926"/>
                  <a:ext cx="21780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61090F6-F08B-BF0E-A577-BD41B405F342}"/>
                    </a:ext>
                  </a:extLst>
                </p14:cNvPr>
                <p14:cNvContentPartPr/>
                <p14:nvPr/>
              </p14:nvContentPartPr>
              <p14:xfrm>
                <a:off x="9863791" y="4414366"/>
                <a:ext cx="75600" cy="532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61090F6-F08B-BF0E-A577-BD41B405F34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854791" y="4405366"/>
                  <a:ext cx="932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4E87994-3D0C-19FF-16D8-6955E6648811}"/>
                    </a:ext>
                  </a:extLst>
                </p14:cNvPr>
                <p14:cNvContentPartPr/>
                <p14:nvPr/>
              </p14:nvContentPartPr>
              <p14:xfrm>
                <a:off x="9823471" y="4605526"/>
                <a:ext cx="294840" cy="239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4E87994-3D0C-19FF-16D8-6955E664881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814831" y="4596526"/>
                  <a:ext cx="312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6B0B339-B1B9-747A-C066-FE93A20BE93F}"/>
                    </a:ext>
                  </a:extLst>
                </p14:cNvPr>
                <p14:cNvContentPartPr/>
                <p14:nvPr/>
              </p14:nvContentPartPr>
              <p14:xfrm>
                <a:off x="10104271" y="4466926"/>
                <a:ext cx="56160" cy="20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6B0B339-B1B9-747A-C066-FE93A20BE93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095271" y="4457926"/>
                  <a:ext cx="73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465C57F-5301-9B77-9183-D8405E131BB4}"/>
                    </a:ext>
                  </a:extLst>
                </p14:cNvPr>
                <p14:cNvContentPartPr/>
                <p14:nvPr/>
              </p14:nvContentPartPr>
              <p14:xfrm>
                <a:off x="10058191" y="4378726"/>
                <a:ext cx="314640" cy="735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465C57F-5301-9B77-9183-D8405E131BB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049551" y="4369726"/>
                  <a:ext cx="332280" cy="75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6860DA3-5A49-BC53-5565-FA976E087267}"/>
              </a:ext>
            </a:extLst>
          </p:cNvPr>
          <p:cNvGrpSpPr/>
          <p:nvPr/>
        </p:nvGrpSpPr>
        <p:grpSpPr>
          <a:xfrm>
            <a:off x="10697911" y="4280446"/>
            <a:ext cx="1348920" cy="1217520"/>
            <a:chOff x="10697911" y="4280446"/>
            <a:chExt cx="1348920" cy="12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2804D1C-1785-FD7A-F06C-D362039DCA38}"/>
                    </a:ext>
                  </a:extLst>
                </p14:cNvPr>
                <p14:cNvContentPartPr/>
                <p14:nvPr/>
              </p14:nvContentPartPr>
              <p14:xfrm>
                <a:off x="10697911" y="4551886"/>
                <a:ext cx="142560" cy="422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2804D1C-1785-FD7A-F06C-D362039DCA3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689271" y="4542886"/>
                  <a:ext cx="16020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36D5966-2269-D25E-525C-61782C5AFAFD}"/>
                    </a:ext>
                  </a:extLst>
                </p14:cNvPr>
                <p14:cNvContentPartPr/>
                <p14:nvPr/>
              </p14:nvContentPartPr>
              <p14:xfrm>
                <a:off x="10889071" y="4564126"/>
                <a:ext cx="149400" cy="3049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36D5966-2269-D25E-525C-61782C5AFAF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880071" y="4555486"/>
                  <a:ext cx="1670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5551C02-A2A1-AB0C-C83C-13B6B23FFFFC}"/>
                    </a:ext>
                  </a:extLst>
                </p14:cNvPr>
                <p14:cNvContentPartPr/>
                <p14:nvPr/>
              </p14:nvContentPartPr>
              <p14:xfrm>
                <a:off x="11066191" y="4532806"/>
                <a:ext cx="229320" cy="345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5551C02-A2A1-AB0C-C83C-13B6B23FFFF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057191" y="4523806"/>
                  <a:ext cx="2469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58A4870-78E5-1A3B-2B78-2ABA2D72365B}"/>
                    </a:ext>
                  </a:extLst>
                </p14:cNvPr>
                <p14:cNvContentPartPr/>
                <p14:nvPr/>
              </p14:nvContentPartPr>
              <p14:xfrm>
                <a:off x="11369671" y="4280446"/>
                <a:ext cx="12600" cy="531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58A4870-78E5-1A3B-2B78-2ABA2D72365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360671" y="4271806"/>
                  <a:ext cx="3024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7FEECC5-DD8D-8D56-4079-1A5C0F4EA613}"/>
                    </a:ext>
                  </a:extLst>
                </p14:cNvPr>
                <p14:cNvContentPartPr/>
                <p14:nvPr/>
              </p14:nvContentPartPr>
              <p14:xfrm>
                <a:off x="11297671" y="4512646"/>
                <a:ext cx="297000" cy="298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7FEECC5-DD8D-8D56-4079-1A5C0F4EA61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288671" y="4504006"/>
                  <a:ext cx="3146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FE4DF56-6AF1-65E3-0686-C6C94D468F61}"/>
                    </a:ext>
                  </a:extLst>
                </p14:cNvPr>
                <p14:cNvContentPartPr/>
                <p14:nvPr/>
              </p14:nvContentPartPr>
              <p14:xfrm>
                <a:off x="11693671" y="4564126"/>
                <a:ext cx="152280" cy="3423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FE4DF56-6AF1-65E3-0686-C6C94D468F6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685031" y="4555126"/>
                  <a:ext cx="1699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A9303AF-0422-0E7A-8AD7-23F2229FA1FA}"/>
                    </a:ext>
                  </a:extLst>
                </p14:cNvPr>
                <p14:cNvContentPartPr/>
                <p14:nvPr/>
              </p14:nvContentPartPr>
              <p14:xfrm>
                <a:off x="11127391" y="5072446"/>
                <a:ext cx="118440" cy="3279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A9303AF-0422-0E7A-8AD7-23F2229FA1F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118751" y="5063806"/>
                  <a:ext cx="1360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8CFA026-86AC-FF1A-60CA-9D15D657EEE5}"/>
                    </a:ext>
                  </a:extLst>
                </p14:cNvPr>
                <p14:cNvContentPartPr/>
                <p14:nvPr/>
              </p14:nvContentPartPr>
              <p14:xfrm>
                <a:off x="11294071" y="5155246"/>
                <a:ext cx="43920" cy="217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8CFA026-86AC-FF1A-60CA-9D15D657EEE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285071" y="5146606"/>
                  <a:ext cx="61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2DB7F5A-C36A-E83C-51CE-FE683CBC5DF1}"/>
                    </a:ext>
                  </a:extLst>
                </p14:cNvPr>
                <p14:cNvContentPartPr/>
                <p14:nvPr/>
              </p14:nvContentPartPr>
              <p14:xfrm>
                <a:off x="11283991" y="5002246"/>
                <a:ext cx="62280" cy="39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2DB7F5A-C36A-E83C-51CE-FE683CBC5DF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274991" y="4993246"/>
                  <a:ext cx="79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F239494-C915-A67C-C939-4C50535B2148}"/>
                    </a:ext>
                  </a:extLst>
                </p14:cNvPr>
                <p14:cNvContentPartPr/>
                <p14:nvPr/>
              </p14:nvContentPartPr>
              <p14:xfrm>
                <a:off x="11422231" y="5118886"/>
                <a:ext cx="131760" cy="2376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F239494-C915-A67C-C939-4C50535B214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413231" y="5109886"/>
                  <a:ext cx="1494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8016D2B-27F2-F052-065A-92231761237B}"/>
                    </a:ext>
                  </a:extLst>
                </p14:cNvPr>
                <p14:cNvContentPartPr/>
                <p14:nvPr/>
              </p14:nvContentPartPr>
              <p14:xfrm>
                <a:off x="11601511" y="5073886"/>
                <a:ext cx="133560" cy="257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8016D2B-27F2-F052-065A-92231761237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592511" y="5064886"/>
                  <a:ext cx="1512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AFDB319-CD29-50AE-9F91-07D5906D8808}"/>
                    </a:ext>
                  </a:extLst>
                </p14:cNvPr>
                <p14:cNvContentPartPr/>
                <p14:nvPr/>
              </p14:nvContentPartPr>
              <p14:xfrm>
                <a:off x="11621671" y="5079286"/>
                <a:ext cx="136080" cy="4186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AFDB319-CD29-50AE-9F91-07D5906D880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613031" y="5070646"/>
                  <a:ext cx="15372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5851446-3599-ADFF-6126-F6F6F72D42D9}"/>
                    </a:ext>
                  </a:extLst>
                </p14:cNvPr>
                <p14:cNvContentPartPr/>
                <p14:nvPr/>
              </p14:nvContentPartPr>
              <p14:xfrm>
                <a:off x="11803831" y="5092606"/>
                <a:ext cx="184680" cy="2080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5851446-3599-ADFF-6126-F6F6F72D42D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795191" y="5083966"/>
                  <a:ext cx="202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90DDA96-FA97-D28A-F081-A556D5B80BEC}"/>
                    </a:ext>
                  </a:extLst>
                </p14:cNvPr>
                <p14:cNvContentPartPr/>
                <p14:nvPr/>
              </p14:nvContentPartPr>
              <p14:xfrm>
                <a:off x="12020551" y="4926286"/>
                <a:ext cx="26280" cy="3870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90DDA96-FA97-D28A-F081-A556D5B80BE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2011551" y="4917286"/>
                  <a:ext cx="43920" cy="40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DB1D0640-C45E-DF1B-10DD-2F4D6AED3A79}"/>
                  </a:ext>
                </a:extLst>
              </p14:cNvPr>
              <p14:cNvContentPartPr/>
              <p14:nvPr/>
            </p14:nvContentPartPr>
            <p14:xfrm>
              <a:off x="1332871" y="6108526"/>
              <a:ext cx="194040" cy="327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DB1D0640-C45E-DF1B-10DD-2F4D6AED3A79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323871" y="6099886"/>
                <a:ext cx="21168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D4261E8-099F-00EE-3CDB-08C7675275E0}"/>
              </a:ext>
            </a:extLst>
          </p:cNvPr>
          <p:cNvGrpSpPr/>
          <p:nvPr/>
        </p:nvGrpSpPr>
        <p:grpSpPr>
          <a:xfrm>
            <a:off x="1869631" y="5855086"/>
            <a:ext cx="1302480" cy="807120"/>
            <a:chOff x="1869631" y="5855086"/>
            <a:chExt cx="1302480" cy="80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3EC7FAE-467F-DDBE-B01A-21129A655364}"/>
                    </a:ext>
                  </a:extLst>
                </p14:cNvPr>
                <p14:cNvContentPartPr/>
                <p14:nvPr/>
              </p14:nvContentPartPr>
              <p14:xfrm>
                <a:off x="1869631" y="5919886"/>
                <a:ext cx="138960" cy="4485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3EC7FAE-467F-DDBE-B01A-21129A65536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860991" y="5910886"/>
                  <a:ext cx="15660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F77BF88-2934-5172-93D8-11ED84BE14D0}"/>
                    </a:ext>
                  </a:extLst>
                </p14:cNvPr>
                <p14:cNvContentPartPr/>
                <p14:nvPr/>
              </p14:nvContentPartPr>
              <p14:xfrm>
                <a:off x="2061871" y="6140566"/>
                <a:ext cx="91080" cy="5216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F77BF88-2934-5172-93D8-11ED84BE14D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052871" y="6131926"/>
                  <a:ext cx="10872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0F43031-F8AA-96EE-745A-84A1EC1B87B1}"/>
                    </a:ext>
                  </a:extLst>
                </p14:cNvPr>
                <p14:cNvContentPartPr/>
                <p14:nvPr/>
              </p14:nvContentPartPr>
              <p14:xfrm>
                <a:off x="2074111" y="6151006"/>
                <a:ext cx="163440" cy="237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0F43031-F8AA-96EE-745A-84A1EC1B87B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065471" y="6142006"/>
                  <a:ext cx="1810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FEF80B8-94D5-064C-5F71-8333B6188828}"/>
                    </a:ext>
                  </a:extLst>
                </p14:cNvPr>
                <p14:cNvContentPartPr/>
                <p14:nvPr/>
              </p14:nvContentPartPr>
              <p14:xfrm>
                <a:off x="2302711" y="6158566"/>
                <a:ext cx="192960" cy="2642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FEF80B8-94D5-064C-5F71-8333B618882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293711" y="6149926"/>
                  <a:ext cx="2106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66717B7-232F-9E88-1986-55EE56EF913F}"/>
                    </a:ext>
                  </a:extLst>
                </p14:cNvPr>
                <p14:cNvContentPartPr/>
                <p14:nvPr/>
              </p14:nvContentPartPr>
              <p14:xfrm>
                <a:off x="2468311" y="6151006"/>
                <a:ext cx="212040" cy="2347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66717B7-232F-9E88-1986-55EE56EF913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459671" y="6142366"/>
                  <a:ext cx="229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71E6516-9FBC-37E7-FB5A-3029ECDCEDC3}"/>
                    </a:ext>
                  </a:extLst>
                </p14:cNvPr>
                <p14:cNvContentPartPr/>
                <p14:nvPr/>
              </p14:nvContentPartPr>
              <p14:xfrm>
                <a:off x="2708431" y="6151006"/>
                <a:ext cx="200520" cy="2336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71E6516-9FBC-37E7-FB5A-3029ECDCEDC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699791" y="6142366"/>
                  <a:ext cx="218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D008C7E-5396-6DDC-5458-52E53A9E6096}"/>
                    </a:ext>
                  </a:extLst>
                </p14:cNvPr>
                <p14:cNvContentPartPr/>
                <p14:nvPr/>
              </p14:nvContentPartPr>
              <p14:xfrm>
                <a:off x="2998591" y="5855086"/>
                <a:ext cx="173520" cy="535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D008C7E-5396-6DDC-5458-52E53A9E609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989951" y="5846086"/>
                  <a:ext cx="191160" cy="55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99E7A3A1-AEF5-4BBA-EC6E-5EA1047FAC55}"/>
              </a:ext>
            </a:extLst>
          </p:cNvPr>
          <p:cNvGrpSpPr/>
          <p:nvPr/>
        </p:nvGrpSpPr>
        <p:grpSpPr>
          <a:xfrm>
            <a:off x="1582351" y="2778166"/>
            <a:ext cx="3321000" cy="876960"/>
            <a:chOff x="1582351" y="2778166"/>
            <a:chExt cx="3321000" cy="87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1E16393-16B1-E95B-F1FC-EF48F8E3B438}"/>
                    </a:ext>
                  </a:extLst>
                </p14:cNvPr>
                <p14:cNvContentPartPr/>
                <p14:nvPr/>
              </p14:nvContentPartPr>
              <p14:xfrm>
                <a:off x="1912831" y="2845126"/>
                <a:ext cx="79920" cy="622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1E16393-16B1-E95B-F1FC-EF48F8E3B43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04191" y="2836486"/>
                  <a:ext cx="9756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8937B4E-E715-ED32-29AF-63B2AF0823AB}"/>
                    </a:ext>
                  </a:extLst>
                </p14:cNvPr>
                <p14:cNvContentPartPr/>
                <p14:nvPr/>
              </p14:nvContentPartPr>
              <p14:xfrm>
                <a:off x="1823191" y="2778166"/>
                <a:ext cx="275760" cy="320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8937B4E-E715-ED32-29AF-63B2AF0823A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814551" y="2769166"/>
                  <a:ext cx="2934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5318A8C-82AE-064E-A2FE-34DBF988403C}"/>
                    </a:ext>
                  </a:extLst>
                </p14:cNvPr>
                <p14:cNvContentPartPr/>
                <p14:nvPr/>
              </p14:nvContentPartPr>
              <p14:xfrm>
                <a:off x="2136031" y="3118726"/>
                <a:ext cx="281160" cy="343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5318A8C-82AE-064E-A2FE-34DBF988403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127391" y="3110086"/>
                  <a:ext cx="2988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248121C-50FD-88E6-05EA-0ED89296D77B}"/>
                    </a:ext>
                  </a:extLst>
                </p14:cNvPr>
                <p14:cNvContentPartPr/>
                <p14:nvPr/>
              </p14:nvContentPartPr>
              <p14:xfrm>
                <a:off x="2366431" y="3135646"/>
                <a:ext cx="230760" cy="336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248121C-50FD-88E6-05EA-0ED89296D77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357791" y="3127006"/>
                  <a:ext cx="2484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49D79F1-D38D-551E-0BBF-BCBD6CAADAD9}"/>
                    </a:ext>
                  </a:extLst>
                </p14:cNvPr>
                <p14:cNvContentPartPr/>
                <p14:nvPr/>
              </p14:nvContentPartPr>
              <p14:xfrm>
                <a:off x="2668831" y="3091006"/>
                <a:ext cx="238680" cy="564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49D79F1-D38D-551E-0BBF-BCBD6CAADAD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660191" y="3082006"/>
                  <a:ext cx="25632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85D4D68-7BB6-C01F-863B-C69B6FD7DFB5}"/>
                    </a:ext>
                  </a:extLst>
                </p14:cNvPr>
                <p14:cNvContentPartPr/>
                <p14:nvPr/>
              </p14:nvContentPartPr>
              <p14:xfrm>
                <a:off x="3041431" y="3107926"/>
                <a:ext cx="158040" cy="297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85D4D68-7BB6-C01F-863B-C69B6FD7DFB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032431" y="3098926"/>
                  <a:ext cx="1756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BE2BD43-C884-525E-26CA-17433B2A9C4E}"/>
                    </a:ext>
                  </a:extLst>
                </p14:cNvPr>
                <p14:cNvContentPartPr/>
                <p14:nvPr/>
              </p14:nvContentPartPr>
              <p14:xfrm>
                <a:off x="3321151" y="2853046"/>
                <a:ext cx="42480" cy="582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BE2BD43-C884-525E-26CA-17433B2A9C4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312151" y="2844046"/>
                  <a:ext cx="6012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DC8AF5C-9657-9E42-386B-BB9A844F6F4B}"/>
                    </a:ext>
                  </a:extLst>
                </p14:cNvPr>
                <p14:cNvContentPartPr/>
                <p14:nvPr/>
              </p14:nvContentPartPr>
              <p14:xfrm>
                <a:off x="3352471" y="3100006"/>
                <a:ext cx="222120" cy="287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DC8AF5C-9657-9E42-386B-BB9A844F6F4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343831" y="3091006"/>
                  <a:ext cx="239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709161A-E0B8-CA3A-9B51-AFBE053DADF7}"/>
                    </a:ext>
                  </a:extLst>
                </p14:cNvPr>
                <p14:cNvContentPartPr/>
                <p14:nvPr/>
              </p14:nvContentPartPr>
              <p14:xfrm>
                <a:off x="3698431" y="3054286"/>
                <a:ext cx="194040" cy="308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709161A-E0B8-CA3A-9B51-AFBE053DADF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689791" y="3045286"/>
                  <a:ext cx="2116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A3F0658-83DB-52BB-D693-D8A4E063A820}"/>
                    </a:ext>
                  </a:extLst>
                </p14:cNvPr>
                <p14:cNvContentPartPr/>
                <p14:nvPr/>
              </p14:nvContentPartPr>
              <p14:xfrm>
                <a:off x="3984631" y="3024046"/>
                <a:ext cx="210600" cy="387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A3F0658-83DB-52BB-D693-D8A4E063A82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975991" y="3015046"/>
                  <a:ext cx="2282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EC3E63C-4B16-F3AA-2B3F-C03162E749F0}"/>
                    </a:ext>
                  </a:extLst>
                </p14:cNvPr>
                <p14:cNvContentPartPr/>
                <p14:nvPr/>
              </p14:nvContentPartPr>
              <p14:xfrm>
                <a:off x="4264711" y="3063646"/>
                <a:ext cx="289800" cy="289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EC3E63C-4B16-F3AA-2B3F-C03162E749F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256071" y="3054646"/>
                  <a:ext cx="3074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DBC14EA-24CB-DE14-C1D2-4ED6E6F09CA6}"/>
                    </a:ext>
                  </a:extLst>
                </p14:cNvPr>
                <p14:cNvContentPartPr/>
                <p14:nvPr/>
              </p14:nvContentPartPr>
              <p14:xfrm>
                <a:off x="4582231" y="3119086"/>
                <a:ext cx="321120" cy="324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DBC14EA-24CB-DE14-C1D2-4ED6E6F09CA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573591" y="3110086"/>
                  <a:ext cx="3387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1FD11D7-DFC6-2ABD-5C15-77CA13D20532}"/>
                    </a:ext>
                  </a:extLst>
                </p14:cNvPr>
                <p14:cNvContentPartPr/>
                <p14:nvPr/>
              </p14:nvContentPartPr>
              <p14:xfrm>
                <a:off x="1582351" y="3183886"/>
                <a:ext cx="120960" cy="295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1FD11D7-DFC6-2ABD-5C15-77CA13D2053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573351" y="3174886"/>
                  <a:ext cx="13860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E5A4C242-6B28-A7BE-4615-C158D7F18674}"/>
              </a:ext>
            </a:extLst>
          </p:cNvPr>
          <p:cNvGrpSpPr/>
          <p:nvPr/>
        </p:nvGrpSpPr>
        <p:grpSpPr>
          <a:xfrm>
            <a:off x="3644071" y="5761126"/>
            <a:ext cx="2403360" cy="767160"/>
            <a:chOff x="3644071" y="5761126"/>
            <a:chExt cx="2403360" cy="76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8968D5E-9421-3793-42B7-DFFA4B14E1B9}"/>
                    </a:ext>
                  </a:extLst>
                </p14:cNvPr>
                <p14:cNvContentPartPr/>
                <p14:nvPr/>
              </p14:nvContentPartPr>
              <p14:xfrm>
                <a:off x="3644071" y="6045166"/>
                <a:ext cx="105120" cy="2685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8968D5E-9421-3793-42B7-DFFA4B14E1B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635431" y="6036526"/>
                  <a:ext cx="1227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37C5273-2230-90E9-3210-FE2B0AAF9A6F}"/>
                    </a:ext>
                  </a:extLst>
                </p14:cNvPr>
                <p14:cNvContentPartPr/>
                <p14:nvPr/>
              </p14:nvContentPartPr>
              <p14:xfrm>
                <a:off x="3858631" y="6005926"/>
                <a:ext cx="203040" cy="5223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37C5273-2230-90E9-3210-FE2B0AAF9A6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849631" y="5996926"/>
                  <a:ext cx="22068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BA3A47F-8247-DA2A-24C0-7B3F7D7C45B2}"/>
                    </a:ext>
                  </a:extLst>
                </p14:cNvPr>
                <p14:cNvContentPartPr/>
                <p14:nvPr/>
              </p14:nvContentPartPr>
              <p14:xfrm>
                <a:off x="4114591" y="5991166"/>
                <a:ext cx="292320" cy="277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BA3A47F-8247-DA2A-24C0-7B3F7D7C45B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105591" y="5982166"/>
                  <a:ext cx="3099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D6395CD-ED18-1E93-8C79-61DFB2A680F8}"/>
                    </a:ext>
                  </a:extLst>
                </p14:cNvPr>
                <p14:cNvContentPartPr/>
                <p14:nvPr/>
              </p14:nvContentPartPr>
              <p14:xfrm>
                <a:off x="4366591" y="5776966"/>
                <a:ext cx="82800" cy="541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D6395CD-ED18-1E93-8C79-61DFB2A680F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357951" y="5768326"/>
                  <a:ext cx="10044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7A04856-F7E3-1B67-3D92-61CBA817699B}"/>
                    </a:ext>
                  </a:extLst>
                </p14:cNvPr>
                <p14:cNvContentPartPr/>
                <p14:nvPr/>
              </p14:nvContentPartPr>
              <p14:xfrm>
                <a:off x="4419511" y="6007726"/>
                <a:ext cx="216720" cy="188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7A04856-F7E3-1B67-3D92-61CBA817699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410871" y="5998726"/>
                  <a:ext cx="234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F36F726-B2B6-6DE7-CC88-4478A1F58FDC}"/>
                    </a:ext>
                  </a:extLst>
                </p14:cNvPr>
                <p14:cNvContentPartPr/>
                <p14:nvPr/>
              </p14:nvContentPartPr>
              <p14:xfrm>
                <a:off x="4728751" y="5761126"/>
                <a:ext cx="29520" cy="5641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F36F726-B2B6-6DE7-CC88-4478A1F58FD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720111" y="5752486"/>
                  <a:ext cx="4716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AC6B80F-17A6-9838-D327-2DA271EED685}"/>
                    </a:ext>
                  </a:extLst>
                </p14:cNvPr>
                <p14:cNvContentPartPr/>
                <p14:nvPr/>
              </p14:nvContentPartPr>
              <p14:xfrm>
                <a:off x="4609951" y="6057406"/>
                <a:ext cx="221400" cy="316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AC6B80F-17A6-9838-D327-2DA271EED68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601311" y="6048406"/>
                  <a:ext cx="239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062FC90-EF87-DA17-DCB5-2FF271CEBF64}"/>
                    </a:ext>
                  </a:extLst>
                </p14:cNvPr>
                <p14:cNvContentPartPr/>
                <p14:nvPr/>
              </p14:nvContentPartPr>
              <p14:xfrm>
                <a:off x="4896871" y="5994766"/>
                <a:ext cx="213840" cy="3045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062FC90-EF87-DA17-DCB5-2FF271CEBF6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888231" y="5985766"/>
                  <a:ext cx="2314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51BF217-081B-06DE-64E7-4E9DB3E0F8CC}"/>
                    </a:ext>
                  </a:extLst>
                </p14:cNvPr>
                <p14:cNvContentPartPr/>
                <p14:nvPr/>
              </p14:nvContentPartPr>
              <p14:xfrm>
                <a:off x="5177311" y="5974606"/>
                <a:ext cx="156960" cy="3096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51BF217-081B-06DE-64E7-4E9DB3E0F8C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168671" y="5965606"/>
                  <a:ext cx="1746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4139DCA-FFEA-5815-3F87-B7C2DC9DD25F}"/>
                    </a:ext>
                  </a:extLst>
                </p14:cNvPr>
                <p14:cNvContentPartPr/>
                <p14:nvPr/>
              </p14:nvContentPartPr>
              <p14:xfrm>
                <a:off x="5417431" y="6011326"/>
                <a:ext cx="378000" cy="2797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4139DCA-FFEA-5815-3F87-B7C2DC9DD25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408431" y="6002686"/>
                  <a:ext cx="3956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2EA13FF-6C38-122C-DE88-8B738FC0168E}"/>
                    </a:ext>
                  </a:extLst>
                </p14:cNvPr>
                <p14:cNvContentPartPr/>
                <p14:nvPr/>
              </p14:nvContentPartPr>
              <p14:xfrm>
                <a:off x="6047071" y="6180166"/>
                <a:ext cx="360" cy="9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2EA13FF-6C38-122C-DE88-8B738FC0168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038071" y="6171526"/>
                  <a:ext cx="1800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1AA172F6-9802-38E8-840F-D99F2776253F}"/>
              </a:ext>
            </a:extLst>
          </p:cNvPr>
          <p:cNvGrpSpPr/>
          <p:nvPr/>
        </p:nvGrpSpPr>
        <p:grpSpPr>
          <a:xfrm>
            <a:off x="6239311" y="6012046"/>
            <a:ext cx="498600" cy="268920"/>
            <a:chOff x="6239311" y="6012046"/>
            <a:chExt cx="49860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02D0896-48B7-FACC-E0FC-8ADC7D2A7877}"/>
                    </a:ext>
                  </a:extLst>
                </p14:cNvPr>
                <p14:cNvContentPartPr/>
                <p14:nvPr/>
              </p14:nvContentPartPr>
              <p14:xfrm>
                <a:off x="6239311" y="6096286"/>
                <a:ext cx="407520" cy="709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02D0896-48B7-FACC-E0FC-8ADC7D2A787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230671" y="6087646"/>
                  <a:ext cx="425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D7BFE99-14E0-4DA6-37B4-EB38978162CC}"/>
                    </a:ext>
                  </a:extLst>
                </p14:cNvPr>
                <p14:cNvContentPartPr/>
                <p14:nvPr/>
              </p14:nvContentPartPr>
              <p14:xfrm>
                <a:off x="6629551" y="6012046"/>
                <a:ext cx="108360" cy="2689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D7BFE99-14E0-4DA6-37B4-EB38978162C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620551" y="6003046"/>
                  <a:ext cx="12600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909EBB55-BB49-F77C-5FE8-1C293C5D7545}"/>
              </a:ext>
            </a:extLst>
          </p:cNvPr>
          <p:cNvGrpSpPr/>
          <p:nvPr/>
        </p:nvGrpSpPr>
        <p:grpSpPr>
          <a:xfrm>
            <a:off x="7320391" y="5797846"/>
            <a:ext cx="4830840" cy="1128240"/>
            <a:chOff x="7320391" y="5797846"/>
            <a:chExt cx="4830840" cy="11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ED717D4-C0C8-95F2-768B-98AB42BCA97C}"/>
                    </a:ext>
                  </a:extLst>
                </p14:cNvPr>
                <p14:cNvContentPartPr/>
                <p14:nvPr/>
              </p14:nvContentPartPr>
              <p14:xfrm>
                <a:off x="7320391" y="6003406"/>
                <a:ext cx="184680" cy="3729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ED717D4-C0C8-95F2-768B-98AB42BCA97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311391" y="5994766"/>
                  <a:ext cx="2023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10058A3-7118-DA1D-EF27-8807A4BED3E4}"/>
                    </a:ext>
                  </a:extLst>
                </p14:cNvPr>
                <p14:cNvContentPartPr/>
                <p14:nvPr/>
              </p14:nvContentPartPr>
              <p14:xfrm>
                <a:off x="7614151" y="6045166"/>
                <a:ext cx="61560" cy="4748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10058A3-7118-DA1D-EF27-8807A4BED3E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605511" y="6036526"/>
                  <a:ext cx="7920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3FC8328-A159-52D3-12C8-AB238B365537}"/>
                    </a:ext>
                  </a:extLst>
                </p14:cNvPr>
                <p14:cNvContentPartPr/>
                <p14:nvPr/>
              </p14:nvContentPartPr>
              <p14:xfrm>
                <a:off x="7649071" y="6009166"/>
                <a:ext cx="154440" cy="308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3FC8328-A159-52D3-12C8-AB238B36553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640071" y="6000526"/>
                  <a:ext cx="1720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C374B53-1DEA-94BD-005B-35EF20F2047D}"/>
                    </a:ext>
                  </a:extLst>
                </p14:cNvPr>
                <p14:cNvContentPartPr/>
                <p14:nvPr/>
              </p14:nvContentPartPr>
              <p14:xfrm>
                <a:off x="7847791" y="6068206"/>
                <a:ext cx="253800" cy="2923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C374B53-1DEA-94BD-005B-35EF20F2047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838791" y="6059566"/>
                  <a:ext cx="2714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243216A-F192-E203-0A84-4C693849D646}"/>
                    </a:ext>
                  </a:extLst>
                </p14:cNvPr>
                <p14:cNvContentPartPr/>
                <p14:nvPr/>
              </p14:nvContentPartPr>
              <p14:xfrm>
                <a:off x="8093671" y="5818006"/>
                <a:ext cx="103320" cy="536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243216A-F192-E203-0A84-4C693849D64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084671" y="5809366"/>
                  <a:ext cx="12096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72F7DA7-4694-CCF4-5F77-E9EC6927CEBC}"/>
                    </a:ext>
                  </a:extLst>
                </p14:cNvPr>
                <p14:cNvContentPartPr/>
                <p14:nvPr/>
              </p14:nvContentPartPr>
              <p14:xfrm>
                <a:off x="8169271" y="6036166"/>
                <a:ext cx="223920" cy="209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72F7DA7-4694-CCF4-5F77-E9EC6927CEB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160271" y="6027166"/>
                  <a:ext cx="2415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92242AA-5E74-53E2-60B1-F15176902BC4}"/>
                    </a:ext>
                  </a:extLst>
                </p14:cNvPr>
                <p14:cNvContentPartPr/>
                <p14:nvPr/>
              </p14:nvContentPartPr>
              <p14:xfrm>
                <a:off x="8510911" y="5810086"/>
                <a:ext cx="67680" cy="5176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92242AA-5E74-53E2-60B1-F15176902BC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501911" y="5801446"/>
                  <a:ext cx="8532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99D29F8-07A4-8D29-C19D-49C14B6B4C59}"/>
                    </a:ext>
                  </a:extLst>
                </p14:cNvPr>
                <p14:cNvContentPartPr/>
                <p14:nvPr/>
              </p14:nvContentPartPr>
              <p14:xfrm>
                <a:off x="8462311" y="6019606"/>
                <a:ext cx="441360" cy="290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99D29F8-07A4-8D29-C19D-49C14B6B4C5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453671" y="6010966"/>
                  <a:ext cx="4590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9AE66C9-D264-9ECF-418E-60489700857C}"/>
                    </a:ext>
                  </a:extLst>
                </p14:cNvPr>
                <p14:cNvContentPartPr/>
                <p14:nvPr/>
              </p14:nvContentPartPr>
              <p14:xfrm>
                <a:off x="8906911" y="6061366"/>
                <a:ext cx="111600" cy="2462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9AE66C9-D264-9ECF-418E-60489700857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898271" y="6052726"/>
                  <a:ext cx="129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F5C8A92-6357-159C-38DB-96D6EF4E78AB}"/>
                    </a:ext>
                  </a:extLst>
                </p14:cNvPr>
                <p14:cNvContentPartPr/>
                <p14:nvPr/>
              </p14:nvContentPartPr>
              <p14:xfrm>
                <a:off x="9136591" y="6031126"/>
                <a:ext cx="334440" cy="3042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F5C8A92-6357-159C-38DB-96D6EF4E78A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127951" y="6022486"/>
                  <a:ext cx="3520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B3C921B-C6F5-C976-464F-A43D48964BEA}"/>
                    </a:ext>
                  </a:extLst>
                </p14:cNvPr>
                <p14:cNvContentPartPr/>
                <p14:nvPr/>
              </p14:nvContentPartPr>
              <p14:xfrm>
                <a:off x="9778111" y="6053806"/>
                <a:ext cx="341280" cy="3312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B3C921B-C6F5-C976-464F-A43D48964BE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769111" y="6045166"/>
                  <a:ext cx="3589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AF405E6-0182-FD4F-FB42-B8715E269E73}"/>
                    </a:ext>
                  </a:extLst>
                </p14:cNvPr>
                <p14:cNvContentPartPr/>
                <p14:nvPr/>
              </p14:nvContentPartPr>
              <p14:xfrm>
                <a:off x="10197151" y="6063886"/>
                <a:ext cx="266040" cy="2862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AF405E6-0182-FD4F-FB42-B8715E269E7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188511" y="6055246"/>
                  <a:ext cx="2836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4BE9A7F-244E-1495-AD27-636D65456A0D}"/>
                    </a:ext>
                  </a:extLst>
                </p14:cNvPr>
                <p14:cNvContentPartPr/>
                <p14:nvPr/>
              </p14:nvContentPartPr>
              <p14:xfrm>
                <a:off x="10532311" y="6079726"/>
                <a:ext cx="240480" cy="2977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4BE9A7F-244E-1495-AD27-636D65456A0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523311" y="6070726"/>
                  <a:ext cx="2581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C5CE971-9F5D-D45B-5BD8-E3C237CEBFCD}"/>
                    </a:ext>
                  </a:extLst>
                </p14:cNvPr>
                <p14:cNvContentPartPr/>
                <p14:nvPr/>
              </p14:nvContentPartPr>
              <p14:xfrm>
                <a:off x="10790791" y="5797846"/>
                <a:ext cx="57600" cy="5576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C5CE971-9F5D-D45B-5BD8-E3C237CEBFC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782151" y="5789206"/>
                  <a:ext cx="7524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233FD43-C37A-3DF2-A7F9-499B201A6B54}"/>
                    </a:ext>
                  </a:extLst>
                </p14:cNvPr>
                <p14:cNvContentPartPr/>
                <p14:nvPr/>
              </p14:nvContentPartPr>
              <p14:xfrm>
                <a:off x="10940911" y="6069646"/>
                <a:ext cx="198000" cy="5925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233FD43-C37A-3DF2-A7F9-499B201A6B5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931911" y="6060646"/>
                  <a:ext cx="21564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1F40E03-43FE-492B-028F-99F55C9193E3}"/>
                    </a:ext>
                  </a:extLst>
                </p14:cNvPr>
                <p14:cNvContentPartPr/>
                <p14:nvPr/>
              </p14:nvContentPartPr>
              <p14:xfrm>
                <a:off x="11237911" y="6130846"/>
                <a:ext cx="142560" cy="3074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1F40E03-43FE-492B-028F-99F55C9193E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228911" y="6122206"/>
                  <a:ext cx="1602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7614A58-81F9-53F2-C004-D4D042C774F0}"/>
                    </a:ext>
                  </a:extLst>
                </p14:cNvPr>
                <p14:cNvContentPartPr/>
                <p14:nvPr/>
              </p14:nvContentPartPr>
              <p14:xfrm>
                <a:off x="11454271" y="6140206"/>
                <a:ext cx="223920" cy="2854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7614A58-81F9-53F2-C004-D4D042C774F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1445271" y="6131566"/>
                  <a:ext cx="2415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4E89F02-E171-F319-95E3-B946E5F5E3C0}"/>
                    </a:ext>
                  </a:extLst>
                </p14:cNvPr>
                <p14:cNvContentPartPr/>
                <p14:nvPr/>
              </p14:nvContentPartPr>
              <p14:xfrm>
                <a:off x="11702311" y="6173326"/>
                <a:ext cx="227520" cy="2872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4E89F02-E171-F319-95E3-B946E5F5E3C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693671" y="6164686"/>
                  <a:ext cx="2451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6B68C52-FE88-4E37-31A7-A5AF9B4F6424}"/>
                    </a:ext>
                  </a:extLst>
                </p14:cNvPr>
                <p14:cNvContentPartPr/>
                <p14:nvPr/>
              </p14:nvContentPartPr>
              <p14:xfrm>
                <a:off x="12132151" y="6360166"/>
                <a:ext cx="19080" cy="4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6B68C52-FE88-4E37-31A7-A5AF9B4F642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2123511" y="6351166"/>
                  <a:ext cx="36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1C0946D-A5EE-3A11-3F32-FA624B0DD06F}"/>
                    </a:ext>
                  </a:extLst>
                </p14:cNvPr>
                <p14:cNvContentPartPr/>
                <p14:nvPr/>
              </p14:nvContentPartPr>
              <p14:xfrm>
                <a:off x="8259991" y="6471766"/>
                <a:ext cx="173880" cy="2970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1C0946D-A5EE-3A11-3F32-FA624B0DD06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251351" y="6462766"/>
                  <a:ext cx="1915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D41F158-30CF-9EC7-9439-62DBF7A103D4}"/>
                    </a:ext>
                  </a:extLst>
                </p14:cNvPr>
                <p14:cNvContentPartPr/>
                <p14:nvPr/>
              </p14:nvContentPartPr>
              <p14:xfrm>
                <a:off x="8571391" y="6489766"/>
                <a:ext cx="128880" cy="2444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D41F158-30CF-9EC7-9439-62DBF7A103D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562391" y="6480766"/>
                  <a:ext cx="1465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63BDA0C-8825-B00F-4DC9-4300BA3B76FE}"/>
                    </a:ext>
                  </a:extLst>
                </p14:cNvPr>
                <p14:cNvContentPartPr/>
                <p14:nvPr/>
              </p14:nvContentPartPr>
              <p14:xfrm>
                <a:off x="8829871" y="6544486"/>
                <a:ext cx="47520" cy="2073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63BDA0C-8825-B00F-4DC9-4300BA3B76F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821231" y="6535846"/>
                  <a:ext cx="65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5385F1D-CDF1-AEA7-CB28-A32744349485}"/>
                    </a:ext>
                  </a:extLst>
                </p14:cNvPr>
                <p14:cNvContentPartPr/>
                <p14:nvPr/>
              </p14:nvContentPartPr>
              <p14:xfrm>
                <a:off x="8801431" y="6449446"/>
                <a:ext cx="69840" cy="248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5385F1D-CDF1-AEA7-CB28-A32744349485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792791" y="6440806"/>
                  <a:ext cx="87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655C76B-0047-ABC2-55E7-C229945B81BE}"/>
                    </a:ext>
                  </a:extLst>
                </p14:cNvPr>
                <p14:cNvContentPartPr/>
                <p14:nvPr/>
              </p14:nvContentPartPr>
              <p14:xfrm>
                <a:off x="8926711" y="6560326"/>
                <a:ext cx="323640" cy="2221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655C76B-0047-ABC2-55E7-C229945B81B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917711" y="6551686"/>
                  <a:ext cx="3412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A9060DB-A092-192F-3AAB-95A9DF5F31BA}"/>
                    </a:ext>
                  </a:extLst>
                </p14:cNvPr>
                <p14:cNvContentPartPr/>
                <p14:nvPr/>
              </p14:nvContentPartPr>
              <p14:xfrm>
                <a:off x="9294631" y="6559246"/>
                <a:ext cx="200160" cy="2260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A9060DB-A092-192F-3AAB-95A9DF5F31B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285631" y="6550246"/>
                  <a:ext cx="217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29CABDD-ED04-D06D-E584-9C595CFA52E3}"/>
                    </a:ext>
                  </a:extLst>
                </p14:cNvPr>
                <p14:cNvContentPartPr/>
                <p14:nvPr/>
              </p14:nvContentPartPr>
              <p14:xfrm>
                <a:off x="9551671" y="6419206"/>
                <a:ext cx="128160" cy="3790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29CABDD-ED04-D06D-E584-9C595CFA52E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542671" y="6410566"/>
                  <a:ext cx="1458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4C7205A-5AA9-4486-23F8-782EC20C4D29}"/>
                    </a:ext>
                  </a:extLst>
                </p14:cNvPr>
                <p14:cNvContentPartPr/>
                <p14:nvPr/>
              </p14:nvContentPartPr>
              <p14:xfrm>
                <a:off x="9778831" y="6439366"/>
                <a:ext cx="360" cy="3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4C7205A-5AA9-4486-23F8-782EC20C4D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69831" y="64307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C9D7306-7EE4-D4E5-12CB-6BF3C83A2D20}"/>
                    </a:ext>
                  </a:extLst>
                </p14:cNvPr>
                <p14:cNvContentPartPr/>
                <p14:nvPr/>
              </p14:nvContentPartPr>
              <p14:xfrm>
                <a:off x="9883951" y="6504166"/>
                <a:ext cx="356040" cy="2628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C9D7306-7EE4-D4E5-12CB-6BF3C83A2D2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874951" y="6495526"/>
                  <a:ext cx="3736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423262F-D1C0-3B90-60FA-C76E0A38792F}"/>
                    </a:ext>
                  </a:extLst>
                </p14:cNvPr>
                <p14:cNvContentPartPr/>
                <p14:nvPr/>
              </p14:nvContentPartPr>
              <p14:xfrm>
                <a:off x="10269151" y="6419206"/>
                <a:ext cx="28080" cy="3495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423262F-D1C0-3B90-60FA-C76E0A38792F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260151" y="6410206"/>
                  <a:ext cx="457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DDB0ECE-26F4-7442-C443-5829B8DC50D3}"/>
                    </a:ext>
                  </a:extLst>
                </p14:cNvPr>
                <p14:cNvContentPartPr/>
                <p14:nvPr/>
              </p14:nvContentPartPr>
              <p14:xfrm>
                <a:off x="10209751" y="6536566"/>
                <a:ext cx="370440" cy="235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DDB0ECE-26F4-7442-C443-5829B8DC50D3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200751" y="6527926"/>
                  <a:ext cx="388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3D5667B-9A65-5AFC-E63C-1E5CDFE9A075}"/>
                    </a:ext>
                  </a:extLst>
                </p14:cNvPr>
                <p14:cNvContentPartPr/>
                <p14:nvPr/>
              </p14:nvContentPartPr>
              <p14:xfrm>
                <a:off x="10688911" y="6579046"/>
                <a:ext cx="159480" cy="1947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3D5667B-9A65-5AFC-E63C-1E5CDFE9A075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680271" y="6570406"/>
                  <a:ext cx="177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12BB8D6-FA78-4C91-07CF-04A8905BF182}"/>
                    </a:ext>
                  </a:extLst>
                </p14:cNvPr>
                <p14:cNvContentPartPr/>
                <p14:nvPr/>
              </p14:nvContentPartPr>
              <p14:xfrm>
                <a:off x="10902751" y="6447286"/>
                <a:ext cx="129600" cy="4788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12BB8D6-FA78-4C91-07CF-04A8905BF18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893751" y="6438646"/>
                  <a:ext cx="147240" cy="49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5770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12595C6-7FA4-1A98-B5CC-03CE9E326496}"/>
              </a:ext>
            </a:extLst>
          </p:cNvPr>
          <p:cNvGrpSpPr/>
          <p:nvPr/>
        </p:nvGrpSpPr>
        <p:grpSpPr>
          <a:xfrm>
            <a:off x="531511" y="396766"/>
            <a:ext cx="191880" cy="398520"/>
            <a:chOff x="531511" y="396766"/>
            <a:chExt cx="19188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7DA4805-89EF-DF05-D02A-674AA41CB532}"/>
                    </a:ext>
                  </a:extLst>
                </p14:cNvPr>
                <p14:cNvContentPartPr/>
                <p14:nvPr/>
              </p14:nvContentPartPr>
              <p14:xfrm>
                <a:off x="531511" y="436366"/>
                <a:ext cx="28080" cy="316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7DA4805-89EF-DF05-D02A-674AA41CB53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2511" y="427366"/>
                  <a:ext cx="457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4481283-E414-962C-1D5E-39FB4A869166}"/>
                    </a:ext>
                  </a:extLst>
                </p14:cNvPr>
                <p14:cNvContentPartPr/>
                <p14:nvPr/>
              </p14:nvContentPartPr>
              <p14:xfrm>
                <a:off x="665791" y="396766"/>
                <a:ext cx="57600" cy="398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4481283-E414-962C-1D5E-39FB4A86916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7151" y="387766"/>
                  <a:ext cx="75240" cy="41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999DFC8-46B8-1DFC-0735-EA5596FD89A1}"/>
                  </a:ext>
                </a:extLst>
              </p14:cNvPr>
              <p14:cNvContentPartPr/>
              <p14:nvPr/>
            </p14:nvContentPartPr>
            <p14:xfrm>
              <a:off x="940111" y="720406"/>
              <a:ext cx="7920" cy="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999DFC8-46B8-1DFC-0735-EA5596FD89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1471" y="711766"/>
                <a:ext cx="2556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0AF028E6-DC28-8E03-C454-32CCB0269E59}"/>
              </a:ext>
            </a:extLst>
          </p:cNvPr>
          <p:cNvGrpSpPr/>
          <p:nvPr/>
        </p:nvGrpSpPr>
        <p:grpSpPr>
          <a:xfrm>
            <a:off x="1299391" y="240886"/>
            <a:ext cx="2747520" cy="922680"/>
            <a:chOff x="1299391" y="240886"/>
            <a:chExt cx="2747520" cy="92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8ABC0E3-7E61-BBDB-1EFE-B332758424B8}"/>
                    </a:ext>
                  </a:extLst>
                </p14:cNvPr>
                <p14:cNvContentPartPr/>
                <p14:nvPr/>
              </p14:nvContentPartPr>
              <p14:xfrm>
                <a:off x="1299391" y="289126"/>
                <a:ext cx="64800" cy="536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8ABC0E3-7E61-BBDB-1EFE-B332758424B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0751" y="280126"/>
                  <a:ext cx="8244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23AC999-55A9-184A-6343-FA3CFB4911A6}"/>
                    </a:ext>
                  </a:extLst>
                </p14:cNvPr>
                <p14:cNvContentPartPr/>
                <p14:nvPr/>
              </p14:nvContentPartPr>
              <p14:xfrm>
                <a:off x="1323151" y="240886"/>
                <a:ext cx="726480" cy="54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23AC999-55A9-184A-6343-FA3CFB4911A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4151" y="232246"/>
                  <a:ext cx="74412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A2D3BAF-671D-5BB8-0F6C-910B61864907}"/>
                    </a:ext>
                  </a:extLst>
                </p14:cNvPr>
                <p14:cNvContentPartPr/>
                <p14:nvPr/>
              </p14:nvContentPartPr>
              <p14:xfrm>
                <a:off x="2115151" y="482446"/>
                <a:ext cx="379080" cy="345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A2D3BAF-671D-5BB8-0F6C-910B618649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06151" y="473446"/>
                  <a:ext cx="3967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0444D7A-40A2-0495-1D80-41D138AEFBC1}"/>
                    </a:ext>
                  </a:extLst>
                </p14:cNvPr>
                <p14:cNvContentPartPr/>
                <p14:nvPr/>
              </p14:nvContentPartPr>
              <p14:xfrm>
                <a:off x="2626351" y="439606"/>
                <a:ext cx="215640" cy="723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0444D7A-40A2-0495-1D80-41D138AEFB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17351" y="430606"/>
                  <a:ext cx="23328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91DE02-E1A2-AC09-4791-FDD41511AB35}"/>
                    </a:ext>
                  </a:extLst>
                </p14:cNvPr>
                <p14:cNvContentPartPr/>
                <p14:nvPr/>
              </p14:nvContentPartPr>
              <p14:xfrm>
                <a:off x="2900311" y="505486"/>
                <a:ext cx="186120" cy="279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91DE02-E1A2-AC09-4791-FDD41511AB3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91671" y="496486"/>
                  <a:ext cx="203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8FCB5C3-0F66-875A-A72C-FBF800E14D16}"/>
                    </a:ext>
                  </a:extLst>
                </p14:cNvPr>
                <p14:cNvContentPartPr/>
                <p14:nvPr/>
              </p14:nvContentPartPr>
              <p14:xfrm>
                <a:off x="3206671" y="482446"/>
                <a:ext cx="196560" cy="312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8FCB5C3-0F66-875A-A72C-FBF800E14D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98031" y="473446"/>
                  <a:ext cx="214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0F4EE21-5056-EDEE-8F84-00637C416DB0}"/>
                    </a:ext>
                  </a:extLst>
                </p14:cNvPr>
                <p14:cNvContentPartPr/>
                <p14:nvPr/>
              </p14:nvContentPartPr>
              <p14:xfrm>
                <a:off x="3574231" y="446086"/>
                <a:ext cx="228960" cy="328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0F4EE21-5056-EDEE-8F84-00637C416D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65231" y="437446"/>
                  <a:ext cx="2466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94A6BF5-ECEE-9463-0BD0-A426C2358486}"/>
                    </a:ext>
                  </a:extLst>
                </p14:cNvPr>
                <p14:cNvContentPartPr/>
                <p14:nvPr/>
              </p14:nvContentPartPr>
              <p14:xfrm>
                <a:off x="3804991" y="475606"/>
                <a:ext cx="241920" cy="331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94A6BF5-ECEE-9463-0BD0-A426C23584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95991" y="466966"/>
                  <a:ext cx="259560" cy="34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7B02A6-F1DF-CA8B-113F-EAA1154741A5}"/>
              </a:ext>
            </a:extLst>
          </p:cNvPr>
          <p:cNvGrpSpPr/>
          <p:nvPr/>
        </p:nvGrpSpPr>
        <p:grpSpPr>
          <a:xfrm>
            <a:off x="4614631" y="95806"/>
            <a:ext cx="1468440" cy="822960"/>
            <a:chOff x="4614631" y="95806"/>
            <a:chExt cx="1468440" cy="82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5686BC-CB82-3AB3-E6EB-241153B0ADCA}"/>
                    </a:ext>
                  </a:extLst>
                </p14:cNvPr>
                <p14:cNvContentPartPr/>
                <p14:nvPr/>
              </p14:nvContentPartPr>
              <p14:xfrm>
                <a:off x="4614631" y="148726"/>
                <a:ext cx="173160" cy="490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5686BC-CB82-3AB3-E6EB-241153B0AD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05991" y="139726"/>
                  <a:ext cx="19080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0916EF-345E-D2E3-5BC4-5143A2A1E675}"/>
                    </a:ext>
                  </a:extLst>
                </p14:cNvPr>
                <p14:cNvContentPartPr/>
                <p14:nvPr/>
              </p14:nvContentPartPr>
              <p14:xfrm>
                <a:off x="4974271" y="384166"/>
                <a:ext cx="27360" cy="270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0916EF-345E-D2E3-5BC4-5143A2A1E67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65631" y="375166"/>
                  <a:ext cx="450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E019C28-CC4A-953B-6577-05A0E96156FF}"/>
                    </a:ext>
                  </a:extLst>
                </p14:cNvPr>
                <p14:cNvContentPartPr/>
                <p14:nvPr/>
              </p14:nvContentPartPr>
              <p14:xfrm>
                <a:off x="4911991" y="199486"/>
                <a:ext cx="93600" cy="7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E019C28-CC4A-953B-6577-05A0E96156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2991" y="190846"/>
                  <a:ext cx="111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0E5BF73-A2C7-DDB9-44F2-3D88C97D27C8}"/>
                    </a:ext>
                  </a:extLst>
                </p14:cNvPr>
                <p14:cNvContentPartPr/>
                <p14:nvPr/>
              </p14:nvContentPartPr>
              <p14:xfrm>
                <a:off x="5130511" y="353206"/>
                <a:ext cx="238680" cy="28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0E5BF73-A2C7-DDB9-44F2-3D88C97D27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21511" y="344206"/>
                  <a:ext cx="2563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53476F-7273-809C-B7F0-532EF53770A5}"/>
                    </a:ext>
                  </a:extLst>
                </p14:cNvPr>
                <p14:cNvContentPartPr/>
                <p14:nvPr/>
              </p14:nvContentPartPr>
              <p14:xfrm>
                <a:off x="5477551" y="314686"/>
                <a:ext cx="176040" cy="327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53476F-7273-809C-B7F0-532EF53770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8911" y="306046"/>
                  <a:ext cx="1936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9D73D63-757C-5DB5-D9BA-6A11F0D59CAC}"/>
                    </a:ext>
                  </a:extLst>
                </p14:cNvPr>
                <p14:cNvContentPartPr/>
                <p14:nvPr/>
              </p14:nvContentPartPr>
              <p14:xfrm>
                <a:off x="5462071" y="397486"/>
                <a:ext cx="191160" cy="521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9D73D63-757C-5DB5-D9BA-6A11F0D59CA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53071" y="388486"/>
                  <a:ext cx="2088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0A67CC3-E7B7-8273-95C3-68EEA6648BC6}"/>
                    </a:ext>
                  </a:extLst>
                </p14:cNvPr>
                <p14:cNvContentPartPr/>
                <p14:nvPr/>
              </p14:nvContentPartPr>
              <p14:xfrm>
                <a:off x="5744671" y="369766"/>
                <a:ext cx="243000" cy="316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0A67CC3-E7B7-8273-95C3-68EEA6648B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35671" y="360766"/>
                  <a:ext cx="2606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F4F992D-6693-F91C-383E-F78D3AEADA40}"/>
                    </a:ext>
                  </a:extLst>
                </p14:cNvPr>
                <p14:cNvContentPartPr/>
                <p14:nvPr/>
              </p14:nvContentPartPr>
              <p14:xfrm>
                <a:off x="6056791" y="95806"/>
                <a:ext cx="26280" cy="615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F4F992D-6693-F91C-383E-F78D3AEADA4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48151" y="86806"/>
                  <a:ext cx="43920" cy="63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CF5D03A-094E-872A-A545-466E9DC25AFA}"/>
              </a:ext>
            </a:extLst>
          </p:cNvPr>
          <p:cNvGrpSpPr/>
          <p:nvPr/>
        </p:nvGrpSpPr>
        <p:grpSpPr>
          <a:xfrm>
            <a:off x="6562231" y="122446"/>
            <a:ext cx="1155600" cy="595080"/>
            <a:chOff x="6562231" y="122446"/>
            <a:chExt cx="1155600" cy="5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01AA68-8527-CB93-67A2-7CC88E0F2C96}"/>
                    </a:ext>
                  </a:extLst>
                </p14:cNvPr>
                <p14:cNvContentPartPr/>
                <p14:nvPr/>
              </p14:nvContentPartPr>
              <p14:xfrm>
                <a:off x="6674191" y="122446"/>
                <a:ext cx="17280" cy="595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01AA68-8527-CB93-67A2-7CC88E0F2C9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65191" y="113806"/>
                  <a:ext cx="3492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71F1944-E6AD-656C-5F3D-2F17BD162A2D}"/>
                    </a:ext>
                  </a:extLst>
                </p14:cNvPr>
                <p14:cNvContentPartPr/>
                <p14:nvPr/>
              </p14:nvContentPartPr>
              <p14:xfrm>
                <a:off x="6562231" y="160606"/>
                <a:ext cx="367560" cy="534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71F1944-E6AD-656C-5F3D-2F17BD162A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53591" y="151606"/>
                  <a:ext cx="38520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6824D1-5134-8E90-2EEC-CF520BDBF1FF}"/>
                    </a:ext>
                  </a:extLst>
                </p14:cNvPr>
                <p14:cNvContentPartPr/>
                <p14:nvPr/>
              </p14:nvContentPartPr>
              <p14:xfrm>
                <a:off x="7044271" y="200566"/>
                <a:ext cx="34920" cy="488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6824D1-5134-8E90-2EEC-CF520BDBF1F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35271" y="191926"/>
                  <a:ext cx="5256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1C6F9B-C8C6-0502-50A8-15D13E6180CB}"/>
                    </a:ext>
                  </a:extLst>
                </p14:cNvPr>
                <p14:cNvContentPartPr/>
                <p14:nvPr/>
              </p14:nvContentPartPr>
              <p14:xfrm>
                <a:off x="7051471" y="235486"/>
                <a:ext cx="288000" cy="39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1C6F9B-C8C6-0502-50A8-15D13E6180C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42831" y="226846"/>
                  <a:ext cx="3056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9B35CEC-19E0-3B04-3008-1B5ED2A9813C}"/>
                    </a:ext>
                  </a:extLst>
                </p14:cNvPr>
                <p14:cNvContentPartPr/>
                <p14:nvPr/>
              </p14:nvContentPartPr>
              <p14:xfrm>
                <a:off x="6990631" y="428806"/>
                <a:ext cx="315720" cy="27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9B35CEC-19E0-3B04-3008-1B5ED2A9813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81991" y="419806"/>
                  <a:ext cx="333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DF8839-3CBE-CCDF-85A3-8223F7F1212C}"/>
                    </a:ext>
                  </a:extLst>
                </p14:cNvPr>
                <p14:cNvContentPartPr/>
                <p14:nvPr/>
              </p14:nvContentPartPr>
              <p14:xfrm>
                <a:off x="7498591" y="201286"/>
                <a:ext cx="67680" cy="509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DF8839-3CBE-CCDF-85A3-8223F7F1212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89951" y="192646"/>
                  <a:ext cx="8532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E50E212-9735-04F4-2631-7369D713D8D4}"/>
                    </a:ext>
                  </a:extLst>
                </p14:cNvPr>
                <p14:cNvContentPartPr/>
                <p14:nvPr/>
              </p14:nvContentPartPr>
              <p14:xfrm>
                <a:off x="7364671" y="173926"/>
                <a:ext cx="353160" cy="24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E50E212-9735-04F4-2631-7369D713D8D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55671" y="164926"/>
                  <a:ext cx="37080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FFED1B1-12E2-374F-B4C7-D5372D2D8AC8}"/>
              </a:ext>
            </a:extLst>
          </p:cNvPr>
          <p:cNvGrpSpPr/>
          <p:nvPr/>
        </p:nvGrpSpPr>
        <p:grpSpPr>
          <a:xfrm>
            <a:off x="8086111" y="112366"/>
            <a:ext cx="3819240" cy="951840"/>
            <a:chOff x="8086111" y="112366"/>
            <a:chExt cx="3819240" cy="95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0BE9AD6-0A37-FA85-5D6F-DDAA807889B5}"/>
                    </a:ext>
                  </a:extLst>
                </p14:cNvPr>
                <p14:cNvContentPartPr/>
                <p14:nvPr/>
              </p14:nvContentPartPr>
              <p14:xfrm>
                <a:off x="8086111" y="666766"/>
                <a:ext cx="11520" cy="17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0BE9AD6-0A37-FA85-5D6F-DDAA807889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77471" y="658126"/>
                  <a:ext cx="29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31CD0CD-B8D3-C8F8-C791-9A70A15CDFA4}"/>
                    </a:ext>
                  </a:extLst>
                </p14:cNvPr>
                <p14:cNvContentPartPr/>
                <p14:nvPr/>
              </p14:nvContentPartPr>
              <p14:xfrm>
                <a:off x="8195551" y="186166"/>
                <a:ext cx="242280" cy="676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31CD0CD-B8D3-C8F8-C791-9A70A15CDFA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86911" y="177526"/>
                  <a:ext cx="259920" cy="69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29CBB35-E855-2BC8-D01C-80776FE6889C}"/>
                    </a:ext>
                  </a:extLst>
                </p14:cNvPr>
                <p14:cNvContentPartPr/>
                <p14:nvPr/>
              </p14:nvContentPartPr>
              <p14:xfrm>
                <a:off x="8509111" y="112366"/>
                <a:ext cx="245520" cy="613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9CBB35-E855-2BC8-D01C-80776FE6889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00111" y="103726"/>
                  <a:ext cx="26316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630EBFF-D03D-D9EF-57B6-CEF0153EC621}"/>
                    </a:ext>
                  </a:extLst>
                </p14:cNvPr>
                <p14:cNvContentPartPr/>
                <p14:nvPr/>
              </p14:nvContentPartPr>
              <p14:xfrm>
                <a:off x="8888551" y="355726"/>
                <a:ext cx="258840" cy="349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630EBFF-D03D-D9EF-57B6-CEF0153EC62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79551" y="347086"/>
                  <a:ext cx="276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A724A9-4101-7455-C775-C83E1367014D}"/>
                    </a:ext>
                  </a:extLst>
                </p14:cNvPr>
                <p14:cNvContentPartPr/>
                <p14:nvPr/>
              </p14:nvContentPartPr>
              <p14:xfrm>
                <a:off x="9213631" y="378046"/>
                <a:ext cx="285840" cy="398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A724A9-4101-7455-C775-C83E136701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04991" y="369046"/>
                  <a:ext cx="30348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A7E21CE-51BB-5855-DE74-E864D2BB64FB}"/>
                    </a:ext>
                  </a:extLst>
                </p14:cNvPr>
                <p14:cNvContentPartPr/>
                <p14:nvPr/>
              </p14:nvContentPartPr>
              <p14:xfrm>
                <a:off x="9496231" y="440326"/>
                <a:ext cx="291600" cy="307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A7E21CE-51BB-5855-DE74-E864D2BB64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87231" y="431686"/>
                  <a:ext cx="3092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762B5AC-914F-6724-0515-2D7AD957BABB}"/>
                    </a:ext>
                  </a:extLst>
                </p14:cNvPr>
                <p14:cNvContentPartPr/>
                <p14:nvPr/>
              </p14:nvContentPartPr>
              <p14:xfrm>
                <a:off x="9766231" y="203086"/>
                <a:ext cx="38880" cy="628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762B5AC-914F-6724-0515-2D7AD957BAB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757591" y="194086"/>
                  <a:ext cx="5652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8987EE0-2C99-B272-BAFB-B237610D77EB}"/>
                    </a:ext>
                  </a:extLst>
                </p14:cNvPr>
                <p14:cNvContentPartPr/>
                <p14:nvPr/>
              </p14:nvContentPartPr>
              <p14:xfrm>
                <a:off x="9724111" y="438886"/>
                <a:ext cx="264960" cy="48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8987EE0-2C99-B272-BAFB-B237610D77E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15471" y="429886"/>
                  <a:ext cx="282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0FCBC62-9280-2548-17AB-044B43979081}"/>
                    </a:ext>
                  </a:extLst>
                </p14:cNvPr>
                <p14:cNvContentPartPr/>
                <p14:nvPr/>
              </p14:nvContentPartPr>
              <p14:xfrm>
                <a:off x="10054591" y="182206"/>
                <a:ext cx="232560" cy="882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0FCBC62-9280-2548-17AB-044B439790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45591" y="173206"/>
                  <a:ext cx="25020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3511489-D9AB-4629-2793-C8A316139DF6}"/>
                    </a:ext>
                  </a:extLst>
                </p14:cNvPr>
                <p14:cNvContentPartPr/>
                <p14:nvPr/>
              </p14:nvContentPartPr>
              <p14:xfrm>
                <a:off x="10048471" y="446446"/>
                <a:ext cx="381240" cy="331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3511489-D9AB-4629-2793-C8A316139DF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39471" y="437806"/>
                  <a:ext cx="398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AD0422-03FA-DBB7-56C2-39B3B23C8D47}"/>
                    </a:ext>
                  </a:extLst>
                </p14:cNvPr>
                <p14:cNvContentPartPr/>
                <p14:nvPr/>
              </p14:nvContentPartPr>
              <p14:xfrm>
                <a:off x="10498831" y="444286"/>
                <a:ext cx="159120" cy="258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0AD0422-03FA-DBB7-56C2-39B3B23C8D4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90191" y="435646"/>
                  <a:ext cx="176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E38B88-ACF7-6863-3435-FDFB1B7E2ED1}"/>
                    </a:ext>
                  </a:extLst>
                </p14:cNvPr>
                <p14:cNvContentPartPr/>
                <p14:nvPr/>
              </p14:nvContentPartPr>
              <p14:xfrm>
                <a:off x="10706191" y="439966"/>
                <a:ext cx="179640" cy="277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E38B88-ACF7-6863-3435-FDFB1B7E2E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697191" y="430966"/>
                  <a:ext cx="1972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B0AE17C-58CD-9C56-3717-B44947274196}"/>
                    </a:ext>
                  </a:extLst>
                </p14:cNvPr>
                <p14:cNvContentPartPr/>
                <p14:nvPr/>
              </p14:nvContentPartPr>
              <p14:xfrm>
                <a:off x="10949911" y="310366"/>
                <a:ext cx="51120" cy="343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B0AE17C-58CD-9C56-3717-B4494727419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940911" y="301366"/>
                  <a:ext cx="687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864207-153E-FE2C-5C26-4BA67C38AB21}"/>
                    </a:ext>
                  </a:extLst>
                </p14:cNvPr>
                <p14:cNvContentPartPr/>
                <p14:nvPr/>
              </p14:nvContentPartPr>
              <p14:xfrm>
                <a:off x="11062951" y="355006"/>
                <a:ext cx="285840" cy="289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864207-153E-FE2C-5C26-4BA67C38AB2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53951" y="346006"/>
                  <a:ext cx="3034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1A0FB04-678C-D0DF-E456-913C9726F13C}"/>
                    </a:ext>
                  </a:extLst>
                </p14:cNvPr>
                <p14:cNvContentPartPr/>
                <p14:nvPr/>
              </p14:nvContentPartPr>
              <p14:xfrm>
                <a:off x="11316031" y="379486"/>
                <a:ext cx="227520" cy="306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1A0FB04-678C-D0DF-E456-913C9726F13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307391" y="370846"/>
                  <a:ext cx="2451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95AE396-B384-8D98-F158-749D4FBE9049}"/>
                    </a:ext>
                  </a:extLst>
                </p14:cNvPr>
                <p14:cNvContentPartPr/>
                <p14:nvPr/>
              </p14:nvContentPartPr>
              <p14:xfrm>
                <a:off x="11582071" y="163846"/>
                <a:ext cx="323280" cy="733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95AE396-B384-8D98-F158-749D4FBE904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73071" y="155206"/>
                  <a:ext cx="340920" cy="75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87DC5D4-A500-B497-606E-46753530FCEB}"/>
              </a:ext>
            </a:extLst>
          </p:cNvPr>
          <p:cNvGrpSpPr/>
          <p:nvPr/>
        </p:nvGrpSpPr>
        <p:grpSpPr>
          <a:xfrm>
            <a:off x="489391" y="1422406"/>
            <a:ext cx="744480" cy="563400"/>
            <a:chOff x="489391" y="1422406"/>
            <a:chExt cx="744480" cy="56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3BA4904-1C7B-B5ED-ED09-D82A44E5830A}"/>
                    </a:ext>
                  </a:extLst>
                </p14:cNvPr>
                <p14:cNvContentPartPr/>
                <p14:nvPr/>
              </p14:nvContentPartPr>
              <p14:xfrm>
                <a:off x="489391" y="1422406"/>
                <a:ext cx="118440" cy="541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3BA4904-1C7B-B5ED-ED09-D82A44E5830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0751" y="1413406"/>
                  <a:ext cx="13608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0CF1F45-091A-19CE-308B-F678BF083C1F}"/>
                    </a:ext>
                  </a:extLst>
                </p14:cNvPr>
                <p14:cNvContentPartPr/>
                <p14:nvPr/>
              </p14:nvContentPartPr>
              <p14:xfrm>
                <a:off x="733111" y="1533646"/>
                <a:ext cx="298080" cy="452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CF1F45-091A-19CE-308B-F678BF083C1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24471" y="1524646"/>
                  <a:ext cx="3157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FA44C2-E358-272E-6101-55644F7E511E}"/>
                    </a:ext>
                  </a:extLst>
                </p14:cNvPr>
                <p14:cNvContentPartPr/>
                <p14:nvPr/>
              </p14:nvContentPartPr>
              <p14:xfrm>
                <a:off x="1222351" y="1919566"/>
                <a:ext cx="11520" cy="17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FA44C2-E358-272E-6101-55644F7E51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13351" y="1910926"/>
                  <a:ext cx="2916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AAFCFBF-42D1-2851-7428-E7AA2EA9BB79}"/>
              </a:ext>
            </a:extLst>
          </p:cNvPr>
          <p:cNvGrpSpPr/>
          <p:nvPr/>
        </p:nvGrpSpPr>
        <p:grpSpPr>
          <a:xfrm>
            <a:off x="1630591" y="1393246"/>
            <a:ext cx="1081080" cy="580320"/>
            <a:chOff x="1630591" y="1393246"/>
            <a:chExt cx="108108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34A1AB1-A5E0-8A0E-4620-CD8CE9E8EC90}"/>
                    </a:ext>
                  </a:extLst>
                </p14:cNvPr>
                <p14:cNvContentPartPr/>
                <p14:nvPr/>
              </p14:nvContentPartPr>
              <p14:xfrm>
                <a:off x="1630591" y="1414486"/>
                <a:ext cx="240840" cy="500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34A1AB1-A5E0-8A0E-4620-CD8CE9E8EC9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21951" y="1405486"/>
                  <a:ext cx="25848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841ABFA-7A9E-AE22-49F5-E9E45CA86062}"/>
                    </a:ext>
                  </a:extLst>
                </p14:cNvPr>
                <p14:cNvContentPartPr/>
                <p14:nvPr/>
              </p14:nvContentPartPr>
              <p14:xfrm>
                <a:off x="2017231" y="1617526"/>
                <a:ext cx="206280" cy="322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841ABFA-7A9E-AE22-49F5-E9E45CA8606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08231" y="1608526"/>
                  <a:ext cx="2239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4AB16C8-7D02-3E3D-BA52-CFC5671E4052}"/>
                    </a:ext>
                  </a:extLst>
                </p14:cNvPr>
                <p14:cNvContentPartPr/>
                <p14:nvPr/>
              </p14:nvContentPartPr>
              <p14:xfrm>
                <a:off x="2216671" y="1393246"/>
                <a:ext cx="195840" cy="510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4AB16C8-7D02-3E3D-BA52-CFC5671E405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07671" y="1384606"/>
                  <a:ext cx="21348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C744E7D-5AB5-1E6F-ED14-AD56BF7A28C0}"/>
                    </a:ext>
                  </a:extLst>
                </p14:cNvPr>
                <p14:cNvContentPartPr/>
                <p14:nvPr/>
              </p14:nvContentPartPr>
              <p14:xfrm>
                <a:off x="2500351" y="1611046"/>
                <a:ext cx="211320" cy="362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C744E7D-5AB5-1E6F-ED14-AD56BF7A28C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91351" y="1602406"/>
                  <a:ext cx="22896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9A2BC44-CAC5-C7FA-622F-5E199D7BCB8A}"/>
              </a:ext>
            </a:extLst>
          </p:cNvPr>
          <p:cNvGrpSpPr/>
          <p:nvPr/>
        </p:nvGrpSpPr>
        <p:grpSpPr>
          <a:xfrm>
            <a:off x="3099391" y="1458046"/>
            <a:ext cx="1142280" cy="787680"/>
            <a:chOff x="3099391" y="1458046"/>
            <a:chExt cx="1142280" cy="78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A5A67DD-C218-8668-2EEB-B5382F041B0B}"/>
                    </a:ext>
                  </a:extLst>
                </p14:cNvPr>
                <p14:cNvContentPartPr/>
                <p14:nvPr/>
              </p14:nvContentPartPr>
              <p14:xfrm>
                <a:off x="3099391" y="1608886"/>
                <a:ext cx="189720" cy="63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A5A67DD-C218-8668-2EEB-B5382F041B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90751" y="1600246"/>
                  <a:ext cx="20736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324B0E0-E28C-38FE-FA82-AE3FBF6D5D84}"/>
                    </a:ext>
                  </a:extLst>
                </p14:cNvPr>
                <p14:cNvContentPartPr/>
                <p14:nvPr/>
              </p14:nvContentPartPr>
              <p14:xfrm>
                <a:off x="3322231" y="1458046"/>
                <a:ext cx="259920" cy="528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324B0E0-E28C-38FE-FA82-AE3FBF6D5D8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13591" y="1449046"/>
                  <a:ext cx="27756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1B17CDA-8B6E-94A8-B897-84CF9FC651CC}"/>
                    </a:ext>
                  </a:extLst>
                </p14:cNvPr>
                <p14:cNvContentPartPr/>
                <p14:nvPr/>
              </p14:nvContentPartPr>
              <p14:xfrm>
                <a:off x="3615991" y="1635526"/>
                <a:ext cx="197280" cy="310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1B17CDA-8B6E-94A8-B897-84CF9FC651C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06991" y="1626886"/>
                  <a:ext cx="2149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2B55E5-6F26-FEDF-E4E0-A6546B62717C}"/>
                    </a:ext>
                  </a:extLst>
                </p14:cNvPr>
                <p14:cNvContentPartPr/>
                <p14:nvPr/>
              </p14:nvContentPartPr>
              <p14:xfrm>
                <a:off x="3882391" y="1578646"/>
                <a:ext cx="83880" cy="304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2B55E5-6F26-FEDF-E4E0-A6546B62717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73391" y="1570006"/>
                  <a:ext cx="1015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29227C-AEAF-9B4A-1BA7-813BB4E7CCE3}"/>
                    </a:ext>
                  </a:extLst>
                </p14:cNvPr>
                <p14:cNvContentPartPr/>
                <p14:nvPr/>
              </p14:nvContentPartPr>
              <p14:xfrm>
                <a:off x="4024951" y="1604566"/>
                <a:ext cx="216720" cy="317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429227C-AEAF-9B4A-1BA7-813BB4E7CCE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16311" y="1595926"/>
                  <a:ext cx="234360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E0B2486-49EB-3A14-25FA-9BA1DBC5E4E5}"/>
              </a:ext>
            </a:extLst>
          </p:cNvPr>
          <p:cNvGrpSpPr/>
          <p:nvPr/>
        </p:nvGrpSpPr>
        <p:grpSpPr>
          <a:xfrm>
            <a:off x="4821631" y="1189846"/>
            <a:ext cx="3662280" cy="1581480"/>
            <a:chOff x="4821631" y="1189846"/>
            <a:chExt cx="3662280" cy="158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8B96480-E9A6-A550-7DA4-B1D6F294524A}"/>
                    </a:ext>
                  </a:extLst>
                </p14:cNvPr>
                <p14:cNvContentPartPr/>
                <p14:nvPr/>
              </p14:nvContentPartPr>
              <p14:xfrm>
                <a:off x="4821631" y="1753966"/>
                <a:ext cx="812160" cy="75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8B96480-E9A6-A550-7DA4-B1D6F294524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12631" y="1744966"/>
                  <a:ext cx="829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5CE0BF-276F-FD6E-9C98-A8CE0EF8A978}"/>
                    </a:ext>
                  </a:extLst>
                </p14:cNvPr>
                <p14:cNvContentPartPr/>
                <p14:nvPr/>
              </p14:nvContentPartPr>
              <p14:xfrm>
                <a:off x="5449471" y="1684846"/>
                <a:ext cx="161640" cy="277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5CE0BF-276F-FD6E-9C98-A8CE0EF8A97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40831" y="1676206"/>
                  <a:ext cx="1792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5BE4FE8-3A43-F535-4FE5-B8A1811CC935}"/>
                    </a:ext>
                  </a:extLst>
                </p14:cNvPr>
                <p14:cNvContentPartPr/>
                <p14:nvPr/>
              </p14:nvContentPartPr>
              <p14:xfrm>
                <a:off x="6072991" y="1287046"/>
                <a:ext cx="271080" cy="546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5BE4FE8-3A43-F535-4FE5-B8A1811CC93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063991" y="1278406"/>
                  <a:ext cx="2887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A3B2A47-C988-8AAA-CB9D-451DFF1AECFA}"/>
                    </a:ext>
                  </a:extLst>
                </p14:cNvPr>
                <p14:cNvContentPartPr/>
                <p14:nvPr/>
              </p14:nvContentPartPr>
              <p14:xfrm>
                <a:off x="6371071" y="1496206"/>
                <a:ext cx="222480" cy="281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A3B2A47-C988-8AAA-CB9D-451DFF1AECF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62071" y="1487206"/>
                  <a:ext cx="2401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EC2946A-B51F-C00B-71D7-930FFE12193F}"/>
                    </a:ext>
                  </a:extLst>
                </p14:cNvPr>
                <p14:cNvContentPartPr/>
                <p14:nvPr/>
              </p14:nvContentPartPr>
              <p14:xfrm>
                <a:off x="6644311" y="1464886"/>
                <a:ext cx="286920" cy="378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EC2946A-B51F-C00B-71D7-930FFE12193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35671" y="1455886"/>
                  <a:ext cx="30456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48EF894-7CE8-1C70-FF8E-EA79F6C956BA}"/>
                    </a:ext>
                  </a:extLst>
                </p14:cNvPr>
                <p14:cNvContentPartPr/>
                <p14:nvPr/>
              </p14:nvContentPartPr>
              <p14:xfrm>
                <a:off x="6898831" y="1247806"/>
                <a:ext cx="68760" cy="553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48EF894-7CE8-1C70-FF8E-EA79F6C956B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90191" y="1239166"/>
                  <a:ext cx="8640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9E53BB-6918-9226-ABBE-9E112FD3271F}"/>
                    </a:ext>
                  </a:extLst>
                </p14:cNvPr>
                <p14:cNvContentPartPr/>
                <p14:nvPr/>
              </p14:nvContentPartPr>
              <p14:xfrm>
                <a:off x="7265671" y="1189846"/>
                <a:ext cx="59400" cy="618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9E53BB-6918-9226-ABBE-9E112FD327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57031" y="1181206"/>
                  <a:ext cx="7704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90ACE54-6E2D-3B3B-697C-22AC169B2617}"/>
                    </a:ext>
                  </a:extLst>
                </p14:cNvPr>
                <p14:cNvContentPartPr/>
                <p14:nvPr/>
              </p14:nvContentPartPr>
              <p14:xfrm>
                <a:off x="7193311" y="1443646"/>
                <a:ext cx="300960" cy="67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90ACE54-6E2D-3B3B-697C-22AC169B26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184311" y="1434646"/>
                  <a:ext cx="318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3755C81-1C21-3A44-382F-FD4BDD7B83DE}"/>
                    </a:ext>
                  </a:extLst>
                </p14:cNvPr>
                <p14:cNvContentPartPr/>
                <p14:nvPr/>
              </p14:nvContentPartPr>
              <p14:xfrm>
                <a:off x="7483831" y="1436806"/>
                <a:ext cx="333000" cy="336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3755C81-1C21-3A44-382F-FD4BDD7B83D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75191" y="1428166"/>
                  <a:ext cx="3506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1612D0D-DB53-2437-A13C-6885E2C332E7}"/>
                    </a:ext>
                  </a:extLst>
                </p14:cNvPr>
                <p14:cNvContentPartPr/>
                <p14:nvPr/>
              </p14:nvContentPartPr>
              <p14:xfrm>
                <a:off x="7791631" y="1365526"/>
                <a:ext cx="176760" cy="352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1612D0D-DB53-2437-A13C-6885E2C332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82991" y="1356526"/>
                  <a:ext cx="1944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CD0DCC5-D045-F0C0-B527-6098C03E9212}"/>
                    </a:ext>
                  </a:extLst>
                </p14:cNvPr>
                <p14:cNvContentPartPr/>
                <p14:nvPr/>
              </p14:nvContentPartPr>
              <p14:xfrm>
                <a:off x="8036431" y="1396486"/>
                <a:ext cx="447480" cy="413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CD0DCC5-D045-F0C0-B527-6098C03E921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27431" y="1387486"/>
                  <a:ext cx="4651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41F1E4F-2B90-39BB-DA52-CA89D61CCD63}"/>
                    </a:ext>
                  </a:extLst>
                </p14:cNvPr>
                <p14:cNvContentPartPr/>
                <p14:nvPr/>
              </p14:nvContentPartPr>
              <p14:xfrm>
                <a:off x="5803351" y="1729846"/>
                <a:ext cx="99720" cy="12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41F1E4F-2B90-39BB-DA52-CA89D61CCD6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794711" y="1720846"/>
                  <a:ext cx="11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040317-9D84-BA9B-E98A-B208AEA1A24E}"/>
                    </a:ext>
                  </a:extLst>
                </p14:cNvPr>
                <p14:cNvContentPartPr/>
                <p14:nvPr/>
              </p14:nvContentPartPr>
              <p14:xfrm>
                <a:off x="5731351" y="2320966"/>
                <a:ext cx="158040" cy="25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040317-9D84-BA9B-E98A-B208AEA1A24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22711" y="2311966"/>
                  <a:ext cx="175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4E6BE14-4926-B6A4-E492-284E9D07D063}"/>
                    </a:ext>
                  </a:extLst>
                </p14:cNvPr>
                <p14:cNvContentPartPr/>
                <p14:nvPr/>
              </p14:nvContentPartPr>
              <p14:xfrm>
                <a:off x="6346231" y="1929646"/>
                <a:ext cx="204120" cy="730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4E6BE14-4926-B6A4-E492-284E9D07D0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37231" y="1921006"/>
                  <a:ext cx="22176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65E3A12-32B7-7E35-01DA-40F2125411F1}"/>
                    </a:ext>
                  </a:extLst>
                </p14:cNvPr>
                <p14:cNvContentPartPr/>
                <p14:nvPr/>
              </p14:nvContentPartPr>
              <p14:xfrm>
                <a:off x="6611911" y="2332126"/>
                <a:ext cx="61200" cy="255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65E3A12-32B7-7E35-01DA-40F2125411F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03271" y="2323126"/>
                  <a:ext cx="788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4BA7A8B-D9C3-D5C5-0AE4-EAFDD11C1B67}"/>
                    </a:ext>
                  </a:extLst>
                </p14:cNvPr>
                <p14:cNvContentPartPr/>
                <p14:nvPr/>
              </p14:nvContentPartPr>
              <p14:xfrm>
                <a:off x="6625591" y="2171206"/>
                <a:ext cx="360" cy="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4BA7A8B-D9C3-D5C5-0AE4-EAFDD11C1B6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616951" y="21622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4064479-BB43-7488-E2FC-095E69978388}"/>
                    </a:ext>
                  </a:extLst>
                </p14:cNvPr>
                <p14:cNvContentPartPr/>
                <p14:nvPr/>
              </p14:nvContentPartPr>
              <p14:xfrm>
                <a:off x="6768151" y="2264086"/>
                <a:ext cx="96480" cy="286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4064479-BB43-7488-E2FC-095E6997838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59151" y="2255086"/>
                  <a:ext cx="1141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53B36A7-2D6D-950B-0ED4-902F095FBB7D}"/>
                    </a:ext>
                  </a:extLst>
                </p14:cNvPr>
                <p14:cNvContentPartPr/>
                <p14:nvPr/>
              </p14:nvContentPartPr>
              <p14:xfrm>
                <a:off x="6912511" y="2269846"/>
                <a:ext cx="99720" cy="343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53B36A7-2D6D-950B-0ED4-902F095FBB7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03871" y="2261206"/>
                  <a:ext cx="1173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25F777D-3083-038A-070F-D19BB50C6066}"/>
                    </a:ext>
                  </a:extLst>
                </p14:cNvPr>
                <p14:cNvContentPartPr/>
                <p14:nvPr/>
              </p14:nvContentPartPr>
              <p14:xfrm>
                <a:off x="7076311" y="2284966"/>
                <a:ext cx="210600" cy="342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25F777D-3083-038A-070F-D19BB50C606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67311" y="2276326"/>
                  <a:ext cx="2282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F0D92E7-C128-F8EA-5341-962B75905D32}"/>
                    </a:ext>
                  </a:extLst>
                </p14:cNvPr>
                <p14:cNvContentPartPr/>
                <p14:nvPr/>
              </p14:nvContentPartPr>
              <p14:xfrm>
                <a:off x="7452871" y="2286406"/>
                <a:ext cx="160560" cy="8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F0D92E7-C128-F8EA-5341-962B75905D3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443871" y="2277406"/>
                  <a:ext cx="178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09306C8-1615-D6F0-F7E3-53BF30C612CC}"/>
                    </a:ext>
                  </a:extLst>
                </p14:cNvPr>
                <p14:cNvContentPartPr/>
                <p14:nvPr/>
              </p14:nvContentPartPr>
              <p14:xfrm>
                <a:off x="7320031" y="2288566"/>
                <a:ext cx="195480" cy="482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09306C8-1615-D6F0-F7E3-53BF30C612C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11031" y="2279566"/>
                  <a:ext cx="21312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10CB668-CD5E-E585-AE3E-52BBEDFFCBF0}"/>
                    </a:ext>
                  </a:extLst>
                </p14:cNvPr>
                <p14:cNvContentPartPr/>
                <p14:nvPr/>
              </p14:nvContentPartPr>
              <p14:xfrm>
                <a:off x="7680031" y="2259406"/>
                <a:ext cx="128520" cy="318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10CB668-CD5E-E585-AE3E-52BBEDFFCBF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71031" y="2250766"/>
                  <a:ext cx="1461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3E644BE-F7BF-08CB-B7D5-8FB283D82B1F}"/>
                    </a:ext>
                  </a:extLst>
                </p14:cNvPr>
                <p14:cNvContentPartPr/>
                <p14:nvPr/>
              </p14:nvContentPartPr>
              <p14:xfrm>
                <a:off x="7914751" y="2284246"/>
                <a:ext cx="152280" cy="273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3E644BE-F7BF-08CB-B7D5-8FB283D82B1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05751" y="2275246"/>
                  <a:ext cx="1699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5124E90-82F2-B370-BF96-1FB544CD0B63}"/>
                    </a:ext>
                  </a:extLst>
                </p14:cNvPr>
                <p14:cNvContentPartPr/>
                <p14:nvPr/>
              </p14:nvContentPartPr>
              <p14:xfrm>
                <a:off x="8133271" y="2251846"/>
                <a:ext cx="155520" cy="276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5124E90-82F2-B370-BF96-1FB544CD0B6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24631" y="2243206"/>
                  <a:ext cx="1731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136E533-E2F4-E0AD-714B-3EF2B1B57BD2}"/>
                    </a:ext>
                  </a:extLst>
                </p14:cNvPr>
                <p14:cNvContentPartPr/>
                <p14:nvPr/>
              </p14:nvContentPartPr>
              <p14:xfrm>
                <a:off x="8248831" y="2236006"/>
                <a:ext cx="96120" cy="49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136E533-E2F4-E0AD-714B-3EF2B1B57BD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39831" y="2227006"/>
                  <a:ext cx="113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72E2E75-79BB-762B-94DB-3F227E25C1F6}"/>
                    </a:ext>
                  </a:extLst>
                </p14:cNvPr>
                <p14:cNvContentPartPr/>
                <p14:nvPr/>
              </p14:nvContentPartPr>
              <p14:xfrm>
                <a:off x="7530991" y="2089486"/>
                <a:ext cx="9000" cy="8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72E2E75-79BB-762B-94DB-3F227E25C1F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21991" y="2080846"/>
                  <a:ext cx="2664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4C3DB0C-2C25-B93B-271D-8996523FB763}"/>
              </a:ext>
            </a:extLst>
          </p:cNvPr>
          <p:cNvGrpSpPr/>
          <p:nvPr/>
        </p:nvGrpSpPr>
        <p:grpSpPr>
          <a:xfrm>
            <a:off x="582631" y="3337966"/>
            <a:ext cx="401760" cy="469080"/>
            <a:chOff x="582631" y="3337966"/>
            <a:chExt cx="40176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7E49AF5-2B68-7532-9F6D-004F3A176F95}"/>
                    </a:ext>
                  </a:extLst>
                </p14:cNvPr>
                <p14:cNvContentPartPr/>
                <p14:nvPr/>
              </p14:nvContentPartPr>
              <p14:xfrm>
                <a:off x="582631" y="3337966"/>
                <a:ext cx="31320" cy="44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7E49AF5-2B68-7532-9F6D-004F3A176F9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73631" y="3329326"/>
                  <a:ext cx="489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19C38CB-B043-B15F-34D3-4ECD27C06415}"/>
                    </a:ext>
                  </a:extLst>
                </p14:cNvPr>
                <p14:cNvContentPartPr/>
                <p14:nvPr/>
              </p14:nvContentPartPr>
              <p14:xfrm>
                <a:off x="734191" y="3376126"/>
                <a:ext cx="250200" cy="430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19C38CB-B043-B15F-34D3-4ECD27C0641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5191" y="3367486"/>
                  <a:ext cx="267840" cy="44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57E393D-DEA8-EC82-C861-224F87E23464}"/>
                  </a:ext>
                </a:extLst>
              </p14:cNvPr>
              <p14:cNvContentPartPr/>
              <p14:nvPr/>
            </p14:nvContentPartPr>
            <p14:xfrm>
              <a:off x="1287871" y="3771766"/>
              <a:ext cx="11520" cy="18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57E393D-DEA8-EC82-C861-224F87E2346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279231" y="3762766"/>
                <a:ext cx="291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F7468F1-8829-9E0A-BAC1-D1177969F9C3}"/>
              </a:ext>
            </a:extLst>
          </p:cNvPr>
          <p:cNvGrpSpPr/>
          <p:nvPr/>
        </p:nvGrpSpPr>
        <p:grpSpPr>
          <a:xfrm>
            <a:off x="828511" y="4210606"/>
            <a:ext cx="375840" cy="495720"/>
            <a:chOff x="828511" y="4210606"/>
            <a:chExt cx="375840" cy="4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4027D1-B4C3-455C-91FD-933C4FE360B3}"/>
                    </a:ext>
                  </a:extLst>
                </p14:cNvPr>
                <p14:cNvContentPartPr/>
                <p14:nvPr/>
              </p14:nvContentPartPr>
              <p14:xfrm>
                <a:off x="828511" y="4210606"/>
                <a:ext cx="73800" cy="495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4027D1-B4C3-455C-91FD-933C4FE360B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9871" y="4201966"/>
                  <a:ext cx="9144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2C5BDB5-8881-5A30-F2C8-76072A532BFC}"/>
                    </a:ext>
                  </a:extLst>
                </p14:cNvPr>
                <p14:cNvContentPartPr/>
                <p14:nvPr/>
              </p14:nvContentPartPr>
              <p14:xfrm>
                <a:off x="1008151" y="4262446"/>
                <a:ext cx="162000" cy="267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2C5BDB5-8881-5A30-F2C8-76072A532BF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99511" y="4253446"/>
                  <a:ext cx="179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670F557-7560-0F75-9495-0C57AB436E27}"/>
                    </a:ext>
                  </a:extLst>
                </p14:cNvPr>
                <p14:cNvContentPartPr/>
                <p14:nvPr/>
              </p14:nvContentPartPr>
              <p14:xfrm>
                <a:off x="1151431" y="4294846"/>
                <a:ext cx="52920" cy="393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670F557-7560-0F75-9495-0C57AB436E2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42431" y="4285846"/>
                  <a:ext cx="70560" cy="41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A8262A5-46A6-D366-5BC1-E282B4BC2C8D}"/>
                  </a:ext>
                </a:extLst>
              </p14:cNvPr>
              <p14:cNvContentPartPr/>
              <p14:nvPr/>
            </p14:nvContentPartPr>
            <p14:xfrm>
              <a:off x="1476871" y="4546126"/>
              <a:ext cx="11520" cy="540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A8262A5-46A6-D366-5BC1-E282B4BC2C8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467871" y="4537486"/>
                <a:ext cx="29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B2DD158-4F00-A706-83AF-5E15FAD3731D}"/>
                  </a:ext>
                </a:extLst>
              </p14:cNvPr>
              <p14:cNvContentPartPr/>
              <p14:nvPr/>
            </p14:nvContentPartPr>
            <p14:xfrm>
              <a:off x="2395951" y="3289726"/>
              <a:ext cx="292680" cy="1179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B2DD158-4F00-A706-83AF-5E15FAD3731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386951" y="3281086"/>
                <a:ext cx="310320" cy="119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51630E0-4002-FC50-160C-374336C70253}"/>
              </a:ext>
            </a:extLst>
          </p:cNvPr>
          <p:cNvGrpSpPr/>
          <p:nvPr/>
        </p:nvGrpSpPr>
        <p:grpSpPr>
          <a:xfrm>
            <a:off x="3186871" y="3352006"/>
            <a:ext cx="2506320" cy="673560"/>
            <a:chOff x="3186871" y="3352006"/>
            <a:chExt cx="2506320" cy="67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68A706C-18E7-2756-FAE2-BD254CC3E3D8}"/>
                    </a:ext>
                  </a:extLst>
                </p14:cNvPr>
                <p14:cNvContentPartPr/>
                <p14:nvPr/>
              </p14:nvContentPartPr>
              <p14:xfrm>
                <a:off x="3186871" y="3466846"/>
                <a:ext cx="453600" cy="558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68A706C-18E7-2756-FAE2-BD254CC3E3D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177871" y="3457846"/>
                  <a:ext cx="47124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A0AA35B-5971-C7A8-0906-9481B861279B}"/>
                    </a:ext>
                  </a:extLst>
                </p14:cNvPr>
                <p14:cNvContentPartPr/>
                <p14:nvPr/>
              </p14:nvContentPartPr>
              <p14:xfrm>
                <a:off x="3764311" y="3624166"/>
                <a:ext cx="200160" cy="302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A0AA35B-5971-C7A8-0906-9481B861279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55671" y="3615526"/>
                  <a:ext cx="2178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44A32C3-B957-7063-0FC5-FBCA5F9EE8F8}"/>
                    </a:ext>
                  </a:extLst>
                </p14:cNvPr>
                <p14:cNvContentPartPr/>
                <p14:nvPr/>
              </p14:nvContentPartPr>
              <p14:xfrm>
                <a:off x="3949351" y="3612286"/>
                <a:ext cx="213840" cy="3632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44A32C3-B957-7063-0FC5-FBCA5F9EE8F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40711" y="3603286"/>
                  <a:ext cx="2314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2E63702-8E90-3217-D04F-67072FEADABE}"/>
                    </a:ext>
                  </a:extLst>
                </p14:cNvPr>
                <p14:cNvContentPartPr/>
                <p14:nvPr/>
              </p14:nvContentPartPr>
              <p14:xfrm>
                <a:off x="4216471" y="3352006"/>
                <a:ext cx="192600" cy="599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2E63702-8E90-3217-D04F-67072FEADAB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207831" y="3343006"/>
                  <a:ext cx="21024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326ADFF-1337-B9E4-A159-D2A572B3D277}"/>
                    </a:ext>
                  </a:extLst>
                </p14:cNvPr>
                <p14:cNvContentPartPr/>
                <p14:nvPr/>
              </p14:nvContentPartPr>
              <p14:xfrm>
                <a:off x="4496911" y="3635326"/>
                <a:ext cx="83520" cy="294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326ADFF-1337-B9E4-A159-D2A572B3D27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88271" y="3626326"/>
                  <a:ext cx="101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C25C345-B7DC-E17F-72F4-E67D3CF9D33C}"/>
                    </a:ext>
                  </a:extLst>
                </p14:cNvPr>
                <p14:cNvContentPartPr/>
                <p14:nvPr/>
              </p14:nvContentPartPr>
              <p14:xfrm>
                <a:off x="4499431" y="3454246"/>
                <a:ext cx="71280" cy="6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C25C345-B7DC-E17F-72F4-E67D3CF9D33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490791" y="3445246"/>
                  <a:ext cx="88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F591054-B854-B0EF-C3AB-B1AC8483F7AA}"/>
                    </a:ext>
                  </a:extLst>
                </p14:cNvPr>
                <p14:cNvContentPartPr/>
                <p14:nvPr/>
              </p14:nvContentPartPr>
              <p14:xfrm>
                <a:off x="4675831" y="3565846"/>
                <a:ext cx="151200" cy="361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F591054-B854-B0EF-C3AB-B1AC8483F7A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667191" y="3557206"/>
                  <a:ext cx="1688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9B24AAC-1689-8A19-130E-E26B0B0E4A49}"/>
                    </a:ext>
                  </a:extLst>
                </p14:cNvPr>
                <p14:cNvContentPartPr/>
                <p14:nvPr/>
              </p14:nvContentPartPr>
              <p14:xfrm>
                <a:off x="4877071" y="3604006"/>
                <a:ext cx="279720" cy="304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9B24AAC-1689-8A19-130E-E26B0B0E4A4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68071" y="3595006"/>
                  <a:ext cx="2973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1478763-683B-8DCE-7D37-1D6D558CE1AE}"/>
                    </a:ext>
                  </a:extLst>
                </p14:cNvPr>
                <p14:cNvContentPartPr/>
                <p14:nvPr/>
              </p14:nvContentPartPr>
              <p14:xfrm>
                <a:off x="5134111" y="3402766"/>
                <a:ext cx="105840" cy="483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1478763-683B-8DCE-7D37-1D6D558CE1A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25471" y="3394126"/>
                  <a:ext cx="12348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CB64151-248C-D987-4193-F5E557CEA764}"/>
                    </a:ext>
                  </a:extLst>
                </p14:cNvPr>
                <p14:cNvContentPartPr/>
                <p14:nvPr/>
              </p14:nvContentPartPr>
              <p14:xfrm>
                <a:off x="5270551" y="3560446"/>
                <a:ext cx="422640" cy="434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CB64151-248C-D987-4193-F5E557CEA76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61551" y="3551446"/>
                  <a:ext cx="440280" cy="45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B7DFB5E-062C-539B-DEFC-CC7AAD0D55C0}"/>
              </a:ext>
            </a:extLst>
          </p:cNvPr>
          <p:cNvGrpSpPr/>
          <p:nvPr/>
        </p:nvGrpSpPr>
        <p:grpSpPr>
          <a:xfrm>
            <a:off x="6146431" y="3211606"/>
            <a:ext cx="2739960" cy="692280"/>
            <a:chOff x="6146431" y="3211606"/>
            <a:chExt cx="2739960" cy="69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4FF00B9-B78D-2851-0328-828B3FCF647A}"/>
                    </a:ext>
                  </a:extLst>
                </p14:cNvPr>
                <p14:cNvContentPartPr/>
                <p14:nvPr/>
              </p14:nvContentPartPr>
              <p14:xfrm>
                <a:off x="6146431" y="3386206"/>
                <a:ext cx="479880" cy="419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4FF00B9-B78D-2851-0328-828B3FCF647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137431" y="3377206"/>
                  <a:ext cx="4975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0A4A732-4A22-BB89-EC02-5D8C0B40304F}"/>
                    </a:ext>
                  </a:extLst>
                </p14:cNvPr>
                <p14:cNvContentPartPr/>
                <p14:nvPr/>
              </p14:nvContentPartPr>
              <p14:xfrm>
                <a:off x="6708391" y="3306646"/>
                <a:ext cx="295200" cy="511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0A4A732-4A22-BB89-EC02-5D8C0B40304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99751" y="3298006"/>
                  <a:ext cx="31284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5A75644-9A3A-D884-33CB-9F295E9FE89A}"/>
                    </a:ext>
                  </a:extLst>
                </p14:cNvPr>
                <p14:cNvContentPartPr/>
                <p14:nvPr/>
              </p14:nvContentPartPr>
              <p14:xfrm>
                <a:off x="6939871" y="3456406"/>
                <a:ext cx="180360" cy="29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5A75644-9A3A-D884-33CB-9F295E9FE89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30871" y="3447766"/>
                  <a:ext cx="198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B008E13-5DFD-960F-3816-82D395021519}"/>
                    </a:ext>
                  </a:extLst>
                </p14:cNvPr>
                <p14:cNvContentPartPr/>
                <p14:nvPr/>
              </p14:nvContentPartPr>
              <p14:xfrm>
                <a:off x="7247311" y="3445246"/>
                <a:ext cx="470520" cy="361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B008E13-5DFD-960F-3816-82D39502151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238311" y="3436246"/>
                  <a:ext cx="4881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54A829B-E662-C690-A8F7-5E9923F72C7A}"/>
                    </a:ext>
                  </a:extLst>
                </p14:cNvPr>
                <p14:cNvContentPartPr/>
                <p14:nvPr/>
              </p14:nvContentPartPr>
              <p14:xfrm>
                <a:off x="7745911" y="3355966"/>
                <a:ext cx="277200" cy="411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54A829B-E662-C690-A8F7-5E9923F72C7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736911" y="3347326"/>
                  <a:ext cx="29484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4032470-7225-63B0-B35D-DBF61C0E73D4}"/>
                    </a:ext>
                  </a:extLst>
                </p14:cNvPr>
                <p14:cNvContentPartPr/>
                <p14:nvPr/>
              </p14:nvContentPartPr>
              <p14:xfrm>
                <a:off x="8016631" y="3211606"/>
                <a:ext cx="38880" cy="565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4032470-7225-63B0-B35D-DBF61C0E73D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07631" y="3202966"/>
                  <a:ext cx="5652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906EB29-5B0E-7460-4CEF-6FB07F1F228C}"/>
                    </a:ext>
                  </a:extLst>
                </p14:cNvPr>
                <p14:cNvContentPartPr/>
                <p14:nvPr/>
              </p14:nvContentPartPr>
              <p14:xfrm>
                <a:off x="7938151" y="3388366"/>
                <a:ext cx="237600" cy="21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906EB29-5B0E-7460-4CEF-6FB07F1F228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29511" y="3379366"/>
                  <a:ext cx="255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BDA1034-C435-BC07-9E29-840D153EB9F5}"/>
                    </a:ext>
                  </a:extLst>
                </p14:cNvPr>
                <p14:cNvContentPartPr/>
                <p14:nvPr/>
              </p14:nvContentPartPr>
              <p14:xfrm>
                <a:off x="8153071" y="3317806"/>
                <a:ext cx="529560" cy="4107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BDA1034-C435-BC07-9E29-840D153EB9F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44431" y="3309166"/>
                  <a:ext cx="5472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2076864-8796-706B-A78F-D2F6E011B520}"/>
                    </a:ext>
                  </a:extLst>
                </p14:cNvPr>
                <p14:cNvContentPartPr/>
                <p14:nvPr/>
              </p14:nvContentPartPr>
              <p14:xfrm>
                <a:off x="8869831" y="3805246"/>
                <a:ext cx="16560" cy="98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2076864-8796-706B-A78F-D2F6E011B52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860831" y="3796246"/>
                  <a:ext cx="3420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E239E23-9222-8CA3-B9C5-F74F3F00CE87}"/>
              </a:ext>
            </a:extLst>
          </p:cNvPr>
          <p:cNvGrpSpPr/>
          <p:nvPr/>
        </p:nvGrpSpPr>
        <p:grpSpPr>
          <a:xfrm>
            <a:off x="9337471" y="3028366"/>
            <a:ext cx="2837520" cy="900360"/>
            <a:chOff x="9337471" y="3028366"/>
            <a:chExt cx="2837520" cy="90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02DD185-9EF0-EF90-D0C9-98573CC09D0F}"/>
                    </a:ext>
                  </a:extLst>
                </p14:cNvPr>
                <p14:cNvContentPartPr/>
                <p14:nvPr/>
              </p14:nvContentPartPr>
              <p14:xfrm>
                <a:off x="9337471" y="3325726"/>
                <a:ext cx="739800" cy="355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02DD185-9EF0-EF90-D0C9-98573CC09D0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28471" y="3316726"/>
                  <a:ext cx="7574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61107BE-3461-EE3E-80EA-FA7B9EFE3B7B}"/>
                    </a:ext>
                  </a:extLst>
                </p14:cNvPr>
                <p14:cNvContentPartPr/>
                <p14:nvPr/>
              </p14:nvContentPartPr>
              <p14:xfrm>
                <a:off x="10172311" y="3278926"/>
                <a:ext cx="172440" cy="619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61107BE-3461-EE3E-80EA-FA7B9EFE3B7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63311" y="3269926"/>
                  <a:ext cx="19008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8E7AF0F-EC62-E07B-7C1A-6D0AEE66481F}"/>
                    </a:ext>
                  </a:extLst>
                </p14:cNvPr>
                <p14:cNvContentPartPr/>
                <p14:nvPr/>
              </p14:nvContentPartPr>
              <p14:xfrm>
                <a:off x="10378591" y="3257686"/>
                <a:ext cx="302040" cy="339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8E7AF0F-EC62-E07B-7C1A-6D0AEE66481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69951" y="3249046"/>
                  <a:ext cx="3196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C55E33F-3C03-707D-4406-9A84499156C7}"/>
                    </a:ext>
                  </a:extLst>
                </p14:cNvPr>
                <p14:cNvContentPartPr/>
                <p14:nvPr/>
              </p14:nvContentPartPr>
              <p14:xfrm>
                <a:off x="10647871" y="3317806"/>
                <a:ext cx="199440" cy="312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C55E33F-3C03-707D-4406-9A84499156C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39231" y="3309166"/>
                  <a:ext cx="2170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D82842B-712F-0F9D-4B1C-86C3C2C41E52}"/>
                    </a:ext>
                  </a:extLst>
                </p14:cNvPr>
                <p14:cNvContentPartPr/>
                <p14:nvPr/>
              </p14:nvContentPartPr>
              <p14:xfrm>
                <a:off x="11014351" y="3253366"/>
                <a:ext cx="342000" cy="393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D82842B-712F-0F9D-4B1C-86C3C2C41E5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05711" y="3244366"/>
                  <a:ext cx="3596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F298A0C-1222-DB74-E1B1-A5DD70B4965C}"/>
                    </a:ext>
                  </a:extLst>
                </p14:cNvPr>
                <p14:cNvContentPartPr/>
                <p14:nvPr/>
              </p14:nvContentPartPr>
              <p14:xfrm>
                <a:off x="11406751" y="3241486"/>
                <a:ext cx="300960" cy="287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F298A0C-1222-DB74-E1B1-A5DD70B4965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398111" y="3232486"/>
                  <a:ext cx="318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33B79B4-2960-BF90-AB15-ED293ED8E0AF}"/>
                    </a:ext>
                  </a:extLst>
                </p14:cNvPr>
                <p14:cNvContentPartPr/>
                <p14:nvPr/>
              </p14:nvContentPartPr>
              <p14:xfrm>
                <a:off x="11649031" y="3028366"/>
                <a:ext cx="216360" cy="533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33B79B4-2960-BF90-AB15-ED293ED8E0A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640391" y="3019726"/>
                  <a:ext cx="23400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6B5B55D-E7B1-06DB-3320-EA4F9073D498}"/>
                    </a:ext>
                  </a:extLst>
                </p14:cNvPr>
                <p14:cNvContentPartPr/>
                <p14:nvPr/>
              </p14:nvContentPartPr>
              <p14:xfrm>
                <a:off x="11844151" y="3242926"/>
                <a:ext cx="330840" cy="2937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6B5B55D-E7B1-06DB-3320-EA4F9073D49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835151" y="3233926"/>
                  <a:ext cx="3484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842DE71-D3B3-899E-9158-17E8D0D32742}"/>
                    </a:ext>
                  </a:extLst>
                </p14:cNvPr>
                <p14:cNvContentPartPr/>
                <p14:nvPr/>
              </p14:nvContentPartPr>
              <p14:xfrm>
                <a:off x="11929831" y="3794086"/>
                <a:ext cx="57600" cy="134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842DE71-D3B3-899E-9158-17E8D0D3274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920831" y="3785086"/>
                  <a:ext cx="7524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DD649F3-16DF-BE22-BB78-8FA46D40E0F4}"/>
              </a:ext>
            </a:extLst>
          </p:cNvPr>
          <p:cNvGrpSpPr/>
          <p:nvPr/>
        </p:nvGrpSpPr>
        <p:grpSpPr>
          <a:xfrm>
            <a:off x="5671951" y="4034206"/>
            <a:ext cx="1304280" cy="638640"/>
            <a:chOff x="5671951" y="4034206"/>
            <a:chExt cx="1304280" cy="63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F8E9BEA-D08D-79EB-8428-F821F147CD35}"/>
                    </a:ext>
                  </a:extLst>
                </p14:cNvPr>
                <p14:cNvContentPartPr/>
                <p14:nvPr/>
              </p14:nvContentPartPr>
              <p14:xfrm>
                <a:off x="5734231" y="4284766"/>
                <a:ext cx="257760" cy="388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F8E9BEA-D08D-79EB-8428-F821F147CD3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725591" y="4275766"/>
                  <a:ext cx="2754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9609B36-5682-0DC1-3D47-C355F3CE4087}"/>
                    </a:ext>
                  </a:extLst>
                </p14:cNvPr>
                <p14:cNvContentPartPr/>
                <p14:nvPr/>
              </p14:nvContentPartPr>
              <p14:xfrm>
                <a:off x="6092791" y="4034206"/>
                <a:ext cx="264960" cy="5742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9609B36-5682-0DC1-3D47-C355F3CE408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084151" y="4025206"/>
                  <a:ext cx="28260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0BB7C92-6B87-32CA-22A0-9988BCCC60E9}"/>
                    </a:ext>
                  </a:extLst>
                </p14:cNvPr>
                <p14:cNvContentPartPr/>
                <p14:nvPr/>
              </p14:nvContentPartPr>
              <p14:xfrm>
                <a:off x="6528751" y="4235086"/>
                <a:ext cx="447480" cy="367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0BB7C92-6B87-32CA-22A0-9988BCCC60E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520111" y="4226446"/>
                  <a:ext cx="4651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BD23FB3-4504-77B8-3D59-CC2D64BC7B8D}"/>
                    </a:ext>
                  </a:extLst>
                </p14:cNvPr>
                <p14:cNvContentPartPr/>
                <p14:nvPr/>
              </p14:nvContentPartPr>
              <p14:xfrm>
                <a:off x="5671951" y="4465846"/>
                <a:ext cx="266040" cy="471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BD23FB3-4504-77B8-3D59-CC2D64BC7B8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662951" y="4456846"/>
                  <a:ext cx="28368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9A677EB-FE98-9CA6-23CC-710C315BCC53}"/>
              </a:ext>
            </a:extLst>
          </p:cNvPr>
          <p:cNvGrpSpPr/>
          <p:nvPr/>
        </p:nvGrpSpPr>
        <p:grpSpPr>
          <a:xfrm>
            <a:off x="7263871" y="4131766"/>
            <a:ext cx="1894320" cy="509760"/>
            <a:chOff x="7263871" y="4131766"/>
            <a:chExt cx="1894320" cy="50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E982B7B-AD36-01F8-A554-88A16E044EEF}"/>
                    </a:ext>
                  </a:extLst>
                </p14:cNvPr>
                <p14:cNvContentPartPr/>
                <p14:nvPr/>
              </p14:nvContentPartPr>
              <p14:xfrm>
                <a:off x="7263871" y="4185766"/>
                <a:ext cx="426240" cy="372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E982B7B-AD36-01F8-A554-88A16E044EE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255231" y="4177126"/>
                  <a:ext cx="4438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731BD4C-29EA-8A25-EEB3-F6E13B039B6E}"/>
                    </a:ext>
                  </a:extLst>
                </p14:cNvPr>
                <p14:cNvContentPartPr/>
                <p14:nvPr/>
              </p14:nvContentPartPr>
              <p14:xfrm>
                <a:off x="7733311" y="4212046"/>
                <a:ext cx="354240" cy="361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731BD4C-29EA-8A25-EEB3-F6E13B039B6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24671" y="4203406"/>
                  <a:ext cx="37188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DA4859F-B383-1743-1A76-98037415AF2D}"/>
                    </a:ext>
                  </a:extLst>
                </p14:cNvPr>
                <p14:cNvContentPartPr/>
                <p14:nvPr/>
              </p14:nvContentPartPr>
              <p14:xfrm>
                <a:off x="8087191" y="4131766"/>
                <a:ext cx="39240" cy="509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DA4859F-B383-1743-1A76-98037415AF2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078551" y="4123126"/>
                  <a:ext cx="5688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4E470BD-B8AC-54E5-EB10-C6F7B752FD7B}"/>
                    </a:ext>
                  </a:extLst>
                </p14:cNvPr>
                <p14:cNvContentPartPr/>
                <p14:nvPr/>
              </p14:nvContentPartPr>
              <p14:xfrm>
                <a:off x="8005471" y="4295926"/>
                <a:ext cx="267480" cy="29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4E470BD-B8AC-54E5-EB10-C6F7B752FD7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996471" y="4286926"/>
                  <a:ext cx="285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1808998-CC37-8EC8-F74F-B1EF14C55C64}"/>
                    </a:ext>
                  </a:extLst>
                </p14:cNvPr>
                <p14:cNvContentPartPr/>
                <p14:nvPr/>
              </p14:nvContentPartPr>
              <p14:xfrm>
                <a:off x="8235151" y="4234366"/>
                <a:ext cx="321840" cy="3402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1808998-CC37-8EC8-F74F-B1EF14C55C6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26151" y="4225366"/>
                  <a:ext cx="3394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7ADDF0D-842C-99C8-6563-8C7D4F0F8A34}"/>
                    </a:ext>
                  </a:extLst>
                </p14:cNvPr>
                <p14:cNvContentPartPr/>
                <p14:nvPr/>
              </p14:nvContentPartPr>
              <p14:xfrm>
                <a:off x="8545111" y="4248766"/>
                <a:ext cx="613080" cy="381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7ADDF0D-842C-99C8-6563-8C7D4F0F8A3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36471" y="4240126"/>
                  <a:ext cx="6307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D3E7A33-2818-D876-C66D-9FA481CB8622}"/>
                    </a:ext>
                  </a:extLst>
                </p14:cNvPr>
                <p14:cNvContentPartPr/>
                <p14:nvPr/>
              </p14:nvContentPartPr>
              <p14:xfrm>
                <a:off x="9027511" y="4573126"/>
                <a:ext cx="35280" cy="12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D3E7A33-2818-D876-C66D-9FA481CB862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018511" y="4564126"/>
                  <a:ext cx="529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2ED285E-3697-3242-FA2C-A3B1E2F030C0}"/>
              </a:ext>
            </a:extLst>
          </p:cNvPr>
          <p:cNvGrpSpPr/>
          <p:nvPr/>
        </p:nvGrpSpPr>
        <p:grpSpPr>
          <a:xfrm>
            <a:off x="563911" y="5359502"/>
            <a:ext cx="424080" cy="483840"/>
            <a:chOff x="563911" y="5359502"/>
            <a:chExt cx="424080" cy="48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FFEE5C6-72EB-451A-E55E-00B643A36665}"/>
                    </a:ext>
                  </a:extLst>
                </p14:cNvPr>
                <p14:cNvContentPartPr/>
                <p14:nvPr/>
              </p14:nvContentPartPr>
              <p14:xfrm>
                <a:off x="563911" y="5359502"/>
                <a:ext cx="19080" cy="483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FFEE5C6-72EB-451A-E55E-00B643A3666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54911" y="5350502"/>
                  <a:ext cx="3672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0589B4E-D3E1-53E9-3FF3-A53AFA1188FD}"/>
                    </a:ext>
                  </a:extLst>
                </p14:cNvPr>
                <p14:cNvContentPartPr/>
                <p14:nvPr/>
              </p14:nvContentPartPr>
              <p14:xfrm>
                <a:off x="802591" y="5372462"/>
                <a:ext cx="171360" cy="421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0589B4E-D3E1-53E9-3FF3-A53AFA1188F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93591" y="5363822"/>
                  <a:ext cx="18900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7312194-C311-4FB2-8C8A-F58B14868B42}"/>
                    </a:ext>
                  </a:extLst>
                </p14:cNvPr>
                <p14:cNvContentPartPr/>
                <p14:nvPr/>
              </p14:nvContentPartPr>
              <p14:xfrm>
                <a:off x="791431" y="5369222"/>
                <a:ext cx="196560" cy="36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7312194-C311-4FB2-8C8A-F58B14868B4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82431" y="5360582"/>
                  <a:ext cx="214200" cy="5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4AE781F-38CF-9D4C-F847-5848BBE41A79}"/>
                  </a:ext>
                </a:extLst>
              </p14:cNvPr>
              <p14:cNvContentPartPr/>
              <p14:nvPr/>
            </p14:nvContentPartPr>
            <p14:xfrm>
              <a:off x="1290391" y="5735702"/>
              <a:ext cx="37440" cy="1728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4AE781F-38CF-9D4C-F847-5848BBE41A79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281751" y="5727062"/>
                <a:ext cx="5508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75F02E1-AC1A-C629-B582-A6E115A0F36B}"/>
              </a:ext>
            </a:extLst>
          </p:cNvPr>
          <p:cNvGrpSpPr/>
          <p:nvPr/>
        </p:nvGrpSpPr>
        <p:grpSpPr>
          <a:xfrm>
            <a:off x="2224231" y="5085182"/>
            <a:ext cx="2133000" cy="691200"/>
            <a:chOff x="2224231" y="5085182"/>
            <a:chExt cx="2133000" cy="69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8A26A67-0F18-EC00-2045-1D2C2A81A06A}"/>
                    </a:ext>
                  </a:extLst>
                </p14:cNvPr>
                <p14:cNvContentPartPr/>
                <p14:nvPr/>
              </p14:nvContentPartPr>
              <p14:xfrm>
                <a:off x="2224231" y="5085182"/>
                <a:ext cx="241200" cy="691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8A26A67-0F18-EC00-2045-1D2C2A81A0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15591" y="5076542"/>
                  <a:ext cx="25884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AEA2B63-8513-F9A4-0695-638913B1B5B3}"/>
                    </a:ext>
                  </a:extLst>
                </p14:cNvPr>
                <p14:cNvContentPartPr/>
                <p14:nvPr/>
              </p14:nvContentPartPr>
              <p14:xfrm>
                <a:off x="2542111" y="5355902"/>
                <a:ext cx="358560" cy="3826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AEA2B63-8513-F9A4-0695-638913B1B5B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533111" y="5347262"/>
                  <a:ext cx="3762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C35E486-9589-8BD3-2D56-6CBE0E710901}"/>
                    </a:ext>
                  </a:extLst>
                </p14:cNvPr>
                <p14:cNvContentPartPr/>
                <p14:nvPr/>
              </p14:nvContentPartPr>
              <p14:xfrm>
                <a:off x="2974471" y="5119742"/>
                <a:ext cx="47880" cy="553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C35E486-9589-8BD3-2D56-6CBE0E71090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965471" y="5111102"/>
                  <a:ext cx="6552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66B3357-D1DA-A695-8E2D-709986F3CFD8}"/>
                    </a:ext>
                  </a:extLst>
                </p14:cNvPr>
                <p14:cNvContentPartPr/>
                <p14:nvPr/>
              </p14:nvContentPartPr>
              <p14:xfrm>
                <a:off x="2855311" y="5370302"/>
                <a:ext cx="424080" cy="242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66B3357-D1DA-A695-8E2D-709986F3CFD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46311" y="5361662"/>
                  <a:ext cx="4417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57BF067-5CED-4E43-6144-7545259F9549}"/>
                    </a:ext>
                  </a:extLst>
                </p14:cNvPr>
                <p14:cNvContentPartPr/>
                <p14:nvPr/>
              </p14:nvContentPartPr>
              <p14:xfrm>
                <a:off x="3181831" y="5252942"/>
                <a:ext cx="360" cy="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57BF067-5CED-4E43-6144-7545259F954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73191" y="52443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15C91C6-2C17-E6F3-281B-11BC504B0957}"/>
                    </a:ext>
                  </a:extLst>
                </p14:cNvPr>
                <p14:cNvContentPartPr/>
                <p14:nvPr/>
              </p14:nvContentPartPr>
              <p14:xfrm>
                <a:off x="3349591" y="5095982"/>
                <a:ext cx="345600" cy="5580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15C91C6-2C17-E6F3-281B-11BC504B095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340591" y="5086982"/>
                  <a:ext cx="36324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8131DEB-D16D-FDA8-36B9-9CD53F63C266}"/>
                    </a:ext>
                  </a:extLst>
                </p14:cNvPr>
                <p14:cNvContentPartPr/>
                <p14:nvPr/>
              </p14:nvContentPartPr>
              <p14:xfrm>
                <a:off x="3732991" y="5317742"/>
                <a:ext cx="311040" cy="324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8131DEB-D16D-FDA8-36B9-9CD53F63C26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724351" y="5308742"/>
                  <a:ext cx="3286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AAC49C3-BBF5-2019-E948-2D594422ADD0}"/>
                    </a:ext>
                  </a:extLst>
                </p14:cNvPr>
                <p14:cNvContentPartPr/>
                <p14:nvPr/>
              </p14:nvContentPartPr>
              <p14:xfrm>
                <a:off x="4073551" y="5389382"/>
                <a:ext cx="283680" cy="311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AAC49C3-BBF5-2019-E948-2D594422ADD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064551" y="5380382"/>
                  <a:ext cx="30132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752969A-E556-CEE1-D6DB-753285497B2D}"/>
              </a:ext>
            </a:extLst>
          </p:cNvPr>
          <p:cNvGrpSpPr/>
          <p:nvPr/>
        </p:nvGrpSpPr>
        <p:grpSpPr>
          <a:xfrm>
            <a:off x="656071" y="6109022"/>
            <a:ext cx="333000" cy="565200"/>
            <a:chOff x="656071" y="6109022"/>
            <a:chExt cx="333000" cy="56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E76267A-281B-E022-4E32-8400C4EF98CE}"/>
                    </a:ext>
                  </a:extLst>
                </p14:cNvPr>
                <p14:cNvContentPartPr/>
                <p14:nvPr/>
              </p14:nvContentPartPr>
              <p14:xfrm>
                <a:off x="656071" y="6109022"/>
                <a:ext cx="57960" cy="551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E76267A-281B-E022-4E32-8400C4EF98C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47071" y="6100382"/>
                  <a:ext cx="7560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C6EB880-D17D-4439-331A-0AD85C401011}"/>
                    </a:ext>
                  </a:extLst>
                </p14:cNvPr>
                <p14:cNvContentPartPr/>
                <p14:nvPr/>
              </p14:nvContentPartPr>
              <p14:xfrm>
                <a:off x="771271" y="6163382"/>
                <a:ext cx="217800" cy="5108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C6EB880-D17D-4439-331A-0AD85C40101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62631" y="6154742"/>
                  <a:ext cx="235440" cy="52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149D73FE-89F3-A174-0894-62C9E20CA133}"/>
                  </a:ext>
                </a:extLst>
              </p14:cNvPr>
              <p14:cNvContentPartPr/>
              <p14:nvPr/>
            </p14:nvContentPartPr>
            <p14:xfrm>
              <a:off x="1488031" y="6531662"/>
              <a:ext cx="37440" cy="104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149D73FE-89F3-A174-0894-62C9E20CA133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479031" y="6522662"/>
                <a:ext cx="5508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9783C0A5-C309-4D80-5B0E-19BCC9FB3FF6}"/>
              </a:ext>
            </a:extLst>
          </p:cNvPr>
          <p:cNvGrpSpPr/>
          <p:nvPr/>
        </p:nvGrpSpPr>
        <p:grpSpPr>
          <a:xfrm>
            <a:off x="2084191" y="6147182"/>
            <a:ext cx="1145160" cy="595440"/>
            <a:chOff x="2084191" y="6147182"/>
            <a:chExt cx="1145160" cy="59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0C57C34-2739-A291-9401-9B3C0C329EDE}"/>
                    </a:ext>
                  </a:extLst>
                </p14:cNvPr>
                <p14:cNvContentPartPr/>
                <p14:nvPr/>
              </p14:nvContentPartPr>
              <p14:xfrm>
                <a:off x="2084191" y="6174182"/>
                <a:ext cx="325440" cy="509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0C57C34-2739-A291-9401-9B3C0C329ED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075191" y="6165542"/>
                  <a:ext cx="34308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39F5DBC-1045-0241-235D-58B39711EE3F}"/>
                    </a:ext>
                  </a:extLst>
                </p14:cNvPr>
                <p14:cNvContentPartPr/>
                <p14:nvPr/>
              </p14:nvContentPartPr>
              <p14:xfrm>
                <a:off x="2569471" y="6147182"/>
                <a:ext cx="158040" cy="421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39F5DBC-1045-0241-235D-58B39711EE3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560831" y="6138182"/>
                  <a:ext cx="1756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1CEBF47-AEDB-FF5D-DFE4-F6B1C35AB193}"/>
                    </a:ext>
                  </a:extLst>
                </p14:cNvPr>
                <p14:cNvContentPartPr/>
                <p14:nvPr/>
              </p14:nvContentPartPr>
              <p14:xfrm>
                <a:off x="2661631" y="6173822"/>
                <a:ext cx="173160" cy="451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1CEBF47-AEDB-FF5D-DFE4-F6B1C35AB19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652631" y="6165182"/>
                  <a:ext cx="1908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2483E99-DBF8-FC93-1A8D-D5479CC093D8}"/>
                    </a:ext>
                  </a:extLst>
                </p14:cNvPr>
                <p14:cNvContentPartPr/>
                <p14:nvPr/>
              </p14:nvContentPartPr>
              <p14:xfrm>
                <a:off x="2579551" y="6419702"/>
                <a:ext cx="227520" cy="349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2483E99-DBF8-FC93-1A8D-D5479CC093D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570911" y="6411062"/>
                  <a:ext cx="245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6313D0F-2F69-EDFF-578E-A5DC080BD000}"/>
                    </a:ext>
                  </a:extLst>
                </p14:cNvPr>
                <p14:cNvContentPartPr/>
                <p14:nvPr/>
              </p14:nvContentPartPr>
              <p14:xfrm>
                <a:off x="2974111" y="6191822"/>
                <a:ext cx="255240" cy="550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6313D0F-2F69-EDFF-578E-A5DC080BD00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965471" y="6182822"/>
                  <a:ext cx="272880" cy="56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91B02CA-58B9-2FDF-ACFA-BAA00187C6C5}"/>
                  </a:ext>
                </a:extLst>
              </p14:cNvPr>
              <p14:cNvContentPartPr/>
              <p14:nvPr/>
            </p14:nvContentPartPr>
            <p14:xfrm>
              <a:off x="3544351" y="6703742"/>
              <a:ext cx="11520" cy="3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91B02CA-58B9-2FDF-ACFA-BAA00187C6C5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3535711" y="6694742"/>
                <a:ext cx="2916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6331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MIna Naidah Gani</dc:creator>
  <cp:lastModifiedBy>MIna Naidah Gani</cp:lastModifiedBy>
  <cp:revision>1</cp:revision>
  <dcterms:created xsi:type="dcterms:W3CDTF">2022-08-24T07:53:10Z</dcterms:created>
  <dcterms:modified xsi:type="dcterms:W3CDTF">2022-08-24T07:54:07Z</dcterms:modified>
</cp:coreProperties>
</file>