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0:35:40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1627 1644 104 0,'0'0'13'0,"0"0"7"0,0 0 7 0,0 0 5 15,-2 0-13-15,2 0-6 0,0 0-1 0,0 0-9 16,0-13 3-16,0 13 5 0,0 0-5 0,0 0 10 15,0 0-16-15,0 0-5 0,0-7 5 0,0 7-9 16,0 0 12-16,0 0 4 0,0 0-6 0,0 0 6 16,0 0-7-16,0-4 2 0,0 4 5 0,0 0 0 15,0 0 17-15,0 0-5 0,0 0-5 0,0 0 11 16,0 0-11-16,0 0 10 0,0 0 10 16,0 0-16-16,0 0 16 0,0 0-12 0,0 0-4 0,0 0 4 15,0 0-16-15,0 0 0 0,0 0-6 16,0 0 5-16,0 0-5 0,0 0-5 0,0 0 5 15,0 0-6-15,0 0 6 0,0 0 0 0,0 0 0 16,0 0-5-16,0 0 5 0,0 0 5 0,0 0-10 16,0 0 10-16,0 0-5 0,0 0-6 0,0 0 12 15,0 0-1-15,0 0-5 0,0 0 6 0,0 0-6 16,0 0-5-16,0 0 0 0,0 0 15 0,0 0-4 16,0 0-12-16,0 0 6 0,0 0-16 0,0 0 6 15,0 0 10-15,0 0 0 0,0 0 0 0,0 0-5 16,0 0-1-16,0 0 7 0,0 0-2 0,0 0 6 15,0 0 1-15,0 0-11 0,0 0 0 0,0 0 5 16,0 0-10-16,0 0 15 0,0 0 0 0,0 16-10 16,0-16 10-16,0 0-15 0,0 0 15 0,0 0 5 15,0 0-10-15,0 0 11 0,0 0-16 16,0 0-11-16,0 0 21 0,0 0-5 0,0 0 0 16,0 0 5-16,0 0-15 0,0 0 11 0,19 0-1 15,-19 0 5-15,0 0 5 0,0 0-5 0,0 12 5 16,0-12-4-16,14 0-6 0,-14 0 0 0,0 9-5 15,0-9 6-15,0 7-1 0,7-7-5 0,-7 6 5 16,5-2 0-16,-5-1 6 0,2 0 4 0,0 0-10 16,0-1 0-16,1 1 0 0,-1-2-5 0,0 4 5 15,-1-3 1-15,0 0-11 0,0 0 10 0,1 0-10 16,-2 1 0-16,2-2 5 0,-2 2-11 16,0-2-5-16,0 2-7 0,2-1 0 0,-2 0-7 15,0 1-12-15,0-1-8 0,0 2-19 0,0-3-21 16,0 2 26-16</inkml:trace>
  <inkml:trace contextRef="#ctx0" brushRef="#br0" timeOffset="1435.77">1692 1656 179 0,'0'0'6'15,"0"0"24"-15,0-15-4 0,0 15 7 0,0 0-1 16,0-10-13-16,0 10 0 0,0 0-1 0,0-11-5 16,0 11 6-16,0-8-1 0,0 5 15 15,0-2 10-15,0 2-10 0,0-2 15 0,0 3-15 0,0 0 0 16,0-2 8-16,0 3 3 0,0-2 14 15,0 0 2-15,0 0-8 0,0 1-7 0,0-1-15 16,0 0-11-16,0 0-2 0,0 0 0 0,0 2-17 16,0 1 6-16,0 0-11 0,0 0-11 0,0 0 11 15,0 0-1-15,0 0-1 0,0 0 0 0,0 0 7 16,0 0-13-16,0 17 12 0,0-17 1 0,0 0 9 16,0 23 6-16,0-9-17 0,0 3 10 0,0 2-21 15,0 5 16-15,-13 2 10 0,13 1-10 0,0 2 6 16,0 0-12-16,-12 0-9 0,12 0 22 0,0-1-1 15,-7 0-14-15,7-2 15 0,0-1-14 0,0-1-6 16,0-2 21-16,0-2-9 0,0 0-12 16,0-3 7-16,0-2-17 0,21-1 21 0,-21-1 11 15,14-1-1-15,-14-3 6 0,18-1-10 0,-18-1 5 16,23-2 5-16,-6-2-1 0,0-2-5 0,2-1-5 16,-1 0 0-16,1 0 0 0,2 0 7 0,-1-24-6 15,-2 24-4-15,1-23-5 0,0 8-8 0,1 0 9 16,-1-1-5-16,1-3 5 0,0-1-27 0,1-2-20 15,-4 1-18-15,4-1-37 0,-1 0 11 0,-4 2 22 16,-1 0-6-16,-2 3 21 0,-2 0 9 0,-1 4-29 16,-4 1 2-16,-2 0-32 0,-4 5-7 0,0 0 24 15</inkml:trace>
  <inkml:trace contextRef="#ctx0" brushRef="#br0" timeOffset="1739.28">1605 1683 443 0,'0'17'-1'0,"0"-17"-3"0,0 0-1 16,0 0 5-16,0 0 5 0,0 0-1 16,0 0 5-16,22 0-5 0,-22-17-10 0,19 17 5 15,-7-22 4-15,4 7-11 0,5 0 12 0,3-2-4 16,1-1-24-16,-1 0 8 0,1 2-12 0,2 0-7 16,-1 2 9-16,-4 1-10 0,-3 1-18 0,-2 2-5 15,-3 2-9-15,-2 3 12 0</inkml:trace>
  <inkml:trace contextRef="#ctx0" brushRef="#br0" timeOffset="1988.53">1692 1802 320 0,'0'11'-1'0,"0"-4"6"15,0-1 1-15,0-4-3 0,0 0 9 0,0-2 6 16,0 0-7-16,0 0 10 0,0 0-6 0,25 0-9 16,-25 0 4-16,27-20-10 0,-10 20 4 0,4-15 0 15,1 15 0-15,-4-18 9 0,5 18-18 0,-3-18 4 16,0 8 1-16,-1 0-5 0,-1 2 5 0,-1 2-18 16,-2-2-13-16,2 1-34 0,-5 2-21 15,1-2-7-15,-2 3 12 0</inkml:trace>
  <inkml:trace contextRef="#ctx0" brushRef="#br0" timeOffset="2915.03">2240 1899 297 0,'0'-6'17'0,"0"-2"2"0,0-1 15 16,0 0-4-16,0-5-9 0,9 1-2 16,-9 1-14-16,8 0 0 0,-8-1-5 0,8 1 9 15,-8 1 5-15,4 2 4 0,-1 1-9 0,0 4-18 16,-2-3 0-16,1 4-1 0,-1 1 10 0,0 1 0 15,-1 1 0-15,1 0-5 0,-1 0-4 0,0 0 20 16,0 0-4-16,0 0 15 0,0 23 14 0,0-23-6 16,0 23-1-16,0-9-1 0,0 3-13 0,0 2-1 15,16 1 0-15,-16 2-4 0,0-2-6 0,14 3 7 16,-14 0-11-16,11-1 0 0,-11 1 5 0,15 0-11 16,-8-2 11-16,1 1-5 0,1-3 12 0,-1-2-6 15,1-1 13-15,-1-2-7 0,2-2-18 0,-3-2 25 16,2-1-19-16,-1-3 6 0,-2-2 13 0,-1 0-7 15,3-2 13-15,-3-2-7 0,3 0 7 16,-1 0-13-16,1 0 6 0,2-18 10 0,3 18-18 16,-3-21 0-16,3 21-11 0,-2-30 0 0,1 14 0 15,1-2-5-15,-2 1 6 0,2-3-18 0,-3 1 7 16,1 0-1-16,-1 1-10 0,0 2 27 0,-1-1-5 16,-4 1 6-16,2 1 6 0,-4 3-12 0,-1 0 6 15,-1 1-7-15,0 2 7 0,-1 1-6 0,0 1-5 16,0 0 0-16,0 3-6 0,0-2 6 0,0 3 10 15,0 1-5-15,0-1-1 0,0 3-4 0,0-2-1 16,0 2 5-16,0 0-17 0,0 0-6 0,0 0-17 16,0 0-5-16,0 0 21 0,0 0 2 15,-14 16 17-15,14-16 6 0,0 0-5 0,0 20 10 16,0-20-10-16,0 20 5 0,0-9 5 0,0 1-10 16,0 0 10-16,0-1-9 0,0 1 4 0,0-1 0 15,0 1-10-15,0 0 15 0,18 0-15 0,-18 0 21 16,16-2-1-16,-16 2-6 0,20-1-18 0,-20 1-31 15,22 1-22-15,-9-2-9 0,1 0 12 0,-1 2-14 16,4-2 4-16,-3-1-23 0,2-1 13 0</inkml:trace>
  <inkml:trace contextRef="#ctx0" brushRef="#br0" timeOffset="4262.71">2987 2017 254 0,'9'-11'9'0,"-1"1"8"0,0-1 6 0,-1 2 10 15,-1-3-13-15,0 1 2 0,-1 1-11 0,0 0-10 16,-1 0 5-16,0 0-6 0,-1 0 5 0,0 0 0 16,-1 1 9-16,1-2 1 0,-1 2 1 0,1 0-5 15,-3-1 0-15,0 0-11 0,0 2 11 0,0-1 23 16,0 1-9-16,0 2 19 0,0 1 12 0,0 0-18 16,0 0-1-16,-17 3-15 0,17 1-16 0,0 0-6 15,-13 1-13-15,13 0 19 0,0 0-12 0,-14 0 0 16,14 0 24-16,-9 16-37 0,9-16 7 0,-7 0 6 15,7 17-17-15,-7-17 23 0,5 13 6 16,0-13-6-16,1 15 5 0,0-6-10 0,0 0-1 16,1 0 1-16,0 2 5 0,0 0 5 0,0 2-10 15,0 0 1-15,0 0-6 0,23 1 6 0,-23 1 8 16,15-1 6-16,-15-1 5 0,17-1-4 0,-17 0-16 16,21 0 5-16,-10-3 6 0,-1-1-6 0,3 0 18 15,-1-3-18-15,0 0 0 0,3-2 0 0,-3-1-6 16,1-1 18-16,-1-1-6 0,2 0 12 0,-3 0-12 15,0 0-12-15,0-20 6 0,-3 20-12 0,1-17-5 16,0 17-4-16,-2-20-21 0,-1 20 1 16,0-23 8-16,-2 12 19 0,-2-2 4 0,4 0 5 15,-6-1 5-15,2-1-1 0,-1 2 6 0,-1-1-15 16,0 1 6-16,0 1-1 0,0 0 5 0,0 1 13 16,0 3-4-16,0 0-10 0,0-1-8 0,0 2-1 15,0 2 10-15,15 0 4 0,-15 1 1 0,0-1-5 16,20-1 4-16,-20 2-14 0,20-1 10 0,-8 1 4 15,-2-2-18-15,2 1 9 0,2-1 0 0,-2 3-5 16,1-1 10-16,-4 1 0 0,2 2 10 0,0 1 0 16,-1 0-5-16,-3 0 5 0,0 0-14 0,-3 0-6 15,-1 0 15-15,0 21-4 0,-1-21 8 0,-1 0 6 16,1 17-19-16,-1-17-5 0,-1 13 5 0,0-13 4 16,0 14 0-16,0-6 0 0,0-1-14 15,0 2 5-15,0-1 9 0,0-1 19 0,0 0 0 16,0 1-4-16,0-1 4 0,0 0-29 0,0 0 6 15,0-1 4-15,0 1-5 0,23-1 15 0,-23 0-5 16,21-1 9-16,-21 0-14 0,24-2 4 0,-11 1-4 16,0-3-14-16,3 2 19 0,-3-2 0 0,2-1-5 15,-1 0 9-15,-1 0 0 0,-1 0-18 0,1 0 14 16,-1 0-15-16,-1-17 1 0,-1 17 28 0,2-14-14 16,-1 14-1-16,-1-18 1 0,2 8-10 0,0-2 5 15,-1 0 9-15,1-2-14 0,0 2 5 0,2-1 5 16,0-1-10-16,0 2 14 0,1-1-14 0,-2 2 4 15,-1 1 1-15,-1 2-14 0,-1 2 14 16,-3 1-5-16,-2 1 10 0,-1 1-1 0,-2 1-13 16,-1 2-7-16,-1-2-13 0,0 2 9 0,0 0 0 15,0 0 5-15,0 0 5 0,0 0 5 0,-23 19 10 16,23-19 1-16,-16 17-1 0,16-17-9 0,-17 19-5 16,17-19 0-16,-18 22 6 0,18-12 13 0,-15 1-9 15,15-2 4-15,-10 1-4 0,10 1-5 0,-7-3 13 16,7 0 5-16,0-1 0 0,0-2 1 0,0 0-11 15,0-1-8-15,0-1 4 0,0-1-5 16,0 0 20-16,17-1-6 0,-17 0 0 0,0-1 5 0,15 0-18 16,-15 0 4-16,13 0 9 0,-13 0-13 15,15 0 8-15,-8-16 6 0,-1 16-10 0,1 0 9 16,0-14-9-16,-2 14-10 0,-1 0 5 0,0-15 5 16,0 15 5-16,-1 0 5 0,-1-7-15 0,1 7-4 15,-1-6 4-15,-1 6 0 0,0 0-4 0,-1 0 4 16,0 0-4-16,0 0-6 0,0 0 20 0,0 0-5 15,0 0-5-15,0 0 10 0,0 0-4 0,0 17 13 16,0-17 5-16,0 15 5 0,0-15 4 0,0 23-1 16,22-7 46-16,-22 2 8 0,18 2 44 0,-18 4 22 15,24 3-10-15,-11 2 18 0,3 5-8 0,0-1-27 16,1 4-10-16,0 2-29 0,0 0-26 16,-3 0 11-16,0-1-21 0,-2-2 2 0,-3-4-6 15,-2-1-12-15,-3-6 2 0,-3-2-11 0,-1-5-6 16,0-2 1-16,0-4-6 0,0-3 3 0,0-2 8 15,-20-2-12-15,20-4 1 0,0-1-10 0,-18 0-18 16,18 0-12-16,-15-21-10 0,15 21-4 0,-20-28-10 16,10 11-9-16,0-5-14 0,0 0-14 0,2-3 9 15,0-4 15-15,1 2 10 0,3-3 21 0,1 1 3 16,2-2 11-16,1 3 7 0,0-1 6 0,0 4-1 16,0 1 2-16,28 1 5 0,-28 1-4 0,22 0 14 15,-22 1-13-15,29 0-11 0,-12 2-6 0,0 0-9 16,1-1 4-16,-1 2 5 0,2 0-1 15,-2 2-6-15,1 2 14 0,1 1-2 0,-4 3 6 16,0 2 7-16,-4 2-9 0,-1 0 0 0,2 5 5 16,-6 0 4-16,1 1 2 0,-2 0 28 0,0 0 16 15,0 19 13-15,1-19 4 0,1 25-19 0,-2-8-12 16,4 2-7-16,-2 1-2 0,2 2-6 0,0-1-10 16,-2 2 1-16,1-2 0 0,0 0 2 0,0-3-41 15,-3 0-45-15,1-1-68 0,-1-2-57 0,0-2-8 16,-3-5 10-16,0-1-1 0,-2-4 38 0,0-3 51 15</inkml:trace>
  <inkml:trace contextRef="#ctx0" brushRef="#br0" timeOffset="4388.47">4726 1465 632 0,'6'-10'0'0,"-4"0"-10"0,-2 2-34 16,0-2-27-16,0 0-41 0,0 2-37 0,-22 2 35 15</inkml:trace>
  <inkml:trace contextRef="#ctx0" brushRef="#br0" timeOffset="6511">4981 2077 143 0,'-5'0'10'16,"0"0"21"-16,2 0 6 0,0 0 3 0,-3 0-2 16,3 0-18-16,1 0-2 0,-1 0 7 0,1 0-8 15,0 0 4-15,0 0 13 0,1 0-13 0,1 0 4 16,-2 0 8-16,2 0-4 0,0 0-2 0,0 0 10 16,0 0-13-16,0 0-6 0,0 0 11 0,0 0 4 15,0 0 15-15,0 0-2 0,0 0 15 0,0 0-7 16,0 0-7-16,0 0-4 0,0 0-8 0,0 0 5 15,0 0-15-15,0 0 0 0,0 0-15 16,0 0-5-16,0 0 0 0,0 0 0 0,0 0 9 16,0 0-14-16,0 0 0 0,0 0 3 0,0 0-13 0,0 0 13 15,0 0-8-15,0 0 1 0,0 0-1 16,0 0-13-16,0 0 13 0,0 0-10 0,0 0 15 16,0 0-5-16,19 0 10 0,-19 0 0 0,19 0-10 15,-4 0 11-15,2 0-10 0,0 0 9 0,2 13-4 16,5-13-1-16,0 0 4 0,2 10 4 0,2-10-2 15,-3 0 7-15,2 5-4 0,1-5-17 0,-3 0 16 16,-2 0-17-16,-2 4 6 0,-2-4 15 0,-4 0-11 16,-1 0 12-16,-2 0-4 0,-3 0-2 0,0 0 5 15,-4 0 7-15,0 0-1 0,-3 0-4 0,1 0 1 16,-2 0-1-16,-1 0-1 0,0 0 10 16,0 0-5-16,0 0-1 0,0 0-4 0,0 0-59 15,0 0-53-15,0 0-53 0,0 0-41 0,-16 0 6 16,16-20 32-16,0 20 7 0,-14-14-2 0,14 14 42 15</inkml:trace>
  <inkml:trace contextRef="#ctx0" brushRef="#br0" timeOffset="6831.5">5280 1933 243 0,'0'0'4'0,"0"0"3"0,0 0 12 15,16 0 1-15,-16 0 1 0,0 0-1 16,12 0-8-16,-12 0-8 0,14 0 1 0,-6 0 1 15,1 0-10-15,2 0 4 0,0 0-3 0,4 0 7 16,-1 0 5-16,0 0 5 0,3 0-5 0,1 0-8 16,-2 17-4-16,0-17 16 0,2 0 6 0,-1 21 3 15,-2-21 6-15,0 16-17 0,-1-16 3 0,-1 18 1 16,-2-9 13-16,-2 0 5 0,0 0-5 0,-4 0 4 16,-1 0-18-16,-2 0 4 0,-2 2-5 0,0 2 9 15,0-1-7-15,0 3 3 0,-20-1 17 0,20 2-23 16,-22 0 12-16,22 1-7 0,-27-1-15 0,27 1 5 15,-27-3-1-15,14 1-5 0,0-3-6 0,2 0 6 16,1-2 5-16,3 0 1 0,0-3 12 0,2-1-13 16,1-2-59-16,0 0-21 0,4-2-26 0,-3 0-15 15,3-2 40-15,0 0-8 0,0 0-34 16,0 0 16-16,0-19 14 0</inkml:trace>
  <inkml:trace contextRef="#ctx0" brushRef="#br0" timeOffset="7377.6">6186 1632 358 0,'2'-6'16'0,"0"0"27"0,-2 3 30 0,0-2 23 16,0 2-11-16,0 1-26 0,0 2-31 0,0 0-28 15,0 0-18-15,0 0 5 0,-14 0-6 0,14 0 13 16,0 0 6-16,0 20 0 0,0-20 6 0,-9 19-6 16,9-5 0-16,-8 3 0 0,8 2 5 0,-5 2 12 15,1 2 6-15,1 1-1 0,3 0-6 0,-2 1 6 16,2 0 10-16,0 0 10 0,0 1 30 15,0-1-12-15,0 0 13 0,0-1-19 0,21 0-25 0,-21 0 1 16,15-4-17-16,-15 0 3 0,19-2 8 0,-19-2-4 16,21-3-5-16,-11-1 9 0,1-1-16 15,0-2 5-15,-1-2 8 0,1-2-14 0,2-1 14 16,-1-1-6-16,-2-3-8 0,2 0 4 0,1 0-15 16,-1 0-44-16,0 0-46 0,2 0-37 0,-2-20-47 15,1 20-3-15,1-17 4 0,-1 17-24 0,-1-24 29 16,-3 9 46-16</inkml:trace>
  <inkml:trace contextRef="#ctx0" brushRef="#br0" timeOffset="7546.21">6434 1325 534 0,'-21'0'-16'16,"21"0"-33"-16,0 0-21 0,-18 0-64 0,18 0 16 16</inkml:trace>
  <inkml:trace contextRef="#ctx0" brushRef="#br0" timeOffset="21907.1">7429 2170 192 0,'0'1'10'0,"-15"0"7"16,15-1 16-16,0 1 6 0,0-1-4 0,0 0 9 15,0 0-16-15,0 0 5 0,0 0 3 0,0 0-5 16,0 0 9-16,0 0-6 0,0 0 8 15,0 0 10-15,0 0 22 0,0 0 8 0,0 0-8 16,0 0-2-16,0 0-28 0,0 0-6 0,0 0-3 16,0-12-19-16,0 12 14 0,0 0 4 0,0 0-9 15,0 0 13-15,0 0-24 0,0 0-5 0,0 0-3 16,0 0-5-16,0 0 11 0,0 0-3 0,0 0-1 16,0 0-5-16,0 0-9 0,0 0 1 0,0 0 0 15,0 0 10-15,0 0 12 0,0 0 1 0,0 0-5 16,0 0-2-16,0 0-24 0,0 0 4 0,0 0 10 15,0 0-9-15,0 0 19 0,18 0-8 16,-18-16-1-16,21 16-3 0,-8 0-1 0,4-13-3 16,3 13-1-16,0-11 5 0,-1 11-3 0,-1-9 4 15,0 9 5-15,-3-7-4 0,-1 7 3 0,-1-5 0 16,-1 5-5-16,-3-4 6 0,0 4 2 0,-1-2-3 16,-2 1 0-16,0 0-5 0,-3 1-2 0,-1 0-9 15,-1 0-14-15,-1 0-7 0,0 0-43 0,0 0-23 16,0 0-8-16,0 0-23 0,0 0 11 0,0 0 8 15,0 0 0-15,0 0-3 0,-19 0-25 0,19 0 26 16,-14 20 23-16</inkml:trace>
  <inkml:trace contextRef="#ctx0" brushRef="#br0" timeOffset="22160.09">7434 2292 372 0,'-2'1'0'0,"2"-1"8"16,0 0 4-16,0 0-4 0,0 0 1 0,0 0 8 16,21 0-13-16,-21-17 12 0,21 17-8 0,-21 0-2 15,28-19 14-15,-11 19-14 0,1-13 4 0,0 13 0 16,0-14-10-16,-1 14 0 0,0-10 5 0,1 10-19 16,-2-8 11-16,1 8 7 0,-4-6 1 0,3 3 9 15,-4 2-5-15,1 0-9 0,-1-2 0 0,-3 3 9 16,0-2-14-16,-2 2-9 0,-3-1-7 15,-2 1-28-15,0-1 1 0,-1 1-8 0,-1-1-37 16,0 0 0-16,0 0 11 0</inkml:trace>
  <inkml:trace contextRef="#ctx0" brushRef="#br0" timeOffset="22451.04">7604 2036 351 0,'0'-1'4'0,"0"-1"0"0,0-1 0 0,12 0 1 0,-12 0-4 16,10 0 4-16,-3 1 5 0,1-1-5 15,1 1 5-15,3 1-4 0,0 1-4 0,3 0 7 16,-3 0 1-16,4 0 0 0,-2 0 9 0,2 18 10 16,-3-18-6-16,0 15 5 0,0-15-10 0,-2 17-4 15,1-17 8-15,-3 17 1 0,0-7 9 0,-2 0-9 16,0-1-3-16,-1-1-11 0,-2 2-9 0,-1-1 6 15,-1 1 0-15,-1 0 6 0,-1 1 0 0,0 2 6 16,0 0-12-16,0 3 1 0,-30 1 6 0,30 1-18 16,-28 1-7-16,11 2-27 0,-2-1-33 0,0-1-8 15,2-3-34-15,0-2-13 0,3 0 2 0,1-4 13 16</inkml:trace>
  <inkml:trace contextRef="#ctx0" brushRef="#br0" timeOffset="24835.83">8470 2062 214 0,'1'-3'0'16,"0"-1"2"-16,1 2 9 0,-2-1 9 0,1 2-3 16,-1 0 4-16,0 0-5 0,0 1-14 0,0 0 17 15,1 0-12-15,-1 0-1 0,0 0 14 0,0 0-22 16,0 0 25-16,0 0-9 0,0 0-7 0,0 0 11 16,0 0-21-16,0 0 13 0,0 0-5 0,0 0-13 15,0 0 12-15,0 0-8 0,0 0 5 0,0 0 11 16,0 0-16-16,0 0-1 0,0 0-4 0,0 0 1 15,0 0 16-15,0 0-8 0,0 0 4 0,0 0-4 16,0 0-9-16,0 13 14 0,0-13-6 0,0 0 6 16,0 9-5-16,16-9-5 0,-16 7 5 0,0-3 4 15,0 1 0-15,12 2-7 0,-12-2 7 16,0 1-8-16,0 1 3 0,8 0 4 0,-8 0 2 16,7 0 3-16,-7 1-5 0,3-1 14 0,0 0-22 15,0 1-3-15,-1-1 12 0,1 0-14 0,-1-1 19 16,-2 0 0-16,4-2-4 0,-4 0 0 0,1-1-4 15,-1 0 8-15,0-1-4 0,0 0 5 0,0-1-5 16,2 1 0-16,-2 0-5 0,2 0 0 0,-2-1 13 16,1 1-9-16,1 1 1 0,-2-1-10 0,1 0 0 15,-1 3-4-15,1-2-1 0,0 2 19 16,0-1-9-16,0 2-1 0,0 2 10 0,2-1 5 0,-1 2-5 16,1-2-5-16,-1 0 0 0,0 1-19 15,0-1 9-15,2 0 10 0,-3 0-4 0,3-1 14 16,-1-1-9-16,-3 2 0 0,2-2-1 0,1-2-4 15,-3 2 5-15,2-2-5 0,-2 1 10 0,2-2-14 16,-2 1 14-16,2-2 1 0,-1 2-11 0,-1 0 20 16,0-2-20-16,0 1 11 0,1 0-11 0,0 0-10 15,-1-2 15-15,0 1 0 0,1-1 16 0,-1 0-1 16,1 0 9-16,0 0-12 0,0 0 26 0,1 0 13 16,0 0-11-16,-1 0 34 0,1 0-9 0,0 0-1 15,-1 0 16-15,1 0-7 0,-2 0 13 16,0 0 2-16,0 0-8 0,0 0-7 0,0 0-25 15,0-15-11-15,0 15-15 0,0 0-8 0,0-15-11 16,0 15-1-16,0-17 7 0,18 6-1 0,-18-2 0 16,0 0 2-16,18-2 2 0,-18 0-6 0,11 1 6 15,-11-1-2-15,10-2-1 0,-10 2 1 0,10 0 1 16,-10-1 0-16,6 3-5 0,-6-3 8 0,5 2-1 16,-3 0 4-16,0 2 0 0,-1 0-7 0,1 0-7 15,-1 2-2-15,0 0-5 0,-1 2 5 0,1 0-3 16,-1 2-3-16,1 1 5 0,-1 0-11 0,0 2 9 15,0 0 1-15,0 1-14 0,0 2-5 0,1-1-24 16,-1 1-23-16,0 0-24 0,0 0-29 0,0 0-43 16,0 0-28-16,0 0-22 0,0 0-10 15,0 0 38-15,0 0 26 0,0 0 36 0,0 0 25 16,0 0-5-16,0 17-10 0,0-17 20 0</inkml:trace>
  <inkml:trace contextRef="#ctx0" brushRef="#br0" timeOffset="26328.55">8950 2035 104 0,'0'0'16'0,"0"0"6"16,0 0 4-16,0 0-3 0,0 0-11 0,0 0-1 15,0 0 0-15,0 0 3 0,0 0-2 0,0 0-19 16,0 0-1-16,0 0 8 0,0 0-11 16,0 0 15-16,0 0 5 0,0 0-12 0,0 0 3 15,0 0 9-15,0 0-8 0,0 0 8 0,0 0 4 16,0 0-12-16,0 0 5 0,0 0-1 0,0 0 1 15,0 0 9-15,0 0-5 0,0 0-3 0,0 0-1 16,0 0 0-16,0 0 4 0,0 0-4 0,0 0 3 16,0 0-8-16,0 0-4 0,0 0 3 0,0 0-4 15,0 0 9-15,0 0 4 0,0 0 0 0,0 0 1 16,0 0-1-16,0 0-8 0,0 0 9 0,0 0 0 16,0 0-10-16,0 0 5 0,0 0-9 0,0 0 4 15,0 0 5-15,0 0-6 0,0 0 6 0,0 0-9 16,0 0 1-16,0 0 3 0,0 0 5 0,0 0-1 15,0 0 10-15,0 0-9 0,0 0-4 16,0 0 4-16,0 0-8 0,0 0 16 0,0 0-7 16,0 0 8-16,0 0-5 0,0 0-4 0,0 0 4 15,0 0-4-15,0 0 4 0,0 0-4 0,0 0 0 16,0 0-1-16,0 0-3 0,0 0 4 0,0 0 4 16,0 0-13-16,0 0 9 0,0 0-1 0,0 0 10 15,0 0 4-15,0 0 9 0,0 0-17 0,0 0 3 16,0 0 5-16,0 0-3 0,0 0 3 0,0 0-14 15,0 0 1-15,0 0-11 0,0 0 11 0,0 0 6 16,0 0 11-16,0 0-16 0,0 0 6 0,0 0-12 16,0 0-17-16,0 0 17 0,0 0-11 15,0 0 5-15,0 0 0 0,0 0 6 0,0 0 12 0,0 0 4 16,0 0-4-16,0 11-7 0,0-11 6 16,0 0-16-16,0 0 5 0,0 8 6 0,0-8-6 15,0 0-1-15,0 7 12 0,0-7 0 0,0 5-6 16,0-2 1-16,0-1-1 0,0 2-15 0,0-1-1 15,0 0 12-15,13 1-12 0,-13 0 6 0,0 1 5 16,0-3-6-16,0 2 1 0,0-2 10 0,0 1-5 16,0-1 6-16,0 1 5 0,0-1-11 0,0 0 0 15,0 1-6-15,0-1 6 0,6 0 6 0,-6 0 5 16,0 2-11-16,0-3-5 0,0 2-1 16,0 0-5-16,0-1 17 0,0 2-6 0,0 0 11 15,3-1-11-15,-3 1-11 0,0-1 11 0,2 1-11 16,-2 0 22-16,2 0-10 0,-2 0-1 0,0 0 11 15,0 0-16-15,3-1 11 0,-3 2-1 0,0-2-5 16,2 2 6-16,-2-1-6 0,0 1 1 0,1-2-6 16,-1 1 5-16,0-1 6 0,0-1-6 0,0 3-6 15,0-3 7-15,0 2 5 0,0-2 0 0,0 2 6 16,0 1-6-16,0 0-12 0,0-2 0 0,0 0 6 16,0 1-11-16,0-1 23 0,0 1-12 0,0-1 0 15,0 0-6-15,0 1 0 0,0-3 19 0,0 5-13 16,0-4 18-16,0 2-6 0,0 0-6 15,0-1 6-15,0 1-6 0,0 0-6 0,0-1 1 16,0 1-6-16,0 0-7 0,0-1 1 0,0 0 0 16,0 2 11-16,0-3 0 0,0 0 7 0,11 3-1 15,-11-3-6-15,0-1 1 0,0 3-1 0,0-4 11 16,0 3-5-16,0-3 12 0,0 1-30 0,0-1 0 16,0 0 0-16,0 0 1 0,0 0 23 0,0 0-6 15,0 0 1-15,0 0-1 0,0 0 0 0,0 0-6 16,0 0 6-16,0 0 0 0,0 0-1 0,0 0 7 15,0 0 11-15,0 0-22 0,0 0-1 0,0 0 6 16,0 0-16-16,12 0 21 0,-12 0-29 0,0 0-25 16,0-11-14-16,10 11-26 0,-10 0 9 0,5 0-8 15,-5 0-20-15,5 0-17 0,-3-7-12 16,0 7 22-16</inkml:trace>
  <inkml:trace contextRef="#ctx0" brushRef="#br0" timeOffset="26552.12">9100 1657 334 0,'12'-6'-12'0,"-12"-1"-6"0,0 2-26 0,0 4-25 16,0-2-3-16,0 2 6 0</inkml:trace>
  <inkml:trace contextRef="#ctx0" brushRef="#br0" timeOffset="29252.51">7476 3344 93 0,'-3'0'24'16,"-1"0"10"-16,1 0 7 0,3 0 1 0,-1 0-18 16,0 0-1-16,0 0-10 0,1 0 9 0,0 0-9 15,0 0 0-15,0 0 7 0,0 0-9 0,0 0 4 16,0 0-5-16,0 0-9 0,0 0 1 0,0 0 9 15,0 0-5-15,0 0 4 0,0 0 10 0,0 0-6 16,0 0 6-16,0 0-1 0,0 0 5 0,0 0-14 16,0 0 5-16,0 0-14 0,0 0-14 0,0 0 18 15,0 0-10-15,0 0 38 0,0 0 5 0,0 0-14 16,0 0 4-16,0 0-23 0,0 0-5 0,0 0 5 16,19 0-5-16,-19 0 4 0,16 0 1 0,-16 0 0 15,26 0-10-15,-9-15 0 0,-2 15 5 0,5 0 0 16,0-13 16-16,3 13-11 0,-1-11 1 0,1 11 12 15,-2-13-18-15,0 7 6 0,1 0 0 16,-2 1-5-16,-4 0 5 0,-1 2 6 0,-3-2-6 16,-1 2-12-16,-1-2 6 0,-2 3 6 0,-5 0-5 15,3-2 10-15,-3 3-5 0,-1 0-5 0,0 1 4 16,-2 0 1-16,0 0 0 0,0 0-18 0,0 0-22 16,0 0-26-16,0 0 1 0,0 0 6 0,0 0 6 15,0 0-15-15,0 0-23 0,-14 0-40 0,14 0 9 16,0 0 36-16</inkml:trace>
  <inkml:trace contextRef="#ctx0" brushRef="#br0" timeOffset="29572.17">7517 3430 214 0,'0'1'15'0,"0"-1"5"0,0 0 6 16,0 0 6-16,0 0-15 0,23 0 4 0,-23 0 0 15,23 0 4-15,-23-15 4 0,23 15-14 0,-7 0-9 16,1-14-6-16,2 14 1 0,0-10 3 0,1 10-3 16,-1-12-1-16,1 12 0 0,1-10 5 0,-3 6 13 15,-1-2-9-15,1 3-5 0,-3-2 0 16,0 2-4-16,-3-1 4 0,1 1 5 0,-3-1-9 15,1 1 4-15,-1-1 1 0,-1 2 0 0,-2-2 4 16,-1 2-19-16,1-1 5 0,-3 0-5 0,1 0-4 16,-2 2 4-16,-1 0-11 0,-2-1-20 0,2 1-3 15,-2-1-19-15,0 0-40 0,0-1 21 0</inkml:trace>
  <inkml:trace contextRef="#ctx0" brushRef="#br0" timeOffset="29923.5">7793 3059 260 0,'0'-3'1'0,"0"1"4"0,0-1 6 16,13-1 0-16,-13 0 10 0,11 0-10 0,-11 0-4 15,15 1 5-15,-7-1-16 0,0 1 10 0,2 2-1 16,0 1 1-16,0 0 4 0,2 0-1 0,-1 0 10 15,2 0-18-15,-3 20 13 0,4-20-10 0,-2 17 2 16,1-17 17-16,0 20-5 0,-2-20 0 0,1 24-9 16,-2-12 1-16,1 1-11 0,-1-1 0 15,-1-1 16-15,-1-1-4 0,0 1 1 0,-3 0-5 16,1-1-1-16,-2 1 0 0,-1 0-5 0,-1 0 5 16,-1 3-9-16,-1-1 9 0,0 1 4 0,0 1 6 15,0-2-6-15,0 0 0 0,-19 1-1 0,19-1-4 16,0-1 0-16,-23-1-14 0,23 0 0 0,-15 0 10 15,15-1-1-15,-15-3 9 0,15 1-9 0,-11-2-33 16,11 0-21-16,-10-2-30 0,10-2-34 0,-4 0-3 16,4-2 21-16</inkml:trace>
  <inkml:trace contextRef="#ctx0" brushRef="#br0" timeOffset="37863.41">9432 2024 68 0,'0'0'6'0,"0"0"12"15,0 0 8-15,0-14 4 0,0 14-1 0,0 0 0 16,0 0-5-16,0 0-5 0,0-9-3 0,0 9-5 16,0 0 4-16,0 0 13 0,0 0-5 0,0 0 0 15,0-5-8-15,0 5-8 0,0 0 12 0,0 0-13 16,0-2 9-16,0 2-4 0,0 0 3 0,0 0-4 15,0-2 12-15,0 2 4 0,0-2-9 16,0 2 13-16,0-1-12 0,0 0 5 0,0 0-5 16,0 1-1-16,0 0 10 0,0 0 2 0,0-2-5 15,0 2 1-15,0 0-9 0,0 0-6 0,0 0 6 16,0 0 5-16,0 0-1 0,0 0-4 0,0 0 9 16,0 0-14-16,0 0 9 0,0 0 4 0,0 0-9 15,0 0 4-15,0 0-19 0,0 0-4 0,0 0 8 16,0 0-8-16,0 0 9 0,0 0-5 0,0 0-5 15,0 0 10-15,0 0 0 0,0 0 0 16,0 0-1-16,0 0-3 0,0 0-11 0,0 0 14 16,0 0-9-16,0 0 5 0,0 0 10 0,0 0-14 15,0 0 23-15,0 0-5 0,0 0 1 0,0 0 4 16,0 0-13-16,0 0 9 0,0 0 4 0,0 0 0 16,0 0-14-16,0 0-9 0,0 0 8 0,0 0-5 15,0 0 14-15,0 0 0 0,0 0-22 0,0 0 9 16,0 0-4-16,0 0 8 0,0 0-3 0,0 0-10 15,0 0 9-15,0 0-9 0,0 0 18 0,0 0 1 16,0 0-6-16,0 0 1 0,0 0 0 0,0 0 7 16,0 0-3-16,0 0 1 0,0 0-5 0,0 0-1 15,0 0-16-15,0 0 16 0,0 0-1 0,0 0-3 16,0 0-1-16,0 0-17 0,0 0-3 16,0 0 3-16,0 0 23 0,0 0-1 0,0 0 4 15,0 12 0-15,0-12-8 0,0 0-4 0,0 12 4 16,0-12 1-16,0 9-9 0,0-3 17 0,0 1-5 15,0-1-8-15,0 0 9 0,0 1 3 0,13 1-11 16,-13 0 0-16,0 1 7 0,0 0-14 0,0 0 11 16,9 0 0-16,-9 3-3 0,0 0 11 0,0-1-6 15,0 0-1-15,0 1 6 0,0 0-14 0,0 0 10 16,0-1 8-16,0 0-5 0,0 1 0 0,0-2 0 16,0 1-5-16,0 1-9 0,0-2 10 0,0 0-1 15,-13 0-14-15,13-2 19 0,0 2-6 0,0-3-4 16,0 3 18-16,0-3-16 0,0 1 0 15,-8 1-1-15,8 1-4 0,0-4 7 0,0 1 7 16,0 0-4-16,0 0-5 0,0 0-6 0,0-3 4 16,0 2-2-16,0-2 7 0,0 1 8 0,0 1-2 15,0-2 0-15,0 0 6 0,0 0-7 0,0 0-17 16,0-1 9-16,14-1-8 0,-14 1 5 0,0-1 8 16,0 0 3-16,0-1 1 0,8 0 16 0,-8 1-2 15,0-1-7-15,6 1 6 0,-3-2-7 0,-1 1 10 16,3-1-1-16,-1 0-8 0,-1 1-4 0,1-1-4 15,0 0 7-15,1 0-1 0,0 0-3 16,2 0-6-16,-2 0-2 0,2-16-18 0,-1 16-14 0,1 0-10 16,1-16-21-16,-2 16-14 0,3-13-14 15,-3 13-15-15,3-10-2 0,-3 10 23 0,1-13 5 16,-1 6 9-16,1 1 15 0,-1-2-9 0,0 2 13 16,-1-2 0-16,-1 0 2 0,-2 1-6 0,-1 0-29 15,0 0-14-15,-1 1 7 0</inkml:trace>
  <inkml:trace contextRef="#ctx0" brushRef="#br0" timeOffset="38163.83">9339 2289 375 0,'0'-19'10'0,"0"19"1"16,0 0 0-16,0-15 5 0,20 15-5 0,-20 0 4 16,0-13 10-16,17 13 0 0,-17-7-1 0,15 7-4 15,-15 0 4-15,12-5-5 0,-12 5-5 0,13 0 0 16,-6-3-4-16,-2 3-10 0,-1 0 9 0,0 0 1 16,2 0-15-16,-2 0 19 0,1 0-14 0,0 0 0 15,0 0 10-15,0 0-15 0,4 0 5 0,-1 0 5 16,2 0-5-16,0 0 4 0,2-14 5 15,-1 14-18-15,2 0-32 0,-1-11-14 0,-1 11-35 16,0 0-20-16,-2-11-17 0,-2 11 15 0</inkml:trace>
  <inkml:trace contextRef="#ctx0" brushRef="#br0" timeOffset="55317.41">10404 2910 168 0,'0'0'-9'0,"0"0"9"0,0 0 0 0,0 0 6 15,9 0 16-15,-9 0 0 0,5 0 11 0,-5 0-9 16,3 0 9-16,-1 0-9 0,-1 0-1 0,2 0 5 15,-1 0-10-15,-2 0 13 0,0 0-10 0,1 0 9 16,0 0-6-16,0 0-9 0,1 0 4 0,-2 0-14 16,0 0 0-16,0 0-4 0,0 0-5 0,2 0 18 15,0 0 0-15,-2 0 4 0,1 0 1 0,-1 0-14 16,1 0 0-16,-1 0-1 0,0 0 1 0,0 0 5 16,0 0 9-16,0 0-5 0,0 0 6 15,0 0 2-15,0 0 1 0,0 0 1 0,0 0-6 16,0 0-6-16,0 0-7 0,0 0 1 0,0 0 0 15,0 0 5-15,0 0-10 0,0 0-7 0,0 0 11 16,0 0 0-16,0 0 1 0,0 0-1 0,0 0 1 16,0 0-23-16,0 0 17 0,0 0 6 0,0 0-18 15,0 0 24-15,0 0-12 0,0 0 0 0,0 0 1 16,0 0 5-16,0 0-7 0,0 0 1 0,0 0 11 16,0 0-17-16,-13 0 6 0,13 0 0 0,0 0-6 15,0 0 6-15,0 0 0 0,-10 0-6 0,10 0 1 16,-6 8 0-16,2-8 0 0,0 9-1 15,-3-4 7-15,1 2-1 0,-3 0 1 0,0 0 5 0,-1 3 0 16,-1 1 1-16,2 0-7 0,-4-1 0 16,2 2 1-16,0 0 0 0,-1 0 12 0,2 0-25 15,1 0 13-15,-1-3-19 0,3 1 0 0,2 0 25 16,0-1-6-16,1 0 11 0,1-1-5 0,2-1 5 16,-2 1-29-16,2 1 5 0,1 1 13 0,-1-3-6 15,1 1 11-15,0 0 0 0,0 1-7 0,0 2 0 16,0-2 7-16,0 3-1 0,0-1-5 15,18 1-7-15,-18 2 1 0,16-3-1 0,-16 2 18 0,18-2 1 16,-18 0-1-16,20-1 1 0,-9-1-18 0,0 0 6 16,1-1 0-16,0-2 0 0,1-1-6 15,-1-1 17-15,1 0-11 0,3-4 6 0,-2 2 6 16,2-2-17-16,-1 0 12 0,2 0-1 0,1 0-6 16,-1 0-5-16,2-21-1 0,-2 21-5 0,0-16 12 15,1 16 0-15,-2-19 18 0,-2 19-6 0,0-21-6 16,-1 9 6-16,-1-1-30 0,0 1 14 0,-3-1 5 15,0 1 22-15,0-1 8 0,-2-1 13 0,0 0 12 16,1-1-13-16,-3-1 19 0,-2 3-18 0,0-3-2 16,0 0 10-16,-3 0-13 0,0 2 9 0,0-1-2 15,0 2-7-15,0 1 3 0,0 2 4 16,0-2-6-16,0 0-8 0,0 2 7 0,-15 2-2 16,15 0-1-16,0 1 2 0,0-2-1 0,-17 4-15 0,17 0-1 15,0 0-16-15,-11 1-8 0,11 0-2 16,-9 1-4-16,4 0 4 0,1 2-1 0,-1-2-13 15,1 0-22-15,1 2-33 0,-1 0-47 0,0 0-29 16,1 0-12-16,1 1-8 0,-1 0 1 0,1 0 10 16,-1 0 11-16,0 0 23 0,1 0 28 0,-1 0-6 15,1 0-13-15,-1 18 20 0</inkml:trace>
  <inkml:trace contextRef="#ctx0" brushRef="#br0" timeOffset="56201.81">11437 2833 208 0,'2'0'15'0,"-1"0"22"0,2 0 6 15,-3 0 11-15,0 12-11 0,0-12-24 0,0 0 2 16,0 0-15-16,0 0-6 0,0 0 4 15,0 10 1-15,-20-10 9 0,20 5 0 0,0-5 5 16,-20 9-9-16,20-6 4 0,-17 2 0 0,17 2-5 16,-21-2-9-16,9 1-4 0,-1 2 8 0,1-1 0 15,-3 2 15-15,2 0-6 0,-3 1-13 0,3 0 5 16,-5 1-5-16,3 0 4 0,-2-1-4 0,2 1 4 16,-1 0-5-16,2 0 1 0,-2 0 9 0,0-1-14 15,3 0 9-15,3 0-9 0,-1-1 5 16,1-1 0-16,3 1 5 0,0-2 9 0,3-1-19 0,0-1 15 15,2 0-10-15,0-3-5 0,2 2 10 16,0-1-10-16,0-2 5 0,0 2 10 0,0-2 5 0,0 1-5 16,0-1 0-16,0 3-5 0,22-3 7 15,-22 2-2-15,22-1-10 0,-9 2 13 0,3-3-25 16,0 2 12-16,4 0 5 0,1-2-17 0,-1 1 23 16,1-2 2-16,0 1-13 0,1 1-5 0,-4 0 5 15,3-2-18-15,-4 0 25 0,3 1 5 0,-2 0-19 16,-1 0 25-16,-2 0-18 0,0-1 0 0,1 0 7 15,-4 0-13-15,2 0-1 0,-2 0 26 0,0 0-1 16,-1 0-11-16,-1 0 12 0,-3 0-44 0,-1 0 6 16,0 0-4-16,0 0-18 0,-4 0-7 0,-1 0-29 15,1 0-23-15,-2 0-46 0,0 0 21 0,0 0 23 16</inkml:trace>
  <inkml:trace contextRef="#ctx0" brushRef="#br0" timeOffset="57965.5">12031 2877 346 0,'4'-3'10'0,"-4"1"20"16,2 0 20-16,-2-1 18 0,1 0 35 0,0 1 9 16,-1-1 6-16,1-1 3 0,-1 1-24 0,1-1-32 15,0 1-4-15,0 0-19 0,-1-1-14 0,1 2 2 16,1 1-20-16,-2 0 6 0,0 0-8 16,0-1 2-16,0 2-6 0,0 0-8 0,0 0-5 15,0 0 8-15,0 0 4 0,0 0-5 0,0 0 5 16,0 0-19-16,0 0-1 0,0 0 13 0,0 0-3 15,0 0 10-15,0 15-2 0,0-15 6 0,0 14-5 16,0-14 9-16,-16 19-1 0,16-6-16 0,0 2 14 16,-16 0-11-16,16 2 7 0,-10 0 1 0,10 2-4 15,-10 1-1-15,4-1-4 0,6 0 9 0,-5 0-6 16,3 0-3-16,-1 1 6 0,3-3-14 0,-2 0 8 16,2-4 12-16,0 1-3 0,0 0 9 0,0-4-6 15,0-2 1-15,21 0-8 0,-21 0 2 0,15-2 6 16,-15 1-5-16,23-3 12 0,-10-1-5 0,1-2-4 15,2 1 8-15,0-2-12 0,1 0 6 16,-1 0-11-16,-1 0-6 0,-1 0-17 0,0 0-19 16,-1 0-22-16,-2-18-33 0,0 18-1 0,-3 0-22 15,1-16 1-15,1 16-4 0,-1 0 2 0,-3-11 20 16,0 11-5-16,-2-10-11 0,0 10 11 0,-2-9 19 16</inkml:trace>
  <inkml:trace contextRef="#ctx0" brushRef="#br0" timeOffset="58253.88">11845 2987 671 0,'0'0'0'0,"0"0"0"0,15 0 0 16,-15 0 0-16,0 0-5 0,18 0-4 0,-18 0-1 16,19 0 1-16,-5-17 14 0,-1 17 4 0,3 0-9 15,0 0 0-15,1 0-9 0,2 0 0 16,1 0 14-16,1 0-5 0,-3 0 4 0,2 0 1 16,-2 0 4-16,-2 0-4 0,2 0-1 0,-3 0-13 15,-1-8-28-15,-3 8-16 0,0 0-25 0,-1-6-21 16,0 6-36-16,-3-5 24 0</inkml:trace>
  <inkml:trace contextRef="#ctx0" brushRef="#br0" timeOffset="58832.97">13061 2797 489 0,'4'0'23'0,"-3"0"5"0,-1 0 22 0,0 0 6 16,0 0-17-16,0 0 0 0,0 0-33 16,0 0-6-16,0 0-5 0,0 0 5 0,-20 0 0 15,20 0-6-15,0 20 0 0,-21-20 0 0,21 14 6 16,-20-14 0-16,11 19 6 0,-2-9-6 0,-1 0-6 16,0 1 18-16,-3 2-6 0,2-2-12 0,2 2 18 15,-3 1-6-15,-1-1-6 0,1 1 7 0,1 0-1 16,-1 0 0-16,1 2 7 0,-1 0 0 0,3-1 5 15,0 1-11-15,0 0-12 0,4 1 0 0,-2-4-6 16,3 3 0-16,0-1 18 0,4-4 13 0,2 0 6 16,0-1 5-16,0-2-11 0,0-4 0 0,0 2 4 15,0-3 6-15,0-1 10 0,19 1-5 16,-19 0-6-16,18-2-6 0,-18 2 5 0,20 0-7 16,-7-2-15-16,-1-1 1 0,3 2-7 0,1-2-5 15,0 0 16-15,1 0-7 0,0 0-4 0,-2 0-5 16,1 0-1-16,1 0 12 0,0 0-5 0,-2 0 4 15,-1 0-4-15,1 0 0 0,-3 0 3 0,-1 0 3 16,0 0-7-16,-2 0-5 0,0 0 5 0,0 0-6 16,-3 0 16-16,0-13-38 0,0 13-22 0,-4 0-56 15,3 0-41-15,-1 0 5 0,0 0-13 0,-2-6 20 16,-2 6-16-16,3-3 32 0</inkml:trace>
  <inkml:trace contextRef="#ctx0" brushRef="#br0" timeOffset="60153.78">13693 2856 201 0,'0'1'11'0,"0"1"12"0,2-2 18 16,2 0 11-16,-2 0 4 0,-1 0-2 15,3 0-6-15,0 0 9 0,-2 0-1 0,3 0 12 16,-3 0 3-16,1 0 13 0,-1 0 7 0,1 0-8 15,-1 0 15-15,0-15-23 0,0 15-15 0,0 0-2 16,-2 0-32-16,4 0 9 0,-1 0-4 0,-3-8-5 16,2 8 1-16,-2 0-18 0,0 0-3 0,0 0-3 15,0 0-4-15,0 0 6 0,0 0 1 0,0 0-10 16,0 0 2-16,0 0-1 0,0 0 11 0,0 0 8 16,0 0 3-16,0 17-2 0,0-17-9 0,-13 13 2 15,13-5-6-15,0 3-7 0,-14 0 4 16,14 2-4-16,-15 0 3 0,8 1 1 0,-3 1-4 0,1 0-3 15,-1 0 7-15,0 1 8 0,1 1-3 16,-1-1-1-16,0 0 1 0,3 0-5 0,-1 0 8 16,-1-2-5-16,1-1-3 0,0 2 0 0,1-3-13 15,1 0 17-15,1-3-12 0,-2-1 2 0,5 0 7 16,-1 0-7-16,1-3 14 0,2-1-6 0,0-1-2 16,0 0-4-16,0-1-1 0,0 0 14 0,0-2-1 15,0 0 10-15,0 0-11 0,17 2-7 0,-17-1 1 16,19-1-5-16,-19 1 13 0,27-1-6 0,-11 1 3 15,4-1-3-15,-2 0-13 0,3 0 11 0,0 0 0 16,-2 0-10-16,3 0 14 0,-4 0-5 16,2 0-3-16,-2 0 6 0,0 0-6 0,1-18-13 15,-4 18 19-15,-1 0 2 0,-1 0-1 0,-2 0 4 16,-1 0-16-16,1-8 3 0,-3 8-7 0,0 0 10 16,-2 0 0-16,-1 0-3 0,-1 0 3 0,0 0-15 15,1 0-15-15,-3 0-48 0,-2 0-56 0,3 0-46 16,-3 0-33-16,0 0 31 0,0 0 33 0,0 0 36 15,0 0 28-15,0 0-44 0,0 0 20 0,-18 0 19 16</inkml:trace>
  <inkml:trace contextRef="#ctx0" brushRef="#br0" timeOffset="60527.2">13908 2900 383 0,'0'-8'6'0,"0"0"21"0,0 1 31 16,0 0 19-16,0-3 22 0,0 3 27 0,0 0-2 15,0 2 0-15,0-1 14 0,0-1-18 0,0 3 2 16,0-2 7-16,0 2-23 0,0 0-10 0,0 1-14 15,0 1-20-15,0 0-12 0,0 0-14 16,0 2-9-16,0 0-9 0,0 0-8 0,0 0-7 16,0 0-13-16,0 0-7 0,0 0 0 0,0 0-2 15,0 0 12-15,0 0 4 0,0 20 8 0,0-20-4 16,0 24-1-16,-18-7 7 0,18 2-5 0,0 6 6 16,0 6 1-16,0 3-5 0,0 5 9 0,-13 5-22 15,13 2-39-15,0 5-54 0,-10 1-59 0,10-1-37 16,-8 0-12-16,8-3-8 0,-7-1 12 0,3-2 23 15,2-5 15-15,-4-3-11 0,2-2 39 0</inkml:trace>
  <inkml:trace contextRef="#ctx0" brushRef="#br0" timeOffset="107969.15">27085 4765 103 0,'0'12'-1'0,"0"-12"-3"16,0 0 0-16,0 0 1 0,0 0 10 0,0 9 3 16,0-9-13-16,0 6 4 0,0-6-7 0,0 4 3 15,0-1 13-15,0-2 0 0,0 0-7 0,0 0 8 16,0 0-1-16,0 0-4 0,0-1 4 0,0 0-5 15,0 0 5-15,0 0-6 0,0 0-4 0,0 0-4 16,0 0-5-16,0 0 6 0,0 0 8 16,0 0-4-16,0 0 8 0,0 0-1 0,0 0-4 15,0 0 5-15,0 0-22 0,0 0-6 0,0 0-5 16,0 0-1-16,0 0 3 0,0 0-7 0,0 0 4 16,0 0 1-16</inkml:trace>
  <inkml:trace contextRef="#ctx0" brushRef="#br0" timeOffset="108449.81">27016 4799 366 0,'0'0'5'0,"0"0"11"16,0 0 6-16,0 0-3 0,0 0 8 0,0 0-15 16,0 0 0-16,0 0 7 0,0 0-4 0,0 0-1 15,0 0 5-15,0 0-4 0,0 0-1 0,0 0 1 16,0 0-6-16,0 0 1 0,0 0-10 0,0 0 10 16,0 0-10-16,0 0 9 0,0 0-8 0,0 0-6 15,0 0 1-15,0 0-1 0,0 0 4 16,0 0-3-16,0 0 9 0,0 0-5 0,0 0 0 15,0 21 1-15,0-21-9 0,0 0-1 0,0 19 9 16,0-19 9-16,0 15 4 0,0-15-8 0,0 14-9 16,-14-14-14-16,14 16-5 0,0-8-14 0,0 0-15 15,0-1-24-15,-11-1-23 0,11 1-18 0,-7 0 19 16</inkml:trace>
  <inkml:trace contextRef="#ctx0" brushRef="#br0" timeOffset="108683.6">26873 5149 213 0,'0'1'4'0,"0"1"5"0,0 0 0 0,0-2 4 15,0 1-12-15,0 1 8 0,0 0-12 0,0-2 2 16,0 2 5-16,17 0-4 0,-17 2 8 0,0-3-6 15,0 2 7-15,12 0-9 0,-12-2 0 0,0 2 4 16,0-1-5-16,8 0 2 0,-8 0-2 0,5-1-22 16,-5 0-29-16,2 1-19 0,0-1 4 0</inkml:trace>
  <inkml:trace contextRef="#ctx0" brushRef="#br0" timeOffset="109389.92">27092 5022 89 0,'0'0'0'0,"0"0"8"0,0 0 7 0,0 0 6 16,0 0 13-16,0 0-5 0,0 0 1 0,0 0 0 16,0 0-6-16,0 0 3 0,0 0-13 0,0 0-5 15,0 0-9-15,0 0-8 0,0 0 4 0,0 0 4 16,0 0 0-16,0 0 1 0,0 13 3 0,0-13-4 16,0 0-5-16,0 0 9 0,0 8-11 0,0-8 3 15,0 6 13-15,0-6-9 0,0 3 2 0,0 0-18 16,0-1-39-16,0 1-21 0,0-1 0 15,0 0 14-15</inkml:trace>
  <inkml:trace contextRef="#ctx0" brushRef="#br0" timeOffset="109741.1">27076 5077 189 0,'0'2'5'0,"0"2"10"16,0-1-6-16,0 0 11 0,0 1 4 0,0-1-9 15,0 2 8-15,-15 0-13 0,15 0-4 0,0 0-1 16,0 0 4-16,0 2-9 0,0 0-3 0,-9 0 8 16,9 0-9-16,0-1 13 0,0 1-2 0,-5 1-6 15,5-1 7-15,0 0-8 0,0 0-1 0,0 1 0 16,0-1-8-16,0-1 2 0,0 1-12 16,0 0-5-16,0-1 0 0,0 0-12 0,0-1 10 15,0 0-10-15,0 0-22 0,0 0 14 0</inkml:trace>
  <inkml:trace contextRef="#ctx0" brushRef="#br0" timeOffset="109963.01">27005 5337 81 0,'0'2'9'15,"0"0"9"-15,0-2 1 0,0 0 11 16,0 1-7-16,0-1-13 0,0 1-1 0,0 0-1 15,0 2-2-15,0-2-2 0,0 1 2 0,0 0-8 16,0 0-2-16,0 1 13 0,0 0-1 0,0 1-9 16,0-1 0-16,0 1 1 0,0 0-2 0,0 0 14 15,0 2 8-15,0-1-12 0,0 0-17 0,0 0 2 16,0-1-36-16,0 2-27 0,0-2 18 0</inkml:trace>
  <inkml:trace contextRef="#ctx0" brushRef="#br0" timeOffset="110174.83">26982 5557 121 0,'0'2'0'0,"0"-2"1"0,0 0 9 15,0 1-4-15,0 1 0 0,0-1-1 0,0 2-7 16,0-2 11-16,0 2-12 0,0 1 1 0,0 1-2 15,0-1-12-15,0 2 10 0,0 0-8 0,0 0-6 16,14 0 1-16,-14 0-4 0,0 0 6 0,0 0 3 16,0 0 4-16</inkml:trace>
  <inkml:trace contextRef="#ctx0" brushRef="#br0" timeOffset="110672.55">27003 5668 23 0,'0'6'4'0,"0"-3"5"16,0 2-3-16,0-1 3 0,0 1-12 0,0-1 5 15,0 1-1-15,0 0-2 0,0 0 10 0,0 0-12 16,0 0 4-16,0 1-4 0,-14 0-4 0,14 0 5 15,0 1-2-15,0 0 4 0,0 0 6 0,0 0-1 16,-7 1 1-16,7 0-8 0,0 0-1 0,0-3 7 16,0 2-4-16,0 0 4 0,0 0 0 0,0-2-12 15,0 0-4-15,0 0 5 0,0 0 2 0,0 0-3 16,0-1 12-16,0 1-2 0,0-1-4 0,0 1 14 16,0-1-1-16,0 0 3 0,0 0 4 0,11 0 1 15,-11 0-8-15,0 1 0 0,0-3 4 16,0 2-8-16,9-1 10 0,-9 0 1 0,0 1-16 15,3-1 3-15,-3-2 0 0,0 2 0 0,0 0 6 16,0 0-6-16,0 1-4 0,0-1-1 0,0 2-3 16,0 0 3-16,0 1 4 0,0 0-4 0,0 1 2 15,0 1-4-15,0-1-14 0,0 2-13 0,0-3-4 16,0 3 1-16,0-2 10 0,0 0 17 0,0-1 8 16,0-1 4-16,-14 0-3 0,14 0-10 0,0 0 1 15,0-1 6-15,0-1 9 0,0 2 17 0,0-2 3 16,0 1 2-16,0 1 1 0,0-3-5 0,0 3 6 15,0-2-3-15,0 1-1 0,18-2-2 0,-18 2-8 16,0-2-4-16,0 1-2 0,0 0-3 0,0-1 0 16,9 1-1-16,-9-1 4 0,0 2 8 15,4-2-9-15,-4 1 0 0,6 0-8 0,-4 1-9 16,0-1 9-16,0 1-5 0,2 0 4 0,-2 0-4 16,1-1-5-16,-1 1 14 0,0-1-9 0,2 1 4 15,-3 0 0-15,1-2-8 0,3 2 4 0,-5-3 0 16,2 2 0-16,0 0 0 0,2 0-1 0,-3-2-3 15,1 1-15-15,0 1-1 0,-2-1-14 0,0 0-3 16,2 2-1-16,-2-3-24 0,0 4-12 0,0-2-17 16,0 1 16-16</inkml:trace>
  <inkml:trace contextRef="#ctx0" brushRef="#br0" timeOffset="110849.13">27074 6293 179 0,'0'7'11'0,"0"0"1"0,0-1 13 0,0-2-5 16,0 3-15-16,-15-3 2 0,15 2-8 0,0-2 1 16,0 1 4-16,0-2-3 0,-8 0-9 0,8 1 8 15,0 0-8-15,0-1-5 0,0 2-3 0,-6 0-10 16,6 2 1-16,-2-1 3 0,2-1-8 0,-2 3-8 16,-1-1 7-16,1 0 1 0</inkml:trace>
  <inkml:trace contextRef="#ctx0" brushRef="#br0" timeOffset="111141.68">26984 6621 32 0,'0'3'-4'0,"0"0"10"0,0-1 7 0,0 2 2 15,0 0 13-15,0-1-10 0,0 0-6 0,0 1 3 16,0 0 1-16,0-2 0 0,0 3-3 0,0-2 7 16,0-1-9-16,0 2 0 0,0-1 1 15,0 1-13-15,0-1-2 0,0-1 3 0,0 1 2 16,0-1 2-16,0 1 5 0,0 0-5 0,0-1 0 16,0 0 1-16,0 1-10 0,0 0-4 0,0 1 0 15,0 1-5-15,0-3 2 0,0 2-8 0,0 0-5 16,0 0-5-16,0 0-3 0,0-2-1 0,0 1 4 15,0-2 7-15</inkml:trace>
  <inkml:trace contextRef="#ctx0" brushRef="#br0" timeOffset="112209.14">27022 7253 184 0,'0'1'5'16,"0"-1"5"-16,0 3 2 0,0 0 6 15,0-2 0-15,0 3 2 0,0-1-6 0,0 1 9 16,0 0-14-16,0-1 8 0,0 1 0 0,0 1-10 16,0-3 9-16,0 2-14 0,0-1 8 0,0-2 0 15,0 1-5-15,0-2 0 0,0 2-4 0,0-1-11 16,0 0 11-16,0 0-6 0,0 0 5 0,0 1 5 16,0-1-1-16,0 0-5 0,0 2-5 0,0-1 0 15,0 1-9-15,0-1-6 0,0 2 0 0,0-1-6 16,0 2 11-16,0-3 6 0,0 3 4 0,0-2 6 15,0 0-10-15,0 0 14 0,0-2-8 0,0 1 3 16,0-1 5-16,0-1 0 0,0 1-8 0,0 0 0 16,0-1 1-16,0 2 0 0,0-1 16 15,0 3-12-15,0-2 0 0,0 1-9 0,0 1-8 16,0 1 13-16,0-1-6 0,0 0 13 0,0-1 0 16,0 1 0-16,0-1 5 0,0-1-4 0,10 2 10 15,-10-3 1-15,0 2-6 0,0-1 0 0,0 0-5 16,0 1-10-16,0-2 9 0,6 3 1 0,-6-1-14 15,0-1 6-15,2 1 4 0,-2 1-13 0,0-2 17 16,1 4 4-16,-1-2-9 0,0 1 4 0,0-1-8 16,0 0 4-16,0 1-4 0,0-1 9 0,0 0 7 15,0-1-12-15,0 0-10 0,0 0-11 0,0-1-43 16,0-2-16-16,0 1 14 0</inkml:trace>
  <inkml:trace contextRef="#ctx0" brushRef="#br0" timeOffset="116816.87">27313 6338 132 0,'0'0'0'0,"0"0"7"16,0 0 0-16,0 0 9 0,0 0 1 0,0 0-6 15,0 0 4-15,0 0-4 0,0 0-4 0,0 0-1 16,0 0 10-16,0 0-5 0,0 0 1 0,0 0 8 16,0 0-12-16,0 0 4 0,0 0 13 0,0 0 1 15,0 0-6-15,0 0 5 0,0 0-5 0,0 0-5 16,0 0 0-16,0 0-14 0,0 0-8 0,0 0 8 16,0 0-1-16,0 0 5 0,0 0-10 0,0 0 5 15,0 0-9-15,0 0 14 0,0 0-1 0,0 0-8 16,0 0 17-16,0 0-22 0,0 0 22 0,0 0-8 15,0 0-5-15,0 0 9 0,0 0-8 0,0 0 0 16,0 0 4-16,0 0 10 0,0 0-5 16,0 0-5-16,0 0 0 0,0 0 0 0,0 0-5 15,0 0 14-15,0 0-5 0,0 0-17 0,0 0 12 16,0 0-8-16,0 0-1 0,0 0 10 0,0 0-5 16,0 0 0-16,0 0 0 0,0 0 4 0,0 0-9 15,0 0 5-15,0 0-9 0,0 0 4 0,0 0 5 16,0 0 0-16,0 0 9 0,-21 0-14 0,21 11 1 15,0-11-5-15,0 0 1 0,-13 0 8 0,13 7 5 16,0-7 4-16,-12 0-9 0,12 8 0 0,0-5 1 16,-9 1-9-16,9 0 8 0,-6 0 1 0,6-1-10 15,-5 1 10-15,1 2 3 0,-1-1 2 0,3 0 3 16,0 2-12-16,-1-3-1 0,-1 3 4 0,0 0-8 16,1-2 9-16,1 2 8 0,-4 0-13 15,4-1 13-15,-2 1 4 0,0-2-8 0,2 1-1 16,0 0-7-16,0-1-1 0,-1 0-4 0,1 1-4 15,2-2 12-15,-2 2 0 0,2-1-4 0,-2 1 22 16,2-1-14-16,-2 1-3 0,1-2 11 0,0 2-16 16,0 0 5-16,1-1 3 0,-2 1-7 0,2-1 3 15,0 0 1-15,0 1-1 0,0 1 0 0,0-2 4 16,0 0 5-16,0 0-13 0,0 1 8 16,0 1-15-16,0-5 11 0,0 5 4 0,0-3-8 0,0 1 12 15,0 0-12-15,15-1 9 0,-15 0 3 16,0 1-4-16,0-1-4 0,13 1-4 0,-13-1 4 15,10 1 4-15,-10-1 4 0,7-1-4 0,-1 1-4 16,-1-1 0-16,0 2-4 0,1-3 8 0,1 2-4 16,-3-1 4-16,1-1 0 0,1 2 1 0,0-2-1 15,-2-1-12-15,2 0 16 0,-3 0-12 0,1 0 4 16,0-1 13-16,-1 0-17 0,-1 0 8 0,1 0-4 16,1 0 4-16,-2 0-12 0,-2 0 4 0,2 0 0 15,-1 0-5-15,1 0 14 0,-2 0-5 0,2 0-5 16,-2 0 5-16,2 0-4 0,0-12 4 0,0 12 0 15,0 0-13-15,0-13 13 0,-1 13-8 0,1-8 12 16,3 8-1-16,-3-10-7 0,0 4 8 0,1 2-4 16,-1-1-7-16,0 1 15 0,-2-1-8 15,2 2-9-15,-2 0 17 0,0 1-12 0,0-1 8 16,0 2 9-16,0-2-5 0,0 1 4 0,0 1-7 16,0 0-1-16,0-1 0 0,0 2-8 0,0-2 4 15,0 0-4-15,0 1 4 0,-13 0-5 0,13-1 9 16,0 0 0-16,0 0-8 0,-10 0 9 0,10 1-9 15,0 0 4-15,0 0 4 0,-8 0 0 0,8 0 0 16,-2 0-4-16,0 1 0 0,-1-2 0 0,3 1 4 16,-2 0-4-16,0-1 0 0,0 1-4 0,-1 1-4 15,2 0-5-15,0 0 9 0,-2 0 4 16,-1 0-4-16,0 0 4 0,-1 0 0 0,-1 0 0 16,-4 0 0-16,4 0 12 0,-5 0-12 0,4 16 0 15,-2-16 9-15,0 0-17 0,0 0 8 0,-1 15 0 16,2-15-13-16,1 0 13 0,-1 9-17 0,-2-9-4 15,3 7 7-15,-1-7-7 0,3 5 4 0,-2-5-1 16,4 3 4-16,-1-2-4 0,0 0-9 0,4-1 3 16,0 0-10-16,0 0-1 0,0 0 2 0,0 0-42 15,0 0-8-15,0 0 11 0</inkml:trace>
  <inkml:trace contextRef="#ctx0" brushRef="#br0" timeOffset="117926.4">27591 6553 110 0,'0'0'9'0,"0"0"5"16,0 0 11-16,0 0 10 0,0 0-1 0,0 0 5 16,0 0-6-16,0 0-2 0,0 0-2 0,0 0-8 15,0 0-2-15,0 0-5 0,0 0 0 0,0 0-5 16,0 0 0-16,0 0-4 0,0 0-9 0,0 0 5 16,0 0-4-16,0 0 7 0,0 0-3 0,0 0 7 15,0 0-3-15,0 0 0 0,0 0 4 16,0 0-4-16,0 0 4 0,0 0 4 0,0 0 0 0,0 0-4 15,0 0-9-15,0 0 4 0,0 0-4 16,0 0 0-16,0 0 5 0,0 0-9 0,0 0 4 16,0 0 0-16,0 0 0 0,0 0 0 0,0 0-4 15,0 0 4-15,-11 0 0 0,11 0 4 0,0 0 1 16,-14 0-1-16,14 0-8 0,-8 12-4 0,3-12 13 16,5 0-13-16,-7 5 21 0,2-5-9 0,3 5-12 15,0-5 8-15,-1 4-4 0,1-2 4 0,0 1 4 16,0-2 8-16,0 2-12 0,-2-2-4 0,3 1 4 15,-1 1-4-15,2 0 5 0,-5 0 7 0,5 0-7 16,-2 2-1-16,0-2 5 0,2 1-5 0,-1-1 4 16,0 0 0-16,0 1 5 0,0-1-1 15,1 1 1-15,0-2-5 0,0 0 5 0,0 0-1 16,0 2 0-16,0 0 0 0,0-1-3 0,0 1-5 16,0 0 0-16,0-1 4 0,0 0-8 0,15 1 0 15,-15-1 4-15,0 2 0 0,0-3 0 0,0 3 8 16,12-3-12-16,-12 1 4 0,0 0 0 0,8-1-4 15,-8 0 8-15,4-1-4 0,0 1 4 0,-2 0-8 16,2-2 8-16,1 1-4 0,-1-1-4 0,0 0 12 16,3 1-12-16,0-1 8 0,0 0 0 0,0 0-8 15,-1 0 8-15,3 0-16 0,-2 0 16 0,1 0-8 16,-3 0 8-16,2 0 0 0,0 0-4 0,-2 0 9 16,1-11-9-16,-4 11 4 0,4 0-8 15,-3 0 8-15,-1 0-4 0,3-8 4 0,-3 8 4 16,0-5-12-16,-1 5 4 0,1-7 0 0,2 4 0 15,-1-2 12-15,0 1 7 0,-2-1 4 0,1 1-3 16,0-2 16-16,0 1-10 0,0 1 9 0,-2-1 5 16,0 1-4-16,3-1 23 0,-3 0 8 0,0 2 19 15,1-1 7-15,-1-1 3 0,0 1 5 0,0 0 1 16,0 0 3-16,0 1-19 0,0-1-17 0,0 1-22 16,0 1-20-16,0-1-14 0,0 1-21 15,0-2-5-15,-14 3 2 0,14-1-2 0,0 2-12 16,-15-2-19-16,15 0-23 0,-19 0-23 0,11 1-14 0,-3 0-21 15,0 1-20-15,-1-2-21 0,0 2 9 16,1 0 18-16,0 0 10 0,-1 0 23 0,1 0-27 16,1 0-10-16,0 0 28 0</inkml:trace>
  <inkml:trace contextRef="#ctx0" brushRef="#br0" timeOffset="128126.96">2180 4108 288 0,'3'0'9'0,"0"0"3"0,-2 0 14 0,2 0 11 16,-1 0-5-16,0-16 8 0,1 16-9 0,0 0-5 15,0 0 4-15,0-13-1 0,-1 13 0 0,0-9 5 16,2 9 18-16,-4-8 15 0,2 8 12 0,-2-7 13 16,1 3-2-16,0 1-8 0,-1 0 7 0,1 1-3 15,-1 0-17-15,2-2-12 0,-1 1-19 16,-1 1-7-16,3-2-6 0,-2 3-2 0,-1-2-6 0,1 1-4 15,0 2-4-15,-1-1 9 0,0 0 8 16,0 1 4-16,0 0 13 0,0 0-7 0,0 0 2 16,0 0-3-16,0 0-2 0,0 0 1 0,0 0-13 15,0 0 1-15,0 0-10 0,0 0-1 0,0 0-5 16,0 0-9-16,0 0-2 0,0 0-4 0,-12 0-1 16,12 0 1-16,0 14-4 0,0-14 3 0,-9 0 10 15,9 14-5-15,-11-6 3 0,4 1 5 0,0 2-3 16,-2 1-1-16,-1 2 5 0,1 1-13 0,-1 0 2 15,-2 0 11-15,5 1-8 0,-2 0 13 0,0-1-9 16,1 0-7-16,1 0 6 0,-1-1-6 0,2-2 4 16,1 3-1-16,1-3 0 0,0 2 4 15,1-1 2-15,1 0-5 0,1 0-1 0,-2 1-11 16,3 0-6-16,0-1-5 0,0 1-6 0,0 0 3 16,0-2 0-16,0 1 15 0,0-3 1 0,19 0 3 15,-19 0-1-15,0-3-7 0,18 2 7 0,-18-3 1 16,14-1 8-16,-14 0 0 0,17-3 1 0,-9 2 1 15,6-3 0-15,-1 1 3 0,3-2 1 0,-1 0-15 16,3 0-7-16,2 0-5 0,1 0-18 0,2 0 11 16,-3 0 7-16,2 0 0 0,0-15 8 0,-1 15 6 15,-2 0 7-15,-1-14 1 0,-1 14 4 16,0-11-7-16,-4 11-4 0,1-14 10 0,-2 6 1 16,-3 0 3-16,1-1 1 0,-1 0-7 0,-2-3-1 15,-1 2 5-15,0-2 1 0,-2-1 0 0,0-2 10 16,0 1-13-16,-3-1 6 0,1-2 8 0,-2 0-10 15,0 1 19-15,0-1 10 0,0 1 10 0,-21 1 16 16,21 0 7-16,0 1-3 0,-22 1-11 0,22 1-18 16,-19 2-13-16,19-1-17 0,-14 3-9 0,14 0 4 15,-18 1-1-15,10 0-6 0,-2 1-7 0,5 0-19 16,-4 1-25-16,2 3-23 0,-3-2-21 0,3 2-19 16,-1 0-18-16,2 1-23 0,-2 0-17 0,3 1 4 15,0 0 19-15,0 0 2 0,0 0 13 0,3 0 1 16,0 0 25-16</inkml:trace>
  <inkml:trace contextRef="#ctx0" brushRef="#br0" timeOffset="131727.9">3087 4076 378 0,'3'-1'0'16,"0"0"10"-16,-2 1 2 0,2 0 8 0,-3 0 2 15,0-1-7-15,2 1 0 0,-2 0-6 0,0 0-4 16,0 0 4-16,0 0-3 0,0 0-10 0,0 0 4 15,0 0 6-15,0 16-5 0,0-16 4 0,0 14 5 16,-16-14-14-16,16 21 10 0,0-10 8 0,-15 3-9 16,15-2 5-16,-15 2 4 0,15-2-13 0,-16 2 4 15,7 0 5-15,0-1 8 0,2 1 0 0,-4-1 3 16,2 0-3-16,1 1-22 0,-1-1 8 0,-1 1-4 16,0-1-4-16,0 1 12 0,-1-1-7 0,1 1-2 15,0-2-3-15,1-1 0 0,1 0 8 16,2-1 1-16,0-1 3 0,-1-1-8 0,3-3-4 15,1 0-1-15,3-2 9 0,-1 1 1 0,0-4-1 16,1 1 5-16,0-1 2 0,0 1-7 0,0-1 12 16,0 1-5-16,0 0-17 0,21 0 12 0,-21 0-11 15,0-1 0-15,19 1 5 0,-19 0 10 0,18-1-15 16,-9 0 5-16,3 1-6 0,-1 0-5 0,0-1 17 16,3 1-6-16,-3 0 11 0,1 0-5 0,0 0-6 15,0 1 5-15,0 0-10 0,-2 0-1 0,2-2 12 16,-1 4-12-16,-1-2 6 0,1-1 0 15,-2 1 0-15,0-1 0 0,-1 1-6 0,1-1 6 16,-1 0-5-16,-3 0 10 0,1 0 7 0,-3 0-12 16,4 1 0-16,-3-2 0 0,1 1-6 0,-2-1 6 15,0 1 6-15,2-1-1 0,-2 1-5 0,2-1 0 16,-3 0-29-16,1 0-23 0,1 0-14 0,-1 0-24 16,-1 0-14-16,2 0-32 0,-1 0 23 0</inkml:trace>
  <inkml:trace contextRef="#ctx0" brushRef="#br0" timeOffset="132192">3591 4058 369 0,'3'-1'4'0,"-1"0"1"0,1 1 5 16,-2 0 5-16,-1 0-8 0,0 0-1 15,0 0-10-15,0 0 1 0,0 0 9 0,0 0 5 16,0 0 10-16,0 19-5 0,0-19 0 0,0 16-9 15,-17-16 4-15,17 24-4 0,0-11-1 0,-15 2 9 16,15 1 0-16,-13-1 13 0,13 2-14 0,-13-1 0 16,13 1 5-16,-10 0-10 0,6-1 23 0,-1 1 7 15,2 0 2-15,1-2 12 0,2 1 0 0,0-2 0 16,0 0-6-16,0-3 0 0,0 1-17 0,24-3 10 16,-24 0-6-16,20-1-5 0,-20-4 4 0,19 2-14 15,-19-4 1-15,23 1-6 0,-12-1 6 16,2-1-8-16,-1-1 0 0,0 0 0 0,-1 0-17 15,0 0 6-15,1 0-4 0,-3 0 3 0,-1 0-4 16,-2 0-18-16,1 0-39 0,-1-17-46 0,-1 17-27 16,-1 0-17-16,1-9 11 0,-1 9 2 0,-1-9-4 15,-1 9 1-15,-1-12 28 0</inkml:trace>
  <inkml:trace contextRef="#ctx0" brushRef="#br0" timeOffset="132475.44">3390 4257 655 0,'0'14'31'0,"0"-14"27"0,0 0 21 0,0 0 16 15,0 0-27-15,0 0-17 0,0 0-31 0,0 0-7 16,0 0-4-16,0 0-19 0,18 0 10 0,-18 0 0 15,13 0-9-15,-13 0 9 0,17 0 9 0,-6 0-18 16,0 0 15-16,3 0 4 0,-1-10-19 0,0 10 9 16,0 0 0-16,2 0-8 0,-3 0 22 0,2 0-10 15,-1-6 1-15,-1 6 4 0,0-5-33 0,0 4-27 16,-1-3-53-16,0 1-42 0,-1-1 4 0,1 0-5 16,1-2-21-16,-2-1 40 0</inkml:trace>
  <inkml:trace contextRef="#ctx0" brushRef="#br0" timeOffset="133023.87">4271 4010 222 0,'3'0'22'0,"-1"0"7"0,0 0 27 0,0 0 11 16,1 0 3-16,-2 0-7 0,0 0-11 0,-1 0-2 16,1 9-25-16,-1-9 11 0,0 8-8 0,0-3-22 15,0 1 7-15,-24 2-14 0,24 1 12 0,0 0 1 16,-22 1 0-16,22 1-1 0,-16-1-5 0,16 1 5 15,-15 0 5-15,15-1 6 0,-19 3 11 0,8-4 14 16,0 3 0-16,1-1-1 0,0 1-12 0,-1-1-15 16,1 1-4-16,1-1-2 0,-1-1-18 15,0 2 10-15,2-2 3 0,-2 2-4 0,3 0 10 16,0-1-6-16,1 0-13 0,2-1 9 0,1 0-4 16,1-1 1-16,-1 0 13 0,2-1-8 0,1-1 7 15,0 0 1-15,0-2-4 0,0 1 21 0,0-2 3 16,0 0 1-16,0 1 3 0,20-1-17 0,-20-1-3 15,13 1 3-15,-13-2-8 0,19 0-8 0,-8 2-2 16,4-4-5-16,-1 1 5 0,3-1-3 0,1 0 11 16,-3 0 3-16,3 0-10 0,-2 0 3 0,1 0-12 15,-2 0-3-15,2 0 4 0,-3 0 12 16,2 0-5-16,-3 0-3 0,0 0 4 0,-3 0-11 0,-3 0 4 16,0 0 0-16,-3-13 2 0,-1 13 0 15,-2 0-12-15,0 0-21 0,-1 0-52 0,0 0-42 16,0 0-52-16,0 0-6 0,0 0 20 0,0 0 10 15,0 0 18-15,0 0 6 0,0 0 25 0</inkml:trace>
  <inkml:trace contextRef="#ctx0" brushRef="#br0" timeOffset="133623.19">4563 4145 671 0,'-2'0'-5'0,"2"0"1"15,0 0-1-15,0 0 1 0,0 0 4 16,0 0 0-16,18 0 15 0,-18 0 6 0,15-17 6 16,-15 17 1-16,23 0 7 0,-10-10 12 0,3 10 15 15,1 0 7-15,1-11-8 0,2 11-6 0,-2-7-8 16,1 7 4-16,-2-6-8 0,0 6-5 0,-3 0-10 15,0 0-7-15,-2 0-2 0,-1 0-3 0,-2 0-2 16,-2 0-3-16,-1 0 6 0,-1 18-1 0,0-18 6 16,-1 0 4-16,-2 20-2 0,1-20-11 0,-3 20-3 15,0-9-7-15,0 1-8 0,0 1 16 0,0 1-3 16,0 1-4-16,-21-1-4 0,21 0 0 16,0 1-1-16,-20-1-2 0,20-1 6 0,-12 1-4 15,12-3-1-15,0 0 5 0,-9-1 10 0,9-1 3 16,0-2 6-16,0-1 4 0,0 0-1 0,0-1 0 15,0-1-1-15,0 0 0 0,19-1-12 0,-19-2 2 16,17 1-3-16,-17 0-1 0,27-2 3 0,-10 0-10 16,1 0-2-16,2 0 4 0,0 0-1 0,1 0-4 15,1-21 8-15,-1 21-11 0,-2 0-2 0,-3-15 5 16,-2 15-2-16,-3 0 2 0,-3-12 3 16,-2 12-3-16,-3 0-17 0,-2 0-46 0,0 0-91 0,-1-6-111 15,0 6-47-15,0 0-13 0,0 0 37 16,0 0 115-16</inkml:trace>
  <inkml:trace contextRef="#ctx0" brushRef="#br0" timeOffset="137967.03">4379 5229 475 0,'0'0'4'0,"5"0"10"15,-5 0 4-15,0 0 18 0,0 0 0 0,0 0-9 16,0 0 0-16,2 0-14 0,0-15 0 0,1 15-4 0,-2 0 0 16,-1 0 1-16,0 0-10 0,0-12 10 15,0 12 1-15,0 0 0 0,0-9 16 0,0 9 10 16,0-6 6-16,0 3 10 0,0 1 13 0,0-1 4 15,0 1 3-15,0 0 15 0,0-1-15 0,0 1 3 16,0 0 9-16,0 1-25 0,0-2-3 0,0 0-19 16,0 1-10-16,0 0-6 0,0 2 1 0,0-3-6 15,0 1-12-15,0 2 1 0,0-2-7 0,0 1-1 16,0-1 3-16,0 2 0 0,0-1-6 0,0 0 2 16,0 1-4-16,0 0 1 0,0 0-4 0,0 0-1 15,0 0-2-15,0 0-1 0,0 0 7 0,0 0-8 16,0 0 5-16,0 0 5 0,0 0 4 0,0 16 4 15,0-16-3-15,0 13 1 0,0-13-3 0,0 17 1 16,0-7 2-16,0 2-1 0,0 1-4 16,15 2 5-16,-15-2-6 0,0 3 2 0,0 1 5 15,14 0-1-15,-14 1-3 0,0 0 1 0,11 0 3 16,-11 0-4-16,7-1 6 0,-4 0 1 0,0 0-5 16,1-3 2-16,1 2 2 0,-1-2-6 0,0-1 7 15,0-1 0-15,1 0 5 0,-1-2-7 0,-1 0 0 16,2-2-4-16,-2-2-8 0,-1 1 15 15,1-3-9-15,-1 0 6 0,1-2 5 0,-2 0-7 0,1 0 6 16,0-1-7-16,-1 1 1 0,-1-1 2 16,0-1-2-16,0 0 10 0,0 0 0 0,0 0-5 15,0 0 10-15,0 0-3 0,0 0-7 0,0 0 2 16,0 0-5-16,0 0 1 0,0 0-1 0,0-12 1 16,0 12-5-16,0 0-4 0,0-15 5 0,0 7-4 15,0-1 2-15,0-4 2 0,0-1-3 0,0 2-1 16,0-2-3-16,0 0 0 0,0 0 3 0,0 0 6 15,0 0 0-15,0 2 1 0,15 0-4 0,-15 0 1 16,0 0 2-16,10 0-7 0,-10 1 1 0,0 1-2 16,10 0-2-16,-10-1 3 0,7 2 13 0,-3-1-8 15,2 1 3-15,-2-1 4 0,1 1-14 0,0-1 7 16,3 3-13-16,-2-1-1 0,-1 2 13 16,0 0-1-16,0 2 5 0,0 0-4 0,-2 1-9 15,-1 2-4-15,1 0 2 0,-3 1 5 0,2 0-5 16,0 0 8-16,-1 0 5 0,0 0-11 0,0 0 0 15,1 19 1-15,-1-19-8 0,1 15 8 0,0-15 2 16,0 19-2-16,0-8 3 0,0 2-1 0,0 0 1 16,-1 1-7-16,3 0 6 0,-2 1 0 0,-1 0-3 15,1 0 11-15,0 0 0 0,0-1-5 0,0 0 19 16,1 0-9-16,-1 1-10 0,2-1 5 0,-1-2-7 16,0 1 4-16,2-1-1 0,-2-2 4 0,1 0 0 15,-1-1-3-15,1-2 2 0,-1-1 2 16,1 0-13-16,-1-3 9 0,1-1 3 0,1-1-5 0,-2 0 15 15,0-1-11-15,0 0 0 0,1 0 3 16,1 0-3-16,-1 0 4 0,4 0-4 0,-3-20-2 16,1 20-14-16,-1-16 5 0,1 16 0 0,1-18-2 15,-1 18-14-15,0-21 0 0,-1 9-5 0,2 2-13 16,0-2 22-16,-1-1-8 0,0 0-1 0,1 2 10 16,-1-3 4-16,1 1 0 0,0 0 16 0,0 0 3 15,0 0-17-15,-1 1 19 0,1 1-14 0,-3 0 7 16,1 3 17-16,0-2-18 0,0 3 5 15,1-1-10-15,-3 2 9 0,1 2 4 0,-1 0 1 16,1 1 5-16,-1 0-19 0,-1 0-9 0,-1 2 15 16,0 1-11-16,2 0 11 0,-2 0 9 0,2 0-15 15,0 0 10-15,-1 0-10 0,1 0 1 0,2 0 0 16,-1 17 4-16,-1-17 1 0,1 0 5 0,0 21 14 16,-1-21-8-16,2 19 9 0,-1-8 11 0,0 1 6 15,0 2 15-15,-1 0 4 0,1 1 0 0,-1 0-7 16,1-1-21-16,0 0 8 0,-1 1-19 0,0-1-5 15,1 0 13-15,0-1-13 0,1-2 3 0,-1-1-4 16,1 0-1-16,1 0-2 0,-1-3-4 0,-1-2 5 16,0 1 2-16,0-3-11 0,-2 0 8 0,3-1-8 15,0-2-35-15,-4 0-43 0,1 0-69 0,2 0-57 16,-2 0-25-16,-2 0-24 0,3 0 46 16,-3 0 59-16</inkml:trace>
  <inkml:trace contextRef="#ctx0" brushRef="#br0" timeOffset="140646.92">5435 5375 145 0,'-12'0'15'0,"12"0"14"0,0-7 7 0,0 7 6 15,0 0-9-15,0-4 4 0,0 4-7 16,0 0 7-16,0-4-1 0,-6 3-15 0,6 0-1 16,0 0-9-16,0 0-10 0,-3-1 1 0,3 0 3 15,-2 0-9-15,0 1 0 0,2-1 13 0,0 0-5 16,-1 1 9-16,1 0 5 0,-1 0-26 0,1 0 18 16,-1 1-5-16,1 0 14 0,-3 0 4 0,3-1 0 15,-2 1 0-15,2 0 1 0,0 0 15 0,0 0-7 16,0 0 10-16,0 0-14 0,0 0-10 0,0 0 4 15,0 0-1-15,0 0 1 0,0 0-11 0,0 0 15 16,0 0-6-16,0 0 6 0,0 0 15 0,0 0-15 16,0 0 1-16,0 0 3 0,0 0 13 0,0 0-5 15,0 0-2-15,0 0 4 0,0 0-12 16,0 0-5-16,0 0-3 0,0 0-7 0,0 0-4 16,0 0-3-16,0 0-5 0,0 0 4 0,0 0-10 15,0 0 10-15,0 0-2 0,0 0-8 0,0 0 9 16,0 0-6-16,0 0 9 0,0 0 2 0,0 0-1 15,0 0 9-15,0 0 2 0,0 0 2 0,0 0 10 16,0 0-6-16,0 0-2 0,0 0-2 0,0 0-11 16,0 0-6-16,0 0-8 0,0 0-6 0,0 0 7 15,0 0 4-15,0 0 7 0,0 0 2 0,13 0-5 16,-13 0-2-16,11 0 1 0,-4 0 3 16,4 0 1-16,-2 0-1 0,2 0-5 0,3 0 0 0,0 0-9 15,1 0 3-15,-1 0 2 0,3 0 1 16,-3 0 9-16,2 0-7 0,-2 0 4 0,1 0-5 15,-3 0 7-15,2 0 7 0,-3 0-6 0,-1 0-2 16,1 0 3-16,-2 0 10 0,1 0 3 0,-3 0 8 16,1-10-1-16,-2 10-8 0,-1 0 3 0,0 0 0 15,-2 0-4-15,-1 0-4 0,0 0-10 0,2 0-1 16,-4 0-3-16,1 0 6 0,-1 0 4 0,0 0-1 16,0 0-3-16,0-6-11 0,0 6 4 0,0 0-17 15,0 0-35-15,0 0-46 0,0 0-67 0,0 0-39 16,0 0-33-16,0 0 2 0,-16 0 27 15,16 0 14-15,0 0 9 0,-12 0 48 0</inkml:trace>
  <inkml:trace contextRef="#ctx0" brushRef="#br0" timeOffset="141301.12">5468 5503 234 0,'0'1'6'0,"0"1"7"15,0-2 17-15,0 0 11 0,0 0-6 0,0 0 0 16,0 0-11-16,0 0-10 0,0 0 8 0,0 0 4 15,0 0 0-15,0 0 4 0,12 0-9 0,-12 0-6 16,0 0 0-16,0 0 0 0,0 0 21 0,0 0 0 16,0 0 7-16,0 0-4 0,0 0-9 0,0 0-24 15,0 0 6-15,0 0-12 0,0 0-11 0,0 0 11 16,0 0-11-16,0 0 11 0,0 0 6 16,0 0 6-16,0 0-12 0,0 0 6 0,0 0-12 15,0 0 7-15,0 12 10 0,0-12-11 0,0 0 6 16,0 0 7-16,0 0 10 0,0 0 1 0,0 0 10 15,0 0-6-15,0 0-10 0,0 0 14 0,0 0-9 16,0 0-7-16,0 0-4 0,0 0-11 0,0 0 0 16,0 0 10-16,0 0 0 0,0 0 9 0,0 0-3 15,0 0-6-15,0 0 4 0,0 0-9 0,0 0-1 16,0 0 1-16,0 0 16 0,11 0-11 0,-11 0 9 16,0 0-1-16,12 0-13 0,-6 0 18 0,2 0-4 15,1 0-15-15,1 0 2 0,2 0-8 0,0 0 1 16,0 0 14-16,0-15-3 0,1 15 11 0,0 0 9 15,0 0-6-15,-1 0-1 0,1 0-11 16,1 0-4-16,-2 0 1 0,1-10 3 0,-1 10-5 16,-1 0 5-16,2 0-2 0,0-4-9 0,-2 4-2 15,1-3 4-15,-2 1 0 0,-1 1-6 0,-1-1 17 16,-2 2-15-16,1-2 7 0,-4 2 9 0,2 0-14 16,-3 0 16-16,-1 0 7 0,-1 0 7 0,0 0 12 15,0 0-13-15,0 0 1 0,0 0-11 0,0 0-8 16,0 0 0-16,0 0-4 0,0 0-1 0,0 0-1 15,0 0-12-15,0 0-50 0,0 0-60 0,0 0-83 16,0 0-71-16,0 0-12 0,0 0 18 16,0 0 15-16,0 0 80 0</inkml:trace>
  <inkml:trace contextRef="#ctx0" brushRef="#br0" timeOffset="149489.89">25473 8092 306 0,'0'0'8'0,"0"0"10"0,0 0 6 0,-13 0-4 15,13 0 1-15,0 0-10 0,0 0 4 0,0 0 8 16,0 0-9-16,0 0 13 0,0 0-9 0,0 0 1 15,0 0 11-15,0 0-7 0,0 0 16 16,0 0 1-16,0 0 9 0,0-9 0 0,0 9-1 0,0 0 4 16,0 0-20-16,0 0 4 0,0 0-15 15,0-4-10-15,0 4 3 0,0-2-3 0,0 1 3 16,0 0-3-16,0 0-5 0,0 0 4 0,0-2-6 16,0 0 5-16,0 3 9 0,0-3-13 0,0 2 6 15,0-1 9-15,0 1-14 0,0-1 9 0,0 2-1 16,0 0-9-16,0-1 10 0,0 0-5 0,0 1 0 15,0 0 4-15,0-3 2 0,0 3-7 0,0-1-4 16,0 0-5-16,0 1-9 0,0-1 5 0,0 0 3 16,0 0 0-16,0-1-2 0,15 1-1 0,-15 0-6 15,20 0 2-15,-20 0 11 0,21 1-13 0,-12 0 14 16,2 0 0-16,1 0-10 0,-2 0 14 0,-1 0-9 16,-2 0-4-16,2 16 1 0,0-16 7 0,-3 0-17 15,-1 0 8-15,-1 15-3 0,1-15 0 16,-2 0 4-16,-1 9 0 0,0-9 5 0,0 9 0 15,-2-9 8-15,0 10 3 0,0-5-5 0,0 3-11 16,0-1 13-16,0 1-17 0,-22 2 4 0,22 1-1 16,-16 0 0-16,16 0 1 0,-18 0 4 0,18-1 21 15,-17 2-20-15,17-1 11 0,-17-2-4 0,9 0-19 16,1-2 12-16,1 0-1 0,2-2 1 16,0 0 3-16,2 0-4 0,-1-1-2 0,3-3 3 0,0 1 12 15,0 0 1-15,0-2 0 0,0 1-3 16,0 1 4-16,0-2 3 0,0 0 0 0,0 0-4 15,19 0-9-15,-19 0-1 0,13 0 2 0,-13 0 3 16,20 0-4-16,-9 0-7 0,2 0-1 0,1-16 0 16,-2 16-1-16,1 0 9 0,-2 0-8 0,2-10 4 15,-3 10-5-15,-1 0-23 0,0-6-24 0,0 6-33 16,-5 0-25-16,3 0-18 0,-5-3 14 0,1 3 4 16,0 0 4-16,0 0 21 0,-3 0-3 0,2 0-12 15,-2 0 8-15,2 0 16 0</inkml:trace>
  <inkml:trace contextRef="#ctx0" brushRef="#br0" timeOffset="154454.87">6409 4909 246 0,'4'-2'16'15,"-4"0"11"-15,3-1 11 0,-1 3 16 0,-2-2-11 16,2-1 12-16,-2 1-11 0,0 2 9 0,0-3 17 15,0 2-7-15,0 0 28 0,0-1 12 16,0 0-3-16,0 1-12 0,0 1-10 0,0 0-30 16,3-1-19-16,-3 1 11 0,0 0-14 0,0 0-13 15,0 0 4-15,0 0-9 0,0 0-15 0,0 0 7 16,0 0-8-16,0 0-5 0,0 0-1 0,0 0 4 16,0 0-4-16,0 0 1 0,0 0 3 0,0 0 5 15,0 11 7-15,0-11 0 0,0 0 5 0,0 12-4 16,0-12 0-16,0 13-4 0,0-4 4 0,-15 1-8 15,15 1-2-15,0 1 8 0,0 1-4 0,-8-2 5 16,8 3 5-16,0-3-3 0,-5 2-1 16,5-3 1-16,-3 0-1 0,2 1-16 0,-2-2 12 15,2 1 5-15,1 0-4 0,-1-1 5 0,-1 0-5 16,2 0 1-16,0 1 3 0,0-2-1 0,-1 1-6 16,1-2 3-16,0 0-4 0,0 0 5 0,0 0 11 15,0-2-12-15,0 0 1 0,0-1 4 0,0 1-4 16,16-1-1-16,-16 0 1 0,0-1 10 0,12 0-6 15,-12-1 7-15,14 1 0 0,-14-1-7 0,12 0 1 16,-5-1-1-16,0 0-9 0,2 0 1 0,-2-1 2 16,1 0 1-16,-1 0 8 0,1 0-5 15,0 0 3-15,-1 0-3 0,1 0 5 0,-1 0-4 0,-2 0-6 16,0-16 6-16,-1 16-3 0,-1 0 6 0,0 0 1 16,-1 0-1-16,1-11 0 0,-1 11-2 15,1 0-6-15,-3-10-2 0,2 10-1 0,-2-7 7 16,0 1 7-16,0 0-3 0,0 1-3 0,0-2-8 15,0 0 5-15,0 1-3 0,0 0 5 0,0-1 0 16,0 0-5-16,0 1-3 0,0 0 6 0,-18 1-1 16,18 0 1-16,0 1 6 0,-11-1-15 0,11 3-3 15,0 0 0-15,-15 0 3 0,15 1 2 0,-7 0-2 16,2 1 1-16,-2 0-4 0,0 0 0 0,0 0 12 16,-1 0-3-16,3 0-1 0,-4 0 2 0,1 15 0 15,2-15-3-15,-1 0 6 0,3 10 2 0,-1-10-12 16,0 0 8-16,2 12-4 0,-1-12-4 15,2 7 2-15,1-7-15 0,0 6-11 0,-1-1-2 16,1-1-18-16,1 1-13 0,-1-2-12 0,1 2-31 16,0 1 2-16,0-2 3 0,0 2-2 0,0-2 26 15,0 2-4-15,0 0 6 0,0 0-19 0,0-1-13 16,0 1 23-16</inkml:trace>
  <inkml:trace contextRef="#ctx0" brushRef="#br0" timeOffset="155025.15">6858 5013 191 0,'2'0'10'0,"-2"0"11"16,0 0 14-16,2 0 5 0,-2 0-5 0,0 0-1 16,0 0-11-16,0 0 16 0,0 0-4 0,0 0 7 15,0 0 8-15,0 0-22 0,0 0 8 0,0 0-9 16,0 0-10-16,0 0 6 0,0 0-3 16,0 0-14-16,0 0-1 0,0 0 1 0,0 0-6 15,-15 16 0-15,15-16-6 0,0 0 6 0,-12 13 0 16,4-13 5-16,-1 13 6 0,0-13-11 0,1 15 0 15,1-7-5-15,0 1 5 0,0-2 5 0,4 0-1 16,1 1 7-16,0-1-1 0,1 1-15 0,1-2 0 16,0 0 16-16,0 1-11 0,0 0 5 0,0-2 11 15,0 1-21-15,0 0 5 0,0 1 16 0,0-2-11 16,21 0 11-16,-21 0-5 0,16 0-16 0,-16-1 16 16,20 0-16-16,-20-2 10 0,19 0 6 0,-7-1-16 15,-2 0 21-15,1-1-6 0,0 0 10 0,0 0 12 16,1 0 2-16,-3 0 1 0,1 0 0 0,3-19-12 15,-4 19 6-15,1 0 4 0,-1-21-5 16,2 21 9-16,-2-16-11 0,0 16 10 0,0-18 3 16,-3 9 17-16,2 1 24 0,-4-1 6 0,-1 0 7 15,2 1-7-15,-5 0-24 0,0 0-9 0,0-1-13 16,0 2-19-16,0-2-10 0,0 1-20 0,-20 1-20 16,20 0-33-16,-16 0-20 0,16 3-15 0,-20 0-21 15,7 0-10-15,2 3-21 0,-1 0-9 0,-2-1 4 16,3 2 15-16,-1 0 35 0,1 0-1 0,1 0 20 15,1 0-13-15,-1 0-29 0,0 19 32 0</inkml:trace>
  <inkml:trace contextRef="#ctx0" brushRef="#br0" timeOffset="155833.64">6423 5331 160 0,'-3'1'14'0,"3"0"12"0,0 0 9 16,0 0 7-16,0-1-6 0,-2 0 0 0,2 0-8 16,0 1 6-16,0-1-12 0,0 0-5 0,0 1 7 15,0-1-9-15,-2 1 8 0,2-1-4 0,0 0-10 16,0 0-4-16,0 0 1 0,-1 0 3 0,1 0 4 15,0 0 5-15,0 0 0 0,-2 0-5 0,2 0-8 16,0 0 4-16,0 0-5 0,0 0 5 0,0 0 0 16,0 0-4-16,0 0 4 0,0 0-9 15,0 0 20-15,0 0-10 0,0 0 12 0,0 0 4 16,0 0-9-16,0 0 15 0,0 0-26 0,0 0 15 16,0 0 0-16,0 0-5 0,0 0 21 0,0 0-11 15,0 0 1-15,0 0-7 0,0 0-4 0,0 0-7 16,0 0 1-16,13 0 0 0,-13 0-5 0,0 0 0 15,13 0 0-15,-13 0 1 0,18 0-5 0,-6 0 9 16,1 0-9-16,3 0-1 0,1 0 10 0,1 0-4 16,1 12 13-16,1-12-4 0,1 0-6 0,1 0 5 15,-1 0-14-15,2 0 18 0,0 7 5 0,-2-7 0 16,-3 0 0-16,2 0-8 0,-3 0 7 16,0 0-8-16,-4 0 8 0,1 0-4 0,-3 0-18 15,-1 0 13-15,0 0-8 0,-2 0-1 0,-2 0 5 16,2 0-4-16,-3 0-9 0,-1 0 12 0,-1 0-4 15,1 0-2-15,-2 0 10 0,0 0-10 0,1 0 3 16,-2 0-2-16,1 0 5 0,1 0-5 0,0 0 6 16,1 0-13-16,1 0-48 0,0 0-35 0,0 0-69 15,1 0-35-15,3 0 11 0,-1 0 4 0,2 0 12 16,-2-13 14-16,0 13 33 0</inkml:trace>
  <inkml:trace contextRef="#ctx0" brushRef="#br0" timeOffset="156739.04">6552 5596 153 0,'0'0'-4'0,"0"-6"0"0,0 6 3 0,0-4-3 15,10 2 2-15,-10 1-3 0,0 1 0 0,0 0 0 16,0 0 15-16,4 0-3 0,-4 0 6 16,2 0 15-16,-2 0-14 0,0 0 15 0,0 0 9 15,0 0-6-15,0 0-5 0,0 0-1 0,0 0-18 16,0 0 5-16,0 0 14 0,0 0-6 0,0 0 0 15,1 0 9-15,0 0-18 0,-1 0 8 0,0 0 1 16,1 0-19-16,-1 0 13 0,0 0-19 0,0 0 14 16,0 0-5-16,0 0 0 0,0 0 15 0,0 0-10 15,0 0 9-15,0 0-9 0,0 0-5 0,0 0 0 16,0 0 0-16,0 0 5 0,0 0-6 0,0 0 1 16,0 0-4-16,0 0-6 0,0 0 5 0,0 0 4 15,0 0 1-15,0 0 5 0,0 0-10 0,0 0-14 16,19 0 14-16,-19 0-5 0,14-11 0 0,-14 11 9 15,17 0-4-15,-7 0 0 0,1-6 14 16,-2 6-4-16,2 0-10 0,1 0 0 0,2 0-10 16,0 0 11-16,-2 0 4 0,2 0 4 0,-2 0-4 15,-2 0-5-15,-1 0-4 0,2 0-1 0,-4 0 10 16,-1 17-10-16,1-17-5 0,0 0 10 0,-2 13 5 16,1-13-9-16,-1 10 13 0,-2-10-13 0,-1 7-1 15,1-7 19-15,-3 10-14 0,0-5 9 16,0 3-4-16,0-1-10 0,0 2 10 0,0-1-14 0,-17 2 5 15,17-1-1-15,0 0 5 0,-16-1 5 0,16-1-1 16,0 0 1-16,-11-2 0 0,11-1 6 16,0 0 0-16,0 0 5 0,0-2-10 0,0 2-6 15,0-2 0-15,0-1 16 0,0 3-11 0,0-1 12 16,0 0-1-16,0 0-16 0,0 0 22 0,0-1-11 16,0 2 0-16,0-2 0 0,0-1-6 0,15 1 10 15,-15 0-9-15,0-1 5 0,12-1-5 0,-12 1 4 16,9 0 1-16,-9-1 4 0,10 0 6 0,-1 0-10 15,-3 0 19-15,2 0-5 0,1 0 5 0,3 0-5 16,-1 0-9-16,2 0-5 0,2 0-5 0,-1-18-1 16,-1 18-3-16,1 0 9 0,0-15-16 0,-3 15 6 15,0 0 9-15,-1-13-15 0,-3 13 16 0,3 0-6 16,-3-9-9-16,-2 9-6 0,0-4-68 16,-1 4-39-16,-3-3-41 0,1 2-15 0,3 0 17 15,-3-2-8-15,-1 1 43 0</inkml:trace>
  <inkml:trace contextRef="#ctx0" brushRef="#br0" timeOffset="157185.54">7306 5346 467 0,'14'0'0'0,"-14"-14"11"0,12 14 0 0,-12 0 22 15,17-13 0-15,-8 13 4 0,2-10 7 16,1 10-16-16,2-10 5 0,0 10-24 0,-1-7 13 16,-1 3-22-16,3 1 15 0,-3 2 7 0,1-1-27 15,0 0 26-15,0 1-26 0,-3 1 11 0,1-1 4 16,-1 1 1-16,-2 0 0 0,-2 0-16 0,2 0 15 15,-3 0-25-15,2 0 10 0,-4 0 20 0,-1-1-14 16,2 1 4-16,-3 0-5 0,0 0-64 0,-1 0-33 16,0 0-20-16,0 0-52 0,0 0 22 0,0 0 33 15</inkml:trace>
  <inkml:trace contextRef="#ctx0" brushRef="#br0" timeOffset="157390.06">7327 5469 451 0,'0'0'1'0,"17"0"5"15,-17 0 6-15,18 0 0 0,-18 0-1 0,26-17 9 16,-13 17 0-16,2 0-1 0,1-14 0 0,1 14-19 16,-2 0-4-16,3-11 0 0,-3 11 4 0,2 0 5 15,-3 0-1-15,1-8-4 0,-1 8-19 0,1 0-20 16,-3-3-27-16,-2 3-38 0,-2-5-21 15,-1 3 20-15</inkml:trace>
  <inkml:trace contextRef="#ctx0" brushRef="#br0" timeOffset="158762.07">8068 5049 547 0,'0'0'9'0,"-1"0"38"0,0 0 27 16,1 0 36-16,0 0 28 0,0 0-13 0,0 0-15 16,0 0-23-16,0 0-25 0,0 0-24 0,0 0-9 15,0 0-16-15,0 0-13 0,0 0-9 0,0 0-7 16,0 0 6-16,0 0-6 0,16 0 11 0,-16 0 1 16,12 0 1-16,-12 0 8 0,18 0-10 0,-6 0 10 15,-1 0-5-15,3 0 7 0,-1 0 1 0,1 0-1 16,0 0 1-16,0 0-5 0,0 11 5 0,0-11 0 15,0 0-1-15,-1 8-6 0,-1-8 3 16,0 5-3-16,-3-5-2 0,0 5 4 0,-3-2-4 16,-1 0-6-16,0 1 0 0,-3 0-1 0,-2 2 3 15,0 0 1-15,0 1 0 0,0 2-9 0,-22 0-10 16,22 4 2-16,-23-2-5 0,23 3 15 0,-28-2 4 16,13 1 6-16,0 0 3 0,1-1-10 0,2-1 0 15,-2-3 0-15,4 1 0 0,1-2 8 0,3-2 1 16,-1-2-6-16,7 0 4 0,-4-1-4 0,4-2 1 15,0 0 0-15,0 0 4 0,0 0-3 0,0 0 7 16,18 0 1-16,-18 0 4 0,16 1 0 16,-16 0-3-16,25 0 0 0,-11-1-7 0,2 2-3 0,0-2 12 15,0 2-10-15,1 0-2 0,-2-1 7 0,0 1-7 16,0 0 4-16,-1 1-8 0,-3 1 4 16,-1 1-12-16,-2-1 16 0,0 1-4 0,-2 1-8 15,-2 1 16-15,-2 0-14 0,-1 2 12 0,0-1 4 16,-1 1-4-16,0-1 5 0,0 2-1 0,0-1 1 15,0 0-9-15,-16 1 8 0,16-2 1 0,0 2-5 16,-21-2 6-16,21 1-4 0,-18 0 0 0,7-1 11 16,1 0-12-16,0 0 0 0,-3-1-2 0,3 0 7 15,-1-2 6-15,-1 2-8 0,3-3 13 16,1-1-14-16,-2 0 5 0,3 0 3 0,1-2-8 16,1-1-5-16,2 0 1 0,-1 0 0 0,2 0-20 15,1 0-48-15,0 0-67 0,1 0-42 0,0 0-23 16,0 0 12-16,0-15-12 0,0 15 36 0,0 0 40 15</inkml:trace>
  <inkml:trace contextRef="#ctx0" brushRef="#br0" timeOffset="159269.04">8795 5154 527 0,'0'0'9'0,"0"0"9"16,0 0 5-16,0 0 9 0,0 0 6 0,-21 0-5 16,21 0-5-16,0 0-14 0,-19 0-8 0,19 0-6 15,-19 0 0-15,8 0 11 0,0 0-11 0,-4 15 5 16,2-15-10-16,-2 11-1 0,0-11 6 0,0 13-10 15,-1-5 10-15,2-1 5 0,1 1-5 0,-1 2 0 16,1-1 0-16,1-1 0 0,2 2 0 0,-2-2 11 16,3 1-5-16,0 0-23 0,-2 0 18 0,7 0-6 15,1 0 16-15,2 1 17 0,0-1-27 16,1 1 10-16,0 1-16 0,0-1 1 0,32-1 27 16,-32 0-12-16,27 0 1 0,-11-1-6 0,5 0-6 15,-2-2-5-15,2 0 11 0,1 0 0 0,0-3 0 16,0 1 11-16,-1-4-5 0,1 1 22 0,-1-1 11 15,-2 0 14-15,2 0 25 0,-4 0-2 0,0-22-10 16,1 22-10-16,-4-18-13 0,-1 18-18 0,1-22 12 16,-4 10 7-16,-1 0 13 0,-2 0 17 0,-1-1 6 15,-3 1-2-15,-3-2-11 0,0 1-10 0,0-1-13 16,0 2-17-16,0-2-13 0,-25-1-16 16,25 1-12-16,-24 1-19 0,24 1-25 0,-29 0-24 15,12 2-33-15,-2 3-32 0,0 0-31 0,0 3-39 16,-2-2-35-16,0 4 16 0,-1-1 18 0,0 1 14 15,3 2 51-15,-3-1 39 0</inkml:trace>
  <inkml:trace contextRef="#ctx0" brushRef="#br0" timeOffset="169161">9587 5243 301 0,'0'0'19'16,"0"0"16"-16,0 0 6 0,0 0 10 0,0 0-10 16,0 0-2-16,0 0-5 0,0 0 3 0,0-15 0 15,0 15 3-15,0 0 27 0,0 0-9 0,0-10-3 16,0 10-1-16,0 0-7 0,0-7 10 0,0 7 4 16,0-5 19-16,0 5-6 0,0-3 6 0,0 1 14 15,15 1-14-15,-15 0-3 0,0 0-2 0,0 1-14 16,0-1-8-16,0 1-11 0,0 0-10 0,0 0-4 15,0 0-16-15,0 0 1 0,0 0-5 16,0 0-11-16,0 0 9 0,0 0-5 0,0 0-5 16,0 0 9-16,0 0-2 0,0 0-4 0,0 0 7 15,0 0-9-15,0 0-2 0,0 0 4 0,0 0-3 16,0 0 4-16,0 0-10 0,0 0 6 0,0 0-3 16,0 0 1-16,0 0 3 0,0 0-1 0,0 0 1 15,0 0-1-15,14 0 7 0,-14 0-3 0,18 0 1 16,-6-13-1-16,3 13-1 0,-1 0 3 0,3-10-4 15,1 10-1-15,2 0 1 0,-1-8-1 0,-1 8-1 16,0-5 4-16,0 5 1 0,0-2-3 16,-3 2-2-16,3-2 3 0,-1 2-1 0,-3 0 2 15,-1 0 5-15,1 0-2 0,-3 0-5 0,0 0 0 16,-1 0 6-16,-1 0-3 0,-4 0 1 0,3 0 6 16,-2 0-11-16,-2 0 2 0,0 0 0 0,-1 0 5 15,-1 0-1-15,0 0-3 0,1 0-11 0,-3 0-41 16,0 0-26-16,0 0-62 0,0 0-54 0,0 0-25 15,0 0-11-15,0 0 24 0,0 0 44 0,0 0 22 16,0 0-14-16,0 0 41 0</inkml:trace>
  <inkml:trace contextRef="#ctx0" brushRef="#br0" timeOffset="169512.73">9931 5057 484 0,'0'0'5'15,"0"0"0"-15,0 0 14 0,0-1-4 0,0 0-5 16,0 0 3-16,0 0-13 0,0-1 0 0,0 1-4 16,0 0-9-16,16 1 4 0,-16-3 4 0,0 2 14 15,19 0 0-15,-19 1 0 0,14 0 0 0,-4 0-8 16,-1 0 3-16,2 0 5 0,0 0 0 0,2 0-13 15,-2 0 9-15,2 0-9 0,0 17 0 16,-2-17 22-16,1 0 0 0,-3 17 0 0,0-17-4 16,0 13 4-16,-2-13-13 0,-2 13 4 0,1-13 21 15,-2 12-14-15,0-5 11 0,-1-1-5 0,-2 0-22 16,-1 2 6-16,0-1-1 0,0 2-4 0,-19 0 10 16,19 1-6-16,-23 0-10 0,23-1 16 0,-25 2-5 15,25-1-16-15,-23 0-27 0,23-2-42 0,-20-1-20 16,20 1 3-16,-14-2-12 0,14 0-19 0,-12-2 20 15</inkml:trace>
  <inkml:trace contextRef="#ctx0" brushRef="#br0" timeOffset="170606.26">10762 5003 382 0,'0'0'14'0,"0"0"12"0,0 0 9 16,0 0 5-16,0 0-1 0,0 0-14 0,0 0-6 15,0 0-1-15,0 0-3 0,0 0-11 0,0 0 5 16,0 0-9-16,0 0-9 0,0 0 13 16,0 0-4-16,0 0 5 0,0 0-1 0,0 0 10 15,0 19-9-15,0-19 9 0,0 22-5 0,0-9 1 16,0 3-1-16,0 1-3 0,0 1 14 0,0 2-19 15,12-2 10-15,-12 3 5 0,0-2-21 0,7 1 16 16,-7-1 0-16,4-1-5 0,-4-1-6 0,2 0 1 16,-1-2-1-16,1-2-10 0,-2 1 10 0,0-3 0 15,0-1 0-15,0-2 0 0,0-2 12 0,0-1-12 16,0-3 0-16,0 2 17 0,0-3 0 0,0-1 1 16,0 0 4-16,0 0-21 0,0 0-7 0,0 0 6 15,0 0-12-15,0-17 12 0,0 17-6 0,0 0 16 16,0-24-11-16,0 24 6 0,-12-22 5 15,12 8-5-15,0 0 22 0,0-2 10 0,-12-1 28 16,12 0-4-16,-7-2 1 0,7 0-15 0,-7 1-31 16,7 1-3-16,-4 0-8 0,3 0-9 0,0 3 4 15,1 2 0-15,0 1-4 0,0 1 8 0,0 2-4 16,0 1-13-16,23 2-4 0,-23 0 7 0,16 1 1 16,-16-2 9-16,22 4 4 0,-10-2-17 0,5 2 11 15,-1 1-3-15,2 1-1 0,1 0 1 0,-1 0-4 16,-1 0 3-16,0 17 0 0,-1-17 10 0,-1 0-5 15,-5 22 1-15,-3-22 5 0,1 17-1 0,-4-17 1 16,-1 17 0-16,-1-17 0 0,-2 16 6 16,0-9 7-16,0 0-3 0,0 1 7 0,0 0-9 15,-19-1-7-15,19 0 3 0,-22 0-18 0,22 0-14 16,-32-2-45-16,15 0-32 0,0-3-46 0,0 0-18 16,1-1 19-16,0-1-18 0,2 0 13 0,-1 0 38 15</inkml:trace>
  <inkml:trace contextRef="#ctx0" brushRef="#br0" timeOffset="171453.36">11147 5140 546 0,'0'0'9'0,"0"0"4"0,1 0 5 16,-1 0 0-16,0 0-4 0,0 0-5 0,0 0-14 15,0 0 19-15,0 0-14 0,0 0 0 0,0 0 9 16,18 0-14-16,-18 0 1 0,13 17 4 0,-13-17 9 16,15 0-9-16,-15 0 13 0,19 0 1 0,-10 11-4 15,1-11 4-15,-1 0-4 0,-2 0-4 0,0 0 16 16,0 0 16-16,0 0-6 0,-3 0 11 0,0 0-21 15,1 0-6-15,-3-15 0 0,0 15-11 16,2 0 10-16,-2-12-15 0,-2 12 10 0,0 0 0 16,0-13-5-16,0 13 6 0,0-11-16 0,0 11 10 15,0-10-10-15,0 5 0 0,0-1 10 0,0 1-15 16,-17 0 0-16,17 0 10 0,0 0-5 0,-20 0-5 16,20 1 24-16,-15 0-19 0,6 1-4 0,-1 2 8 15,1-2-20-15,3 3 6 0,-2 0 9 0,-1 0 6 16,1 0 0-16,1 0-1 0,2 0 1 0,2 0-5 15,-4 16 5-15,3-16 4 0,1 0 1 16,0 14-5-16,3-14 0 0,-1 12-5 0,1-12-5 16,0 13 10-16,0-6-5 0,0 1 6 0,0 1-1 15,0-2 0-15,24 1 5 0,-24 1 5 0,18-1 0 16,-18-1-4-16,22-1-1 0,-10 0-4 0,2 0-11 16,-1-2 20-16,2 0-20 0,-1-2-5 0,0 0 36 15,-1-1-36-15,1-1 26 0,-4 0-1 0,0 0-14 16,0 0 14-16,0 0-5 0,-4 0 6 0,1 0-6 15,-2-18-4-15,0 18 3 0,0 0-9 0,-2-13-6 16,-1 13-5-16,0-14-5 0,1 14-6 0,-3-15 11 16,2 6 10-16,-2 1-4 0,0-2 15 15,2 0-10-15,-2 0-1 0,1 0 6 0,1 1-5 0,0 2 5 16,3-1 5-16,-3 1-21 0,2 1 11 0,0 0-1 16,2 2-10-16,0-1 22 0,2 1-1 15,2 0 1-15,-2 1-1 0,2 2-5 0,0-2-11 16,2 3 0-16,0 0 5 0,-1 0 6 0,-2 0 6 15,3 0-1-15,-2 0 0 0,-1 0-5 0,-2 0 0 16,0 16 0-16,-1-16 0 0,-1 0 5 0,-1 0-4 16,-2 13 4-16,0-13 0 0,-1 0 0 0,1 9 5 15,0-9-4-15,-2 7 4 0,0-7-10 0,0 9 0 16,0-3 0-16,0 1-5 0,0 0 5 0,0 0 5 16,-18 1 11-16,18 0 0 0,0 0 5 0,0-1 5 15,-15 1-5-15,15-2 9 0,0 0-9 0,0 0 4 16,0-2 4-16,0 1-9 0,0-1 5 0,0 0-14 15,0-1 0-15,0-1-1 0,0 1 13 16,17-2-4-16,-17 0-18 0,14 0 12 0,-14-1-27 16,16 0-41-16,-16 0-38 0,19 0-29 0,-8 0-27 15,-1 0 21-15,2-20 20 0,-1 20-27 0,-2-15 3 16,1 15 24-16</inkml:trace>
  <inkml:trace contextRef="#ctx0" brushRef="#br0" timeOffset="171822.5">11855 4991 481 0,'2'-5'15'0,"5"-2"19"0,0 2 13 0,2-3 17 15,2 0 2-15,0 0-19 0,1 1 4 0,-3 1-17 16,1 1-7-16,-4 2-4 0,-2 0-12 0,-2 1-6 16,-2 2 1-16,0 0 5 0,0 0 15 0,0 0-1 15,0 0-20-15,0 0 0 0,0 0-16 0,-21 0 6 16,21 15 14-16,-17-15 0 0,17 0-9 0,-23 16-6 15,23-16 1-15,-20 16-5 0,20-16 14 0,-16 15 19 16,10-15-9-16,-3 17 0 0,4-9-5 0,-2 1-4 16,3-1 5-16,2 0 19 0,-3 0 0 0,5 0 0 15,0 1-1-15,0 0 4 0,0 0 4 0,0 2 7 16,21 0 14-16,-21-1-9 0,0 0-3 0,17 3-10 16,-17-2-11-16,0 1-3 0,14-2 12 15,-14-1-3-15,0 0 4 0,12 0 15 0,-12-1-10 16,6-1-2-16,-6 0-3 0,0-2-14 0,0-1-8 15,0 0-3-15,0 1-4 0,0-1 0 0,0-1-21 16,-23-1-35-16,23-2-29 0,-18 0-47 0,18 0-20 16,-18 0-25-16,18 0-25 0,-22 0 0 0,22-18 6 15,-17 18 9-15,17-18 10 0,-11 18 40 0</inkml:trace>
  <inkml:trace contextRef="#ctx0" brushRef="#br0" timeOffset="173139.14">12201 4979 598 0,'2'-1'34'0,"0"-1"45"0,0-1 41 0,-2-1 44 15,1 1-12-15,-1 0-39 0,0 1-36 0,0 0-38 16,0 1-27-16,0 0 1 0,0 1-19 0,0-1 1 15,0 1-7-15,0 0-6 0,0 0 12 0,0 0-8 16,0 0 13-16,0 0 0 0,-16 0 0 16,16 17-4-16,0-17 3 0,-16 13-4 0,16-13-3 15,-11 16 3-15,11-7 1 0,-11 2 0 0,2 1 7 16,4-2 5-16,-2 2-11 0,1 0 12 0,2-1-11 16,-3 2 3-16,2-1 12 0,3-1-11 0,0 0 7 15,2-2-4-15,0 1-8 0,0-2 5 0,0 0 7 16,0-2-6-16,0-1 1 0,0-1-3 0,0-2 1 15,0 0 9-15,0-2 1 0,18 0 2 0,-18 0-6 16,0 0-4-16,9 0 0 0,-9 0 8 0,10-18-17 16,-10 18 9-16,12 0 2 0,-5-20-14 15,-2 20 17-15,1-17-3 0,-2 17-2 0,1-19 2 0,-2 9-1 16,1 1-7-16,0-1 1 0,-3 1 3 0,1 1 3 16,2 0-3-16,-4 2 3 0,2 1 5 15,-2-1-17-15,0 3 11 0,2-1-8 0,-2 3 0 16,0-1 9-16,0 2-3 0,0-1-3 0,0 1-6 15,0 0 2-15,0 0-11 0,0 0 6 0,0 0 1 16,0 0 2-16,0 0 7 0,0 0-8 0,0 0 3 16,0 0 5-16,0 0 1 0,0 0 9 0,0 0-7 15,0 14-9-15,0-14-1 0,0 0 3 0,0 13 5 16,0-13 10-16,0 12-10 0,0-12-8 0,16 11 8 16,-16-11-4-16,0 10 4 0,14-5 0 0,-14-1-3 15,12-1-3-15,-12-1 10 0,12 0 5 0,-5-1-9 16,-1 0 4-16,2-1-11 0,0 0 6 15,-3 0 7-15,3 0-10 0,0 0 14 0,1 0-11 16,-2 0-11-16,1-18 8 0,2 18-16 0,-3 0-2 16,3-15 5-16,0 15 6 0,-2-12 7 0,1 12-2 15,-2-14 11-15,1 6-9 0,0 0 1 0,-3 1 8 16,1 0-12-16,1-2 16 0,-4 3-3 0,1-1 3 16,-2 0 4-16,2 1-12 0,-4-1-1 0,2 3 1 15,1-1-9-15,-3 2 0 0,0 0 3 0,0 1-5 16,0 1 4-16,0 0-3 0,0 1-9 15,0 0 3-15,0 0 10 0,0 0 0 0,0 0 8 0,0 0-8 16,0 0-5-16,0 0 10 0,0 19-5 16,0-19 9-16,0 0-1 0,0 17-4 0,0-17 16 15,0 16-12-15,0-7 6 0,0-1-2 0,0 1-15 0,0 0 15 16,0 1-7-16,0 0 0 0,0-2-1 16,16 0-8-16,-16 1 8 0,0-1-2 0,15-1 7 15,-15 1-4-15,9-4 5 0,-9 3 8 0,12-2-7 16,-4-1 7-16,-1-2-12 0,0 1-4 0,0-1 12 15,0-2-4-15,3 1 5 0,0-1 8 0,-1 0-14 16,-1 0 0-16,-1 0-1 0,1 0 0 0,0 0 6 16,1 0-8-16,0-17 1 0,-2 17-6 15,0 0 5-15,3-15 4 0,-5 15-7 0,4-12 6 0,-2 12-10 16,0-15 1-16,-1 7 8 0,1 0-8 0,-2-1 8 16,-1 0-1-16,1-1-6 0,-1 2 7 15,-2 0-1-15,0 0 7 0,-2 0 4 0,0 3-13 16,0 1 0-16,0 1-12 0,0-1-4 0,0 2 7 15,0 1 1-15,0-1 7 0,0 2 5 0,0 0-17 16,0 0 3-16,0 0-8 0,0 0-5 0,0 0 23 16,0 0-14-16,0 0 17 0,0 0 5 0,0 0-1 15,0 0 5-15,0 20-8 0,2-20 9 0,-2 12-10 16,0-12 4-16,0 18 4 0,0-8-11 0,1 1 1 16,-1 1-1-16,3-1-3 0,-1 1 11 0,0-1 5 15,2 1-4-15,-2 0 12 0,5-2-10 0,-2 1 2 16,4-2-1-16,-5 0-2 0,3-2-4 15,-1-2 11-15,-1 1 8 0,-1-2 3 0,1-1 26 16,0-3-9-16,-3 1 1 0,4-1-3 0,1 0-28 16,-2 0-6-16,2 0 0 0,2 0-10 0,-1-19 10 15,4 19-5-15,-3-16-4 0,4 16-4 0,1-15-3 16,-5 15 1-16,4-19 12 0,-1 10-1 0,1-2 0 16,-1 3-2-16,-2-1-12 0,-1 1 9 0,-3 1 1 15,2 2 7-15,-2 0 3 0,-1 1 5 0,-3 3 8 16,0-2 7-16,-2 3 4 0,2 0-6 0,-2 0 4 15,0 0-9-15,0 0 2 0,0 0 7 0,0 0-9 16,0 0 3-16,0 0-11 0,0 17-6 16,0-17 3-16,0 14-1 0,0-14 3 0,-15 19 5 15,15-9-7-15,0 2-3 0,0-1 0 0,0 2-5 16,0-2 0-16,0-1 1 0,0 1-2 0,18-3 3 16,-18-2-3-16,0 0 1 0,14-2-2 0,-14-1-24 15,0-1-34-15,13-2-75 0,-13 0-96 0,11 0-87 16,-4 0-46-16,-1 0 7 0,3-17 38 0,3 17 109 15</inkml:trace>
  <inkml:trace contextRef="#ctx0" brushRef="#br0" timeOffset="174606.56">13403 5017 562 0,'6'-4'18'0,"-1"0"14"0,-2-1 66 0,1 1 60 16,-2-1 36-16,0 0 37 0,0 1-25 0,-2 2-28 15,0 0-30-15,0-1-29 0,0 3-22 0,3-1-24 16,-3 0-17-16,0 1-28 0,0-1-16 0,0 1-14 16,0 0-8-16,0 0 1 0,0 0-3 0,0 0 3 15,-19 0 7-15,19 0 2 0,-13 0-3 0,13 19 3 16,-20-19-9-16,11 14 4 0,-2-14 5 0,-1 16-6 16,3-6 8-16,-1 0-6 0,-2 0 2 0,3 2 1 15,-2-1-3-15,1 0 5 0,2 1-5 0,-1-2 4 16,3 2 4-16,0-1-3 0,2-2 3 0,4 2-1 15,-2-1-3-15,2 0 0 0,0-2 1 16,0-1 4-16,0 0 2 0,0-1-3 0,23-1 5 16,-23-1 0-16,15 0-2 0,-15-2 6 0,18 0-7 15,-18-1-3-15,16-1 2 0,-16 0-2 0,16 0 0 16,-8 0-1-16,2 0-2 0,-1-21 1 0,-1 21-3 16,-1-15 3-16,0 15-4 0,0-18-2 0,-1 18 4 15,-4-21-6-15,3 11-1 0,-3-1 2 16,-2 0 2-16,2 2 2 0,-2-1 2 0,0 2 1 0,0 0-3 15,0 2-6-15,0 1 9 0,0 1-6 0,0 2-3 16,0 0 6-16,0 2-8 0,0 0 4 16,0 0 0-16,0 0-3 0,0 0 1 0,0 0 1 15,0 0-2-15,-13 0 2 0,13 0-3 0,0 0 5 16,0 0 2-16,0 0 5 0,0 0 1 0,-8 19-4 16,8-19 1-16,0 13 2 0,-5-13-4 0,5 19-1 15,-5-8-9-15,5-2-42 0,0 4-22 0,0-3-35 16,0 3-29-16,0-3 4 0,0 0-1 0,0-1 4 15,20-1 25-15,-20-1 15 0,0-2 4 0,14-1 15 16,-14-2-1-16,13 0 5 0,-13-1-2 0,17-1 8 16,-7 0-3-16,3 0 11 0,1 0 18 0,0-21 4 15,0 21 8-15,-1-15-4 0,1 15 9 16,-1-18 9-16,0 18 1 0,1-18 5 0,-1 18 1 0,-1-17-3 16,1 9 12-16,0-1 5 0,-3 1 1 15,2 0 5-15,-3-1 6 0,-1 1 0 0,3-1 10 16,-5 0 3-16,-1 1 10 0,0-1 12 0,-1 1 18 15,-2 0 24-15,-2 2 26 0,0-1 8 0,0 2-10 16,0-1-24-16,0 1-46 0,0 3-9 0,0-2-31 16,0 1-21-16,0 2 12 0,-16-1-32 0,16 2 6 15,0 0 21-15,0 0-11 0,0 0 16 0,0 0 5 16,0 0-13-16,-11 0 4 0,11 0 0 0,-8 20 4 16,8-20-4-16,-8 14 2 0,2-14-1 0,-1 19-5 15,1-6 10-15,-1-2-9 0,2 1 5 0,0 1 4 16,1 1 0-16,0 1-3 0,1-3-2 0,3 2 6 15,-2-1 4-15,2 0 11 0,0 0 2 16,0-1 5-16,0-2 3 0,0 0 1 0,16-2 5 16,-16 1-11-16,0-4-3 0,16 1 0 0,-16-2-4 15,0-2 1-15,13 1 3 0,-13-2-6 0,12-1 0 16,-12 0-4-16,13 0-8 0,-9 0-4 0,5 0-1 16,-4-18 9-16,2 18-4 0,-1-15 5 0,0 15-10 15,-1-18-6-15,0 7 11 0,0-1-6 0,-1 1 7 16,-2-3-8-16,0 0-6 0,1 1 5 15,-1-2 1-15,0 1 18 0,-2 1 16 0,0 0 22 0,0 2 5 16,2 0-9-16,-2 4-12 0,0 0-29 0,0 1-6 16,0 4-3-16,0 0-8 0,0 0 10 15,0 1-6-15,0 1-7 0,0 0 4 0,0 0-13 16,0 0 9-16,0 0 3 0,0 0 4 0,0 0 8 16,0 0-7-16,0 0 5 0,0 17-1 0,0-17-1 15,0 0-1-15,0 20-4 0,0-20 7 0,0 17-2 16,0-8 4-16,0 2 0 0,0-1-8 0,0 1 7 15,0 0-4-15,16-1 0 0,-16-1 4 0,0 1 2 16,13 0 2-16,-13-4-4 0,10 0 3 0,-10 0-4 16,11-1 1-16,-5-1 3 0,-2-1 1 0,-1-1-7 15,2-1 12-15,0-1-1 0,-1 0-4 16,2 0 3-16,1 0-11 0,-3 0-2 0,6 0-2 0,-2-19 1 16,1 19-4-16,3 0-19 0,-1-21-16 15,0 21-11-15,3-17 3 0,-1 17 20 0,1-18 7 16,-1 7 15-16,-1 3-5 0,-1-3 4 0,-1 1 5 15,0 0 4-15,-3 1 0 0,-1-1 1 0,-3 2-3 16,1-1-4-16,-2 2 8 0,0 2 0 0,-2-2 6 16,3 5-2-16,-2-2-9 0,0 3-10 0,-1-1 4 15,0 1-7-15,0 1 6 0,0 0 2 0,0 0-11 16,0 0 9-16,0 0 0 0,0 0 2 0,0 0 4 16,0 0 7-16,0 20-6 0,0-20-4 0,0 14 4 15,0-14-6-15,0 18 7 0,-14-8 10 0,14 0 9 16,0 1-11-16,0-1 21 0,0 1 0 0,0 0 2 15,0 0 8-15,0 0-26 0,0 1-3 16,0-2-7-16,0 1 4 0,0-1 9 0,0 0-4 16,17-2-5-16,-17 0 1 0,0-2 7 0,11-1 3 15,-11-1 1-15,11-2-2 0,-11-1-11 0,16-1-12 16,-8 0-12-16,1 0-9 0,3 0-4 0,1-17-4 16,3 17-1-16,0-16 9 0,0 16 3 0,1-19 12 15,1 19 7-15,0-21 3 0,-2 21 1 16,-1-18 0-16,-1 11-1 0,0-1 1 0,-3 8 0 0,-4-7 1 15,-3 7 18-15,0 0 21 0,-1 0 23 0,-3 0 19 16,0 0 0-16,0 0-25 0,0 0-13 0,0 0-16 16,0 18-11-16,0-18 3 0,0 14-8 15,0-14-6-15,0 18-7 0,0-18-41 0,0 19-52 16,0-9-71-16,0-1-63 0,0-1-34 0,0 0 18 16,0-2 24-16,13-1 10 0,-13 0 51 0,0-2 33 15</inkml:trace>
  <inkml:trace contextRef="#ctx0" brushRef="#br0" timeOffset="175678.14">14933 5013 305 0,'6'0'14'0,"2"0"8"0,-2 0 14 15,1 0-4-15,-1 0-1 0,1 0 4 0,-3 0-6 16,5 0 21-16,-4 0-4 0,-1 0 0 16,0 0 8-16,-2 0 8 0,1 0 17 0,-3 0 6 15,2 0 7-15,-2 0 10 0,0 0-4 0,0 0-5 16,0 0-11-16,0 0-31 0,0 0-27 0,0 0-11 15,0 0-10-15,-15 0-13 0,15 0 4 0,-14 0 3 16,14 0-4-16,-18 0 9 0,5 0 1 0,0 0-7 16,-1 0 6-16,-1 0-3 0,-2 0-1 0,0 0-1 15,-1 19-9-15,0-19 7 0,0 17-3 0,-3-17 3 16,5 18 11-16,-1-8-11 0,1-1 5 0,0 0 0 16,5 0-6-16,0 0-1 0,1-1-13 0,2 0-33 15,4-1-39-15,-1 0-10 0,3 0-13 0,2 0 17 16,0-3 41-16,0 2 5 0,0-3 25 15,20 1-5-15,-20-3-9 0,20 0-7 0,-20-1-5 16,27 0 4-16,-11 0 3 0,0 0 3 0,1-17-5 16,1 17 15-16,-1 0 4 0,-1-19 19 0,-1 19 9 15,-2-15 9-15,-2 15-12 0,1-14 9 0,-4 14 0 16,-1-15-9-16,-1 15 17 0,-1-10-7 0,-2 3 5 16,-1 3 18-16,3 0-4 0,-5 0-5 0,2 1 16 15,-2 1-17-15,0 0-6 0,0 1 5 0,0-1-22 16,2 1 4-16,-2 1 0 0,0 0-4 0,0 0 4 15,2 0-4-15,0 0 0 0,3 0 8 0,-2 0-8 16,3 0 13-16,0 0 14 0,1 21 3 16,1-21 26-16,2 18 26 0,0-4 29 0,-2 1 36 15,1 3 3-15,0 2-7 0,-2 2-15 0,-1 1-34 16,-2 1-6-16,-1-1-16 0,-3 0-4 0,3 0-6 16,-3-1-6-16,0-2-8 0,0-1-9 0,0-1 2 15,-22 0-8-15,22-3 1 0,-19 0-12 0,19-1-5 16,-28-3-1-16,15-1-5 0,-5-3 4 0,-1-1-6 15,2-2-2-15,-3-4-2 0,3 0-48 0,-1 0-72 16,2 0-105-16,0 0-110 0,5-21-12 0,0 21 14 16,3-23 41-16,2 8 112 0</inkml:trace>
  <inkml:trace contextRef="#ctx0" brushRef="#br0" timeOffset="176801.67">15402 5059 471 0,'1'0'18'15,"0"0"28"-15,-1-2 25 0,0 1 17 16,0 0 2-16,0-1-11 0,0 1-21 0,0 0-21 0,0-1-21 15,0 0-5-15,-15 1-11 0,15-1 0 16,0 0 4-16,-15 2-14 0,15-1 9 0,-16-1 10 16,5 2-14-16,1 0 5 0,-3 0 0 0,-1 0-6 15,1 0 1-15,0 0 5 0,2 17-10 0,1-17 5 16,0 0 0-16,2 17 4 0,-1-17 5 0,1 12-5 16,4-12 11-16,-1 11-15 0,-1-11 1 0,0 13-1 15,1-6 0-15,-2 1 6 0,3 0 3 0,-1 0-3 16,3-1 8-16,0 3-13 0,1 0-6 0,1 1 5 15,0 0-25-15,0 1 4 0,0-1-5 0,0-1-5 16,21 0 25-16,-21-2 0 0,0-2 11 0,19 0 5 16,-19-3-21-16,14 0 17 0,-14-2-1 15,16-1 0-15,-4 0 21 0,-4 0-11 0,2 0 1 16,1 0-11-16,0 0 0 0,0-21 5 0,3 21-5 16,-4-15 0-16,1 15 5 0,0-15-5 0,-3 15-1 15,2-16 12-15,-2 16-16 0,-2-16 4 0,-2 8 7 16,-1 0-2-16,-2 1 2 0,1-1-6 0,-2-2-6 15,0 3 1-15,0-3 0 0,0 1 5 0,0 1 0 16,0 1-6-16,0 0-9 0,-18 1 14 0,18 1-14 16,0 1 4-16,-14 2 16 0,14 1-10 0,0-1 4 15,-12 2 1-15,12 0-5 0,-8-1-6 16,8 1 6-16,-5 0 0 0,5 0-1 0,-5 0 1 16,3 0 5-16,-1 0 0 0,3 16 1 0,0-16-12 0,0 0-6 15,0 16-8-15,0-16-9 0,0 15 6 16,0-15-3-16,0 15-10 0,20-8 14 0,-20 1 8 15,0-1 1-15,21 0 18 0,-21-2-1 0,20 1-7 16,-10 0 12-16,4-3-5 0,-3 1 1 0,2-1 0 16,1-3 1-16,-1 0 4 0,1 0 5 0,-3 0 8 15,3 0-13-15,-3 0-1 0,0-17-8 0,0 17 0 16,0 0 9-16,0-18-1 0,-1 18 0 0,1-16-4 16,-1 16 4-16,1-17 1 0,-3 8-5 0,0 1 0 15,-2-1 4-15,1 0 14 0,-3 1 0 0,-1-1 4 16,-3 1 5-16,0 1-8 0,0 0 10 15,0 0-4-15,0 1-13 0,0 2-7 0,0-1 1 16,0 3-1-16,0 1 0 0,-17-1-5 0,17 0 0 16,0 2-11-16,0 0 16 0,0 0-11 0,0 0 1 15,0 0 15-15,-7 0-15 0,7 19 5 0,0-19-6 16,-6 17-4-16,6-17 4 0,-4 21 12 0,4-9 5 16,-2 2 15-16,2 1 7 0,-2 0-6 0,2 1 5 15,0-1-16-15,0 2-10 0,0-2 0 0,0 0-5 16,0-2 10-16,0-1-5 0,16-1 5 0,-16-1 0 15,0-3 5-15,0-3 5 0,0 0 15 0,10-1 0 16,-10-1-5-16,0-2-1 0,0 0-13 0,0 0 0 16,5 0-18-16,-5 0 9 0,4 0-1 0,-4-21-8 15,3 21 1-15,0-17-10 0,-1 17-10 16,0-20-12-16,-2 8 17 0,0-1 4 0,0 0 0 16,0-2 15-16,0 1-9 0,0-1-4 0,0 1 9 15,0-1 1-15,0 1-6 0,0 2 6 0,0 1-5 16,0 1 5-16,0 2 14 0,0 3-1 0,0-1 1 15,0 3 4-15,0-1-9 0,17 1 0 0,-17 0 5 16,0 1-2-16,14 0 2 0,-14 1-2 0,11 1 2 16,-11-1-10-16,11 1 0 0,-11 0 4 0,11 0 0 15,-5 0 9-15,2 0-5 0,-1 0-4 16,3 0 0-16,0 0-9 0,-1 0 9 0,1 18-5 16,2-18 1-16,-3 0 0 0,0 12-10 0,0-12 10 15,-1 0-1-15,-1 10-5 0,-1-10 5 0,-1 0-8 16,-2 7 6-16,1-7 6 0,-3 0 0 0,0 0 5 15,0 0-5-15,-1 0-8 0,0 0 0 0,0 0-27 16,0 0-71-16,0 0-61 0,0 0-56 0,0 0-27 16,0 0 10-16,0 0 63 0</inkml:trace>
  <inkml:trace contextRef="#ctx0" brushRef="#br0" timeOffset="177085.9">15984 4986 825 0,'2'0'52'0,"-1"-2"68"16,1 2 64-16,-1 0 23 0,-1-2-44 0,0 2-68 15,0 0-65-15,0 0-26 0,0 0-13 0,0 0 0 16,0 0-8-16,0 0-2 0,0 0 0 0,0 0 1 16,0 0 15-16,0 0 5 0,0 0 3 0,0 20 1 15,-15-20 1-15,15 15-3 0,0-15 1 0,0 22 10 16,-15-9 5-16,15 1 12 0,0-1 8 15,-7 3-1-15,7-1-1 0,-6 0-5 0,6-2-7 0,0 2-7 16,0-1-10-16,0-4-2 0,0 0 3 0,0-1-5 16,0-1 4-16,0-1-8 0,0-1-73 15,0-2-95-15,0-1-103 0,15 0-72 0,-15-2 21 16,0 0 34-16,0-1 76 0,0 0 74 0</inkml:trace>
  <inkml:trace contextRef="#ctx0" brushRef="#br0" timeOffset="177437">16286 5013 449 0,'16'-5'23'0,"-3"-1"32"0,-2 0 40 0,-2 3 49 16,-2-2 43-16,-2 2 14 0,-1 0 6 15,-2 0-19-15,-2 2-62 0,0 1-40 0,0-1-54 16,0 1-31-16,0-1-8 0,0 1-2 0,-22 0 6 15,22 0-5-15,-18 0 9 0,18 0-6 0,-22 0-1 16,10 0 4-16,-1 0-5 0,0 16 4 0,2-16-1 16,1 0-5-16,1 13 2 0,2-13 3 0,-2 12-2 15,4-12 8-15,1 10 0 0,1-10 6 0,1 9 17 16,1-3 14-16,1 1 26 0,0 1 1 0,0 1-8 16,0 1-7-16,21 1-20 0,-21 3-6 0,19 0-2 15,-19 1-13-15,20 0-1 0,-20 1-3 0,19-1 0 16,-19 0 11-16,15-1-9 0,-15-1-2 0,7-2 1 15,-7 0-6-15,0-3 4 0,0-2-1 16,0 0-35-16,0-3-57 0,-20-1-70 0,20-2-97 16,-27 0-54-16,8 0-14 0,-4 0 23 0,0-29 6 15,-1 29 88-15</inkml:trace>
  <inkml:trace contextRef="#ctx0" brushRef="#br0" timeOffset="177558.98">15915 4696 1503 0,'0'-14'-2'0,"25"2"0"0,-25 3-2 0,21 1-5 16,-21 2-4-16,12 0-29 0,-12 1-84 0,8 5-101 16,-8 0-61-16,0 0-44 0,0 0 87 15</inkml:trace>
  <inkml:trace contextRef="#ctx0" brushRef="#br0" timeOffset="184667.26">10738 5860 81 0,'0'0'5'0,"0"0"10"0,0 0 4 16,0 0 0-16,0 0-5 0,0 0 2 0,0 0 0 15,0 0 9-15,0 0 1 0,0 0-1 0,0 0 0 16,0 0-4-16,0 0 8 0,0 0-7 0,0 0-1 15,0 0-9-15,0 0 5 0,0 0-7 0,0 0 5 16,0 0-7-16,0 0-3 0,0 0 0 0,0 0-13 16,0 0 18-16,0 0-14 0,0 0 22 0,0 0-1 15,0 0-17-15,0 0 5 0,0 0-18 0,0 0 9 16,0 0 5-16,0 0 4 0,0 0 0 0,0 0 4 16,0 0 0-16,0 0 1 0,0 0-1 15,0 0-4-15,0 0 8 0,0 0-13 0,0 0 5 16,0 0 0-16,0 0-14 0,0 0 5 0,0 0 4 15,0 0-4-15,0 0 8 0,0 0 4 0,0 0-17 16,0 0 10-16,0 0-6 0,18 13 2 0,-18-13 3 16,0 0 4-16,14 15-8 0,-14-15 0 0,11 15 8 15,-11-6-16-15,15 0 16 0,-8 2 5 0,1-2-14 16,0 0 9-16,2 0-4 0,-2 0-5 0,1-1 5 16,0 0 1-16,0-1 3 0,-1-2 5 0,1 1 5 15,-1-1-6-15,-1-1 1 0,0-2-4 16,-2 2-1-16,3-3 1 0,-1 1-5 0,0 1 8 0,-2-2-3 15,2 0-15-15,0-1-13 0,-1 0-29 0,1 0-22 16,-2 0-25-16,1 0-23 0,-3 0 20 16</inkml:trace>
  <inkml:trace contextRef="#ctx0" brushRef="#br0" timeOffset="185001.37">11240 5814 400 0,'0'0'-13'0,"0"0"9"16,0 0 5-16,0 0 1 0,0 0 13 0,-16 0-9 15,16 0-5-15,0 0 3 0,0 0 0 0,0 0-8 16,0 0 4-16,-9 0 0 0,9 12 0 0,-8-12 5 15,8 0 0-15,-11 11-4 0,3-11-4 0,-1 12 18 16,-2-4-9-16,-1 1 4 0,2 0 4 0,-1 0-5 16,-4 0 10-16,3 1-14 0,-1 0 0 0,1-1-10 15,-1 1 1-15,2-1 5 0,0-1 8 0,1 1-1 16,1-1-12-16,2-1 8 0,1-1-4 0,3 1 1 16,1-2-7-16,-1 0-13 0,1-1-21 15,-1-1-15-15,1 1-14 0,0 0-37 0,0-2 13 16,0 1 18-16</inkml:trace>
  <inkml:trace contextRef="#ctx0" brushRef="#br0" timeOffset="185159.95">11006 5978 62 0,'0'-1'0'0,"0"0"-4"15,0 0 3-15,0 1-11 0,0 0-2 0,0 0 3 16,0 0-3-16,0 0 11 0</inkml:trace>
  <inkml:trace contextRef="#ctx0" brushRef="#br0" timeOffset="185379.37">11006 5975 6 0,'0'0'4'0,"0"19"5"0,-12-19 1 15,12 0 13-15,0 16-2 0,0-16 4 0,0 10 8 16,0-10-12-16,-8 14 10 0,8-7 8 0,0 1 10 16,0 0 0-16,0 2 0 0,0 1-10 0,0 2-17 15,0-1 11-15,0 3-17 0,0 0 4 0,0 1 8 16,0 0-9-16,0-1 19 0,15 1-14 0,-15 1-1 15,0-2-3-15,0 1-11 0,12-1 12 0,-12 0-10 16,0-1 26-16,7 0-12 0,-7 0 1 16,5-5 5-16,-5 3-7 0,0-1 7 0,0-2 3 0,0 1-11 15,0-2-6-15,0 0 5 0,0 0-33 16,0 1 16-16,0-2-12 0,0-1-4 0,0 1 22 16,-14-2-11-16,14-1-17 0,0-1-25 0,0-1-30 15,0-1-33-15,0 0 5 0,0-1 18 0,0 0-21 16,0 0-30-16,0 0 11 0</inkml:trace>
  <inkml:trace contextRef="#ctx0" brushRef="#br0" timeOffset="185951.68">11332 6093 340 0,'0'0'9'0,"0"4"11"16,0-2 0-16,0-2 15 0,0 0-10 0,0 0-4 16,0 0 4-16,0 1-9 0,0-1 9 0,0 1-1 15,0-1 0-15,0 0 8 0,0 0-4 0,0 1 6 16,0-1-16-16,0 0-7 0,0 0 6 0,0 0-6 15,0 0 12-15,0 0 4 0,15 0-5 0,-15 0-5 16,14 0-1-16,-6 0 0 0,1 0-11 16,4 0 6-16,-1 0 21 0,4 0-5 0,-2 0 15 15,4-13 5-15,-1 13-8 0,4 0 0 0,-1-9-2 16,-2 9-9-16,2-6-14 0,-1 6 16 0,-2-6 3 16,0 6 7-16,-4-5 3 0,-2 3-6 0,1 1 5 15,-4 0 6-15,0-1-6 0,1 2-12 0,-4-2-14 16,2 1-9-16,-2 0 5 0,1 0-5 0,-3 1 2 15,2 0-6-15,-1 0 0 0,-2-2-3 0,0 1-4 16,1 1 5-16,1-2-1 0,-2 1 3 0,0 0-6 16,1 1-62-16,-1-2-62 0,-2 1-91 0,0 1-24 15,3-1 7-15,-3 0 12 0,0-2 45 0,0 1 33 16</inkml:trace>
  <inkml:trace contextRef="#ctx0" brushRef="#br0" timeOffset="186584.68">12013 5838 325 0,'2'-2'1'16,"0"1"19"-16,0 0 2 0,0-2 12 0,0 2-1 16,0-1-17-16,0 0 7 0,0 0-18 0,-1 2 9 15,0 0 1-15,-1 0-5 0,0 0 9 0,0 0-9 16,0 0 9-16,0 0-5 0,0 0 0 0,0 0 4 15,0 0-4-15,0 0 9 0,0 0 6 0,0 0-10 16,0 0 7-16,0 0-14 0,0 0 4 0,0 0 6 16,0 0-11-16,0 0 5 0,0 0-10 0,0 0 0 15,0 0 4-15,0 0 6 0,0 0 0 0,0 0-5 16,0 0-11-16,0 0 1 0,0 0 0 0,0 10 9 16,0-10 6-16,0 0-1 0,0 0-5 15,0 0 6-15,0 0-11 0,0 0 6 0,0 0 0 16,0 0-16-16,0 0 10 0,0 0-1 0,0 0 1 15,0 0 5-15,0 0-5 0,0 0 0 0,0 0-19 16,0 0 5-16,0 0 14 0,0 0-15 0,0 0-1 16,0 0-32-16,0 0-42 0,0 0-13 15,0 0 7-15,0 0 13 0,0 0 11 0,0 0-11 0,0 0-13 16,0 0-26-16,0 0 21 0</inkml:trace>
  <inkml:trace contextRef="#ctx0" brushRef="#br0" timeOffset="187994.93">17124 4816 486 0,'0'-3'-5'16,"0"3"16"-16,0 0 6 0,0 0 0 0,-17 0 14 15,17 0-10-15,0 0-11 0,0 0 4 16,-13 0-18-16,13 0-5 0,-12 0 18 0,12 0-9 16,-18 0 10-16,9 0 0 0,-3 0-19 0,0 16 0 0,1-16 9 15,-3 0 5-15,2 19 5 0,-1-19 13 16,2 15 7-16,2-15-10 0,0 19 0 0,3-10-4 16,0 2-11-16,-1 0 12 0,0 1 10 0,-1 1-6 15,4 1 9-15,-2 1-4 0,0 0-21 0,-1 2 16 16,1-1-16-16,3 1 9 0,-1 0 1 0,2 0-16 15,-1 1 11-15,1 0-15 0,2 1 6 0,-3-2 0 16,3 2-1-16,0-2 6 0,0 1 9 0,0-1-4 16,0-1-5-16,0-1-5 0,0-2 10 0,19-1 0 15,-19-2-6-15,0-1 6 0,18-2-10 0,-18-2 9 16,12 1 5-16,-12-4-4 0,19 1-5 16,-9-1-10-16,5-2-48 0,-3 1-47 0,1-1-28 0,2 0-29 15,3 0-23-15,-4 0 19 0,1 0 29 16</inkml:trace>
  <inkml:trace contextRef="#ctx0" brushRef="#br0" timeOffset="189067.59">17188 5037 283 0,'0'0'2'16,"0"7"14"-16,0-7 11 0,0 0 10 0,0 0 7 15,0 0-4-15,0 0 9 0,0 0-7 0,0 0 13 16,0 0 18-16,0 0 18 0,0 0 31 0,0 0 20 16,0 0 7-16,0 0 1 0,0 0-7 0,16 0-20 15,-16 0-15-15,0 0-21 0,0 0-26 0,0 0-17 16,0 0-23-16,0 0-12 0,0 0-1 0,0 0-6 15,0 0 4-15,0 0-10 0,0 0 0 0,0 0-2 16,0 0-13-16,0 0 6 0,0 0-2 0,0 0 3 16,0 0 15-16,0 0-9 0,0 0 10 0,18 0-3 15,-18 18-3-15,19-18 7 0,-19 12-5 0,24-12 0 16,-11 14-2-16,1-14 5 0,1 16-4 0,-1-9 2 16,1 2 2-16,-1-2 0 0,3 1 0 15,-3-1 0-15,2 0 0 0,-2-1 0 0,1 0-2 16,-2 1 2-16,1-1 1 0,-3-1-4 0,1 0 3 15,-2-1 2-15,-1 0-6 0,-1-1-9 0,0-1-18 16,-3 0-42-16,-1 0-37 0,0-2-39 0,-2 0-34 16,0 0-28-16,-1 0-26 0,-1 0 12 0,1 0-1 15,0 0 23-15,0-17 68 0</inkml:trace>
  <inkml:trace contextRef="#ctx0" brushRef="#br0" timeOffset="189389.97">17496 5020 509 0,'0'-3'9'0,"0"3"9"0,0 0 0 0,0-2 9 16,0 0-4-16,0 2-14 0,0 0 0 0,0 0-13 15,0 0-1-15,0 0 10 0,0 0 4 0,0 0 4 16,0 0-13-16,0 0 1 0,0 0-1 15,0 19 9-15,0-19 14 0,0 12 7 0,-20-12 0 0,20 17 13 16,-12-7-5-16,12 1 4 0,-14 0 10 16,3 0-25-16,2 1 18 0,0-1-20 0,-2 0-20 0,2 0 5 15,-2-1-14-15,1-1 9 0,0 2-5 16,1-1 6-16,0-1 0 0,3-1-5 0,-1 0 12 16,3-2-13-16,0-1-21 0,1 1-46 0,1-3-31 15,0-1-13-15,2 0-3 0,0-2 33 0,0 2 16 16,0-2 5-16,0 0-26 0,0 0-28 0,0 0 11 15</inkml:trace>
  <inkml:trace contextRef="#ctx0" brushRef="#br0" timeOffset="189963.47">17751 5149 290 0,'0'0'11'0,"14"0"19"16,-14 0 15-16,0 0 10 0,0 0-3 16,0 0-22-16,10 0-1 0,-10 0 3 0,0 0-9 15,0 0 3-15,0 0-13 0,0 0-8 0,0 0 8 16,0 0-12-16,0 0 3 0,0 0-4 0,0 0-13 16,0 0 17-16,0 0 5 0,0 0 22 0,0 0 14 15,0 0 23-15,0 13-5 0,0-13-15 0,0 17 18 16,0-5-25-16,0-1 14 0,0 3-6 0,0-1-23 15,0 1-1-15,0 3-26 0,0-2-5 0,0-1 9 16,0 0 0-16,0 1 3 0,0-2 15 0,0 0-24 16,0-3 1-16,0 1-1 0,0-3 0 0,0-2-37 15,0 0-45-15,0-1-55 0,0-3-43 0,0-1 13 16,0 1 5-16,0-2 11 0,0 0 35 16</inkml:trace>
  <inkml:trace contextRef="#ctx0" brushRef="#br0" timeOffset="190619.83">18110 5177 303 0,'1'0'10'15,"0"0"11"-15,-1 0 15 0,2 0 6 0,-2 0 3 16,0 0 0-16,2 0-11 0,-2 0-1 0,2 0 3 16,-1 0-4-16,-1 0-15 0,2 0 16 15,0 0-1-15,3 0-16 0,-2 0 31 0,0 0-25 16,1 0-6-16,1 0 22 0,0 0-6 0,0 0 10 15,2 0 4-15,-2 0 19 0,2 0 16 0,-1 19 11 16,-1-19 3-16,1 14-12 0,-2-14-15 0,0 17 2 16,0-8-7-16,-3 1-8 0,1-2-14 0,-2 1-20 15,0-2 0-15,0 1-7 0,0 0-3 0,0-1 0 16,-19 2-8-16,19-2-3 0,-16 0-35 0,16-1-49 16,-21-2-73-16,21 1-91 0,-21-2-6 0,8-1 1 15,3-1 24-15,0-1 33 0,1 0 42 0</inkml:trace>
  <inkml:trace contextRef="#ctx0" brushRef="#br0" timeOffset="191164">18399 5009 672 0,'0'0'16'0,"0"0"38"15,0 0 26-15,0 0 6 0,0 0-6 0,0 0-37 16,0 0-27-16,0 0-2 0,0 0-14 0,0 0-6 16,0 0 1-16,0 0-11 0,0 0 6 15,0 0 5-15,0 0 0 0,0 0 5 0,0 0 4 16,0 0 15-16,0 0-6 0,0 16 6 0,0-16 15 15,0 14-15-15,0-14 28 0,0 16 7 0,0-8-8 16,0 0 11-16,18-1-15 0,-18 0 0 0,0-1 3 16,0 1-2-16,14-1-7 0,-14-1-14 0,14-1-8 15,-14 1-3-15,15 1-6 0,-4-2 6 0,0-3-4 16,3 2-9-16,-1-3 9 0,5 0-1 0,-1 0-1 16,2 0-3-16,-2 0-12 0,2 0-28 0,-2-19-24 15,1 19 1-15,0 0-7 0,-4-18 10 0,-1 18 16 16,-1-16-12-16,-1 16-25 0,-2-13-37 15,-2 13-25-15,-4-15-1 0,1 8 9 0,-4 1 18 16,1 0-25-16,-1 1-4 0,0-1 28 0</inkml:trace>
  <inkml:trace contextRef="#ctx0" brushRef="#br0" timeOffset="191496.11">18618 5104 391 0,'0'4'24'0,"0"1"15"0,0 0 14 0,0-2 8 16,0 1 17-16,0 1-4 0,0 1 2 0,0 1 1 15,0 0-15-15,0 0 4 0,13 0-6 0,-13 3 7 16,0-2-13-16,0 2 2 0,0 1 4 0,0 1-5 15,0 1 8-15,0 0 0 0,0 1-3 0,0 1 5 16,0 0-6-16,0 2-11 0,0-3-10 0,0 2-13 16,0-2-9-16,0-1-7 0,0-1 3 0,0 0-8 15,0-3 6-15,0-1-4 0,0-1 0 0,0-2 0 16,0 0-42-16,0-4-35 0,0 1-53 16,0-1-50-16,0-1-18 0,0 0-15 0,0 0 12 15,0 0 22-15,0 0 5 0,0 0-11 0,0-17 36 16</inkml:trace>
  <inkml:trace contextRef="#ctx0" brushRef="#br0" timeOffset="191811.28">18896 5211 369 0,'8'-3'24'0,"0"1"24"16,-1 0 32-16,-2 0 39 0,2-1 18 0,-3 1 1 15,-1 1-23-15,0 0-21 0,-3 0-46 0,1 1-12 16,-1 0-9-16,0 0-13 0,0 0 17 0,0 0-8 16,0 0 16-16,0 0-9 0,0 0-9 0,0 20-7 15,0-20-12-15,0 15 11 0,-16-15-11 0,16 17-1 16,0-6-5-16,0-1-2 0,0 0 4 0,-10 0 4 15,10-1-4-15,0 0-39 0,0-1-30 0,0-1-32 16,0-1-45-16,0-2-4 0,0 0 14 0,0-2 12 16,0 0 8-16,0-2-14 0,0 0-12 15,0 0 19-15</inkml:trace>
  <inkml:trace contextRef="#ctx0" brushRef="#br0" timeOffset="192213.4">19119 4827 715 0,'9'0'-7'16,"-1"0"14"-16,0 0 11 0,-1 0 25 0,1 0 35 15,1 0 26-15,2 0 13 0,1 0-5 0,1 0-5 16,-2 0-16-16,0 0 21 0,1 18 23 0,-2-18 6 16,0 28 6-16,0-10-34 0,-2 1-25 0,-2 2-28 15,1 3-14-15,-1 0-8 0,-1 2-1 0,-2 1 2 16,1-3-4-16,-2 2 3 0,1-2-2 0,-3 0 2 15,0 0 3-15,0-1 3 0,0-1-5 16,0-1-2-16,0-1-5 0,-19-2-5 0,19-1-10 16,-17 0-7-16,17-2 0 0,-26 0-14 0,11-1-50 15,-2 0-71-15,0-1-122 0,-1-2-161 0,-3 0-79 16,2-3 7-16,-4-2 37 0,-1-2 168 0</inkml:trace>
  <inkml:trace contextRef="#ctx0" brushRef="#br0" timeOffset="195074.96">12037 5871 277 0,'0'0'15'0,"0"0"23"0,0 4 10 16,0-4 10-16,0 0-11 0,0 0-17 0,0 0-6 16,0 0 4-16,0 0-5 0,0 0 4 0,0 0-1 15,0 0-8-15,0 0 11 0,0 0-15 0,0 0 7 16,0 0 16-16,0 0-16 0,0 0 12 0,0 0-12 15,0 0-10-15,0 0 9 0,0 0 5 0,0 0 6 16,0 0-5-16,0 0 10 0,0 0-1 0,0 0 10 16,0 0 11-16,0 0 0 0,0 0-7 15,0 0-13-15,0 0-6 0,0 0-17 0,0 0-1 16,0 0 0-16,0 0-12 0,0 0 2 0,0 0-6 16,0 0 3-16,0 0 0 0,0 0 2 0,0 0-1 15,0 11 4-15,0-11-8 0,0 0-1 0,0 7 7 16,0-7-8-16,0 7 6 0,0-3 5 0,0-1-9 15,0 0 7-15,0 2-3 0,0-2-1 0,0 1-2 16,0 1 4-16,0 0 3 0,0-1 0 0,0 1 9 16,0 1-5-16,0 1-3 0,19-1 4 0,-19 1 0 15,15-1-8-15,-15 0 2 0,18 1-5 16,-9-1 6-16,0-2 9 0,4 2-4 0,-4-2 3 16,2-1-1-16,1-1-10 0,-4 0 13 0,3-2-11 15,1 0-2-15,0 0 9 0,1 0-9 0,1 0 13 16,-1 0 0-16,2 0-6 0,1-21 4 0,0 21-5 15,-1 0 1-15,-3-20 0 0,1 20-3 0,-2-13-1 16,-1 13-4-16,-4-9-1 0,-2 9-9 0,-1 0-40 16,-1-8-73-16,0 8-62 0,-2 0-51 0,0-4 11 15,0 4 28-15,0-2 9 0,0 0 51 0,0 2 29 16</inkml:trace>
  <inkml:trace contextRef="#ctx0" brushRef="#br0" timeOffset="195683.94">12394 6074 325 0,'0'0'10'16,"3"1"20"-16,-1 0 6 0,0-1 14 16,-2 0 8-16,1 0-2 0,0 1 6 0,-1-1 12 15,0 0 3-15,0 0 3 0,0 0-6 0,0 0-27 0,0 0-21 16,0 0-15-16,0 0-1 0,0 0 4 15,0 0-9-15,0 0 9 0,0 0-8 0,0 0-6 16,0 0 4-16,0 0-9 0,0 0 0 0,0 0 5 16,0 0 28-16,0 0-3 0,0 0 13 0,0 0 4 15,0 12-19-15,0-12 8 0,0 0-4 0,0 0-7 16,0 10-5-16,0-10-4 0,0 0 6 0,0 5-3 16,0-5 1-16,0 5 9 0,0-5-6 0,0 0 13 15,0 0 1-15,0 0-10 0,11 0 8 0,-11 0-10 16,0 0 6-16,0 0-11 0,0 0-10 15,0 0 9-15,5 0-12 0,-5 0 6 0,0 0-10 16,0 0-43-16,0-12-71 0,0 12-85 0,0 0-54 16,0 0-11-16,0-11 1 0,0 11 64 0,0-10 61 15</inkml:trace>
  <inkml:trace contextRef="#ctx0" brushRef="#br0" timeOffset="196188.45">12460 5896 153 0,'2'0'5'0,"0"0"11"0,2 0 14 16,1 0 7-16,1 0 11 0,-3-15-8 0,1 15-4 15,-1 0 7-15,-1 0-17 0,0 0 6 0,-2 0-8 16,0 0-19-16,0 0 5 0,0 0 0 0,0 0 4 16,0 0-1-16,0 0 6 0,0 0-10 0,0 0-4 15,-16 17 4-15,16-17-5 0,0 0 5 0,0 14 9 16,-13-14-5-16,13 9 1 0,-10-9-1 0,10 9-22 15,-12-9 14-15,7 9-10 0,-4-4-3 16,-2 0 16-16,2 0-17 0,0 1-8 0,-3 0-25 16,-1-2-24-16,1 1-37 0,-1-1-19 0,2 2 3 15,-2-1 22-15</inkml:trace>
  <inkml:trace contextRef="#ctx0" brushRef="#br0" timeOffset="196603.21">12226 6010 391 0,'0'0'5'0,"9"0"11"0,-9 0 14 15,0 0 0-15,4 0 3 0,-4-8-1 0,5 8-9 16,-3-3-5-16,-2 3 5 0,2-3-10 0,0 2 5 15,1 0-4-15,-1 0-5 0,0 0 0 0,0 0-9 16,-1 0 9-16,0 1-5 0,0 0 0 0,0 0-4 16,-1 0 10-16,0 0-5 0,0 0 12 0,0 0 15 15,0 0 10-15,0 0 16 0,0 20 0 0,0-20-7 16,0 15-20-16,0-15-5 0,0 24 5 0,0-12-14 16,0 3 14-16,14 1 2 0,-14 2-10 0,0 0 16 15,0 3 1-15,0 2-14 0,0 0 2 16,0 4-1-16,0 0 6 0,0-1 4 0,0-1 9 15,-18 2 3-15,18-1-13 0,0-2 11 0,-13-3-11 16,13-2 6-16,0-1-7 0,-14-3-6 0,14-2-12 16,0-2-3-16,-10-3-5 0,10-1 0 0,0-1 3 15,-3-3-4-15,3 0-8 0,0-2-30 0,0 0-48 16,0-1-60-16,0 0-52 0,0 0-32 0,0 0-6 16,0 0 5-16,0 0-24 0,16-20 57 0</inkml:trace>
  <inkml:trace contextRef="#ctx0" brushRef="#br0" timeOffset="197016.49">12560 6135 425 0,'0'-3'24'0,"0"2"19"0,0 1 9 0,0-2 31 15,0 2-13-15,0 0-24 0,0 0 7 0,0 0-36 16,0 0-11-16,0 0 10 0,0 0 0 0,0 0 22 16,0 0-3-16,0 23 10 0,0-23-9 0,0 20-2 15,0-6 11-15,0 1-5 0,16 3 10 16,-16 2-23-16,0 2 1 0,0-1-8 0,0-1-18 0,0-2 17 16,10-1-6-16,-10 0-1 0,0-1-5 15,0-3 2-15,6-3-5 0,-6 0-25 0,0-1-54 16,0-1-85-16,4-3-57 0,-4-1-21 0,0-1-10 15,0-3 75-15</inkml:trace>
  <inkml:trace contextRef="#ctx0" brushRef="#br0" timeOffset="197623.44">13063 6097 825 0,'0'0'85'0,"0"0"78"15,0 0 65-15,0 0 31 0,0 0-68 0,7 0-74 16,-7 0-57-16,0 0-32 0,5 0-15 0,-5 0-6 16,2 0-7-16,-1 0 0 0,1 0-5 15,2 0 8-15,2 0-1 0,-1 0 0 0,5 0 6 16,0 0-7-16,3 0 13 0,4 0 4 0,-2 0 10 15,3 0 14-15,0 0-1 0,0 0 5 0,0 0 4 16,-2 0-3-16,0 0-4 0,-1 0-4 0,-1 0-11 16,-3 0-8-16,-2 0-9 0,2 0 1 0,-4 0-7 15,-1 0 0-15,-1 0-2 0,-1 0-2 0,-2 0-3 16,2 0-18-16,-2 0-39 0,-2 0-59 0,0 0-69 16,0 0-85-16,0 0-78 0,0 0 2 0,0 0 34 15,0 0 68-15,0 0 58 0,-17 0 43 0,17 0 37 16</inkml:trace>
  <inkml:trace contextRef="#ctx0" brushRef="#br0" timeOffset="197839.86">13118 6203 557 0,'0'3'14'0,"0"0"10"15,0-2 9-15,0-1 6 0,0 0 3 0,22 0 2 16,-22 0-3-16,20 0-7 0,-20 0 0 0,27 0-6 15,-13 0 1-15,1 0 9 0,-1 0-10 0,1 0 5 16,2 0-6-16,-6 0-6 0,2 0-16 0,0 0-4 16,-4 0 4-16,0 0-14 0,-1 0 21 15,-2 13-11-15,-2-13-55 0,-2 0-37 0,3 0-45 16,-3 9-41-16,0-9 9 0,-2 0-4 0,0 0 33 16</inkml:trace>
  <inkml:trace contextRef="#ctx0" brushRef="#br0" timeOffset="199488.27">13731 6000 321 0,'0'-2'10'0,"0"-1"14"0,0 2 14 0,0-2 10 16,0 0 0-16,0 1 3 0,0 0 3 0,0 0 12 15,0 1 16-15,0-1 32 0,0 2 6 16,0-1 1-16,0 0-6 0,0 0-20 0,0 0-8 15,0-1-11-15,0 0 2 0,0 0-13 0,0 0 2 16,0 1 3-16,0-1-13 0,0 0-8 0,0 1-12 16,0 1-9-16,0-1-9 0,0 1-15 0,0 0 1 15,0 0-15-15,0 0-3 0,0 0-2 0,0 0-4 16,0 0 10-16,0 0 1 0,0 0 8 0,0 17 3 16,0-17-3-16,23 14 2 0,-23-14-1 0,0 19 1 15,0-9 2-15,17 4 2 0,-17-3-2 0,0 3-2 16,14 1-3-16,-14-2-1 0,0 1 5 0,11 0-2 15,-11-1 5-15,0 1-4 0,6-2-2 0,-6 1 0 16,3-1-1-16,-3 0 9 0,2 0-8 16,0 1 1-16,0-3-3 0,1 2-2 0,1-2 5 0,-3 0-3 15,1-1 4-15,2-1-10 0,-2 0 2 0,0-1 3 16,1-1-7-16,-1-2 6 0,0-2 1 16,0-1-1-16,-2 2 7 0,0-3 4 0,2 1-5 15,-2-1 6-15,0 0 0 0,4 0-7 0,-3 0 9 16,0 0-12-16,-1 0-16 0,2 0-12 0,0 0-14 15,2 0-5-15,0-22-9 0,-1 22-6 0,3-14-14 16,-1 14 2-16,4-17 6 0,-4 17 9 0,3-19 17 16,-1 9-1-16,0-1 8 0,-2 0 11 0,1-1 10 15,-1 1 8-15,1 1 4 0,-2-1 6 0,0 0-3 16,-2 1-9-16,0 0 7 0,0 2-7 0,0-1 5 16,-1 0 10-16,0 1-12 0,0 0 19 0,1-1-5 15,0 2-4-15,0-2 9 0,0 2-13 16,1 0-3-16,-1 1 8 0,0 0-5 0,1-1 2 15,1 4 3-15,-2-2 0 0,1 1 9 0,1 1-4 16,-2-1 3-16,0 2-6 0,1-2-11 0,-1 4 13 16,0-2-9-16,-2 1-1 0,2 1-2 0,0 0-9 15,-2 0 5-15,4 0-4 0,-1 0 11 0,-2 0-3 16,1 0-5-16,2 0 13 0,0 0-3 0,-1 17 0 16,1-17 4-16,-2 0-4 0,3 18-4 0,0-18 1 15,-1 18 4-15,0-8 0 0,-3 1 3 0,1 0 10 16,2 0-10-16,-4 1 5 0,3 1-7 15,-1 1-11-15,0 0 12 0,-2-2-6 0,2 2 0 16,0-2 4-16,-2 0-12 0,6-1 5 0,-5-2 17 16,2 1-1-16,-1-1-1 0,0-3 0 0,0 0-14 15,1-2 4-15,-1 0 5 0,0-1 1 0,0-1-5 16,0-2 14-16,0 0-9 0,3 0 8 0,-2 0-5 16,3 0-5-16,-1 0-1 0,1 0-5 0,1 0 5 15,0-17 0-15,2 17-3 0,-2 0-11 0,1-18 2 16,2 18-17-16,0-15-3 0,-1 6-1 0,-1 1 2 15,1-2 7-15,-1 1 4 0,2-1 6 0,-2 1 4 16,-1-1 6-16,0 0 8 0,-1 0 6 16,2 2-19-16,-2-1 5 0,-1 1-4 0,-1 0-11 0,2 0 15 15,0 0-9-15,2 1 5 0,-3 1 1 16,1 1 1-16,1 1-2 0,0-1 1 0,-2 2 3 16,1 1-5-16,-5 1 0 0,1 0-4 0,0 1 4 15,-2 0 6-15,0 0 33 0,0 0 39 0,0 0 30 16,0 0 17-16,0 17-23 0,0-17-23 0,0 15-25 15,0-15-14-15,0 18-4 0,0-7-4 0,0 0-4 16,0 0 7-16,0 1-2 0,0 0-6 0,0-2-4 16,0 2-7-16,0-2-8 0,0 0 2 0,0 0-2 15,0-1 2-15,0-1 6 0,0 1-3 0,0-1-7 16,16-2-37-16,-16 0-44 0,0-2-62 0,10 0-67 16,-10-1-30-16,7 1-4 0,-7-4 14 0,12 0-19 15,-8 0 65-15</inkml:trace>
  <inkml:trace contextRef="#ctx0" brushRef="#br0" timeOffset="199919.39">14964 5941 584 0,'5'-6'22'0,"-2"3"48"0,-1-2 54 16,-2-2 33-16,0 3-10 0,0-2-52 0,0 3-50 16,0-1-32-16,0 0-5 0,-16 0-8 0,16 2-1 15,0 0 5-15,-14-1-8 0,14 3 0 0,0 0-3 16,-16 0-2-16,16 0-7 0,-14 0 10 0,8 0 1 15,-1 0 0-15,-2 15 12 0,-2-15 6 0,2 14 3 16,-2-14 5-16,-1 19-2 0,3-6 10 0,0-2 17 16,-2 4 11-16,4 0 11 0,-2 1 8 15,0 1-7-15,5 1 2 0,-1 0 11 0,1 3-10 16,2 0 6-16,1 1-11 0,1 0 1 0,0 1 8 16,0 0-10-16,0 0-7 0,0-1-16 0,18 0-18 15,-18-2-9-15,0-2 2 0,23-3-7 0,-23-1-3 16,16-5 5-16,-16 1-6 0,18-2-1 0,-18-2-30 15,16-1-69-15,-8-4-84 0,-1 2-123 0,2-2-110 16,1-1 1-16,-2 0 3 0,4 0 99 0,-1 0 140 16</inkml:trace>
  <inkml:trace contextRef="#ctx0" brushRef="#br0" timeOffset="200667.29">15245 6032 452 0,'0'0'18'16,"0"0"11"-16,0 0 26 0,0 0 27 0,0 0 33 16,0 0 24-16,0 0 10 0,0 0 7 15,0 0-29-15,0 0-17 0,0 0-21 0,0 0-18 16,0 0-13-16,0 0-12 0,0 0-8 0,0 0-14 15,0 0-14-15,0 0-2 0,0 0-10 0,0 0 2 16,0 0 9-16,0 0 8 0,0 17 5 0,17-17 3 16,-17 0 4-16,18 18 3 0,-4-18 0 0,-1 18 2 15,6-6-6-15,-4 0-6 0,6 2 6 0,-2-1-6 16,2 4-1-16,0-2-1 0,0 3-7 0,-1-3-5 16,1 1-3-16,-4-1 2 0,1-1 0 0,-3-1 4 15,-2-2-5-15,-1 0-5 0,-2-4 1 16,-3 0 0-16,-1-2 3 0,-2-2 2 0,-1 1-7 15,-1-4-37-15,0 0-61 0,-2 0-88 0,1 0-110 0,-1 0-64 16,1 0 0-16,0 0-5 0,2-17 116 16</inkml:trace>
  <inkml:trace contextRef="#ctx0" brushRef="#br0" timeOffset="200975.49">15629 6000 712 0,'0'0'5'0,"0"0"1"16,0 0 4-16,0 0-4 0,0-1 4 0,0 0 0 15,-16 1-20-15,16 0 10 0,0 0-11 0,-16 0-4 16,16 17 26-16,-13-17-17 0,4 0 17 0,-1 22 5 16,1-22-16-16,-2 20 11 0,0-20 1 0,-1 23 5 15,0-11 27-15,0 0 17 0,1 0 13 0,-3 0 9 16,2 1-11-16,-1-1-8 0,1 1-24 0,1-2-17 15,-2-2-15-15,2 1 1 0,-1 0-3 0,1-4 4 16,1 2 6-16,1-2-7 0,-1 0-12 0,2 0 3 16,2-3 0-16,1 0-8 0,1-1-29 0,2 0-55 15,-2-2-29-15,3 1-30 0,1 0 28 0,0-1 26 16,0 0 9-16,0 0 19 0,0 0-8 16,0 0-16-16,0 0-26 0,0 0 15 0</inkml:trace>
  <inkml:trace contextRef="#ctx0" brushRef="#br0" timeOffset="201369.31">15908 6193 761 0,'5'3'28'0,"3"-2"49"16,-2 1 57-16,1-2 28 0,5 0-9 0,-4 0-30 15,3 0-46-15,0 0-13 0,1 0-16 16,2 0-13-16,-4 0-11 0,1 0-11 0,0 0-9 0,0 0-4 16,-2 0 7-16,1 0-7 0,-5 0 4 15,1 0-2-15,1 0-7 0,-2 0 9 0,2 0-9 16,-2 0-25-16,1 0-38 0,0 0-48 0,1 0-43 16,1 0-27-16,1 0-15 0,-4 0 14 0,1 0 13 15,-1 0-8-15,2-15 24 0,-1 15 28 0</inkml:trace>
  <inkml:trace contextRef="#ctx0" brushRef="#br0" timeOffset="202059.36">16347 5930 238 0,'0'0'-2'0,"0"0"7"0,0 0 5 0,11 0 15 16,-11 7 6-16,0-7-4 0,10 6 10 0,-10 0-7 16,8-2-4-16,-2 2 15 0,0 1-8 0,0 3 16 15,3-1 8-15,0 1-12 0,1 1 11 0,4 0 6 16,0 0 7-16,1 1 15 0,-1 0 4 0,3-3 1 16,-2 2 18-16,2-1 1 0,-2 0-5 15,-1-1-21-15,-2 0-29 0,0 0-18 0,0-1-15 16,-3 1-3-16,0-2-8 0,0 2 4 0,-3-1 0 15,0-1-15-15,-1 1 8 0,0-3-11 0,1 1-42 16,-2-1-59-16,1-1-76 0,-1 0-51 0,-1-1 5 16,-1-2 27-16,1 0 33 0,0-1-11 0,-2 0 35 15</inkml:trace>
  <inkml:trace contextRef="#ctx0" brushRef="#br0" timeOffset="202344.11">16670 5986 638 0,'0'0'18'0,"0"0"6"0,-9 0 0 0,9 0 0 16,0 0-19-16,0 0-4 0,-8 0-12 0,8 0 11 15,-8 0 0-15,3 0-6 0,-1 15 6 0,-1-15 0 16,-2 0-5-16,-1 17 10 0,0-17 6 0,-1 17-16 15,-2-7 5-15,2 0 5 0,-2 2 1 0,1 1 5 16,0-1-5-16,1 0-11 0,0 1 0 0,2 1 6 16,-2-2-1-16,4 0 0 0,0 1 0 15,2-1 1-15,-1 0 5 0,3 0-18 0,0 0-19 0,1-3-36 16,1 0-32-16,1 0-17 0,-2 0-38 16,2-4 31-16</inkml:trace>
  <inkml:trace contextRef="#ctx0" brushRef="#br0" timeOffset="202675.43">16908 6202 783 0,'3'0'5'16,"-1"0"1"-16,1 0-1 0,-1 0-10 0,-2 0-12 15,0 0 0-15,0 0 0 0,2 0 5 0,-2 0 12 16,0 0 6-16,0 0-6 0,0 0 11 0,0 0 0 16,0 0-16-16,0 0 5 0,0 19-11 0,0-19 6 15,0 18 17-15,0-18-5 0,0 22 5 0,-13-9-6 16,13-1-11-16,0 2 12 0,0-1 0 0,-11-1-7 15,11-1-6-15,0-1-29 0,-9 1-26 16,9-3-19-16,0 1-11 0,0-4-6 0,0 4-30 16,0-2 10-16,0-2 23 0</inkml:trace>
  <inkml:trace contextRef="#ctx0" brushRef="#br0" timeOffset="203063.8">17074 5927 755 0,'7'0'-6'0,"0"0"-4"0,0 0-1 15,0 0 6-15,1 0 5 0,0 0 5 0,2 0 11 16,2 0 6-16,0 0 30 0,0 0 17 16,2 22 37-16,-2-22 28 0,3 26 3 0,-2-10 13 15,-2 3-19-15,-1 1-9 0,-1 3-20 0,-4 2-7 16,-1 0-27-16,-3 0-22 0,-1 4-13 0,0-2-18 15,0 1-6-15,-21 1 3 0,21-2-1 0,-24 0-21 16,8-1-36-16,-2 1-65 0,-2-1-69 0,-4 0-64 16,-1-1-50-16,-6-1 10 0,0 0 18 0,-1-1 7 15,-2 1 91-15</inkml:trace>
  <inkml:trace contextRef="#ctx0" brushRef="#br0" timeOffset="213324.71">12441 6662 59 0,'0'0'4'0,"0"0"9"0,0 0-3 0,0 0 8 16,0 0-3-16,0 0-4 0,0 0 12 0,0 0-11 15,0 0 3-15,0 0 0 0,0 0-5 0,0 0 8 16,0 0-7-16,0 0 7 0,0 0-11 0,0 0 12 16,0 0 10-16,0 0-13 0,0 0 16 0,0 0-20 15,0 0 8-15,0 0-6 0,0 0-8 0,0 0 4 16,0 0-14-16,0 0 4 0,0 0 0 0,0 0 9 16,0 0 1-16,0 0-5 0,0 0-1 0,0 0-8 15,0 0-4-15,0 0 4 0,0 0 4 0,0 0 0 16,0 0 12-16,0 0-7 0,0 0 0 15,0 0 5-15,0 0 0 0,0 0 8 0,0 0-13 16,0 0-4-16,0 0-5 0,0 0 4 0,0 0 13 16,0 0 1-16,0 0-1 0,0 0-4 0,0 0-4 15,0 0-4-15,0 0-1 0,0 0 4 0,0 0 0 16,0 0 0-16,0 0-3 0,0 0-10 0,0 0 10 16,0 0 3-16,0 0 1 0,0 0 9 0,0 0-10 15,0 0 1-15,0 0 17 0,0 0-9 0,0 0 5 16,0 0 4-16,0 0-13 0,0 0 16 0,0 0-6 15,0 0 2-15,0 0-5 0,0 0-5 0,0 0 5 16,0 0-5-16,0 0 10 0,0 0-16 0,0 0 6 16,0 0-5-16,0 0-6 0,0 0 21 0,0 0-11 15,0 0 6-15,0 0-1 0,0 0-10 16,0 0 0-16,0 0 11 0,0 0-1 0,0 0-5 16,0 0 10-16,0 0-9 0,0 0 9 0,0 0 10 15,0 0-5-15,0 0 8 0,0 0-10 0,0 0 1 16,0 0-4-16,0 0-13 0,0 0-1 0,0 0-1 15,0 0 4-15,0 0-1 0,0 0 2 0,0 0-14 16,0 0 4-16,0 0 0 0,0 0 4 0,0 0 3 16,0 0-12-16,0 0 10 0,0 0-9 0,0 0 8 15,0 0-3-15,0 0-6 0,0 0 2 0,0 0-6 16,0 0 14-16,0 0 3 0,0 0 0 0,0 0-3 16,0 0-6-16,0 0-2 0,0 0-7 0,0 0 14 15,0 0-4-15,0 0-4 0,0 0 9 16,0 0-9-16,0 0 3 0,0 0 3 0,0 0 1 15,0 0 1-15,0 0-3 0,0 0 5 0,0 0-14 16,0 0 9-16,0 0 4 0,0 0-4 0,0 0 14 16,0 0-7-16,0 0 4 0,0 0 3 0,0 0-11 15,0 0 4-15,0 0 0 0,0 0-4 0,0 0 7 16,0 0-12-16,0 0-3 0,0 0 1 0,0 0-2 16,0 0 12-16,0 0-2 0,0 0-1 0,0 0 4 15,0 0-9-15,0 0 0 0,0 0 2 0,0 0 4 16,0 0-1-16,0 0-3 0,0 0 7 15,0 0-4-15,0 0 5 0,0 0 0 0,0 0 5 16,0 0-2-16,0 0 12 0,0 0 3 0,0 0-5 16,0 0-2-16,0 0-7 0,0 0 6 0,0 0-4 15,0 0 2-15,0 0-4 0,0 0-10 0,0 0-2 16,0 0-4-16,0 0 3 0,0 0 5 0,0 0-3 16,0 0-3-16,0 0-1 0,0 0-4 0,0 0 5 15,0 0 9-15,0 0-8 0,0 0 2 0,0 0-1 16,0 0-10-16,0 0 12 0,0 0 4 0,0 0-4 15,0 0 7-15,0 0-9 0,0 0 1 0,0 0-1 16,0 0-1-16,0 0 4 0,0 0-3 0,0 0 3 16,0 0-8-16,0 0 0 0,0 0 5 15,0 0-8-15,0 0 4 0,0 0 2 0,0 0-6 16,0 0 10-16,0 0-1 0,0 0-2 0,0 0 0 16,13 0 0-16,-13 0 1 0,0 0 2 0,0 0-6 15,14 0 1-15,-14 0 3 0,11 0 0 0,-11 0 9 16,14 0-4-16,-9 0 0 0,1-13 1 0,1 13-10 15,2 0 5-15,-2 0-1 0,0 0-4 0,-1-11 10 16,1 11-6-16,2 0-2 0,-4-5 4 0,3 5-6 16,-3-4-6-16,1 2 7 0,-1 0-5 15,0 0 9-15,2 0 1 0,-3 1-2 0,2 0-4 0,-4 0 0 16,1 1 10-16,0-1-8 0,-1 1 2 16,0 0-1-16,-2-2-8 0,0 2 8 0,2 0 0 15,0 0-4-15,-2 0-2 0,0 0 5 0,1 0-3 16,-1 0 4-16,1 0 4 0,0 0-3 0,-1 0 1 15,2 0-3-15,0 0-7 0,-2 0 3 0,2 0-4 16,2 0-12-16,-3 0-30 0,0 0-31 0,2 0-24 16,0 0-34-16,-1 0-8 0,0 0-15 0,0 0-4 15,0 0 21-15,-1 0-24 0,3 0 29 0,-2 0 32 16</inkml:trace>
  <inkml:trace contextRef="#ctx0" brushRef="#br0" timeOffset="214651.27">16572 6502 465 0,'0'0'10'0,"0"0"28"0,0 0 13 16,5 0 17-16,-5 0 22 0,0 0-22 0,0 0-8 16,0 0-11-16,0 0-17 0,0 0-10 0,0 0 4 15,0 0 4-15,0 0-19 0,0 0 13 16,0 0-9-16,0 0 5 0,0 0 5 0,0 0 4 0,0 0-4 15,0 0-1-15,0 0 8 0,0 0 13 16,0 0 12-16,0 0 7 0,0 0 4 0,0 0-12 16,0 0-2-16,0 0-8 0,0 0-12 0,0 0-7 15,0 0-3-15,0 0-9 0,0 0 0 0,0 0-7 16,0 0-2-16,0 0-3 0,0 0 9 0,0 0 4 16,0 0-1-16,0 0 5 0,0 0-12 0,0 0-2 15,0 0 4-15,0 0-9 0,0 0 6 0,0 0-5 16,0 0-2-16,18 0 4 0,-18 0-3 0,13 0-1 15,-13 0-3-15,18 0 2 0,-10 0-1 0,2 0 4 16,1 0 1-16,0 0-6 0,-1 0 6 0,3-9-2 16,0 9 0-16,-2-8 2 0,3 2-5 0,-2 2 6 15,2-1-1-15,-2 1 5 0,0-2-5 16,-1 2-1-16,0-1 1 0,0 1-1 0,-2 1 6 16,-1 1-5-16,-1-2-1 0,-2 1 1 0,0 2 1 15,-3-1-2-15,0 1-6 0,-2-2-32 0,0 3-69 16,0-1-62-16,0 1-86 0,0 0-48 0,0 0 13 15,-16 0-12-15,16 0 87 0,-20 0 79 0</inkml:trace>
  <inkml:trace contextRef="#ctx0" brushRef="#br0" timeOffset="-176614.59">19494 6066 227 0,'0'0'6'0,"0"0"10"16,0 0 9-16,0 0 14 0,0 0-15 16,0 0-8-16,0 0 7 0,0 0-9 0,0 0 0 15,0 0-9-15,0 0 0 0,0 0-4 0,0 0 11 16,0 0 9-16,0 0-16 0,0 0-5 0,0 0 1 16,0 0-1-16,0 0 5 0,0 0 8 0,0 0-8 15,0 0 0-15,0 0 4 0,0 0-17 0,0 0 18 16,0 0-6-16,0 0-3 0,0 0 15 0,0 0-16 15,0 0 9-15,0 0-9 0,0 0-4 0,0 0 8 16,0 0-3-16,0 0 3 0,0 0-8 0,0 0 5 16,0 0-1-16,0 0 5 0,0 0 7 0,0 0-3 15,0 0 0-15,0 0 0 0,0 0 4 16,0 0 4-16,0 0 5 0,0 0-14 0,0 0 5 0,0 0-12 16,0 0-5-16,0 0 16 0,0 0-12 0,0 0 13 15,0 0 0-15,17 0-17 0,-17 0 4 16,17 0-13-16,-6 0 0 0,1-13 17 0,3 13-4 15,0 0 9-15,-1 0-5 0,3 0 1 0,0-8-5 16,-1 8 0-16,0 0 4 0,1 0-4 0,-2-3 8 16,1 3-4-16,-2 0-8 0,-1-2 0 0,-3 2 0 15,2 0 4-15,-4 0 0 0,-1-2 0 0,-1 2 0 16,-2 0-4-16,-1 0 12 0,1 0-8 0,-2 0 0 16,-2 0 9-16,1 0-13 0,-1 0-9 0,0 0-25 15,0 0-20-15,0 0-17 0,0 0-12 0,0 0-18 16,0 0-15-16,0 0 26 0</inkml:trace>
  <inkml:trace contextRef="#ctx0" brushRef="#br0" timeOffset="-176315.65">19576 6184 73 0,'18'0'8'0,"0"0"6"0,-1 0 7 16,0-14 9-16,-2 14-7 0,0 0-1 0,-3 0 2 15,0 0-7-15,-1 0 2 0,-1 0-3 0,1 0-1 16,-2 0 0-16,0 0-1 0,0-7 4 0,-3 7-13 15,0 0 0-15,0 0-8 0,-2-3-4 0,-1 3-2 16,-1 0 14-16,2 0 3 0,-4-1-17 0,2 0-4 16,-2 0-54-16,0-2-22 0,0 2 18 0</inkml:trace>
  <inkml:trace contextRef="#ctx0" brushRef="#br0" timeOffset="-176006.24">19728 5998 370 0,'0'-2'4'0,"0"-1"6"15,20 0 8-15,-20-1-7 0,19 0-1 0,-7 0 3 16,1 1-12-16,-1 0 7 0,1 1-3 0,0 1-5 16,0 0 0-16,-1 1 9 0,0 0-4 0,-3 0-5 15,2 0 9-15,0 17-4 0,-2-17 12 0,0 17 1 16,-2-17 8-16,0 21-4 0,-3-9-10 0,-1 3-3 15,-3 1-9-15,0-1 3 0,0 1 1 16,0 2 0-16,0 0 3 0,-23-1-7 0,23 1 4 16,-22 0-5-16,22-1 1 0,-29 0 3 0,13-2 1 15,2 0 5-15,0-2-14 0,-1-1 9 0,6 0-14 16,-3-3 5-16,4-3 10 0,2-1-25 0,6-1-4 16,-6-3-11-16,6 0-16 0,0-1-6 0,0 0-19 15,0 0-38-15,0 0 12 0</inkml:trace>
  <inkml:trace contextRef="#ctx0" brushRef="#br0" timeOffset="-174878.42">20302 6011 164 0,'0'-2'22'16,"3"0"19"-16,-3 2 10 0,2 0 5 0,-2-1-9 15,2 1-5-15,-2 0-9 0,0 0 0 0,0 0-10 16,0 0 0-16,0 0-1 0,0 0-8 0,0 0 3 15,0 0-4-15,0 0 0 0,0 0 3 16,0 0 1-16,0 0-16 0,0 0 7 0,0 0 5 16,0 0-21-16,0 0 12 0,0 0-8 0,0 0 0 15,0 0 3-15,0 0-3 0,0 0 0 0,0 0-4 16,0 0 4-16,0 0 12 0,0 14 4 0,0-14-3 16,0 0 12-16,0 12-6 0,0-12 0 0,0 9 10 15,0-9-9-15,0 8 4 0,0-3-4 0,0 0 5 16,21-2 0-16,-21 1 13 0,22 0 2 0,-8-2-16 15,4 0 10-15,2-1-20 0,2-1-5 0,-1 0 19 16,3 0-10-16,-4 0-9 0,1 0 10 16,-2 0-7-16,-2 0-3 0,1-20 8 0,-5 20-14 0,2 0 1 15,-5-15 4-15,-1 15-13 0,0-13 15 16,-2 13-2-16,0-11-32 0,-5 11-21 0,0-13-50 16,-1 8-46-16,0-1 18 0,-1 0 17 0,0 1 5 15,0-2-16-15,0 1 9 0,-18 1 15 0</inkml:trace>
  <inkml:trace contextRef="#ctx0" brushRef="#br0" timeOffset="-174573.09">20415 6057 118 0,'0'4'27'16,"0"1"16"-16,0-1 14 0,0 0 1 0,0-1-18 15,0 1-11-15,0 1-2 0,0 1 1 0,0 1-6 16,17 0 0-16,-17 2 1 0,0-1-6 0,0 2 0 16,17 0-13-16,-17 1-13 0,0 2 17 0,12-2-8 15,-12 2 8-15,9 0 4 0,-4 1-9 0,-5-1-4 16,5 1 5-16,-2-1-9 0,-2-1 5 0,1 2 13 16,-2-2-9-16,1-1 5 0,-1-1-15 0,0-2-4 15,0-1 15-15,0 2-1 0,0-4 6 0,0 0 5 16,0 0-15-16,0-1-4 0,0-1 5 0,0 1-10 15,0 0 4-15,0-1-15 0,0 0-21 16,-12-1-21-16,12-2-16 0,0 0-10 0,0 0-20 16,0 0 26-16</inkml:trace>
  <inkml:trace contextRef="#ctx0" brushRef="#br0" timeOffset="-174266.8">20824 6157 450 0,'3'0'4'0,"2"0"6"0,1 0 1 16,0 0 4-16,0 0 0 0,2 0-1 0,0 0 4 15,2-16-3-15,-2 16-2 0,1 0-8 0,1 0-1 16,-1 0 5-16,0 0-9 0,2 0 5 0,-2-8-1 16,0 8-4-16,1 0 9 0,-3 0 0 0,1 0-18 15,-1 0 9-15,-2 0-12 0,1-5-1 0,-4 5 17 16,3 0-8-16,-3 0-2 0,-2-1-21 16,0 1-34-16,1-1-45 0,-1 0-31 0,0 0 23 0</inkml:trace>
  <inkml:trace contextRef="#ctx0" brushRef="#br0" timeOffset="-174064.18">20806 6248 441 0,'0'4'24'0,"0"-2"25"16,0 1 19-16,0-3 22 0,0 0-18 0,0 0-24 15,17 0-8-15,-17 0-29 0,15 0-5 0,-15 0 5 16,20 0-6-16,-8 0 1 0,0 0-12 0,1 0 7 15,0 0 4-15,-1 0-5 0,2 0 11 16,-2 0-29-16,3 0-46 0,-3-13-24 0,2 13-33 16,1 0-16-16,-3 0-16 0,1-11 22 0,0 11 35 15</inkml:trace>
  <inkml:trace contextRef="#ctx0" brushRef="#br0" timeOffset="-173595.01">21366 5973 408 0,'2'-3'9'0,"0"1"14"0,-1 0 18 15,0-1 26-15,-1 1 9 0,1-1 27 0,0 1 2 16,1 0 2-16,-2 1 2 0,0-1-37 0,0 1-5 16,0 1-35-16,2 0-18 0,-2 0-6 0,0 0-12 15,0 0 8-15,0 0-10 0,0 0 5 0,0 0 0 16,0 0 2-16,0 0 3 0,0 0 9 0,0 17-1 16,0-17-7-16,-15 12 0 0,15-12-8 15,0 17 4-15,0-6 7 0,-14-2 10 0,14 2 7 16,0-1 10-16,-10 0 10 0,10 2-6 0,-7-1 2 15,7 0-4-15,-4 1-6 0,1-1-1 0,2 2 1 16,0-2-6-16,1 3 4 0,0-2 4 0,0 1-2 16,0-1 2-16,0 0-1 0,21 0-1 0,-21-1-4 15,17-1-12-15,-17-2 7 0,21 0-9 0,-8-2-2 16,1 0 3-16,2-4-9 0,-3 2 1 0,4-3 0 16,-2-1-1-16,1 0-3 0,-3 0-6 0,2 0-20 15,-2 0-30-15,-1-18-46 0,2 18-49 0,-3 0-51 16,3-22-40-16,-2 22-8 0,1-18 27 0,0 18 34 15,-1-21-2-15,0 11 48 0,-3 0 29 16</inkml:trace>
  <inkml:trace contextRef="#ctx0" brushRef="#br0" timeOffset="-173390.29">21536 5766 1579 0,'0'0'16'0,"0"0"22"15,-15 0 10-15,15 0-3 0,0 0-23 0,0 0-39 16,0 0-62-16,0 0-55 0,0 0-86 0,0 0-48 16,0 0 4-16,0 0-4 0,0 0 54 0,0 0 67 15</inkml:trace>
  <inkml:trace contextRef="#ctx0" brushRef="#br0" timeOffset="-172046.62">20321 6782 429 0,'0'0'6'0,"0"2"21"0,0-1 9 0,0-1 4 16,0 0 7-16,0 0-17 0,0 0-5 0,0 0 5 15,0 0-18-15,0 0-7 0,0 0-1 0,0 0-4 16,0 0 0-16,0 0 4 0,0 0-8 0,0 0-10 16,0 0 10-16,0 0-4 0,0 0 4 0,0 0 12 15,0 0 16-15,0 0 20 0,0 16 34 0,0-16 1 16,15 13-15-16,-15-13 3 0,12 17-25 0,-12-8-4 16,14 0 7-16,-5 2-13 0,-1-1-9 0,2-1 0 15,-1 1-21-15,1-1 2 0,-1 0-2 0,-1-1-10 16,-1-1 13-16,-1 0-11 0,-2-1 11 15,1-1 5-15,0 0-5 0,-1 0 5 0,-2-1-10 16,0-2-9-16,-1 1-18 0,1-2-38 0,1 1-29 16,-3 0-28-16,0-2-19 0,1 0 6 0,0 0 1 15,-1 0 17-15,1 0-15 0,0 0 17 0,1 0 28 16</inkml:trace>
  <inkml:trace contextRef="#ctx0" brushRef="#br0" timeOffset="-171630.13">20556 6791 417 0,'0'0'16'0,"0"0"10"15,0 0 8-15,0 0 5 0,0 0-8 16,0 0-9-16,0 0-17 0,0 0-1 0,0 0-9 16,0 0-3-16,0 0 11 0,-14 0-15 0,14 0 12 15,0 0-4-15,-12 15-4 0,12-15 16 0,-15 0-17 16,5 18 22-16,-2-18-17 0,1 19 8 0,-2-9-5 15,-2 1-7-15,1 1 23 0,-1 0-19 0,-1 1 20 16,2-1-11-16,0 0-1 0,0-2 8 0,3 0-7 16,1 1 12-16,1-3-13 0,2 1 0 0,2-1 9 15,1-2-13-15,1 2 4 0,1-4 5 0,2 1-18 16,-2 1 14-16,1-4-14 0,1 2-14 0,0-2-8 16,0 1-15-16,0 0-15 0,0-2-2 0,0 0-26 15,0-1-33-15,0 0 27 0</inkml:trace>
  <inkml:trace contextRef="#ctx0" brushRef="#br0" timeOffset="-171227.03">20885 6859 503 0,'0'0'4'0,"0"0"5"0,0 0 3 0,0 0 5 16,0 0-8-16,0 0 4 0,0 0-9 0,0 0 6 15,0 0 15-15,0 8-4 0,0-8 8 0,0 0-8 16,0 0-13-16,0 2 7 0,18-2-5 0,-18 2 16 16,16 0 5-16,-5-1-5 0,0 0 19 0,3 0-10 15,1 0-10-15,0-1 9 0,3 1-24 0,-1-1 5 16,-1 1 0-16,1-1-6 0,-1 0-3 16,-1 0-6-16,-2 0 9 0,-2 0-9 0,0 0 9 15,-2 0 4-15,0 0-16 0,-1 0-2 0,-3 0-39 16,0 0-62-16,-1-12-17 0,-1 12-28 0,-1 0-21 15,0 0 16-15,-2 0 31 0</inkml:trace>
  <inkml:trace contextRef="#ctx0" brushRef="#br0" timeOffset="-170998.49">20965 7010 525 0,'-1'4'32'15,"1"-2"47"-15,0-1 28 0,0-1 23 0,0 0-22 16,0 0-42-16,16 0-27 0,-16 0-21 0,0 0-3 16,21 0-2-16,-21-15-4 0,16 15 0 0,-16 0-14 15,19 0 1-15,-7 0-1 0,-1-11-8 0,-1 11-13 16,3 0-29-16,-3 0-26 0,1 0-27 0,2-6 7 16,-3 6 8-16,-1 0 16 0,0-2 7 0,-3 2-6 15,3-4-10-15,-2 2-26 0,3 0 13 16,-2 0 20-16</inkml:trace>
  <inkml:trace contextRef="#ctx0" brushRef="#br0" timeOffset="-170502.04">21445 6736 553 0,'0'0'0'0,"0"0"5"0,0 0 8 0,0 0 5 15,0 0 8-15,0 0-9 0,0 0-5 0,0 0-11 16,0 0-5-16,0 0 4 0,0 0 4 0,0 0 8 15,0 0 5-15,0 0-4 0,0 0-4 0,0 18 5 16,0-18-4-16,0 14 1 0,0-14-6 0,0 17 5 16,0-17-5-16,0 17 5 0,0-8 15 0,0 1 0 15,0 0 10-15,0-1 14 0,-14 0-9 0,14 0 0 16,0 0 12-16,0 0-22 0,-7 0 4 0,7-1 4 16,-7 1-19-16,7-1 11 0,0 0 2 0,0 1 4 15,-3-1 0-15,3 0 10 0,0-1 10 16,0 1 1-16,0-1 13 0,0-1 6 0,0 1-5 0,17-2-11 15,-17 1-12-15,0 0-11 0,17-1-11 16,-17-1 0-16,17 1 2 0,-17-3-5 0,19 2-7 16,-9-1-7-16,0-1-4 0,2-2-3 0,-2 1 2 15,0-1-1-15,-2 0-12 0,0 0-15 0,-1 0-27 16,0 0-25-16,-2 0-31 0,0 0-33 0,-1 0-19 16,0 0-32-16,0-17-9 0,0 17 4 0,-1 0 1 15,0-13 14-15,0 13 12 0,-1-10 42 0</inkml:trace>
  <inkml:trace contextRef="#ctx0" brushRef="#br0" timeOffset="-170279.65">21329 6845 794 0,'-3'0'63'16,"3"0"70"-16,-1 0 45 0,1 0 1 0,0 0-62 15,0 0-69-15,0 0-52 0,21 0 4 0,-21-14-7 16,25 14 4-16,-9 0 7 0,2 0-6 0,2 0 2 16,1 0 0-16,3-10-4 0,-2 10-9 0,0 0-20 15,-2 0-50-15,-1 0-51 0,-1 0-51 0,-2 0-19 16,-2 18 12-16,0-18 13 0,-4 0 1 0,-2 0 44 16</inkml:trace>
  <inkml:trace contextRef="#ctx0" brushRef="#br0" timeOffset="-144682.7">11124 6867 170 0,'0'0'9'0,"0"0"8"0,0 0-2 0,0 0 0 16,0 0-13-16,0 0-4 0,0 0 5 0,0 0-6 15,0 0 10-15,0 0-14 0,0 0 4 0,0 0 10 16,0 0-2-16,0 0 7 0,0 0-12 0,0 0 1 15,0 0 4-15,0 0 0 0,0 0 4 0,0 0 0 16,0 0-9-16,0 0 5 0,0 0-4 0,0 0 0 16,0 0 7-16,0 0-3 0,0 0 2 0,0 0-7 15,0 0-3-15,0 0 7 0,0 0-3 0,0 0 7 16,0 0-5-16,0 0-7 0,0 0 4 0,0 0 0 16,0 0-4-16,0 0 4 0,0 0-4 0,0 0 4 15,0 0 4-15,0 0-1 0,0 0 0 16,0 0-3-16,0 0-8 0,0 0-3 0,0 0 11 15,0 0-8-15,0 0 13 0,0 0 2 0,0 0-7 16,0 0-1-16,0 0-13 0,0 0-10 0,0 0-10 16,0 14-11-16,0-14-3 0,0 0-2 0,-19 0 8 15,19 9 17-15</inkml:trace>
  <inkml:trace contextRef="#ctx0" brushRef="#br0" timeOffset="-142091.22">11071 6913 146 0,'0'0'1'16,"0"0"17"-16,0 0-4 0,0 0 6 0,0 0 5 16,0 0-11-16,0 0 8 0,0 0-5 0,0 0-2 15,0 0 4-15,0 0-3 0,0 0 3 0,0 0-4 16,0 0-9-16,0 0 8 0,0 0-4 0,0 0 8 16,0 0-4-16,0 0 0 0,0 0-1 0,0 0-12 15,0 0 8-15,0 0-8 0,0 0 8 0,0 0 9 16,0 0-5-16,0 0 4 0,0 0-11 0,0 0 7 15,0 0 0-15,0 0 0 0,0 0 12 0,0 0-12 16,0 0 4-16,0 0 4 0,0 0 1 0,0 0-9 16,0 0 0-16,0 0-9 0,0 0 11 15,0 0 14-15,0 0 11 0,0 0 1 0,0 0-17 16,0 0-4-16,0 0-15 0,0 0 5 0,0 0 0 16,0 0-10-16,0 0 4 0,0 0-4 0,0 0 0 15,0 0-5-15,0 0-5 0,0 0 6 0,0 0-10 16,0 0 23-16,0 0-9 0,15 0-5 0,-15-14 10 15,0 14-10-15,10 0 5 0,-10 0 5 0,12 0-10 16,-12 0 5-16,13 0 0 0,-6 0-10 0,2 0 10 16,1 0-5-16,-1 0 5 0,1 0 6 0,0 0-6 15,-1 0 9-15,3-7-5 0,-3 7-4 0,0 0-1 16,0 0-4-16,1 0-4 0,0-3 9 16,-2 3 0-16,1 0-9 0,1 0 19 0,1 0-11 15,0-2 1-15,1 1 10 0,2 0-15 0,-1 1 5 16,0 0 5-16,3-3-5 0,-3 2-1 0,1-1 11 15,1 2-15-15,-2-2 0 0,1 1 5 0,-1 0-9 16,0 0 4-16,-1 0 10 0,2 1-10 0,-3 0 14 16,3-2-9-16,-2 0 0 0,1 1 5 0,1 0-14 15,-1-1 23-15,1 1-10 0,0-1 5 16,2 1-8-16,-2-1-2 0,4 1 2 0,-5 0-6 0,3 0 9 16,-1-2-8-16,-1 2-1 0,-2-1 9 15,-1 1 1-15,2 0 4 0,-2 1 0 0,1-2-9 0,-3 1-1 16,-3 0-3-16,3 0-5 0,-2 0 5 0,0-1 4 15,0 2 4-15,-1-1-9 0,4 1 5 16,-5 0 0-16,1-2-9 0,0 2 14 0,-1 0-5 16,-1 0 0-16,2 0 0 0,-3 0 0 0,-1 0-5 15,1 0 5-15,-1 0 5 0,2 0-5 0,1 0 9 16,-1 0-9-16,2 0-4 0,0 0 9 0,1 0-10 16,2 0 5-16,0 0 5 0,-2 0-10 0,1 0 10 15,-1 0-5-15,4 11 0 0,0-11 4 0,0 0-4 16,1 0-9-16,-1 0 9 0,5 0-1 0,-3 0 1 15,2 0 9-15,-3 0-19 0,0 0 6 0,1 0 0 16,0 0 4-16,-1 0 14 0,-1 0-5 16,-4 0-4-16,2 0-5 0,2 0 0 0,-5 0-13 15,3 0 8-15,-1 12 5 0,0-12-4 0,-1 0 13 16,2 0-4-16,-1 0-5 0,2 0-5 0,-3 7 10 16,2-7-1-16,3 0-8 0,-2 3 4 0,1-2-5 15,-2 1 5-15,1-2 5 0,-2 0-5 0,4 0 0 16,-3 0 0-16,0 0-5 0,2 1 1 0,0-1 4 15,-3 0-19-15,3 0 24 0,-1 1 5 0,-1-1-15 16,0 1 19-16,2-1-18 0,-2 1 8 0,3-1 0 16,-3 1-17-16,0-1 8 0,4 1-9 0,-2-1 14 15,0 0 5-15,-1 2 9 0,1-2-1 0,-2 1-17 16,2-1 4-16,0 3-10 0,0-3 11 0,-1 0 12 16,-1 1-8-16,1 0 4 0,0 0-28 15,-1 0 10-15,-1 0 9 0,1-1-9 0,-1 0 23 16,1 0-18-16,1 0 4 0,0 0 0 0,-2 0-5 15,3 0 1-15,1 0 4 0,-1 0 0 0,-2 0 1 16,0 0 3-16,0 0 5 0,2 0-4 0,1 0-6 16,-1 0-3-16,0 0-5 0,1 0 4 0,1 0 10 15,1 0-1-15,1 0 5 0,1 0-13 0,1 0 8 16,0 0 5-16,0 0-13 0,-3 0 4 0,1 0-9 16,1 0 9-16,0 0 0 0,-2 0 4 0,-1 0-4 15,1 0-14-15,-3 0 14 0,2 0 0 0,-1-11 9 16,1 11 5-16,1 0-14 0,-3 0 0 0,2 0 1 15,-2 0-11-15,2 0 15 0,-1 0-5 0,1-4-10 16,-2 4 15-16,1-2-10 0,-1 0 5 16,1 1 14-16,1 0-10 0,0-1-4 0,-1 2 9 15,3-3-13-15,-1 2 4 0,1-1 5 0,-1 1-10 16,1 0 9-16,0 0-4 0,-2-1-4 0,0-1 3 16,5 2-3-16,-5-1-1 0,1 1 5 0,-1 0 5 15,-1-1-5-15,1 0-5 0,1 1 5 0,-3 1-5 16,-2-1 0-16,3-1 10 0,-2 1-5 0,1 1 4 15,1 0-4-15,-3-2 5 0,0 1-5 0,0 1 0 16,4-1 4-16,-2 0 1 0,1 1 0 0,-5-3-10 16,3 3 1-16,2-2-1 0,-3 1-4 15,2 0 9-15,-1-1-5 0,-2 1 1 0,3-1-1 16,1 1 5-16,-1 0 4 0,-2 1 1 0,2-1 4 16,-2 1-13-16,2 0-1 0,-1-2 0 0,1 2 5 15,-1 0 0-15,0-2 9 0,1 2-18 0,0-1 9 16,1 0 5-16,1-1-5 0,-5 1 5 0,4 1-10 15,-1-1 5-15,3-1-14 0,-3 2 18 0,2 0 0 16,-1-1-8-16,3 1 9 0,-3-1-9 0,1-1-5 16,1 1 4-16,-1 1 14 0,3 0-9 0,-1 0-1 15,-1 0 6-15,2-1-14 0,0 0 4 0,1 1 10 16,2 0-5-16,0 0 5 0,-1 0-6 0,0-1 6 16,3 1-10-16,1 0 1 0,-1 0 17 15,-1 0-17-15,0 0 4 0,2 0 0 0,-2 0-9 16,1 0 13-16,2 0 5 0,-4 0-13 0,4 0 8 15,0 0-8-15,-2 0-10 0,2 0 19 0,-2 0-9 16,3 0 8-16,-6 0 10 0,3 0-14 0,1 0-4 16,-2 0-5-16,3 0-1 0,-3 0 15 0,2 0-6 15,2 0 15-15,-1 0-14 0,-2 0 5 0,1 0-5 16,-4 0 0-16,5 0 4 0,-4 0-17 0,0 0 17 16,-2 0-3-16,2 0 8 0,-1 0 4 0,0 0-17 15,0 0 4-15,-1 0-5 0,2 0-8 0,-1 0 13 16,-1 0-5-16,2 0 1 0,-2 0 17 15,2 0 1-15,-3 0-9 0,3 0-1 0,0 0-9 16,-4 0 5-16,3 0 0 0,-1 0 0 0,0 0-4 16,0 0 0-16,0 0-1 0,-4 0 10 0,3 0-1 15,1 0 1-15,0 0 4 0,-1 0-13 0,0 0 4 16,-3 0-5-16,2 0 0 0,2 0 15 0,-2 0-10 16,-1-14 4-16,1 14-8 0,-3 0-5 0,1 0 8 15,1 0-3-15,-1 0 4 0,-2 0 0 0,-1 0 0 16,0 0-5-16,-1 0 5 0,1 0-5 0,0 0 10 15,-1 0-10-15,2 0 1 0,0 0 13 16,-1 0-9-16,0 0 14 0,-1 0-10 0,3 0-8 16,0 0 0-16,0 0-5 0,-1 0 9 0,1 0-1 15,4 0 1-15,-3 0 1 0,3 0-1 0,-1 0 0 16,1 0 0-16,0 8 0 0,2-8 4 0,0 0-4 16,-1 0 0-16,3 0 9 0,-1 6-9 0,1-6 0 15,1 0 4-15,-1 2-8 0,1-1 0 0,1-1 4 16,-3 0-5-16,3 1 1 0,-1 1 8 0,-1-1-4 15,3-1-4-15,-1 1 8 0,-1-1-8 0,1 0 9 16,0 0-1-16,0 0-8 0,-3 0 0 0,0 0-1 16,-3 0 9-16,2 0 5 0,0 0-10 0,-2 0 1 15,1 0 1-15,0 0-6 0,1 0 10 0,0 2-10 16,5-2-4-16,-2 1 13 0,1-1-8 0,-1 0 4 16,0 0 0-16,0 0-4 0,0 0 13 15,1 1-9-15,-2 1 8 0,1-2-7 0,0 1-10 16,0 0 13-16,-1-1-13 0,1 0 9 0,-2 2 10 15,0-2-10-15,-1 0 5 0,0 0-6 0,0 0 2 16,1 0-6-16,-4 0 5 0,2 0 0 0,-2 0-4 16,0 0 8-16,1 0-13 0,-1 0 14 0,-1 0-14 15,2 0 14-15,-3 0 4 0,0 0-9 0,1 0 18 16,-2 0-14-16,0 0 1 0,-2 0 0 0,0 0-14 16,1 0 5-16,-3 0 4 0,-1-12-4 0,0 12 13 15,1 0-5-15,-3 0 10 0,0 0 4 0,0 0-9 16,-3-6 1-16,1 6-5 0,0 0 0 0,0 0 4 15,0 0 0-15,0 0 5 0,2 0-9 16,-1 0-1-16,1 0-4 0,0-4-8 0,2 4 8 16,-1 0 1-16,-1 0 4 0,0-2 8 0,1 2-9 15,-2-1 5-15,2 0-4 0,-1 0-5 0,0 0 8 16,0 0 5-16,3-1 0 0,0 1 5 0,0 0 4 16,1-1 0-16,1-1 15 0,-1 2-3 0,0 0-3 15,-1 0-2-15,-2 0-8 0,-1-1-8 0,-1 0 1 16,0 2-10-16,-3 0-4 0,1-1 7 0,-1 1-13 15,-1 0 10-15,1 0-4 0,-1 0-4 16,0 0 7-16,0 0-4 0,0 0 4 0,0 0 4 0,0 0-7 16,0 0 1-16,0 0 3 0,0 0-7 15,0 0 10-15,0 0 2 0,0 0 1 0,0 0 9 16,0 0 3-16,16 0 6 0,-16 0-6 0,0 0-4 16,0 0-3-16,0 0-16 0,11 0 5 0,-11 0-1 15,7 0-3-15,-7 0 1 0,7 0-5 0,-1 0 3 16,0 0 4-16,0-12 5 0,1 12-6 0,0 0 2 15,0 0-3-15,-1 0-4 0,0-6 6 0,2 6-9 16,-2 0-1-16,1 0 7 0,-1-5-7 0,0 5 7 16,0 0 3-16,0-2-5 0,-1 1 7 0,2 1-4 15,-2-1-3-15,-1 0 4 0,-1 1-2 0,3 0 0 16,-4 0 6-16,1 0-6 0,0 0-1 16,-2 0 7-16,0 0-16 0,0 0 14 0,0 0-8 15,0 0 0-15,-1 0 7 0,1 0-7 0,0 0 12 16,1 0-8-16,0 0 0 0,1 0 0 0,1 0-7 15,3 0 1-15,-2 0 13 0,2 0-2 0,0 0 2 16,1 0 4-16,1 0-11 0,-2 0 3 0,2 0-3 16,0 0-1-16,-1 0 2 0,0 0-1 0,0 0 4 15,1 0 2-15,-3 0-4 0,1 0-1 0,-2 0-2 16,-2 0-2-16,1 0 8 0,-2 0-3 0,-1 0 8 16,1 0-7-16,-2 0 4 0,0 0-8 0,0 0-8 15,0 0 9-15,0 0-12 0,0 0 7 0,0 0-48 16,0 0-65-16,0 0-55 0,0 0-55 0,0 0 12 15,0 0 25-15,0 0-13 0,0 0 52 16,0 0 38-16</inkml:trace>
  <inkml:trace contextRef="#ctx0" brushRef="#br0" timeOffset="-115173">3222 6641 238 0,'0'0'13'16,"0"0"10"-16,0 0 13 0,0 0 7 0,0 0-5 16,0 0 7-16,0-12-10 0,0 12 3 15,0 0-5-15,0 0-12 0,0 0-12 0,0-6-1 16,0 6-3-16,0 0 7 0,0-3 4 0,0 1-4 16,0 2 4-16,0 0-7 0,0 0 12 0,0 0-9 15,0 0 6-15,0 0 0 0,0-1-12 0,0 1 18 16,0 0 5-16,0 0 0 0,0 0 14 0,0 0 0 15,0 0-6-15,0 0 13 0,0 0-13 0,0 0-14 16,0 0-13-16,0 0-13 0,0 0 6 0,0 0 1 16,0 0-1-16,0 0-12 0,0 0-5 15,0 0-8-15,0 0-5 0,0 0 9 0,0 0 4 0,0 0 0 16,-19 0 13-16,19 0 5 0,-14 18-8 0,14-18 17 16,-18 14-9-16,7-14-9 0,0 16 1 15,-1-16-5-15,0 17 0 0,2-7 9 0,-1-3 0 16,1 1 4-16,1 1-4 0,0 0-1 0,0 0 1 15,-1-1-9-15,1 1 9 0,2 1-4 0,-1-1 0 16,1-1 0-16,0 2-1 0,2-2 1 0,1 1 4 16,1 1 0-16,0-1-5 0,0-1 0 0,1 2 1 15,2-3 5-15,0 2-1 0,0 0 5 0,0-1-9 16,0-1 0-16,0 0 9 0,0 0-4 0,19 0 13 16,-19-1 0-16,0-1-23 0,18-1 19 0,-18-2-10 15,15 2-8-15,-15-3 31 0,21-1-19 16,-11 0 6-16,1 0 8 0,2 0-13 0,0 0-1 15,0 0 0-15,0 0 0 0,3-22 5 0,-2 22 4 16,2-13 0-16,-2 13 4 0,1-17 0 0,-2 17-4 16,1-19 13-16,0 9 3 0,-2 1 12 0,-2-1 15 15,-1 2-2-15,-2-2 10 0,-1 2-1 0,1 0-2 16,-4 1 14-16,-1-1-14 0,-1 0-10 0,0 0-9 16,-1 0-24-16,0 0-1 0,0 0-7 0,0 0-8 15,0-2-4-15,0 1-10 0,-21 0 9 0,21 1 3 16,0 0-3-16,-13 1 5 0,13 1-21 0,0 0-14 15,-14 2-17-15,14 0-24 0,0 0-18 0,-6 1-15 16,6 0-15-16,0 1-17 0,0 0-4 0,-4 0 11 16,4 1 11-16,0-1 12 0,0 2 23 15,0-1-22-15,0 0-22 0,0-1 23 0,0 1 15 16</inkml:trace>
  <inkml:trace contextRef="#ctx0" brushRef="#br0" timeOffset="-109953.47">2002 6746 227 0,'0'0'11'0,"0"0"26"15,0 0 7-15,0 0 5 0,0 0-6 0,0-11-16 16,0 11-1-16,0 0-1 0,0 0 7 0,0-7-16 16,0 7 4-16,0-3 10 0,0 1-11 0,0 0 12 15,0 1-9-15,0-1-10 0,0 2 9 0,0-3-13 16,0 3 1-16,0-1-5 0,0 1-8 0,0 0 13 16,0-1 0-16,0 1 5 0,0 0 0 0,0 0-14 15,0 0 0-15,0 0-9 0,0 0 9 0,0 0-5 16,0 0 5-16,0 0 0 0,0 0-14 15,0 0 14-15,0 0-14 0,0 0 10 0,0 0-5 0,0 0-4 16,0 0 9-16,0 0-8 0,0 0 12 0,0 15-15 16,0-15 15-16,0 0-4 0,0 16-3 15,0-16 14-15,0 16-14 0,0-8 10 0,0 2 1 16,0 1-8-16,13 0 8 0,-13-1-4 0,0 1 4 16,0 0-8-16,0 1 0 0,0-2 4 0,0 1-16 15,0-2 20-15,0 0-8 0,0-1 0 0,0-1 4 16,0-2 3-16,0 2 5 0,0-1-12 0,10-2 15 15,-10 1-19-15,4 1 12 0,0-2 0 0,0 1-7 16,-1-1 10-16,3 1-11 0,-1-1 4 0,0-1 4 16,-1 1-4-16,0-2 0 0,-1 1 4 0,1 0-4 15,-1-2 4-15,0 0-4 0,1 0 4 0,-1 1 0 16,1-1 0-16,-2 0 0 0,1 0-8 0,-2-1 4 16,4 1 4-16,-2-1-4 0,-1 1 4 0,-1-1-4 15,3 0-4-15,1 0 4 0,-1 0 0 16,0 0-4-16,0 0-8 0,1 0-8 0,2 0-9 15,1 0 1-15,-2 0-1 0,1 0-5 0,0-14-5 16,2 14-22-16,-1 0-14 0,-2-17-40 0,1 17 14 16</inkml:trace>
  <inkml:trace contextRef="#ctx0" brushRef="#br0" timeOffset="-109668.92">2187 6608 595 0,'9'0'-8'0,"-9"0"1"0,9 0 3 16,-9 0 0-16,5 0 8 0,-5 0-8 0,4 0 0 15,-2 0 0-15,0 0 0 0,1 0 12 16,-2 0-8-16,3 0-4 0,-2 0 8 0,4 0-15 0,-1 0 7 16,1 0-8-16,-2 0-25 0,4 0-5 15,0 0-14-15,-1 0-19 0,1 13-30 0,-1-13 13 16,2 0 11-16</inkml:trace>
  <inkml:trace contextRef="#ctx0" brushRef="#br0" timeOffset="-109300.84">2421 6867 417 0,'0'3'8'0,"0"0"8"0,0-2 0 15,0 1 8-15,0-2-11 0,0 0-12 0,0 0 7 16,0 0-15-16,0 0 15 0,0 0-8 0,0 0-7 16,0 0 6-16,0 0-11 0,0 0 12 0,0 0-4 15,12 0 0-15,-12 0 5 0,0 0-1 0,11 0 7 16,-11 0 1-16,13 0 0 0,-8 0-4 15,2 0 0-15,-1 0-4 0,2 0-8 0,-3 0 12 0,2 0-3 16,0 0-1-16,-2 0 11 0,1 0-14 16,-1 0-10-16,1 0-8 0,-3 0-22 0,1 0-18 15,-1 0-25-15,-1 0-18 0,-2 0 14 0</inkml:trace>
  <inkml:trace contextRef="#ctx0" brushRef="#br0" timeOffset="-109060.06">2409 7006 473 0,'0'3'8'0,"0"-2"14"0,18 0 3 16,-18 1 5-16,0-2 3 0,0 0-24 0,0 0 11 15,12 0-12-15,-12 0-8 0,0 0 12 0,0 0-24 16,7 0 9-16,-7 0 7 0,9 0-13 0,-5 0 5 15,-1 0-4-15,3 0-12 0,1 0-1 0,1 0-9 16,-3 0-5-16,2 0-13 0,1 0-6 0,1 0-3 16,-2 0-9-16,-2 0-29 0,0 0 17 0,2-15 17 15</inkml:trace>
  <inkml:trace contextRef="#ctx0" brushRef="#br0" timeOffset="-107116.83">4263 6938 369 0,'1'0'4'15,"-1"2"4"-15,0-2-4 0,0 0 5 0,0 0-1 16,0 0-7-16,0 0 4 0,0 0-1 0,-21 0 1 15,21-15 8-15,0 15-3 0,-15 0-1 0,15 0 1 16,-12-15-4-16,12 15 7 0,-18-10 1 0,8 10-1 16,-2-11 11-16,-1 5 5 0,1-2 7 0,-2 1 0 15,3 0-12-15,-2-2-4 0,2 0-8 0,0 0-8 16,0-1 0-16,4 0-8 0,3-1 0 0,1 1 9 16,1 1 0-16,2-1 4 0,0-1-4 0,0 1-10 15,0 0 0-15,28 0 9 0,-28 0-13 0,24 1 9 16,-7 1-4-16,0-1-1 0,0 2 9 0,-1 1-4 15,-5 0 4-15,2 3-12 0,-3-2 4 16,-1 3 0-16,-2 1-4 0,0 1-11 0,-1 0-1 16,-6 0-4-16,7 0 1 0,-7 0 15 0,0 24-10 15,0-24 3-15,0 22 6 0,0-22-3 0,-29 29 11 16,29-13 4-16,-29 2-3 0,14 1 3 0,-2 1-4 16,-1-1 0-16,0 0-7 0,4 2 3 0,-1-2 7 15,1-1-11-15,1 1 16 0,4-2-1 16,2 0-11-16,1 0 7 0,6-3-2 0,0 0-5 0,0-3 12 15,0-1-3-15,0-2-4 0,20-1 8 0,-20-2-16 16,26 1 7-16,-11-2-3 0,2-3-8 16,1 1 25-16,0-2-9 0,1 0 9 0,-1 0-5 15,1 0-7-15,1 0 3 0,-4 0-3 0,3-18-1 16,-3 18-4-16,0 0 0 0,-1 0-4 0,-1-15 0 16,-1 15-1-16,-2 0-4 0,-1-14 0 0,0 14-2 15,-3-9-12-15,3 3-22 0,-5 0-32 0,1 0-26 16,-1 0 9-16,-1 0 26 0</inkml:trace>
  <inkml:trace contextRef="#ctx0" brushRef="#br0" timeOffset="-106369.8">4871 6624 389 0,'2'-1'0'0,"0"1"0"0,-1 0 0 16,1 0 0-16,0 0-4 0,-2 0-8 0,0 0 2 16,0 0 5-16,0 0-7 0,0 0 4 0,0 0 1 15,0 0-7-15,0 20 10 0,0-20 8 16,0 14 0-16,0-14 0 0,0 17 4 0,0-17-9 0,0 19-2 16,-14-8 3-16,14-1 1 0,0 0 1 15,0 1 6-15,0-1 4 0,-8 2-7 0,8-1 7 16,0-1-2-16,0 2 6 0,0-2 5 0,0 1 0 15,0 0 8-15,0 1-7 0,0-3 2 0,0 1 0 16,0-1-7-16,17 0 7 0,-17-1 9 0,0 0-1 16,20-2-4-16,-20 1-2 0,18-3-12 0,-8 1-4 15,-1-1 4-15,4-1-14 0,0-1 5 0,-3-2 0 16,4 2-14-16,-1-2 4 0,0 0 0 0,-3 0-14 16,1 0 6-16,-1 0-21 0,-1 0-21 0,-1 0 1 15,-2 0-10-15,0 0-15 0,-2 0-30 0,-1-17-6 16,0 17 16-16</inkml:trace>
  <inkml:trace contextRef="#ctx0" brushRef="#br0" timeOffset="-106055.62">4701 6782 627 0,'0'0'4'0,"0"0"3"0,0 0 5 16,0 0-8-16,0 0 0 0,0 0-4 0,15-15-12 15,-15 15 12-15,0 0-4 0,12 0-3 0,-12 0 3 16,14-10 0-16,-3 10 4 0,1 0 4 0,2 0 4 15,4-8-8-15,-1 8-8 0,3 0 4 0,0-4-4 16,-1 2-8-16,0 2-8 0,2-1-17 0,-3 1-9 16,0 0-2-16,-1-2-5 0,0 0-24 0,-3 1-21 15,1-1 13-15</inkml:trace>
  <inkml:trace contextRef="#ctx0" brushRef="#br0" timeOffset="-105720.27">5487 6752 445 0,'5'2'4'0,"1"1"7"0,0-3-10 0,1 1 4 15,1-1 1-15,2 0 3 0,-1 0 15 0,3 0 1 16,1 0 3-16,1 0-16 0,0 0-3 0,0 0-5 16,2 0-7-16,-2-13 6 0,-1 13 1 0,1 0 0 15,-3 0 4-15,1 0-5 0,-2 0 1 0,-2 0-8 16,-1 0-16-16,-1 0-16 0,-2 0-14 0,1 0-20 15,-3 0-43-15,-1 0-4 0,0 0 15 0</inkml:trace>
  <inkml:trace contextRef="#ctx0" brushRef="#br0" timeOffset="-105508.64">5623 6916 1002 0,'0'2'22'0,"0"-2"5"0,12 0 4 16,-12 0 8-16,13 0-31 0,-13-17 0 0,14 17 0 16,-7 0-8-16,0-16 4 0,1 16-5 0,-1 0 0 15,0-12-12-15,0 12-9 0,0 0-27 0,2 0-42 16,-2-8-17-16,3 8-11 0,1 0 7 16,-1-4 17-16,0 4 14 0,0-2-3 0,0 2-8 15,3-1-10-15,0 1 14 0</inkml:trace>
  <inkml:trace contextRef="#ctx0" brushRef="#br0" timeOffset="-105048.83">6328 6635 730 0,'4'-7'-14'0,"-2"0"4"0,-2 0-13 0,0 1 1 15,0-3 5-15,0 2-7 0,0 0 7 0,0 3-8 16,-21 2 0-16,21 0 1 0,-16 1 7 0,16 1 9 16,-17 0 8-16,17 0 4 0,-21 19 0 0,12-19-4 15,0 17 1-15,-1-17 0 0,2 23-9 0,1-23 5 16,-1 24-1-16,0-13-4 0,3 1 12 0,0 1-11 15,0 1 11-15,3-2 3 0,0 2-7 0,2-1 12 16,0 1-13-16,0-1 1 0,0-2 4 0,27 2 12 16,-27-2-7-16,23-2 12 0,-6 0-1 15,-1-3-12-15,2 0 12 0,2-1-11 0,-1-1 3 16,0-1 8-16,-1-3 21 0,-1 0 10 0,1 0 2 16,-5 0 11-16,1 0-11 0,-2 0 12 0,-2-18 3 15,-1 18-10-15,0 0 6 0,-2-20-10 0,-1 20-13 16,-1-19-2-16,-2 19-17 0,-2-18-11 0,-1 9 7 15,0 0 5-15,0-1 9 0,0 1 2 0,0 1-12 16,-22-1-8-16,22 1-13 0,-18 0-8 0,18 1-58 16,-24 0-69-16,10 1-64 0,1 1-37 0,-3 0 25 15,2-1 12-15,-1 2 26 0,1 0 44 16</inkml:trace>
  <inkml:trace contextRef="#ctx0" brushRef="#br0" timeOffset="-100517.58">4417 7837 247 0,'0'0'10'0,"0"0"6"15,0 0 1-15,0 0 18 0,0 0-5 0,0 0 3 16,0 0 7-16,0 0-20 0,0 0 3 0,0 0-8 15,0 0-1-15,0 0 0 0,0 0 17 0,0 0-1 16,13 0-4-16,-13 0 11 0,0 0-19 0,0 0 19 16,0 0 2-16,0 0 6 0,0 0-4 0,0 0-20 15,0 0-1-15,0 0-25 0,0 0 11 0,0 0-1 16,0 0 4-16,0 0 6 0,0 0-11 0,0 0 6 16,0 0 0-16,0 0 0 0,0 0-10 0,0 0 0 15,0 0 0-15,0 0-10 0,0 0 15 0,0 0-15 16,0 0-9-16,0 0 19 0,0 0-15 15,0 0 5-15,0 0-5 0,0 0 6 0,0 0 13 16,0 17 6-16,0-17 0 0,0 0-9 0,0 15-10 16,0-15 0-16,0 15 5 0,0-15 6 0,0 18 4 15,0-10-5-15,0 1 4 0,0-1-11 0,-16 1 9 16,16-2 5-16,0 2-4 0,0 0 0 0,0 0-9 16,0 2-1-16,-10 0 6 0,10 0-6 0,0 1 10 15,-7-2-9-15,7 1 4 0,-6-1 5 0,6 0-9 16,-5-2 10-16,3 0-6 0,-1-1 10 0,1 1 0 15,0-1 0-15,1 0-5 0,1 1-9 0,-1-2 5 16,1 0-5-16,0 1 0 0,0 0 5 0,0 1-9 16,0-1 9-16,0 0 0 0,0 3 8 0,0-3 5 15,0 2-4-15,0 0-4 0,0-1-1 16,0 1-4-16,0 0 0 0,0-1 9 0,16 1-13 16,-16-1 5-16,0 0 8 0,0-1-9 0,11 0 9 15,-11-1-5-15,8-2 1 0,-8-1 4 0,8 1 5 16,-8-3 9-16,8 1 12 0,-2-1 18 0,-1 0 7 15,0-1 4-15,0 0-12 0,3 0-12 0,-1 0-12 16,2 0-9-16,2 0-11 0,-2 0-1 0,2 0-3 16,2-16-1-16,-1 16-6 0,-1 0-22 0,2-13-22 15,-3 13-25-15,4-10-16 0,-4 10 1 0,2-14-18 16,-2 8 6-16,0 0-10 0,0 0-6 16,-1-1 14-16,-1 0-32 0,-1-2-3 0,1 3 26 0</inkml:trace>
  <inkml:trace contextRef="#ctx0" brushRef="#br0" timeOffset="-100173.33">4490 7633 767 0,'0'0'4'0,"0"0"-8"0,0 0-1 16,0 0-10-16,0-18-17 0,0 18-10 0,0 0-32 0,0-14-17 15,0 14-40-15,0 0-14 0,0 0 32 16</inkml:trace>
  <inkml:trace contextRef="#ctx0" brushRef="#br0" timeOffset="-99291.96">4933 8099 119 0,'0'0'7'16,"0"0"2"-16,0 0 9 0,0 0 0 0,0 0-2 15,0 0 0-15,0 0-3 0,0 0-2 0,0 0 3 16,0 0 3-16,0 0-6 0,0 0 2 0,0 0-4 16,0 0 1-16,0 0-5 0,0 0-1 15,0 0 1-15,0 0-9 0,0 0 4 0,0 0 4 0,0 0-4 16,0 0 5-16,0 0-1 0,0 0-8 0,0 0 5 16,0 0-1-16,0 0-8 0,0 0 12 15,0 0 0-15,0 0 0 0,0 0 9 0,0 0-12 16,0 10 1-16,0-10 5 0,0 0-2 0,0 0 9 15,0 0-6-15,0 0-3 0,0 0-1 0,0 0-4 16,0 0-3-16,0 0 3 0,0 0 7 0,0 0-6 16,0 0 11-16,0 0-8 0,0 0-7 0,0 0 9 15,0 0 8-15,0 0 3 0,17 0 5 0,-17 0-1 16,15 0-15-16,-3 14 11 0,1-14 8 0,-1 0 8 16,3 0 0-16,-2 0-8 0,1 0-9 0,0 0-4 15,0 0 10-15,-1 0 10 0,2 0-5 0,-3 0-7 16,0 0-15-16,2 0 0 0,0 0-10 15,-1 0 10-15,-1 0 5 0,-1 0-10 0,-1 0 5 16,-1-13-5-16,-3 13 0 0,2 0-4 0,-3 0 9 16,0 0-15-16,-2-6-5 0,0 6-22 0,1 0-25 15,-2 0-12-15,1 0-18 0,-1 0-29 0,-1-5-14 16,-1 5 25-16</inkml:trace>
  <inkml:trace contextRef="#ctx0" brushRef="#br0" timeOffset="-91785.28">5763 7954 184 0,'0'0'1'0,"0"0"9"16,0 0-3-16,0 0 9 0,0 0-1 0,0 0-4 16,0 0 8-16,0 0-3 0,0 0 4 0,0 0-9 15,0 0 3-15,0 0 1 0,0 0 0 0,0 0 4 16,0-9-11-16,0 9 6 0,0 0-4 0,0 0 4 16,0 0 15-16,0 0-16 0,0-6 6 0,0 6-3 15,0 0-10-15,0 0 8 0,0 0-9 0,0 0 4 16,0 0-4-16,0 0 0 0,0 0 9 0,0 0-14 15,0 0 9-15,0 0-5 0,0 0-12 0,0 0 12 16,0 0-9-16,0 0 1 0,0 0 4 0,0 0 8 16,0 0-11-16,0 0 12 0,0 0 8 0,0 0-17 15,0 0 14-15,0 0-1 0,0 0-12 16,0 0 13-16,0 0-1 0,0 0-8 0,0 0 8 16,0 0-8-16,0 0 4 0,0 0-9 0,0 0 0 15,0 0 0-15,0 0-9 0,0 0 13 0,0 0-4 16,0 0-4-16,0 0 13 0,0 0-9 0,0 0 4 15,0 0 5-15,0 0-9 0,0 0 0 0,0 0-4 16,0 0 4-16,0 0 0 0,0 0 10 0,-14 0 0 16,14 0 1-16,0 0-11 0,0 0 11 0,0 0-17 15,-12 0 1-15,12 0 10 0,0 0-15 0,-6 0 15 16,6 0-5-16,-5 0 6 0,1 0-17 0,0 0 6 16,1 0-5-16,-2 0-1 0,0 0 15 15,-2 0-4-15,1 0 10 0,-1 0-10 0,-2 17-4 16,2-17 0-16,0 13 3 0,-2-13 7 0,1 13-6 15,1-13 4-15,0 16-9 0,2-10-5 0,-3 0 10 16,3 1-4-16,0-3 0 0,0 1 8 0,1 1-4 16,-1-2 4-16,2 0-12 0,-1-1 0 0,1 1 4 15,1 0-9-15,-1-2 21 0,1 2 1 0,0-1-5 16,1-1 4-16,-1 1-12 0,0-1-4 0,0 2 8 16,1-1-4-16,0 0 12 0,0 1-4 0,0 0-4 15,-1 0-4-15,1-1-4 0,0 0 8 0,-2 2-8 16,2-1 12-16,0 0-4 0,0-1-4 15,0 2 4-15,0-2 9 0,1 2-9 0,0-1 4 16,0 1 4-16,0 0-16 0,0 0 8 0,0-2 0 16,0 2-4-16,0 0 0 0,0-1 8 0,0 0-8 15,0 0 8-15,16 0 0 0,-16 1 5 0,0-1-9 16,0 1 0-16,11-1 8 0,-11 1-17 0,0-1 17 16,12 0-4-16,-12 0-4 0,7 0 18 0,-2-1 2 15,-1 0 4-15,2 0-5 0,-1-1 0 0,3 2-4 16,-1-1-1-16,0 0 5 0,0-1-14 15,1 3 0-15,1-1 4 0,0-1 0 0,-1 0 10 0,2-2 4 16,-2 2 1-16,1-3 9 0,3 3-1 16,-3-3-5-16,1 1 0 0,1-1-5 0,-2 0-1 0,1 0-8 15,0 0 9-15,-1 0-5 0,0 0 1 16,1 0 3-16,-1 0-12 0,0-16-1 0,3 16-4 16,-3 0 0-16,0-12-4 0,0 12 5 0,-1-9-5 15,0 9 0-15,1-8 5 0,-4 8-5 0,3-6-3 16,-4 6 4-16,2-6-1 0,-3 3 4 0,1-2 7 15,-2 3-3-15,0-1-4 0,-1-1-11 0,1-1 0 16,1 1 0-16,-1 0 4 0,-2-1 12 0,3 1-8 16,2 0-1-16,-2-1 4 0,0 1-5 0,0 1 6 15,0-2 3-15,0 3-6 0,0-3 3 0,-2 3 2 16,-1-3-2-16,2 3-2 0,-2-3-3 16,0 2-6-16,0-2 7 0,0 0 0 0,0 2-3 0,0-4-5 15,0 3 8-15,0-1 1 0,0-1-5 16,0 1 11-16,0-3-15 0,0 3 1 0,0-2 4 15,0 1-4-15,-17 0 6 0,17-1-6 0,0 2 6 16,0-2 1-16,-12 2 9 0,12-2 20 0,0 3 1 16,-7-1 11-16,7 1-6 0,-6-1-10 0,2 3 6 15,-1-3-13-15,-1 2 10 0,-3 2-3 0,2-4-2 16,-3 3 10-16,2 0-11 0,-1-2 14 0,-1 0-6 16,1 2-1-16,-1-1-4 0,1-2-18 0,3 4-3 15,-2-3-6-15,-1 2 0 0,0 0 4 0,3 1-4 16,0-1 2-16,-2-1-2 0,3 2-5 0,-1 0 4 15,1 1-2-15,1 0-1 0,1 0 2 16,-2 0-8-16,1 0-16 0,1 0-31 0,-2 0-30 16,1 0-40-16,-1 0-14 0,1 0-9 0,-3 18-14 15,2-18 29-15,0 0-4 0,0 19 20 0,0-19 20 16,0 14-22-16,0-14 2 0,1 12 20 0</inkml:trace>
  <inkml:trace contextRef="#ctx0" brushRef="#br0" timeOffset="-90975.14">6460 7953 255 0,'0'3'10'0,"0"-2"19"15,0-1 10-15,0 0 11 0,0 0 11 0,0 0-12 16,0 0 7-16,0 0-6 0,0 0-7 0,0 0-1 16,0 0 4-16,0 0 21 0,0 0-5 0,0 0 1 15,0 0-22-15,0 0-20 0,0 0-10 0,0 0-5 16,0 0 3-16,0 0-9 0,0 0 4 0,0 0-4 15,0 0-4-15,0 0 8 0,0 0-9 0,0 0-5 16,0 0 9-16,0 0-13 0,0 0 9 16,0 0 10-16,0 0-6 0,0 0 6 0,0 0-5 15,0 0-5-15,0 0 1 0,0 0 4 0,0 0 0 16,0 0 10-16,0 0-4 0,0 0 8 0,0 0-4 16,16 0-5-16,-16 0 5 0,0 0-6 0,18 0 1 15,-18 0 0-15,18 0-1 0,-5 0-13 0,0 0 18 16,1 0 0-16,2 0-4 0,-1 0 5 0,2 0-10 15,0 0 6-15,-2 0 3 0,1 0 1 0,-4 0 9 16,3 0 6-16,-5 0-5 0,0 0 30 0,-1 0-14 16,-1 0-13-16,-1 0 3 0,0 0-24 0,-1-10-2 15,-4 10 0-15,3 0 4 0,-1 0 0 0,-1 0 0 16,-1 0 5-16,1 0-16 0,-2 0-2 0,1 0-12 16,-2 0-16-16,1-5-7 0,0 5-24 15,-1 0-14-15,1 0-17 0,0-3-13 0,2 3 3 16,-1 0 8-16,1 0 0 0,-1 0 12 0,-2 0-19 15,2 0-18-15,-2 0 32 0</inkml:trace>
  <inkml:trace contextRef="#ctx0" brushRef="#br0" timeOffset="-90546.12">6477 8178 128 0,'0'0'14'16,"0"0"6"-16,0 0 12 0,0 0 18 0,0 0-13 15,0 0 2-15,19 0-7 0,-19 0-8 0,0 0 3 16,11 0-9-16,-11 0 1 0,11 0 7 16,-11 0 3-16,13 0 5 0,-6 0-1 0,2 0-12 15,-2 0 0-15,2 0-9 0,-1 0 5 0,2-10-5 0,-1 10 0 16,0 0 15-16,1 0-19 0,1 0 5 16,0 0-13-16,0 0 5 0,2 0 9 0,1 0-9 15,-1 0 10-15,1 0-15 0,-1 0 5 0,-1 0 0 16,-2 0-5-16,0 0 14 0,-2 0-18 0,-1 0 13 15,0 0-4-15,-5 0-14 0,1 0 23 0,-1 0-19 16,1 0 10-16,-3 0 9 0,1 0-13 0,-1 10 4 16,1-10-20-16,1 0-23 0,0 0-24 0,0 0-20 15,2 0 0-15,0 0-15 0,2 0-43 0,0 0 25 16</inkml:trace>
  <inkml:trace contextRef="#ctx0" brushRef="#br0" timeOffset="-88761.26">7233 7894 179 0,'0'0'13'0,"0"0"6"0,0 0 3 0,0 0 8 15,0 0-8-15,0 0 1 0,0 0-8 0,0 0 0 16,0 0 3-16,0 0-12 0,0 0 12 0,0 0-9 15,0 0-8-15,0 0 12 0,0 0 1 0,0 0-18 16,0 0 12-16,0 0-3 0,0 0-5 0,0 0 8 16,0 0-8-16,0 0-4 0,0 0 4 0,0 0 5 15,0 0 0-15,0 0-5 0,0 0 0 0,0 0-4 16,0 0 5-16,0 0-1 0,0 0 0 0,0 0 9 16,0 0-9-16,0 0 9 0,0 0-4 0,0 0 0 15,0 0-1-15,0 0 2 0,0 0 3 0,0 0 5 16,0 0 0-16,0 0 0 0,0 0-4 0,0 0 0 15,0 0 8-15,15 0-17 0,-15 0 8 16,0 0-9-16,17 0-4 0,-17 0 17 0,13 0-18 16,-5 0 0-16,0 0 5 0,1 14-13 0,3-14 18 15,-3 0 3-15,0 0-3 0,2 0 4 0,-1 10 0 16,-1-10 4-16,0 0-8 0,0 0 8 0,-2 6-9 16,-2-6 1-16,1 3-1 0,-1-2-9 15,-1 2 5-15,-1-2-13 0,-1 0 8 0,0 1 10 0,-1-1 3 16,0 0 6-16,0 1-14 0,-1-1-4 0,1 1-4 15,-1 1 4-15,0 2 8 0,0-1 5 0,0 3-21 16,0 1 8-16,0 0 0 0,0 0 0 0,-16 2 17 16,16-1-9-16,0 0-4 0,-13-2 5 0,13 2-13 15,-11-1 4-15,11-1 0 0,-11-1-4 0,11 0 8 16,-8 0-4-16,4-1 4 0,0 1 0 16,1-2 4-16,-2 1 4 0,1-1-3 0,3 0-9 15,-4 0 8-15,2-2-8 0,1 3 0 0,0-2 8 16,0-1-13-16,1 1 1 0,0-2 12 0,1 0-8 15,0 2 4-15,0-2 4 0,0-1-8 0,0 0 4 16,0 0 0-16,0 0-5 0,0 0-7 0,0 0 7 16,0 0 1-16,0 0 4 0,0 0 9 0,16 0-9 15,-16 0-5-15,0 0 9 0,17 0 0 0,-17 0-4 16,15 0 0-16,-5 0-4 0,0-12 0 16,2 12 0-16,-1 0 8 0,0 0-4 0,-2 0 0 15,1-8 0-15,-1 8 0 0,-1 0 0 0,0 0-4 16,-1 0 8-16,0 0-9 0,-1 0 1 0,-1 0 8 15,2 0-8-15,-3 0 5 0,0 0 3 0,1 0 0 16,0 0-4-16,-3 0 0 0,3 0-4 0,-2 0-9 16,0 15 13-16,0-15-4 0,-1 0 4 0,1 0-4 15,-3 8-3-15,1-8 3 0,-1 0 0 0,0 10 4 16,0-10-4-16,0 6 5 0,0-1-5 0,0-1 4 16,0-1 4-16,0 2 5 0,0 1-1 0,0-3-4 15,-18 4 0-15,18 0-4 0,0 0 1 0,-15-1 3 16,15 0 8-16,-14 2-8 0,14-2 0 0,-16 1 5 15,9-1-13-15,-5 2 9 0,3-2-1 16,-1 1 0-16,-1 0 4 0,-1-2-8 0,-1 1 0 16,0 0 0-16,3-1-8 0,-5 0 8 0,3 1 4 15,-2-2-4-15,3-2 12 0,1 0-4 0,1 1-4 16,0-3 0-16,2 1-4 0,2-1-9 0,-2 0-19 16,3 0-18-16,0 0-23 0,2 0-44 0,-1 0-19 15,1-16 17-15</inkml:trace>
  <inkml:trace contextRef="#ctx0" brushRef="#br0" timeOffset="-87209.54">7880 7937 160 0,'2'0'15'16,"-1"0"24"-16,0 0 0 0,0 0 12 0,0 0-15 16,1 0-17-16,0 0 8 0,-1 0-7 0,0 0-4 15,0 0-2-15,1 0 5 0,-2 0-4 16,0 0-5-16,0 0 13 0,0 0-9 0,0 0 1 0,0 0 13 15,0 0-10-15,0 0-3 0,0 0 4 16,0 0 4-16,0 0-5 0,0 0 1 0,0 0-6 16,0 0-3-16,0 0-10 0,0 0 6 0,0 0 11 15,0 0-11-15,0 0 5 0,0 0 0 0,0 0-5 16,0 0 5-16,0 0-6 0,0 0-5 0,0 0-5 16,0 0 5-16,0 0 0 0,0 0-1 0,-22 0 1 15,22 0 0-15,0 0 5 0,-18 0 1 0,18 0-6 16,-12 0 5-16,12 0-15 0,-16 0 5 0,16 0-7 15,-13 0 1-15,13 0 6 0,-13 0 4 0,7 0 6 16,0 0-16-16,1 0 27 0,0 15-16 0,0-15 5 16,1 0 1-16,0 0-17 0,0 10 6 0,2-10-6 15,0 0 11-15,-1 9 0 0,1-9-6 16,-1 7 11-16,1-4-5 0,-2 2-10 0,-1 2 10 16,3-2-6-16,-4 0 1 0,3 0 16 0,-1 0-12 15,0 0 1-15,2 2 5 0,0-1-10 0,0-2 14 16,0 3-4-16,1-2-10 0,-1 1 10 0,1 1-14 15,1-2 4-15,-2 2 14 0,0 0-14 0,-1 0 0 16,1 1 10-16,1-1-15 0,-1 1 20 0,0 0 0 16,0-1-20-16,0 0 14 0,1 0-18 0,1-2 9 15,-2 1 5-15,2-1-14 0,-2 1 19 0,0-2 0 16,2 0 0-16,0 2 4 0,0-3-4 16,0 1-5-16,0-2 0 0,0 2 5 0,0 0 0 15,20-3 0-15,-20 3 14 0,0-1 6 0,18-1-1 16,-18 1 0-16,18-1-1 0,-8-1-9 0,2 2-13 15,0-2-1-15,3 0-8 0,-3-1-2 0,2 0 10 16,1 0 9-16,-1 0 0 0,-1 0-4 0,-1 0 14 16,2 0-19-16,-3 0 10 0,1 0 4 0,0 0-5 15,-3 0 5-15,1 0 1 0,-2 0 0 0,1 0 3 16,1-15 5-16,-3 15-5 0,1 0-8 0,-1-10-5 16,-1 10 4-16,2-10 1 0,0 10 13 0,-1-9 4 15,-2 3-1-15,2 1 5 0,-2-3 7 0,-1 2 9 16,0-1 19-16,0 2 12 0,-2-2 6 0,0 0-18 15,1 0-16-15,-3 1-16 0,0-2-17 16,0 3 3-16,0-3-3 0,0 2-2 0,0 0 6 16,0-1 5-16,0-1 6 0,-19 0 0 0,19 0-7 15,0 0-11-15,-14-1-6 0,14 1-7 0,0-1 1 16,-15-1-3-16,15 2-1 0,-11-1 0 0,11 1 7 16,-11-1 0-16,5 3-4 0,-2 0 3 0,2-1-9 15,-1 1-2-15,0 3-1 0,0-3-19 0,0 3-34 16,1 0-39-16,-1-1-34 0,3 0-38 0,1 0-38 15,0 2-5-15,0 0 8 0,2 0 20 0,0 0 35 16,-1 2 6-16,0 0 29 0</inkml:trace>
  <inkml:trace contextRef="#ctx0" brushRef="#br0" timeOffset="-86033.53">8452 7715 371 0,'0'0'29'0,"0"0"14"15,0 0 21-15,0 0 16 0,0 0-11 0,0 0 7 16,0 0-15-16,0 0 15 0,0 0-19 0,0 0-6 16,0 0 2-16,0 0-30 0,0 0 3 0,0 0-8 15,0 0-10-15,0 0 1 0,0 0-4 0,0 0-10 16,0 0 10-16,0 0-1 0,0 0-9 0,0 0 1 15,0 0-13-15,0 0 4 0,0 0 8 16,0 0-1-16,0 0 1 0,0 0-3 0,-14 0 0 16,14 0 5-16,0 0 0 0,-11 14 4 0,11-14-4 15,-13 16 5-15,6-6-4 0,-1 2 0 0,-2 0 5 16,1 2-5-16,0 0 5 0,2 2 0 0,-4 1-9 16,2 1 0-16,-1-1 4 0,1 0-2 0,1-1 8 15,1 2 2-15,2-2-4 0,-3 2-9 0,3-3 5 16,1-2-4-16,1 2 3 0,-1-1 6 0,1 1 0 15,-1-2 4-15,3 0 0 0,-1 0 0 0,-1-2-4 16,1 2-8-16,2-2 8 0,0 0-11 0,0-2 3 16,0 0 14-16,0 1-13 0,0-4 7 15,0 1 6-15,0-1-14 0,0 0 5 0,18 0 4 16,-18-1-1-16,0 0 5 0,13-1 1 0,-13-1 4 16,11 1-12-16,-11 1 0 0,13-2 7 0,-6-1 0 15,1 2-4-15,0-1 12 0,1 0-17 0,2 0 6 16,-2-1 10-16,0 0-14 0,0 0 8 0,2 0-4 15,-1-1-9-15,-1-1 5 0,1 0 3 0,-3 0-4 16,0 0 1-16,-2 0 8 0,3 0 3 16,-6 0-7-16,1 0 7 0,-1 0-11 0,-2 0-30 0,1 0-11 15,-1 0-41-15,0 0-52 0,0 0-16 0,0 0-9 16,0-14-16-16,0 14 9 0,0 0 38 0</inkml:trace>
  <inkml:trace contextRef="#ctx0" brushRef="#br0" timeOffset="-83099.75">8714 7827 308 0,'1'-2'10'0,"-1"0"11"0,2 1 8 15,-2-1 10-15,0-1 3 0,0 2-6 0,0 0 1 16,0-2-6-16,0 3-5 0,0 0 9 0,0 0 4 16,0 0-3-16,0 0 11 0,0 0-12 0,0 0-5 15,0 0-10-15,0 0-14 0,0 0 9 0,0 0-10 16,0 0 5-16,0 0-5 0,0 0-11 0,0 0 6 16,0 0-5-16,0 0 5 0,0 0 0 0,0 0-10 15,0 0 15-15,0 0-10 0,0 0 6 0,0 0-6 16,0 13-9-16,0-13 4 0,0 0 1 15,0 12 9-15,0-12 20 0,0 13-9 0,0-7 0 16,0 4-5-16,0 2-4 0,0-2-1 0,0 2-5 16,0-2 15-16,0 2-27 0,0 0 20 0,0 3 4 15,0-2-19-15,0 2 24 0,-14 0-5 0,14 0-14 16,0 1 14-16,0 0-14 0,-13 1 0 0,13-3 10 16,0 1-4-16,-6-3 4 0,6 2 0 0,0-1-9 15,-3-1 0-15,3 0-4 0,0 0 4 0,0-1 9 16,0-1 1-16,0 0 4 0,0-1-9 0,0 0 9 15,17-1 1-15,-17 0 8 0,0-1 5 0,17-1 5 16,-17-1 8-16,11 1 4 0,-11-2 0 0,16 0 3 16,-7-1-11-16,0 0-6 0,2-1 3 15,-1 1-16-15,0-1 12 0,3-2-12 0,-3 0-8 0,2 0 0 16,0 0-5-16,0 0 0 0,0 0-5 16,-1 0-8-16,0 0-19 0,-1-20-2 0,-1 20-7 15,-1 0-16-15,0-14 3 0,-2 14-19 0,-1 0-22 16,-2-14-19-16,-1 14-7 0,0-9-13 0,-1 3-8 15,-1-1 11-15,0 0 21 0</inkml:trace>
  <inkml:trace contextRef="#ctx0" brushRef="#br0" timeOffset="-82737.91">8558 8036 477 0,'0'0'5'0,"0"0"22"0,0 0 27 16,0 0 10-16,0 0 9 0,0 0-15 0,0 0-22 15,0 0 0-15,0 0-1 0,0 0 0 16,0 0 5-16,0 0-14 0,0 0-1 0,13 0-1 15,-13 0-10-15,0 0 5 0,0 0-10 0,11 0 10 16,-11 0 0-16,12 0 4 0,-6 0-1 0,3 0-4 16,0 0 6-16,0 0 8 0,1-12 3 0,1 12-6 15,0 0 1-15,3 0-14 0,-2 0-3 0,1 0-5 16,-1-7-4-16,0 7-3 0,-2-4-5 0,-1 4 2 16,1-4-6-16,-3 3-5 0,1 1-35 0,-1-2-52 15,-1 0-42-15,2 1-34 0,-3-2 7 0,1 3 13 16,2-2-2-16,0-1 11 0,0 1 29 0</inkml:trace>
  <inkml:trace contextRef="#ctx0" brushRef="#br0" timeOffset="-82363.82">9197 8058 551 0,'1'3'4'0,"3"-2"-12"0,0-1 12 16,0 0-3-16,-1 0 4 0,1 0 3 0,1 0 1 15,2 0 16-15,0 0-12 0,0 0 13 0,0 0-9 16,4 0-3-16,-1 0 20 0,-1 0 0 0,1 0 6 16,1 0-4-16,-1 0-5 0,3 0 5 0,0 0-6 15,-1 0 1-15,1 0-15 0,1 0-6 0,1 0 4 16,-1 0-9-16,-1 0 5 0,0 0-1 0,-2 0-7 16,-1 0-2-16,-1-14-10 0,-2 14-40 0,0 0-26 15,0 0-14-15,-2 0-17 0,0 0 3 0,0-8-5 16,-2 8-50-16,2 0 26 0</inkml:trace>
  <inkml:trace contextRef="#ctx0" brushRef="#br0" timeOffset="-81644.11">9967 7932 356 0,'3'-1'15'15,"-1"1"25"-15,0-3 2 0,-1 3 18 0,-1 0-2 16,0-1-33-16,0 1 3 0,0 0-18 0,0 0-10 16,0 0 4-16,0 0-8 0,0 0 4 0,0 0-5 15,-17 0 5-15,17 0 14 0,0 0-14 0,0 0-5 16,-11 0 5-16,11 0-13 0,-8 0 8 0,8 0 5 16,-11 0-4-16,5 0-1 0,-1 0 4 0,-2 0 1 15,1 0 0-15,-1 0 5 0,-1 14-5 16,-1-14 1-16,0 0-5 0,1 11 4 0,0-11-4 15,2 13-4-15,1-7 8 0,-1 2 1 0,1-1-1 16,3 0 0-16,-1 0 0 0,1 1 0 0,1-1-8 16,-1 0 8-16,2 0-4 0,0-1 0 0,1 1 13 15,-1-1-9-15,2 2 1 0,0-2-5 0,0 0 8 16,0 1 5-16,0 0-4 0,0 0 8 0,0-1-13 16,0 0 12-16,18 3-3 0,-18-2 0 0,0-1-5 15,20 0 0-15,-20 0 19 0,18-1-8 16,-8 0 13-16,-1-1-8 0,1-1 0 0,1-1 0 0,-1 1-4 15,1-3 4-15,0 0-10 0,0 0 10 16,1 0 5-16,1 0-15 0,-1 0 5 0,1 0-14 16,0 0-5-16,4 0 4 0,-3-18-4 0,2 18-1 15,1 0 20-15,0-16-9 0,-1 16 4 0,1-13 5 16,-2 13-14-16,-2-14 19 0,-2 8 10 0,-2-2 28 16,-3 2 13-16,-2 0 15 0,0 0 22 0,-2 0-5 15,-2 1 0-15,0-2-22 0,0 0-32 0,0 0-22 16,0-2-10-16,0 1-5 0,0-3-1 0,0 0 7 15,0-1-5-15,0 2 9 0,0-3 2 0,-17 2-11 16,17-2-1-16,0 0-18 0,-21 0-2 0,21 1 5 16,-15-1-3-16,15 1 6 0,-15 2-16 15,15 0-36-15,-13 1-54 0,13 0-61 0,-11 4-56 16,6 1-6-16,-2 0 15 0,-1 0 31 0,3 0 36 16,1 2-15-16,-3 1 33 0,0-1 33 0</inkml:trace>
  <inkml:trace contextRef="#ctx0" brushRef="#br0" timeOffset="-80912.61">10224 7699 690 0,'0'0'10'16,"0"0"5"-16,0 7 11 0,0-7-1 0,0 0-10 15,0 0-10-15,0 0 0 0,18 0 0 0,-18 0 4 16,12 0 1-16,-12 0-5 0,21-14 9 0,-9 14-14 15,4 0 19-15,-3 0 1 0,2 0-4 0,1 0 19 16,2 15-10-16,-2-15 10 0,2 0 11 0,-3 19-4 16,1-19 3-16,1 15-13 0,-1-15-16 0,-2 17 6 15,3-8-1-15,-3 1-4 0,2-1-4 0,-1 2-9 16,0 1-4-16,-2-1 3 0,1 2 1 0,-1 3 9 16,-4 0-15-16,2-1 10 0,-4 3 1 0,-3 1-3 15,-2 0 13-15,-2 2-16 0,0 3-2 16,0-2-2-16,-22 2 3 0,22 1-5 0,-24-1 7 15,24 0-1-15,-34 0-9 0,17-1 13 0,0-2-5 16,2 1-1-16,-1-2-2 0,1-2 4 0,2 0 4 16,2-3-7-16,0-1 1 0,2-2-4 0,1-2-54 15,2 0-83-15,2-3-38 0,-1-1-48 0,3-1-29 16,0-2 62-16,1-1 46 0</inkml:trace>
  <inkml:trace contextRef="#ctx0" brushRef="#br0" timeOffset="-78717.79">5367 8890 481 0,'1'0'13'15,"-1"0"10"-15,0 0 16 0,0 0 39 0,0 0 7 16,0 0 6-16,0 0 7 0,0-16-25 0,0 16-15 16,0 0 2-16,0 0-14 0,0-13-6 15,0 13 0-15,0 0-5 0,0-7 10 0,0 7 7 16,0 0 11-16,0-4-2 0,0 4-11 0,0 0-11 15,0-2-8-15,0 2-5 0,0 0-5 0,0 0-13 16,0 0-3-16,0 0-13 0,0 0-5 0,0 0 4 16,0 0-11-16,0 0 3 0,0 0-1 0,0 0 4 15,0 0 8-15,0 0 7 0,0 15 3 0,0-15-1 16,0 12-1-16,0-12-2 0,0 17 4 0,0-5-5 16,0 1-5-16,0-2 0 0,0 3-3 0,0 0 7 15,0 1 8-15,0 0-7 0,0 0 3 0,0 1 6 16,0-1-9-16,-14 0 1 0,14 0 2 15,0-1-9-15,0 1 11 0,-9-2 1 0,9-1-4 16,0-2-3-16,0 0-1 0,0-1 0 0,0-1 1 16,0-1 0-16,0-2-2 0,0 0 7 0,0-1-2 15,0-2 9-15,0 1-2 0,16 0-1 0,-16-2 2 16,0 1-11-16,12-1 8 0,-12 2 1 0,11-3-11 16,-11 3 9-16,11-3-15 0,-4 0-18 0,0 1-22 15,-1-1-47-15,0 0-30 0,0 0-8 0,1 0 5 16,1 0 1-16,-1 0 9 0,-1 0-6 0,1-15 6 15,1 15 16-15,0 0-10 0,-1-13-1 0,-1 13 19 16</inkml:trace>
  <inkml:trace contextRef="#ctx0" brushRef="#br0" timeOffset="-78462.22">5581 8624 1047 0,'0'-6'31'0,"8"-1"5"0,-8 2 0 15,6-1 3-15,-6 1-31 0,0 1-5 0,0 1-7 16,0 0-36-16,0 3-44 0,0 0-65 0,0 0-15 15,0 0 15-15,0 0 15 0,0 0 19 0,0 0-15 16,0 18 18-16</inkml:trace>
  <inkml:trace contextRef="#ctx0" brushRef="#br0" timeOffset="-77784.74">5749 9033 293 0,'0'0'18'0,"0"-1"5"0,0-2 14 16,0 2 8-16,0-1-12 0,0 1 10 0,0 1-9 15,0-2-1-15,0 1 0 0,0-1-17 0,0 2-3 16,0 0-5-16,0 0-16 0,0 0 0 0,0 0 0 16,0 0-4-16,0 0 8 0,0 0 4 0,0 0-4 15,0 0 4-15,0 0 8 0,0 22-4 0,0-22-4 16,-15 17-4-16,15-17-7 0,0 20 3 0,0-8 12 16,-13 1-8-16,13 0 8 0,0 1-4 15,-11-2-4-15,11 3 11 0,-5-3-3 0,5 1-1 0,-6 0 1 16,6-1 0-16,-2 0-8 0,2-2 0 15,0 0 4-15,0-1-5 0,0 0 13 0,0-1 0 16,0 1-4-16,0-2 4 0,0 0-4 0,0-2 4 16,0 2-4-16,15 0-4 0,-15-1-5 0,0-1 1 15,0 0-17-15,15-1-19 0,-15 0-10 0,8-2-34 16,-8 0-33-16,10-2 1 0,-3 0 14 0</inkml:trace>
  <inkml:trace contextRef="#ctx0" brushRef="#br0" timeOffset="-77389">6064 9000 457 0,'2'-4'12'0,"-1"0"17"0,-1 1 13 0,0 0 21 15,0 0 8-15,0-1-7 0,0 3-22 0,0 0-22 16,0 0-25-16,0 1-9 0,0 0 3 0,0 0 6 16,0 0 9-16,0 0-4 0,0 0 5 0,0 0-15 15,-12 0-5-15,12 20 11 0,0-20-1 0,0 14 9 16,0-14-8-16,-11 18-1 0,11-7-5 0,-7-1 5 16,7 0 10-16,-7 2-5 0,3 1 14 15,-2-1-9-15,2 1-5 0,-1 0 5 0,2 0-10 16,0 0 0-16,1-1 15 0,0 0-10 0,-1-2 5 15,2 1-10-15,1-1 5 0,0-1 1 0,0-2-11 16,0 0 25-16,0 0-14 0,16-2-1 0,-16 0 10 16,0-1-5-16,22 0 5 0,-22-1 5 0,14 1 0 15,-14-2 0-15,18-1-5 0,-9 2 0 0,1-2-5 16,0 0-10-16,-1-1-30 0,-2 0-26 0,3 0-18 16,-2 0-29-16,-1 0-18 0,3 0-25 15,-5-17 16-15</inkml:trace>
  <inkml:trace contextRef="#ctx0" brushRef="#br0" timeOffset="-77075.77">5863 9124 388 0,'-8'0'8'0,"1"0"5"0,3 0 8 16,1 0-3-16,-1 0-1 0,1 0-7 0,2 0-2 16,1 0 0-16,0 0-3 0,0 0 7 15,0 0-4-15,0 0 8 0,0 0-7 0,0 0 0 16,21 0-1-16,-21 0-3 0,17 0-1 0,-17 0 0 16,21 0 5-16,-10 0-1 0,2 14 8 0,0-14-8 15,3 0-8-15,-1 0 0 0,0 0 0 0,3 0 4 16,-3 0 5-16,2 0-5 0,-2 0-4 0,0 0-8 15,-3 0-12-15,-1 0-5 0,0 0-20 0,-2 0-2 16,-2-14-17-16,3 14-36 0,-5 0-11 0,-1-12 10 16</inkml:trace>
  <inkml:trace contextRef="#ctx0" brushRef="#br0" timeOffset="-76621.29">6251 9017 435 0,'5'0'4'0,"-1"0"-4"0,-1 0 4 0,-1 0 1 16,2-16-9-16,-3 16 3 0,0 0-3 0,0 0 1 15,0 0 2-15,-1 0 2 0,0 0-1 16,0 0 7-16,1 0-2 0,1 0-3 0,0 0 11 16,0 0-3-16,1 0 12 0,1 0 11 0,0 15-8 15,0-15-8-15,1 0 0 0,-2 13-8 0,1-13 4 16,-1 11 7-16,1-11-8 0,-1 14-4 0,1-6-4 16,-1 1-12-16,1 1 4 0,1 2 4 0,-2 1 0 15,1 0 12-15,1 1-12 0,-1 2 4 0,0 0-4 16,-1 0-4-16,0-1 8 0,1 1-4 0,-1 0 0 15,1-1 0-15,-4 0 4 0,2-1 9 16,-2-1 1-16,0-1 4 0,0 0 13 0,0-2-5 0,0-1 20 16,0 0 11-16,0-1-11 0,-19-1-5 15,19-1-21-15,0 0-19 0,-14-1 1 0,14 1 3 16,-15 0 6-16,15-2 0 0,-12 1 3 0,12-2-2 16,-12 0-21-16,4-1-17 0,3 0-56 0,0-2-34 15,-1 1-8-15,1-1-9 0,0 0-2 0,1 0-11 16,1 0 24-16</inkml:trace>
  <inkml:trace contextRef="#ctx0" brushRef="#br0" timeOffset="-76104.96">6758 9128 491 0,'0'0'12'0,"0"0"17"15,0 0 13-15,0 0 18 0,0 0-3 0,0 0-16 16,0 0-8-16,0 0-23 0,0 0 5 0,0 0 9 15,21 0 1-15,-21 0 18 0,18 0-5 0,-18-11 0 16,21 11-1-16,-7 0 0 0,-1 0-9 0,2 0 3 16,-2 0 9-16,1 0-9 0,-2 0 16 15,1 0-13-15,-1 0-6 0,-2 0-1 0,0 0-14 16,0 0 5-16,-3 0-3 0,-1 0-3 0,0 0-5 16,2 0-8-16,-3 0-1 0,0 0 2 0,-1 0-8 15,1 0-34-15,-1 0-49 0,1 0-59 0,-2-14-26 16,0 14-4-16,-1 0 20 0,0 0 7 0,0 0-3 15,-1 0 41-15</inkml:trace>
  <inkml:trace contextRef="#ctx0" brushRef="#br0" timeOffset="-75852.9">6857 9201 339 0,'-2'3'-4'16,"2"-1"17"-16,0-2 5 0,0 0-3 0,0 0 17 16,0 0-16-16,0 0 11 0,0 0 3 0,21 0-16 15,-21 0 11-15,0 0-20 0,23 0 4 0,-23 0 7 16,20 0-15-16,-20 0 7 0,20 0 1 0,-12 0-5 16,1 0 4-16,-1 0-4 0,0 0-3 0,-1 0-1 15,0 0 0-15,-2 0 0 0,1 0-13 0,-1 0-9 16,0 13-30-16,-1-13-33 0,-1 0-34 15,0 0-6-15,0 0 29 0</inkml:trace>
  <inkml:trace contextRef="#ctx0" brushRef="#br0" timeOffset="-74136.92">7494 8910 392 0,'-7'1'0'0,"7"-1"-4"0,0 0 8 0,0 0-13 15,0 0 9-15,0 0 0 0,0 0-9 0,0 0 18 16,0 0-8-16,0 0 13 0,0 0 9 0,0 0 0 16,17 0 9-16,-17 0-2 0,19 0 1 15,-6 0 4-15,0 0-1 0,1 0-4 0,0 0 5 16,-2 0-8-16,1 15 1 0,-1-15-9 0,-2 0-19 15,-1 0 0-15,-1 13 0 0,1-13 10 0,-1 8 0 16,1-3 9-16,-2 0-5 0,-2 1-14 0,3 0-5 16,-4 2-15-16,-1-1-8 0,-1 1-1 0,-2 1-6 15,0-2 0-15,0 3-3 0,0-2 1 0,-20 1 12 16,20 0 0-16,-18-1 4 0,18 1 5 0,-17-1 7 16,17 0 1-16,-16-1 4 0,16-1 4 0,-16-1-3 15,16 0 3-15,-11-1 7 0,11-2-7 0,-8 0 0 16,8 0-7-16,-4-2 3 0,4 0 8 0,0 0 0 15,0 0 4-15,0 0-8 0,0 0 0 0,0 0 0 16,0 0 8-16,0 0-16 0,18 0 12 16,-18 0-4-16,0 0 1 0,14 0 10 0,-14 0-11 15,14 0 0-15,-14 0 0 0,15 0-4 0,-7 0 0 16,2 0 12-16,0 0-16 0,2 15 8 0,-3-15 1 16,0 0-5-16,2 11 8 0,-2-11-4 0,1 11 3 15,-3-11 2-15,1 9 6 0,-2-5-11 0,-2 1 1 16,-2 0-5-16,0 0 4 0,-2-1 12 0,0 1 5 15,0 0 16-15,0 1-5 0,0-1 9 0,0 1-4 16,-17-1-7-16,17 1-8 0,0 0 1 0,-23 0-4 16,23 0 0-16,-18-1 5 0,18-1-5 15,-21 2 0-15,8-2-5 0,3-1-5 0,-2 0-5 16,3-2 0-16,1 1 1 0,1-1-11 0,1 0-29 16,2-1-21-16,2 0-47 0,-1 0-34 0,1 0-24 15,2 0 22-15</inkml:trace>
  <inkml:trace contextRef="#ctx0" brushRef="#br0" timeOffset="-73453.58">8194 9000 524 0,'2'-1'8'15,"-2"-1"1"-15,0 2-1 0,0-3 5 0,0 2-13 16,0 0-8-16,0-1 12 0,0 1-12 0,-17 0 4 15,17 1 16-15,0-2-16 0,0 2 12 0,-17 0-12 16,17 0-4-16,-10 0 0 0,10 0-3 16,-12 0 22-16,5 0-15 0,-1 0 4 0,0 0 8 15,0 0-7-15,-2 0 3 0,1 17 4 0,-1-17-8 16,-1 0-4-16,0 17 4 0,0-17 0 0,0 15 0 16,0-15 5-16,0 16-2 0,1-9 1 0,1 0-8 15,1 2 4-15,2-2 1 0,2-2-6 0,0 1 5 16,2-1-4-16,-1 0 0 0,1 0-4 0,2 0 12 15,0-1-4-15,0 1 4 0,0 0 4 16,0 0-12-16,0 0 8 0,0 2 0 0,0 0 0 0,19 1 4 16,-19-1-16-16,14 0 0 0,-14 3 4 15,16-3 3-15,-16 0 5 0,19 0 0 0,-10 0-8 16,3-2 0-16,-3 0 16 0,0-1-8 0,1-1 8 16,1 0 0-16,0-2-20 0,0 0 17 0,-2-1-5 15,1 0-12-15,2 0 12 0,-3 0-4 0,0 0 0 16,0 0 0-16,1 0 0 0,0-17-4 0,-1 17 1 15,0 0 7-15,-1-15 0 0,-3 15 4 0,1 0 4 16,-3-15 23-16,2 15 10 0,-3-13 20 0,0 13 1 16,-2-12-4-16,1 5-10 0,-1-2-11 0,0 1-4 15,0-2-1-15,0 1 10 0,0-2-3 0,0 0 21 16,-21-1-2-16,21-1 11 0,0 0 0 0,-18 0-23 16,18 2-9-16,-14-2-15 0,14 3-22 15,-15 1 7-15,7 1-5 0,2 1-12 0,0 0 11 16,0 3-6-16,0 1-5 0,2-1 0 0,1 2-11 15,1 1-58-15,-1-1-63 0,1 1-65 0,2 0-25 16,-2 1 11-16,2-1 25 0,0 1 14 0,0-1 35 16</inkml:trace>
  <inkml:trace contextRef="#ctx0" brushRef="#br0" timeOffset="-72889.87">8566 8851 673 0,'2'0'36'0,"2"0"51"0,-3 0 42 16,2 0 22-16,-3 0-31 0,0-15-51 0,0 15-44 15,3 0-20-15,-1 0-3 0,-2 0-11 0,0 0-1 16,0 0-16-16,0 0 8 0,0 0 4 0,0 0 0 16,0 0 20-16,0 0-15 0,0 0 8 0,0 0 0 15,0 18 1-15,0-18 11 0,0 15-8 0,-18-15-13 16,18 19 0-16,0-9-4 0,-12 2 12 0,12-1 19 15,0 2-11-15,-11 2 0 0,11-1-11 0,-7 1-4 16,7 0 4-16,-7 0-7 0,7 2 14 0,-3-2-6 16,3 1 11-16,0-1 8 0,0 0-18 0,0-1 11 15,0 1-15-15,0 0 12 0,0-1 4 0,0 2-7 16,19-2 3-16,-19-1-10 0,0 0 6 16,16-1-1-16,-16-1 5 0,13-1-4 0,-13-2 4 0,13-1-3 15,-13-1 3-15,11-2 5 0,-11-1-1 16,8 1 21-16,-8-2 13 0,10-1 3 0,-5 0 3 15,-1 1-9-15,4-2-21 0,-1 0-7 0,2 0-5 16,1 0-6-16,2 0-15 0,1 0-37 0,0-18-37 16,3 18-27-16,-2 0-9 0,2-18-1 0,-1 18 15 15,-1-14 9-15,-3 14 16 0,0-14 26 0,0 7 11 16,-4 1-4-16,0 1 5 0,-1-2 6 0,-1 2-17 16,-2 0-2-16,-2-2-22 0,0 3-16 0,-1 0 26 15</inkml:trace>
  <inkml:trace contextRef="#ctx0" brushRef="#br0" timeOffset="-72588.66">8428 9001 607 0,'-8'0'20'0,"3"0"41"0,1 0 62 0,0 0 29 16,3 0 0-16,-1 0-25 0,2 0-46 0,0 0-25 0,0 0-20 15,0 0-14-15,0 0-25 0,0 0 3 16,0-12 0-16,23 12-7 0,-23 0 9 0,18 0-3 16,-3-7 1-16,0 7 9 0,2 0-4 0,3-4-6 15,1 4 1-15,-1 0-10 0,1-2 5 0,-2 2 0 16,1 0-18-16,-6 0-15 0,0 0-42 0,-4 0-59 15,-2 0-39-15,-3 0-34 0,2 0-27 0,-2 0 26 16,-5 13 53-16</inkml:trace>
  <inkml:trace contextRef="#ctx0" brushRef="#br0" timeOffset="-69119.91">9491 8865 281 0,'0'-4'5'0,"0"3"12"0,0-2 21 15,0 0 11-15,0 1 12 0,0-1 3 0,0 2-22 16,0 0 7-16,0 0-14 0,0-1-17 0,0 2-5 15,0 0-17-15,0 0-5 0,0 0-4 0,0 0 4 16,0 0-4-16,0 0 1 0,0 0 20 0,0 0-7 16,0 15 12-16,0-15-9 0,0 15-12 0,0-15 12 15,0 21-4-15,0-6 1 0,-15 0 3 16,15 3-11-16,0 0-1 0,-17 2 12 0,9 0-12 16,0 3 17-16,-4-2-9 0,1 1-8 0,-2 2 16 15,1-1-12-15,0-1 4 0,-2 2 3 0,1-3-7 16,1-1 12-16,3 0-4 0,2-2-8 0,1-1 3 15,-2-2-7-15,3-3 4 0,2 2 12 0,1-4-9 16,-1-2 5-16,0-1 0 0,0-2-4 0,0-1 5 16,3-1-9-16,-2-2 12 0,1 0 25 0,1-1 12 15,-2 0 47-15,2 0 10 0,0 0-20 0,0 0-15 16,0 0-49-16,0-17-22 0,0 17 0 16,0 0-1-16,0-18 4 0,17 18-9 0,-17-18-24 15,0 10 4-15,0-3-4 0,0 0-6 0,11-1 15 16,-11-1-10-16,0 0 1 0,8-1 10 0,-8 2 5 15,7-2 5-15,-2-1 9 0,-2 0 5 0,3 2-5 16,-1-1 15-16,0 0-1 0,-2 1 1 0,2-1 0 16,-1 2-1-16,-1-1-8 0,2 1 14 0,-3 1 14 15,3 0-9-15,-2 1 4 0,2-1-4 0,-2 0-13 16,0 2 3-16,1 0 5 0,-1 1-6 0,-1 0-4 16,1 1-5-16,1 1-10 0,-2 0-3 0,-1 2 8 15,1 1 5-15,0 1-4 0,0-2-1 0,-2 3-5 16,3 0-8-16,-3 1 7 0,0-1 6 0,2 1 5 15,0 0-1-15,-2 0 5 0,0 0-13 16,1 0-11-16,-1 0 10 0,1 0 0 0,0 0 10 16,-1 0 4-16,2 15 1 0,-1-15-6 0,1 0-8 15,0 10 18-15,-1-10-4 0,2 12 0 0,-1-12 4 16,1 14-14-16,0-6 4 0,0 1-4 0,1 0 14 16,1 1-14-16,2 3 5 0,1-2 4 0,-1 3-13 15,0 0 18-15,2-1-9 0,2 1 0 0,-1 1 0 16,0 0 0-16,0-2 5 0,-1 3 5 0,2-1-5 15,0 0-5-15,-2-2 1 0,-1 1-5 0,2-1 0 16,-3 1 14-16,-1-1-9 0,1-1 4 0,-2 0 15 16,1-1-19-16,-3-2 4 0,1 0 1 0,-1 1-10 15,1-2 5-15,-2-1-5 0,1 0 0 16,-1-2 15-16,1 0-6 0,-2 0 5 0,2-1-4 16,-2-1-6-16,0 1-10 0,0-1-31 0,-1-1-42 15,0 0-37-15,0 0-21 0,0 0-15 0,0 0 5 16,0 0 31-16</inkml:trace>
  <inkml:trace contextRef="#ctx0" brushRef="#br0" timeOffset="-68837.79">9328 9253 572 0,'-4'0'21'0,"1"0"24"0,0 0 15 0,0 0 33 16,1 0-1-16,2 0-2 0,-1 0-6 0,1 0-31 15,0 0-15-15,0 0-21 0,0 0-8 0,0 0-9 16,0 0 0-16,0 0-13 0,0 0 4 0,0 0 4 16,0 0-3-16,0 0 12 0,0 0-8 0,23 0 1 15,-23 0-1-15,18 0 4 0,-18 0 4 16,28 0-4-16,-12 0-4 0,2 0-23 0,1 0-27 0,2 0-36 15,3-16-40-15,2 16-16 0,2 0-7 16,1 0-40-16,1-18 45 0</inkml:trace>
  <inkml:trace contextRef="#ctx0" brushRef="#br0" timeOffset="-68712.92">10259 9158 492 0,'7'14'-37'0,"0"-14"-64"0,-3 0-22 16,-1 0 0-16</inkml:trace>
  <inkml:trace contextRef="#ctx0" brushRef="#br0" timeOffset="-17329.93">12819 8607 87 0,'-1'-1'2'0,"-1"-1"1"15,-2 1 7-15,4 0 5 0,-2-1-1 0,2 1 4 16,-2 1-11-16,2-1-2 0,0 1-9 16,0 0 5-16,0 0-5 0,0-1 4 0,0 1 11 0,0 0-11 15,0 0 2-15,0 0-9 0,0 0-1 0,0 0 2 16,0 0 6-16,0 0-1 0,0 0 1 15,0 0-3-15,0 0-5 0,0 0 8 0,0 0-4 16,0 0 0-16,0 0 11 0,0 0-6 0,0 0-1 16,0 0 1-16,0 0-5 0,0 0 13 0,0 0-6 15,0 0 9-15,0 0-9 0,0 0-7 0,0 0 9 16,0 0-17-16,0 0 10 0,0 0-3 0,0 0 1 16,0 0 4-16,0 0 0 0,0 0-2 0,0 0-3 15,0 0 9-15,0 0-8 0,0 0 7 0,0 0-5 16,0 0 6-16,0 0 3 0,0 0-4 0,0 0 9 15,0 0-12-15,0 0 0 0,0 0-4 16,0 0-7-16,0 0-20 0,0 0-7 0,0 0 5 16</inkml:trace>
  <inkml:trace contextRef="#ctx0" brushRef="#br0" timeOffset="-15861.12">13055 8461 540 0,'2'0'8'0,"0"0"22"0,-2 0 17 16,2 0 34-16,-2 0 11 0,0 0-9 0,2-14-16 15,-2 14-25-15,0 0 1 0,0-12-3 0,0 12 2 16,0 0-3-16,0-9-19 0,0 9-8 0,0 0 5 16,0 0-2-16,0-6 2 0,0 6-3 0,0 0 2 15,0-3-1-15,0 3-5 0,0 0 3 16,0 0-18-16,0 0-6 0,0 0-1 0,0 0-14 16,0 0 2-16,0 0 0 0,0 0 5 0,0 0 6 15,0 0 8-15,0 0 5 0,0 19 2 0,0-19 7 16,0 18-10-16,0-5-1 0,0 1 0 0,0 3-2 15,0 2 15-15,0 1-3 0,0 1-8 0,0 2 9 16,0-2-19-16,0 2 4 0,15 0 14 0,-15-3-15 16,0-1 9-16,0-2 7 0,12-1-12 0,-12-1 4 15,0-2 5-15,9-3-1 0,-9 0-14 0,8-2 20 16,-8-1-8-16,2 0-1 0,0-2 18 0,0-1-16 16,0-3 2-16,-2 0 7 0,2 0-4 15,-2-1 14-15,0 0 20 0,1 0 7 0,1 0 0 16,-2 0-10-16,2 0-19 0,0-16-16 0,0 16 2 15,2-13-2-15,-1 13-2 0,2-20-1 0,-1 8-3 16,1-3 3-16,1-1-3 0,-1 0-1 0,1-2 5 16,2 2-11-16,0-4 9 0,-1 1-2 0,-1-2-9 15,2 3 16-15,-1 0-13 0,1 0 4 0,1 1 9 16,-2 1-15-16,0 1 13 0,-1 1-1 0,-1 2-6 16,-1 0 9-16,1 2-10 0,0 2-4 0,-3-1 9 15,2 4-11-15,-2-1 16 0,-1 2-2 0,1 3-11 16,0-2 8-16,-2 1-7 0,0 2 2 0,2 0-3 15,-2-1 3-15,0 1-1 0,0 0-21 16,0 0-11-16,0 0-13 0,0 0-10 0,0 0 13 16,0 0 15-16,0 0 2 0,0 0 15 0,0 16 4 15,0-16 8-15,0 14 3 0,0-14-1 0,0 22 3 16,0-10 0-16,0 5 5 0,0-1-4 0,0 1 0 16,0 1-8-16,0 0 4 0,0-1 4 0,0 0 0 15,0-1 2-15,0-1 2 0,0-1-8 0,0-2-9 16,16 1 11-16,-16-3-8 0,0-1 4 0,0-2 11 15,11-3 1-15,-11 2-5 0,0-3 9 0,7 0-11 16,-7-3-1-16,0 0 8 0,6 0 4 0,-3 0 9 16,-1 0-8-16,3 0-5 0,-1 0-12 15,0 0 11-15,3 0-2 0,1-18-5 0,0 18 9 16,1-15-8-16,0 15-1 0,2-17 8 0,0 5 0 16,0 2-13-16,1-1 8 0,1 0-3 0,-1 0-8 15,-1-1 7-15,-2 0-1 0,2 2 0 0,-2 0-1 16,-2 1 3-16,1 0-6 0,0 0 7 0,-2 2 4 15,-3 0-8-15,3 0 4 0,-2 1-7 0,-1 1 5 16,0 2 4-16,-1-1-8 0,0 2 8 0,-2 0-8 16,2 0 0-16,-2 0 10 0,0 2-15 0,0 0-6 15,2 0 6-15,-2 0-14 0,0 0 7 0,0 0 7 16,0 0-3-16,0 0 1 0,0 0 4 16,0 0 3-16,0 0 1 0,0 15-1 0,0-15-4 0,0 0 1 15,0 21 8-15,0-21 1 0,0 20-4 16,0-10 0-16,0 4 2 0,0-2 7 0,0 3-5 15,0-2 7-15,0 4-9 0,0-2-5 0,13 1 4 16,-13 0-8-16,0-1 13 0,10-3-13 0,-10 1 24 16,0-1-1-16,7-3-17 0,-1 0 18 0,-4-2-17 15,1-1 1-15,1-3 1 0,-2 4 0 0,0-3 0 16,-2-2 8-16,2-1 7 0,1-1 2 0,-2 0-7 16,-1 0-4-16,0 0 2 0,2 0-10 15,-2 0-15-15,0 0-51 0,2 0-60 0,-2 0-42 0,2 0-19 16,0 0 17-16,0-17-17 0,0 17 48 15</inkml:trace>
  <inkml:trace contextRef="#ctx0" brushRef="#br0" timeOffset="-15509.46">13924 8518 310 0,'4'0'14'0,"0"0"22"0,2 0 14 16,0 0 20-16,-1 0-6 0,3 0-9 16,2 0-4-16,-1 0 8 0,1 0 14 0,3 0 3 15,-1 0-5-15,3 0-6 0,0 0-11 0,-2-14-1 16,5 14 10-16,-3 0-12 0,4-11-3 0,-3 11 5 15,-3-7-6-15,2 7-3 0,-1-5 0 0,-1 5-6 16,1-6 0-16,-3 4 0 0,-2-1-4 0,2 2-6 16,-4 0-3-16,0-1-6 0,-5 1-3 0,5 0-5 15,-5 1-6-15,-1-1-2 0,0 1-23 0,-1 0-27 16,0 0-48-16,0 0-31 0,0 0-22 0,0 0-26 16,0 0-10-16,0 0-5 0,0 0 2 0,0 0-19 15,0 0 57-15</inkml:trace>
  <inkml:trace contextRef="#ctx0" brushRef="#br0" timeOffset="-15237.76">14018 8645 362 0,'0'5'8'0,"0"-3"7"16,0 0 17-16,0 0 3 0,0-2 7 0,0 0-4 15,0 0-6-15,18 0 2 0,-18 0-12 0,0 0 4 16,22 0-3-16,-22-14-4 0,20 14 0 0,-9 0 6 16,1 0-10-16,-1 0 6 0,1 0-6 0,-1-9 0 15,-2 9-5-15,2 0-10 0,-2 0 5 0,-2 0-5 16,-1 0 1-16,1 0 4 0,-2 0-5 0,-1 0 0 16,1 0 10-16,-1 0 0 0,-2 0-10 0,2 0-26 15,-1 0-41-15,2 0-26 0,1 0-9 0,-1 0-20 16,2 0-9-16,-1 0 11 0,4 0 19 0</inkml:trace>
  <inkml:trace contextRef="#ctx0" brushRef="#br0" timeOffset="22772.11">2203 10085 112 0,'0'0'6'15,"0"0"9"-15,0 0 5 0,0 0 15 0,0 0-6 0,0 0-4 16,0 0-4-16,0 0 2 0,0 0 2 16,0 0 4-16,0 0 8 0,0 0-19 0,0 0-2 15,0 0 1-15,0 0-5 0,0 0 7 0,0 0 8 16,0 0 1-16,0 0 4 0,0 0-5 0,0 0-8 16,0 0-1-16,0 0-13 0,0 0-1 0,0 0 5 15,0 0-17-15,0 0 12 0,0 0 5 0,0 0-9 16,0 0 8-16,0 0-8 0,0 0-13 0,0 0 13 15,0 0 5-15,0 0-5 0,0 0 18 0,0 0-14 16,0 0-4-16,0 0 9 0,0 0 0 16,0 0 6-16,0 0-1 0,0 0 1 0,0 0-15 15,0 0 11-15,0 0 0 0,0 0 5 0,0 0 6 16,0 0-17-16,0 0 5 0,0 0-15 0,0 0-1 16,0 0-5-16,0 0 1 0,18-9 0 0,-18 9 4 15,19 0 6-15,-10-9-5 0,4 9 5 0,-1-3-6 16,-1 3 1-16,3 0 0 0,-4 0 5 0,1 0-11 15,3 0 16-15,-3 0-10 0,1 0 4 0,-3 0 1 16,1 0-11-16,-2 0 11 0,2 15-10 0,-3-15 10 16,-1 0-5-16,-1 14 5 0,-1-14-4 0,0 16 10 15,-3-6-7-15,0 2 1 0,-1 1 5 0,0 3-11 16,0 2 11-16,0 3-10 0,0-1 11 0,-21 2 0 16,21-2-6-16,0 1 5 0,-22-2-11 15,22 0 11-15,-10 0 1 0,10-4-10 0,-10 0-1 16,10 1-6-16,-9 0 10 0,9-3 2 0,-5 1 3 15,5-2-4-15,0-1 0 0,0-1-5 0,0 0 1 16,0-2 10-16,0 0-6 0,0-2 4 0,0-1 0 16,0 0-9-16,0-1-1 0,0-1 22 0,0-2-16 15,0 1 0-15,16-1-9 0,-16 0-11 0,0-1 16 16,0 0 15-16,0 0 3 0,10 0 1 0,-10 0 0 16,7 0-4-16,-3 0 16 0,0 0 6 0,2 0-6 15,0 0-16-15,1 0 4 0,0 0-19 0,1 0 14 16,0 0 7-16,1-14-21 0,3 14 35 0,-1 0-5 15,-2 0 6-15,5-10 23 0,-3 10-9 16,-1-7 8-16,0 7 12 0,-2-8-1 0,-1 4 4 16,0-1 5-16,2 0-4 0,-2 0-7 0,0 0-1 15,-1 0-20-15,2 0-6 0,-1 2-2 0,0-1-15 16,-3 1 4-16,-1 1-11 0,0 2-2 0,-1-2 3 16,-1 2-7-16,-1 0-3 0,0 0-2 0,0 0-19 15,0 0-47-15,0 0-47 0,0 0-67 0,0 0-53 16,0 0-3-16,0 0 5 0,0 0 7 0,0 0 27 15,0 0 51-15</inkml:trace>
  <inkml:trace contextRef="#ctx0" brushRef="#br0" timeOffset="23366.26">3132 9962 304 0,'3'-2'13'15,"0"1"5"-15,-1 0 7 0,-2 0 14 0,1 0-13 16,-1 1 3-16,0 0-13 0,0 0-9 0,0 0 2 16,0 0-9-16,0 0 8 0,0 0-4 0,0 0-4 15,-16 17 0-15,16-17 0 0,0 0 4 0,-16 20-4 16,16-20 4-16,-16 18 4 0,7-7-4 0,0 0 8 16,-1 3 1-16,-3-1-13 0,2 1 8 0,-2 1-12 15,1-1 12-15,0 1 5 0,-2 0-13 0,2 1 8 16,-1-1 0-16,0-2-4 0,0 4 9 15,-1-2-9-15,2 1-10 0,0-1 6 0,-1 1-15 16,1-3 9-16,1 1 6 0,1 0 0 0,-1-4 10 16,2 2 5-16,2-2-28 0,0 1 4 0,1-2 5 15,3-2-5-15,0 1 18 0,1-3-8 0,1 2-1 16,1-2 4-16,0-1-4 0,0-1 9 0,0 0 0 16,0 0-4-16,0-1 0 0,0 1 10 0,17-1-6 15,-17 0 1-15,0 2 4 0,21-1-10 0,-21 1 1 16,20-1 4-16,-9 0-9 0,4 1 11 0,-2-2 16 15,2 2-5-15,1-2 5 0,1 1 1 0,-1-2-34 16,3 3 18-16,-3-4 15 0,3 2-4 0,0-2 16 16,-2 0 4-16,1 0-17 0,-3 0-9 15,1 0 8-15,-2 0-29 0,0 0 4 0,-3 0 10 16,0 0-9-16,-1 0 4 0,-4 0-5 0,1 0-43 16,-2 0-48-16,-3-12-38 0,3 12-25 0,-2 0 4 15,-3 0-13-15,2 0 41 0</inkml:trace>
  <inkml:trace contextRef="#ctx0" brushRef="#br0" timeOffset="23933.87">3559 9932 551 0,'4'-4'9'16,"-1"1"8"-16,-1 0 18 0,1 0 11 0,-1 1 6 16,-2 0-4-16,0 1-11 0,0 0-16 0,0 1-11 15,0 0-5-15,0 0-5 0,0 0-11 0,0 0 11 16,0 0-10-16,0 18-5 0,0-18 25 0,-13 18-10 15,13-18 1-15,0 26 15 0,-9-10-20 0,9 2-1 16,-11 1 22-16,6 3-11 0,1 0 11 16,-3 0 1-16,2 0-5 0,1 0 12 0,0 0 5 15,1 0-11-15,1-1 6 0,2 0 6 0,0-3-2 16,0-2 16-16,0 0 13 0,0-4-2 0,18 0 10 16,-18-5 17-16,18-2-22 0,-18 0-4 0,23-2-8 15,-23-1-19-15,24 0-8 0,-11-2-5 0,-2 0-12 16,2 0-1-16,0 0 4 0,-1 0-8 0,0 0 7 15,-2 0-27-15,3 0-30 0,-2 0-19 0,0 0-50 16,-1 0-31-16,-1 0-19 0,-3-19-30 0,2 19 16 16,-2 0 0-16,-2-13-2 0,-2 13 52 0</inkml:trace>
  <inkml:trace contextRef="#ctx0" brushRef="#br0" timeOffset="24201.48">3380 10224 634 0,'-2'0'9'0,"-1"0"5"16,-2 0 17-16,3 0 0 0,0-24-14 0,1 24-11 15,1-15-12-15,0 15 0 0,0-15 0 0,0 15 17 16,0-14-11-16,18 14-6 0,-18-13 17 0,21 6-17 15,-21 0 6-15,31 0 0 0,-15 1-5 0,6 0 10 16,-1 2-25-16,3 1-12 0,-1-1-18 16,1 1-16-16,-3 1 20 0,2 0 3 0,-2 1-7 15,0-1-1-15,-5 2-15 0,1-2-37 0,-4 1 19 16</inkml:trace>
  <inkml:trace contextRef="#ctx0" brushRef="#br0" timeOffset="24840.29">4246 9945 673 0,'2'0'31'15,"0"0"40"-15,-2 0 7 0,0 0 20 0,0 0-28 16,0 0-36-16,0 0-5 0,0 0-16 0,0 0 10 15,0 0-17-15,0 0 3 0,0 0 1 0,0 0-16 16,-17 0 18-16,17 0-4 0,0 0 0 0,0 0 1 16,0 0-18-16,0 0 4 0,0 15-7 0,-10-15 9 15,10 0 12-15,-11 18-8 0,4-18 8 0,-3 19-7 16,0-7-5-16,-1 0-1 0,-2 2-3 0,2 1 3 16,-3 2 6-16,2 0-3 0,-2 1-4 0,3-1-1 15,0 2 10-15,-1-1-1 0,3 0 0 0,1 0-9 16,1-3 10-16,1 0-5 0,1-1 4 0,1 0 0 15,-1 0-15-15,3-3 12 0,2-1-4 0,-2-2 9 16,2-1-13-16,0 0 11 0,0 0-4 16,0-3-3-16,0 2 11 0,0-2-5 0,0 1 6 15,0 1 8-15,0-1-17 0,0 2-5 0,0-1 4 16,0 1-9-16,0-2 15 0,16 2-1 0,-16 0 6 16,0-2 0-16,16 0 0 0,-16 1 9 0,16-2-5 15,-4 0-5-15,-2 0 5 0,1-1-9 0,4-2-8 16,-1 2 12-16,0-1-3 0,-1 0-5 0,1-1 8 15,-2 0-3-15,-1 0 3 0,-1-1 5 0,-3 1-7 16,1-1 3-16,-1 2-3 0,2-2-5 16,-2 0 7-16,-2 2-12 0,2-2-20 0,1 0-43 0,-1 2-70 15,0-2-29-15,-1 0-14 0,-2 0 14 16,3 0 12-16,-4 0-5 0,0 0 33 0</inkml:trace>
  <inkml:trace contextRef="#ctx0" brushRef="#br0" timeOffset="25338.65">4720 10008 468 0,'3'-2'-12'16,"0"1"14"-16,2 0 9 0,-5 1 14 0,0 0 20 15,1 0-13-15,-1 0 0 0,0 0-19 0,0 0-9 16,0 0 9-16,0 0-13 0,0 18 5 0,0-18-6 16,-19 13-3-16,19-13 0 0,0 16-1 0,-19-6 18 15,19 1-9-15,-15 0 5 0,6 1-5 0,-1 1-9 16,1 1 1-16,-3 0 4 0,1 1 19 0,-2 2 2 15,0 0 16-15,0 0-4 0,0 1-15 0,-2 0 12 16,2 0-17-16,1-2 12 0,1-2-2 16,4-2-17-16,-2 0 4 0,3-5-16 0,2 1 0 15,2-4 6-15,1 1 5 0,0-2 29 0,1-1 33 16,0-1 47-16,0 1 39 0,0 0 6 0,0-2-20 16,23 1-42-16,-23-1-39 0,19 0-27 0,-19 1-14 15,26 0-10-15,-11-1-1 0,0 0-3 0,1 0 8 16,0 0-4-16,1 0-2 0,0 0 3 0,1 0-4 15,-1-14 1-15,3 14-4 0,-1 0 1 0,0 0-6 16,-1-11 1-16,0 11 4 0,-2 0-3 16,-4 0-8-16,0-7-9 0,-2 7-17 0,-4-5-29 15,-1 5-32-15,-1-3-49 0,-3 1-77 0,-1 0-26 16,0-1-14-16,0 1-20 0,0-3 92 0</inkml:trace>
  <inkml:trace contextRef="#ctx0" brushRef="#br0" timeOffset="25639.11">4756 10114 1565 0,'0'-8'89'16,"0"1"80"-16,0-1 56 0,0 1 30 0,0-3-75 16,0 1-72-16,0 2-53 0,0 0-29 15,0 3-16-15,0-1-10 0,0 2 1 0,0 0-10 16,0 2 0-16,0 1-7 0,0 0-7 0,0 0 6 15,0 0 2-15,0 0 12 0,0 18 2 0,0-18 3 16,0 19 2-16,0-5-4 0,20 3 3 0,-20 2-1 16,0 3-7-16,0 4 5 0,0 3 1 0,15 0 4 15,-15 1 2-15,0 1-5 0,0-3-3 0,0 1-4 16,7-3 4-16,-7-4-1 0,0-1 2 0,5-4 0 16,-2 0 1-16,0-2-6 0,1-2-35 0,-1-1-48 15,2-1-73-15,-3-2-102 0,1-1-115 0,-1-2-57 16,0-1-30-16,-2-1 83 0,0-3 149 15</inkml:trace>
  <inkml:trace contextRef="#ctx0" brushRef="#br0" timeOffset="26910.42">10584 9079 1182 0,'0'2'5'0,"0"-2"4"0,3 0 5 0,-2 0 0 0,2 0-5 15,-1 0-9-15,1-21-1 0,0 21 0 0,2 0-4 16,-1-16 10-16,3 16-8 0,-4 0-1 16,3 0 6-16,0-13-7 0,-1 13-4 0,1 0 9 15,-1 0-2-15,1-7-3 0,1 7 0 0,-1 0-22 16,2-4-30-16,-2 4-37 0,0 0-14 0,0 0-24 15,1 0-2-15,1 0 19 0,-2-2-22 0,0 2-8 16,0 0 31-16</inkml:trace>
  <inkml:trace contextRef="#ctx0" brushRef="#br0" timeOffset="27146.19">10885 9018 1089 0,'3'0'73'0,"0"0"79"16,-2 0 53-16,1 0 21 0,-2 0-70 0,1 0-75 16,-1 0-55-16,1 0-25 0,0 0-3 0,-1 0-7 15,0 0-11-15,0 0-24 0,0 0-30 0,0 0-34 16,0 0-33-16,0 0-15 0,0 0-7 0,0 0 1 16,0 0 10-16,0 0 24 0,15 0 16 0,-15 0 22 15,0 0 27-15,14 0 8 0,-14-10 21 16,9 10 0-16,-9 0-7 0,10 0-25 0,-10-7-40 15,10 7 5-15,-5-3 15 0</inkml:trace>
  <inkml:trace contextRef="#ctx0" brushRef="#br0" timeOffset="27506.94">11277 8836 613 0,'2'-2'31'16,"-2"0"58"-16,0 1 71 0,0 1 28 0,0-2-30 15,0 1-54-15,0 1-72 0,0 0-33 0,0 0-5 16,0 0-12-16,0 0 0 0,0 0 3 0,0 0 3 15,0 0 9-15,0 16 3 0,0-16 1 0,0 21 0 16,0-21-1-16,0 28 1 0,0-11 9 0,0 2 11 16,0 1 19-16,0-1 25 0,0 2 1 0,14-2-3 15,-14 1-13-15,0-1-24 0,0-1-4 0,11-1-12 16,-11-2 1-16,7-1-1 0,-7-3-7 0,3-1 12 16,-3-2-12-16,5-1-8 0,-3-4-83 15,0 0-79-15,-2 0-84 0,1-3-48 0,-1 0 34 16,0 0-2-16,2 0 89 0</inkml:trace>
  <inkml:trace contextRef="#ctx0" brushRef="#br0" timeOffset="28319.59">11524 8736 338 0,'0'-8'9'0,"0"1"7"0,0 2 12 0,0-1 16 15,0 0 0-15,0-3 9 0,-22 3 2 0,22-1 1 16,-15 0 8-16,15 0 7 0,-20 1-3 0,10-2-7 16,-4 1-16-16,1 0-19 0,-1 0-16 0,1 0-11 15,-2 1 5-15,1 0-4 0,-2 1 4 0,-1 0 0 16,3 4-10-16,-1-2-4 0,1 3 1 0,0 0-11 15,1 0 22-15,0 0-2 0,0 0 0 0,0 26 6 16,0-26-15-16,0 22 11 0,-1-22-5 16,1 24-1-16,0-12-5 0,-1 3 10 0,-1-1-1 0,0 1-2 15,1 0 6-15,-1 0-17 0,1 1 11 0,0 0 1 16,1 0 4-16,0 0 6 0,4 1-11 16,1 0 1-16,2-1 0 0,1-2-11 0,2 1 5 15,1-1 7-15,2 0-2 0,0-1 6 0,0-1 6 16,0 0-11-16,0 0 1 0,0 0 0 0,0-1-5 15,0 2 9-15,0-2 1 0,0-1-10 0,0 2 10 16,0-2-10-16,0 0 0 0,0 0 20 0,0 0-11 16,0-2 22-16,0 0-1 0,19 1 5 0,-19-2 5 15,14 0-3-15,-14 0 7 0,17 0-8 0,-17 0 2 16,20-1-2-16,-20 2-4 0,17-1-11 0,-10 0-1 16,5 1-6-16,-4-1-3 0,0 0 2 15,1 0-5-15,-4 0 1 0,1-1 1 0,0 0-3 16,-3-1 7-16,2 0-4 0,2-1-4 0,-2-1 16 15,2 0-1-15,1-2 16 0,0-1 14 0,2 2 2 16,0-2-7-16,2 0-4 0,0 0-11 0,1 0-9 16,2 0 16-16,-2-21-10 0,3 21 7 0,-2-14-5 15,4 14-11-15,-1-17 3 0,1 17-8 0,0-19-3 16,0 9-2-16,2 1-2 0,-2-2-1 0,0 1-2 16,3-1 2-16,-4 0-5 0,1 0 3 0,-2 0 0 15,2 1 4-15,-3-1 13 0,2 2 22 0,1 0 22 16,-4 2 12-16,-1 1 10 0,2-1 1 0,-4 0 5 15,0 2 1-15,-1 1-8 0,-4 1-18 16,-1-2-10-16,-1 0-12 0,0 2-12 0,-1 0 0 16,0-1-11-16,-3-1-2 0,0 0-4 0,0-1-4 15,0 0-3-15,0-1-5 0,0-1 1 0,0-2-2 16,0 0 1-16,0-2 1 0,0 0 0 0,0 0-4 16,0 0 2-16,-15-2 0 0,15 1 11 0,0 0 5 15,0 0 11-15,-10 2 5 0,10-2-5 0,-9 1-2 16,9-2-10-16,-8 4-3 0,4-1-7 0,0-2-2 15,-1 4-4-15,1-2-5 0,0 2-5 0,-2 0-31 16,-2 2-50-16,2 1-69 0,1-1-92 0,-2 3-109 16,-2-2-71-16,0 4 9 0,0 0 13 0,-2 2 115 15,-1 0 125-15</inkml:trace>
  <inkml:trace contextRef="#ctx0" brushRef="#br0" timeOffset="43375.91">4742 11586 116 0,'0'0'0'0,"0"1"1"0,0 1-2 15,0-2 8-15,0 0 3 0,0 0-8 0,0 0 10 16,0 0-5-16,0 0-2 0,0 0 12 0,0 0 6 15,0 0 1-15,0 0 4 0,0 0 5 16,0 0-9-16,0 0-8 0,0 0 0 0,0 0-4 0,0 0 3 16,0 0 7-16,0 0 0 0,0 0-8 15,0 0-5-15,0 0 0 0,0 0-8 0,0 0 3 16,0 0-8-16,0 0 5 0,0 0-1 0,0 0 4 16,0 0 0-16,0 0-7 0,0 0 8 0,0 0 0 15,0 0 8-15,0 0 4 0,0 0 5 0,0 0-4 16,0 0 4-16,0 0 0 0,0 0 4 0,0 0-9 15,0 0 14-15,0 0-18 0,0 0-4 0,0 0 13 16,0 0-27-16,0 0 9 0,0-14 1 0,0 14-19 16,0 0 20-16,0-12-2 0,0 12-14 0,0-12 24 15,0 12-14-15,0-10 10 0,0 3-6 0,17 1-4 16,-17 0 0-16,0-1 6 0,0 1 14 0,0-1-5 16,0 1 6-16,0 1-16 0,9-1 5 15,-9 1 0-15,0 0 0 0,0 2-4 0,0-1-2 16,0 1-4-16,5 2-4 0,-5-2 8 0,0 2-8 15,0-1 8-15,2 2-9 0,-2-1 5 0,0 1 4 16,0 0-24-16,0 0-5 0,0 0-1 0,0 0-13 16,0 0 24-16,0 0 6 0,1 0-4 0,0 0 5 15,1 0 8-15,-2 0 8 0,2 18-8 0,1-18 12 16,1 14-16-16,0-14-4 0,-2 16 8 0,2-6-8 16,-1 0 8-16,0 1 8 0,1 1-8 0,0-2 8 15,0 1-8-15,3 2-4 0,-2-2 8 0,0 1-8 16,0 0-1-16,1 0-3 0,0 0 3 0,1-1 1 15,-2 0 8-15,2-1 0 0,-1 0 1 16,1 0-1-16,-2 2-8 0,1-2 4 0,0-2-1 16,0 1 1-16,-1-1 0 0,3 0 0 0,-3-1-5 15,-1-1 5-15,2-1 9 0,-2-2-13 0,-1 0 8 16,2 0-4-16,-2-1 0 0,-1 0 5 0,0-1-5 16,-2-1 4-16,2 0-4 0,-2 0 9 0,2 0 1 15,0 0-14-15,-1 0 4 0,-1 0 5 0,4-19-5 16,-1 19 16-16,-1-14-29 0,1 14 7 0,2-17-4 15,-2 17-14-15,1-20 29 0,0 10-14 16,0-1 9-16,2 0 5 0,-3-1-5 0,4 0 0 0,-2 0-4 16,0 0 17-16,-1-1-8 0,1 0-5 15,-1 1 0-15,0 0-18 0,1 0 14 0,0 0 4 16,-1-1-8-16,-1 3 8 0,2 0 0 0,0 0 0 16,-1 1 4-16,0 1 9 0,-1 1-18 0,-1 0 14 15,0 2-13-15,0 0-5 0,0 2 9 0,-2 1-12 16,0 2 16-16,0-2-17 0,0 2 9 0,0 0-4 15,0 0-1-15,0 0 13 0,0 0-8 0,0 0 8 16,0 0-8-16,1 18 0 0,1-18 4 0,0 14-12 16,2-14 12-16,-1 17 4 0,1-17 0 0,2 19-1 15,-1-9-3-15,-1 2-4 0,1 0 8 0,1 1 4 16,1-1-4-16,0 1-4 0,0 0-5 0,-1 0 5 16,0 0 0-16,3-2 4 0,-4 1 0 15,3-1-5-15,-4 0 14 0,1-3-18 0,3 0 1 16,-4-2-5-16,2 0-4 0,-2-1 18 0,-1-1-10 15,0-2 9-15,-1 0 1 0,0 0-5 0,1-2 13 16,-3 0-9-16,2 0 1 0,-2 0-1 0,2 0-4 16,-1 0 5-16,-1 0 4 0,2 0 4 0,0 0-17 15,0-17 13-15,0 17-18 0,1 0 5 0,-1-17 8 16,2 17-21-16,0-15 0 0,-1 5-9 0,2 1 0 16,0-2 13-16,1 1 17 0,-1-1-4 0,0 0 5 15,2 0-1-15,-1 0-16 0,1 1 12 0,-2 1-8 16,1 0 0-16,-1-1 16 0,3 2-12 0,-3-2 9 15,0 3 7-15,-1-1-12 0,0 1 5 0,2 0-5 16,-2 0-4-16,-1 1 4 0,2 2 0 16,-2 0 5-16,-1 2-5 0,0 0 4 0,0 0-9 15,-1 2-3-15,-1 0 4 0,1 0-8 0,-1 0 16 16,1 0 0-16,-1 0-4 0,2 0 0 0,0 0-5 16,-1 18 9-16,2-18-8 0,0 0 12 0,-1 14-8 15,1-14-4-15,0 15 8 0,-1-15-4 0,0 17 8 16,2-8-4-16,-2 2 0 0,0-2-4 0,-1 3 0 15,1-1 4-15,0 1 0 0,-2-1 13 16,3 1-8-16,-1-1-1 0,-1-1 0 0,2-1-17 0,-1 1 9 16,0-3 0-16,0 1 4 0,1-1 0 15,-1 0-4-15,0-2-5 0,1 1 10 0,-2-1 4 16,1 0-5-16,-1-1 9 0,1 0-13 0,2-1 0 16,-4 0 0-16,2 1-14 0,-1-4-14 0,1 2-34 15,0-2-20-15,0 0-42 0,0 0-11 0,1 0 33 16</inkml:trace>
  <inkml:trace contextRef="#ctx0" brushRef="#br0" timeOffset="43708.02">5710 11543 512 0,'2'0'5'0,"2"0"1"0,-2 0 12 16,1 0 5-16,-1 0-5 0,1 0-1 0,1 0-4 16,2 0-8-16,-1 0 7 0,3 0 6 0,-1 0-10 15,1-13-7-15,1 13-1 0,1 0 4 0,0 0-8 16,1 0 21-16,1 0-13 0,-1-7-8 15,1 7 8-15,-1 0 1 0,0 0-5 0,0 0 4 16,-1 0 1-16,-2 0-15 0,-1 0 14 0,0 0-4 0,-1 0 0 16,-1 0 0-16,-1 0-12 0,-2 0-19 15,-1 0-35-15,0 0-24 0,2 0-36 0,-3 0-17 16,0 0 37-16</inkml:trace>
  <inkml:trace contextRef="#ctx0" brushRef="#br0" timeOffset="43906.19">5778 11697 468 0,'-1'4'-9'0,"1"-2"5"15,0 0 0-15,0 0 4 0,0-2 9 0,0 0-4 16,0 0 4-16,0 0-4 0,18 0-8 16,-18 0 3-16,14 0-4 0,-14 0 5 0,20 0 7 15,-7 0 1-15,3 0-5 0,0 0-4 0,-1 0 0 16,1-14-22-16,-2 14 3 0,1 0-11 0,-3 0-23 15,2-10-2-15,-4 10-24 0,-1 0-14 0,3-7 23 16</inkml:trace>
  <inkml:trace contextRef="#ctx0" brushRef="#br0" timeOffset="56481.77">27409 4450 76 0,'0'0'5'0,"0"0"-4"0,4 0 5 0,-4-7 9 15,0 7-7-15,0 0 2 0,0 0-2 16,2-4-3-16,-1 4 1 0,-1 0 7 0,1-2-8 16,-1 1 1-16,1 0-8 0,-1 0 7 0,2 1-1 15,-2-1-4-15,0 1 3 0,0 0-3 0,0-1 4 16,0 1-1-16,0 0-2 0,0 0-5 0,0 0 5 15,0 0 0-15,0 0 11 0,0 0 5 0,0 0 3 16,0 0 1-16,0 0-7 0,0-1-9 0,0 0-7 16,0 0 2-16,0 0 5 0,0-1-5 0,0 0 5 15,0 0-1-15,0 0 0 0,0 0 3 0,0 0-11 16,0 0 1-16,0 1 0 0,0 0 4 0,0-1 3 16,0 1 1-16,0 1-1 0,0 0-4 15,0-2 0-15,0 2 0 0,12 0 0 0,-12-2-3 16,0 2 7-16,0-1-3 0,0 1 0 0,0 0 0 15,0-1 3-15,0 1 0 0,0 0 0 0,0 0 0 16,0 0-8-16,0 0 0 0,0 0 5 0,0 0 2 16,0 0 0-16,0 0 1 0,0 0-5 0,0 0-2 15,0 0-1-15,0 0 0 0,0 0 4 0,0 0-1 16,0 0-3-16,0 0 3 0,0 0-10 0,0 0 15 16,0 0-4-16,0 0-4 0,0 0 11 0,0 0-7 15,0 0 0-15,0 0 4 0,0 0-8 0,0 0 4 16,0 15 0-16,0-15 4 0,0 0-5 0,-14 11-3 15,14-11 4-15,0 0-12 0,0 12 15 0,0-12-7 16,-7 8 8-16,7-8 0 0,0 9-15 16,-6-6 18-16,3 3 1 0,1-2-12 0,0 2 15 15,-3-2-10-15,3 1-5 0,2 0 8 0,-2-1-4 16,-1 0 0-16,3 0-7 0,-2 1 10 0,0-1 0 16,0 1-3-16,2-1 8 0,0 0-1 0,-2 0-7 15,1 1-1-15,0-2 1 0,0 1-4 0,-1 0 12 16,2 0-4-16,0-2 0 0,-2 2-5 0,2 0-3 15,0 0 8-15,0-1-4 0,0 1 12 0,-2-1-12 16,2 1-3-16,0-1 7 0,0-1-12 16,0 1 17-16,0-1-6 0,0 0-7 0,0 0 15 15,0-1-11-15,0 1 4 0,0-1 4 0,0 0-15 16,0 2 4-16,0-2 3 0,0 1 4 0,0-1 4 16,0 2 8-16,0-1-8 0,0 1-1 0,13-1-6 15,-13 1-6-15,0-1 9 0,0 0-7 0,9 2 10 16,-9-3-2-16,9 2-1 0,-9-1 5 0,7 0 5 15,-1 0-5-15,-1-1 0 0,-1-1 0 0,5 0-3 16,-4 0 11-16,2 0-12 0,-1 0 1 0,2 0-1 16,-2 0 0-16,3 0-1 0,-2 0 0 0,-1 0-3 15,2 0-9-15,-4 0 17 0,2-14-2 0,-1 14-3 16,-1 0-18-16,0 0-24 0,1-8-11 0,-2 8-15 16,1 0-29-16,0-6-2 0,-2 6 9 0</inkml:trace>
  <inkml:trace contextRef="#ctx0" brushRef="#br0" timeOffset="56835.88">27638 4585 175 0,'0'0'5'0,"3"0"5"0,-1-11 5 0,-2 11 0 15,2 0-5-15,0 0-4 0,-2 0-8 0,0 0 2 16,0 0 5-16,0 0 3 0,0 0 0 0,0 0-1 16,0 0-12-16,0 0-3 0,0 0 8 0,0 0-8 15,0 0 15-15,0 0-11 0,0 0 0 0,0 0 6 16,0 0 5-16,0 15 7 0,0-15-7 0,0 14-1 15,-18-14-19-15,18 17 8 0,0-7 8 0,-9 0-1 16,9 0 4-16,0-1-4 0,-7 2 0 0,7-2-7 16,-7-1 4-16,7 1 4 0,0-2-9 15,-4 0 4-15,2 0 0 0,2-3-31 0,0 2-25 16,0-2-6-16,0 0 1 0</inkml:trace>
  <inkml:trace contextRef="#ctx0" brushRef="#br0" timeOffset="57314.54">27873 4633 214 0,'0'0'1'0,"0"0"2"0,0 0 8 0,0 0 5 16,0 0 3-16,19 0 9 0,-19 0-5 0,0 0-9 16,0 0-4-16,14 0-11 0,-14 0-3 0,0 0-1 15,0 0 8-15,0 0 0 0,0 19-1 0,0-19 0 16,0 16-8-16,0-16-1 0,0 19 1 0,0-9 8 15,0 1 5-15,0-1-9 0,0 1 13 0,-14-4-3 16,14 0-10-16,0 0 0 0,-10-2-23 16,10 0-5-16,-9-2-5 0,3 1-16 0,0-3-14 0,-1 1 4 15</inkml:trace>
  <inkml:trace contextRef="#ctx0" brushRef="#br0" timeOffset="57933.47">28249 4491 258 0,'0'0'2'0,"0"-1"9"0,0 1 13 0,0-2 9 16,0 2 3-16,0 0 3 0,0 0-8 16,0 0-12-16,0 0 6 0,0 0-16 0,0 0 4 15,0 0-5-15,0 0-8 0,0 0 9 0,0 0-9 16,0 0 8-16,0 0-5 0,0 0-3 0,0 0-3 16,0 0-1-16,0 0 0 0,0 0-4 0,0 0 4 15,0 0 4-15,0 0-1 0,0 0 9 0,0 0-4 16,0 0-1-16,0 0 1 0,-13 0-12 0,13 17 4 15,0-17 4-15,0 12-9 0,-9-12 1 16,9 13 4-16,-8-5-1 0,8 1 9 0,-6 0 10 16,2 2-3-16,1-1-12 0,-1 2 4 0,2-1-12 15,-1 0 12-15,0 2 0 0,1-2-3 0,1 1-5 16,-2 0-4-16,1 0 8 0,2-2 9 0,-1 0 3 16,1-2-3-16,0-1-12 0,0 0-1 0,0-2 9 15,0 0-8-15,0-1 22 0,0 0-18 0,0-1 9 16,0-1 0-16,19 0-9 0,-19 1 17 0,0-1-8 15,17 0-1-15,-17-1 5 0,13 2-13 0,-13-2-13 16,15 2-6-16,-6-3-32 0,-2 0-15 0,3 0 1 16,-1 0-16-16,3 0-22 0,-3 0 19 0</inkml:trace>
  <inkml:trace contextRef="#ctx0" brushRef="#br0" timeOffset="60049.71">27344 4488 100 0,'0'0'8'0,"0"0"1"16,0 0 10-16,0 0 12 0,0 0-12 0,0 0 3 15,0 0-12-15,0 0-8 0,0 0 7 0,0 0 0 16,0 0 7-16,0 0-10 0,0 0 7 0,0 0-9 15,0 0-6-15,0 0 11 0,0 0-17 16,0 0 9-16,0 0 11 0,0 0-5 0,0 0-2 16,0 0-1-16,0 0-8 0,0 0-3 0,0 0 15 15,0 0-4-15,0 0 1 0,0 0 2 0,0 0-7 16,0 0 1-16,0 0-5 0,0 0-3 0,0 0 8 16,0 0-5-16,0 0 7 0,0 0 4 0,0 0-7 15,0 0 8-15,-16 11-4 0,16-11-4 0,0 0-4 16,0 0 0-16,-11 10 8 0,11-10-4 0,0 4-4 15,-9-4 1-15,9 4 0 0,-7-1 2 0,2-2 5 16,3 2-4-16,-2-3-4 0,4 0 1 0,-2 1 6 16,0 1 1-16,2-2-4 0,-1 0 4 15,1 1 3-15,0-1-3 0,0 0 13 0,0 0-4 16,0 0 5-16,0 0 3 0,0 0-7 0,0 0 4 16,0 0 0-16,0 0 3 0,0 0 5 0,0 0-2 15,0 0 1-15,0 0-12 0,0 0-4 0,0 0 3 16,0 0-12-16,0 0 12 0,0 0-4 0,0 0-8 15,0 0 0-15,0 0-4 0,0 0 0 0,0 0 4 16,0 0 8-16,0 0-4 0,0 0-4 0,0 0-4 16,0 0-4-16,0 0 8 0,0 0 0 0,0 0 4 15,0 0-4-15,0 0 1 0,0 0-2 0,16 0-3 16,-16 0 1-16,0 0 2 0,0 0 2 0,0 0 2 16,16 0 9-16,-16 0-19 0,0 0 6 0,11 0 2 15,-11 0-5-15,7 0 3 0,-7 0 2 16,5 0-2-16,-1 0-3 0,0 0 8 0,1 0-8 15,-1 0-16-15,4 0-21 0,-2 0-14 0,1 0-12 16,1 0 1-16,2 0 2 0,1 0-18 0,-1 0 6 16,4 0 14-16</inkml:trace>
  <inkml:trace contextRef="#ctx0" brushRef="#br0" timeOffset="61986.41">28466 4643 37 0,'1'0'6'15,"0"0"3"-15,-1-1 10 0,1 1 5 0,-1 0 6 16,0-2 6-16,0 0-4 0,1 1-9 0,-1 0 2 15,1 0 0-15,-1 1-9 0,0 0 16 0,3-2-13 16,-3 2 0-16,0-1-2 0,2 1-15 0,-1-2 7 16,0 2-13-16,-1-2 9 0,1 2-1 0,0 0-9 15,0-1 5-15,0-1-12 0,0 2 0 0,0 0 17 16,-1-1-5-16,1 1 8 0,-1-1 8 0,0 1-24 16,0 0 4-16,0 0 0 0,0 0 0 0,0 0 4 15,0 0 4-15,0 0-4 0,0 0-4 0,0-2 4 16,0 2-4-16,0 0 4 0,0 0 4 15,0 0-4-15,0 0-7 0,0 0 7 0,0 0 0 0,0 0-1 16,0 0 9-16,0 0-8 0,0 0-4 16,0 0 7-16,0 0 1 0,0 0-4 0,0 0 3 15,0 0-7-15,0 0 4 0,0 0 0 0,0 0-8 16,0 0 1-16,0 0 4 0,0 0 2 0,0 0-2 16,0 0 3-16,0 0 3 0,0 0-2 0,0 0 11 15,0 0-1-15,0 0-18 0,0 0-1 0,0 0-3 16,0 0 15-16,0 0-4 0,0 0 6 0,0 0 5 15,0 0-22-15,0 0 14 0,0 0-2 0,0 0-20 16,0 0 19-16,0 0-1 0,0 0 1 0,0 0 11 16,0 0-11-16,0 0-1 0,0 0 1 0,0 0 4 15,0 0 0-15,0 0-8 0,0 0 4 0,0 0 0 16,0 0 4-16,0 13-8 0,0-13 0 16,0 0 4-16,0 0-4 0,0 0 8 0,0 0-8 15,0 0 8-15,0 6-5 0,0-6 5 0,0 0 7 16,0 3-10-16,0-3-1 0,0 3-1 0,0 0-3 15,0-2-5-15,0 1 13 0,0 0-5 0,0 1 1 16,0 0 0-16,0 3-9 0,0-4 12 0,0 4-9 16,0 0 8-16,0 2-1 0,-14 2-8 0,14 2 30 15,0-1-12-15,0 2-3 0,0 1 14 0,-9 0-24 16,9 3 9-16,-6-1-5 0,6-1-27 16,-6 1-6-16,6 1-20 0,-7-2-40 0,3 0 9 0,0-2 11 15</inkml:trace>
  <inkml:trace contextRef="#ctx0" brushRef="#br0" timeOffset="64351.27">30081 7188 205 0,'0'0'3'0,"0"-2"10"0,0 2 4 0,0-1-3 15,0 1 9-15,0-1-8 0,7-1 7 0,-7-1 9 16,0-1-9-16,0 1-5 0,3-1-7 16,-3 0 3-16,2-1 0 0,0 1 4 0,-1 1-4 15,0 0-3-15,0 1 0 0,-1 0 2 0,1 0 1 16,-1 2 0-16,0 0-4 0,0 0 0 0,0 0-1 15,0 0 5-15,0 0-9 0,0 0 1 0,0 0-1 16,0 0-8-16,0 0 12 0,0 0 0 0,0 0-4 16,0 0 0-16,0 0-8 0,0 0-4 0,0 0 4 15,0 0 0-15,0 0 8 0,0 0-8 0,0 0 7 16,0 0-3-16,0 0-4 0,0 0 4 0,0 0-5 16,0 0 9-16,0 0 0 0,0 0-4 0,0 0 5 15,0 0-13-15,-13 0 5 0,13 0 11 0,0 21-11 16,-11-21 4-16,11 14-1 0,-9-14-3 0,9 16 3 15,-9-16 5-15,5 15-12 0,1-15-4 16,-2 17 5-16,0-8 2 0,0-1 13 0,1 1-1 16,0 0-4-16,1-1-4 0,0 1 1 0,0-1-1 15,1 1 0-15,0-1-3 0,1-1-5 0,-1 1 5 16,1-2 3-16,1 2 4 0,-2-3-7 0,2 1 0 16,0 0 0-16,0-1-4 0,0 1 7 0,0-1 4 15,0 0-3-15,0 0 6 0,0-1-4 0,16 2-2 16,-16-3-1-16,0 1-7 0,0 0 7 0,11 0 0 15,-11-1 4-15,0-1 3 0,7 0 0 0,-7-1-3 16,6 0-1-16,-6 0-2 0,6-1 3 0,-2 0-1 16,1 0 1-16,0 0 0 0,1 0-11 15,0 0 10-15,2 0-7 0,0 0-4 0,1 0-8 16,-1-16-22-16,0 16-7 0,0 0-20 0,2-11-23 16,-3 11-20-16,0-8 9 0</inkml:trace>
  <inkml:trace contextRef="#ctx0" brushRef="#br0" timeOffset="64619.02">30237 7027 838 0,'0'0'-5'0,"0"0"10"0,0 0-10 16,0 0 5-16,0 0 0 0,0 0-9 0,0 0-19 16,0 0-36-16,0 0-35 0,6 0-43 0,-6 0-28 15,0 0 24-15,0 0 41 0</inkml:trace>
  <inkml:trace contextRef="#ctx0" brushRef="#br0" timeOffset="65494.81">30248 7315 189 0,'0'0'9'0,"0"0"15"0,0 0 10 16,0 0 8-16,0 0 3 0,0 0-10 0,0 0-2 16,0 0-7-16,0 0-1 0,0 0 3 0,0 0 4 15,0 0-1-15,0 0-4 0,0 0-4 16,0 0-11-16,0 0 3 0,0 0 3 0,0 0-10 0,0 0 3 15,0 0 0-15,0 0-14 0,0 0 10 16,0 0 2-16,0 0-13 0,0 0 0 0,0 0-3 16,0 0 2-16,0 0 5 0,0 0 4 0,0 0 3 15,18 0-14-15,-18 0 11 0,0 0-8 0,0 0 1 16,0 0 6-16,0 14-10 0,10-14 3 0,-10 0-3 16,0 0 7-16,0 11 4 0,0-11-1 0,6 9-6 15,-6-9-1-15,0 9 4 0,0-4 4 0,3 0 7 16,-3 2-15-16,0-1 8 0,0-1-1 0,0 2-7 15,0-1 12-15,0-1-15 0,0 0 3 0,0 0 4 16,0-1 0-16,0 0 4 0,0-1-11 0,0 1 7 16,0-1 0-16,-12-1 0 0,12 0 10 0,0 2-6 15,0-1-8-15,0 0 1 0,0-1-5 16,0 0 5-16,-7 0 3 0,7 0 3 0,0 1-3 16,-3-2-3-16,3 2-4 0,0-2 7 0,0 1-3 15,0-1 13-15,0 1-3 0,0 1-14 0,0-2 7 16,0 1-14-16,0 0 21 0,0-1-3 0,0 0 6 15,0 0-3-15,0 2-10 0,14-3 6 0,-14 2-6 16,0 0 10-16,0-1 1 0,14-1-4 0,-14 1-1 16,0-1 2-16,11 1-10 0,-11-1 10 0,5 0 3 15,-5 0-8-15,6 0 5 0,-4 0-5 0,1 0-4 16,0 0 4-16,1 0-16 0,-1 0-13 16,2 0-23-16,0 0-16 0,0 0-5 0,2 0-7 15,1-12-42-15,1 12 13 0,-1 0 20 0</inkml:trace>
  <inkml:trace contextRef="#ctx0" brushRef="#br0" timeOffset="66437.53">30594 7346 479 0,'1'0'15'0,"-1"0"12"0,0 0 23 15,0 0 2-15,0 0-10 0,0 0-7 0,1 0-22 16,-1 0 0-16,0 0-13 0,2 0 0 16,-2 0-9-16,0 0 0 0,0 0 5 0,0 0 8 0,0 0-11 15,0 0-5-15,0 0 25 0,0 0-34 16,0 0 21-16,0 0 4 0,0 0-17 0,0 0 20 16,0 0-3-16,0 0-1 0,0 0-6 0,0 0-5 15,0 0 12-15,0 0-4 0,0 0 3 0,0 0 5 16,0 0-12-16,0 0 4 0,0 0-3 0,0 0-1 15,0 0 4-15,0 0 0 0,0 0 0 0,0 0 4 16,0 0-4-16,0 0 4 0,0 0 0 16,0 0-4-16,0 0 3 0,0 0-11 0,0 0 5 0,0 0-1 15,0 0 4-15,0 0 8 0,0 0-12 0,0 0 17 16,0 0-17-16,0 0-4 0,0 0 16 16,0 0-17-16,0 0 5 0,0 0 7 0,0 0 2 0,0 0-1 15,0 0 8-15,0 0-19 0,0 0 7 16,0 0 5-16,0 0-10 0,0 0 12 0,0 0-15 15,0 0 8-15,0 0 0 0,0 0-3 0,0 0 6 16,0 0-12-16,0 0 9 0,0 0 4 0,0 0-4 16,0 0 0-16,0 0-4 0,0 0 4 0,0 0 5 15,0 0-5-15,0 0 3 0,0 0-3 0,0 0 0 16,0 0 0-16,0 0 5 0,0 0-1 0,0 0-12 16,0 0 5-16,0 0 3 0,0 0-5 0,0 0 13 15,0 0-4-15,0 0 4 0,0 0-8 16,0 0 0-16,0 0 5 0,0 0-14 0,0 0 9 0,0 0-4 15,0 0-4-15,0 0 3 0,0 0 5 16,0 0 5-16,0 0 7 0,0 0-2 0,0 0 8 16,0 0-5-16,0 0-9 0,0 0 9 0,0 0-13 15,0 0 0-15,0 0 9 0,0 0-13 0,0 0 8 16,0 0-4-16,0 0-13 0,0 0 13 0,0 0-4 16,0 0 4-16,0 0 17 0,0 0-9 0,0 0-8 15,0 0 0-15,0 0-4 0,0 0-9 0,0 0 18 16,0 0-19-16,0 0 6 0,0 0 12 0,0 0-8 15,0 0 13-15,0 0-9 0,0 0-9 0,0 0 13 16,0 0 5-16,0 0-9 0,0 0 13 0,0 0-17 16,0 0-5-16,0 0 9 0,0 0-9 0,0 0 5 15,0 0 8-15,0 0-4 0,0 0-5 16,0 0 1-16,0 0-14 0,0 0 9 0,0 0 5 16,0 0-5-16,0 0 9 0,0 0 4 0,0 20-4 15,0-20 9-15,0 0-13 0,0 0 4 0,0 15 4 16,0-15-16-16,0 10 20 0,0-10-12 0,0 12 4 15,0-12 21-15,0 12-17 0,0-5 5 0,0-1-9 16,0 1-39-16,0 0-9 0,0 0-27 0,0 0-6 16,0-2-9-16,-16 1-21 0,16 0 0 0,-18-3 11 15</inkml:trace>
  <inkml:trace contextRef="#ctx0" brushRef="#br0" timeOffset="67546.55">30871 7135 335 0,'1'-1'13'0,"0"-1"9"0,3-1 5 0,-2 3 1 16,-2-2-6-16,2 0-8 0,-1 2-5 0,-1-2-1 16,0 1-4-16,0 0-4 0,0 1-5 0,0 0 1 15,0 0-3-15,0 0 6 0,0 0 1 0,0 0 0 16,0 0-1-16,0 0-7 0,0 0 8 0,0 0 8 15,0 0-12-15,0 0 11 0,0 0-7 0,0 0-12 16,0 0 11-16,0 0-3 0,0 15-1 16,0-15 13-16,0 0-4 0,0 0 0 0,0 0 0 0,-13 9-15 15,13-9 7-15,0 0-3 0,0 5 3 0,0-5 8 16,0 5-4-16,0-3 8 0,0 0-11 0,0-1 3 16,0 0 4-16,0 1-7 0,0-1 10 15,0 0-3-15,0 0-4 0,0 0-11 0,0-1 4 16,0 1-1-16,0-1 5 0,0 0 14 0,0 0-8 15,0 0 1-15,0 0 0 0,0 0-3 0,0 0 2 16,0 0 1-16,0 0-4 0,0 0 4 0,0 0-3 16,0 0-1-16,0 0 4 0,0 0-4 0,0 0 4 15,0 0-4-15,0 0-4 0,0 0 4 0,0 0 0 16,0 0 4-16,0 0-4 0,0 0 4 0,0 0 0 16,0 0-8-16,0 0 8 0,0 0-12 0,0 0 1 15,0 0 10-15,0 0 1 0,0 0-4 0,0 0 4 16,0 0 0-16,0 0-4 0,0 0 8 15,0 0-4-15,0 0-4 0,0 0-3 0,0 0 3 16,0 0-8-16,0 0 4 0,0 0 12 0,0 0-11 16,0 0 15-16,0 0-8 0,0 0-4 0,0 0 12 15,0 0-12-15,0 0 8 0,0 0-3 0,0 0 3 16,0 0 4-16,0 0-12 0,0 0 0 0,0 0-8 16,0 0 0-16,0 0 16 0,0 0-4 0,0 0 0 15,0 0 0-15,0 0-16 0,0 0 12 0,0 0-4 16,0 0 8-16,0 0 4 0,0 0-8 0,0 0-4 15,0 0 1-15,0 0 2 0,0 0 5 0,0 0 3 16,0 0-3-16,0 0-3 0,0 0-9 0,0 0 8 16,0 0-4-16,0 0 0 0,0 0 4 0,0 0 1 15,0 0-1-15,0 0 3 0,0 0 1 16,0 0-8-16,0 0 4 0,0 0 0 0,0 0-4 16,0 0 12-16,0 0-4 0,0 0 4 0,0 0-4 15,0 0-4-15,0 0 4 0,0 0-3 0,0 0 7 16,0 0 4-16,0 0 0 0,0 0-4 0,0 0-4 15,0 0-4-15,0 0-4 0,0 0 8 0,0 0-8 16,0 0 8-16,0 0-4 0,0 0-8 0,0 0 20 16,0 0-20-16,0 0 12 0,0 0 0 0,0 0-8 15,0 0 8-15,0 0-8 0,0 0 0 0,0 0 0 16,0 0 4-16,0 0-4 0,0 0 8 0,0 0 0 16,0 0-8-16,0 0 4 0,0 0 0 0,0 0-4 15,0 0 4-15,0 0 0 0,0 0 4 16,0 0 0-16,0 0-4 0,0 0 0 0,0 0-16 15,0 0 0-15,0 0-1 0,18 0-17 0,-18 0-17 16,0 0-35-16,10 0-28 0,-10 0 0 0,0 0 25 16</inkml:trace>
  <inkml:trace contextRef="#ctx0" brushRef="#br0" timeOffset="70115.06">29973 7251 140 0,'0'0'5'0,"0"0"9"0,0 0 11 15,0 0 3-15,0 0 6 0,0 0-8 0,0 0-2 16,0 0-2-16,0 0-1 0,0 0 0 0,0 0-2 16,0 0-3-16,0 0-12 0,0 0 0 15,0 0-6-15,0 0-1 0,0 0 4 0,0 0-1 16,0 0 0-16,0 0 4 0,0 0 0 0,0 0 0 16,0 0-4-16,0 0 3 0,0 0 0 0,0 0-6 15,0 0 3-15,0 0-3 0,0 0 4 0,0 0 7 16,0 0-12-16,0 0 4 0,0 0 0 0,0 0-7 15,0 0 18-15,0 0-7 0,0 0-11 0,0 0 10 16,0 0-7-16,0 0-3 0,0 0 10 0,0 0 1 16,0 0 4-16,0 0 0 0,0 0-10 0,0 0 3 15,0 0-1-15,0 0 13 0,0 0 3 0,12 14-7 16,-12-14 3-16,9 0-3 0,-9 0-1 0,12 9-4 16,-12-9 0-16,10 0 4 0,-6 0 4 15,-1 6 7-15,0-6-8 0,-2 0 1 0,1 0-4 16,0 0 0-16,-1 0-4 0,-1 0-4 0,1 0 4 15,-1 0 0-15,2 0-1 0,-2 0 1 0,0 0 3 16,0 0-7-16,0 0 4 0,0 0-4 0,0 0 0 16,0 0 4-16,0 0-4 0,0 0-4 0,0 0 0 15,0 0-19-15,15 0-8 0,-15 0-2 0,13 0-15 16,-13 0 2-16,16 0 7 0,-16 0 3 0,17 0-7 16,-8 0-2-16,-2 0-10 0,1 0-14 15,-3 0 7-15,2 0 18 0</inkml:trace>
  <inkml:trace contextRef="#ctx0" brushRef="#br0" timeOffset="72220.55">30776 7214 115 0,'0'0'2'0,"0"0"12"15,0 0 11-15,0 0-5 0,16 0 9 0,-16 0-4 16,0 0-7-16,0 0 6 0,0 0-8 0,0 0-11 16,0 0-4-16,0 0 0 0,0 0-1 0,0 0 4 15,0 0 0-15,0-11-1 0,0 11-6 0,0 0-1 16,0 0 13-16,7 0 4 0,-7-6 0 0,0 6 9 16,0-3-7-16,0 1 2 0,0 0 5 0,5 2-5 15,-5-1 7-15,0 0-3 0,2 1 0 0,-1-2 0 16,-1 2-8-16,1 0-5 0,-1 0 0 0,0 0 1 15,0-1-2-15,1 1 1 0,0 0 0 0,-1 0-4 16,1 0-8-16,0 0-4 0,1-1 0 16,-1-1 8-16,0 1 4 0,0-1-1 0,0 0 5 15,0 0-4-15,-1 1-4 0,1 1 8 0,-1 0-4 16,1 0 4-16,-1 0 4 0,1 0 0 0,-1 0-4 16,0 0-4-16,1 0 0 0,-1-2 0 0,0 0 4 15,1 2 0-15,0-1-4 0,-1 0 4 0,0 0-12 16,0 0 8-16,1-1 0 0,1 1-8 0,-2-1 16 15,0 1-12-15,2 0 4 0,-2 1 0 0,1-2 1 16,1 0-5-16,-2 2 5 0,0-2 4 0,0 2-9 16,0-1 10-16,0 1 0 0,0-1-5 0,0 1 0 15,0-1 0-15,0 1-10 0,0 0 5 0,0 0 5 16,0 0-5-16,0 0-5 0,0 0 0 0,0 0 5 16,0 0-5-16,0 0 10 0,0 0-10 15,0 0-5-15,0 0-4 0,0 0 1 0,0 0 13 16,0 0 4-16,0 0-4 0,0 0 9 0,0 16-14 15,-13-16 0-15,13 11 14 0,0-11-9 0,0 13 0 16,-11-4-5-16,11 0 0 0,0 0 5 0,-8-2-3 16,8 1 3-16,-5 0-4 0,3 2 4 0,0-2 8 15,-1 1-8-15,1-1 9 0,0 0-14 0,0 1 0 16,0-1 2-16,1 1-2 0,0 0 14 0,1-3-9 16,-1 2 3-16,1-1-6 0,0 0-6 0,0-2 9 15,0 0-3-15,0 0 3 0,0 0 4 16,0-1 1-16,0 0 7 0,0-2 0 0,0 1-12 0,0 0 0 15,19 0 5-15,-19 0-5 0,0-1 8 0,0 1 1 16,13-1-9-16,-13 2 5 0,10-3-5 16,-10 1 0-16,8 0 8 0,-8-2-4 0,9 1-8 15,-6 0-20-15,3 0-23 0,-2-1-17 0,-1 0-8 16,1 0-9-16,1 0-33 0,-1 0-12 0,0 0 17 16</inkml:trace>
  <inkml:trace contextRef="#ctx0" brushRef="#br0" timeOffset="72627.92">30972 7297 427 0,'0'-2'4'16,"0"2"13"-16,0-1 14 0,0 1 1 0,0 0-1 15,7-1-4-15,-7 1-16 0,0 0-7 0,0-1 4 16,3 1-4-16,-3-2-12 0,3 2 12 0,-1 0-8 16,-1-1 1-16,2 0 6 0,1-1-3 0,1 2 0 15,-1-1-3-15,2 1 3 0,-1-2-4 0,1 2 4 16,-1 0 0-16,0 0 0 0,-1 0 0 0,-1 0-7 16,0 0 4-16,-1 0 0 0,-1 0-1 15,0 15 5-15,-1-15 2 0,0 0 8 0,0 12-10 16,0-12 6-16,0 12-7 0,0-12-7 0,0 12 14 15,0-7-10-15,0 2-4 0,0-1 4 0,0 2 3 16,-14-3 4-16,14 0 3 0,0 0-3 0,0-1-11 16,0 2 0-16,0-3 3 0,0 1-2 0,0-1 13 15,0 1 0-15,0 0 7 0,0-1 4 0,0 0-3 16,20-1-1-16,-20 2-10 0,20-2 3 0,-8 0-7 16,2-1 0-16,-2 1 0 0,3-1-32 0,-3 0-16 15,0-1-40-15,-3 0-52 0,-1 0 6 0,-2 0 21 16</inkml:trace>
  <inkml:trace contextRef="#ctx0" brushRef="#br0" timeOffset="75570.47">28803 4628 36 0,'0'0'4'15,"0"0"4"-15,0 0 8 0,0 0-2 0,0 0-4 16,0 0-3-16,0 0-1 0,0 0 5 0,0 0 1 15,0 0 4-15,0 0-2 0,0 0-4 16,0 0 4-16,0 0-5 0,0 0 0 0,0 0-1 16,0 0-7-16,0 0-1 0,0 0-11 0,0 0 4 15,0 0-1-15,0 0 8 0,0 0 4 0,0 0-5 16,0 0 0-16,0 0 1 0,0 0-1 0,0 0-2 16,0 0 4-16,0 0-4 0,0 0 11 0,0 0-1 15,0 0-4-15,0 0-3 0,0 0-8 0,0 0 12 16,0 0 5-16,0 0 5 0,0 0 4 0,0 0-7 15,0 0 4-15,0 0-4 0,0 0-2 0,0 0 4 16,0 0-4-16,0 0-5 0,0 0 0 16,0 0-4-16,0 0-3 0,0 0 15 0,0 0-8 0,0 0-7 15,0 0 8-15,0 0-11 0,0 0 7 16,0 0 7-16,0 0 0 0,0 0 0 0,0 0 4 16,0 0-2-16,0 0-5 0,0 0 4 0,0 0-3 15,0 0 11-15,0 0 1 0,15 0-5 0,-15 0 8 16,0 0-11-16,14 0 2 0,-14 0 5 0,13 0-12 15,-6 14 7-15,0-14-8 0,1 0 4 0,1 0 0 16,-2 0-4-16,0 0 9 0,0 0-5 0,-2 8-3 16,1-8 11-16,-2 0 5 0,-2 0-4 0,0 0 8 15,0 0-17-15,-1 0 10 0,-1 0-6 0,1 0 7 16,-1 0 3-16,0 0-12 0,0 0 5 0,0 0-5 16,0 0-5-16,0 0-5 0,0 0 5 15,0 0 0-15,0 0-5 0,0 0 0 0,0 0-10 16,0 0 0-16,0 0 15 0,0 0-5 0,0 0 5 15,0 0-5-15,0 0-10 0,0 0 11 0,0 0-6 16,0 0 5-16,0 0-27 0,0 0-22 0,0 0-12 16,0 0-23-16,0 0 0 0,0 0-10 0,15 0-23 15,-15 0 14-15,0 0 30 0</inkml:trace>
  <inkml:trace contextRef="#ctx0" brushRef="#br0" timeOffset="75934.95">28759 4807 327 0,'0'0'13'16,"-2"2"6"-16,2-2 14 0,0 0 4 15,0 1-3-15,0-1-2 0,0 0-9 0,0 0-4 0,0 0-2 16,0 0 0-16,0 0-8 0,18 0-4 0,-18 0 4 16,0 0-5-16,21 0 5 0,-21 0 0 15,18 0-1-15,-8 0 1 0,-1 0 0 0,3 0 8 16,0 0-25-16,-1 0 8 0,1 0 5 0,-2 0 4 16,0 0 13-16,2 0 7 0,-1 0 1 0,-2 0-9 15,1 0-1-15,-1 0-10 0,-2 0-9 0,-1 0-1 16,1 0 5-16,-4 0-10 0,1 0 5 0,-2 0 5 15,0 0-5-15,-1 0 5 0,1 0 0 0,0 0-16 16,0 7-32-16,-1-7-27 0,1 0-22 0,0 0-28 16,2 4-15-16,-2-4 1 0,2 0 23 0</inkml:trace>
  <inkml:trace contextRef="#ctx0" brushRef="#br0" timeOffset="78760.21">29342 4593 187 0,'0'0'13'0,"0"0"11"15,-1 0 9-15,1 0 13 0,0 0-9 0,-1-10 0 16,1 10-3-16,0 0-3 0,0 0-5 0,-1 0-5 15,1 0-4-15,-2 0-8 0,2 0 7 0,0-6-8 16,0 6 9-16,0-3-1 0,0 3-8 0,0-2 4 16,0 1-11-16,0-1 11 0,0 1-8 0,0 1 0 15,0 0 0-15,0-1-7 0,0 1 11 16,0 0 4-16,0 0 0 0,0-1-4 0,0 1-4 16,0 0 0-16,0 0-8 0,0 0 0 0,12 0 0 15,-12 0-4-15,0 0 4 0,0 0-4 0,7 0 4 16,-7 0-4-16,8 0 0 0,-1 0 8 0,0 0 0 15,-2 0 4-15,4 0 0 0,0 0-4 0,0 0 3 16,0 17 1-16,2-17-4 0,-3 0 4 0,1 11-12 16,-1-11-4-16,0 9 16 0,-1-9-4 15,-2 7-12-15,-2-7 11 0,1 7-3 0,-2-7-4 0,-1 6 15 16,-1-4-7-16,0 1 4 0,0 2 0 16,0-2 0-16,0 4 4 0,0 0-13 0,0 0 1 15,-22 3 12-15,22-2-8 0,-15 1 3 0,15 2-3 16,-16 0-9-16,16-1 13 0,-18 0 0 0,18-1 0 15,-16-1-5-15,8-1-3 0,1-2 4 0,0 1 4 16,2 0 1-16,-2-2 4 0,2 0-18 0,1 1 14 16,0 0-5-16,1 2-4 0,0 0 12 0,0-2-8 15,2 0 5-15,-1 2-1 0,2-3 0 0,-2 1-12 16,2 0 0-16,0-1 0 0,0 0-5 0,0 0 18 16,0-2-5-16,0 0-4 0,0 2 8 0,0-2-8 15,0 1 16-15,0-1-3 0,17 1-13 16,-17 0 12-16,0-1-16 0,10 1 8 0,-10-1 8 0,9-1-8 15,-9 2 1-15,10-2-1 0,-10 1-4 0,9-1 8 16,-2 1 0-16,-2-2-8 0,-1 2 8 16,1-2-4-16,-1 0 0 0,3 1 5 0,-2-1-5 15,-1 0-4-15,-1 1 12 0,0-1-4 0,0 0 0 16,0 0 0-16,-2 0-8 0,0 0 8 0,0 0 0 16,1 0 0-16,0 0-4 0,-1 0 0 0,1 0-25 15,1 0-22-15,0 0-18 0,-1 0-37 0,3 0-26 16,0 0 6-16,-1-16 23 0</inkml:trace>
  <inkml:trace contextRef="#ctx0" brushRef="#br0" timeOffset="79070.83">29640 4782 213 0,'0'0'7'0,"0"0"9"0,0 0 6 16,0 0-4-16,0 0 2 0,0 0-1 0,0 0-13 15,0 0 7-15,0 0-13 0,0 0-8 0,0 0 4 16,0 0 4-16,0 0 9 0,0 0-8 16,0 0 9-16,0 0-4 0,0 18-8 0,0-18 9 0,0 13 3 15,0-13-12-15,0 17 5 0,0-8-5 16,0 1-1-16,0 0 9 0,0-1-5 0,0 1 8 15,0-2-12-15,0 1 1 0,0-1 7 0,0-1-4 16,0 0 3-16,0 0-3 0,0-2 0 0,0 0 0 16,0 0 0-16,0 0 2 0,0-1-27 0,0 0-38 15,0-1-35-15,0-1 0 0</inkml:trace>
  <inkml:trace contextRef="#ctx0" brushRef="#br0" timeOffset="79927.74">30039 4530 255 0,'1'-2'-2'0,"-1"1"8"0,0-1 4 0,2 1 5 15,-2-2 6-15,0 3-7 0,3-1-2 0,-3 1-8 16,0-2-4-16,0 2 0 0,0 0-8 16,0 0 8-16,0 0-8 0,0 0 4 0,0 0 4 15,0 0-1-15,0 0 4 0,0 0-7 0,-19 0-4 16,19 16 0-16,-12-16 9 0,12 0-2 0,-13 15 4 15,13-15 8-15,-14 12-5 0,14-12 5 0,-15 14 3 16,8-6-18-16,0-1 4 0,0 3-1 0,1 0-1 16,-2-2 8-16,1 4-4 0,1-1-7 0,-2 0 7 15,3 3 1-15,-2-2 3 0,2 1-4 0,0-1-1 16,1 1 8-16,-1-1-7 0,2-2 16 0,0 1-13 16,1 0-3-16,0-3-4 0,0 1 0 0,1 0 8 15,0-2-9-15,1 2 9 0,0 0-5 0,0-2-8 16,0-1 12-16,0 0-1 0,0 1-2 0,15-2 3 15,-15-1-7-15,0 2-1 0,16-1 8 16,-16-1 0-16,12 1 0 0,-12 0-1 0,16-2-4 16,-9 0 1-16,1 0 3 0,2-1 5 0,-3-1 0 15,0 1 4-15,-1-2 5 0,-2 0 0 0,1 0 7 16,-2 0 9-16,0 0-4 0,-2 0-9 0,2 0 0 16,-1 0-13-16,1 0-4 0,-1 0 9 0,1-17-13 15,-1 17 4-15,0 0-5 0,3-14 5 0,-4 14 0 16,1-14 0-16,-1 5 0 0,1 0 0 0,-2 0 1 15,1-1-10-15,-1 0 9 0,0 2 2 0,0 0 14 16,0 1 10-16,0 2 10 0,0 0-19 0,0 2-11 16,0-1-15-16,-16 1-5 0,16 2 4 15,0-2 1-15,-13 2 5 0,13-1 0 0,-11 1 0 16,11 0 10-16,-14 1 0 0,6 0-10 0,1 0-4 16,-4 0-11-16,2 0 16 0,0 0-16 0,-2 0 15 15,2 14-5-15,1-14-6 0,-1 0 16 0,2 0-5 16,-1 15 0-16,-1-15-17 0,2 0-7 0,1 10-10 15,0-10-7-15,0 12 1 0,2-8-17 0,-2 0-10 16,6 0 3-16,-2-1-15 0,-1 1-7 0,3-2-3 16,0 1 11-16</inkml:trace>
  <inkml:trace contextRef="#ctx0" brushRef="#br0" timeOffset="80567.55">30459 4642 185 0,'1'0'9'16,"0"-1"14"-16,0 0 10 0,-1-1 1 0,0 2-5 15,0 0-13-15,0-1-6 0,0 1-1 0,0-1-4 16,-20 0 3-16,20 1 1 0,0 0-5 0,-18 0-4 16,18 0 4-16,-11 0-8 0,11 0 4 0,-14 0 8 15,7 0-16-15,-2 0 15 0,0 0-8 0,0 0 0 16,0 15 8-16,-2-15-12 0,1 0 0 0,0 16 0 15,-1-16 8-15,3 10 4 0,-2-10 4 0,2 12-16 16,1-12 5-16,1 13-13 0,-1-6 8 0,4 0 19 16,-3 1-20-16,1 0 15 0,1-1 2 0,1 0-17 15,0-2 19-15,1 2-8 0,1-2-4 16,-1 1 17-16,2 1-21 0,0-2 5 0,0 2 4 16,0 0-10-16,0 1 10 0,0 0-5 0,0 0 0 15,0-1-4-15,20 0 1 0,-20 0-1 0,14-1-4 16,-14-1 11-16,15 0 5 0,-15-1-1 0,19 0-7 15,-11-1 4-15,2-1-3 0,-1 1 8 0,0-3 15 16,3 2-8-16,-3-2 0 0,0 0-1 0,-2 0-4 16,3 0-3-16,-2 0 3 0,0 0-4 0,0 0 0 15,-1-17 0-15,0 17 9 0,0 0-13 0,0-18 13 16,3 18 9-16,-3-17 13 0,-1 7 34 16,-1 0 8-16,0 1 18 0,-1-1 5 0,-4-2 3 15,3 1 0-15,-3-2-14 0,0 3-18 0,0-3-23 16,0 1-32-16,0 0-8 0,0 0-13 0,0 1-10 15,0 1 2-15,0 1-24 0,0-2-32 0,0 3-46 16,-20 2-47-16,20-1-21 0,-20 0 4 0,20 0 25 16,-25 3 19-16,11 0 8 0,1 2-13 0,1 0 25 15,2-1 30-15</inkml:trace>
  <inkml:trace contextRef="#ctx0" brushRef="#br0" timeOffset="82117.53">31422 7290 186 0,'0'0'7'0,"0"0"12"0,0 0-3 16,0 0 5-16,0 0 4 0,0 0-19 0,0 0 14 16,0 0 0-16,0 0-4 0,0 0 4 0,0 0-4 15,0 0 5-15,0 0-4 0,0 0 8 0,0 0-3 16,0 0 2-16,0 0-1 0,0 0 0 0,0 0-4 15,0 0-7-15,0 0-8 0,0 0 7 0,0 0-4 16,0 0-4-16,0 0 4 0,0 0-7 0,0 0 4 16,0 0-4-16,0 0 7 0,0 0-10 0,0 0 11 15,0 0-1-15,0 0 4 0,0 0 7 16,0 0-7-16,0 0 8 0,0 0-8 0,0 0 6 0,0 0-5 16,0 0-12-16,16 0 5 0,-16 0-1 15,15 0-4-15,-5 0 9 0,0 0-4 0,2 0-5 16,3 0 4-16,-1 0 0 0,0 0 1 0,-1 0-10 15,3 0 1-15,-3 0 4 0,2 0 0 0,-3 0 9 16,-1 0 4-16,0 0-9 0,-2 0-8 0,-2 0 0 16,0 0 0-16,-1 0-1 0,-1 0 10 0,-1 0-1 15,0 0-4-15,-2 0 9 0,2 0-5 0,-2 0 5 16,-2 0-5-16,2 0-37 0,-2 0-18 0,0 0-25 16,0-8-15-16,0 8-6 0,0 0-32 0,0 0 5 15,0 0 20-15</inkml:trace>
  <inkml:trace contextRef="#ctx0" brushRef="#br0" timeOffset="82434.59">31566 7371 292 0,'0'3'9'16,"0"-2"16"-16,0-1 12 0,0 0 4 0,0 0-2 16,0 0-7-16,0 0-13 0,0 0-8 0,0 0-10 15,0 0-1-15,19 0 7 0,-19 0-4 16,0 0 8-16,0 0-11 0,14 0-7 0,-14 0 7 16,0 0 0-16,12 0-4 0,-12 0 0 0,10 0-2 15,-5 0 6-15,0 0 7 0,-1 0-10 0,1 0 9 16,2 0-12-16,-3 0-1 0,2 0 8 0,-1 0-8 15,0 0 4-15,2 11 6 0,1-11 1 0,-1 0 0 16,0 0-5-16,1 0-21 0,1 9-17 0,-2-9-21 16,2 0-39-16,0 0-8 0,-1 0 19 0</inkml:trace>
  <inkml:trace contextRef="#ctx0" brushRef="#br0" timeOffset="86067.94">32314 7143 332 0,'0'0'8'16,"0"0"5"-16,0 0 5 0,0 0 8 0,0 0-8 16,0 0-4-16,0 0-12 0,0 0-5 0,0 0-4 15,-14 0 7-15,14 0 4 0,0 0-1 0,0 0 5 16,0 0-5-16,-7 0-3 0,7 0 1 0,-8 0-1 16,4 0-3-16,-1 0 1 0,-1 0-1 0,0 0 4 15,-2 20 0-15,1-20 0 0,0 0 0 0,-2 16-3 16,0-16-5-16,2 11 19 0,-2-11-8 0,2 13 7 15,-2-7 1-15,5 2-8 0,-2-1 5 0,1 2-12 16,-1-1 11-16,-1 1-3 0,0-1-4 0,0 1 0 16,1 0 0-16,-4-2 4 0,1 0-5 15,2 2 4-15,-2-1 1 0,1-1-8 0,1-2 0 16,-1 3 4-16,2-2-1 0,-2-2 3 0,3 1 4 16,0 1-7-16,1-3-3 0,1 0 3 0,1-1 0 15,0 2 4-15,1-3-4 0,0 0 0 0,1 2 7 16,0-2-4-16,0 0-6 0,0 0 0 0,0 1 0 15,0 0 7-15,0 1 3 0,0-2-1 0,18 1-2 16,-18 0-3-16,13 1 6 0,-13-1 0 0,19 1 0 16,-7-1 7-16,-1 0-7 0,0 0-3 0,0-1 2 15,-1 0-6-15,-3 0 7 0,1 1-7 0,0-2-4 16,-1 0-2-16,-1 0 3 0,1 0-1 0,2 0 11 16,0 0 0-16,1 0-10 0,0 0 9 15,-1 0-9-15,1-14 6 0,-1 14 11 0,-1 0-4 16,-2 0 4-16,0 0 0 0,-2 0-8 0,-1-9 1 15,0 9 0-15,-1 0-3 0,-2 0 2 0,0 0 1 16,0 0-7-16,0 0-7 0,0 0-20 0,0-4-29 16,0 4-16-16,0 0-13 0,2-2-46 0,-1 2 14 15,-1-3 20-15</inkml:trace>
  <inkml:trace contextRef="#ctx0" brushRef="#br0" timeOffset="86507.07">32392 7156 327 0,'0'-2'6'0,"0"1"2"15,0 1 3-15,0-1 4 0,0 1-7 0,0 0 0 16,0 0-14-16,0 0 2 0,0 0 1 0,0 0-4 16,0 0 14-16,0 0-10 0,0 0 4 15,0 0 0-15,0 0 0 0,0 15-1 0,-21-15-6 16,21 0 4-16,0 18 0 0,-13-18 4 0,13 18 0 16,0-7-4-16,-17-2-2 0,17 3 9 0,-10-2 5 15,10 2 3-15,-11 0-7 0,6 0-4 0,1 1 6 16,0-1-3-16,0 1 6 0,1 0-3 0,0 1-9 15,-1 0 5-15,4-2 5 0,-3 1-5 0,1 1 7 16,2-2-6-16,-1 1-4 0,1-1 6 0,0 0-6 16,0-1 3-16,0-3 2 0,0 1-8 0,0 0 5 15,0-3-5-15,0 0 5 0,0-1 1 0,0-1-4 16,0 0 6-16,0-1-9 0,0-1 3 0,0 0-3 16,0 0 3-16,0-1 4 0,0 1-1 15,0 1 0-15,0-3-22 0,0 2-29 0,0-2-43 16,0 1-30-16,0 0 17 0</inkml:trace>
  <inkml:trace contextRef="#ctx0" brushRef="#br0" timeOffset="86904.26">32484 7442 377 0,'0'0'-4'0,"0"0"-2"0,0 0 6 16,0 0-3-16,0 0 6 0,0 7 1 16,0-7-6-16,0 0 3 0,0 10 3 0,0-5-4 15,0 2 1-15,0 0 3 0,0 1-7 0,0 2 7 16,0 0-1-16,0 1 1 0,0-1-12 0,0-1-23 15,0 0-38-15,0-1-30 0,0-1 11 0</inkml:trace>
  <inkml:trace contextRef="#ctx0" brushRef="#br0" timeOffset="87594.54">32918 7252 242 0,'0'-1'9'0,"0"0"20"16,0 1 16-16,0-1 8 0,0-1 3 0,0 1-12 15,0 0-9-15,0 1-5 0,0 0-1 0,0 0-4 16,0 0-14-16,0 0 0 0,0 0-11 0,0-2 3 15,0 2 8-15,0 0-8 0,-14 0 1 0,14 0-11 16,-10 0 3-16,10 0 1 0,-13 0 3 0,3 0 4 16,-1 0-4-16,1 18-7 0,-2-18 1 15,0 0-1-15,-2 17 0 0,2-17 14 0,0 14 0 16,-1-14 0-16,1 14 0 0,-1-5-3 0,2 0-7 16,1 0 3-16,0 0 3 0,2 0-3 0,-1 1 7 15,2-1-3-15,-1 0-8 0,2 2 11 0,1-2-7 16,2 0-6-16,0 0 6 0,2 1-13 0,1-2 3 15,0 1 14-15,0-1 3 0,0 0 3 0,0-1 0 16,0 1-1-16,24-2-5 0,-24 1 2 0,18 0 4 16,-18-1-7-16,23 1 5 0,-10 0 3 0,1-3 6 15,0 2 11-15,0-3 16 0,0 0 8 0,2 0 16 16,0-2 12-16,0 0-2 0,0-1 17 0,1 0-13 16,2 0-11-16,-1 0 1 0,1 0-11 15,-2 0 5-15,0-21 4 0,-1 21 4 0,0 0 9 16,-4-16 0-16,-1 16 9 0,0-14-7 0,-4 14-2 15,0-15 8-15,-1 6-11 0,0 0-2 0,-4 0-13 16,-2-2-22-16,0-1-18 0,0 1-16 0,0-3-11 16,0-1-10-16,-24 1-21 0,24-1-32 0,-21 0-52 15,21 2-57-15,-28-1-62 0,13 0-59 0,-1 4-39 16,2 1 21-16,-4 1 25 0,0 1 31 0,-1 2 92 16</inkml:trace>
  <inkml:trace contextRef="#ctx0" brushRef="#br0" timeOffset="98332.33">6315 10984 117 0,'0'-3'13'0,"0"1"-1"0,0-1 10 0,0 1-1 16,0-1 1-16,0 1 3 0,0 0 0 15,0 0 9-15,0 1-5 0,0-1-4 0,0 0-5 16,0 0-5-16,0 1 1 0,0-2 8 0,0 2-1 16,0 0-5-16,0-1-7 0,0 2 3 0,0-3-8 15,0 3 8-15,0 0 3 0,0-2-11 0,0 1 11 16,0 1-8-16,0-1 0 0,0 1 8 0,0-1-3 16,0 1 3-16,0-2-4 0,0 2 5 0,0 0-10 15,0 0 1-15,0-1-1 0,0 1-8 0,0 0 5 16,0 0-10-16,0 0 5 0,0 0 0 0,0 0 0 15,0 0 0-15,0 0-13 0,0 0 9 0,0 0-5 16,0 0 5-16,0 0 4 0,0 0-9 0,0 0-4 16,0 0 1-16,0 0 11 0,0 0 1 15,0 0 8-15,0 14 5 0,0-14-13 0,0 0 0 16,0 16 4-16,0-16-9 0,0 14 5 0,0-6 4 16,0 1-5-16,0 0 1 0,0 1-9 0,0 0 13 15,0 0-9-15,0 1 9 0,0 2 14 0,0-1-23 16,0-3 9-16,0 1-8 0,0 0 4 0,0 0-9 15,0 1 14-15,0-2-4 0,0 0-6 0,0 1 10 16,11 1-13-16,-11-2 17 0,0 1-18 0,0-1 10 16,0-1-1-16,6 1-9 0,-6-1 14 15,4-2-5-15,-4 1 0 0,3 0 0 0,0-1 4 0,-1 0-8 16,1-1 9-16,-1-1 4 0,1 0-9 16,0 0 0-16,0-1-9 0,2 0 5 0,-3 0 4 0,1-2 8 15,1 3 1-15,-1-2-14 0,-1-1 10 16,1 0-9-16,0 0-1 0,-2 0 19 0,3-1-14 15,0 0 8-15,-1 0 6 0,1 0-14 0,-1 0 4 16,0 0-8-16,1 0-1 0,0 0 1 0,1-18-10 16,0 18-4-16,0 0-18 0,-1-13-14 0,1 13-7 15,0-11-3-15,-1 11-24 0,0-12-22 0,1 5 9 16,-3 1 15-16</inkml:trace>
  <inkml:trace contextRef="#ctx0" brushRef="#br0" timeOffset="98641.74">6474 10840 1026 0,'1'0'17'0,"-1"0"1"16,0 0 14-16,0 0 0 0,0 0-13 0,0 0-2 16,0 0-17-16,0 0-4 0,0 0-5 0,0-14 0 15,0 14-18-15,0 0-50 0,0 0-51 0,0 0-42 16,0 0 7-16,0 0 5 0,0 0 2 0,0 0 43 15</inkml:trace>
  <inkml:trace contextRef="#ctx0" brushRef="#br0" timeOffset="99569.2">6632 11185 322 0,'0'0'10'0,"0"0"15"15,0 0 6-15,0 0 0 0,0 0-7 16,0 0-5-16,0 0-9 0,0 0-1 0,0 0-9 16,0 0-13-16,0 0 4 0,0 0 1 0,0 0 4 15,0 0 0-15,0 0 9 0,0 0-13 0,0 0 9 16,0 18 13-16,0-18 1 0,0 14 18 0,0-14 0 16,15 19-9-16,-15-8-9 0,0 0-5 0,0 0-10 15,0 1 5-15,0 0 4 0,0-2 8 0,0 1-4 16,0-2 0-16,0 3-13 0,0-3-4 0,0 1 0 15,0 0 0-15,0-3 13 0,0 1-5 0,0-1 0 16,0-1-8-16,0 0-5 0,7-1-21 0,-7 0-10 16,0-2-22-16,0 2-34 0,5-3-26 15,-5 1 2-15,3-1 27 0</inkml:trace>
  <inkml:trace contextRef="#ctx0" brushRef="#br0" timeOffset="100001.08">6873 11233 389 0,'2'0'4'16,"-2"0"10"-16,1 0-8 0,0 0 0 0,0 0-5 15,0 0-9-15,0 0 8 0,-1 0-6 0,1 0 6 16,2 0 5-16,0 0-5 0,0 0 9 15,3 0-4-15,-1 0 1 0,2 0 13 0,3 0-4 0,-1 0 17 16,1 0 0-16,3-13-13 0,-2 13 4 16,0 0-18-16,1-13-1 0,-1 13 1 0,-1 0-1 15,1-10 0-15,-2 10-4 0,0-7-5 0,1 7-4 16,-2-5 5-16,-1 5-5 0,0-3 9 0,1 1 0 16,0 0 1-16,-2 2 3 0,0-2-19 0,1 1-20 15,-2-1-31-15,1-2-39 0,-1 1-21 0,-1-2 20 16</inkml:trace>
  <inkml:trace contextRef="#ctx0" brushRef="#br0" timeOffset="100652.87">7350 10924 438 0,'0'-6'5'0,"2"2"14"0,-2-2 5 15,2 1 4-15,0-1-5 0,0-1-17 0,1 1 7 16,0 0-7-16,-1 0 7 0,0 2 8 15,0 0-12-15,0 1 3 0,-1 0-3 0,0 2-13 16,0 1 4-16,-1 0-4 0,2 0-4 0,-2 0 8 16,0 0-4-16,0 0-1 0,0 0 5 0,0 0-4 15,0 0 4-15,0 0 4 0,0 0 0 0,0 16 4 16,0-16-4-16,0 0-4 0,0 16 4 0,0-16 0 16,0 17 0-16,14-6 4 0,-14 0-8 0,0 1 4 15,0 3-5-15,0 0 6 0,0 2-1 0,10 1-5 16,-10 0 15-16,0 0-5 0,0-1 17 0,0 0 1 15,0-3-4-15,0 1 16 0,0 0-17 0,0-2 5 16,0-1 5-16,0 0-27 0,0-1 0 0,0 0-5 16,0 1-11-16,0-4 16 0,0 1 9 15,0-2-4-15,0-1 5 0,14 0-5 0,-14-1-15 16,0-1 15-16,0 0-10 0,12 0 5 0,-12 0 5 16,7-1 0-16,-7 1 0 0,11-1-1 0,-6 1-3 15,1-2-1-15,0 1 4 0,1-1 1 0,0-1-25 16,0-1-53-16,1 0-41 0,-1 0-38 0,2 0-3 15,-1 0-17-15,1 0 25 0,4-19 34 0</inkml:trace>
  <inkml:trace contextRef="#ctx0" brushRef="#br0" timeOffset="101121.18">7781 11064 614 0,'1'0'-5'0,"1"0"5"0,0 0-4 15,2 0 0-15,-1-15 13 0,0 15-4 0,1 0 0 16,0 0 0-16,2 0-10 0,-1 0 1 0,2 0 4 15,-2 0 4-15,2 0-4 0,2 0-5 16,-3 0 10-16,2 0-6 0,-1 0-8 0,2 0 13 16,-4 19-9-16,2-19 5 0,-2 16 18 0,0-16-4 15,0 14 1-15,-2-14 11 0,-1 14 18 0,0-14 6 16,-1 14 1-16,-1-6-1 0,0 0-17 0,0 1-7 16,0 1-1-16,0 0-10 0,0-1 4 0,0 1-5 15,0 0-5-15,0-1-5 0,0 0 5 0,-14-1-9 16,14-1 0-16,0-1 9 0,0-1-14 0,0 0 0 15,0-1 15-15,0-2-5 0,0-1 5 0,0 0 0 16,0 0 13-16,0 0-9 0,0-1 1 16,18 0 18-16,-18 0-23 0,0 0 5 0,14 0-5 15,-14 0-1-15,16 0 0 0,-7 0-1 0,0 0-12 16,1-15-3-16,-1 15-34 0,0 0-37 0,1 0-31 16,-1-14-47-16,-1 14 13 0,-1 0 7 0,1-8 11 15,-2 8-12-15,-2 0 15 0,1-7 31 0</inkml:trace>
  <inkml:trace contextRef="#ctx0" brushRef="#br0" timeOffset="103344.3">6416 11625 132 0,'0'0'-4'0,"0"0"2"0,0 0 2 0,0 0 4 16,0 0 0-16,0 0-5 0,-12 0 6 0,12 0-5 15,0 0 3-15,0 0 1 0,0 0-7 16,0 0 7-16,0 0-8 0,-5 0 18 0,5 0 12 15,0 0-8-15,0 0 28 0,0 0-16 0,0 0-1 16,0 0 15-16,0 0-16 0,0 0 3 0,0 0 4 16,0 11-12-16,0-11-1 0,0 0 0 0,0 0-17 15,0 0 0-15,0 0-5 0,0 0 4 0,0 0 0 16,0 0 0-16,0 0-4 0,0 0-4 0,0 0 0 16,0 0 0-16,0 0 12 0,0 0 0 0,0 0-11 15,0 0 11-15,0 0-16 0,0 0 4 16,0 0 16-16,0 0-15 0,0 0 16 0,0 0 4 0,0 0 0 15,0 0 0-15,0 0 4 0,0 0-4 16,0 0 10-16,0 0 14 0,0 0-12 0,0 0 0 16,0 0-4-16,0 0-10 0,0 0 5 0,0 0-10 15,0 0-5-15,0 0-5 0,0 0 4 0,0 0 1 16,0 0-5-16,0 0 10 0,0 0-15 0,0 0 10 16,0 0-5-16,0 0 0 0,0 0-1 0,0 0-9 15,0 0 10-15,0 0-5 0,0 0-4 0,0 0 14 16,0 0-10-16,0 0 10 0,0 0-1 0,0 0-4 15,0 0 10-15,0 0-10 0,0 0 5 0,0 0 0 16,0 0 0-16,0 0-1 0,0 0 11 0,0 0-10 16,0 0-5-16,0 0 14 0,14 0-10 0,-14 0 1 15,0 0 4-15,0 0-8 0,13 0-5 16,-13 0 13-16,0 0-13 0,9 0-1 0,-9 0 15 16,8 0-14-16,-3 0 13 0,2 0-4 0,-2 0 27 15,1 0 18-15,1 0 5 0,1 0 15 0,2 0-30 16,0 0-6-16,-3 0-10 0,5 0-16 0,-2 0 3 15,0 0-5-15,0 0-1 0,-1 0-1 0,-1 0-4 16,1 0 2-16,-1 0-7 0,1 0 5 0,-2 0 0 16,3 0-3-16,-1 0 6 0,-1 0-3 0,1 0 0 15,-1 0-1-15,1 0 2 0,-1 0 1 0,2 0 1 16,-3 0-7-16,2 0 11 0,-1 0-4 16,1 0-6-16,-1 0 10 0,1-7-11 0,-2 7 0 0,3 0 8 15,-3 0-3-15,0 0-8 0,0 0 8 0,-1 0-2 16,1 0 0-16,-2 0 5 0,2 0-9 15,-2 0 2-15,2 0 0 0,1 0 2 0,1 0 8 16,-1 0-3-16,1 0 0 0,1 0 4 0,0 0-15 16,2 0 2-16,1 0 5 0,0 0-3 0,-2 0 7 15,0 0 1-15,3 0-8 0,-3 0 0 0,1 0 7 16,-2 0-3-16,0 0 3 0,0 0-2 0,-1 0-2 16,2 0 4-16,-1 0 3 0,-1 0-4 0,2 0 1 15,-2 0-4-15,2 0-4 0,-2 0 4 16,1 0 0-16,0 0 0 0,-1 0 2 0,0 0 4 0,1 0-6 15,-2 0 0-15,-1 0 3 0,0-10-9 16,1 10 10-16,-2 0 0 0,-1 0 0 0,0 0-1 16,0 0 2-16,1 0-6 0,-2 0-6 0,-1 0 10 15,3 0-10-15,-1 0 7 0,0 0 3 0,0 0-6 16,1 0 5-16,-1 0-2 0,1 0 1 0,-1 0-2 16,0 0-2-16,2 0 3 0,-1 0 0 0,-1 0 1 15,0 0 7-15,1 0-7 0,-2 0 2 0,2 0 0 16,-1 0-3-16,1 0 4 0,0 0 1 0,-1 0-7 15,1 0 2-15,1 0 4 0,-1 0-7 0,1 0 9 16,1 0-6-16,1 0 1 0,-1 0 2 0,1 0 1 16,-2 0-3-16,4 0-9 0,-3 0 15 15,0 0-4-15,2 0-3 0,-3 0 11 0,3 0-11 16,-3-12 4-16,3 12 8 0,-2 0-8 0,1 0-4 16,0 0 1-16,-1-8 4 0,0 8-2 0,-1 0 1 15,2-6-5-15,0 6 1 0,-1-4 3 0,0 1 0 16,2 0 4-16,-1 2-10 0,0-1 0 0,2-1-1 15,-2 1 0-15,0 0 4 0,-1 2 0 0,2-2-7 16,-4-1 7-16,2 3 1 0,0-3-4 0,-1 3 12 16,0-1-9-16,2 0 6 0,2-2 0 0,-1 1-4 15,3 1 2-15,0-1-8 0,2 0 8 0,1 0-5 16,0-1-6-16,-1 1 10 0,0-1-4 0,-1 2 5 16,-2-1 5-16,1 0-15 0,-3 0 5 0,1 1 4 15,0-1-5-15,-2 1 8 0,0-1-3 16,1 1-9-16,-2 0 6 0,0-1-2 0,-1 2 0 15,2-1 9-15,-2 0-7 0,0 0 10 0,-1-1-4 16,1 0-7-16,-2 2 4 0,-1-1 4 0,1 0-2 16,-2 0-1-16,1 0 0 0,-2 0-8 0,-1 1 5 15,-1 0-5-15,2 0-46 0,-2 0-86 0,0 0-77 16,0 0-42-16,0 0-11 0,0 0 35 16,0 0 74-16</inkml:trace>
  <inkml:trace contextRef="#ctx0" brushRef="#br0" timeOffset="104447.71">6494 11911 233 0,'2'0'17'16,"0"-1"6"-16,-1 0 11 0,1 0 6 0,-2-1-7 16,2 0-5-16,-2 1 3 0,2 0-5 0,-2 0-5 15,0-1-1-15,0 2-10 0,0-1 5 0,0 1-4 16,0 0 3-16,0 0-4 0,0 0 0 0,0 0 4 15,0 0-5-15,0 0 5 0,0 0 1 0,0 0-11 16,0 0 1-16,0 0 0 0,0 0-14 0,0 0 9 16,0 0 5-16,0 0-24 0,0 0 24 0,0 0-10 15,0 0 0-15,0 0 10 0,0 0-5 0,0 13 10 16,0-13-10-16,0 11 10 0,0-11-10 0,0 17-4 16,0-6 0-16,0 3 4 0,-15-3-4 0,15 3 4 15,0-1 1-15,0 1-1 0,-11-2-4 16,11 0 1-16,0-1 12 0,0 2 4 0,-6-2 8 15,6 0 6-15,0 1-8 0,0-1-3 0,0 1 4 16,0-1-14-16,0 0 4 0,0 0-10 0,0-1 5 16,0 0-5-16,0-2 5 0,0 0 5 0,0 0-10 15,16-1 10-15,-16-2-1 0,0 0-4 0,14-1 6 16,-14-1 4-16,10 0 1 0,-10 1 13 0,12-4 1 16,-6 1 4-16,1 1-5 0,2-2-1 15,0 0-4-15,0 0-10 0,2 0-5 0,-1 0-8 0,-1 0 8 16,1 0-4-16,0 0 0 0,-2 0 0 15,-2 0-9-15,1 0 13 0,-1 0 4 0,-2-14-8 16,0 14-4-16,-1 0-33 0,1 0-34 0,-2-8-28 16,1 8-18-16,-2 0 2 0,1-9 3 0,0 5 3 15,0-2-22-15,-2 1-8 0,0-1 28 0</inkml:trace>
  <inkml:trace contextRef="#ctx0" brushRef="#br0" timeOffset="104740.75">6375 12082 433 0,'-3'0'0'0,"3"0"5"0,-2 0 1 0,2 0 4 15,0 0-5-15,0 0-8 0,0 0-2 0,0 0 0 16,0 0 1-16,0 0 3 0,0 0 2 0,0 0-9 15,18 0 12-15,-18 0 0 0,16 0 1 0,-16 0 9 16,22 0-9-16,-8 0 6 0,1 0 11 0,-3 0-4 16,3 0 0-16,1 0-1 0,-1 0-8 0,-2 0-8 15,0 0 3-15,0 0 0 0,-2 0 1 16,-1-14 3-16,0 14 1 0,-2 0-9 0,1 0-5 0,1 0-4 16,-3-12-28-16,2 12-27 0,-1-8-53 0,0 8-20 15,-1-9 24-15</inkml:trace>
  <inkml:trace contextRef="#ctx0" brushRef="#br0" timeOffset="105070.11">6926 12041 301 0,'3'3'32'0,"-2"0"15"15,0 0 37-15,-1-2 5 0,0 2-24 0,0-1-16 16,0 2-35-16,0 0-5 0,0 1-14 0,0 2 5 16,0 2 0-16,0-2 0 0,0 3 10 0,0 2-10 15,0-1-4-15,0 3 9 0,0-1-15 0,0 1 10 16,0 0 10-16,0 0-15 0,0 2 5 0,0-3 0 15,0 1 0-15,0-1 0 0,0-1 9 0,0-1-9 16,11-1-9-16,-11-3-8 0,0 0-27 0,0-3-8 16,7 2-15-16,-7-5-11 0,0 2-35 15,3-3-7-15,0 0 18 0</inkml:trace>
  <inkml:trace contextRef="#ctx0" brushRef="#br0" timeOffset="105476.55">7151 12123 362 0,'0'0'11'16,"0"0"22"-16,0 0 14 0,0 0 14 0,0 0-3 15,0 0-10-15,0 0 3 0,0 0-9 0,0 0-8 16,0 0-13-16,0 0-21 0,0 0 0 0,12 0 11 16,-12 0-6-16,0 0-5 0,11 0 10 0,-11 0 0 15,10 0 0-15,-2 0 21 0,0 0-1 16,1 0 1-16,0 0 9 0,4 0-5 0,-3 0-5 0,1 0-10 15,1 0-4-15,-1 0 6 0,1 0-8 16,-1 0 5-16,-2-9 0 0,1 9-14 0,-1 0 1 16,-1 0 8-16,0-5-4 0,2 5 0 0,-3-5 4 15,0 3-15-15,0 0-8 0,1 0-53 0,-3 1-47 16,-1 0-37-16,1-2-11 0,-2 1 13 0,-1 1-1 16,-1-2-5-16,0 1 22 0</inkml:trace>
  <inkml:trace contextRef="#ctx0" brushRef="#br0" timeOffset="105976.31">7615 11873 595 0,'1'-2'14'0,"-1"2"39"0,0-2 32 15,0-1 52-15,0 1-6 0,0 2-32 0,0-3-38 16,0 3-42-16,0-1-14 0,0 1 0 0,0 0-6 16,0 0-3-16,0 0-1 0,0 0-8 15,0 0 13-15,0 0-13 0,0 0 14 0,0 18-7 16,0-18-1-16,0 0 3 0,-17 16-9 0,17-16 5 15,0 17 11-15,0-17 8 0,-12 18-4 0,12-8 8 16,0-1-13-16,0 3 5 0,-9 0 9 0,9 1-4 16,0-2 4-16,-5 2-13 0,5-1 4 0,-3 1-1 15,3-1-7-15,0 0 11 0,-2-1-11 0,2 2 7 16,0-1-3-16,0-1-5 0,0 0 4 0,0 0-2 16,0-1 2-16,0 0-2 0,0-1 9 15,17-1-10-15,-17 0 8 0,0-2 0 0,0-1-3 16,17 0 7-16,-17-2-5 0,0-1 3 0,9 1-4 0,-9-1 0 15,0-2 12-15,8 0-12 0,-2 2 0 0,-3-2 4 16,1 0-2-16,0 0 11 0,1 0-10 16,1 0-17-16,-1 0-43 0,1 0-41 0,0 0-25 15,-2 0-23-15,1 0 9 0,0 0 14 0,0 0 22 16,1 0 8-16,-1 0 10 0,2-17 0 0,-3 17-37 16,0 0 10-16,-1-12 19 0</inkml:trace>
  <inkml:trace contextRef="#ctx0" brushRef="#br0" timeOffset="106276.15">7454 12024 616 0,'-6'0'5'0,"0"0"19"16,0 0 33-16,2 0 11 0,4 0 1 0,-3 0-14 16,1 0-38-16,2 0-6 0,0 0-12 0,0 0-9 15,0 0 4-15,0 0 0 0,0 0 6 0,0-12-5 16,22 12 10-16,-22 0-5 0,16 0 5 0,-16 0 1 16,24 0-1-16,-11 0-11 0,2 0 1 0,1 0 0 15,-3 0-22-15,4 0-22 0,-4 0-24 16,-1 0-4-16,-1 0-23 0,-1 0 2 0,0 0-45 15,0 0 3-15,-4 0 34 0</inkml:trace>
  <inkml:trace contextRef="#ctx0" brushRef="#br0" timeOffset="107920.5">7921 12140 329 0,'0'0'17'0,"0"0"15"0,0-8 14 0,0 8 5 15,0 0-13-15,0-3-10 0,0 3-18 0,0-4 8 0,0 3-10 16,0 0 1-16,0 0 4 0,0 0-17 16,0 1 8-16,0 0-8 0,0 0 0 0,0 0 4 15,0 0-5-15,0 0-3 0,0 0 3 0,0 0 1 16,0 0 0-16,0 0 8 0,0 0 1 0,19 14-1 15,-19-14 0-15,13 0 5 0,-13 12-21 0,19-12 8 16,-11 8 0-16,0-8-4 0,1 9 16 0,-2-4-4 16,0-1-4-16,-1 1 4 0,-1-1 0 0,0 0-8 15,-1 0 9-15,-2 0-1 0,0 0-4 0,-2 2 9 16,1-2 4-16,-1-1 4 0,0 1 18 0,0 2 6 16,0-1-2-16,0 1 5 0,0-2 1 15,0 0 0-15,0 2 9 0,0-3-10 0,0 0-11 16,0 0 0-16,0-2-23 0,0 1-10 0,0-1 5 15,0 0-9-15,0 0 13 0,0 1-5 0,-11 0-4 16,11 0 0-16,0 0-4 0,0 1 8 0,0 0-8 16,0 0 4-16,0 0 0 0,0 0 0 0,0-1 4 15,0 1-5-15,0-1-4 0,0-2 1 0,0 2 1 16,0-1-2-16,0-1 10 0,0 0 4 0,0 0 4 16,13 0-3-16,-13 0-1 0,12 0 1 0,-12 0-1 15,18 0 8-15,-8 0-8 0,1 0-9 0,-1-14 9 16,1 14-8-16,-1 0-5 0,0 0-15 0,-3-12-50 15,0 12-33-15,0 0-18 0,-2-10-12 0,-1 10 15 16,0-8-7-16,0 4-36 0,-1-3 30 16</inkml:trace>
  <inkml:trace contextRef="#ctx0" brushRef="#br0" timeOffset="108706.14">8496 11455 454 0,'-16'0'13'0,"16"0"17"0,0 0 34 0,0 0 40 15,0 0 10-15,0 0 6 0,0 0-13 0,0 0-26 16,0 0-27-16,0 0-15 0,0 0-22 16,0 0-16-16,0 0 2 0,0 0-14 0,0 0-11 0,0 0 9 15,0 0-8-15,14 0 11 0,-14 0 14 16,0 0-13-16,0 0 14 0,11 0 0 0,-11 0-4 16,12 0 11-16,-5 0-4 0,2 0-4 0,2 0 8 15,2 14 0-15,1-14 1 0,1 0-1 0,-1 0-8 16,2 0 1-16,0 0-5 0,0 0 8 0,-3 0-2 15,0 0-6-15,-2 0 1 0,-2 0-4 0,2 0 10 16,-6-14-5-16,0 14 10 0,-1 0-11 0,0 0-9 16,-2 0-46-16,0 0-63 0,-2 0-39 0,0 0-42 15,0 0 12-15,0 0-3 0,0 0 37 0,0 0 43 16</inkml:trace>
  <inkml:trace contextRef="#ctx0" brushRef="#br0" timeOffset="108915.86">8477 11600 519 0,'0'2'9'0,"0"0"29"15,0 0 30-15,0-2 5 0,0 0-9 0,0 0-20 16,21 0-34-16,-21 0-5 0,15 0 4 0,-15 0-14 16,24-14 10-16,-24 14-5 0,23 0-14 0,-11 0 14 15,2 0-9-15,-2 0 9 0,1 0 19 0,1 0-18 16,-1 0 3-16,0 0-34 0,-1 0-35 15,1 0-9-15,-1 0-25 0,-1 0 7 0,0 0 2 16,-1 0-20-16,-2 0 1 0,0 0 24 0</inkml:trace>
  <inkml:trace contextRef="#ctx0" brushRef="#br0" timeOffset="109864.91">9027 10901 428 0,'0'0'13'0,"3"-1"14"15,-3 0 4-15,1-2 14 0,-1 0-6 16,0 1-8-16,1 0 3 0,-1-1-8 0,0 1 2 16,0 0-15-16,0 0-2 0,0 1-11 0,0 0-10 15,0 1 10-15,0 0 0 0,0 0-6 0,0 0 1 16,0 0 5-16,0 0-10 0,0 0 10 0,0 0 0 15,0 0-10-15,0 0 10 0,0 0-4 0,0 0 4 16,0 14 0-16,0-14 0 0,0 0 0 0,0 14-4 16,0-14 4-16,0 12 0 0,0-4 4 0,0 1-8 15,0 0 4-15,0 2-4 0,0 1 4 0,0-1 8 16,0 1 2-16,0 1-6 0,0 1-4 16,0 0-5-16,0 1 0 0,0-1-4 0,0-2 4 0,13 0 10 15,-13 1-5-15,0-1 4 0,7-2 1 16,-7 0 6-16,5-2 0 0,-5 1-6 0,7 0-5 15,-3-1-6-15,2 0-5 0,-1-3 22 0,2 2-5 16,-1-1-1-16,-1-2 11 0,3 0-10 0,-1-1-1 16,-2-1 11-16,2 1-5 0,-1-1 0 0,0-1 0 15,0 0-16-15,1-1 5 0,0 0-5 0,2 0 5 16,-2 0 11-16,1 0-10 0,-1 0-24 0,3 0-26 16,-3-16-44-16,-1 16-26 0,1 0-13 0,-1-15-13 15,2 15 32-15</inkml:trace>
  <inkml:trace contextRef="#ctx0" brushRef="#br0" timeOffset="110128.38">9087 10740 1502 0,'0'0'-4'0,"0"0"2"0,0 0 5 0,0 0-8 15,10 0 8-15,-10-19-8 0,9 19-2 16,-9 0 3-16,9-18 0 0,-3 18 3 0,0 0-13 16,0-11-7-16,0 11-57 0,1 0-53 0,0 0-49 15,0 0-35-15,3 0 23 0,-1 0 11 0,-1 0 3 16,3 0 47-16</inkml:trace>
  <inkml:trace contextRef="#ctx0" brushRef="#br0" timeOffset="110742.76">9374 11137 386 0,'0'1'4'0,"-18"-1"8"16,18 0 1-16,0 0-5 0,0 0 1 0,0 0-13 15,0 0 7-15,0 0 5 0,18-16-8 0,-18 16 18 16,0 0-6-16,24 0 4 0,-24 0 5 0,20-9-6 16,-8 9 0-16,0 0 4 0,0 0-4 0,0-5-10 15,1 5 4-15,-2 0-13 0,2 0-1 0,-2 0 0 16,-1 0 0-16,-1 0 10 0,-2 0 0 15,-1 0 1-15,-1 0-10 0,-1 0 0 0,-2 16 14 16,-1-16 0-16,-1 0 8 0,0 18-8 0,0-18-14 0,0 16 4 16,0-16-8-16,0 18 12 0,0-9 1 15,0 3 4-15,-19 0 5 0,19 1-14 0,0-1 5 16,-18 1-5-16,18 1-4 0,-15-1 8 0,15-1 1 16,-14 0-9-16,14-2 12 0,-11 0-12 0,11-2 0 15,-7-1 13-15,7 0-14 0,-3 0 14 0,3-4-9 16,0 1 0-16,0-1 4 0,0-1-4 0,0 0 9 15,0-1-5-15,0 1-4 0,0-2 14 0,0 0 6 16,15 0-10-16,-15 0 10 0,0 0-15 0,13 0 5 16,-13 0-5-16,17 0-10 0,-9 0 10 0,2 0-14 15,0 0 14-15,-1 0 0 0,0 0-5 0,0 0 5 16,-1-14-5-16,0 14-15 0,0 0-31 0,-3-10-27 16,3 10-19-16,-3-10-18 0,2 10-34 0,-1-12 23 15,0 5 20-15</inkml:trace>
  <inkml:trace contextRef="#ctx0" brushRef="#br0" timeOffset="111041.23">9838 11134 559 0,'3'0'32'0,"-1"0"30"16,0 0 16-16,1 0 5 0,-1 0-37 0,2 0-29 15,-1 0-11-15,3 0 0 0,-1 0 1 0,2 0-1 16,0 0-6-16,0-14-4 0,0 14 13 0,3 0-2 16,-1 0-2-16,0 0-6 0,2 0-9 0,-2 0 10 15,1 0 1-15,0 0 5 0,-2 0-2 0,-2 0 0 16,3 0-10-16,-6 0-5 0,2 0-29 15,-1 0-26-15,-1 0-14 0,0 0-24 0,0 0-17 16,0 0-21-16,-1 0-2 0,2 0 30 0</inkml:trace>
  <inkml:trace contextRef="#ctx0" brushRef="#br0" timeOffset="111632.67">10365 10826 488 0,'0'-1'29'16,"0"-2"22"-16,0 0 34 0,0 1 25 0,0 0-11 15,0-1-25-15,0 1-27 0,0 0-15 0,0-1-23 16,0 1 14-16,0-1-2 0,0 3-12 0,0-1 0 15,0 1-9-15,0-1-4 0,0 1-9 0,0 0 8 16,0 0-4-16,0 0 0 0,0 0 9 16,0 0 0-16,0 0 4 0,0 0 5 0,0 0 5 15,0 17 4-15,0-17-10 0,0 12 2 0,0-12 1 16,0 18-9-16,0-8 21 0,0 0-17 0,0 1 13 16,-14 0-8-16,14 0-5 0,0-1 17 0,0 0-16 15,0 0 16-15,0 0 2 0,0-1-9 0,0 1 11 16,0-3-4-16,0 1-9 0,0 0 2 0,0 0-1 15,0 1-12-15,0 0 12 0,18 0-8 0,-18-1-8 16,0 2 10-16,16 0-7 0,-16 0 7 0,14 0-1 16,-7-1 1-16,1-1-3 0,1 1 2 0,0-4-5 15,0 1 5-15,-1-3 5 0,1 0-6 16,0-2 4-16,-1-1 3 0,1 0-6 0,1 0-5 16,-2 0-14-16,1 0-60 0,-1-21-56 0,-1 21-49 15,0 0-28-15,0-16 10 0,-2 16 19 0,1-12 7 16,0 12 10-16,-1-14 38 0</inkml:trace>
  <inkml:trace contextRef="#ctx0" brushRef="#br0" timeOffset="111908.86">10467 10597 711 0,'0'-5'0'0,"0"-2"5"0,0 1 0 0,0 1 5 15,12-2 0-15,-12 2-21 0,0 1 6 0,5 1-10 16,-5 3-4-16,0 0 2 0,7 0-31 0,-7 0-29 15,3 0-25-15,-1 0-19 0,1 21-9 16,0-21 35-16</inkml:trace>
  <inkml:trace contextRef="#ctx0" brushRef="#br0" timeOffset="112371.64">10747 11080 502 0,'0'0'19'0,"0"0"34"0,0-15 39 0,0 15 16 16,0 0-19-16,0-14-24 0,0 14-34 0,0 0-6 15,0 0-5-15,0-9-10 0,0 9 0 0,11 0-10 16,-11 0-5-16,0 0-5 0,0 0-4 0,0 0-7 15,0 0 11-15,0 0 10 0,0 0-4 0,0 0 16 16,0 18-5-16,0-18 1 0,0 15-1 0,0-15-11 16,0 17 13-16,0-5-16 0,0 1 9 0,15 1-1 15,-15 2 0-15,0 1 7 0,10-1 3 0,-10 4-3 16,9 0-10-16,-9-1 0 0,12-1-12 0,-6 0-13 16,0-1-34-16,0-2-38 0,1 0-22 0,0-4-19 15,-1 1 3-15,-3-3-14 0,1-1 27 0</inkml:trace>
  <inkml:trace contextRef="#ctx0" brushRef="#br0" timeOffset="114039.88">9142 11652 132 0,'0'0'14'0,"-1"0"5"0,1 0 9 16,0 0 5-16,0 0-4 0,0 0 3 0,0 0-8 16,0 0 1-16,0 0-6 0,0 0-4 0,0 0 16 15,0 0-5-15,0 0 4 0,0 0-9 0,0 0-12 16,0 0 5-16,0 0-9 0,0 0 8 15,0 0-8-15,0 0 4 0,0 0-5 0,0 0-4 16,0 0 5-16,0 0-13 0,0 0 16 0,0 0-4 16,0 0 0-16,0 0 4 0,0 0-12 0,0 0 4 15,0 0 8-15,0 0-3 0,0 0 3 0,0 0 5 16,0 0-4-16,14 0 4 0,-14 0 8 0,0 0 0 16,17 0-4-16,-9 0 10 0,1 0-3 0,2 0-8 15,2 0 4-15,0 0 5 0,0 0-6 0,2 0 6 16,-1 0-15-16,0 0 0 0,3 0-10 0,-3 0 5 15,1 0 9-15,0 0-4 0,0 0 0 0,1 0-10 16,3 0 5-16,1 0-10 0,-3-9 10 0,4 9-5 16,0 0-4-16,-1-5 4 0,3 5-10 0,-1-4 24 15,-1 2 0-15,1-1-19 0,0 2 18 0,-4-1-18 16,1 0 10-16,0 1 13 0,-3 0-13 16,0 1 5-16,-2-1-5 0,1 1 4 0,-1 0 0 15,1 0 4-15,-1 0-3 0,0 0-5 0,1 0 5 16,-1 0 0-16,3-2 17 0,-1 1 8 0,1 0-4 15,1 0 7-15,-2-1-12 0,3 0 0 0,-3 0-1 16,1 0-4-16,0-1 0 0,0 1-5 0,0-1 8 16,1 1-21-16,-2 0 9 0,-1-1-11 0,1 2-1 15,-2-2 8-15,3 1-8 0,-2 0 4 16,-2 0-3-16,-1 1 6 0,0-1-5 0,0 0 5 16,-1 1-5-16,0 0-1 0,0 1-3 0,-3-1-2 15,2 1 1-15,3 0 4 0,-2 0-1 0,-1 0 0 16,1 0 3-16,0 0-11 0,2 0 13 0,-3 0 2 15,1 0-3-15,1 0 12 0,-1 0-13 0,1 0 8 16,2 0-4-16,-1 0 7 0,1 0 4 0,0 0-8 16,3 0 6-16,-1 0-13 0,0 0-1 0,1 0-4 15,-1 0 0-15,1 0 2 0,-1 0 0 0,0 0-1 16,2 0-1-16,-3 0 6 0,3 0 9 0,-2 0 8 16,0 0 20-16,1 0 4 0,-3 0 8 0,3 0 5 15,-5 0-7-15,1 0-2 0,2 0-15 0,-4 0-11 16,3 0-5-16,-3 0-9 0,0 0-3 15,1 0 3-15,-1 0-7 0,0 0 1 0,-1 0 4 0,1 0-9 16,0 0 1-16,0 0-3 0,-1 0 0 16,3 0 5-16,-3 0-3 0,-2 0 4 0,0 0 3 15,-2 0-3-15,0 0 1 0,-1 0-2 0,0 0-1 16,-1 0 2-16,1 0 2 0,-2 0 2 0,3 0 2 16,-1 0-1-16,0 0 0 0,0 0-5 0,3 0-4 15,-3 0 2-15,2 0-5 0,0 0 6 0,-2 0-2 16,1 0-5-16,0 0-40 0,-1 0-60 0,0 0-63 15,0 0-77-15,-3 0-18 0,-2 0 5 0,0 0-7 16,0 0 34-16,0 0 64 0</inkml:trace>
  <inkml:trace contextRef="#ctx0" brushRef="#br0" timeOffset="115520.73">9369 11967 223 0,'0'0'14'0,"0"-7"20"0,0 7 16 16,0-7 10-16,0 7-4 0,0-6-15 0,0 2-7 16,0 1 9-16,0-1 0 0,0 1 15 0,0 0 8 15,0-1-2-15,0 0-8 0,0 0-11 0,0 1 0 16,0 1 4-16,0 0 17 0,0 0 13 0,0 1-9 15,0 0-16-15,0 0-17 0,0 1-23 0,0 0 0 16,0 0-8-16,0 0 2 0,0 0-3 0,0 0-14 16,0 0-1-16,0 0-8 0,0 0 8 0,0 0-1 15,0 0-4-15,0 0 17 0,0 0-6 0,0 0 2 16,0 20 8-16,-15-20-13 0,15 20 3 0,0-20 1 16,-12 23-1-16,12-10-4 0,-7 1-2 0,7 0 6 15,0 0 2-15,-4 1 9 0,4 1-10 0,0 0 7 16,0-1-2-16,0 1-9 0,0 0 9 15,0 0-7-15,0-1 5 0,0 0-1 0,0-3 7 16,0 2-10-16,20-3 8 0,-20 2 4 0,12-4-7 16,-12 0 6-16,13 0-7 0,-2-2 5 0,-11 1 0 15,16-3 0-15,-6 0 5 0,-3 0-5 0,0-3-1 16,0 1 9-16,1-2-10 0,-3 0 9 0,0-1 0 16,2 0-11-16,-2 0 10 0,4 0-16 0,-3 0-19 15,2 0-49-15,1 0-50 0,0 0-36 0,2 0-9 16,-2-17 29-16,2 17 17 0,-1 0 2 0,2-17-19 15,-2 17 22-15</inkml:trace>
  <inkml:trace contextRef="#ctx0" brushRef="#br0" timeOffset="115821.12">9182 12119 588 0,'-4'0'8'0,"1"0"5"16,1 0 12-16,1-17 17 0,1 17 6 0,0-15-8 16,0 15-14-16,0-14-16 0,25 14-20 0,-25-13 0 0,16 13 5 15,-16-13 5-15,23 13-5 0,-10-9 10 0,1 9 1 16,-3-8-12-16,2 8 12 0,0-4-1 15,2 4-5-15,0-2 5 0,-2 1-5 0,2 1-5 16,-1-1 5-16,2 1-5 0,-2 0-5 0,0-1-21 16,-3-1-22-16,0 2-23 0,0-2-20 0,-3 0-38 15,-1 0-12-15,1-2 28 0</inkml:trace>
  <inkml:trace contextRef="#ctx0" brushRef="#br0" timeOffset="116309.01">9719 12114 553 0,'7'0'4'0,"0"1"-4"15,-1-1 8-15,1 0 5 0,1 0 0 16,0 0 4-16,1 0-17 0,2 0 4 0,0-17-3 16,-1 17 3-16,0 0 0 0,-1 0-8 0,-2 0-5 15,0 0 5-15,0 0 12 0,-3 0-7 0,1 0 3 16,-3 0-4-16,1 0-4 0,-1 19 9 0,-2-19-5 15,0 0-4-15,0 20 4 0,0-20-4 0,0 16 13 16,0-8-1-16,-18 2-4 0,18-1 5 0,0 0-5 16,-18 0 14-16,18 0 0 0,-12-1-1 15,12 0 12-15,-10 1-14 0,10-2-5 0,0 0 5 16,-8-3-10-16,8 1-10 0,0-1 15 0,0 0-5 16,0-2-10-16,0 1 15 0,0 0-10 0,0-1-5 0,0 0 15 15,0 1-5-15,0-1-10 0,18 1 10 16,-18-1-10-16,0 0 5 0,11 0 15 0,-11 0-10 15,8 0 4-15,-8-1-4 0,9-1 5 0,-3 0-15 16,-1 0-24-16,0 0-32 0,1 0-43 0,-1 0-4 16,0 0-27-16,0 0-12 0,1 0 33 0</inkml:trace>
  <inkml:trace contextRef="#ctx0" brushRef="#br0" timeOffset="116618.29">10119 12085 532 0,'2'0'13'0,"-2"0"14"15,0 7 28-15,0-7 5 0,0 0-13 0,0 0-13 16,0 0-29-16,0 0 6 0,0 0-1 0,14 0 5 15,-14 0 1-15,0 0-6 0,11 0-5 0,-11 0 1 16,14 0-1-16,-7 0 0 0,2 0 0 0,2-12-9 16,-2 12 9-16,3 0-10 0,2 0 5 0,-2 0 5 15,0 0-9-15,-1 0 4 0,0 0 5 16,-1 0 0-16,-2 0-14 0,-1-7-23 0,0 7-32 16,-1 0-37-16,-2-2-4 0,0 2-5 0,0-3-30 15,-1 0 21-15,-1-1 19 0</inkml:trace>
  <inkml:trace contextRef="#ctx0" brushRef="#br0" timeOffset="117256.49">10708 11835 490 0,'4'-7'18'0,"-1"2"19"0,0-3 13 0,0 1 21 16,2 0-7-16,-2-2-9 0,3 2-8 0,-4-1-17 15,1 2 6-15,1 1-7 0,-2 0-3 0,-1 1 13 16,0 3-10-16,0-1-10 0,-1 2-1 0,0 0-21 15,0 0-7-15,0 0 5 0,0 0 5 0,0 0-1 16,0 0 2-16,0 0 0 0,0 0-1 0,0 15-2 16,0-15-5-16,0 14 13 0,0-14 2 15,0 17 13-15,-12-6 7 0,12 1-10 0,0 1-13 16,-11 1 1-16,11 0-3 0,-7 0 3 0,7 1 1 0,-7-1-1 16,7 1 0-16,-5-2-2 0,3 0 6 15,0-1-4-15,2 0 0 0,0-1-9 0,0-1-2 16,0 1 4-16,0-1 5 0,0-1 3 0,0-1 4 15,0 0-7-15,0 0 0 0,18-1-1 0,-18 0 2 16,0-3 11-16,17 0-4 0,-17 0-2 0,13-1-6 16,-13 1-4-16,14-4 4 0,-14 2 8 0,13-2 0 15,-6 0-7-15,0 0-3 0,4 0-12 0,-3 0-5 16,0 0-24-16,2 0-25 0,0 0-23 0,-2-21-26 16,0 21 5-16,0 0-11 0,-1-17 17 0,-2 17 11 15,1-11 2-15,-2 11 8 0,0-10-39 16,-2 10 16-16,-1-10 21 0</inkml:trace>
  <inkml:trace contextRef="#ctx0" brushRef="#br0" timeOffset="117557.11">10618 11926 690 0,'-2'0'0'0,"1"0"0"16,-1 0 11-16,0 0 7 0,2 0-12 16,0 0 11-16,0-13-22 0,0 13-1 0,0 0 12 15,0 0-29-15,0 0 17 0,0 0 1 0,0 0-1 16,16 0 11-16,-16 0 1 0,0 0-6 0,14 0 11 16,-14 0 6-16,13 0-11 0,-13 0-1 0,18 0-16 15,-9 0-6-15,1 0 11 0,2 0 1 0,-2 0 5 16,-1 0 11-16,1 0-11 0,2-8 0 0,-3 8 0 15,0 0-5-15,-1 0-1 0,0 0 6 0,-1 0 0 16,0 0-30-16,2-4-24 0,-4 4-37 0,1 0-38 16,1 0-20-16,-2 0 30 0</inkml:trace>
  <inkml:trace contextRef="#ctx0" brushRef="#br0" timeOffset="117837.06">11025 11961 260 0,'2'1'18'0,"-1"1"9"0,2-1 18 16,-3-1 2-16,0 1 0 0,1 0-3 0,-1 1-9 15,0 1 3-15,0-2-14 0,0 3-6 16,0 1-5-16,0-1-3 0,0 3-1 0,0 1-4 15,0 1 0-15,0 2-5 0,0 2-8 0,0 1 5 16,18-1 3-16,-18 5 0 0,15 0 0 0,-15-1 5 16,13 1-10-16,-13 1-11 0,13-1-6 0,-13-1-11 15,9 1-11-15,-9-4 8 0,8 0-15 0,-8-3-16 16,8 0-49-16,-8-5 9 0</inkml:trace>
  <inkml:trace contextRef="#ctx0" brushRef="#br0" timeOffset="121094.84">11778 11345 144 0,'-4'0'6'0,"0"0"5"16,1 13 4-16,1-13 5 0,0 0-6 0,2 0-4 16,0 0 12-16,0 0 1 0,0 0 4 0,0 0 8 15,0 0-16-15,0 0 9 0,0 0 3 16,0 0-9-16,0 0 7 0,0 0-12 0,0 0-8 15,0 0 4-15,0 0-4 0,0 0 8 0,0 0-1 16,0 0-7-16,0 0-5 0,0 0-7 0,0 0 7 16,0 0 17-16,0 0-9 0,0 0-4 0,0 0-4 15,0 0-8-15,0 0 4 0,0 0 12 0,0 0-4 16,0 0-12-16,0 0 12 0,0 0-12 0,0 0 0 16,0 0 8-16,-16 0-12 0,16 0 4 0,0 0-4 15,0 0 16-15,0 0-4 0,0 0 0 0,-9 0 4 16,9 0-16-16,0 0 8 0,-5 0 12 0,5-11-3 15,-4 11 3-15,2 0 8 0,0 0-1 0,2-7 3 16,-2 7 6-16,-2 0-4 0,1-4-4 16,1 4 9-16,2-1-14 0,-1-1-1 0,-1 2 6 15,0-1-5-15,2 1 14 0,0 0 4 0,0 0-5 16,0 0 5-16,0 0 3 0,0 0-8 0,0 0 12 16,0 0 0-16,0-2 3 0,0 2 1 0,0 0-3 15,0 0 7-15,0 0-9 0,0 0 3 0,0 0-5 16,0 0-13-16,0 0 4 0,0 0 2 0,0 0-16 15,0 0 6-15,0 0-8 0,0 0-1 0,0 0-4 16,0 0-6-16,0 0-2 0,0 0 3 0,0 0 8 16,0 0 0-16,0 0 0 0,0 0-5 15,0 0 1-15,0 0 2 0,0 0-3 0,0 0 1 16,0 0 3-16,0 0 1 0,0 0 1 0,0 0-6 16,0 0 4-16,0 0-14 0,0 0 9 0,0 0 2 15,14 0-6-15,-14 0 8 0,0 0-5 0,11 0-5 16,-3 0 0-16,4 0 0 0,1 0 0 0,3 0 8 15,0 0-1-15,4 0-5 0,-2 0-1 0,2 0-3 16,1 0 2-16,-1 0 8 0,2 0 0 0,-2-12-1 16,0 12 8-16,1 0 6 0,-3 0 7 0,-2-8 3 15,0 8-3-15,-4 0-6 0,-3-5-2 0,1 5 6 16,-4 0-9-16,-1 0 1 0,-3-2-1 16,1 2-8-16,-1 0 2 0,-2 0-4 0,0 0-1 0,1 0 6 15,-1 0 1-15,0 0-3 0,0-2-1 16,0 2-6-16,0 0-1 0,0 0 1 0,0 0 0 15,0 0-3-15,0 0-2 0,0 0 1 0,0 0 4 16,0 0 4-16,0 0 1 0,0 0-11 0,0 0-31 16,0 0-46-16,0 0-49 0,0 0-61 0,0 0-34 15,0 0-11-15,0 0 19 0,0 0 37 0,0 0 39 16,0 0 25-16,-15 0-13 0,15 0 12 0,0 0 23 16</inkml:trace>
  <inkml:trace contextRef="#ctx0" brushRef="#br0" timeOffset="121421.83">11758 11490 384 0,'-2'2'9'0,"0"-1"1"0,1 0 9 15,1-1 8-15,0 0-17 0,0 0 3 0,0 0-5 16,0 0-19-16,0 0 10 0,0 0 1 0,0 0-7 15,0 0 14-15,0 0 2 0,0 0-5 0,0 0 8 16,0 0 0-16,0 0 1 0,0 0 4 0,0 0-8 16,0 0 3-16,0 0-8 0,0 0-3 0,0 0 23 15,0 0 4-15,0 0 24 0,0 0 28 16,23 0 3-16,-23 0 2 0,15 0 11 0,-15 0-13 16,22 0-14-16,-11 0 13 0,1 0-29 0,7 0-9 15,-5 0-7-15,1 0-22 0,1 0-4 0,2 0-4 16,1 0-4-16,-2 0-3 0,1 0 4 0,-3 0 0 15,0 0-7-15,-2 0-8 0,-1 0-79 0,-1 0-95 16,-1 0-46-16,-3 0-46 0,0 0 12 0,-3 0 92 16</inkml:trace>
  <inkml:trace contextRef="#ctx0" brushRef="#br0" timeOffset="130811.43">12646 10786 138 0,'0'0'7'0,"0"0"6"0,0-1 12 16,0 1-3-16,0 0-12 0,0 0 4 0,0 0-6 15,0-2 1-15,0 2 8 0,0 0-5 0,0-1-7 16,0 0 3-16,0 1-7 0,0-1-4 0,0 1 4 16,0 0-1-16,0-1 1 0,0 1 7 0,0 0-4 15,0 0 1-15,0-1-4 0,0 1 0 16,0 0 4-16,0 0 0 0,0-2 20 0,0 2-8 0,0 0-3 16,0 0 7-16,0-1-19 0,0 0 4 15,0 1 3-15,0-1-8 0,15 0 9 0,-15 1-2 16,0-1 5-16,0 1 0 0,0-2-2 0,0 2-6 15,0 0-5-15,0 0 0 0,0 0-3 0,0 0 15 16,0 0-12-16,0 0 12 0,0 0-7 0,0 0-1 16,0-1 9-16,0 1-13 0,0 0 13 0,0-1-5 15,0 0 4-15,0 1 1 0,0-1 2 0,0 1-6 16,0-1-5-16,0 1 4 0,0-1-7 0,0 1 7 16,0-1 0-16,0 1 4 0,0 0 8 0,0-1-4 15,0 1 0-15,0 0-3 0,0-1-4 16,0 0 5-16,0 1 1 0,0-1 5 0,0 0 4 0,0 1-5 15,0-1 1-15,0 1-1 0,0-1 4 16,0 1-9-16,0 0 4 0,0 0-9 0,0-1-8 16,0 1 3-16,0 0-8 0,-9 0 8 0,9 0-3 15,0 0-1-15,-4 0 8 0,4 0-8 0,-4 0-9 16,1 0 13-16,0 0-17 0,1 0-5 0,2 0 13 16,-4 0-4-16,2 0 9 0,0 15 5 0,-2-15 4 15,3 0-13-15,-3 0 9 0,2 11-6 0,-5-11-3 16,4 8 9-16,-3-8-5 0,2 9 0 0,-1-3 5 15,1-1-5-15,-1 2-4 0,0-2 4 0,0 1-4 16,1 0 0-16,0 1-1 0,0-3 0 0,1 0 1 16,1 1 8-16,0-1-4 0,0 0 1 15,2-1-6-15,-5 1-4 0,5-1 9 0,0 0 0 16,0 0 10-16,0-1-6 0,0 1 1 0,0-1-5 16,0 1-8-16,0 1 3 0,0-2 1 0,0 2 4 15,0-1 4-15,0-1 6 0,0 3-14 0,0-3 18 16,0 1-9-16,16 1-19 0,-16-1 19 0,0-2-14 15,13 3 15-15,-13-2 13 0,12 1-4 0,-3-1-10 16,1 1-5-16,-2-3-10 0,3 2 1 0,0-2 19 16,2 0-6-16,-1 1 2 0,1-1 3 0,-4 0-13 15,2 0-5-15,3 0 13 0,-5 0 0 16,2 0-4-16,0 0 19 0,0 0-14 0,2 0-1 16,-1 0 5-16,3-13-14 0,-3 13 9 0,-1 0-8 15,0-12 8-15,1 12 0 0,-3 0-9 0,1-10 5 0,-2 10-10 16,1-7 6-16,-3 7 18 0,-2-4-4 15,1 4-5-15,-2-3 8 0,1 2-4 0,-3 0 1 16,0-1 8-16,-1 1-9 0,1-1-1 0,-1 1 1 16,2-1-5-16,-2 0 1 0,0-1-14 0,0 1 9 15,0-1-1-15,2 0 5 0,-2 1 4 0,2-1 0 16,-2-1-3-16,4 1-1 0,-4 0-8 0,0-1 4 16,1 1 0-16,-1 0-5 0,0-1 18 0,0 1-13 15,0-1 5-15,0 1 7 0,0-2-3 0,0 2-1 16,0-2 4-16,0 1-8 0,0 1-8 0,0-2 3 15,0 2 1-15,-16-1 0 0,16-1 0 16,0 0 4-16,0 0-13 0,-14 0 8 0,14 0 0 16,0-1-8-16,-9 1 22 0,3-1-13 0,1 1 16 15,2 0 22-15,-1 1-8 0,2 0 11 0,-3 0-5 16,1 1-9-16,0-1-4 0,0 2-4 0,-1 0-10 16,-4 0-9-16,2 0 4 0,0 2 0 0,-5-2-1 15,2 2 0-15,-1 0-10 0,-1 0 0 0,1 0 7 16,0 0 0-16,0 0 0 0,2 15-8 0,-2-15-7 15,3 0-23-15,-2 13-32 0,3-13-37 0,0 11-34 16,-2-11-4-16,2 11 14 0,1-4 7 0,1 0 7 16,-2 2-12-16,2-1-2 0,-3 2 33 0</inkml:trace>
  <inkml:trace contextRef="#ctx0" brushRef="#br0" timeOffset="142382.93">12448 10567 109 0,'0'-2'8'0,"0"-1"17"0,0 2 9 0,0 0-1 16,0-1 3-16,0 1-19 0,0-1-2 15,0 2 7-15,0-2-5 0,0 2 5 0,0-2-7 16,0 1 0-16,0 1-1 0,0-1 0 0,0 0 3 16,0 0-8-16,0 1 0 0,0-2 0 0,0 2-8 15,0-1 8-15,0 1-7 0,0-1 2 0,0 1 1 16,0 0-5-16,0-1 12 0,0 0-8 0,0 0 8 15,0 1-4-15,0 0-12 0,0 0 9 0,0-1-5 16,0 1 4-16,0 0 5 0,0 0-1 0,0 0-3 16,0 0 3-16,0-1-4 0,0 1-8 0,0 0 16 15,0 0-7-15,0 0 3 0,0 0 9 0,0 0-8 16,0-2 3-16,0 2-8 0,0 0 9 0,0 0-9 16,0 0 4-16,0 0 5 0,0 0-9 15,0 0 0-15,0 0-8 0,0 0 8 0,0 0-8 16,0 0 8-16,0 0 0 0,0 0-4 0,0 0 4 15,0 0-8-15,0 0 4 0,0 0-4 0,0 0 0 16,-17 0 8-16,17 0-4 0,0 0 4 0,0 0-12 16,0 13 0-16,-17-13 8 0,17 0 0 0,-9 8 8 15,9-8 4-15,-11 8-7 0,11-8-9 0,-11 9 8 16,6-5-8-16,-1 1 0 0,0 1 12 0,0 0-4 16,2-1 4-16,-2 1 0 0,1-1-16 0,0 0 4 15,1 1-4-15,1-1 8 0,-2-1 4 0,4 1-4 16,-2-1-4-16,-1 0 4 0,2 1 0 0,-1-1 4 15,1 1-4-15,0-2-4 0,0 2 4 0,0-3-8 16,0 3 8-16,-1-2 0 0,3 1-4 16,-1-1 8-16,0 1 8 0,-1 1-8 0,2 0-4 15,-1-2-4-15,1 2 4 0,-2 0-4 0,0 0 12 16,2 1 0-16,-2-1-12 0,2 0 12 0,-2 0-4 16,1 0-4-16,-1 0 0 0,2-1-4 0,-2 0 0 15,2 0 8-15,-2 0-4 0,2-1 0 0,-2 0 0 16,2-2 0-16,-2 3-4 0,1-1 4 0,1-1 0 15,-2 1-8-15,2-1 12 0,-1 0-8 0,1 1 8 16,-2 0 0-16,2-1 0 0,0 2 0 0,0-1 1 16,0 0-5-16,0 2 0 0,0-3-4 15,0 2-1-15,0-1 5 0,0 0 0 0,0 1 4 16,0-2-12-16,0 1 22 0,0 0-4 0,0-2-1 16,14 1-1-16,-14 2-13 0,0-1 0 0,0-1 5 15,9 3-4-15,-9-3 9 0,6 2-5 0,-6-1 0 16,8 1 4-16,-3-1-9 0,-1 1 5 0,0-1 5 15,-1 0 6-15,0 0-6 0,2 0-5 0,0-1-11 16,0 1 17-16,-3 0-1 0,2-1 5 0,0 0 5 16,1-1-15-16,-3 1 6 0,0 0-1 0,0-2 9 15,4 1 6-15,-4-1 5 0,0 1 4 16,0-1-9-16,2 0 0 0,-3 0-6 0,5 0-8 0,-3 1 4 16,1-1 0-16,-1 0-5 0,1 0-1 0,0 0 5 15,-1 0-4-15,1 0 5 0,-1 0 3 16,1 0-4-16,0 0-9 0,1 0-4 0,-4 0 5 15,2 0-1-15,0 0 9 0,1 0 0 0,0 0-17 16,1 0-1-16,-1-13 13 0,-1 13 0 0,4 0 14 16,-3 0-10-16,1-8-13 0,1 8 9 0,-2-5 4 15,1 5 1-15,0-5 0 0,-2 3-13 0,1 0-9 16,0 0 17-16,0 1 4 0,-3-1 2 0,1 1-2 16,2 0-3-16,-4 0-9 0,2-1 12 0,-2 1 5 15,2 0-13-15,-2-1 8 0,0 1-16 0,0-1 8 16,0-1 0-16,0 0 0 0,0 0 8 0,0 0-4 15,0-1 0-15,0 1-8 0,0-1-1 16,16 0 5-16,-16 0 4 0,0 1 4 0,0 0 8 16,0 1-2-16,0-1 7 0,0-1 12 0,0 1 0 15,0 2 0-15,0-3-6 0,0 2 1 0,0 1-8 16,0-2 6-16,-16 0-3 0,16 0-7 0,0 2 3 16,-11-1-4-16,11-2 4 0,-10 2 6 0,10 0 1 15,-7-1 1-15,0 1-3 0,4 0-11 0,-1 0-5 16,-1 1-5-16,1-1-3 0,0 2-5 0,-2 0 2 15,2 0-5-15,-2 0 5 0,-3 0-2 16,1 0 5-16,-2 0-2 0,1 19 0 0,0-19 3 0,-3 0-5 16,-1 19 5-16,1-19-1 0,1 13 7 15,1-13-5-15,-5 15 3 0,5-7-7 0,1 0-1 16,-2-3 1-16,2 2-11 0,0-1 0 0,1 0-20 16,2-1-32-16,0 0-29 0,1-2-20 0,0 0-26 15,2 0-10-15,0-2 1 0,3 1-3 0,0-2 8 16,-3 1-24-16,3-1 33 0</inkml:trace>
  <inkml:trace contextRef="#ctx0" brushRef="#br0" timeOffset="144142.61">13228 10845 58 0,'0'0'-3'0,"0"0"5"15,0 0 7-15,0 0 1 0,0 0 6 0,0 0 0 16,0 0-2-16,0 0 8 0,0 0 0 0,0 0-6 16,0 0 11-16,0 0-12 0,0 0 4 0,0 0 3 15,0 0-12-15,0 0 7 0,0 0 0 0,0 0 0 16,0 0-8-16,0 0-1 0,0 0-3 0,0 0-11 16,0 0 11-16,0 0 0 0,0 0 0 15,0 0 20-15,0 0-16 0,0 0 4 0,0 0 1 16,0 0-5-16,0 0 4 0,0 0-3 0,0 0 3 15,0 0 0-15,0 0-1 0,0 0 5 0,0 0-9 16,0 0-8-16,0 0 12 0,0 0-11 0,0 0-1 16,0 0 12-16,0 0-7 0,0 0 3 0,0 0 8 15,0 0-11-15,0 0 3 0,0 0 4 0,0 0-3 16,0 0 7-16,0 0 0 0,0 0 0 0,0 0-4 16,0 0 6-16,0 0 0 0,0 0-4 0,0 0 4 15,-20 0-3-15,20 0 5 0,0 0-1 0,0 0 6 16,0 0-6-16,0 0 9 0,0 0 5 0,-12 0-14 15,12 0 5-15,0 0-10 0,0 0-9 0,0 0 8 16,0 0-4-16,-7 0-9 0,7 0 5 16,-2 13-4-16,0-13-2 0,-1 0 2 0,1 0-2 15,-2 0 2-15,0 0-1 0,4 7 5 0,-5-7-5 16,2 0 9-16,1 3 1 0,0-3 8 0,0 2 14 16,0-1-1-16,1-1 4 0,1 0 5 0,-2 0-6 15,2 0-2-15,0 0-3 0,0 0-11 0,0 0-2 16,0 0-11-16,0 0-5 0,0 1-3 0,0-1 6 15,0 0 2-15,0 1-5 0,0-1 5 0,0 0-9 16,0 0 4-16,0 0 7 0,0 0-7 0,0 0-4 16,0 0 8-16,0 0 0 0,0 0 12 15,0 1 2-15,0-1-7 0,0 0 5 0,0 0-6 0,0 0 2 16,0 0 3-16,0 0-5 0,0 0-3 16,0 0-10-16,0 0 3 0,0 0 0 0,0 0-3 15,0 0 12-15,0 0-13 0,0 0 1 0,0 0 3 16,0 0-9-16,0 0 9 0,0 0-2 0,0 0 4 15,0 0 4-15,0 0-3 0,0 0 1 0,0 0-9 16,0 0 14-16,0 0-2 0,14 0 4 0,-14 0 4 16,0 0-3-16,13 0-1 0,-13 0 7 0,15 0 2 15,-5 0 2-15,1 0 8 0,1 0-2 0,-1 0 2 16,2 0 1-16,-1 0-3 0,1 0-3 0,1 0 7 16,-1 0-9-16,0 0 7 0,-1 0-11 15,1 0-3-15,-3 0-1 0,0 0-8 0,-1 0 5 16,-2 0-1-16,0 0-4 0,0 0-2 0,1 0 0 15,-3 0-5-15,-1-10 2 0,1 10 3 0,2 0-7 16,-1 0 5-16,-3 0-5 0,3-4-2 0,-2 4 1 16,2 0 0-16,0 0 3 0,-1-2 0 0,-3 2 5 15,4 0-4-15,-3 0 1 0,1 0 0 0,-1 0-2 16,-1-1 4-16,0 1-5 0,-2 0 4 0,2 0 0 16,-2 0-6-16,0 0 9 0,0 0-8 0,0 0 0 15,0 0-1-15,0 0-46 0,0 0-72 0,0 0-117 16,0 0-91-16,0 0-25 0,0 0-2 15,0 0 117-15</inkml:trace>
  <inkml:trace contextRef="#ctx0" brushRef="#br0" timeOffset="150839.28">13854 10665 131 0,'0'0'12'15,"0"0"6"-15,0 0 13 0,0 0 3 0,0 0-2 16,0 0-9-16,0 0-3 0,0 0-1 0,0 0-1 15,0 0 10-15,0 0-7 0,0 0-4 0,0 0-8 16,0 0-7-16,0 0-2 0,0 0-3 0,0 0 3 16,0 0 0-16,0 0 3 0,0 0 5 0,0 0-4 15,0 0 0-15,0 0-4 0,0 0-10 0,0 0 10 16,0 0 0-16,0 0-4 0,0 0 11 0,0 0-8 16,0 0-7-16,0 0 8 0,0 0-4 0,0 0 1 15,0 0 7-15,0 0-8 0,0 0-3 16,0 0 3-16,0 0-3 0,0 0 10 0,0 0 5 15,0 0-4-15,0 0 3 0,0 0-7 0,0 0 7 16,0 0-7-16,0 0 1 0,0 0-1 0,0 0 1 16,0 0 11-16,0 0 5 0,0 0 4 0,0 0 0 15,0 0 0-15,0 0-1 0,0 0 4 0,0 0-13 16,0 0 1-16,0 0 4 0,0 0-12 0,0 0 15 16,0 0-7-16,0 0-8 0,0 0 8 0,0 0-16 15,0 0 4-15,0 0 4 0,0 0 0 0,0 0 3 16,0 0 1-16,0 0-8 0,0 0-7 15,0 0 10-15,0 0 1 0,0 0-4 0,0 0 4 0,-16 0-8 16,16 0-7-16,0 0 7 0,-11 0 0 16,11 0 4-16,-11 0 4 0,11 0-4 0,-10 13 4 15,4-13-8-15,0 0 4 0,-1 12 4 0,0-12-4 16,2 9 0-16,-1-9-8 0,-1 8 8 0,1-4-8 16,0 0 12-16,2 1 4 0,0 0-12 0,-1 0 7 15,1 0-6-15,-1 0-1 0,1 1 0 0,-1 0 4 16,1 0 0-16,-1-1-4 0,1 1 8 0,-1 0-4 15,3 0 0-15,-4-1 7 0,4 2-3 0,-2-3 0 16,0 0-8-16,4 2 8 0,-2-3-8 0,0 2 0 16,2-1 16-16,0 1-16 0,0-2 4 15,-2 2 0-15,2-1-4 0,0 0 4 0,0 0 0 16,0 1 8-16,0-1-12 0,0 0 0 0,0 0 12 16,0 0-12-16,0 0 12 0,0 0 0 0,0-1-12 15,0 1 0-15,0-1 4 0,0 0 0 0,0 0 4 16,0 0 8-16,0-1-12 0,16 1 4 0,-16 0 5 15,0-2-9-15,0 3 24 0,15-2-9 0,-15-1-6 16,9 1 11-16,-9-1-10 0,12 1-5 0,-6-1 5 16,3 0 4-16,-3-1-4 0,6 1 9 0,-1-1-9 15,-1 0-5-15,0 1 0 0,2-1 5 0,-1 0 9 16,0 0-1-16,0 0-8 0,-3 0-1 0,2 0-4 16,-1 0 1-16,-2 0 8 0,4 0-4 15,-4 0 4-15,-1 0 4 0,1 0-4 0,0 0 4 16,0-12 9-16,-3 12-6 0,3 0 2 0,-5 0 2 15,6 0-12-15,-4-9-12 0,1 9 11 0,-1-5-7 16,2 5 0-16,-1-6 7 0,2 2-12 0,-1 0-1 16,1-1 3-16,0 1 5 0,2-1-4 0,-2 0 3 15,2 1-5-15,-3 0-10 0,1 0 5 0,0 1 0 16,-2 0 4-16,-1-1 0 0,0 2 4 0,-1 0 0 16,-1 0 3-16,0 0 5 0,0-1-4 0,-2 3-4 15,2-3 1-15,1 1 3 0,-1 0 0 0,-1 1 19 16,0-1-9-16,-1 1 6 0,0-2-1 0,1 2-12 15,1-2 2-15,-2-1-2 0,0 1-8 16,0 0 6-16,0-1 6 0,0 2 3 0,0-3 7 16,0 2-6-16,0-1 6 0,0 1-4 0,0-1 8 15,0 0 2-15,0 0-3 0,0 0-1 0,0 0 8 16,0 0-2-16,0 0 2 0,0-1 6 0,-14 0-11 16,14 1 9-16,0-1 2 0,-13 0 2 0,13 0 2 15,-9 0-7-15,2-1-2 0,0 0-5 0,0 1-4 16,-1 0-5-16,-2-2-10 0,3 2-7 0,-1-1-3 15,1 0-5-15,-4 1 3 0,2 0-2 0,0 0-2 16,-3 0 0-16,3 1-1 0,-2 2-3 0,-2-1-6 16,-1 0-29-16,0 3-44 0,-1 0-52 0,-1 0-64 15,-1 0-61-15,-2 0-21 0,4 0 14 16,-3 0 20-16,3 17 36 0,-4-17 66 0</inkml:trace>
  <inkml:trace contextRef="#ctx0" brushRef="#br0" timeOffset="153903.32">12392 11366 76 0,'0'0'3'16,"0"0"-3"-16,0 0 7 0,0 0-2 0,-11 0-4 16,11 0 8-16,0 0-7 0,0 0 6 0,0 0 0 15,0 0-1-15,-5 0-7 0,5 0 0 0,0 0-3 16,0 0-3-16,0 0 7 0,0 0 2 0,-4 0 5 15,4 0-2-15,0 0-2 0,0 0-4 16,-2 0-5-16,2 0 3 0,0 0 5 0,0 0-6 16,-3 0 4-16,2 0 8 0,-1 0-7 0,2 0 11 15,-1 0 1-15,1 0-6 0,-1 0 5 0,1 0-14 16,0 0 11-16,0 0-2 0,-2 0 0 0,2 0 3 16,0 0-14-16,0 0 0 0,-2 0-1 0,2 0 4 15,0 0 8-15,0 0-1 0,-2 0-6 0,2 0 12 16,0 0-4-16,-2 0-2 0,1 0 23 0,0 0-11 15,1 0 4-15,-1 0 2 0,1 0-18 0,0 0 5 16,-1 0-6-16,1 0-2 0,-1 0 3 0,1 0-11 16,-2 0 1-16,2 0-5 0,-2 0 5 0,0 0 7 15,-1 0-8-15,2 0 12 0,0 0-8 16,0 0-11-16,0 0 19 0,1 0-9 0,-3 0 10 16,3 0 12-16,-2 0-7 0,0 0 4 0,2 0 11 15,-1 0-15-15,1 0 11 0,-1 0 0 0,1 0-8 16,0 0 7-16,0 0-3 0,0 0-4 0,0 0-5 15,0 0 1-15,0 0-1 0,0 0-16 0,0 0 0 16,0 0 4-16,0 0-8 0,0 0 12 0,0 0 0 16,0 0 0-16,0 0 0 0,0 0 4 0,0 0-4 15,0 0 4-15,0 0 1 0,0 0-5 0,0 0 19 16,0 0-8-16,0 0 0 0,0 0 15 0,0 0 3 16,0 0 10-16,0 0 1 0,0 0 2 15,0 0-26-15,0 0-1 0,0 0 13 0,0 0-19 16,0 0 8-16,0 0-4 0,0 0-9 0,0 0-2 15,0 0 4-15,0 0-5 0,0 0-3 0,0 0 5 16,0 0-3-16,0 0 4 0,0 0-1 0,0 0-7 16,0 0 0-16,0 0 0 0,0 0 7 0,0 0-11 15,0 0 4-15,0 0 1 0,0 0 0 0,0 0 11 16,0 0-3-16,0 0-5 0,0 0-8 0,0 0 5 16,0 0 0-16,0 0 7 0,0 0-8 0,0 0 4 15,0 0-4-15,0 0-4 0,0 0 12 16,0 0-8-16,0 0-1 0,0 0 1 0,0 0-1 15,0 0 2-15,0 0 4 0,0 0-1 0,0 0 5 0,0 0 3 16,16 0 8-16,-16 0 5 0,0 0 3 16,11 0-7-16,-11 0-2 0,0 0 0 0,13 0-7 15,-13 0 7-15,9 0-11 0,-9 0-3 0,11 0-2 16,-8 0-6-16,4 0 3 0,-3 0 9 0,1 0-12 16,-1 0 16-16,1 0-12 0,1 0-10 0,1 0 12 15,-3 0-3-15,1 0 12 0,0 0-4 0,1 0-4 16,-2 0-3-16,4 0-6 0,-4-10 7 0,2 10 4 15,-1 0-8-15,1 0 4 0,2 0-1 0,-4 0 1 16,1 0 2-16,1 0-4 0,-1-5 6 0,3 5-2 16,0 0 5-16,-2-4-1 0,1 2-10 0,2 0 7 15,2 1-4-15,-2-1 7 0,2 1 8 16,1-2-1-16,-1 0-1 0,0 2-3 0,0-1-1 16,-2 0-1-16,3 0-4 0,-4 1 4 0,1-2-2 15,-2 3-2-15,2-2 0 0,-4 1-1 0,1 0-3 16,-3 1-2-16,3-1 4 0,-2-1-1 0,0 2-2 15,0 0 4-15,0-1 3 0,1 1-1 0,1 0-2 16,1-3-4-16,0 3-2 0,-3-1 6 0,3 1-4 16,-1-2 5-16,1 2 0 0,1-1-14 0,-2-1 17 15,1 2-9-15,1-2 4 0,0 2 6 0,-2-2-13 16,1 2 8-16,0-3 1 0,4 3 0 16,-4-1-1-16,1 0-1 0,1-2-3 0,1 3 0 0,1-1 1 15,-2-1-3-15,2 1 4 0,-2-2-5 16,4 3 0-16,-3-2 3 0,-1 1-1 0,-1 0 7 15,4 0-2-15,-5 0 2 0,3 0-7 0,-3 0 1 16,3-1 5-16,-2 2-15 0,-1-1 12 0,2 0-5 16,-4 1 4-16,2-1 7 0,-1 1-11 0,0-1 4 15,0 0-2-15,-2 1 4 0,3 0 0 0,-3 0 2 16,2 0-5-16,-1 0-3 0,0 0 3 0,-2 0-4 16,3 0 7-16,0 0 1 0,-3 0-4 0,1 0 2 15,2 0-5-15,0 0 1 0,0 0-1 0,1 0 4 16,-1 0-3-16,-1 0 4 0,2 0 2 0,0 0-6 15,-1 0 5-15,-1 0-5 0,1 0-1 16,2 0 6-16,-2 0-1 0,1 0-4 0,-1 0 3 16,2 0-3-16,-2 0 2 0,1 0 6 0,2 13-5 15,0-13 1-15,0 0-2 0,-1 0 4 0,1 0-2 16,-1 8-2-16,1-8 10 0,-1 0-11 0,-1 0 8 16,2 0-1-16,-2 0-6 0,-1 0-2 0,-1 4-1 15,2-4 0-15,-2 0 1 0,-1 0 8 0,2 0-7 16,-1 0 1-16,-3 2-1 0,6-2-4 0,-6 0 6 15,2 0 3-15,0 0-3 0,1 0 1 0,-1 0-1 16,0 0-2-16,1 0-2 0,2 0 1 16,-2 0 3-16,1 0 1 0,-1 0 1 0,1 0-2 0,2 2-3 15,-2-1-2-15,0-1 1 0,-1 0 0 16,1 0 0-16,2 2 8 0,-4-2-5 0,1 0 5 16,1 0 2-16,1 0-8 0,-2 2 1 0,2-2-2 15,-1 0 0-15,0 0 4 0,1 2 2 0,0-2 1 16,-2 0-3-16,1 0 3 0,-1 0-5 0,-1 0 1 15,1 0 3-15,0 0-4 0,-1 0 3 0,0 0 1 16,-1 0-4-16,3 0 1 0,-1 0-4 0,-1 0 8 16,4 0-6-16,-2 0 0 0,1 0 3 0,1 0-8 15,0 0 17-15,0 0-7 0,1 0 5 0,-4 0 3 16,4 0-12-16,-2 0 14 0,1-11 0 0,-1 11-5 16,3 0 4-16,-4 0-9 0,3 0-3 15,-1-7 2-15,0 7-7 0,-1 0 2 0,1-4 0 16,-1 4 5-16,3-2 6 0,-2 0-2 0,1 0-1 15,-3 1-1-15,6-1-7 0,-5 1 1 0,4-1-1 16,0 1 1-16,-2 0 6 0,0-1-1 0,3 2-2 16,-4 0-3-16,1-1-3 0,3 1-1 0,-3-1 5 15,-1 1 2-15,0-1-3 0,1 1 5 0,-1 0-6 16,-1-1 3-16,4 1-1 0,-2-1-4 0,0 1 11 16,1 0-11-16,-2 0 7 0,1 0 0 0,0-1-5 15,2 1 7-15,-4 0-7 0,2 0 2 16,0-1-3-16,-2 0-4 0,0 1 10 0,-1 0-3 15,1-1-2-15,-2 1 7 0,-1 0-3 0,1-1 1 16,1 1 4-16,-1 0-5 0,-1 0-5 0,1 0 4 16,0 0 2-16,1 0-1 0,-1 0 2 0,-1 0-5 15,2 0 0-15,0 0 2 0,-2 0 3 0,0 0-3 16,1 0 3-16,-1 0 3 0,-2 0-4 0,1 0 11 16,-1 0-4-16,0 0 2 0,-2 0 4 0,3 0-1 15,-3 0 6-15,0 0-4 0,0 0 2 0,0-11-8 16,0 11-7-16,0 0-1 0,2 0 0 0,-2 0 0 15,0 0-1-15,2 0 2 0,1 0-6 0,-1 0 4 16,2 0-3-16,-2-6 0 0,0 6-2 16,1 0-3-16,1-5 6 0,-2 5 0 0,4-3 1 0,-3 3 3 15,-2-1-1-15,1 1-7 0,0 0 3 16,0-1 0-16,-2 1-3 0,0 0 3 0,0 0 5 16,0-1-2-16,0 1 3 0,0 0 0 0,0-1-10 15,0 1 4-15,0 0-11 0,0 0-27 0,0 0-34 16,0 0-57-16,0-1-61 0,0 0-66 0,0 1-26 15,0-1-19-15,0 0 0 0,0-2 94 0</inkml:trace>
  <inkml:trace contextRef="#ctx0" brushRef="#br0" timeOffset="-173855.32">12473 11732 103 0,'0'-5'0'16,"0"2"-3"-16,0 0 17 0,0-1-3 0,0 2-5 16,0-2-5-16,0 1-4 0,0 2 4 0,0-3 1 15,0 1 7-15,0 1-17 0,-19 1 4 0,19-3 3 16,-12 3-3-16,12-2 5 0,-13 0 4 0,13 2-4 16,-15-1 2-16,9 0-3 0,-1-1 0 0,3 3 0 15,-2-2 1-15,4 2-1 0,-2 0-6 16,2-1 6-16,0 1 3 0,2 0 1 0,0 0-7 15,0 0 0-15,0 0-6 0,0 0 10 0,0 0 3 16,0 0 0-16,0 0-3 0,0 0-5 0,0 0 0 16,0 0 4-16,0 0 0 0,0 0-5 0,0 0 5 15,13 0-4-15,-13 0 4 0,0 0-1 0,0 0 4 16,10 0-3-16,-10 0-5 0,0 0 14 0,6 0-13 16,-6 0 0-16,0 0 10 0,4 0-11 0,-4 0 4 15,0 0-4-15,0 0-2 0,0 0-2 16,0 0-6-16,0 0 2 0,0 0-10 0,0 0 3 0</inkml:trace>
  <inkml:trace contextRef="#ctx0" brushRef="#br0" timeOffset="-172592.45">12500 11736 182 0,'-7'1'6'0,"7"-1"16"15,0 0 2-15,0 0 10 0,0 0-5 0,0 0-16 16,0 0 4-16,0 0-4 0,0 0 8 0,0 0 1 16,0 0-6-16,0 0-4 0,0 0 0 0,0 0 4 15,0 0 0-15,0 0 4 0,0 0-10 0,0 0-8 16,0 0 13-16,0 0-5 0,0 0 1 0,0 0 12 16,0 0-13-16,0 0 9 0,0 0-14 15,0 0 0-15,0 0 0 0,0 0-5 0,0 0 19 0,0 0-19 16,0 0 4-16,0 0-4 0,0 0-9 0,0 0 19 15,0 0-6-15,0 0 1 0,0 0 0 16,0 0-5-16,0 0-5 0,0 0 0 0,0 0 5 16,0 0 0-16,0 0 0 0,0 0 10 0,0 0-5 15,0 0 4-15,0 0-4 0,0 0-10 0,0 0 6 16,0 0 3-16,0 0 11 0,0 0 5 0,0 0 17 16,0 0-13-16,0 0 0 0,0 0 0 0,0 0-1 15,0 0-5-15,0 0 16 0,0 0-11 0,0 0-6 16,0 0 11-16,0 0-6 0,0 0 21 0,0 0 1 15,0 0 3-15,0 0 3 0,0 0-5 0,0 0-2 16,0 0-1-16,0 0-18 0,0 0-10 0,14 0-4 16,-14 0-10-16,0 0 5 0,0-10-2 0,0 10-9 15,0 0 1-15,0 0-9 0,8-6 7 16,-8 6-2-16,0 0 5 0,8-4 7 0,-4 1-4 16,0 0-5-16,-1 2 9 0,3-2 0 0,0 1 0 15,4-1 4-15,-3-1-9 0,2-1 1 0,2 2 1 16,0-2 0-16,2 1 0 0,1 1 0 0,1-2-5 15,-3 1 4-15,2 2 0 0,1 0 3 0,-3-2 2 16,0 2 1-16,1 0-1 0,-1 0-5 0,0 0 1 16,-1 1-5-16,0 0-3 0,-1 0 8 0,-4 0 0 15,1 1 5-15,-1 0-1 0,-2 0-7 0,2 0 3 16,-4 0 5-16,-2 0-4 0,2 0 9 0,0 15-5 16,-2-15 5-16,0 0 3 0,0 14-12 15,0-14 9-15,0 14-2 0,0-14-1 0,0 16 2 16,0-6-9-16,-18 0-5 0,18 1 6 0,0 0 3 15,-17 1 7-15,17 1 1 0,-15-2-18 0,15 4 1 16,-15-1-2-16,15 1 2 0,-14-3 7 0,8 3 3 16,0-1-7-16,1-3-2 0,3 1 15 0,-4 0-6 15,2-2 5-15,2 0-8 0,0 0-6 0,-2-2-8 16,3 3 12-16,-3-2 2 0,2-1-2 0,0 0 9 16,2 1-9-16,-3-2-4 0,1 0 11 0,-1-2-10 15,1 0 7-15,0 1-1 0,2-2-9 0,0 0 12 16,-2-1-3-16,2-1 10 0,0 1 9 0,0 0-2 15,0-1-8-15,0-1 9 0,0-1-6 0,0 2-11 16,0-1 6-16,0-1-7 0,0 0-10 16,14 2 12-16,-14-1-7 0,0-1 1 0,0 0 2 15,0 0 4-15,9 0 0 0,-9 0 0 0,0 0-1 16,6 0-7-16,-6 0 7 0,6 0-3 0,0 0 6 16,-2 0 2-16,3 0 3 0,1 0-2 0,4 0 4 15,-1 0-3-15,0 0-6 0,3 0 6 0,-3 0-11 16,3-12 13-16,-1 12 2 0,-2 0-9 0,1 0 6 15,-2 0 2-15,-1-7 1 0,3 7 1 0,-5 0 7 16,1-5-11-16,-1 3 0 0,0 0 7 16,-2 2-4-16,-1-1 3 0,0 0 3 0,-3 1 2 0,3-1-2 15,-2 1-4-15,0 0-3 0,-2 0-1 16,0 0 0-16,0 0 9 0,0-1-7 0,0 1-7 16,0 0 1-16,0 0-6 0,0 0 2 0,0-1 3 15,0 0-11-15,0 1-38 0,0-1-37 0,0 0-54 16,0-2-68-16,0 0-40 0,0-1-34 0,0 0 15 15,0-1 33-15,0-1 4 0,0 0 74 0</inkml:trace>
  <inkml:trace contextRef="#ctx0" brushRef="#br0" timeOffset="-171134.1">13212 11907 150 0,'0'0'-4'16,"0"0"12"-16,-2 0 7 0,2 0 15 0,0 0 0 15,0 0-2-15,0 0-9 0,0 0-7 0,0 0 0 16,0 0-10-16,0 0 5 0,0 0-5 0,15 0 7 16,-15 0 10-16,0 0 9 0,0-14-14 0,0 14 5 15,0 0 4-15,0 0-25 0,0 0 19 16,0 0-1-16,0 0-15 0,0 0 10 0,0 0-5 15,0 0 4-15,0 0-4 0,0 0-1 0,7 0 5 16,-7 0-20-16,0 0 11 0,0 0 14 0,0 0-9 16,0 0 10-16,3 0-1 0,-3 0-4 0,0 0-5 15,0 0 5-15,0 0-5 0,0 0-10 0,0 0 20 16,0 0 5-16,0 0-6 0,0 0 11 0,2 0-21 16,-2 0-5-16,2 0 10 0,-2 0 8 0,0 0-1 15,0 0 7-15,0 0-11 0,0 0-19 0,0 0 12 16,0 0-12-16,0 0 6 0,0 0 13 0,0 0-6 15,0 0 5-15,0 0-5 0,0 0 5 16,0 0 8-16,0 0 5 0,0 0 6 0,0 0 6 16,0 0-6-16,0 0-11 0,0 0 16 0,0 0-13 15,0 0-5-15,0 0 15 0,0 0-21 0,0 0 10 16,0 0 6-16,0 0-12 0,0 0 1 0,0 0-6 16,0 0 6-16,0 0-6 0,0 0 9 0,0 0-4 15,0 0-1-15,0 0-8 0,0 0 4 0,0 0-4 16,0 0-2-16,6 0 6 0,-6 0-1 0,5 0 0 15,-5 0 6-15,2 0 7 0,0 0-9 0,0 0 8 16,1 0-10-16,0 0 11 0,-1 0 6 16,-2 0-5-16,2 0-1 0,0 0-8 0,0 0-1 0,0 0 4 15,-2 0 2-15,1 0-4 0,1 0-6 16,-2 0-5-16,2 0 7 0,0 0 4 0,-2 0 4 16,2 0-7-16,0 0-4 0,-2 0-8 0,0 0-3 15,2 0 13-15,-2 0 0 0,0 0-4 0,0 0 5 16,1 0-10-16,-1 0 3 0,0 0 7 0,0 0-1 15,0 0-2-15,0 0-5 0,2 0 2 0,-2 0-6 16,0 0 7-16,0 0 1 0,0 0-5 0,0 0 3 16,0 0-7-16,0 0 1 0,0 0-4 0,0 0 6 15,0 0 10-15,0 0-2 0,0 0 9 0,0 0 0 16,0 0-11-16,0 0 17 0,0 0 1 16,0 0-5-16,0 0 9 0,0 0-11 0,0 0-1 15,0 0 0-15,0 0 5 0,0 0-13 0,0 0 5 16,0 0-1-16,0 0-16 0,0 0 15 0,0 0-8 15,0 0-8-15,0 0 6 0,0 0-2 0,0 0-7 16,0 0 6-16,0 0 5 0,0 0-10 0,0 0 10 16,0 0-2-16,0 0-5 0,0 0 5 0,0 0-7 15,0 0 4-15,0 0 0 0,0 0-2 0,12 0 6 16,-12 0-11-16,0 0 6 0,10 0 1 0,-10 0 0 16,0 0 1-16,7 0 0 0,-2 0 1 0,0 0 4 15,-1 0 7-15,2 0-10 0,1 0 5 0,1 0-8 16,2 0-2-16,1 0 7 0,1 0-8 0,1 0 9 15,-2 0-3-15,3 0-3 0,1 0 3 16,-1 0 0-16,-1 0-5 0,1 0 6 0,-3 0-6 16,0 0 0-16,-1 0 7 0,-2 0 10 0,-1 0 6 15,-3 0-4-15,2 0 1 0,-2 0-10 0,-2 0 0 16,0 0 5-16,-2 0-1 0,2 0-5 0,-1 0 6 16,-1 0-14-16,2 0-2 0,-2 0 4 0,4 0-7 15,-4 0 9-15,2 0 0 0,0 0-3 0,1 0 2 16,-1 0 0-16,0 0-4 0,1 0 8 0,-1 0-4 15,1 0 2-15,-1 0-1 0,0 0-2 0,0 0-1 16,-2 0 1-16,0 0 8 0,2 0-3 16,-2 0-2-16,0 0-1 0,0 0-2 0,0 0-1 0,0 0 5 15,0 0 0-15,0 0-4 0,0 0-8 16,0 0-22-16,0 0-37 0,0 0-52 0,0 0-78 16,0 0-96-16,0 0-78 0,-18 0-15 0,18 0 14 15,0 0 118-15</inkml:trace>
  <inkml:trace contextRef="#ctx0" brushRef="#br0" timeOffset="-166153.8">13962 11648 81 0,'0'-4'13'0,"0"3"1"15,0-2 2-15,0 0 3 0,0 0-12 0,0 0 14 16,0 0 3-16,0 0-7 0,0 0 3 0,0 0-5 16,0 0-4-16,0 1 8 0,0-1-5 0,11 0-12 15,-11 2-1-15,0-1 0 0,0 0 0 0,0 0 3 16,0 1-3-16,7 0-1 0,-7 0 0 0,0 0 0 15,0 1 4-15,4-1 1 0,-4-2 0 0,3 2 0 16,-1 1 1-16,-2-2-5 0,2 1 10 0,0 1-4 16,0-3 12-16,-2 2 1 0,4 1 0 15,-4 0 0-15,0-2-8 0,1 2 3 0,-1-1-9 16,2 1 9-16,-2 0-5 0,0 0 0 0,0 0 5 16,0 0-2-16,0 0 5 0,0 0-9 0,0 0 0 15,1 0-4-15,-1 0 4 0,0 0 9 0,0 0 0 16,0 0-1-16,0 0-8 0,0 0 0 0,0 0-4 15,0 0-5-15,0 0 0 0,0 0-4 0,0 0 4 16,0 0 9-16,0 0-1 0,0 14-3 0,0-14-1 16,0 0-8-16,0 10 8 0,0-10 5 0,-16 15 6 15,16-8-1-15,0 3-8 0,-16 1 5 0,16 1-16 16,-16 0 11-16,16-2-6 0,-13 1-5 0,13 2 16 16,-12-2-10-16,8 1 16 0,-3 0 0 15,1-1-10-15,1 1 5 0,-2 2-11 0,3-1 5 16,-3 0 7-16,3-3-7 0,-1 2-5 0,1 1-1 15,-1-2-5-15,0 0 17 0,3-2 2 0,-2 0-2 16,2-2-4-16,0 0-8 0,1-2 6 0,-1-1-6 16,2-2 6-16,0-1-12 0,0 0 7 0,0-1-1 15,0 0 11-15,0 0-4 0,0 0 5 0,0 0 0 16,0 0-18-16,0 0 18 0,0 0-18 0,0 0 1 16,0 0 5-16,13 1 5 0,-13 0 0 0,0 0-5 15,0 0-1-15,10-1-5 0,-10 3 6 16,6-1 0-16,-6-2 6 0,7 0 0 0,-2 3 0 0,1-3 12 15,-1 0-1-15,2 0 1 0,1 0-1 0,-1 0 1 16,2 0-11-16,1 0-6 0,0 0 11 16,2 0-6-16,-1 0 16 0,2 0 6 0,3-15-2 15,-3 15 0-15,4 0-2 0,-2-15 9 0,-1 15-9 16,1-12 9-16,1 12-4 0,-3-15-10 0,1 15 5 16,-1-10-4-16,-2 10 7 0,1-6 0 0,-4 2-4 15,-3 2 7-15,4 2-17 0,-6-1-5 0,1 1 3 16,-2-2-8-16,-2 1-1 0,0 0 7 0,0 1-6 15,0 0-1-15,0 0-1 0,0 0-5 0,0 0-3 16,0 0-13-16,0 0-15 0,0 0-29 0,-18 0-33 16,18 0-8-16,0 0-16 0,-15 0-14 15,15 15 15-15,-10-15-3 0,10 0 23 0,-11 0 11 16,11 0 6-16,-8 0-9 0,3 0-24 0,1 0 33 16</inkml:trace>
  <inkml:trace contextRef="#ctx0" brushRef="#br0" timeOffset="-165762.14">14087 11668 306 0,'0'-4'10'0,"0"0"10"15,0 1 25-15,0-2 4 0,0 1-8 0,0 0-2 16,0 1-20-16,0 0 5 0,0 0-5 0,0 1-1 15,0 0 10-15,0 1-6 0,0-1 5 0,0 1-9 16,0 1-2-16,0-1-11 0,0 1 1 0,0 0 11 16,0 0-23-16,0 0 6 0,0 0-6 0,0 0-5 15,0 0 11-15,0 0 6 0,0 0-1 0,0 0 7 16,0 15 4-16,0-15 1 0,0 12 17 0,0-12 4 16,0 16-4-16,0-4 16 0,0 0-5 0,14 2-10 15,-14 2-6-15,0 1-3 0,0 2 7 0,0 1-7 16,0 4 13-16,0-1-24 0,0 0-5 0,0 3-2 15,0-1 1-15,-16 1 0 0,16-1-6 16,0 1-1-16,0-3-11 0,0 2 15 0,0-1-5 16,0-1 5-16,0-3-4 0,0 0-3 0,0-1 0 15,0-2-5-15,19-1 9 0,-19-2 1 0,0-1 1 16,0-3-30-16,0 1-61 0,10-1-59 0,-10-3-40 16,0-1-2-16,0 0 9 0,8-1 15 0,-8-2 41 15</inkml:trace>
  <inkml:trace contextRef="#ctx0" brushRef="#br0" timeOffset="-164610.26">14469 11073 137 0,'0'0'10'0,"0"0"1"15,0 0 10-15,7 0-9 0,-7 0-6 0,0 0 0 16,0 0 0-16,4 0 9 0,-4 0 6 0,2 0 5 16,-1 0-8-16,-1 0 5 0,2 0-1 0,-2 0-13 15,0 0 3-15,2 0 5 0,0 0-6 0,1 12 19 16,-3-12-4-16,0 0-9 0,2 0 0 15,-2 0-6-15,2 8 0 0,-2-8-1 0,0 0 1 16,0 6-1-16,0-6 10 0,0 0 0 0,0 0-20 16,0 0 4-16,0 2 2 0,0-2-6 0,0 2 19 15,0-2-9-15,0 2-10 0,0-1 10 0,0 0-5 16,14 1 5-16,-14-1 5 0,14 0 0 0,-5-1 0 16,2 0 1-16,3 0-5 0,0 0-11 0,3 0 13 15,1 0 10-15,2 0 1 0,0 0 12 0,0-14-13 16,3 14 1-16,-1 0-1 0,-2 0-1 0,3-15 1 15,0 15-18-15,-1-9 7 0,-2 9-12 0,3-10 16 16,-1 10 0-16,-3-10-2 0,0 6 11 0,-2-1-30 16,-2 2 10-16,-1 1-4 0,-3 1-10 15,-3-2 19-15,-3 1-10 0,-1 1-5 0,-4 1 16 16,2 0-10-16,-2 0 4 0,0 0 5 0,0 0-14 16,0 0 3-16,0 0-32 0,0 0-22 0,-16 0-26 15,16 0-18-15,0 15 8 0,-22-15 2 0,22 0 6 16,-16 0-15-16,5 13-35 0,1-13 20 0</inkml:trace>
  <inkml:trace contextRef="#ctx0" brushRef="#br0" timeOffset="-164285.01">14524 11266 110 0,'0'0'0'0,"0"0"10"0,0 0 5 0,0 0 8 15,0 0 2-15,0 0 5 0,0 0-2 0,23 0 3 16,-23 0 0-16,17 0-8 0,-17 0 3 0,20 0-3 16,-8 0 8-16,-1 0 5 0,2 0 0 0,-2 0 3 15,4 0-5-15,-1 0 4 0,2 0-6 0,0 0 13 16,0 0-23-16,0 0 5 0,3 0 10 0,-3-14-25 15,4 14 11-15,-4 0-17 0,5-8-6 16,-4 8-11-16,-1-8 11 0,2 8 0 0,-4-6 0 16,-1 6 5-16,-2-4-5 0,-2 3-6 0,-3-1-27 15,0 2-22-15,-6 0-21 0,2 0-20 0,-2 0-10 16,0 0-34-16,0 0 20 0</inkml:trace>
  <inkml:trace contextRef="#ctx0" brushRef="#br0" timeOffset="-159822.21">15338 11173 100 0,'-1'0'0'16,"-1"0"6"-16,2 0 15 0,0 0 11 0,-2 0 1 16,2 0 5-16,0 0-8 0,-2 0-3 0,2 0 1 15,-3 0-6-15,3 0-5 0,-2 0-9 0,0 0 14 16,-1 0-1-16,2 0-1 0,1 0 10 0,0 0-19 15,0 0 9-15,0 0 5 0,0 0-9 0,0 0 4 16,0 0-9-16,0 0-1 0,0 0 1 0,0 0 13 16,0 0-9-16,0 0 4 0,0 0 0 0,0 0-9 15,0 0 4-15,0 0-3 0,0 0 6 0,0 0-5 16,0 0 0-16,0 0-6 0,0 0-1 0,0 0 7 16,0 0-6-16,0 0 0 0,0 0 6 0,0 0-12 15,0 0 22-15,0 0-4 0,0 0-17 16,0 0 16-16,0 0-17 0,0 0 1 0,0 0 15 15,0 0-4-15,13 0 5 0,-13 0 10 0,8 0-6 16,-8 0-9-16,16 0 4 0,-7 0-4 0,1 0-5 16,1 0 25-16,1 0-11 0,1 0 26 0,0 0-5 15,0 0-10-15,1 0 14 0,-2 0-16 0,2 0 7 16,-3 0-8-16,-1 0-7 0,1 0-9 0,-4 0-2 16,2 0 2-16,-3 0-17 0,2 0 9 0,-3 0-10 15,1 0 11-15,-1 0-2 0,0 0-8 16,-3 0 9-16,4 0-23 0,-3 0-4 0,-1 0-20 15,-1-10-22-15,1 10-28 0,-2 0-21 0,0 0-24 16,0 0-9-16,0-7 15 0,0 7 2 0,0-7-30 16,0 4 31-16</inkml:trace>
  <inkml:trace contextRef="#ctx0" brushRef="#br0" timeOffset="-158637.79">15830 10839 112 0,'0'-12'9'0,"0"12"2"0,0 0 1 0,0 0 10 16,0 0-1-16,0 0-5 0,0 0 8 0,0 0-5 15,14 0-8-15,-14-5 8 0,0 5 0 0,0 0-8 16,0 0 8-16,0 0-8 0,0 0-8 0,10 0 20 16,-10 0-13-16,8 0 5 0,-2 0 8 0,3 0-16 15,-2 0 8-15,2 0 9 0,1 0 0 0,2 0-5 16,-1 0 4-16,2 0-10 0,-1 0-4 0,-1 0 9 16,2 0-9-16,-2 0-1 0,0 0-3 0,-1 0 3 15,-2 0-3-15,-1 0-1 0,-2 12 5 16,2-12-9-16,-5 0 5 0,0 13-1 0,-2-13-8 15,1 10 8-15,-1-10 0 0,0 12 0 0,0-5 5 16,0 0-9-16,-20 2 0 0,20-1-5 0,-17 0 5 16,17 2-5-16,-22 0 9 0,22-2 1 0,-22 0-1 15,22 0 1-15,-17-1-5 0,7-1 4 0,10-1-4 16,-13 0 4-16,13-1-4 0,-8-1 5 0,6 0-10 16,-2-1 0-16,4-1 0 0,0 1-4 0,0-1 4 15,0 0-9-15,0 1 5 0,0-2 4 16,0 2 5-16,21-2 9 0,-21 0-9 0,15 1 5 15,-15 0-10-15,20 0-4 0,-9-1 9 0,0 2-4 16,1-1 8-16,-1 0 5 0,1 2-4 0,-1-1-6 16,2 0 6-16,-3 1-5 0,-1 1 4 0,0 1-4 15,-1-1 0-15,-1 3 10 0,0-2-15 0,-1 0 14 16,-2 2 6-16,1 1-5 0,0-2 15 0,-3 0-3 16,2 2-9-16,-2-2-1 0,-2 2-11 0,0-1 4 15,0 0 7-15,0 2 6 0,0 0 5 0,0 0-11 16,-18 0 5-16,18 2-1 0,0 0-5 0,-17 0 17 15,17 0-12-15,-14 0-10 0,14-1 10 0,-15 0-5 16,6-3-1-16,9 0 6 0,-12 1-11 0,5-4-5 16,0 0 5-16,2 0-5 0,1 0 0 15,0-1-10-15,0 0-5 0,-2 0-2 0,1 0-34 16,0-1-21-16,2 0-27 0,-1 0-1 0,0-1 18 16,0-1-13-16,1 0-2 0,-3 0-27 0,4 0 21 15</inkml:trace>
  <inkml:trace contextRef="#ctx0" brushRef="#br0" timeOffset="-157942.5">16497 10850 349 0,'1'-1'9'0,"0"1"11"15,-1-2 5-15,0 0 11 0,0 1-10 0,0-1-1 16,0 0-1-16,0 1-9 0,0 1 12 15,0-2 1-15,0 2 3 0,0 0 20 0,0-1-23 16,-17 0 7-16,17 1-14 0,0-1-11 0,-10 1 12 16,10 0-17-16,-8 0-10 0,8 0-1 0,-10 0 6 15,4 0 0-15,1 0 11 0,-2 0-5 0,-1 18-22 16,1-18 6-16,-1 0 16 0,0 19-6 0,-2-19 16 16,2 15 1-16,0-15-6 0,-1 15-4 0,0-5 4 15,1-3-5-15,0 3-5 0,2 0 0 0,-1-3-6 16,3 2 6-16,0-1 0 0,2 1 11 0,0-1 0 15,2 1-12-15,0-1 1 0,0 0 6 0,0 1 11 16,0 0-5-16,0 1 6 0,0 0-11 0,0 1 6 16,0 0 17-16,20 0-7 0,-20-2 1 0,0 1-9 15,20-1-7-15,-20 1-5 0,18-1 3 16,-9-2-3-16,4-1 1 0,0 1 4 0,0 0 0 16,2-1-9-16,-1 0 9 0,1-1 0 0,-1-2-7 15,1 1 14-15,-2-1-1 0,1 1 2 0,-2-2 18 16,-1-2-5-16,0 0 4 0,1 0 11 0,-3 0-3 15,3 0 0-15,-4 0-7 0,2 0 1 0,0-21 2 16,0 21 4-16,0-14 10 0,1 14-8 0,-2-18 7 16,0 18-7-16,2-21-2 0,-3 10 9 0,1-3-9 15,1 1 3-15,-3 0-1 0,0-2-7 0,0-2-12 16,-2 2 11-16,0-1 2 0,-2 0 6 0,-3 0 7 16,0 1-8-16,0 1-10 0,0-1-10 0,0 3-8 15,-24-1-5-15,24 1-10 0,-24 1-1 0,24 2-5 16,-30 1-10-16,14 1-22 0,1 1-29 15,0 1-32-15,-4 2-43 0,3 0-22 0,0 2-63 16,0 0-29-16,2 1-4 0,1 0 1 0,0 0 55 16,3 0-12-16,2 0 57 0</inkml:trace>
  <inkml:trace contextRef="#ctx0" brushRef="#br0" timeOffset="-98847.35">4250 12994 174 0,'-18'0'10'0,"18"0"6"0,0 0 5 0,0 0 5 15,0 0-19-15,0 0 0 0,0 0-7 0,-10 0 0 16,10 0 4-16,0 0 0 0,-10 0-4 16,10 16 1-16,-5-16 0 0,3 0 0 0,-2 0 9 15,2 0-5-15,0 12 9 0,0-12 5 0,2 0-8 16,-2 10 5-16,0-10 8 0,2 6-13 0,-1-6 8 15,1 7-1-15,-1-4-12 0,0 0 8 0,0 0-8 16,1 0-5-16,-1-1 7 0,-1 1-7 0,1 0 8 16,0 0 0-16,1 1-8 0,-2 0 4 0,1 1-5 15,-1 1 0-15,0 0 5 0,-3 1-5 16,2 2 4-16,-1 1 4 0,0 0-4 0,1 1 5 16,-3 0-6-16,3 0 6 0,-1 1-5 0,0 1 4 15,1-2 1-15,0 3-9 0,0-1 5 0,0-1 8 0,2 1-4 16,-1 1 13-16,2-2 0 0,0 0-4 15,0 0 21-15,0-1-3 0,0 1 0 0,0-2 4 16,0 0-1-16,16 1-9 0,-16-3-1 0,0 1-12 16,18-1-15-16,-18-3-2 0,21 0 11 0,-21-1-6 15,19 0 1-15,-8-3-1 0,-1 0-9 0,0-1 4 16,2 0 6-16,0 0 4 0,1 0-11 0,-1 0 11 16,1 0-17-16,3-19-20 0,-3 19-2 0,1 0-27 15,-1-15-10-15,0 15 2 0,-2-14-16 16,-3 14 2-16,1-11 9 0,0 11-17 0,-3-11-9 0,-2 11-11 15,0-11 11-15</inkml:trace>
  <inkml:trace contextRef="#ctx0" brushRef="#br0" timeOffset="-98555.11">4059 13237 213 0,'0'0'4'16,"14"-16"5"-16,-14 16-2 0,13-11 4 0,-3 11 5 15,1-10-5-15,2 10 4 0,0-10 7 0,2 6-6 16,0 1-2-16,-1 1 0 0,-1 0-8 0,-1 1 0 15,1-1-1-15,-2 2 0 0,0 0-8 0,-2 0 3 16,0 0 0-16,-1 0 5 0,0 0-9 0,-2 0-6 16,0 0-15-16,-2 0-29 0,0 0-23 0,-1 0-7 15,0 0 14-15</inkml:trace>
  <inkml:trace contextRef="#ctx0" brushRef="#br0" timeOffset="-97506.35">4605 13159 322 0,'2'-3'22'15,"1"0"10"-15,-3 0 11 0,0-1 4 0,4 1-22 16,-3-1-5-16,-1 1-15 0,1 1 0 0,-1 1 4 15,1 0-4-15,-1 1-1 0,0 0-4 0,0 0-4 16,0 0-9-16,0 0 8 0,0 0-4 0,0 0 9 16,0 0 4-16,0 16 1 0,0-16-5 0,0 0-1 15,0 20 6-15,0-20-1 0,-15 16 9 16,15-7 0-16,0 2 1 0,0-2 0 0,0 1 8 16,-7-1-4-16,7 1 4 0,0-1 0 0,0 2-9 15,0-1 13-15,0 1 1 0,0-1-4 0,0 1-6 16,0 0-16-16,0-1 5 0,0-1-17 0,0 0 11 15,0 2 0-15,0-5-11 0,20 1 23 0,-20-2-7 16,0 2-4-16,18-4-7 0,-18 1-11 0,15-1 6 16,-5-1-7-16,0-2 6 0,-2 0-8 0,3 0-16 15,-2 0 3-15,3 0-9 0,-2 0 13 0,1-18-1 16,0 18-5-16,-1-14-5 0,0 14-5 16,-2-18-2-16,1 18-9 0,0-18 3 0,2 7-17 15,-3 0-3-15,1-1 24 0</inkml:trace>
  <inkml:trace contextRef="#ctx0" brushRef="#br0" timeOffset="-97209.96">4869 13191 297 0,'2'-10'14'0,"2"-2"15"16,-3 1 7-16,1 1 22 0,0 1-23 0,0 0-6 16,-2 1-7-16,0 0-12 0,0 1 8 0,0 1 0 15,0 1-4-15,0-1-5 0,0 3 4 0,0-1-8 16,0 2 3-16,0 0-8 0,0-1-4 0,0 3 0 16,0 0-5-16,0 0 5 0,0 0-5 0,-13 0 1 15,13 0 4-15,0 0 8 0,0 0 5 16,0 0-1-16,0 24 1 0,0-24-9 0,0 17 4 15,0-17 0-15,0 25-4 0,0-11 9 0,0 1-5 16,0 0 5-16,0 0 4 0,0 2-5 0,0-1 1 16,0 1 0-16,0-2 5 0,0 2-14 0,0-2 5 15,0-1-5-15,0 0-11 0,0-1 7 0,0-2 4 16,16 1 0-16,-16-3 0 0,0-1-10 0,0-2-13 16,10 0 3-16,-10-1-4 0,0-3 3 0,0 0-4 15,0-1-9-15,0 0-1 0,0-1 9 0,0 0 5 16,0 0-1-16,0 0 4 0,0 0-19 0,0 0-7 15,0 0-15-15,0-15-4 0,0 15 5 0,0 0-1 16,-17-18 22-16</inkml:trace>
  <inkml:trace contextRef="#ctx0" brushRef="#br0" timeOffset="-96293.67">4828 13309 153 0,'-5'-4'16'16,"-3"-1"10"-16,3 1 17 0,1 0 10 0,0 0-10 16,1 0-6-16,0 0-2 0,1 1-13 0,0 1 8 15,1 0-2-15,1 1-8 0,0 0 3 0,0 1-18 16,0-2-4-16,0 1-1 0,0 1-9 0,0 0-1 15,0 0 6-15,0 0-10 0,15 0 18 0,-15 0-3 16,0 0-2-16,20 0 9 0,-20 0-8 0,19 0 4 16,-5 0-8-16,-2 0 5 0,4 0-6 0,0 14 9 15,1-14 10-15,2 0-9 0,0 0 0 16,0 0 4-16,1 0-8 0,-1 0 8 0,1 0 5 0,0 0-8 16,-1 0 8-16,-2-21-5 0,2 21 14 15,-1 0 4-15,-1-20 0 0,-1 20-4 0,-1-11-18 16,-4 11 11-16,0-10-11 0,-2 10 1 0,-3-8 15 15,-2 8-10-15,1 0-6 0,-2-5 11 0,-3 5-16 16,2-2-5-16,-2 2 10 0,0 0-4 0,0 0-6 16,0 0 4-16,0 0-4 0,0 0-6 0,0 0 0 15,0 0-10-15,0 0 0 0,0 0 1 0,0 0 10 16,0 0 6-16,-15 0 8 0,15 13-13 0,0-13 9 16,0 0-4-16,0 9-5 0,0-9 18 0,0 10-14 15,0-10 5-15,0 10 0 0,0-5-5 0,0 0-4 16,0 2-10-16,0-2-4 0,0 1-9 15,17 0-2-15,-17 1 0 0,0 0-11 0,14 0 3 16,-14-1-1-16,13 1 3 0,-13-1 2 0,14-2 0 16,-5 1-3-16,0-2 12 0,-1-2 2 0,2 0 1 15,-1-1 11-15,0 0-16 0,1 0 18 0,-1 0 0 16,1 0 4-16,-1-21 6 0,0 21-3 0,2-19 8 16,-2 19 1-16,-1-22-6 0,2 11 4 0,-2-2-11 15,0 1 3-15,0-2 18 0,-1 3-4 0,1-3 7 16,-4 3 4-16,2-1-12 0,-1-1 4 0,0 2 5 15,-2-1-8-15,-1 2 12 0,0-2 1 0,0 2 1 16,-2 0 4-16,2 0 0 0,-2-1 5 0,0 3-4 16,0-1 13-16,0 1-9 0,0 2 1 0,0 0 7 15,0 1-22-15,0 2 5 0,0 1-6 0,0 0-8 16,0 1 7-16,0 1-1 0,-13 0-5 16,13 0-4-16,0 0-4 0,0 0-5 0,0 0 5 15,0 0 4-15,0 0-11 0,0 0-2 0,0 17-7 16,0-17 12-16,0 0 3 0,-8 19 9 0,8-19-3 15,0 17-9-15,-3-7 0 0,2-1 0 0,-1 1 15 16,0 1-11-16,2 1 8 0,-1 0-13 0,0 1-3 16,0 0 7-16,-1 0 0 0,2 1 5 0,0-2-1 15,0 2 1-15,0-3 0 0,0 2 3 0,0-3-7 16,0 1-5-16,0 0 4 0,0-1-9 0,0-2 6 16,0 0 3-16,13-1 5 0,-13 0 5 0,0-2-9 15,0 0 9-15,0-2-13 0,10-1 4 16,-10-2 13-16,0 1-12 0,5-1 3 0,-5 0-8 15,4 0 8-15,-2 0 1 0,0 0-4 0,1 0 9 16,1 0-23-16,-1 0 4 0,3-14-5 0,-2 14-5 16,0 0 4-16,1 0-6 0,-2-12 5 0,1 12 0 15,0 0 0-15,-1 0 5 0,3 0 5 0,-3 0-4 16,-1 0 9-16,0 0-7 0,0 0 7 0,0 0 5 16,-1 0-9-16,-1 0 13 0,2 0-8 0,-2 15 0 15,2-15 5-15,-1 0 8 0,1 0-9 0,-1 12 6 16,1-12 0-16,1 0-9 0,1 10 5 15,0-10 5-15,2 5-6 0,1-5 0 0,0 5-1 0,4-3-8 16,-1 0 3-16,1 1-4 0,1 0 5 16,-1-2-11-16,-1 2-7 0,1 0-5 0,-2-2-9 15,0 1-25-15,0 0-27 0,-2 1-1 0,0-1 8 16</inkml:trace>
  <inkml:trace contextRef="#ctx0" brushRef="#br0" timeOffset="-96046.18">5101 13056 903 0,'-7'7'19'0,"0"-7"-29"0,2 5-32 0,1-5-25 16,-2 0-32-16,4 0 6 0,-3 0-2 0,1 0-49 15,-1 0-2-15,-3 0 23 0</inkml:trace>
  <inkml:trace contextRef="#ctx0" brushRef="#br0" timeOffset="-95901.56">4681 12960 638 0,'-13'0'13'0,"0"17"-5"0,1-17 1 0,1 0 0 15,3 0-13-15,1 17-1 0,2-17-17 0,3 11-36 16,-1-11-30-16,3 16-50 0,-2-8-8 0,2 2 36 16</inkml:trace>
  <inkml:trace contextRef="#ctx0" brushRef="#br0" timeOffset="-94666">5764 13149 95 0,'1'0'0'0,"0"7"10"0,-1-7 11 16,0 0 4-16,0 0 1 0,0 0-6 0,0 0-5 15,0 0 0-15,0 0-1 0,0 4 10 0,0-4-9 16,0 2 0-16,0 0 5 0,0 0-9 0,0 1-5 16,-14 0 4-16,14 0-4 0,0 1 3 15,-16 0-3-15,16 1-2 0,-12 0 4 0,5 0-8 16,-3 2 12-16,3-2-9 0,-1 3-4 0,0-1-4 15,-2 2 4-15,0 0 1 0,-1 2 0 0,0-1 4 16,0-2-1-16,1 2 0 0,-3-1-9 0,3 0 5 16,-1-1 5-16,1-1-14 0,1-1 19 0,2-1-10 15,-1 0-8-15,3-2 9 0,0 1 4 0,2-2-4 16,-1-2 9-16,2 0-5 0,1 0-13 0,-1 0 9 16,0 0-13-16,2 0 13 0,-3 0 5 0,3 0-5 15,-1 0 9-15,1 0-9 0,-1 0 4 0,1 0-4 16,0 0 0-16,0 0 4 0,-1 0-12 15,1 0 12-15,0 0-7 0,0 0-1 0,0 0 4 16,0 0-4-16,-1 0 9 0,0 0-1 0,1 0 1 16,-1 0-1-16,0 0-5 0,0 0-4 0,0 0 5 15,0 0 1-15,1 0-5 0,0 0 13 0,0 0 2 16,0 0-1-16,0 0 11 0,0 0 0 0,0 0-6 16,0 0 9-16,0 0-1 0,22 15-4 0,-22-15-9 15,15 0 14-15,-15 14 0 0,21-14 0 0,-7 11 3 16,1-4-18-16,0-2-9 0,2 1 5 0,0 0 0 15,-2 0-5-15,2 0 15 0,-3 0-15 0,0 0 0 16,0 0 5-16,-3-1-11 0,1 0 6 0,0-2 5 16,-3 1-25-16,0-1-4 0,-2-2-25 0,-1 0-17 15,-1-1-9-15,-2 1-41 0,-1-1-7 16,-2 1 16-16</inkml:trace>
  <inkml:trace contextRef="#ctx0" brushRef="#br0" timeOffset="-93722.69">6154 13216 90 0,'0'2'9'0,"0"-2"15"16,0 0 9-16,0 0-2 0,0 0-4 0,0 0-2 15,0 0-9-15,0 0 3 0,0 0 8 0,0 0-16 16,0 0 9-16,0 0-4 0,0 0-10 0,0 0 9 16,0 0-9-16,0 0 9 0,0 0 1 0,0 0 0 15,0 0 9-15,0 0 5 0,0 0 3 0,0 0 8 16,0 0 5-16,0 0 5 0,0 0 12 0,0 0-2 16,0 0 2-16,0 0-10 0,0 0-17 0,0 0-6 15,0 0-14-15,0 0-6 0,0 0-4 0,0 0-6 16,15 0 4-16,-15 0-9 0,0 0 5 15,0 0-5-15,0 0 0 0,0 0 10 0,13 0 5 16,-13 0 10-16,11 0-5 0,-5 0-5 0,3 14 5 16,0-14 0-16,1 0 4 0,2 0 5 0,-1 0-9 15,0 0-5-15,0 0 0 0,-1 0 0 0,0 0-5 16,1 0 0-16,-3 0 0 0,-1 0-1 0,1 0 9 16,-1 0-5-16,-1 0 1 0,-1 0-4 0,0 0-20 15,-1 0-18-15,0 0-30 0,0 0-21 0,-2 0-46 16,0 0 5-16,-1 0-2 0,-1 0 0 0,0 0 26 15,0 0-41-15,0 0 28 0</inkml:trace>
  <inkml:trace contextRef="#ctx0" brushRef="#br0" timeOffset="-93496.19">6197 13360 395 0,'20'2'0'0,"-20"-2"3"0,0 0 9 16,16 0 9-16,-16 0-9 0,16 0 7 0,-16 0-9 15,15 0-5-15,-5 0 0 0,1 0-9 0,-2-14 3 16,1 14-7-16,-1 0 8 0,1 0-1 0,-2 0-4 16,0 0-1-16,-2 0-20 0,-1 0-7 0,0 0-25 15,-1 0-31-15,2 0-1 0,-3 0 6 16</inkml:trace>
  <inkml:trace contextRef="#ctx0" brushRef="#br0" timeOffset="-90382.44">7039 13053 308 0,'2'-2'10'0,"-1"2"14"15,-1 0 10-15,0-2 13 0,0 1-5 0,0 0-5 16,0 0 3-16,0 1-4 0,0 0-6 0,0 0 0 15,0 0-8-15,0 0-4 0,0 0 0 0,0 0-14 16,0 0 1-16,0 0-5 0,0 0-5 0,0 0 1 16,-15 0 9-16,15 20-5 0,0-20 15 0,-14 12-5 15,14-12-10-15,-14 19 0 0,5-9 1 16,0 1 9-16,-3 2 0 0,2-1 11 0,0 1-11 16,-2 0 1-16,1 0 9 0,0 0-4 0,-1 0-5 15,1 1-5-15,1-2-21 0,0 1 6 0,2-1-1 16,-1 0 21-16,1-3 0 0,1 1-11 0,3-1 16 15,-1-1-26-15,1-2 5 0,-2 0 11 0,3 1-16 16,1-2 11-16,-1-1-1 0,3 2-5 0,-2 0 11 16,0-3-6-16,1 2 6 0,1-1-6 0,0 1 0 15,0-2 0-15,0 1 1 0,0-2-7 0,0-1 1 16,0 2 5-16,0-1-16 0,0 1 21 0,0-2-10 16,19 1-6-16,-19 0 17 0,14 0-6 0,-14-2 1 15,21 1 4-15,-9-1 11 0,3 1-16 16,3-1 16-16,-1 0 0 0,1 0-11 0,1 0 11 15,1 0-16-15,-1 0-5 0,1 0 5 0,-1-17-1 16,-2 17 11-16,1 0 1 0,-1 0-27 0,-1-10 11 16,-2 10-1-16,-2 0 1 0,-2-9 16 0,-1 9-11 15,0 0-5-15,-5-4 5 0,1 4-6 0,-2 0-10 16,-2 0-17-16,0 0-21 0,-1-1-21 16,0-1 1-16,0 2-3 0,0-1-2 0,0 1-18 0,0-1-29 15,0-2 19-15</inkml:trace>
  <inkml:trace contextRef="#ctx0" brushRef="#br0" timeOffset="-90018.26">7087 13118 441 0,'0'-3'22'0,"0"2"15"0,0-3 8 16,0 2 5-16,0 1-19 0,0-1-10 0,0 1-12 16,0-1-5-16,0 2 0 0,0 0-4 0,0 0 9 15,0 0-9-15,0 0-5 0,0 0 1 16,0 0-4-16,0 0 12 0,0 17-8 0,0-17 4 16,0 16 4-16,0-16 0 0,0 24 14 0,0-8 7 15,0 0 6-15,0 1 7 0,0 2 5 0,0 1 0 16,0 0-15-16,0 1 6 0,0 0 0 0,0-1-9 15,0-1 3-15,0 1-14 0,0 1-10 0,0-3-1 16,0 1 5-16,0-2 14 0,0-3-3 0,0-1 0 16,0-1-11-16,0-2 0 0,0 2-4 0,0-4-5 15,0 1-7-15,0 0-43 0,0-1-8 0,0 1-18 16,0 0-15-16,0-2-2 0,0-1-10 0,0 0-44 16,0-1-24-16,0 1 30 0</inkml:trace>
  <inkml:trace contextRef="#ctx0" brushRef="#br0" timeOffset="-89706.08">7308 13437 413 0,'4'-3'4'0,"0"1"11"0,-1 0 0 0,-2 2-3 16,1 0-1-16,-1 0-10 0,-1 0-1 0,1 0 14 15,0 0 6-15,-1 0 4 0,0 18 46 0,0-18 3 16,0 17-21-16,0-17 5 0,0 24-41 0,0-11-16 16,0 2 20-16,0 1-20 0,0-1-6 0,0 1 10 15,0 0-15-15,12 0 10 0,-12-3 11 0,0 0-10 16,0-2 0-16,0-2 4 0,0 0-15 0,0-2-11 15,0-1-14-15,0-1-31 0,0-2-31 0,0-1-67 16,0-1 2-16,0-1 26 0</inkml:trace>
  <inkml:trace contextRef="#ctx0" brushRef="#br0" timeOffset="-88972.92">7645 13100 206 0,'2'-2'5'0,"-2"1"7"0,0 1 9 0,0 0 8 16,0 0-6-16,0 0 3 0,0 0-12 0,0 0-12 15,0 0 9-15,-19 0 0 0,19 17 0 0,0-17 3 16,-17 15 0-16,17-15-5 0,-18 20 1 0,8-8 7 15,-3 2-8-15,-1 0-8 0,0 1 11 16,1-1-8-16,-1 3 4 0,1-1 0 0,0 0 1 16,2 0 4-16,2 1 0 0,0-2 4 0,2 0-4 0,2 0-4 15,2-3 9-15,0 2 5 0,3-2 0 16,0 1 0-16,0-3-4 0,0 0-5 0,0-1 1 16,27 0 13-16,-27-2-10 0,24 0 6 0,-9-1-12 15,3-2 0-15,1-1 11 0,1-2-5 0,0-1 21 16,1 0-5-16,2 0-1 0,0 0 10 0,-1-23 4 15,0 23-2-15,-1-18 8 0,1 18-1 0,-2-22-3 16,-2 22 6-16,-2-23-7 0,-1 12-3 0,-3-2-3 16,-1 1 11-16,-2 2 13 0,-3-1 16 0,-1 0 12 15,-3 1-9-15,-1 0-5 0,-1 0-14 0,0-1-15 16,0-1-14-16,0 0-15 0,-27-1-14 16,27 1-10-16,-25-1 2 0,11-1-9 0,-4-1-21 0,0 3-40 15,-1-1-51-15,-1 1-41 0,1 2-54 16,-1 2-37-16,1 1-7 0,-1 1 22 0,1 5 42 15,1 1 8-15,-1 0 57 0</inkml:trace>
  <inkml:trace contextRef="#ctx0" brushRef="#br0" timeOffset="-83817.61">7061 13866 255 0,'-6'1'9'0,"6"0"14"0,0-1 14 16,-3 0 4-16,3 0-1 0,-3 0-13 0,1 0 0 15,2 0-13-15,-1 0-9 0,-1 0 4 0,0 0-8 16,1 0 12-16,-1 0 9 0,-1 0-8 0,3 0 0 15,-2 0-1-15,0 0-7 0,2 0 3 0,0 0 0 16,-1 0 5-16,1 0-1 0,0 0 1 0,0 0-1 16,0 0 0-16,0 0 0 0,0 0 0 0,0 0 0 15,0 0 1-15,0 0-5 0,0 0-9 16,0 0 0-16,0 0 0 0,0 0 5 0,0 0 17 16,0 0-8-16,0 0-14 0,0 0 5 0,0 0-9 15,15 0 9-15,-15 0 8 0,0 0-8 0,14 0 14 16,-5 0-8-16,0 0 8 0,5 0 0 0,1-18-23 15,2 18 22-15,1 0-16 0,3-17 3 0,0 17 19 16,4-15-9-16,-1 6 0 0,3-1 0 0,0 0-4 16,2 0-19-16,2-3 10 0,-1 2-2 0,2 1-3 15,-1-2 13-15,-4 2-9 0,3 1 5 0,-1 0-1 16,-5 1-9-16,0 0 5 0,-2 1 5 0,-2 0-5 16,-2 2-1-16,-2-1 5 0,-2 1-9 0,-3 1 5 15,1 0-1-15,-3 2 5 0,-4-1-9 0,0 3 9 16,-3-2-1-16,-1 1-13 0,0 1 8 0,-1 0-25 15,0 0-5-15,0 0-7 0,0 0-17 16,0 0-5-16,0 0-18 0,0 0-42 0,0 0-39 16,-18 0-4-16,18 15 28 0</inkml:trace>
  <inkml:trace contextRef="#ctx0" brushRef="#br0" timeOffset="-83501.32">7310 13966 253 0,'-2'0'25'0,"2"0"7"0,0 0 9 0,0 0 5 16,0 0-31-16,0 0 3 0,0 0-8 0,0-16 4 15,22 16 9-15,-22 0 1 0,14-10 4 0,-14 10-1 16,21-9-4-16,-7 9 4 0,0-10 8 0,3 3-3 16,0 1-1-16,4 0-9 0,0 0-13 0,2-1-18 15,-1 0 9-15,2 1 0 0,-2 1 0 0,-1-1 14 16,-2 0-5-16,1 2-13 0,-1-1 4 0,-1 2-18 16,-2-1-23-16,0 2-13 0,-4-1-41 15,1 1-61-15,-2-1 6 0,-1 3 22 0</inkml:trace>
  <inkml:trace contextRef="#ctx0" brushRef="#br0" timeOffset="-56312.59">5657 14921 202 0,'0'0'43'0,"1"-1"-9"0,-1 0 10 0,0 1 6 15,1 0-32-15,-1 0 9 0,1 0-11 0,1 0-9 16,-2 0-7-16,0 0-4 0,2 0-1 0,-2 0 10 16,0 0-5-16,0 0 5 0,0 0-5 0,2 0 0 15,-1 0-5-15,-1 0 0 0,2 0 5 0,0 0 1 16,1 0 4-16,-1 0 5 0,1 0-9 0,1-16-1 15,-1 16-5-15,0 0 0 0,0-11 15 0,-2 11-5 16,2 0 1-16,-2-10 0 0,1 10-11 16,-1 0 5-16,0 0 10 0,-1-4-11 0,0 4 1 15,2 0 0-15,-2-2-5 0,0 1 11 0,0 1-1 16,0-1-5-16,0 0 5 0,0 1-15 0,0-1 5 16,0-1 0-16,0 2 1 0,0 0 9 0,0-2 5 15,0 2 1-15,0-2-11 0,0 2 0 0,0 0-5 16,0-1 0-16,0 1-1 0,0 0 1 0,0 0 10 15,0 0 0-15,0 0 6 0,0-1 0 0,0 1 0 16,0 0 5-16,0 0 0 0,0 0-10 0,0 0-5 16,0 0-5-16,0 0 10 0,0 0 5 0,0 0 0 15,0 0 5-15,0 0-11 0,0 0 0 16,0 0-5-16,0 0 1 0,0 0-1 0,0 0 10 16,0 0-4-16,0 0-1 0,0 0-5 0,0 0 5 15,0 0 0-15,0 0 6 0,0 0 0 0,0 0-6 16,0 0 11-16,0 0 0 0,0 0 5 0,0 0 1 15,0 0 0-15,0 0-10 0,0 0-1 0,0 0 1 16,0 0-6-16,0 0 6 0,0 0-6 0,0 0 1 16,0 0 4-16,0 0-5 0,0 0 10 0,0 0-16 15,0 0 1-15,0 0 5 0,0 0-11 0,0 0 16 16,0-17-11-16,0 17 6 0,0 0-1 0,0 0 7 16,0 0 10-16,0 0-8 0,0 0 21 15,0 0-12-15,0 0 13 0,0-11-2 0,0 11-1 16,0 0 5-16,0 0-22 0,0 0-1 0,0 0-11 15,0 0-14-15,0 0 18 0,0 0-3 0,0 0-19 16,0 0 16-16,12 0-16 0,-12 0 9 0,0 0 9 16,0 0-6-16,0 0 2 0,0 0-9 0,0 0 14 15,0 0 7-15,0 14-1 0,0-14 2 0,0 0 4 16,0 13-5-16,0-13 6 0,0 12 19 0,0-12-19 16,0 13 4-16,0-6-9 0,0 1-6 15,0 0-2-15,13 1-1 0,-13 0 1 0,0 0 3 0,0 1 2 16,0 1-2-16,0-1 4 0,7 3-17 0,-7-2 20 15,0 1 4-15,0 0-3 0,0-2 7 16,0 1-8-16,0 1 0 0,0-3 2 0,0 2 4 16,0-2-4-16,0 0 0 0,0 1 6 0,0-1-7 15,0 0-3-15,0 1-5 0,0 0 1 0,0-1-10 16,0 1 3-16,0 0 0 0,0-1-4 0,0 0 8 16,0 1-3-16,0 0 0 0,17 0-6 0,-17 0 5 15,0-1-1-15,9 0 0 0,-9-2 6 0,0 2 1 16,11 0-7-16,-11-3-3 0,0 2-3 0,8-1 0 15,-5 1 10-15,2-3 9 0,-2 3-1 0,1-2 1 16,0 0 2-16,1-1-7 0,0 2 8 0,1-4-4 16,-2 1-2-16,1 0 0 0,0 0 9 15,0-3-2-15,3 1 6 0,0 0 3 0,0-1-15 16,2-1 0-16,-1 0-4 0,1 0-4 0,-1 0 0 16,2 0-2-16,-1 0-1 0,2-16 0 0,-1 16-3 15,-1 0 3-15,1-14 1 0,0 14-7 0,1-11-5 16,0 11-17-16,-3-12-17 0,-1 12-28 0,2-13-14 15,-3 7-34-15,0-3-26 0,0 2-12 0,0-1-14 16,0-1 4-16,-1 1 15 0,1-2 28 0,-1 2-4 16,0-2-7-16,-3 1 10 0,-1-1 18 0</inkml:trace>
  <inkml:trace contextRef="#ctx0" brushRef="#br0" timeOffset="-55738.9">5769 14618 1455 0,'13'-10'1'16,"-13"1"17"-16,8 0 6 0,-8 1 6 0,0 0-6 16,0 1-22-16,0 2-23 0,0 1-63 15,0 1-60-15,0-1-63 0,0 3-23 0,0-1-25 16,0 1 10-16,0 1 67 0</inkml:trace>
  <inkml:trace contextRef="#ctx0" brushRef="#br0" timeOffset="-53801.27">6418 15142 163 0,'-3'0'9'0,"3"0"9"0,0 0-6 0,-4 0 15 16,4 0-12-16,-3 10-8 0,2-10 9 16,-1 0-13-16,0 0 3 0,-1 5-4 0,1-5 10 0,0 0 6 15,0 5 4-15,-1-4 9 0,0 1-14 16,1 1 1-16,0-1 0 0,0-1-11 0,0 2 0 16,-1-2 4-16,1 0-4 0,1 3 8 0,-1-3-9 15,2 0-5-15,-2 0 4 0,0 0-4 0,1 1 4 16,1-2-10-16,-1 2 1 0,1-1 4 0,0 0 5 15,0 0-1-15,0-1 1 0,0 2-5 0,0-2-10 16,0 0 10-16,0 0 6 0,0 0-6 0,0 0 14 16,0 0-4-16,0 0-15 0,0 0 11 0,0 0-5 15,0 0 10-15,0 0-1 0,0 0 0 0,0 0 5 16,0 0-10-16,0 0 10 0,0 0 0 0,0 0-1 16,0 0-9-16,0 0 0 0,0 0 5 0,0 0-10 15,0 0 15-15,0 0-20 0,0 0 0 16,0 0 0-16,0 0-9 0,0 0 24 0,0 0-1 15,0 0 1-15,0 0 9 0,0 0 2 0,0 0-16 16,0 0 17-16,0 0 13 0,0 0-16 0,0 0 22 16,0 0-5-16,0 0-18 0,0 0 11 0,0 0-22 15,0 0-7-15,0 0 11 0,0 0-6 0,0 0 1 16,0 0 0-16,0 0-6 0,0 0-5 0,0 0 11 16,0 0 4-16,0 0-15 0,16 0 11 0,-16 0-1 15,0 0-5-15,12 0 21 0,-12 0-4 0,9 0-4 16,-9 0 9-16,10 0 0 0,-3 0 7 0,-1 0 8 15,2 0-10-15,-2 0-5 0,1 0 7 16,3 0-18-16,-3 0 16 0,0 0-11 0,1 0-5 16,0 0 3-16,-1 0-11 0,0 0 11 0,0 0 0 15,2 0 1-15,-3 0 6 0,1 0 6 0,-1 0-13 16,3 0 16-16,-2 0-3 0,0 0-12 0,-1 0 21 16,0 0-15-16,2 0 0 0,-1 0-1 0,0 0-18 15,-2 0 5-15,0 0-9 0,2 0 10 0,-2 0-5 16,0 0 0-16,0 0 4 0,-1 0-10 0,3 0 3 15,1 0 1-15,-3 0 3 0,1 0 2 16,0 0-1-16,-1 0-1 0,2 0-3 0,-2 0-1 0,0 0 9 16,-3 0-9-16,2 0 5 0,-1 0 1 0,2 0-7 15,-1 0 2-15,1 0-2 0,-2 0 0 16,0 0 0-16,0 0 6 0,1 0-5 0,-2 0 4 16,1 0 3-16,1 0-9 0,1 0 7 0,-4 0-6 15,2 0 4-15,0 0 5 0,-2 0-4 0,0 0 3 16,0 0-4-16,0 0-1 0,-1 0 2 0,0 0 0 15,0 0-1-15,0 0-2 0,0 0 4 0,0 0-9 16,0 0 8-16,0 0-3 0,0 0-32 0,0 0-34 16,0 0-65-16,0 0-84 0,0 0-43 0,0 0-22 15,0 0-8-15,0 0 90 0</inkml:trace>
  <inkml:trace contextRef="#ctx0" brushRef="#br0" timeOffset="-45452.87">7260 14933 145 0,'0'0'14'0,"0"0"5"0,0 0 5 0,0 0 0 16,0 0 19-16,0 0 10 0,0 0-4 15,0 0-6-15,0 0-32 0,0 0-15 0,0 0 4 16,0 0 5-16,0 0 5 0,0 0 0 0,0 0-4 0,0 0 10 16,0 0-5-16,0 0 31 0,0 0 6 15,0 0-6-15,0 0 1 0,0 0-33 0,0 0-4 16,0 0-6-16,0 0 5 0,0 0 0 0,0 0-5 16,0 0 0-16,0 0 0 0,0 0 0 0,0 0 15 15,0 0 7-15,0 0-11 0,0 0 5 0,0 0-15 16,0 0 10-16,0 0 5 0,0 0 0 0,0 0 5 15,0 0-16-15,0 0-4 0,0 0-6 0,0-17 5 16,0 17 0-16,0 0-11 0,0 0 5 0,0 0-4 16,0 0-1-16,15 0 22 0,-15 0-11 0,0 0 11 15,0 0 0-15,0 0-5 0,0 0 5 16,0 0-16-16,0 0 5 0,0 0 6 0,0 0 6 16,0 0 5-16,0 0-1 0,0 0-9 0,0 0 5 15,0 0 5-15,0 0 0 0,0 0-1 0,0 0-4 16,0 0-1-16,0 0-6 0,0 0 0 0,-13 0-10 15,13 0 6-15,0-13-6 0,0 13 0 0,-10 0 4 16,10 0-6-16,0 0 1 0,-7 0 1 0,7 0 10 16,-7 0-16-16,4 0 11 0,0 0-6 0,0 0-10 15,0 0 6-15,0 0 4 0,-2 0 12 0,3 0 4 16,-1 0 6-16,-1 0-16 0,1 0 4 0,-2 13-13 16,2-13 4-16,-1 0 5 0,-1 9-5 0,1-9 10 15,0 8-10-15,0-8-6 0,0 10 12 0,-1-5-1 16,2 1 1-16,-1-1 5 0,-2 2-15 15,2 0 10-15,0-1 5 0,-1 2 0 0,0-3 0 16,1 3-16-16,-3-1 0 0,2 2 11 0,0 0 6 16,1-1-1-16,-1 3-35 0,0-1 25 0,0-3 0 15,0 2-25-15,2-3 35 0,-3 1-36 0,3-1 6 16,-1-1 23-16,1 1 13 0,1 1 0 0,-3-1-1 16,2 1 13-16,0 1-24 0,2-2 17 0,0 2-6 15,0 0-6-15,1-1 12 0,-1-3-11 0,0 3 3 16,1-3 3-16,0 3 4 0,0-3 0 0,0 1-16 15,0-2 0-15,0 3-1 0,0-2-4 16,0 0 5-16,0 1 5 0,0-1-4 0,0 2 4 16,0-1 5-16,0 0 0 0,0-1 0 0,0 3 0 15,0-1-1-15,0-1-10 0,0 0 6 0,0 0 0 16,12-1 0-16,-12 1 5 0,0 0-5 0,0-1-5 16,0 0 5-16,0-1 0 0,0 1 0 0,0 1 9 15,9-2-9-15,-9 2 4 0,0-1 5 0,2 0-9 16,0-1 5-16,0 2 5 0,-1-2-2 0,-1-2-3 15,2 3-1-15,1-3-9 0,-1 2 1 0,0-2 13 16,0 0-4-16,2 2 3 0,0-2-7 0,-1 1-2 16,1 0 2-16,-1-1 8 0,1 0-1 15,1 0-10-15,-2 1 14 0,1-2-12 0,2 0 8 16,-1 0-2-16,0 1-5 0,1-1 3 0,0 0 1 16,1 0 4-16,-2 0 2 0,2 0 1 0,0 0-10 15,0 0 10-15,1 0-3 0,1 0-9 0,-2 0 9 16,1 0-14-16,0 0-4 0,-1 0 9 0,0 0-2 15,-1-14 6-15,3 14-4 0,-3 0 0 0,0 0 4 16,-1 0-2-16,0 0 13 0,1 0-5 0,-1-8-3 16,0 8 4-16,-2 0-1 0,1-4 2 0,-1 4-8 15,1-6 1-15,1 3-7 0,-1-1-2 0,-1 0 5 16,2-1-6-16,-2 1 1 0,2 1-1 0,0-2-2 16,-1 1 0-16,2 2 3 0,-2-3-1 0,-1 1-1 15,1 1 0-15,0-1-6 0,-1 0 13 16,0-1 2-16,0 2-2 0,2-3 6 0,-3 3-13 15,0-1 4-15,-1 0 9 0,1 0-7 0,0-1-4 16,0 2-2-16,-1-3-1 0,-1 0 4 0,0 1 3 16,0 0 6-16,0 0-9 0,0 0-1 0,0 0 6 15,0-1-10-15,0-1 3 0,0 1-4 0,2 0-2 16,-2 0 4-16,0-3 1 0,0 3 8 0,0-2 1 16,0 1 1-16,0-2 0 0,0 3-5 0,0-1-1 15,0 0 10-15,0 3-4 0,0-1-7 0,-14 0 11 16,14 1-18-16,0 0 6 0,0 1 12 0,-11-2-10 15,11-1 6-15,0 0 5 0,-7 1 0 16,7 0 0-16,-6-3 9 0,1 4-4 0,2 1-1 16,-2-3 6-16,0 0 1 0,2 3 1 0,-3-2 5 15,1 0-7-15,-1 0 1 0,-1-1 0 0,0 1-9 16,0-1 7-16,0 2-9 0,-3-1-9 0,2 2-4 16,1-3-4-16,-2 3-1 0,1 0 4 0,1 0 0 15,0 1-4-15,1 1-5 0,-1-2 0 0,0 1-18 16,3 1-23-16,-1 1-25 0,0-3-47 0,0 3-17 15,0-2-36-15,1 0-17 0,1 1 11 0,0-2-3 16,1 2-1-16,0-2-56 0,1 2 36 16</inkml:trace>
  <inkml:trace contextRef="#ctx0" brushRef="#br0" timeOffset="-44119.92">7891 15082 184 0,'0'0'6'16,"0"0"6"-16,0 0 7 0,0 0 4 0,0 0 0 15,0 0-10-15,0 0 8 0,0 0-9 0,0 0 11 16,-11 0 11-16,11 0-9 0,0 0 9 0,0 0-41 16,0 0 36-16,-7 0-1 0,7 0 12 0,0 0 19 15,-5 0-37-15,5 0 6 0,-3 0-11 0,1 0 11 16,2 0-17-16,-2 0 7 0,1 0-1 0,0 0-11 15,1 0 28-15,-1 0-22 0,1 0 0 16,0 0 17-16,-1 0-22 0,1 0 5 0,-1 0-52 16,-1 0 41-16,1 0 12 0,0 0 5 0,-1 0 41 15,2 0-46-15,-2 0 0 0,2 0 6 0,-1 0 0 16,1 0 0-16,0 0 6 0,0 0-1 0,0 0 11 16,-1 0 0-16,1 0-12 0,-1 0 2 0,1 0-1 15,0 0-7-15,0 0-4 0,0 0 2 0,0 0 2 16,0 0-5-16,0 0 15 0,0 0-12 0,0 0 1 15,0 0 5-15,0 0-6 0,0 0-3 0,0 0-2 16,0 0 6-16,0 0 1 0,0 0 3 0,0 0 6 16,0 0-3-16,0 0-2 0,0 0 3 0,0 0-17 15,0 0 5-15,0 0 1 0,0 0-4 16,0 0 6-16,0 0-8 0,0 0 2 0,0 0-17 16,0 0 9-16,0 0 5 0,0 0-10 0,0 0 9 15,0 0 2-15,0 0-5 0,11 0-2 0,-11 0 12 16,0 0-18-16,0 0 4 0,8 0 10 0,-8 0-3 15,10 0 8-15,-6 0 0 0,0 0-11 0,2 0-6 16,-1 0 13-16,3 0-2 0,-1 0 3 0,2 0 7 16,-2 0-5-16,3 0 7 0,-1 0 7 0,1 0-4 15,0 0-1-15,-1 0-10 0,1 0 3 0,-1 0-2 16,2 0-3-16,-2 0 3 0,0 0-4 0,2 0 5 16,-2 0-7-16,1 0 8 0,0 0-16 15,0 0 8-15,-1 0 0 0,1 0-6 0,0 0 3 0,-2 0-10 16,1 0 3-16,-2 0 0 0,0 0 7 15,0 0 1-15,0 0 1 0,0 0-3 0,-2 0 2 16,0 0 1-16,-1 0-7 0,2 0 4 0,-5 0 0 16,3 0-3-16,-1 0 9 0,-1 0-3 0,1 0-3 15,-1 0-5-15,0 0 0 0,-1 0-7 0,1 0-29 16,0 0-22-16,-1 0-34 0,1 0-32 0,0 0-24 16,0 0-22-16,-1 0-13 0,0-10 22 0,1 10 23 15,-2 0 7-15,1 0-54 0,-1-9 15 0,0 9 28 16</inkml:trace>
  <inkml:trace contextRef="#ctx0" brushRef="#br0" timeOffset="-43468.82">7931 15270 330 0,'-2'2'5'0,"1"-2"6"0,1 1 1 16,-2-1 13-16,2 0-12 0,0 0 3 0,-2 2-5 16,2-2-9-16,-1 0 12 0,0 0-3 0,0 0 8 15,-1 0-5-15,0 0 1 0,2 0 0 0,-2 0-4 16,1 0 8-16,-1 0 1 0,0 0 9 15,1 0 3-15,-1 0-4 0,2 0 19 0,-1 0-9 16,1 0 7-16,0 0-5 0,-1 0-6 0,1 0-6 16,0 0-6-16,0 0 11 0,0 0-10 0,0 0 14 15,0 0-1-15,0 0 0 0,0 0-7 0,0 0-4 16,0 0 0-16,0 0-5 0,0 0 7 0,0 0-5 16,0 0-4-16,0 0-4 0,0 0-5 0,0 0-4 15,12 0-6-15,-12 0 6 0,0 0 0 0,9 0 3 16,-9 0 14-16,10 0-14 0,-4 0 0 15,0 0 6-15,2 0 0 0,2 0 11 0,-1 0 0 16,1 0 4-16,2 0-2 0,-2 0 12 0,2 12 7 16,0-12-2-16,2 0-2 0,-1 0-3 0,-1 0-7 15,1 0-3-15,0 0 4 0,-1 0-8 0,0 0-7 16,-1 0-6-16,0 0-5 0,-1 0-7 0,-2 0 7 16,-1 0 0-16,-1 0-6 0,2 0 6 0,-3 0-8 15,-1 0-10-15,0 0-30 0,0 0-38 0,0 0-58 16,-1-14-52-16,1 14-39 0,-1 0-11 0,0-8 18 15,-1 8 13-15,1-8 18 0,-1 8 45 0</inkml:trace>
  <inkml:trace contextRef="#ctx0" brushRef="#br0" timeOffset="-42170.6">8681 15166 186 0,'0'0'10'0,"0"0"5"16,0 0 2-16,0 0 4 0,0 0 1 0,0 0-4 15,0 0 4-15,0 0 11 0,0 0-4 0,0 0 8 16,0 0 5-16,0 0-20 0,0 0 0 0,0 0-5 16,0 0 8-16,0 0 10 0,0 0 4 0,0 0 6 15,0 0-13-15,0 0 0 0,0 0 3 16,0 0-5-16,0 0 11 0,0 0-5 0,0 0-2 16,0 0 0-16,0 0-1 0,0 0-1 0,0 0-14 15,0 0-1-15,0 0 0 0,0 0-1 0,0 0 0 16,0 0 7-16,0 0-13 0,0 0 6 0,0 0 8 15,0 0-10-15,0 0-4 0,0 0-1 0,0 0-14 16,0 0 9-16,0 0-8 0,0 0-1 0,0 0 0 16,0 0-4-16,0 0 15 0,0 0-5 0,0 0 23 15,0 0-9-15,15 0 7 0,-15 0 6 0,0 0-8 16,18 0 7-16,-18 0-8 0,16 0-4 0,-6 0 2 16,1 0-7-16,-2 0 2 0,2 0-9 0,-1 0-3 15,0 0 4-15,1 0-7 0,0 0 7 0,-2 0-5 16,1 0 10-16,-2 0-10 0,2 0 2 15,-2 0 0-15,-2 0-13 0,0 0 12 0,-2 0-16 16,1 0-17-16,-3 0-34 0,1 0-26 0,0 0-29 16,-3 0-20-16,0 0 9 0,2 0-2 0,-1 0 17 15,-1 0-5-15,2 0-20 0,0 0 25 0</inkml:trace>
  <inkml:trace contextRef="#ctx0" brushRef="#br0" timeOffset="-40976.57">9083 14866 446 0,'0'0'0'0,"0"0"5"0,0 0-4 16,0 0 5-16,0 0 9 0,0-15-13 16,20 15 24-16,-20 0 9 0,0 0 1 0,22-10 13 0,-22 10-15 15,22 0-9-15,-11-6-10 0,3 6 6 16,-1 0-6-16,0-3 0 0,2 3 1 0,-3 0-6 16,1 0 1-16,-1 0-10 0,-1 0 0 0,-1 0-1 15,-2 0 11-15,0 19 0 0,-3-19 15 0,1 0-20 16,-4 17-4-16,-1-17 14 0,-1 14-25 0,0-14 20 15,0 15-5-15,0-5-9 0,0 0 20 0,0 2-21 16,-22-1-6-16,22 4 22 0,-16-4-15 0,16 5 21 16,-16-3-6-16,16 0-26 0,-20 0 3 0,10-1 7 15,10 0 10-15,-15-2-41 0,8-3 52 0,1 1-22 16,2-4 6-16,1-1 41 0,1 0-83 0,1-3 40 16,1 0-46-16,0 0 40 0,0 0-12 0,0 0 19 15,0 0 35-15,0 0-30 0,0 0 31 16,0 0-42-16,0 0 6 0,0 0-12 0,16 0 12 15,-16 0-6-15,0 0 0 0,0 0 0 0,9 0-5 16,-9 0 11-16,7 0 0 0,-7 0-35 0,9 0 46 16,-3 0-5-16,1 0-47 0,1 0 76 0,-2 0-34 15,3 0-12-15,0 0 40 0,-1 0-59 0,-1 0-16 16,3 0 11-16,-4 0 6 0,0 0 19 0,-1 11 5 16,-1-11 10-16,0 9 0 0,2-9 5 0,-5 8 5 15,3-2-3-15,-2-2 6 0,3 0 7 0,-5 1 23 16,2-1-7-16,-2-1 5 0,0 1 12 15,0 3-18-15,0-1-5 0,0-1 14 0,0 0-4 0,0 3-9 16,0-2 6-16,-18 2-24 0,18-1-18 0,0 0 7 16,-18-1-3-16,18 1-5 0,-17 0 4 15,8-2 5-15,-2 1-12 0,1-1 8 0,-3 0 3 16,3-1-8-16,-3 1 4 0,2-2 0 0,-2 1-31 16,3-2-24-16,1-1-41 0,0 3-32 0,0-3 6 15,1 3 10-15,2-1 21 0,0-1 14 0,0 0-4 16,3 1-1-16,-1 1-6 0,2-2-21 0,1 0 21 15,-1 0 14-15</inkml:trace>
  <inkml:trace contextRef="#ctx0" brushRef="#br0" timeOffset="-40248.44">9600 14892 380 0,'2'-4'10'0,"0"2"12"0,0-2 25 0,-1 2 21 16,-1 0-7-16,0 1 0 0,0-1-15 0,0 1-14 16,0 0 16-16,0 0-10 0,0-1 1 0,0 2-10 15,0-2-12-15,0 2-1 0,-15-2-5 0,15 2 4 16,0 0-15-16,0 0 5 0,0 0-4 0,0 0-1 16,-9 0 6-16,9 0-7 0,0 0-9 0,-5 0 4 15,5 0 5-15,-5 0 1 0,3 0 5 0,-2 0 1 16,-1 17-10-16,1-17 0 0,-1 0 4 0,-2 18-3 15,1-18-1-15,0 18 10 0,-3-8-5 16,1 1 0-16,1-2-5 0,0 3 5 0,-1 1-5 16,1 0 5-16,2-2 6 0,0 0-15 0,2-1 10 15,0 3-41-15,-1-1 12 0,2-2 39 0,0-3-29 16,2 2 23-16,0 0 0 0,0-1-36 0,0 2 24 16,0 0 11-16,0-3 0 0,0 4 0 0,0 0 5 15,17 0-16-15,-17 1-1 0,0 0-5 0,17-1 12 16,-17-2 21-16,17 1-10 0,-17-2 0 0,15 0 0 15,-5 0-10-15,-1-4 15 0,2 0-11 0,-1 0-4 16,-1-2 16-16,0 0-5 0,1-2 5 0,1 0-1 16,-2 0 1-16,2 0-11 0,-1 0 0 0,1 0 11 15,1-18-20-15,-1 18 9 0,3-15 5 16,-3 15-10-16,0-18 6 0,1 18-15 0,-2-19 16 16,-1 7-6-16,0 3 16 0,-2-4 21 0,-1 4 7 15,-1-2 14-15,0 2 9 0,-1 1-4 0,-1-1-2 16,-2 3 7-16,-1 0-5 0,0 0 6 0,0 1-4 15,0-4-8-15,0 1-1 0,-23 0-9 0,23-3-13 16,-18 0-5-16,18-2-13 0,-25 0-2 0,13 0-7 16,0 1-3-16,-1-1-5 0,0 1-2 0,1 2 1 15,3 0-9-15,0 2-12 0,4 2-25 0,-3 1-32 16,4 0-52-16,1 1-27 0,1 0-32 0,0 2-9 16,0-1 26-16,1 3 12 0,1-1 36 0,0 1 9 15,0 0-33-15,0 0-4 0,0 0 20 16</inkml:trace>
  <inkml:trace contextRef="#ctx0" brushRef="#br0" timeOffset="-39536.16">10082 14644 449 0,'0'-3'-4'0,"0"1"19"16,0-1 26-16,0 0-1 0,0 2 10 0,0-2-20 16,0-1-19-16,0 2 8 0,0-1 1 0,0 1 14 15,0-2-4-15,0 0-4 0,0-1 16 0,0 1 1 16,0 2-5-16,0 0 10 0,0-1-15 0,13 3-16 15,-13-1 5-15,0 1-6 0,0 0-6 0,0 0-1 16,0 0-4-16,0 0-10 0,0 0 8 0,0 0-3 16,0 0 14-16,0 0-4 0,0 14-8 0,0-14 19 15,0 0-10-15,0 13 11 0,0-13 12 0,0 13-4 16,0-5 13-16,0 2 2 0,0 0-4 0,0 0 0 16,0 2-8-16,0 1-5 0,-20 0-5 0,20 0-8 15,0 0 4-15,0 2 10 0,0-1-1 16,0 1 9-16,0-1-5 0,0 1-7 0,0-1 7 15,-10 0-4-15,10 0-3 0,0 0 1 0,0 0-5 16,0 0 5-16,0-1 2 0,0 1 0 0,0 0 3 16,0 1-7-16,0-2 0 0,0 2-10 0,0-1-3 15,0-1-4-15,0 0-2 0,14 0 2 0,-14-1 4 16,0-2 2-16,12 0 4 0,-12 1-2 0,7-1-8 16,-7-1-1-16,8 0-5 0,-4-1 1 0,0-1 6 15,1 0-6-15,-3 0 1 0,1-2 4 0,1 2-10 16,0-3 6-16,-3-1 0 0,2 1-8 0,0 1 7 15,0-3-4-15,0 1 0 0,1 0-1 16,-2-2-23-16,0 2-25 0,1-2-35 0,-2-1-42 16,0 1-42-16,1-1-25 0,0 0-34 0,0 0 7 15,3 0 31-15,0 0 8 0,2 0 39 0,1-19-12 16,1 19 29-16,-1 0 43 0</inkml:trace>
  <inkml:trace contextRef="#ctx0" brushRef="#br0" timeOffset="-38616.96">10475 14666 473 0,'2'-4'9'0,"1"3"2"16,1-1 9-16,-4 1 5 0,3 0-19 0,-2 0 0 15,0 1-1-15,0 0 0 0,-1 0 24 0,0 0-1 16,0 0 1-16,1 0-9 0,-1 0-5 0,0 0 9 15,0 0-3-15,0 16 20 0,0-16-5 0,0 0-4 16,0 15 11-16,0-15-6 0,0 17-5 0,0-8 14 16,0 2-19-16,0 0-4 0,0 3 8 0,-14-1-29 15,14 1 11-15,0 0 9 0,0 0-8 0,0 0 22 16,-7 0 7-16,7-1 4 0,0 1 0 0,0 0 5 16,0-1 6-16,0 1-17 0,0-1 3 15,0-1-10-15,17 1-15 0,-17-1 5 0,0-1-8 16,0 1-12-16,15-1 4 0,-15-2-6 0,0 2 9 15,11-2-2-15,-11 0-4 0,9 0-6 0,-9-2 2 16,9 1 4-16,-4-3 0 0,0 0 6 0,0-1-11 16,2-2 3-16,0 0 1 0,-2 0-7 0,3-2 12 15,0 0-8-15,-1 0 8 0,0 0-5 0,2 0-7 16,0 0-13-16,-2 0-36 0,1-16-24 0,-2 16-32 16,1 0-14-16,-1-14-13 0,-1 14 3 0,0 0 8 15,0-14 5-15,0 14-1 0,0-11-28 0,-1 11-36 16,1-11 28-16</inkml:trace>
  <inkml:trace contextRef="#ctx0" brushRef="#br0" timeOffset="-38227.78">10337 14901 776 0,'-2'0'0'0,"2"0"23"15,-1 0 6-15,1 0 17 0,0 0 4 0,0 0-21 16,0 0-12-16,0 0-7 0,0 0 0 0,0 0 4 15,22 0 11-15,-22-19-14 0,0 19 11 0,19 0 6 16,-19-14 4-16,15 14 8 0,-15 0-16 0,17-11-10 16,-8 11-9-16,-1-8-8 0,2 8 7 0,-3-4 0 15,2 4-4-15,1-4 9 0,-2 4-9 0,1-1 1 16,2 0 8-16,-3 0-5 0,1 0 1 0,0 0-2 16,1 1-16-16,-1 0-17 0,0 0-32 15,0-1-16-15,0 1-9 0,-2 0-11 0,0-1 16 16,1 1-7-16,-2-1-20 0,0 0-35 0,-1 1-24 15,1-2 26-15</inkml:trace>
  <inkml:trace contextRef="#ctx0" brushRef="#br0" timeOffset="-37787.55">10886 14995 931 0,'0'5'42'15,"0"-3"54"-15,2 1 64 0,-1-1 46 16,0-2-3-16,1 0-55 0,1 0-58 0,0 0-47 16,1 0-37-16,1 0-4 0,0 0-6 0,2-15 6 15,0 15-4-15,2 0 6 0,1-15-2 0,1 15-5 16,0-11 1-16,-1 11-7 0,1 0-1 0,-2-9 8 15,2 9-2-15,1-5 4 0,-3 5-2 0,0 0-4 16,3 0-1-16,-3 0 8 0,0 0-6 0,2 0-15 16,-4 0-26-16,0 17-52 0,0-17-40 0,-1 0-47 15,-2 0-32-15,0 0 2 0,1 13-10 0,-1-13-40 16,1 0 58-16</inkml:trace>
  <inkml:trace contextRef="#ctx0" brushRef="#br0" timeOffset="-31968.37">11608 14728 239 0,'2'0'5'0,"-2"0"24"15,0 0 6-15,1 0 5 0,-1 0 0 0,0 0-6 16,0 0-5-16,0 0-1 0,0 0-4 0,0 0-14 16,0 0 5-16,0 0 0 0,0 0 5 0,0 0 0 15,0 0-1-15,0 0-4 0,0 0 5 0,0 0-1 16,0 0-9-16,0 0 14 0,0 0-4 0,0 0-5 15,0 0 11-15,0 0-11 0,0 0 1 16,0 0 0-16,0 0 0 0,0 0-5 0,0 0 0 16,0 0 9-16,0 0-20 0,0 0 15 0,0 0-15 15,0 0-9-15,0 0 19 0,0 0 0 0,0 0-6 16,0 0 6-16,0 0-14 0,0 0-16 0,0 0 21 16,0 0-2-16,0 0 16 0,0 0-5 0,0 0-10 15,0 0-10-15,0 0 5 0,0 0 0 0,0 0 5 16,0 0 5-16,0 0-15 0,0 0 14 0,0 0 1 15,0 0-10-15,0 0 10 0,0 0-5 0,0 0 1 16,0 0 4-16,0 11 1 0,0-11-1 16,-11 11 5-16,11-4 0 0,-10 0-4 0,10 1-6 0,-12 1-8 15,4 1 9-15,0 0-4 0,2 0 20 0,-1 0 0 16,1 1 10-16,0-2 5 0,0 1-25 16,-2 1 15-16,1 0-13 0,1-2-2 0,-2 1 6 15,1 2-5-15,-1-1-6 0,1-1 1 0,1-1 3 16,-1 2-9-16,2-2 4 0,0-1 0 0,1 2-3 15,-1-4-1-15,2 0 5 0,1 2-1 0,-2-2-1 16,2 0 10-16,2-1-4 0,0 1-7 0,0-3-4 16,-2 1 5-16,2 1 1 0,0-3-1 0,0 1 1 15,0-3-4-15,0 2-8 0,0 0 7 0,0 0 15 16,0 1-6-16,0 0-2 0,0-2-2 16,0 1-11-16,0 1 5 0,0 1 15 0,0-2-5 15,0 0-3-15,0 1-1 0,0 0 1 0,0 1-20 16,0 0 24-16,0-2-5 0,0 0-10 0,0 1 28 15,0 0-37-15,0-2 0 0,0 0-2 0,0 0-11 16,0 1 25-16,0-1 5 0,0 0 11 0,0 1-10 16,0-2 5-16,0 2-4 0,0-1-11 0,0 0 21 15,0 1-6-15,0-2 0 0,0 0 12 0,0 0 0 16,0 0-5-16,0 0 10 0,19 0-15 0,-19 0 19 16,12 0-10-16,-12 0 6 0,18 0 15 0,-9 0-16 15,4 0 9-15,-1 0-14 0,-1-13 4 0,4 13 0 16,-3 0 2-16,2 0 3 0,1-9-4 0,-1 9 12 15,0-9-10-15,2 9 2 0,-4-8-1 0,0 2-17 16,1 1 13-16,-2 4-9 0,-1-4-1 16,-1 4-9-16,-1-2 9 0,-3 1 1 0,2 1 1 15,-2 1 0-15,-1-1-12 0,-3 0 4 0,0 1-8 16,1 0 4-16,-2 0 3 0,0 0-6 0,0-1 5 16,0 0 7-16,0 1-17 0,0 0-6 0,0 0-22 15,0 0-35-15,0 0-19 0,0 0-47 0,0 0-10 16,0 0-8-16,0 0 7 0,-20 0 32 0,20 0-6 15,-13 0-9-15,13 0-21 0,-16-14 23 0</inkml:trace>
  <inkml:trace contextRef="#ctx0" brushRef="#br0" timeOffset="-31536.16">11621 14818 410 0,'0'-6'15'16,"0"0"15"-16,0 2 11 0,0-1 24 0,10-1-5 15,-10 1-25-15,0 0 4 0,4 1-24 0,-4-1 10 16,4 0 6-16,-3 2-5 0,0-2 15 0,0 3-24 16,-1 0 10-16,2 1-6 0,-2-1-14 0,0 2 3 15,0 0 0-15,0 0-10 0,0 0 10 16,0 0-5-16,0 0-5 0,0 0 0 0,0 0-15 15,0 0 20-15,0 0-4 0,0 0 15 0,0 17 10 16,0-17 6-16,0 12 6 0,0-12 11 0,0 16 17 16,0-5-20-16,0 1 21 0,0 2-15 0,0 1-14 15,14 1 24-15,-14 2-29 0,0 2 12 0,0 0 0 16,0 2-20-16,0-1 7 0,0 3-14 0,8-2-3 16,-8-2 5-16,0 2 0 0,5-2 10 0,-5 0-3 15,2-2-5-15,-2-2 2 0,0-2-8 0,0 1 3 16,2 0-3-16,0-2-2 0,-1 0-3 0,0-3-7 15,1 1-3-15,1-2-2 0,-3 0-1 16,3-3 5-16,-1 3 3 0,0-4-22 0,3 3-38 16,-3-3-43-16,1-2-58 0,-1 0-37 0,1 2-27 15,0-4-8-15,1 1 32 0,-1-2 36 0,-3 0 24 16,3 0-9-16,-3 0 24 0</inkml:trace>
  <inkml:trace contextRef="#ctx0" brushRef="#br0" timeOffset="-30607.15">11837 14514 430 0,'0'0'5'0,"0"0"9"0,0 0-4 16,0 0 10-16,0 0-5 0,0 0-4 0,0 0-6 15,0 0 6-15,0 0 4 0,0 0-4 0,0 0 14 16,0 0-5-16,0 16-5 0,16-16 10 16,-16 11-6-16,0-11 1 0,11 15 15 0,-11-7-10 0,14-1 5 15,-6 2 1-15,3 1-15 0,1 0 10 16,-1 0-4-16,-2 0-1 0,2 3 9 0,1-1-3 15,-2 1 6-15,2 1 9 0,-1 0-4 0,1 0 5 16,-4 1 4-16,2 2-5 0,0-1 14 0,-2 2-6 16,-2 2 4-16,-1 0-11 0,-1 0-13 0,-4 3-1 15,0 1-19-15,0 0 11 0,0 2-8 0,0 1 4 16,0 0-2-16,-23 0-10 0,23 0 0 0,-21 0-12 16,21-1 9-16,-21-1-12 0,10 0-35 0,-1 0-59 15,0-4-68-15,1-1-48 0,-1 0 8 0,3-2 23 16,-2-2 12-16,-1-1 23 0,3-2 29 0</inkml:trace>
  <inkml:trace contextRef="#ctx0" brushRef="#br0" timeOffset="-27924.55">6826 15988 167 0,'0'-1'10'0,"0"-1"10"0,0 1 11 16,0-2 6-16,0 2-4 0,0 0 0 0,0-2-5 15,0 2 3-15,0 1-5 0,0-2 4 0,0 0 4 16,0 2-4-16,0-1 9 0,0 1-1 0,0 0 6 16,0 0 11-16,0 0-3 0,0 0 9 15,0 0 0-15,0 0 5 0,0 0 3 0,0 0-8 16,0 0-15-16,0 0-17 0,0 0-14 0,0 0-5 15,0 0 3-15,0 0 0 0,0 0-4 0,0 0-4 16,0 0 0-16,0 0-14 0,0 0 4 0,0 0 5 16,0 0-14-16,0 0 3 0,0 0 6 0,0 0-2 15,0 13 16-15,0-13 7 0,0 12 5 0,0-3-5 16,0 1-5-16,0 3-4 0,0 1 0 0,0 1 0 16,0 4 0-16,0-4-1 0,0 4 0 0,0 1-12 15,0 0 9-15,0-1 9 0,0 1-4 0,0 0 10 16,0-2-7-16,0 3 1 0,0-3 12 0,0 1-3 15,0 0 15-15,0 0 1 0,0-1-12 16,16-1 13-16,-16 2-18 0,0-2-7 0,0 0 0 16,0-1-3-16,0-1-5 0,0-1 4 0,13-1 6 15,-13-2-5-15,7 0 16 0,-7-3-5 0,7 0-10 16,-2-2 5-16,-1-1-7 0,3-1 8 0,-1-1 5 16,1-1-3-16,-2-1-1 0,2-1-8 0,2 0 1 15,-1 0-4-15,0 0-6 0,1 0 3 0,3 0-4 16,-3 0-1-16,1-19 4 0,1 19-11 0,-2 0-29 15,-1-17-23-15,2 17-45 0,-1-11-23 0,0 11-19 16,0-12-16-16,-1 12-8 0,0-12 13 0,0 7 24 16,1-2 19-16,-4 1 25 0,2-1-5 15,-1 2-20-15,-1-1 8 0,0 0 25 0</inkml:trace>
  <inkml:trace contextRef="#ctx0" brushRef="#br0" timeOffset="-27503.59">6905 15769 996 0,'2'-6'-1'0,"1"1"-9"0,0-1 5 0,-1 1 4 16,0-1 5-16,-1 0-5 0,1 4-42 0,0 1-55 16,-1 0-19-16,0 1-20 0,1 0 11 0,0 0-10 15,0 0 1-15,1 0 33 0</inkml:trace>
  <inkml:trace contextRef="#ctx0" brushRef="#br0" timeOffset="-25140.1">7551 16289 221 0,'-1'0'18'0,"0"0"6"0,1 0-3 0,-1 0 18 15,-1 0-13-15,1 0-9 0,1 0 12 0,0 0-16 16,-1-15-1-16,1 15 11 0,-1 0-7 0,1 0 6 16,0 0 0-16,0-11-8 0,0 11 12 0,-2 0-4 15,2-7 0-15,-1 7 22 0,1 0-13 16,0 0 22-16,0 0 11 0,0 0-12 0,0 0 10 16,0 0-16-16,0 0-6 0,0 0 0 0,0 0-2 15,0 0 0-15,0 0 8 0,0 0 7 0,0 0-12 16,0 0 5-16,0 0-15 0,0 0-4 0,0 0 9 15,0 0-15-15,0 0 1 0,0 0-10 0,0 0-2 16,0 0 4-16,0 0-6 0,0 0-9 0,0 0 2 16,0 0-11-16,0 0 3 0,0 0 7 0,0 0-1 15,0 0 3-15,0 0 4 0,0 0-1 0,0 0-2 16,20 0 1-16,-20 0-7 0,15 0 5 16,-15 0-5-16,19 0 9 0,-19 0-2 0,20 0-8 0,-9 0 10 15,1 0-11-15,-2 0 8 0,3 0 5 0,-1 0-11 16,1 0 7-16,1 0-1 0,-3 0-7 15,2 0 1-15,-4 0 1 0,1-8-4 0,1 8 10 16,-4 0-1-16,0 0 1 0,-1 0-4 0,0 0-5 16,-3 0 2-16,-1 0-16 0,2 0-19 0,-3 0-31 15,0 0-27-15,-1 0-11 0,1 0-15 0,-1 0-19 16,0 0 10-16,0 0 3 0,0 0 19 0,0 0 15 16,0 0-38-16,0 0 15 0,0 0 21 0</inkml:trace>
  <inkml:trace contextRef="#ctx0" brushRef="#br0" timeOffset="-24748.72">7568 16480 368 0,'0'1'10'16,"0"0"13"-16,0-1 6 0,0 0-3 0,0 0 3 15,0 0-8-15,19 0 4 0,-19 0 7 0,0-16-8 16,19 16-2-16,-19 0-12 0,17 0 8 0,-17-11 5 15,16 11-10-15,-16 0 16 0,21 0 3 0,-9 0-15 16,1 0 16-16,0 0 5 0,-1 0-5 0,1 0 24 16,-1 0-1-16,-3 0 4 0,2 0-10 15,-3 0-16-15,0 0 4 0,-2 0-20 0,-1 0-9 0,-1 0 5 16,-2 0-28-16,-1 0-9 0,0 0-26 0,-1 0-51 16,0 0-18-16,0 0-18 0,0 0 2 15,0 0 16-15,0 0-8 0,0 0-15 0,0 0 32 16</inkml:trace>
  <inkml:trace contextRef="#ctx0" brushRef="#br0" timeOffset="-22343.45">8137 16343 179 0,'0'0'0'16,"0"0"18"-16,0 7-7 0,0-7 10 0,0 0 18 16,0 0-22-16,0 0 17 0,0 0-10 0,0 0-8 15,0 0 4-15,0 0-8 0,0 0 12 0,0 0-3 16,0 0 3-16,0 0 8 0,0 0 4 0,0 0 0 16,0 0 17-16,0 0 8 0,0 0-7 0,0 0 15 15,0 0-17-15,0 0-6 0,0 0-10 0,0 0-11 16,0 0 0-16,0 0-6 0,0 0-9 0,0 0-5 15,0 0-5-15,0 0-5 0,0 0 10 0,0 0-5 16,11 0 9-16,-11 0 1 0,0 0 9 16,10 0 10-16,-5 0-5 0,3 0 8 0,0 0 3 0,2 0-4 15,-1 0 8-15,2 0-11 0,0 0-10 16,-2 0 5-16,4 0-22 0,-4 0 4 0,1 0 0 16,0 0-8-16,0 0 15 0,-2 0-4 0,1 0-6 15,1 0-6-15,-1 0-39 0,-1-10-38 0,2 10-43 16,-3 0-51-16,0-10 13 0,0 10 19 0,1-8 25 15,-2 8 13-15,0-6-29 0,0 4 19 0</inkml:trace>
  <inkml:trace contextRef="#ctx0" brushRef="#br0" timeOffset="-21445.42">8595 16149 225 0,'0'0'13'0,"0"0"10"0,0 0-4 16,18 0 9-16,-18 0-6 0,0-17 2 16,0 17 5-16,12 0 0 0,-12-12-7 0,12 12-1 15,-12-9 16-15,15 9-9 0,-6-10 0 0,1 10 8 16,1-10-14-16,-1 10-4 0,3-7 13 0,-3 4-22 15,2 3-5-15,-1-1 9 0,-1 1-13 0,0 0 4 16,-2 0 6-16,0 0-4 0,-1 0-6 0,-1 18 5 16,-3-18-5-16,2 0 6 0,-2 22 5 0,-1-22-6 15,0 19-5-15,-2-19 0 0,0 22 5 0,0-9 1 16,0 0 4-16,0-2-5 0,-25 3 5 0,25-1 0 16,-19 2-4-16,19-3-6 0,-18 1-10 15,18-1-5-15,-18-1 15 0,18 0 5 0,-16-1-5 16,16 0 0-16,-13-3-5 0,8 0-6 0,0 0-5 15,1-4 5-15,-1 1-5 0,4-3 0 0,-1 1 16 16,-1-2-4-16,3 0-5 0,0 0 5 0,0 0-5 16,0 0 9-16,0 0 5 0,0 0-5 0,0 0 4 15,19 0-8-15,-19-13 0 0,0 13 4 0,18 0 0 16,-18 0 4-16,12 0 0 0,-12-8 1 0,11 8-5 16,-11 0 0-16,11 0-5 0,-11 0 5 0,9 0 0 15,-9 0-8-15,8 0 8 0,-4 0 0 0,1 0 0 16,-1 0 4-16,0 0-4 0,0 0 0 0,0 14 4 15,-1-14 10-15,1 0 6 0,-1 12 1 0,1-12 0 16,-1 10 12-16,-1-10 4 0,0 10 0 16,-2-5 26-16,2 1 3 0,-2-1-1 0,0 0 8 15,0-1-35-15,0 2-10 0,0-1-5 0,0 1-8 16,0 0 4-16,-19 0-5 0,19 1 0 0,0 0-12 16,-16-1 4-16,16 3-4 0,-14-2-3 0,14 1-5 15,-15-1 11-15,5 0-6 0,3-2 2 0,-1 1 17 16,0-2-18-16,2-1-10 0,-2-1-19 0,1-1-48 15,1 0-31-15,0-1-29 0,-2 0-16 0,3 0 19 16,-1 0 11-16,1 0 7 0,1 0-21 16,-1 0 20-16,0 0 22 0</inkml:trace>
  <inkml:trace contextRef="#ctx0" brushRef="#br0" timeOffset="-20712.11">9115 16201 238 0,'2'0'10'0,"-2"0"10"0,0 0 0 16,0-1 10-16,2 1-6 0,-2-2-4 0,0 2 2 15,0 0 3-15,0 0 0 0,0 0 4 0,0 0 12 16,0 0-5-16,0 0 0 0,0 0 4 0,0 0-14 16,0 0-4-16,0 0 6 0,0 0 3 0,0 0 0 15,0 0-10-15,0 0-21 0,0 14-5 0,-14-14 0 16,14 0 15-16,0 10 0 0,0-10-15 0,-15 8 15 15,15-8-26-15,-9 11 27 0,3-5 4 0,-1 1-14 16,0 1 14-16,1-1-14 0,-1 2 4 16,0 0 6-16,-1 0 9 0,0 1-9 0,1 0 5 15,0 0-10-15,-1 0 0 0,2-1 15 0,2-2-11 16,0 3 15-16,-1-4-10 0,3 1-9 0,1-1 4 16,-1 0-4-16,-1-1 0 0,3 1 9 0,0-2-5 15,0 2 0-15,0-2 5 0,0 0-4 0,0 1 4 16,0 0-4-16,0 0-10 0,0 0 4 0,16 0 1 15,-16 1 9-15,0-2 0 0,15 1-5 0,-15-3-8 16,13 3-5-16,-13-3-1 0,14-1 10 0,-6 1 3 16,1-2 9-16,1 0 5 0,-3 0-11 15,4 0 1-15,-1 0-4 0,1 0 3 0,1 0 1 16,1-21-10-16,-2 21-6 0,-1-14-2 0,0 14 0 16,2-16 5-16,-2 16 4 0,-1-17 0 0,1 7-1 15,-2 1-1-15,-1 0 2 0,0 0 1 0,0 1 2 16,-1-2 15-16,-2 3 3 0,1-1 22 0,-3 0 16 15,-2 1 15-15,2 0-1 0,-2 0-6 0,0 1-7 16,0 0-14-16,0-1-2 0,0 0-8 0,-26 1 4 16,26-1-5-16,-19 1 5 0,19-1-1 0,-25-1-9 15,10 2-3-15,1 0-10 0,1-1-11 0,0 0-3 16,-1 1-4-16,3 1-4 0,1 1-3 0,1 1-9 16,1-1-7-16,1 2-18 0,2 1-29 0,1-1-35 15,2 1-48-15,-1 0-44 0,2 1-48 16,0-2-12-16,1 1 37 0,0 1 40 0,0 0 58 15,0 0 40-15,0 0 1 0,0 0-25 0,0 0 7 16,0 0 10-16</inkml:trace>
  <inkml:trace contextRef="#ctx0" brushRef="#br0" timeOffset="-19937.81">9484 16334 355 0,'-3'3'-4'0,"1"-2"0"15,0-1 14-15,0 0-1 0,1 0 5 0,1 0 4 16,-1 0-9-16,0 0-4 0,1 0 5 0,0 0-13 15,0 0 5-15,0 0 8 0,0 0 4 0,0 0 9 16,0 0-4-16,0 0 0 0,0 0-8 0,0 0 12 16,0 0 0-16,0 0 4 0,0 0-1 0,0 0 0 15,0 0-9-15,0 0-4 0,0 0 0 0,0 0-13 16,0 0 16-16,0 0-11 0,0 0 6 0,0 0 11 16,0 0-1-16,0 0 22 0,14 0-6 0,-14 0 1 15,0 0 3-15,11 0-14 0,-11 0 18 16,13 0-10-16,-13 0-6 0,13 0-5 0,-5 0-14 0,2 0 5 15,0 0-5-15,0 0 21 0,0 0-10 0,0 0 6 16,1 0 7-16,1-10-8 0,-1 10 14 16,1 0-2-16,-1 0-5 0,-1 0 4 0,1-8-8 15,-2 8-3-15,-2 0-7 0,0-5-14 0,1 3 2 16,-2 1-4-16,-2 1 0 0,-1-1-1 0,-1 1-9 16,-1 0-1-16,0 0-5 0,-1 0 3 0,0 0 10 15,0 0-8-15,0 0 3 0,0 0-7 0,0 0-8 16,0 0-3-16,0 0-21 0,0 0-15 0,0 0-25 15,0 0-22-15,0 0-12 0,0 0 0 0,0 0 11 16,0 0 4-16,0 0 17 0,0 0-13 0,0 0-31 16,0 0 1-16,0 0 21 0</inkml:trace>
  <inkml:trace contextRef="#ctx0" brushRef="#br0" timeOffset="-19178.99">9512 16082 204 0,'0'-1'10'0,"0"-2"19"16,0 0 11-16,15 0 10 0,-15-1 5 0,0 2-19 15,0 1-4-15,10-1-2 0,-10 1-6 0,0 0-4 16,0-1-6-16,0 2-9 0,0 0-4 0,0 0 3 15,0 0 1-15,0 0 3 0,0 0-7 0,0 0 3 16,0 0 10-16,0 14-9 0,0-14 18 0,0 0 0 16,0 10-10-16,0-10 20 0,16 10-13 15,-16-10 6-15,0 12 0 0,0-4-10 0,0 1 11 0,0-1-1 16,0 2-5-16,0 0 5 0,9 1-10 0,-9 1 4 16,0-1 20-16,0 2 4 0,0-2 6 15,0 1 6-15,0 0-1 0,0 1-1 0,0-2 3 16,0 2-3-16,0-2-6 0,0 1-4 0,0 0-4 15,0 0-18-15,0 1-8 0,0-2-4 0,0 3 0 16,0-2-3-16,0 1-1 0,0 0-2 0,0 0 0 16,0-1 1-16,0 2-2 0,0 0 0 0,0-3 2 15,0-1 16-15,0 0 5 0,0-2 4 0,0 0 1 16,0-2-13-16,0 0 0 0,0-3-2 0,0 1-5 16,0-1-1-16,12-2-2 0,-12 2 0 15,0-2-1-15,0 1-2 0,6-2-5 0,-6 1 3 16,0-1-6-16,4 0 2 0,-1 0-1 0,0 0-18 15,2 0-23-15,0 0-32 0,1 0-42 0,0 0-41 16,1 0-34-16,1 0-3 0,1-18 24 0,-2 18 34 16,3 0 35-16,-1-14-2 0,0 14-29 0,0-12 8 15,2 12 25-15</inkml:trace>
  <inkml:trace contextRef="#ctx0" brushRef="#br0" timeOffset="-17911.64">10032 16295 193 0,'0'0'5'16,"0"7"16"-16,0-7 2 0,0 0 0 0,0 0 1 16,0 0-12-16,0 0 3 0,0 0 6 0,0 0 3 15,0 0-3-15,0 0-4 0,0 0 4 0,0 0 0 16,0 0-4-16,0 0 12 0,0 0-5 16,0 0 13-16,0 0 12 0,0 0-9 0,0 0 28 0,0 0-7 15,0 0 2-15,0 0 2 0,0 0-18 16,0 0-6-16,0 0 0 0,0 0 2 0,0 0 1 15,0 0 8-15,0 0 4 0,0 0 5 0,0 0-6 16,0 0-6-16,0 0-5 0,0 0 4 0,0 0-11 16,0 0 7-16,0 0 2 0,0 0-10 0,0 0 8 15,0 0-8-15,0 0-14 0,0 0 5 0,0 0-7 16,0 0-5-16,0 0 4 0,19 0-2 0,-19 0 6 16,0 0-2-16,0 0-5 0,16 0-6 0,-16 0-3 15,10 0-2-15,-10 0 4 0,14 0-2 0,-7 0 3 16,-7 0-4-16,12 0 2 0,-3 0-3 0,0 0-3 15,-2 0 8-15,0 0-7 0,2 0 4 16,-2 0 1-16,2 0-3 0,0 0 5 0,2-11-3 16,-2 11 0-16,3 0-1 0,1 0 0 0,-2 0 3 15,2-5-3-15,-1 5-6 0,-1-3 0 0,1 1-1 16,-1 2 4-16,1-1 6 0,-3 0 3 0,0 1-3 16,-1-1 0-16,0 1 0 0,-1-1-4 0,0 1 0 15,0-1-5-15,0 0 2 0,-1 0 1 0,-1 0-4 16,0 1 3-16,-1-1-4 0,1 0 3 0,-3 0 2 15,2 1-7-15,-2-1-5 0,-1 1-13 0,0 0-21 16,-1 0-27-16,0 0-40 0,0 0-38 0,0 0-48 16,0 0-18-16,0 0 4 0,0 0 4 0,0 0 38 15,0 0 24-15,0 0 8 0,-17 0 13 16,17 0 0-16,0 12 25 0</inkml:trace>
  <inkml:trace contextRef="#ctx0" brushRef="#br0" timeOffset="-17540.64">10218 16186 887 0,'-2'-3'20'0,"0"1"40"15,2-1 23-15,0 0 1 0,0-1-11 0,0 1-37 16,0-1-18-16,0 1-9 0,0 1 0 0,0 1-4 16,0 0-8-16,0 1-2 0,0 0-13 0,0 0-9 15,0 0 3-15,0 0 6 0,0 0 8 0,0 0 9 16,0 0 6-16,0 17-6 0,0-17 0 0,0 0-3 16,0 19 8-16,0-19 4 0,0 19 2 0,0-8-2 15,0 0-8-15,0 2 5 0,0-1-8 0,0 1 8 16,0 1-8-16,0-2 13 0,0 1-2 0,0-2 1 15,0 1-3-15,0-1-6 0,0 0-2 16,-13-1-24-16,13 1-22 0,0-2-33 0,0 1-19 16,0-1-21-16,-9-1 12 0,9-1 8 0,0 0 16 15,0 0 23-15,0-1-5 0,0 0-30 0,0 1-24 16,0-1 15-16</inkml:trace>
  <inkml:trace contextRef="#ctx0" brushRef="#br0" timeOffset="-14198.35">10747 16116 178 0,'1'0'15'0,"0"0"16"15,-1 0 10-15,2 0 11 0,-1-4-5 0,-1 4-9 16,1 0 4-16,1 0 12 0,-2 0-2 0,0-2 7 16,0 1 8-16,0 0 0 0,0 0 7 0,0 0-9 15,0 0-17-15,0 1-16 0,0-1-1 0,0-1 4 16,0 2 4-16,0-1 10 0,0 1-12 0,0 0 1 16,0 0 7-16,0 0-5 0,0 0 8 0,0 0 2 15,0 0 0-15,0 0-4 0,0 0 4 0,0 0-7 16,0 0-14-16,0 0-2 0,0 0-12 15,0 0-3-15,0 0 1 0,0 0-1 0,0 0-7 0,0 0 2 16,0 0-1-16,0 0-9 0,0 0 4 16,0 0-6-16,0 0 1 0,0 0 8 0,0 0-1 15,0 0 2-15,13 0-9 0,-13 0 6 0,0-11-3 16,0 11 5-16,0 0-1 0,0 0-9 0,0 0 7 16,0 0 0-16,0 0-1 0,0 0 15 0,0 0-13 15,0-6-2-15,0 6 8 0,6 0-16 0,-6 0 8 16,0 0-2-16,0 0-6 0,0 0 6 0,0 0 4 15,0 0-6-15,0 0 0 0,0 0 1 0,0 0-10 16,0 0 6-16,0 0 4 0,0 0-2 0,0 0 5 16,4 0 6-16,-4 18-3 0,0-18-2 0,1 13 10 15,0-13-10-15,0 19 8 0,1-9 6 16,0 2-8-16,0 0 8 0,-2 1-2 0,3-1 0 16,-1 1 12-16,1-1 4 0,0 1 9 0,0 0 6 15,1-1-10-15,-1 1-3 0,1 0-1 0,-1-1-1 16,2 0 6-16,-1 2-5 0,1-1-7 0,-2 1-11 15,2-1-4-15,-2 1-3 0,1 0-1 0,-1-1 7 16,0 0-2-16,-1-1-1 0,1-1-3 0,-1-1-5 16,-1-1 0-16,0-2 0 0,-1-2 3 0,0 1-1 15,0-1-1-15,1-3 0 0,-1 0-2 16,0 0 4-16,0 0-1 0,0-2 4 0,0 0-2 0,0 0-3 16,0 0-4-16,0 0 0 0,0 0-22 15,0 0-31-15,0 0-23 0,0 0-46 0,0 0-29 16,0 0-23-16,0 0-23 0,0 0-14 0,0 0 15 15,0 0 30-15,0 0 39 0,0 0 29 0,0 0 23 16,0 0-4-16,0 0-14 0,0-14-10 0,0 14 17 16</inkml:trace>
  <inkml:trace contextRef="#ctx0" brushRef="#br0" timeOffset="-12277.06">11003 16176 155 0,'-13'0'14'0,"13"0"7"0,0 0 14 16,0 0 5-16,0 0-10 0,0 0 8 0,0 0-7 15,0 0 7-15,0 0 5 0,0 0-8 0,0 0 12 16,0 0-1-16,0-12 5 0,0 12 16 0,-8 0 9 15,8 0-3-15,0 0 5 0,0 0-7 0,-4 0-30 16,4 0 8-16,0 0-15 0,0 0-9 0,0 0 14 16,0-6-14-16,0 6 15 0,0 0-5 0,0-4 1 15,0 4-4-15,0-3-12 0,0 0-8 16,15 0-1-16,-15 0-3 0,0 0-5 0,0-1-3 0,15 0 0 16,-15 0-9-16,13 0 1 0,-5 1 15 0,0-1-16 15,3 1 16-15,0 0-7 0,1 1-5 16,0 0 9-16,-2 1-3 0,2 1 3 0,-3-1-5 15,-1 1 0-15,-1 0-6 0,1 0-2 0,-3 0 3 16,0 0 3-16,-1 0 4 0,0 0-5 0,-1 0 0 16,-2 0-7-16,1 0 6 0,-1 16 12 0,0-16 4 15,-1 12-5-15,0-12-4 0,0 17-3 0,0-7-4 16,0 2 10-16,0-2-5 0,0 4 0 0,0-1 7 16,-19-1-8-16,19 0 9 0,0 0-1 0,0 0-10 15,-15-1-1-15,15 0 0 0,0-1 1 0,-8-1 0 16,8-1 15-16,0 0-7 0,-6 0-2 15,6-3 5-15,-3 2-3 0,3-2-2 0,-4 0 0 0,4 0-5 16,-1 1-4-16,1-3 1 0,0 2 9 16,0-2-5-16,0 0 5 0,0 1-2 0,0-3-9 15,0 1 15-15,0 0-6 0,0 0 2 0,0-2 2 16,0 1-1-16,0 0 2 0,0-1 2 0,0 0 6 16,0 0-8-16,0 1-6 0,0-1 0 0,12 1-2 15,-12-1 11-15,0 1-2 0,0-1 6 0,8 1 0 16,-8-1-8-16,8 0 10 0,-2 0-1 0,-5 0 3 15,3 0 13-15,1 0 8 0,-1 0 5 0,1 0 8 16,1 0-9-16,-1 0-2 0,3 0-5 0,-2-15-9 16,1 15 1-16,2 0-6 0,-1-11-8 15,2 11 0-15,0 0-11 0,0-11 8 0,0 11-3 16,2-8 0-16,-2 2 6 0,1 3-9 0,-2-2 6 16,0 1-3-16,0-2 8 0,1 3 6 0,-2-1 0 15,-1 0 2-15,-1 0-5 0,-1 1-1 0,1 0 5 16,-2 0 4-16,2 1 0 0,-5 0-7 0,1 1-4 15,-1 0-12-15,-1 1-7 0,0 0 1 0,0 0-5 16,0 0 0-16,0 0 1 0,0 0-10 0,0 0-13 16,0 0-24-16,0 0-37 0,0 0-50 0,0 0-39 15,0 0-48-15,0 13-22 0,-12-13-3 0,12 0 13 16,0 0 50-16,0 9 11 0,0-9 23 0,0 0 41 16</inkml:trace>
  <inkml:trace contextRef="#ctx0" brushRef="#br0" timeOffset="-11691.37">11543 16186 332 0,'3'-5'18'0,"0"2"12"0,2-1 14 0,1-1 1 15,-1 2-6-15,0-1 3 0,-1 1-5 16,1 0-1-16,-1 1-9 0,1 0 7 0,-3 0 3 16,0 1 5-16,0 0 22 0,1 0-16 0,-3 0 5 15,1 1 13-15,-1 0-16 0,0 0-1 0,0 0 2 16,0 0-26-16,0 0-8 0,0 0 7 0,0 0-28 16,0 0 9-16,0 0 1 0,-15 0-16 0,15 0 10 15,0 12-1-15,0-12 1 0,-15 0 0 0,15 11-1 16,-11-11 0-16,11 14-8 0,-12-7 8 0,4 1-8 15,0 0 10-15,1 1 7 0,1 1 1 0,-1-3 9 16,0 2-9-16,1 0-9 0,-1 0 4 0,4-1-1 16,-2 1 5-16,2-1 2 0,0 1-5 15,1-1 4-15,0 0 1 0,1-1-5 0,1 2 5 0,0-1-4 16,0-1-1-16,0 3 12 0,0-2-11 0,0 1 7 16,21 0-4-16,-21 0 5 0,15-1 4 15,-15 0-1-15,18-2 9 0,-5 0-12 0,-2-2 3 16,1 0-1-16,1-1-5 0,2-3 11 0,-1 0 0 15,1 0-7-15,3 0 4 0,-5 0-3 0,2 0-3 16,1 0 10-16,1-18 0 0,-2 18 5 0,2 0 2 16,-2-21 0-16,3 21-3 0,-3-18 3 0,1 8 12 15,-2 1-6-15,0-2-2 0,-4-1-8 0,-1 1-8 16,0 1 8-16,-2-1 1 0,-5 1 4 0,0 0 0 16,-1 0-1-16,0 1-1 0,-1-1 2 0,0 1-8 15,0 0-6-15,0 1-5 0,0-2-4 16,-22 0 0-16,22 2-5 0,-26-1-1 0,7 0-5 15,-1 2-18-15,-1-1-37 0,-4 2-54 0,0 1-58 16,1 3-59-16,-1 2-73 0,2 0-2 0,0 0 7 16,0 0-8-16,1 0 110 0</inkml:trace>
  <inkml:trace contextRef="#ctx0" brushRef="#br0" timeOffset="45948.47">12646 16322 112 0,'0'-2'5'0,"0"0"8"15,0 0 3-15,0 1 6 0,0-1-1 16,0 0-7-16,0 0 5 0,0 1-5 0,0-1-4 15,0 2-3-15,0-1 2 0,0 0 2 0,0 0 3 16,0 1 5-16,0-1-9 0,0 1-3 0,0 0 3 16,0 0 9-16,0 0-5 0,0 0 4 0,0 0 0 15,0 0-4-15,0 0 0 0,0 0-14 0,0 0-4 16,0 0-8-16,0 0-1 0,0 0 13 0,0 0-4 16,0 0 4-16,0 0-4 0,0 0 3 0,0 0-3 15,0 0 4-15,0 0 4 0,0 0-4 0,0 0 0 16,0 0 5-16,15 0-6 0,-15 0 1 0,0 0 4 15,17 0-8-15,-17 13 0 0,10-13 0 0,-10 0 8 16,7 0-8-16,-7 0 7 0,6 0 1 0,0 0-9 16,-2 7-5-16,0-7-19 0,3 0-26 15,0 3-44-15,2-3 14 0</inkml:trace>
  <inkml:trace contextRef="#ctx0" brushRef="#br0" timeOffset="49135.86">12549 16187 262 0,'0'-4'13'0,"0"0"6"0,0 0 0 15,0-2 10-15,0 1-9 0,0-1 4 16,0 1 5-16,0 0-1 0,0 0 1 0,0 0-10 16,0 1 13-16,0-1-4 0,0 1-5 0,0 1 13 15,0-2-14-15,0 1 12 0,0 1 14 0,0 0-6 16,0 0 10-16,0-1-14 0,0 2-2 0,0-1 6 15,0 1-1-15,0 0 0 0,0 1-11 0,0 1-6 16,0 0-20-16,0 0-5 0,0 0-14 0,0 0-4 16,0 0 8-16,0 0-8 0,0 0 18 0,-18 21 4 15,18-21-9-15,0 23 24 0,-18-7-19 0,18 3-4 16,-13 2 4-16,13 1-8 0,-16 3 10 0,16-1 4 16,-13 2-9-16,13-1 6 0,-9 0-5 15,1-2 1-15,4 0 13 0,0-1-13 0,-1-3 3 16,1 1 1-16,-1-3-9 0,2-2 14 0,-3-1 1 15,2-2-6-15,-1-1-1 0,1-2-5 0,2-2 4 16,-1-2 5-16,0-3 10 0,2 0 1 0,1-2 4 16,0 0-5-16,0 0-1 0,0 0-5 0,0 0-7 15,0-20-4-15,0 20-5 0,0-17 6 0,18 17-6 16,-18-22-5-16,0 9-6 0,16 0 6 0,-16-2-8 16,11 1-1-16,-11-2 15 0,14 0-6 0,-14-1 11 15,11 0 9-15,-5 0-14 0,-1 2 6 0,2-2-5 16,-3 2 6-16,-1-1 3 0,1 1 1 0,-2 0-4 15,2 1 4-15,-3 0 0 0,-1 2 10 0,2 0 13 16,0 0-8-16,-2 2-4 0,2 2-1 16,-2 0 6-16,0 1 2 0,0 2-4 0,0 1 3 15,0 1-5-15,0 1-16 0,0 0 15 0,0 1-21 16,0 1-8-16,0 0 8 0,0 0-13 0,0 0 13 16,0 0-4-16,0 0-2 0,0 0 10 0,0 0-16 15,0 20 11-15,0-20 6 0,0 15-5 0,0-15 13 16,0 22-11-16,16-8 3 0,-16-1 0 0,15 2 0 15,-15 2 4-15,17 1 10 0,-7-1-4 0,3 1 0 16,-1 1 4-16,1-3-17 0,-1 2 10 0,-1-1-5 16,3 0 1-16,-3-1 9 0,-2-2-5 0,0 0-7 15,-2 0 8-15,-1 1-11 0,-3-2 6 16,1-1 7-16,-2-1-9 0,0 0-6 0,-2-1-37 16,0-2-50-16,0 0-28 0,0 0-29 0,0-3 21 15,0-1 28-15,2 1 2 0,-2-1 18 0,0 0-33 16,0 1-6-16,0-2 27 0</inkml:trace>
  <inkml:trace contextRef="#ctx0" brushRef="#br0" timeOffset="49403.14">12423 16481 618 0,'-6'0'4'0,"1"0"14"0,3 0 17 16,-2 0 0-16,2 0-5 0,0 0-13 0,1 0-23 16,1 0 1-16,0 0 0 0,0 0 5 0,0 0-6 15,0 0 0-15,0 0 6 0,0 0-11 0,0 0 17 16,22 0 5-16,-22 0-16 0,16 0 10 0,-16 0-5 16,23 0 0-16,-8 0 0 0,-1 0 6 0,1 0-18 15,2 0-14-15,0 0-7 0,1 0-15 0,2 0-7 16,-1 0-7-16,1-16-1 0,-1 16-7 15,-2 0-16-15,-2 0-16 0,1-12 20 0</inkml:trace>
  <inkml:trace contextRef="#ctx0" brushRef="#br0" timeOffset="53279.18">9050 9057 73 0,'0'0'0'16,"0"0"6"-16,0 0 12 0,0 0-3 0,0 0 8 16,0 0-4-16,0 0-8 0,0 0 8 0,0 0-8 15,0 0-1-15,0 0-4 0,0 0-5 0,0 0 4 16,0 0 0-16,0 0 8 0,0 0-13 0,0 0 1 16,0 0 0-16,0 0-5 0,0 0 13 0,0 0-9 15,0 0 8-15,0 0-12 0,0 0 0 0,0 0 4 16,0 0-7-16,0 0 10 0,0 0 1 0,0 0 0 15,0 0 0-15,0 0-4 0,0 0 5 0,0 0-5 16,0 0 5-16,0 0-4 0,0 0 0 16,0 0 0-16,0 0-3 0,0 0 3 0,0 0-9 15,0 0 12-15,0 0 1 0,0 0-1 0,0 0 9 16,0 0-3-16,0 0 5 0,0 0 4 0,0 0 4 16,0 0 5-16,0 0-9 0,0 0 4 0,0 0-4 15,0 0 1-15,0 0-1 0,0 0 8 0,0 0-14 16,0 0-8-16,0 0-1 0,0 0-12 0,0 0 21 15,0 0-9-15,0-12 5 0,0 12-4 0,0 0-5 16,0-10 17-16,0 10-8 0,0-6 8 0,0 6 1 16,0-6-14-16,0 2 9 0,0 1-8 0,0 0-5 15,13 0 0-15,-13 1 4 0,0-2 9 0,0 3-9 16,0-1 9-16,0 0-5 0,0 2 2 16,0-1-1-16,0 0 1 0,0 1-10 0,0 0-10 15,0 0 10-15,0 0-14 0,0 0 5 0,0 0 5 16,0 0-1-16,0 0 5 0,0 0 0 0,0 0 0 15,0 0-4-15,0 0 0 0,0 18-4 0,0-18 7 16,0 13-3-16,0-13 9 0,0 17-1 0,0-5-8 16,0-1 0-16,0 2-1 0,0 0 5 0,0 0 5 15,0-1-5-15,0 2-5 0,0-2 1 0,0 1 0 16,0-1 12-16,0 0-4 0,0-1 0 0,-11 0 5 16,11-2-13-16,0 0-5 0,0-1 5 0,0-1-1 15,0-2 1-15,0-3 12 0,0 2 1 16,0-2-5-16,0-1 5 0,0-1 9 0,0 0 12 15,0 0-4-15,0 0 20 0,0 0-10 0,12 0-15 16,-12 0 4-16,0 0-15 0,0-16-5 0,12 16 4 16,-12 0-9-16,7-13 5 0,-7 13 0 0,7-10 0 15,-4 10 4-15,0-12-9 0,-1 6 0 0,3-1 1 16,-3 1-6-16,-1-1 6 0,1-2 4 0,0 2-10 16,0-1 10-16,1 0-1 0,-1-1-8 0,0 1 8 15,-1 0-5-15,0 0 1 0,2 2 0 0,-1-1 0 16,0 1-9-16,-1 1 5 0,0 1 13 0,2-1-9 15,-1 1 4-15,0 1-3 0,-1 1-5 16,-1 0-2-16,0 1 7 0,0-1-1 0,0 1-5 0,0 1 10 16,0 0-5-16,0 0-5 0,0-1 0 15,0 1 0-15,0 0 5 0,0 0-1 0,0 0-5 16,0 0-19-16,0 0-1 0,0 0 1 0,0 0 4 16,0 0 16-16,0 0-1 0,0 0-9 0,0 0 10 15,0 0-11-15,0 0-4 0,0 16 20 0,0-16 0 16,0 0 0-16,0 0 11 0,0 12-12 0,0-12-4 15,0 0 10-15,0 8-5 0,13-8 6 0,-13 5-11 16,0-5 5-16,0 3 0 0,0-1-5 0,0 0 15 16,9-1-10-16,-9 1 0 0,0-1 15 0,0 0-20 15,5 0 10-15,-5 1-5 0,0-1-10 16,2 0 15-16,0 0-10 0,-2-1 11 0,1 2-1 16,0-2-16-16,0 1 11 0,0-1 11 0,0 0-11 15,0 0 15-15,0 0-5 0,0 0-5 0,0 0 11 16,1 0-16-16,1 0 5 0,1 0-15 0,-1-15 10 15,2 15 0-15,0 0-5 0,0 0 10 0,-1-12-10 16,0 12 4-16,-2 0 12 0,0 0-11 0,-1 0 0 16,-1 0 5-16,0 0-16 0,0 0 11 0,0 0 0 15,0 0 0-15,0 0 6 0,0 0-1 0,0 0-5 16,0 16 5-16,0-16 0 0,0 0 0 0,0 15 5 16,0-15-5-16,0 15 0 0,0-8-4 0,0 1-6 15,0 0 1-15,0 0 0 0,14 2-17 16,-14 0-28-16,0 0-23 0,0 1-15 0,0 1-18 15,0 0-4-15,0 0-23 0,0 0 14 0</inkml:trace>
  <inkml:trace contextRef="#ctx0" brushRef="#br0" timeOffset="55631.05">12178 16280 59 0,'4'0'12'0,"-4"0"-3"0,0 0 8 0,0 0 2 16,0 0-4-16,0 0 10 0,0 0-3 0,0 0 11 16,0 0-3-16,0 0-6 0,0 0 1 0,0 0-5 15,0 0-4-15,0 0 3 0,0 0 0 0,0 0-14 16,0 0 5-16,0 0-8 0,0 0 3 0,0 0 1 16,0 0 0-16,0 0 3 0,0 0-4 0,0 0 5 15,0 0-6-15,0 0 2 0,0 0-9 0,0 0-2 16,0 0 10-16,0 0 0 0,0 0 4 0,0 0 0 15,0 0-4-15,0 0-5 0,0 0 9 16,0 0-4-16,0 0 0 0,0 0 5 0,0 0-5 16,0 0 17-16,0 0-12 0,0 0-5 0,0 0 0 15,0 0-9-15,0 0 8 0,0 0 5 0,0 0-17 16,0-16 8-16,0 16 0 0,0 0 0 0,0-13 9 16,0 13-5-16,0-11-3 0,0 11 8 0,0-10 8 15,13 10-8-15,-13-10 9 0,0 10-9 0,0-10-9 16,0 6 4-16,0-1-3 0,0 2 3 0,0 0 29 15,0-1-19-15,0 2 3 0,0-1 18 0,0 0-19 16,0 1 16-16,0 2-4 0,0-1-2 0,0 0-20 16,0 0 10-16,0 1-11 0,0 0-15 0,0 0 14 15,0 0-9-15,0 0-1 0,0 0-5 0,0 0-5 16,0 0-5-16,0 0 5 0,0 17 5 16,0-17 11-16,0 11 0 0,0-11 10 0,0 16-5 15,0-7-15-15,0 1 15 0,0 3-10 0,0-1 5 16,0 0 21-16,0 0-20 0,0 0-1 0,0 0 5 15,0-1-15-15,0-2 5 0,0 2 5 0,0-1 0 16,0-2-5-16,0 1 11 0,15-1-1 0,-15 0-10 16,0 1 5-16,0-2 1 0,9 0 4 0,-9-1-10 15,0 0 11-15,3-1-6 0,-3 0 11 0,2-2 0 16,-1 0 0-16,0-2 0 0,-1 0 1 0,2-1 31 16,-2 0 26-16,0 0 33 0,2 0 10 15,-2 0-13-15,0 0-39 0,2 0-29 0,-1 0-29 0,1-17-3 16,-1 17 3-16,2 0-4 0,-1-17 5 15,3 17-9-15,-4-14 10 0,2 14-4 0,0-14-8 16,-1 7 10-16,0 0-2 0,1 1 0 0,-1 1 7 16,0-1-7-16,2 1 0 0,-4 0 3 0,2 0-8 15,0 2 8-15,1-1-6 0,-1 0 2 0,-2 2 9 16,0-2-9-16,0 3 1 0,1-1 1 0,-1 2-9 16,0-1 1-16,0 1-2 0,0 0-9 0,0 0-17 15,0 0-2-15,0 0 3 0,0 0 4 0,0 0 24 16,0 0 7-16,0 16 9 0,0-16-7 0,0 0 2 15,0 17-5-15,-14-17-12 0,14 17 13 16,0-7-7-16,0-2 2 0,-7 1 1 0,7 0 0 16,0 0 4-16,-4-2-1 0,4-1 0 0,0-2-3 15,0 2-2-15,0-3-4 0,0-2 9 0,0 1-3 16,0-2 8-16,0 1 0 0,0-1-5 0,0 0 3 16,0 0-7-16,0 0 4 0,0 0 14 0,0 0-1 15,15 0-4-15,-15-15-1 0,12 15-14 0,-12 0 1 16,13-12 12-16,-13 12-4 0,14-10 6 0,-14 10-5 15,9 0-18-15,-9-8 13 0,6 8 1 0,-3 0-6 16,-3-3 6-16,2 3-4 0,-2 0-5 0,0 0 2 16,0 0 4-16,0 0-4 0,0 0-2 0,0 15 13 15,1-15 6-15,-1 13 1 0,0-13 10 16,0 17-17-16,0-4-8 0,0-1 12 0,0 2-12 16,0 1-23-16,0 2-29 0,0 0-61 0,0 2-31 15,-16-3-13-15,16 1 5 0,0-1-3 0,0 1 2 16,0-1 46-16</inkml:trace>
  <inkml:trace contextRef="#ctx0" brushRef="#br0" timeOffset="60167.06">13934 13017 93 0,'0'-3'4'0,"0"0"10"0,0-1 8 15,0 1-5-15,0-2-7 0,0 0-6 0,0 1-3 16,0-1 8-16,0 2 13 0,0-3-9 0,0 2 4 16,0-2-6-16,0 2-2 0,0-1 13 0,15-1-7 15,-15 1 15-15,0 0-7 0,8 0 0 0,-8 0 0 16,0 0 0-16,7 2-1 0,-7-1-4 0,7 1-1 16,-7 1-12-16,2 1 8 0,0-1-9 0,-2 2 0 15,0-2 1-15,0 2-9 0,0 0 0 16,0 0 8-16,0 0 0 0,0 0-4 0,0 0 4 0,0 0-8 15,0 0-4-15,0 0 4 0,0 0-4 16,0 0 4-16,0 0 0 0,0 0 4 0,0 0 0 16,0 13-4-16,0-13 8 0,0 11-7 0,0-11 11 15,0 15 1-15,0-5-5 0,0 0 8 0,0 2-12 16,0 0-3-16,0 1 3 0,0 0-4 0,0 1 1 16,0 0 7-16,0 1-4 0,12-1 4 0,-12 1-4 15,0 0-5-15,0 1 13 0,0-1-13 0,0 2 4 16,0 0 0-16,0 2-4 0,0 0 3 0,0 0 4 15,0 1 4-15,0 2-12 0,0-1 0 0,0 2 8 16,0 1-13-16,0 1 8 0,0 0 56 16,0-1-8-16,0 1 10 0,0 0-4 0,0 1-56 0,0-2 0 15,0-1 10-15,0 2-4 0,0-3-10 0,0 2 5 16,0 0-5-16,0 1 9 0,0-1 9 16,0-1 5-16,0 2-5 0,0 0-9 0,0-1 9 15,0 1-18-15,0 0 5 0,0 0 4 0,0 0-5 16,0-1 5-16,15 2 0 0,-15 0 5 0,7-2-1 15,-7 2-4-15,11 0 9 0,-11-1 1 0,10 1 1 16,-4 0 8-16,-1-3-18 0,-1 1 5 0,1 0-5 16,-1 1 5-16,0-5 10 0,3 0-21 0,-4-1 15 15,1-1-10-15,0-2-1 0,-2 0 6 0,1 1-10 16,-1 0 9-16,0-1-4 0,0 0 10 0,0 2 5 16,0 1-10-16,0-2-1 0,0 2-9 0,2-1 0 15,-2 1 14-15,2 1 0 0,-1 1 1 0,1 3-6 16,1-2-14-16,0 2 6 0,-1 0 13 15,0 0 5-15,1 1-8 0,-3-1 4 0,0-2-9 16,3 0-10-16,-3-1 15 0,0 2-9 0,3-3 5 16,-4 0 0-16,1 0 10 0,-1 1 5 0,-1-1-9 15,0 1-1-15,0-3 6 0,0 1-11 0,0-1-5 16,0 1 16-16,0-1-21 0,0 0-12 0,0 0 3 16,0-3-10-16,0 1 10 0,0 1 10 0,0-1 17 15,0 1 1-15,0-1-1 0,0-1 5 0,-13 3-9 16,13 3 8-16,0-2-4 0,0 2 4 0,0-1-4 15,0 0-6-15,0 2 5 0,0 2-6 0,0-2 2 16,0 3-1-16,0 0-3 0,0 1 4 16,0-2 5-16,0 3-5 0,0-2-5 0,0 2-8 15,0-2 15-15,0 0-5 0,0 0 6 0,0-1 16 16,0 2-8-16,0-1 20 0,0 0 1 0,0 0 5 16,0 3 1-16,0 0-3 0,0-3 1 0,-15 3-10 15,15 1 0-15,0 0-10 0,0 3-1 0,-14 0-4 16,14-2 2-16,-7 0-6 0,7 3 0 0,-9-2 0 15,5-2-10-15,1-2 12 0,-2 0-3 0,3-3 5 16,2-2 0-16,-2 0-2 0,0-3 8 0,2 1-4 16,0-3 16-16,0-1-6 0,0 0-5 15,-2-3 1-15,1 1-18 0,1-3-2 0,-1 0 2 16,0-1-6-16,1 0 3 0,0-3 1 0,0 0 0 16,0-1-1-16,0 0 0 0,0-1 0 0,0-1-2 15,0-1 4-15,0 0 1 0,0 0-5 0,0 0-16 16,0-1-38-16,0 0-36 0,0-1-67 0,0 1-49 15,0 0-25-15,0-2 14 0,0 0 44 0,0 0 7 16,0 0 25-16,0 0 20 0</inkml:trace>
  <inkml:trace contextRef="#ctx0" brushRef="#br0" timeOffset="63645.98">5604 9143 94 0,'0'0'1'15,"0"0"8"-15,0 0 2 0,0 0-3 0,0 0 10 16,0 0-1-16,0 0-3 0,0 0 3 0,0 0-12 16,0 0-3-16,0 0-2 0,0 0 4 0,0 0 1 15,0 0-3-15,0 0 11 0,0 0-9 0,0 0 3 16,0 0-2-16,0 0-4 0,0 0 4 0,0 0-4 15,0 0 13-15,0 0-1 0,0 0 6 0,0 0-5 16,0 0 0-16,0 0-7 0,0 0 1 16,0 0 9-16,0 0-12 0,0 0 3 0,0 0-2 15,0 0-14-15,0 0 12 0,0 0-3 0,0 0-1 16,0 0 1-16,0 0-1 0,0 0-1 0,0 0 1 16,0 0 7-16,0 0-10 0,0 0-1 0,0 0 0 15,0 0 4-15,0 0 0 0,0 0 4 0,0 0 0 16,0 0-3-16,0 0 8 0,0 0-4 0,0 0-5 15,0 0 5-15,0 0-9 0,0 0 8 0,0 0-4 16,0 0-4-16,0 0 4 0,0 0-3 16,0 0 3-16,0 0 4 0,0 0 4 0,0 0-9 15,0 0 5-15,0 0-4 0,0 0-8 0,0 0 8 16,0 0-8-16,0 0 5 0,0 0 3 0,0 0 3 16,0 0 5-16,0 0-3 0,0 0-5 0,0 0-4 15,0 0-4-15,0 0 3 0,0 0 9 0,0 0-4 16,0 15 8-16,0-15-4 0,0 0-4 0,0 0 0 15,0 0-4-15,0 0 0 0,0 0 0 0,0 0 8 16,0 0-1-16,0 9-6 0,0-9-1 0,0 0 0 16,0 3 4-16,0-3 11 0,0 2-7 15,0-2-3-15,0 2-5 0,0-2 1 0,0 1-1 0,0-1 4 16,0 0 0-16,0 1-4 0,0 0 11 0,0 0-7 16,0 0 4-16,0 1-1 0,0-1-3 15,0 0 5-15,0 0-9 0,0 0 1 0,0 0-1 16,0 0 0-16,0 1 4 0,0-2 4 0,0 0 0 15,0 1 0-15,0-1 0 0,0 2 0 0,0-2-4 16,0 0 5-16,0 0-1 0,0 0-8 0,0 0 12 16,0 0-3-16,0 0-8 0,0 0 7 0,0 0-4 15,0 0-4-15,0 0 12 0,0 0-3 0,0 0-9 16,0 1 13-16,0-1-13 0,0 0 8 0,0 0 0 16,0 0-8-16,0 0 9 0,0 0-5 0,0 0 0 15,0 0 8-15,0 0-16 0,0 0 8 0,0 0 1 16,0 0-9-16,0 0 15 0,0 0-7 0,0 1-1 15,0 0 1-15,0 0 4 0,0-1-11 0,0 1 7 16,0 1 0-16,0 0 0 0,0 0 8 16,0 1-8-16,0-1 8 0,0 1-4 0,0 1 3 15,0-1 1-15,0 1-12 0,0 0 8 0,0-1 0 16,0 1 0-16,0 0 5 0,-17 0-5 0,17-1-3 16,0 2 3-16,0-1 5 0,0 1-1 0,0 0-4 15,0-1 0-15,0 1 0 0,0 1-4 0,0-1 4 16,0 1 4-16,0 0-12 0,0 2 7 0,0-1-8 15,0 2 1-15,0 0 16 0,0 0-4 0,-8 1 4 16,8-1-4-16,0 1-12 0,0-1-5 16,0 1 4-16,0-2 5 0,0-1 8 0,0 1-4 0,0-1 0 15,0 0 0-15,0-3-8 0,0 0 3 16,0-1 6-16,0 1-10 0,0-2 1 0,0 1-1 16,0-2 10-16,0 0-5 0,0 1 0 0,0-1 4 15,0 1-4-15,0-1 9 0,0 1 0 0,0 0-29 16,0 1-40-16,0-1-57 0,0 1-28 0,0 2 25 15</inkml:trace>
  <inkml:trace contextRef="#ctx0" brushRef="#br0" timeOffset="66787.77">7098 16473 95 0,'-1'0'6'16,"-1"0"12"-16,1 0 2 0,-1 0 9 0,1 0-6 16,0 0-2-16,-1 0 4 0,1 0-12 0,-1 0 7 15,2 0 0-15,-2 0-5 0,2 0 20 0,-1 0-11 16,-1 0-5-16,2 0-3 0,-2 0-14 0,2 0 4 15,0-8-5-15,-2 8 4 0,2 0 1 0,0 0 3 16,0 0-4-16,-2 0-4 0,2 0-1 16,-1-3-8-16,1 3 11 0,0 0 6 0,0 0-5 15,0 0 5-15,0 0-9 0,0 0 0 0,0 0 0 16,0-3 5-16,0 3 5 0,0 0-1 0,0-1 1 16,0 1 0-16,0 0-9 0,0 0 8 0,0-2 0 15,0 2 1-15,0 0-1 0,0 0-9 0,0 0 14 16,0 0-8-16,0 0 16 0,0 0-9 0,0 0-8 15,0 0 8-15,0 0-13 0,0 0 5 0,0 0-1 16,0 0-4-16,0 0 5 0,0 0 3 0,0 0-8 16,0 0 0-16,12 0-4 0,-12 0 4 15,0 0 4-15,0 0-4 0,6 0 4 0,-6-10-4 16,3 10-4-16,-1 0 8 0,0 0-12 0,1 0 12 16,-1 0 1-16,-1 0-1 0,0 0 0 0,0-5-4 15,0 5 9-15,-1 0-9 0,0 0 14 0,0 0-10 16,0 0 0-16,0 0 11 0,0 0-6 0,0 0 1 15,0 0-4-15,0 0-12 0,0 0 6 0,0 0-10 16,0 0 10-16,0 0 6 0,0 0-1 0,0 0 0 16,0 0-5-16,0 0 0 0,0 0-16 0,0 0 27 15,0 0-16-15,0 0 5 0,0 0 0 0,0 0-6 16,0 0 17-16,0 0-11 0,0 0 5 16,0 0-5-16,0 0-6 0,0 0 6 0,0 0 6 15,0 0-1-15,0 0-5 0,0 0 0 0,0 0 0 16,0 0 0-16,0 0 0 0,0 0 0 0,0 0 0 15,0 0 0-15,0 0 0 0,0 0 0 0,0 0 0 16,0 0-11-16,0 0 11 0,0 0 11 0,0 0-17 16,0 0 12-16,0 0 4 0,0 0-20 0,0 0 21 15,0 0-6-15,0 0-10 0,0 0 16 0,0 0 0 16,0 0-1-16,0 0 1 0,0 0-6 0,0 0 6 16,0 0-5-16,0 0-1 0,0 0 0 0,0 0-5 15,0 0-5-15,0 0-1 0,0 0 6 0,0 0-6 16,0 0 12-16,9 0-11 0,-9 0 5 15,0 0 0-15,0 0-5 0,7 0 15 0,-7 0-10 0,3 0 0 16,-3 0 5-16,2 14-5 0,1-14 1 16,-1 0-7-16,-1 0-4 0,0 0 4 0,0 8-4 15,0-8 15-15,0 0 6 0,1 10-10 0,-2-10-1 16,0 9-5-16,1-4 0 0,-1 3-1 0,0-2 12 16,0 2-6-16,0 0 6 0,0 1 0 0,0 1-5 15,0 1-6-15,0 0-6 0,-18 0 17 0,18 0-5 16,0 0 5-16,0 2-5 0,-15-2-12 0,15 0 12 15,0 0 5-15,-10-3 6 0,10 1 0 0,0-2-12 16,-6-1-6-16,6-1 0 0,-3 0-6 0,3-2 5 16,0 0 1-16,0 0 1 0,0 1 5 0,0-3 0 15,0 3-1-15,0-2 7 0,0 0-6 16,0 0 6-16,0-2-6 0,0 2 6 0,0-2 5 16,0 2-17-16,13-1 6 0,-13 1-5 0,0-2-1 15,0 1 18-15,12 1 16 0,-12-1 0 0,7-1 1 16,-7 1 5-16,7-1-5 0,-2 0 21 0,-2 0 4 15,1 0 5-15,0 0-2 0,0 0-16 0,0 0-1 16,1 0-16-16,1 0-14 0,-1 0 9 0,1 0-10 16,0-15-4-16,0 15 10 0,1 0-17 0,-1 0 4 15,-1-11 5-15,0 11-6 0,-1 0-2 0,-1-6 6 16,1 6 4-16,-1-4 10 0,-2 4-6 16,0-3-5-16,0 3-3 0,-1 0-9 0,0 0 13 0,0 0-8 15,0 0 0-15,0 0 1 0,1 0-5 16,-1 0-9-16,0 0-37 0,0 0-47 0,0 0-76 15,0 0-27-15,0 0 2 0,0 0-21 0,0 0 40 16,0 0 44-16</inkml:trace>
  <inkml:trace contextRef="#ctx0" brushRef="#br0" timeOffset="67269.02">7327 16402 262 0,'4'-3'9'0,"0"0"11"16,0 0 9-16,-3-1 7 0,3-1-6 0,-1 1 0 16,-1 0-6-16,-1 1-5 0,1 2 5 0,0-1-1 15,-1 1 4-15,-1 0 13 0,0 1-1 0,0 0-4 16,0 0 7-16,0 0-3 0,0 0-4 0,0 0 2 15,0 0-27-15,0 0-5 0,0 0 5 0,0 0-15 16,0 17 15-16,0-17-15 0,0 0-5 16,0 12 5-16,0-12 1 0,0 12 9 0,0-4-10 0,0 1 11 15,0 1 0-15,-15 0-5 0,15 0 10 16,0 2-16-16,0 0 0 0,0-1 1 0,-8 2 5 16,8-1 6-16,0 1-12 0,-5 1 11 0,5 0-10 15,-2 0 10-15,1-1-5 0,0 1-5 0,1 0 5 16,-1-1-11-16,1-1 11 0,-1-1-1 0,1 0-11 15,0-2 10-15,0 0 0 0,0 0 6 0,0-2 0 16,0 1-5-16,0-1-1 0,0-2-4 0,0 2 21 16,0-2-5-16,0 0 1 0,0-1 4 0,13 2-21 15,-13-3 5-15,0 1 6 0,0 0-6 16,0-1 5-16,10 1 6 0,-10 0-11 0,8-1-29 0,-8 0-26 16,5-1-29-16,-2-1-9 0,0 1 14 15,0-2 25-15,0 0 8 0,0 0 14 0,-1 0 4 16,3 0-15-16,-3 0-15 0,3 0-35 0,-1 0 10 15</inkml:trace>
  <inkml:trace contextRef="#ctx0" brushRef="#br0" timeOffset="67633.19">7524 16495 384 0,'0'-5'1'0,"0"2"11"0,0-2 19 16,0-1 19-16,0 2-2 0,0 0-6 15,0-1-14-15,0 3-14 0,0-1 13 0,0 1 16 0,0 2-9 16,0 0 2-16,0 0-9 0,0 0-21 16,0 0 4-16,0 0-10 0,-14 0 0 0,14 0 0 15,0 16-5-15,0-16-1 0,0 0-4 0,0 0 0 16,-9 13-1-16,9-13 6 0,-7 12 5 0,7-5 6 16,-9 0 16-16,6 2-17 0,-1 0-4 0,2 0-1 15,-3 2-16-15,1-1 16 0,2 0 1 0,0 1-1 16,1-1 7-16,1 0-7 0,-1 2 7 0,1-1-12 15,0-1 0-15,0-1 11 0,0 0-11 0,0-1 22 16,0-1-6-16,0-1-17 0,0 0 18 0,0-1-24 16,0-1 12-16,15 0 17 0,-15 2-12 15,0-2 1-15,11 3 5 0,-11-2-11 0,8 0 0 16,-8 0 0-16,11-2-11 0,-5 1-7 0,-6-1-11 0,9 1-10 16,-6-4-24-16,-1 0 2 0,1 1-9 15,0-1-1-15,-2 0-4 0,-1 0-26 0,1 0-8 16,-1 0 17-16</inkml:trace>
  <inkml:trace contextRef="#ctx0" brushRef="#br0" timeOffset="67919.75">7432 16670 448 0,'0'-3'5'16,"-3"0"11"-16,1 2 16 0,0-3 8 0,1 1 0 15,0-1 0-15,1 2-15 0,0-1 1 0,0 3 1 16,0 0-4-16,0 0-12 0,0 0 12 0,0 0-11 16,0 0 0-16,0 0 11 0,0 0-28 0,0 0 5 15,0 0-6-15,0 0 0 0,0 0 0 0,13 0 12 16,-13 0 5-16,0 0-4 0,10 0 5 0,-10 0-12 16,8 0-11-16,-2 0 6 0,-1 17-1 0,1-17 12 15,-1 0 0-15,1 0 0 0,-1 0-6 0,0 0-6 16,0 0 0-16,1 0 0 0,-2 0-6 0,1 0-39 15,0 0-14-15,-3 0-26 0,0 0-21 16,1 0-2-16,-1 0-18 0,3 0 26 0</inkml:trace>
  <inkml:trace contextRef="#ctx0" brushRef="#br0" timeOffset="68320.3">7488 16559 378 0,'-1'0'19'0,"-1"3"12"0,2-3 24 0,0 0 13 16,0 0-9-16,0 0-6 0,0 0-24 0,0 0-8 16,0-15-9-16,0 15-12 0,0 0 11 0,16 0-6 15,-16 0-4-15,0 0 15 0,0 0 7 0,11 0 10 16,-11 0 6-16,0 0 1 0,12 0-13 16,-12 0-9-16,12 0-5 0,-6 21 4 0,0-21-14 0,-1 20 14 15,2-8 1-15,1 3-19 0,-3-3 9 16,-1 2-7-16,-1 2-7 0,-1 0 14 0,-1 1-7 15,-1 1-4-15,0-1 16 0,0 0-16 0,0 3 11 16,0 0-22-16,0-1-25 0,-20-1-38 0,20-3-32 16,0-1-11-16,-15-1-13 0,15-2 17 0,0-1-34 15,-12 0 27-15</inkml:trace>
  <inkml:trace contextRef="#ctx0" brushRef="#br0" timeOffset="70727.59">14852 13234 317 0,'0'-4'9'0,"0"0"9"0,0 0 10 0,0-2 9 16,5-1 0-16,-5 1-9 0,0-1 3 15,4 0 5-15,-2 0-6 0,0-1 27 0,0 2 3 16,0-1 20-16,0 1 21 0,-1 0-10 0,1 0 15 16,0 2-9-16,-2-2 6 0,2 2-3 0,-1-1-12 15,-1 2-3-15,0-2-14 0,0 3 2 0,0 0-13 16,0-1-12-16,0 2-11 0,0 1-17 0,0-1-3 16,0 1-12-16,0 0-11 0,0 0-8 0,0 0-3 15,0 0-2-15,0 0 6 0,0 0 3 0,0 0 4 16,0 20 11-16,0-20 2 0,-12 21-3 0,12-6 1 15,0 2-2-15,0 1-6 0,-13 2 5 0,13 2-3 16,-8 2 2-16,8 1 2 0,-8 1-2 0,4 0 0 16,0 2-10-16,-2-1 9 0,2 0 3 0,1 0 3 15,-1-1-7-15,0-1 1 0,-1 0-3 16,3-2 2-16,-3-2 7 0,3-1-11 0,2-1 4 16,0-1-1-16,0-3 1 0,0-2 6 0,0-2 1 15,0 0-2-15,22-4 7 0,-22 0 9 0,17 0 3 16,-17-4 1-16,23 1 1 0,-9-2-11 0,0-2 0 15,2 0-5-15,0 0 1 0,2 0-4 0,0 0 1 16,-1 0-4-16,2-19-4 0,-2 19 5 0,2 0-10 16,-3-20-10-16,-1 20-21 0,-2-14-30 0,1 14-25 15,-4-15-31-15,-2 15-30 0,-1-15-22 0,-2 8-15 16,-1 0 2-16,0-1-10 0,-4-1-54 0,0-1 41 16,0 0 43-16</inkml:trace>
  <inkml:trace contextRef="#ctx0" brushRef="#br0" timeOffset="70959.37">14999 13008 772 0,'0'0'4'0,"0"0"6"0,-22 0 0 0,22 0-5 16,0 0-5-16,0 0-30 0,0 0-26 15,0 0-38-15,0 0-40 0,0 0-15 0,0 0 2 16,0 0 43-16</inkml:trace>
  <inkml:trace contextRef="#ctx0" brushRef="#br0" timeOffset="71553.01">15333 13420 197 0,'5'-9'10'0,"-2"2"8"16,2-1 14-16,-1 1 6 0,1 0 3 0,-2 2 4 15,-2 0-8-15,1 2 11 0,-2 1-3 0,0 0 15 16,1 2 17-16,-1 0-7 0,0 0-5 0,0 0-21 16,0 0-33-16,0 0 9 0,0 0-20 0,0 0-16 15,0 0 21-15,0 0-25 0,-15 0 15 0,15 17 11 16,0-17-10-16,0 12 4 0,-10-12-10 15,10 18 5-15,-9-7 11 0,9 0-10 0,-10 2 45 16,6-2-8-16,-1 4-11 0,1 1 16 0,0 0-45 16,0 1 20-16,-1 0 0 0,2 1 1 0,0 1 15 15,-1-2-11-15,3 2 6 0,-1-2 4 0,2-2-10 16,0 0-4-16,0-1-4 0,0-1-18 0,0-2 14 16,0 0-2-16,0-1-1 0,0-2 14 0,0 1-4 15,0 1-4-15,0-3-4 0,18 1 4 0,-18 0-9 16,0-2-4-16,0 0-3 0,9-1-57 0,-9-1-17 15,0-1-6-15,0-2-18 0,8-1 42 0,-4 0 3 16,-1 0-14-16,4 0-29 0,0 0-69 0,2-26 18 16</inkml:trace>
  <inkml:trace contextRef="#ctx0" brushRef="#br0" timeOffset="71919.81">15561 13480 535 0,'2'-8'0'16,"0"-1"25"-16,-2-1 9 0,0-2 38 0,0 3 22 16,2 0 6-16,-2 0 7 0,2 3-24 0,-2 0 5 15,0 1-10-15,0 2 3 0,0 1 0 0,0-1-27 16,0 1-16-16,0 2-17 0,0 0-24 0,0 0-1 16,0 0-5-16,0 0-1 0,0 0 6 0,0 0-2 15,0 0-7-15,-15 0 6 0,15 18-1 16,0-18 11-16,-12 15 2 0,12-15-5 0,-10 20 4 15,10-9-12-15,-12 0 9 0,7 0-7 0,-2 3 6 16,1 0 4-16,0 1-2 0,2-1 4 0,-1 0-6 16,1 1 3-16,2 1-8 0,-1-1 12 0,0-2-6 15,1-1-2-15,2-1 6 0,0 0-7 0,0-1 8 16,0-1-2-16,0-2 5 0,0 0-9 0,0-1-3 16,20 0 3-16,-20-4-2 0,0 4-2 0,20-3-11 15,-20 1-26-15,17-3-24 0,-17 0-17 16,16 0-20-16,-9 0 13 0,3-1-10 0,-2 0-7 0,0 0 3 15,-2 0 1-15,-1 0 6 0,0 0-4 16,0 0-32-16,-1-17 0 0,-3 17 24 0</inkml:trace>
  <inkml:trace contextRef="#ctx0" brushRef="#br0" timeOffset="72184.26">15411 13551 799 0,'-5'0'22'0,"0"15"36"0,2-15 27 0,0 0 1 16,1 0-14-16,-2 0-34 0,4 0-32 0,0 0-1 15,0 0-9-15,0-15-1 0,0 15 6 16,17 0 7-16,-17 0-13 0,0 0-5 0,17 0 14 16,-17 0-14-16,12 0 10 0,-12 0 9 0,14 0-8 15,-14 0-4-15,13 0 17 0,-4 0-8 0,-1 0-10 16,1 0 14-16,-1 0 0 0,1 0-5 0,1 0 6 15,-2 0 4-15,1 0-27 0,0 0-15 0,-2 0-45 16,1 0-34-16,-1-16-18 0,2 16-16 0,-2 0-26 16,0-14-39-16,1 14 32 0</inkml:trace>
  <inkml:trace contextRef="#ctx0" brushRef="#br0" timeOffset="72519.01">15759 13301 496 0,'5'-4'13'0,"0"2"23"0,-3 0 28 0,1 1 38 16,-3-1 16-16,0 2-8 0,2 0-26 0,-2 0-36 16,0 0-39-16,0 0-17 0,0 0 4 0,0 0-9 15,0 0 10-15,0 19 3 0,0-19-7 0,0 17 5 16,0-17-1-16,0 24 3 0,0-9 0 0,-15 2 18 15,15 0 13-15,0 2 23 0,0 2 10 16,-9-1 1-16,9 3 15 0,0-3-23 0,-9 4 3 16,9-2-6-16,-5 2-23 0,2-3-4 0,-2 2-8 15,3 0-9-15,-3-3-2 0,0 1 4 0,1-2-7 16,-2 0-2-16,1-3-2 0,-2 0 2 0,-2-2 10 16,0 1-6-16,1-3 1 0,-1-2-2 0,-2-2-22 15,0 1-48-15,-2-3-50 0,4-2-72 0,-1-1-21 16,-2-2 4-16,3-1-11 0,1 0-21 0,1 0 37 15</inkml:trace>
  <inkml:trace contextRef="#ctx0" brushRef="#br0" timeOffset="73963.16">16235 13396 223 0,'0'0'10'0,"0"0"15"0,0 0 10 16,0 0 2-16,0 0-10 0,0 0 4 0,0 0-9 15,0 0 16-15,0 0-1 0,0 0-8 16,0 0-6-16,0 0 1 0,0 0-1 0,0 0-9 16,0 0 5-16,0 0-10 0,0 0 5 0,0 0-5 15,0 0 5-15,0 0 6 0,0 0-10 0,0 0 15 16,0 0-9-16,0 0-15 0,0 0 15 0,0 0 0 15,0 0 7-15,0 0 14 0,0 0-4 0,0 0-1 16,0 0 10-16,0 0-6 0,0 0 14 0,0 0-4 16,0 0-3-16,0 0 3 0,0 0-18 0,0 0-1 15,0 0-1-15,0 0-21 0,0 0 3 0,0 0-4 16,0 0-15-16,0 0 16 0,0 0-13 0,0 0 8 16,0 0 13-16,0 0-17 0,0 0 8 0,0 0-3 15,0 0-5-15,0 0 7 0,0 0-3 16,0 0-5-16,0 0 5 0,0 0-4 0,0 0 8 15,0 0-4-15,0 0-5 0,0 0 9 0,0 0 0 16,0 0-4-16,0 0 1 0,0 0 3 0,0 0-4 16,0 0 14-16,0 0 8 0,0 0 9 0,0 0 9 15,0 0 10-15,0 0 3 0,0 0-6 0,0 0 0 16,0 0-13-16,0 0-10 0,0 0-12 0,17 0-12 16,-7 0-1-16,1-14-8 0,4 14 8 0,-1 0 8 15,1 0-3-15,0 0 5 0,2 0-2 16,-2 0-7-16,0-7 9 0,-2 7 10 0,2 0-7 15,-3 0 5-15,1 0 2 0,-2-3-4 0,-3 3 14 16,-1-3 5-16,0 2-11 0,-2 0 0 0,0 0-12 16,-3 0-6-16,0 1-4 0,-1 0-20 0,1-1-59 15,-2 1-90-15,0 0-102 0,0 0-44 0,0 0 10 16,0 0 4-16,0 0 106 0</inkml:trace>
  <inkml:trace contextRef="#ctx0" brushRef="#br0" timeOffset="74219.48">16259 13559 846 0,'0'0'38'0,"0"0"23"0,0 0 6 16,0 0 11-16,0 0-24 0,0 0-30 0,0-17 2 15,0 17-16-15,0 0-18 0,23 0 8 0,-23-17-9 16,14 17 5-16,-14 0-1 0,19 0 1 0,-19-9-1 15,18 9 9-15,-18 0-5 0,18 0 5 0,-8 0 1 16,1 0-14-16,-2 0 8 0,2 0 0 0,-1 0-9 16,-1 0-2-16,0 0-22 0,0 0-32 0,1 0-3 15,-3 0-31-15,0 0 11 0,-1 0 7 0,1 0-29 16,-1 0-1-16,-1 0-55 0,-2 0 20 0</inkml:trace>
  <inkml:trace contextRef="#ctx0" brushRef="#br0" timeOffset="74972.96">16891 13043 477 0,'0'-4'16'0,"0"-1"21"0,0 3 8 16,0-4 28-16,0 1 8 0,0 1-2 0,0 1-4 16,0-1-17-16,0 2-21 0,0 0-13 0,0 0-6 15,0 2-9-15,0 0-9 0,0 0-10 16,0 0-4-16,0 0 1 0,0 0 7 0,0 0 1 15,0 0 5-15,0 20 3 0,0-20-7 0,0 20-1 16,-16-7 0-16,16 2-7 0,0 1 12 0,-15 1 5 16,15 2-3-16,-11 0-1 0,11 1 5 0,-12 1 9 15,12 0 6-15,-10-1 23 0,7 1-9 0,0-1-9 16,1 0 14-16,2 0-10 0,0 0-11 0,0 0 4 16,0-1-4-16,0 0-17 0,0 0 9 0,20-3-5 15,-20 1 4-15,15-2 14 0,-15-2-11 0,21-4 8 16,-21 0-19-16,23-1 5 0,-14-4 7 0,0 1-9 15,-1-2 0-15,-1-1-4 0,1 1-1 16,-2-3 5-16,-1 1-4 0,2-1-5 0,-1 0-18 16,3 0-30-16,-3 0-34 0,0 0-31 0,1 0-24 15,1 0 5-15,1-19 14 0,-1 19 13 0,-1-16 17 16,2 16-7-16,-2-18-20 0,2 6 3 0,-3 0 31 16</inkml:trace>
  <inkml:trace contextRef="#ctx0" brushRef="#br0" timeOffset="75227.28">17068 12914 1281 0,'0'-5'29'0,"0"1"11"0,0-1-13 0,0 1 0 16,0-5-32-16,0 3-11 0,0 1-24 0,0 1-45 15,0 1-41-15,0 2-46 0,0-1 8 0,18 2 14 16,-18 0 23-16,0 0 16 0,0 0-16 0,14 0 14 16,-14 21 23-16</inkml:trace>
  <inkml:trace contextRef="#ctx0" brushRef="#br0" timeOffset="75624.93">17234 13465 420 0,'0'0'15'0,"9"0"6"0,-9-17 9 16,6 17 6-16,-3 0-2 0,1-19 4 0,-1 19-6 15,2 0-5-15,-1 0-8 0,-2-13-10 0,1 13 6 16,-1 0 12-16,0 0-5 0,-2 0 11 0,0 0-11 15,0 0-16-15,0 0 11 0,0 0-11 0,0 18 0 16,0-18-5-16,0 17 23 0,0-17 15 0,0 19-6 16,0-9-1-16,0 2-19 0,0 0-25 0,0 0 10 15,0 2 11-15,0-1-20 0,0 2 14 16,0-1 6-16,0-2-1 0,0 2-10 0,0-5-36 16,0 1-31-16,0-2-18 0,0-1-15 0,0-4-16 15,0 1-32-15,0-4-13 0,0 0 29 0</inkml:trace>
  <inkml:trace contextRef="#ctx0" brushRef="#br0" timeOffset="76067.69">17536 13169 576 0,'4'-3'20'0,"0"1"38"16,-3 0 52-16,-1 1 27 0,2-2-3 0,-2 1-27 15,0 1-55-15,0 0-27 0,0 1-26 0,0 0-15 16,0 0 3-16,0 0 0 0,0 0 4 0,0 0 6 16,0 0-2-16,0 16-2 0,-17-16 7 15,17 0 1-15,0 19 1 0,-10-19-1 0,10 16 0 0,0-16-1 16,-9 15-3-16,9-8 3 0,-9 3-3 0,5-1 2 15,0 0 3-15,1 1 5 0,-3 0 0 0,2 1-5 16,-1 1 5-16,2-1-5 0,-1 2 5 16,2-3 9-16,-1 1-5 0,1 0 7 0,-1 0 2 15,1-2 1-15,2 1-1 0,-2-1 0 0,2 0 1 16,0 0-1-16,0-1 7 0,0 0 4 0,0-1-7 16,0-1 6-16,0 0-11 0,23-1 0 0,-23 1 1 15,13-1-6-15,-13-1 3 0,16 1-15 0,-16-1-4 16,17 1-2-16,-7-3 4 0,-2 3 5 0,-1-3-23 15,0-1-30-15,-2 1-25 0,0-1-64 0,0-1-11 16,0 1-2-16,-2-1-10 0,1 0 32 0,-1 0 14 16,1 0-10-16,1 0-9 0,0 0 8 15,1-19 21-15</inkml:trace>
  <inkml:trace contextRef="#ctx0" brushRef="#br0" timeOffset="76716.2">17714 13264 488 0,'4'-6'16'0,"1"2"6"0,0-3 12 16,0 1 13-16,-1-1-18 0,-1 2 0 0,1-1-16 16,-1-1-21-16,0 3 12 0,0 0-12 0,-2 1 26 15,-1 2 9-15,0 0-2 0,2-1 23 0,-2 2-14 16,0 0 10-16,0 0 4 0,0 0-10 0,0 0-15 15,0 0-4-15,0 0-10 0,0 0-9 0,0 0 0 16,-16 0-3-16,16 17-6 0,0-17 6 0,0 0 4 16,-17 19-1-16,17-19-8 0,-12 15 13 0,12-6-9 15,-11 1 0-15,5 1 10 0,-1-1-8 16,0 2 13-16,0-1-4 0,2-1-1 0,0 2 9 16,-1-1-13-16,2-1 9 0,2 1 5 0,-1-1-13 15,2 0 19-15,1-1-6 0,0 0 6 0,0 0 4 16,0-1-5-16,0-2 9 0,21 1-13 0,-21-3-2 15,17 1-4-15,-17-1 1 0,21-1 1 0,-9-2-13 16,-1 0 3-16,0-1-13 0,-2 0-9 0,2 0-10 16,-4 0-19-16,-2 0-22 0,-5 0-18 0,6 0-19 15,-6 0-8-15,3 0-2 0,-1 0-7 0,1 0 3 16,-2 0-28-16,0-15 27 0</inkml:trace>
  <inkml:trace contextRef="#ctx0" brushRef="#br0" timeOffset="76984.65">17615 13325 500 0,'-3'-4'13'0,"1"-1"13"16,2 2 9-16,0-3 13 0,0 1 1 0,0 2-7 16,0-1-4-16,0 0-12 0,0 2-11 0,16 0-5 15,-16 0-5-15,0 1 0 0,16 0 0 0,-16 0-5 16,13 1 0-16,-13 0 5 0,15 0-4 0,-5 0 23 15,-1 0 1-15,2 0-5 0,-1 0 5 0,1 0-19 16,2 0 9-16,-2 0 0 0,-2 15 4 16,2-15 0-16,-4 0 1 0,0 0-2 0,2 0-8 15,-4 9 8-15,3-9-18 0,-3 0-28 0,0 0-16 16,2 0-59-16,-3 0-20 0,4 0-8 0,-4 0-13 16,1 0-22-16,-2-16 28 0,3 16 34 0</inkml:trace>
  <inkml:trace contextRef="#ctx0" brushRef="#br0" timeOffset="77295.82">17920 13159 575 0,'2'0'8'0,"-1"0"13"0,1 0 3 0,-2 0 5 15,3 0-8-15,-3 0-8 0,0 0-4 0,0 0 1 16,0 0 0-16,0 0-5 0,21 0 9 0,-21 0-4 15,0 19 0-15,20-19-5 0,-20 13 1 0,16-13-6 16,-16 17 6-16,11-17 14 0,-11 22 5 0,11-12 10 16,-11 4 10-16,10-2 1 0,-10 2 0 0,7 1 0 15,-7 1 1-15,5-1-1 0,-3 4 0 0,2 0 3 16,-3 1-11-16,0 0-9 0,-1 0 2 0,0 1-16 16,0 0 3-16,0 0 2 0,0-1-13 0,-18-2 2 15,18-1 0-15,0-1-7 0,-20-1 1 16,20-1 11-16,-18-3-15 0,18-2-24 0,-20-1-62 15,8-1-56-15,-1-4-24 0,1-1-15 0,0-2 23 16,-2 0-12-16,3 0-16 0,1 0 43 0</inkml:trace>
  <inkml:trace contextRef="#ctx0" brushRef="#br0" timeOffset="77767.76">18291 13308 732 0,'0'0'76'0,"0"8"87"16,0-8 41-16,0 0 31 0,-11 0-67 0,11 0-77 16,0 0-50-16,0 0-29 0,0 0-12 0,0 0-8 15,0-15 4-15,20 15 3 0,-20 0 4 0,0 0 0 16,21 0-2-16,-10 0 0 0,2 0-5 0,0 0-1 15,1 0 9-15,4 0 0 0,-1 0-3 0,2 0 6 16,-1 0 20-16,0 0 11 0,4 0 25 0,-2 0 2 16,1 0-15-16,-5 0-15 0,3-14-15 0,-3 14-10 15,0 0-5-15,-6 0-2 0,0 0-7 0,0-8-7 16,-2 8-32-16,0 0-43 0,1-5-55 0,-1 5-64 16,2-3-30-16,1-1-11 0,0 2 20 0,-2-1 58 15,2 0 40-15,-2-1 53 0,0 0 15 16,-5 0-14-16,1 1-10 0,-2-1-19 0,-3-1 24 15</inkml:trace>
  <inkml:trace contextRef="#ctx0" brushRef="#br0" timeOffset="78066.68">18509 13188 592 0,'-6'0'20'0,"4"0"24"16,-1-21-4-16,-2 21 4 0,3-14-25 0,1 14-24 16,1-13 10-16,0 13-5 0,0 0-5 0,0-11 1 15,0 11-1-15,0 0-5 0,0 0 5 0,0 0-5 16,0 0 0-16,0 0 5 0,0 0 10 0,0 0-5 16,0 17-5-16,0-17 10 0,0 17-10 0,0-17 15 15,0 24-5-15,0-11-9 0,0 1 9 0,0 1-5 16,0 2 5-16,0-1 5 0,0 2 1 0,0-1-11 15,0 1 1-15,0 0 5 0,0-1-21 0,0 0 21 16,0 0-6-16,0-2-40 0,0-2-11 16,0-1-29-16,0-2-31 0,0 0-26 0,0-3 11 15,0 0 16-15</inkml:trace>
  <inkml:trace contextRef="#ctx0" brushRef="#br0" timeOffset="79291.43">19142 13053 339 0,'2'-5'10'16,"0"1"29"-16,0-2 13 0,1 0 16 16,-1-1 1-16,0 1-10 0,0 2-4 0,-1 0-1 0,1-1 11 15,0 1-3-15,-1 1 12 0,0 1-1 16,1-1-20-16,-2 2-2 0,0-1-18 0,0 1-9 16,0 1-12-16,0 0-16 0,0 0-9 0,0 0-7 15,0 0 3-15,0 0 16 0,0 0-3 0,0 17 7 16,0-17 3-16,-15 15-10 0,15-15 10 0,0 23-7 15,-14-10 1-15,14 1-3 0,-9 1 4 0,9 0 3 16,-9 1 3-16,9 1-5 0,-8-1 5 0,4 2 4 16,0-1 3-16,1 0 17 0,-1 0-8 0,2 0 7 15,1-2-2-15,-1 0-1 0,0 1-6 0,2-1-8 16,0-1 3-16,0 0-2 0,0-2 12 0,0-2 0 16,0 0 2-16,23-1-12 0,-23-2 3 0,16-1 5 15,-16 0-11-15,18-3 10 0,-18 0-8 16,17 1-26-16,-17-4-23 0,14 0-51 0,-14 0-60 15,11 0-45-15,-5 0-29 0,-1 0 11 0,1 0 3 16,-1-24 12-16,2 24 55 0</inkml:trace>
  <inkml:trace contextRef="#ctx0" brushRef="#br0" timeOffset="79511.9">19142 12899 1313 0,'0'-7'24'0,"0"-1"11"0,0-1 5 15,0-2-3-15,0-1-22 0,18 1-18 0,-18 3-6 16,16 1-1-16,-16 2-11 0,16 2-25 0,-16 1-43 16,17 2-33-16,-17 0-28 0,17 0 0 0,-8 21 11 15,0-21 16-15,-1 20 4 0,0-20-21 0,1 25 9 16,-1-11 21-16</inkml:trace>
  <inkml:trace contextRef="#ctx0" brushRef="#br0" timeOffset="80077.28">19417 13352 483 0,'0'0'26'0,"0"0"46"0,0 0 40 0,0 0 43 15,0 0 12-15,0-21-28 0,-14 21-39 0,14 0-39 16,0-18-38-16,0 18-16 0,0-12-8 0,0 12 3 16,0-10-10-16,0 10-4 0,0 0 7 0,19-8-4 15,-19 8 8-15,0 0-2 0,0-4-4 0,14 4 1 16,-14 0-2-16,9 0 8 0,-9 0 4 0,12 0-11 16,-6 0 11-16,0 0-8 0,0 0-4 0,1 18 9 15,0-18-7-15,-3 0 8 0,2 18 6 0,-1-18-2 16,-1 13 4-16,1-13-4 0,-3 15-5 0,0-7 6 15,-1 1-15-15,-1 0 10 0,0-1 4 0,0 2-3 16,0 0 15-16,0 1-17 0,-18 1 4 16,18-1-11-16,0-1-3 0,-13 0 11 0,13 2-2 15,0-3 8-15,-15-2-4 0,15-2-2 0,-8 1-4 16,8-2 2-16,-7 1 0 0,7 0-5 0,-6-2-4 16,6-1 9-16,0 3 7 0,0-3 4 0,0 1 2 15,0 0 2-15,0 0-2 0,0 0-4 0,0-2 8 16,19 1-7-16,-19 0 3 0,0-1-7 0,19-1-1 15,-19 0-13-15,14 0-17 0,-14 0-16 0,17 0-24 16,-9 0-27-16,1 0 1 0,0-19-41 16,-2 19-10-16,-1 0 8 0,2-13-12 0,1 13 29 15,-2-13-11-15,-1 13 1 0,0-14 26 0</inkml:trace>
  <inkml:trace contextRef="#ctx0" brushRef="#br0" timeOffset="80935.65">19810 13222 255 0,'0'0'13'0,"0"0"15"16,0 0 6-16,0 0 14 0,0 0 6 0,0 0-1 15,0-17 22-15,0 17 16 0,0 0 6 0,18-14 3 16,-18 14-15-16,0 0-25 0,10-12-24 0,-10 12-13 16,0-9-15-16,9 9 1 0,-9-6-5 15,0 6 3-15,6-4-2 0,-6 4-10 0,0 0 1 16,0 0-13-16,0 0 8 0,0 0 0 0,0 0 0 15,0 0 9-15,0 0 0 0,0 0-3 0,-18 0 3 16,18 20 5-16,-14-20-4 0,14 17 5 0,-18-17 7 16,7 24-11-16,-1-12-1 0,2 2 8 0,-2 3-14 15,-1-2 2-15,4 2 1 0,1 1-3 0,-1 0 8 16,2-2 10-16,0 2-4 0,2 0 4 0,2 0 1 16,0-2 4-16,2 0 1 0,-1-2 17 0,2-1-23 15,0-2 11-15,0-1 4 0,0-3-24 0,0-2 26 16,0 0-21-16,0 0 8 0,16-2 1 0,-16-2-18 15,0 1-3-15,18-1-39 0,-18 0-33 0,17-1-26 16,-8 0-32-16,3 0 0 0,-1 0-31 16,0 0-5-16,3 0-20 0,-3 0 32 0</inkml:trace>
  <inkml:trace contextRef="#ctx0" brushRef="#br0" timeOffset="81323.67">20035 13215 626 0,'4'-7'50'0,"-1"0"69"0,0-1 49 0,-1 3 34 16,1-4-33-16,-2 2-56 0,-1 1-55 15,1 2-33-15,-1 0-25 0,0 2-14 0,0 0 3 16,0 1-6-16,0 1 12 0,0 0-1 0,0 0 6 15,-17 0-5-15,17 0-1 0,-15 23 1 0,15-23 0 16,-21 17 7-16,21-17-2 0,-20 20 1 0,10-10-4 16,2 1 1-16,1 1-4 0,-1-2 0 0,-1 1 9 15,4 0-3-15,1 1 6 0,-1 0 5 0,2 0-2 16,0-1 9-16,3 2-5 0,0-1 0 0,0 0-1 16,0 0-4-16,0 0 4 0,0 0-6 0,23 0 2 15,-23 0 0-15,15-1 4 0,-15 0-1 16,16-2-2-16,-16 1-1 0,19-2 0 0,-10-3 2 15,1 1-10-15,0-3 2 0,-1 2-5 0,0-4 5 16,-1 1-21-16,-1-2-30 0,-1 1-59 0,3-1-74 16,-5 0-31-16,2 0-18 0,-2 0 17 0,-1 0 20 15,0 0 21-15,-1 0 47 0</inkml:trace>
  <inkml:trace contextRef="#ctx0" brushRef="#br0" timeOffset="81543.67">19902 13328 731 0,'-2'-5'54'0,"0"0"43"16,2-1 24-16,0 2 5 0,0-4-43 0,0 2-36 15,0 0-18-15,20 1-1 0,-20-1-13 0,17 2-8 16,-17 0-1-16,20 0-5 0,-20 3 3 0,21 1 0 16,-11 0-4-16,1 0 0 0,0 0 1 0,-2 0 4 15,2 0 2-15,0 0-15 0,-1 17-36 16,-1-17-27-16,-1 0-49 0,0 0-21 0,-2 16-4 0,0-16 1 15,-1 0 16-15,0 0 28 0,-1 0 4 0,-1 0-16 16,1 0 13-16,-2 0 11 0</inkml:trace>
  <inkml:trace contextRef="#ctx0" brushRef="#br0" timeOffset="82535.79">20206 13167 464 0,'0'0'8'0,"0"0"9"15,0 0 19-15,0 0 1 0,0 0 3 0,0-16 0 16,25 16-5-16,-25 0 4 0,0 0-2 0,20 0-3 15,-20-11-11-15,12 11-8 0,-12 0-1 16,13 0-4-16,-13 0 4 0,13 0 0 0,-13 17-9 16,13-17 4-16,-8 0-8 0,-5 24 19 0,7-24-1 15,-4 22 10-15,-1-10 4 0,-2 3 0 0,2-1-3 16,-2 1-10-16,0 2 2 0,0 1-18 0,0 1 4 16,0 1-7-16,0-1-1 0,0 2 5 0,0 0 1 15,0 1 12-15,0-2 3 0,0-1-2 0,-24-1-2 16,24-1-12-16,-20 0 1 0,20-1-45 0,-19-1-53 15,6-1-49-15,1 0-81 0,-1-1-39 0,-3-2 52 16</inkml:trace>
  <inkml:trace contextRef="#ctx0" brushRef="#br0" timeOffset="84451.28">16250 14279 99 0,'0'0'4'0,"0"0"1"0,0 0 1 16,0 0 4-16,0 0 0 0,0 0 1 15,0 0 2-15,0 0-1 0,0 0-4 0,0 0-5 16,0 0 0-16,0 0-3 0,0 0-5 0,0 0 10 16,0 0-6-16,0 0 1 0,0 0-4 0,0 0 11 15,0 0-2-15,0 0-1 0,0 0 13 0,0 0-12 16,0 0 19-16,0 0-9 0,0 0 14 0,0 0-5 15,0 0-18-15,-12 0 23 0,12 0-24 0,0 0-2 16,0 0 5-16,0 0-11 0,-5 13 5 0,5-13 3 16,-4 0 0-16,4 0-5 0,-4 10-3 0,4-10-1 15,-2 6 0-15,0-6-4 0,-1 3 13 0,3-3 0 16,0 2 10-16,-2-2 13 0,2 0 2 16,0 0 0-16,-3 0 5 0,2 0-15 0,1 0 1 15,-2 0 3-15,2 0-9 0,-2 0 9 0,1 0-14 16,-1 0 4-16,0 0-4 0,2 0 5 0,0 0-1 15,0 0 1-15,0 0-5 0,0 0-5 0,0 0 10 16,0 0-20-16,0 0 10 0,0 0-5 0,0 0-10 16,0 0 15-16,0 0 5 0,0 0-5 0,0 0 5 15,0 0-10-15,0 0 1 0,0 0-1 0,0 0 10 16,0 0 0-16,0 0 1 0,0 0 5 16,0 0-11-16,0 0 11 0,0 0-10 0,0 0 14 15,0 0 1-15,0 0-4 0,0 0 26 0,0 0-4 0,0 0 18 16,20 0-1-16,-20 0-19 0,14 0 7 15,-14 0-13-15,20 0 8 0,-8 0 0 0,1 0-10 16,0 0-1-16,2 0-7 0,1 0-7 0,0 12-1 16,0-12-3-16,0 0 4 0,0 0 4 0,1 6-1 15,-2-6 9-15,2 0 0 0,-3 5-4 0,2-5-6 16,-1 3-1-16,-1-3-8 0,-2 0 4 0,-2 0-3 16,3 1-2-16,-5 0-1 0,0-1-4 0,-1 0 4 15,-1 2-5-15,-1-1 4 0,-3 0-1 0,1 1-3 16,-3-1 0-16,0-1-3 0,0 0 4 15,0 0-1-15,0 0 3 0,0 0-1 0,0 0-14 16,0 0-21-16,0 0-41 0,0 0-48 0,0 0-29 16,0 0-19-16,0 0 8 0,0 0 24 0,0 0-3 15,0 0-31-15,0 0 14 0,0 0 24 0</inkml:trace>
  <inkml:trace contextRef="#ctx0" brushRef="#br0" timeOffset="84824.08">16221 14594 329 0,'-3'2'4'0,"1"-1"9"0,-1 0 1 0,2-1 4 15,-1 0 0-15,2 1-9 0,0-1 9 16,-2 0-9-16,2 1 0 0,0-1 0 0,0 0 5 16,0 0 14-16,0 1 8 0,0-1 32 0,0 0 5 0,0 0 10 15,0 0 0-15,19 0-23 0,-19 0 3 16,14 0-5-16,-14 0-5 0,20 0-1 0,-8 0-19 15,5 0-15-15,1 0-9 0,-2 0-2 0,2 0-2 16,-2-12-5-16,2 12 0 0,-2 0-13 0,-1 0-34 16,-4 0-30-16,0 0-33 0,-1 0-39 0,-3 0-18 15,0 0-53-15,-1 0 34 0</inkml:trace>
  <inkml:trace contextRef="#ctx0" brushRef="#br0" timeOffset="88235.41">16243 14669 289 0,'0'0'21'0,"0"0"6"15,0 0 18-15,0 0-5 0,0 0-11 0,0 0 8 16,0 0-27-16,0 0 13 0,0 0-9 0,0 0-14 16,0 0 14-16,0-12-1 0,0 12-3 0,14 0 3 15,-14 0-8-15,0 0 4 0,0 0 0 0,0 0 0 16,0 0 0-16,0 0-13 0,0 0 4 15,0 0 0-15,0 0 5 0,0 0-1 0,0 0 1 16,0 0 4-16,0 0-5 0,0 0 1 0,0 0 8 16,0 0-12-16,0 0 8 0,0 0-1 0,0 0-8 15,0 0 0-15,0 0 0 0,0 0-4 0,0 0 9 16,0 0 8-16,0 0-3 0,0 0 3 0,0 0-13 16,0 0 5-16,0 0 0 0,0 0-5 0,0 0 5 15,13-15-19-15,-13 15 14 0,0 0 0 0,12 0 0 16,-12 0 4-16,9 0-8 0,-9 0 9 0,9-6-5 15,-9 6 9-15,10 0 5 0,-5 0-10 0,3-4 1 16,-1 4-5-16,0 0-4 0,2-2 8 0,1 1 6 16,0-1-6-16,1 2 6 0,-1-1-9 15,3 1 4-15,-2 0 5 0,0-1-5 0,1 1 6 0,-1 0 4 16,-1 0 9-16,0 0-1 0,0 0-3 16,-3 0 9-16,4 0-4 0,-4 0-4 0,-1 0 12 15,0 0-18-15,0 0 1 0,-3 0 8 0,2 0-9 16,-2 0 5-16,-1 0-2 0,0 0-12 0,0 0 4 15,-1 0-1-15,-1 0-8 0,0 0 8 0,0 0-5 16,0 0 0-16,0 0 5 0,0 0-14 0,0 0 5 16,0 0 0-16,0 0-9 0,0 0 8 0,0 0-8 15,0 0-4-15,0 0-11 0,0 0-29 0,0 0-15 16,0 0-26-16,0 0 1 0,0 0 21 0,0 0-13 16,0 0-25-16,0 0-58 0,0 15 9 0</inkml:trace>
  <inkml:trace contextRef="#ctx0" brushRef="#br0" timeOffset="91328.52">17010 14257 163 0,'0'0'14'16,"0"0"10"-16,0 0 16 0,0 0 5 0,0 0 0 15,0 0-3-15,0 0 3 0,0 0-4 0,0 0-9 16,0 0-1-16,0 0-15 0,0 0 4 0,0 0 1 16,0 0-6-16,0 0 6 0,0 0-11 0,0 0 10 15,0 0 0-15,0 0 0 0,0 0 5 0,0 0-25 16,0 0 5-16,0 0-10 0,0 0 0 15,0 0 21-15,0 0-6 0,0 0 1 0,0 0 9 16,0 0 2-16,0 0 5 0,0 0 6 0,0 0 6 16,0 0-5-16,0 0 11 0,0 0-1 0,0 0-6 15,0 0 9-15,0 0-15 0,0 0-2 0,0 0-4 16,0 0-20-16,0-17-6 0,0 17-1 0,0 0-9 16,0 0 9-16,15-11 3 0,-15 11-4 0,15 0 5 15,-3-11-3-15,-2 11-4 0,2 0 0 0,1-4-2 16,0 4-3-16,1 0 9 0,-2 0 1 0,-1 0 2 15,1 0 11-15,-2 19-17 0,-2-19 0 0,1 0-1 16,-2 17-8-16,0-17 9 0,-3 12-1 16,-3-12 11-16,1 12-8 0,-2-4 9 0,0 1-5 15,0 1-8-15,0-2 8 0,-22 5-6 0,22-1 9 16,-19 2-7-16,19-2 8 0,-24 2-14 0,24-1 2 16,-25-1 6-16,25 1-6 0,-21-3 26 0,10-1-19 15,3 0-2-15,0-2 0 0,1 1-14 0,2-5 18 16,0 1 6-16,2-2-12 0,3 0 7 0,0-2-5 15,0 0-1-15,0 0 10 0,0 0-9 0,0 0 0 16,0 0-3-16,0 0-1 0,0 0 1 0,0 0 3 16,0 0 1-16,20 0-5 0,-20 0 4 15,14-11 8-15,-14 11-13 0,16 0 4 0,-16 0 4 16,16 0-16-16,-8 0 18 0,1 0-6 0,-2 0 5 16,1 0 0-16,0 0-14 0,0 0 9 0,-1 0-9 15,-1 0 0-15,1 15 10 0,-2-15 0 0,0 0-1 16,0 0 5-16,1 12-6 0,-3-12 2 0,3 7-5 15,-2-7 1-15,0 8 13 0,-1-4-5 0,-1 3 3 16,1-1 1-16,-1-1-9 0,0 2-4 0,-1 1 1 16,1 0 5-16,-2 1-6 0,0-2 5 0,0 1 0 15,0 1 3-15,0-1-3 0,0-1 5 0,0 1 7 16,0-2-16-16,-16 0 17 0,16 0-4 0,0 1-3 16,-15-3 7-16,15 2-7 0,-12-2-2 0,12 0 2 15,-17 0-2-15,7-1 9 0,-1 1-4 16,0-2-5-16,-1-1 1 0,0 0-8 0,0-1 4 15,2 0 4-15,1 0 3 0,1 0 0 0,1 0 1 16,0 0-5-16,3 0-8 0,1 0-33 0,0 0-38 16,-1 0-26-16,2-13-21 0,-1 13-1 0,2 0 6 15,0 0-38-15,-1 0-41 0,0 0 32 0</inkml:trace>
  <inkml:trace contextRef="#ctx0" brushRef="#br0" timeOffset="92000.14">17590 14387 232 0,'9'-4'15'15,"1"-2"5"-15,0 2 9 0,-1 0 11 0,0 0-5 16,-2 1 20-16,-1 1 5 0,-3 2 1 0,-1-1-2 16,-1 1-4-16,-1 0 12 0,0 0 6 0,0 0 17 15,0 0 0-15,0 0-1 0,0 0-18 0,0 0-22 16,0 0-19-16,0 0-25 0,0 0 9 0,0 0-12 15,-19 0 6-15,19 0-4 0,0 0-5 0,-18 0 0 16,18 0-4-16,-15 0 0 0,5 0-4 0,1 0 7 16,-3 0-3-16,0 21-2 0,0-21 9 0,-2 18 4 15,2-7-9-15,0 1 5 0,-1 1-8 0,1 1-4 16,0-1 12-16,2 1 1 0,1 0 0 0,-2-2-1 16,4 1-3-16,0-1-9 0,2 1 1 15,1-1 0-15,1 1-1 0,0-3 10 0,3 1 0 0,0 0 0 16,0-2 1-16,0 0-5 0,0-1 3 15,19 0 6-15,-19-2 4 0,18 0 8 0,-18 0 5 16,21 0-17-16,-8-3-4 0,1 2 0 0,1-2-5 16,-2-2 8-16,3 1 4 0,-2-2-4 0,1 0-2 15,-2 0 14-15,1 0-19 0,-2 0 11 0,2 0-4 16,-1-20-10-16,0 20 18 0,0-15-11 0,0 15-1 16,0-18 3-16,-1 18-1 0,1-19-1 15,-2 19 13-15,-1-20 0 0,-2 12 4 0,0-1 12 0,-1 1-11 16,-4-2 3-16,1 2 8 0,-1-1-16 0,-3 0 7 15,0 1-14-15,0-1-4 0,0-1-1 16,0 1-5-16,0-2 9 0,0 0-6 0,0-1-1 16,-19 1-2-16,19-1 1 0,0 1-3 0,-17-1 12 15,17 1-2-15,-13 2-7 0,13 0 1 0,-12-1-27 16,12 4-19-16,-13-3-25 0,6 3-30 0,2 0-14 16,-1 1-16-16,1 0 14 0,2 0-4 0,1 2 12 15,-1 1-9-15,2-2-58 0,0 2 34 0</inkml:trace>
  <inkml:trace contextRef="#ctx0" brushRef="#br0" timeOffset="92519.22">18029 14198 573 0,'5'-5'19'0,"-3"0"16"0,0 0 24 0,-1 0 23 16,-1 0 9-16,0 1 12 0,2 0-12 0,-1 2-20 16,-1-1-31-16,0 1-30 0,0 1-20 0,0 1 4 15,0 0 0-15,0 0-1 0,0 0 3 16,0 0-5-16,0 0-2 0,0 0 4 0,0 20 4 15,0-20-3-15,0 15 4 0,0-15 5 0,-15 23 1 16,15-9 0-16,0-2-8 0,-14 2 1 0,14 1 5 16,-13 2 6-16,7 0-2 0,0 1-1 0,-1-1 7 15,2 1 1-15,-2 0 13 0,3 1 0 0,1 1-9 16,1-2 0-16,1 0 5 0,1-2 2 0,0 1 2 16,0-1 10-16,0-1-8 0,22 0 5 0,-22-3-6 15,19 2-9-15,-19-3 8 0,22 2-11 0,-22-3 1 16,23-2-2-16,-12 0-1 0,-11 0-2 15,19-1-4-15,-19-2 3 0,14 0-11 0,-7-1 4 0,-1 0 12 16,-1-2-9-16,-2-1 3 0,1 0 7 16,1-1-10-16,-1 0 1 0,1 0-3 0,0 0-23 15,0 0-8-15,0 0-10 0,2 0-17 0,1-15 3 16,-3 15-9-16,3 0-2 0,-2-13-11 0,0 13 4 16,0 0-2-16,-1-14-11 0,0 14 26 0,0-10-14 15,-1 10 5-15,-1-8 10 0,-1 5-18 0,1-2 2 16,0 1-33-16,-1 0-40 0,-1 0-5 0,0-1 19 15</inkml:trace>
  <inkml:trace contextRef="#ctx0" brushRef="#br0" timeOffset="92902.36">17869 14359 631 0,'-1'0'9'15,"0"0"6"-15,1 0 10 0,0 0 15 16,0 0-13-16,0 0-1 0,0-19-4 0,21 19-10 15,-21 0 4-15,17-18-3 0,-17 18 10 0,25 0 6 16,-10-11 11-16,-2 11 9 0,2 0 8 0,-3 0-4 16,1 0 2-16,-1 0-4 0,-4 0-19 0,1 0 8 15,-1 0-10-15,-2 0-1 0,0 0 3 0,-1 0-18 16,0 0-4-16,0 0 6 0,1 0-16 0,-1 0 5 16,0 0 2-16,0 0-17 0,0 0-8 0,-1 0-23 15,2 0-41-15,-1 0-15 0,1 0-13 0,-3 0-7 16,1 0 19-16,1 0-3 0,-3 0-14 15,4 0-22-15,-3 0-36 0,0 0 26 0</inkml:trace>
  <inkml:trace contextRef="#ctx0" brushRef="#br0" timeOffset="94583.84">18590 14539 233 0,'0'0'17'0,"0"0"11"16,0 0 26-16,0 0 9 0,0 0 1 15,0 0-5-15,0 0-12 0,0 0-5 0,0 0-9 16,0 0-11-16,0 0-3 0,0 0-1 0,0 0-3 16,0 0 8-16,0 0-9 0,0 0 1 0,0 0-6 15,0 0-4-15,0 0 4 0,0 0-8 0,0 0 13 16,0 0-4-16,0 0-4 0,0 0 18 0,0 0 2 15,0 0 4-15,0 0 15 0,0 0 0 0,0 0-9 16,0 0 17-16,0 0-5 0,0 0-5 0,0 0 1 16,0 0-13-16,0 0-6 0,0 0-4 0,0 0-3 15,0 0-10-15,0 0 6 0,0 0-7 16,0 0 5-16,0 0-3 0,0 0-13 0,0 0 5 16,0 0-8-16,0 0 7 0,0 0 5 0,0 0 0 15,0 0 4-15,0 0 5 0,0 0 13 0,0 0 6 16,0 0 7-16,0 0 2 0,0 0 0 0,0 0 6 15,0 0-5-15,0 0 5 0,0 0-12 0,0 0-9 16,0 0 0-16,0 0-7 0,0 0 0 0,0 0-5 16,0 0 1-16,0 0-4 0,0 0-3 0,0 0 0 15,0 0-2-15,0 0 4 0,0 0 3 0,0 0 1 16,0 0 10-16,0 0-3 0,0 0 7 0,0 0-1 16,0 0 0-16,0 0-2 0,0 0 2 0,0 0 5 15,0 0-6-15,0 0 2 0,0 0-3 0,0 0-3 16,0 0-2-16,0 0-6 0,0 0 0 15,0 0-4-15,0 0-1 0,16 0-5 0,-16 0-1 16,0 0-2-16,0 0-2 0,0 0 4 0,13 0-4 16,-13 0-1-16,0 0 1 0,0 0-2 0,0 0 2 15,8 0 2-15,-8 0-2 0,5 0 3 0,-5 0-2 16,8 0 2-16,-1 0-3 0,1 0 0 0,2 0 5 16,0 0-4-16,2 0 3 0,-1 0 3 0,2 0-3 15,-1 0 0-15,2 0 4 0,-2-9-5 0,1 9-2 16,1 0 5-16,-3-4-3 0,1 4 1 0,0 0 0 15,-1 0 2-15,-2-3-1 0,3 3-4 0,-4-1 4 16,0-1-6-16,1 2 4 0,-2 0 1 16,-1 0 1-16,-2 0 5 0,1 0-2 0,0 0 5 0,-2 0 5 15,1 0-3-15,-2 0 4 0,1 0-4 16,2 0-1-16,-3 0 0 0,2 0-9 0,-1 0 4 16,3 0-4-16,-3 0-4 0,0 0 3 0,0 0-5 15,-1 0-1-15,0 0 1 0,0 0-2 0,-2 0 5 16,1 0-2-16,-1 0 2 0,0 0-1 0,0 0-1 15,0 0 0-15,0 0 0 0,0 0-5 0,0 0-13 16,0 0-26-16,0 0-33 0,0 0-22 0,0 0-20 16,0 0-37-16,0 0-55 0,0 0-62 0,0 0-41 15,0 0-7-15,0 0-16 0,0 0 67 16,0 0 74-16</inkml:trace>
  <inkml:trace contextRef="#ctx0" brushRef="#br0" timeOffset="97154.88">19361 14288 483 0,'-3'0'16'0,"0"0"15"16,3 0 31-16,0 0-10 0,0 0-11 0,0 0 0 15,0 0-25-15,0 0 5 0,0 0 4 16,0 0-14-16,19 0 0 0,-19 0 21 0,18-16-5 15,-18 16 9-15,23-13 10 0,-11 13-11 0,1-12 0 16,3 12-4-16,-2-10-10 0,0 10-4 0,0-8 3 16,-1 8-5-16,-1-6 0 0,1 6-9 0,-1 0-9 15,-2 0-2-15,-1 0 7 0,0 0 4 0,-4 18 1 16,2-18 1-16,-6 16-11 0,-1-16 15 0,1 16-12 16,-1-16 6-16,0 18-9 0,0-8-6 0,0 2 11 15,-26 0-8-15,26-1 19 0,-15 1-3 0,15 0-4 16,-19-2 0-16,19 2-12 0,-21-3-7 0,21-1 12 15,-15 0-7-15,15-1 12 0,-12-1-1 16,12 0-3-16,-8-4 6 0,8 2-11 0,0-2 8 16,0 0-8-16,0 1-9 0,0-2-4 0,0-1-8 15,0 0 8-15,0 0 12 0,0 0 1 0,0 1 9 16,0 0-6-16,0 1 2 0,21-1 8 0,-21 2-8 16,20 0-1-16,-20 1-8 0,27 0 4 0,-14 1 4 15,-1 0-9-15,0 1 5 0,-2 1 1 0,0 1 11 16,-1-1 5-16,-2 1-2 0,-2 0-3 0,-1-1-16 15,0 2 8-15,-1-2-8 0,0 0 9 0,-3 1 0 16,0-2 0-16,0 2 13 0,0-2-7 16,0 3 7-16,0-3-9 0,-26 2-8 0,26-1 5 0,-21 1-9 15,21-2 9-15,-28 2 4 0,16-2-6 16,-3-2 10-16,1 2-1 0,2-3-7 0,1 0 8 16,3-1-4-16,1-1-3 0,1-1 11 0,0 0-4 15,3 0 0-15,1 0-16 0,0 0-36 0,0 0-33 16,1-18-21-16,1 18-12 0,0 0 2 0,0-12-8 15,0 12-33-15,0-11-24 0,0 11 30 0</inkml:trace>
  <inkml:trace contextRef="#ctx0" brushRef="#br0" timeOffset="97752.56">19930 14355 454 0,'2'-1'10'0,"1"-3"25"0,-2 2-5 0,-1 2 10 16,0-1-6-16,0 0-15 0,0 1 5 0,0 0 1 15,0-1-11-15,0 1-9 0,0 0-5 0,0 0-5 16,0 0 10-16,-16 0 4 0,16 0-9 0,-13 0 5 16,13 0-15-16,-18 0-8 0,8 20 18 15,-2-20-9-15,2 0 14 0,-2 23 4 0,0-23-9 16,2 16 0-16,0-16 4 0,1 15-4 0,0-6 5 16,0-1-1-16,2 0-4 0,1-1 0 0,1 1 5 15,0-1-5-15,0 2 9 0,0 1-4 0,2-1-1 16,1 1 1-16,2 0 0 0,0 0 4 0,0 2 4 15,0-2 10-15,0 1-28 0,0-1 10 0,18-1 1 16,-18 2 4-16,15-3 18 0,-15-2 5 0,18 2 0 16,-18-3-8-16,22-1-9 0,-10-2 0 0,-1 1 0 15,1-2 5-15,0-1 12 0,-1 0-4 16,3 0-1-16,-3 0 1 0,1 0 3 0,0 0-3 16,-3 0-2-16,3-19-7 0,-3 19-14 0,-1 0 6 15,2-18-6-15,-3 18 6 0,-1-13 0 0,-1 13-1 16,0-15-2-16,-2 8 2 0,1 0 8 0,-1-1 2 15,-2 0 2-15,2-3 4 0,-3 1-7 0,0 1-6 16,0-3 5-16,0 1-10 0,0-1 4 0,0-1-4 16,0-1-10-16,-22 0 3 0,22-1-2 0,-17 1 3 15,17 2-7-15,-19-1 4 0,19 1-1 0,-18 3-1 16,18 1 7-16,-14 1-35 0,14 2-45 0,-7 2-50 16,7 0-40-16,-4 1-4 0,4 2 6 15,0 0 16-15,0 0-2 0,0 0-14 0,0 0 34 16</inkml:trace>
  <inkml:trace contextRef="#ctx0" brushRef="#br0" timeOffset="98244.17">20330 14201 521 0,'2'-1'37'0,"-1"-3"15"0,-1 1 21 16,0 1 13-16,0-1-27 0,0 2-9 0,0-3-20 16,0 3-19-16,0 0-5 0,0-1-15 0,0 1-5 15,0 1 8-15,0 0-3 0,0 0 9 0,-15 0 14 16,15 0-17-16,0 0 8 0,-10 22-3 0,10-22-11 15,-10 16 16-15,4-16-25 0,-2 22 24 0,-2-12-5 16,2 1-1-16,1 3 20 0,-1-3-22 16,-1 1 7-16,1 1 18 0,0 1-3 0,2-1 14 0,-1 2 8 15,2 2-6-15,1-1 0 0,1 1-4 16,-1 0-19-16,2-1 1 0,2 1 4 0,0 0-3 16,0-2 6-16,0-3 13 0,0 1 9 0,0-1 4 15,21 0 20-15,-21-2-5 0,20 0-3 0,-20-1 6 16,23 0-10-16,-11-3-8 0,2 0-4 0,-1-1-7 15,2-1-3-15,-1 0-15 0,0-1-6 0,1-2-7 16,-2 0-3-16,2 0 2 0,-2-1 3 0,-1 0-2 16,-1 0-7-16,0 0-20 0,-1 0-38 0,-2 0-30 15,-1 0-27-15,3-14-5 0,-4 14-5 0,0 0 6 16,-1-11 2-16,-1 11-4 0,0-9 29 16,-1 9 6-16,1-9 11 0,-2 9-12 0,-2-7-55 15,2 1-24-15,-2 0 18 0</inkml:trace>
  <inkml:trace contextRef="#ctx0" brushRef="#br0" timeOffset="98555.89">20192 14372 457 0,'-10'0'19'0,"-2"0"30"0,3 0 5 0,1 0 9 16,5 0-14-16,-1-15-19 0,1 15 0 16,3 0 2-16,0 0-1 0,0 0-5 0,0-12 5 15,0 12-11-15,0 0-4 0,26 0-6 0,-26-5-5 16,17 5 11-16,-17 0-4 0,22 0 9 0,-22 0 6 16,23 0-5-16,-23 0 12 0,21 0-9 0,-11 0-4 15,2 0 1-15,-1 0-10 0,-2 0-1 0,-2 0-5 16,1 0 2-16,1 0-2 0,-2 0-1 0,2 0-11 15,0 0-24-15,0 0-38 0,0 0-32 0,4 0-29 16,-1 0-3-16,0 0-6 0,-1-14-39 0,0 14 23 16,0 0 21-16</inkml:trace>
  <inkml:trace contextRef="#ctx0" brushRef="#br0" timeOffset="99143.45">20804 14456 223 0,'0'1'10'0,"0"0"17"0,0-1 19 16,0 1 11-16,0-1 8 0,0 0-8 0,0 2 5 16,0-1 3-16,0-1-4 0,0 0 0 0,0 0-17 15,0 0-4-15,0 0 10 0,0 0-13 0,0 0 17 16,0 0-10-16,0 0-18 0,0 0 7 0,0 0-22 15,0 0-1-15,0 0 4 0,0 0-4 0,0 0 5 16,0 0-1-16,0 0 2 0,11 0 7 0,-11 0-9 16,0 0 10-16,9 0-5 0,-9 0-4 15,8 0 12-15,-2 0-6 0,0 0 0 0,0 0 3 16,3 0-10-16,1 0 5 0,-1 0 2 0,1 0-7 16,2 0 15-16,3 0-6 0,-1 0 4 0,1 0 5 15,2 0-11-15,2 0 3 0,1 0 0 0,0 0-5 16,0 0 1-16,-1 0 6 0,1 0 0 0,0-16 9 15,-2 16 4-15,-3 0-1 0,-2 0-3 16,-1 0-8-16,-1 0 2 0,0 0-1 0,-3 0-4 0,-1 0 1 16,-1 0-5-16,2 0-13 0,-3-7 1 0,-2 7-4 15,0 0-2-15,-2 0 3 0,2 0-5 16,-2 0 5-16,-1 0-8 0,0 0-4 0,0 0-3 16,0 0-19-16,0 0-30 0,0 0-38 0,0 0-47 15,0 0-49-15,0 0-14 0,0 0-4 0,0 0 13 16,0 0 17-16,-16 0-44 0,16 0 37 0,0 0 39 15</inkml:trace>
  <inkml:trace contextRef="#ctx0" brushRef="#br0" timeOffset="99459.12">21054 14313 733 0,'-7'-5'17'0,"1"0"26"0,1-1-4 16,0 0 4-16,0 2-17 0,1-1-21 0,2 2 0 16,-1 1-11-16,2 0 1 0,0 1-1 0,1 1 10 15,-1 0-5-15,1 0-4 0,0 0 0 0,0 0-15 16,-1 0 5-16,1 0 15 0,-2 15-16 0,1-15 24 16,0 0 1-16,0 20-16 0,-1-20 11 0,1 21 0 15,0-8 10-15,-1 1 9 0,2 2-4 0,-1-1-5 16,0 1 1-16,1 1-6 0,0-1 0 0,0 2-5 15,0-3 0-15,0 0 0 0,0 0 5 16,16-1-5-16,-16-1-1 0,0-1-7 0,15 0 5 16,-15-4 3-16,0 1-4 0,14-1 4 0,-14-1-43 15,9-1-33-15,-9-4-46 0,0 2-54 0,4-2-34 16,-4-1 29-16</inkml:trace>
  <inkml:trace contextRef="#ctx0" brushRef="#br0" timeOffset="101166.58">21679 14178 489 0,'5'-4'5'0,"-5"-1"9"0,4 3 10 15,-2 0 8-15,-2 1-5 0,0 0-14 0,2 1-8 16,-2 0-18-16,0 0 13 0,0 0 4 0,0 0-8 15,0 0 3-15,0 18 0 0,0-18 1 0,0 20 3 16,0-5 19-16,0-1-13 0,-16 3 1 0,16 3 13 16,0 1-4-16,-12-2 0 0,12 0 5 0,-8 3-6 15,8-1-4-15,-9 0-5 0,9 2 14 0,-7-5-1 16,4 2-8-16,0-1 13 0,1-2-23 16,1-2-3-16,0-1 12 0,1-1-8 0,0-3-1 15,0-1 1-15,0-1-9 0,0-2 5 0,0-1-1 16,0-1 9-16,0 0 0 0,0 1-24 0,17-3-27 15,-17 1-47-15,0 1-45 0,12-3-65 0,-12 0 22 16,0-1 38-16</inkml:trace>
  <inkml:trace contextRef="#ctx0" brushRef="#br0" timeOffset="101733.05">21865 14266 791 0,'0'-4'26'0,"0"1"21"0,0-1 15 16,0 0 15-16,0 0-17 0,0 1-16 0,0-2-10 0,0 1-7 15,0 4-23-15,0-2-4 0,0-1 0 0,0 3-9 16,0-1 9-16,20-2 4 0,-20 3-9 16,13 0 5-16,-13 0-4 0,20 0 4 0,-20 0 6 15,17 0 0-15,-7 0 9 0,0 0-17 0,1 19 9 16,0-19-4-16,-4 14 9 0,0-14 4 0,0 13-5 16,-2-13-1-16,-2 10-16 0,1-10 8 0,-3 12-5 15,-1-5 9-15,0-2 1 0,0 4-8 0,0-1 12 16,0 1-14-16,0 0 8 0,0 1 0 0,-23 3-17 15,23-2 10-15,-17-1-1 0,17 2 6 0,-19-2 7 16,19 0-3-16,-19 0-4 0,19-1-4 0,-15-2-8 16,15 0 8-16,-16 0-2 0,16 0-3 0,-9-1 6 15,5 0-8-15,4 0 10 0,-4-1 6 0,3 1 7 16,1-2 9-16,0 1 5 0,0 0 8 0,0 0 5 16,0-1 6-16,17 0-5 0,-17 2 10 15,17-3-4-15,-17 0-4 0,26 1 1 0,-13-1-11 16,2-1-1-16,1 0 3 0,-1-1 4 0,3-1-2 15,-2 1-2-15,-1-1-11 0,1 0-4 0,-3 0 0 16,4 0-2-16,-5 0 2 0,-1 0-7 0,0 0-3 16,-4 0-3-16,-2-14-3 0,0 14-4 0,-2 0 0 15,-2 0-16-15,-1-9-40 0,0 9-48 16,0 0-64-16,0-8-68 0,1 8-35 0,-1-7-6 0,0 2-44 16,0 0 52-16,0-2 71 0</inkml:trace>
  <inkml:trace contextRef="#ctx0" brushRef="#br0" timeOffset="102149.93">22389 14341 710 0,'2'-2'15'0,"0"-3"36"0,-2 3 20 0,0 0 10 16,0-2 10-16,0 3-30 0,0-2-20 0,0 1-7 15,0 2-24-15,0-1-14 0,0 0-1 0,-15 1 0 16,15 0 0-16,0 0 0 0,-21 0 0 0,21 0-5 16,-22 0-5-16,10 19 21 0,-3-19 0 15,0 17-3-15,-1-17 3 0,0 16-16 0,1-16 4 16,2 20 5-16,2-10-1 0,-2-1 5 0,4-1-5 16,2 1-5-16,1-2 2 0,4 0-1 0,2 1 6 15,0-1 6-15,0 0 7 0,0 0 19 0,21 3 15 16,-21-4 17-16,27 3 6 0,-10-2-6 0,5 0-5 15,1 0-2-15,3-2-4 0,4-1-3 0,0-1 0 16,0-1 5-16,1-2 1 0,-1 0-5 0,0 0-10 16,-5 0-14-16,0 0-2 0,-4-21 3 0,-2 21 0 15,-4 0-2-15,-5-23-10 0,0 23 1 16,-4-19-6-16,-3 9-5 0,-3-2-4 0,0 0-9 16,0-1 2-16,0-1-4 0,-31 1 4 0,31 0-15 15,-30-1-67-15,12 0-70 0,0 2-90 0,-2-1-44 16,1 4 24-16,-3 3 30 0,1 2-20 0,-1 1 59 15,1 3 44-15</inkml:trace>
  <inkml:trace contextRef="#ctx0" brushRef="#br0" timeOffset="104005.09">16223 15284 173 0,'0'0'5'0,"0"0"9"0,0 0-6 16,0 0 8-16,0 0-4 0,0 0 2 0,0 0 8 15,0 0-5-15,0 0 1 0,0 2-11 0,0-2 7 16,0 0-8-16,0 0 8 0,0 0 0 0,0 0-3 16,0 0 3-16,0 0 5 0,0 0 5 0,0 0 3 15,0 0 5-15,0 0 3 0,0 0 0 0,0 0-4 16,0 1 4-16,0-1-4 0,0 0 1 15,0 0 5-15,0 0-7 0,0 0-5 0,0 0 6 16,0 0-10-16,0 0 4 0,0 0-10 0,0 0-4 16,0 0 8-16,0 0 6 0,0 0 18 0,0 0 13 15,0 0-4-15,0 0 12 0,0 0-1 0,0 0-3 16,0 0 8-16,0 0-19 0,0 0-13 0,0 0-20 16,0 0-1-16,0 0-15 0,12 0 4 0,-12 0-1 15,12 0-14-15,-4-15 18 0,1 15-8 0,2 0 6 16,2 0 0-16,-1 0-5 0,1 0 8 0,2-7-2 15,-1 7 7-15,0 0 5 0,0-6-2 16,-2 6 14-16,0-2-2 0,-1 0 1 0,0 1 14 0,-3-1-19 16,0 0 7-16,-1 0-9 0,-1 1-19 15,-3 1 5-15,2-1-8 0,-4 0-3 0,0 1 5 16,0-2-1-16,-1 2-15 0,0 0-24 0,0 0-40 16,0 0-52-16,0 0-50 0,0 0-43 0,0 0-18 15,0 0 10-15,0 0 18 0,-15 0 45 0,15 0 52 16</inkml:trace>
  <inkml:trace contextRef="#ctx0" brushRef="#br0" timeOffset="104295.56">16210 15414 309 0,'0'1'17'0,"0"-1"10"0,0 3 18 0,0-1 9 16,21 0-1-16,-21-1-2 0,13 0-9 0,-13 0 5 16,17-1-2-16,-5 1 7 0,0-1 11 0,-1 2 6 15,1-2 11-15,0 0-1 0,-1 0-7 0,2 0-6 16,-3 0-19-16,-1 0-6 0,1 0-1 0,-3 0-13 16,-1 0-3-16,0 0-8 0,-1 0-7 0,0 0-6 15,-2 0-1-15,0 0 8 0,-1 0-13 0,0 0 2 16,1 0-36-16,-2 0-45 0,2 0-45 15,-1 0-28-15,0 0-10 0,0 0 10 0,2 0 24 16,-1 0-25-16,1 0 12 0,-1 0 27 0</inkml:trace>
  <inkml:trace contextRef="#ctx0" brushRef="#br0" timeOffset="105911.14">17037 15169 333 0,'1'0'14'0,"-1"-1"5"0,0 1 1 0,0 0 4 16,0 0-9-16,0 0-10 0,0 0 0 0,0 0-9 16,0 0-5-16,0 0 9 0,0 0 4 0,0 0-4 15,0 0 1-15,0 0-4 0,0 0-4 16,0 20 9-16,0-20 9 0,0 21 0 0,0-7 9 15,0 2 8-15,0 2 0 0,0 1-6 0,0 1-12 16,0 0-8-16,-17 1-1 0,17 0 8 0,0 0 8 16,0-3 4-16,-11 1-1 0,11-1 5 0,0-1 1 15,0-1 6-15,0-1-4 0,0-2 2 0,0 0-10 16,0-2 0-16,0 0-6 0,0-2 1 0,0-1 9 16,0-1-18-16,0 2-10 0,0-3 4 15,0 0-3-15,0 1 8 0,0-5 15 0,0 4-15 0,0-2 5 16,0-1-16-16,0 0-61 0,0-1-22 15,0 1-27-15,0-3-4 0,0 0 16 0,15 0-30 16,-15 0 22-16</inkml:trace>
  <inkml:trace contextRef="#ctx0" brushRef="#br0" timeOffset="106619.72">17255 15233 382 0,'0'0'14'0,"-14"-1"14"0,14 1 14 16,0-2 4-16,0 0-4 0,0 1-16 0,0 0 5 15,0 0 0-15,0 1 1 0,0 0 21 0,0-2-7 16,0 2 10-16,0 0-10 0,0-1-5 0,0 1 4 16,0 0 4-16,0 0 13 0,0 0 8 0,19 0-7 15,-19 0-9-15,15 0-7 0,-4 0-19 16,0 0 7-16,0 0-12 0,2 0-3 0,-1 0 0 15,0 0-16-15,1 0 5 0,-2 0 4 0,-1 15-6 16,1-15-1-16,-3 0-2 0,2 0-4 0,-3 14 3 16,0-14-3-16,-1 0 7 0,-1 10-6 0,-1-10 1 15,-1 8 12-15,-1-4-13 0,0 2 1 0,-2-1 2 16,0 4-4-16,0-2 6 0,0 4 0 0,0 0-2 16,0 1-3-16,-23 1 1 0,23 2 1 0,-20-2-5 15,20 3-6-15,-21 0 2 0,21 0 0 0,-20-1 11 16,8 0 1-16,3-2-3 0,1 1-2 0,-2-1-2 15,3-1 1-15,1-1-2 0,1-2 0 16,1 2-1-16,0-2-1 0,-2-1 1 0,5 0-4 16,0-1 3-16,0 0 0 0,1-2 2 0,0 2 5 15,0-4-1-15,0 2-4 0,0 0 6 0,0-4-2 16,0 3 12-16,19-3 8 0,-19 0-10 0,0-1 12 16,16 0-6-16,-16 0 8 0,19 0 12 0,-8 0-4 15,3 0 3-15,0 0-3 0,3-17-6 0,0 17-8 16,1 0-7-16,1-15-11 0,-1 15-1 0,-1-12 0 15,-2 12-6-15,1-9 5 0,-4 9 4 0,0-7-2 16,-5 7 3-16,0 0-1 0,-2-7-1 0,-1 7-1 16,-2 0 3-16,-1 0 0 0,-1 0-5 0,0 0 3 15,0 0-5-15,0 0-3 0,0 0-31 0,0 0-31 16,0-1-45-16,0 1-63 0,0-1-30 16,0 1-32-16,0-1 6 0,0 1 25 0,0-3-8 15,0 1 54-15,0-1 42 0</inkml:trace>
  <inkml:trace contextRef="#ctx0" brushRef="#br0" timeOffset="107158.01">17912 15341 354 0,'12'-3'18'0,"-2"2"9"16,-2-1 15-16,-3 0 16 0,-2-1-9 0,-2 1 3 16,0 2 6-16,-1 0-27 0,0 0-9 0,0 0-18 15,0 0-23-15,0 0 14 0,0 0 5 0,-20 0 0 16,20 0 0-16,-15 0 0 0,15 0-6 0,-21 0 12 16,9 0-2-16,-1 0-4 0,1 14 0 0,-5-14 0 15,3 0 5-15,-1 9 0 0,0-9-5 16,-2 8 0-16,1-1-5 0,-2 0 5 0,1 0 10 15,0 1-10-15,-1 1 10 0,1 2-10 0,-1-3 0 0,3 2-5 16,2 0-5-16,1-2 5 0,3 2-5 16,2-1 10-16,0-2 0 0,2 0 10 0,3 0 10 15,0 0 5-15,2-1 15 0,0 1-10 0,0-2 19 16,0-1 9-16,0 2-10 0,21-1 5 0,-21-2-19 16,15 2-6-16,-15-1 11 0,24-1-3 0,-11 1-5 15,3-1 13-15,2-1-10 0,-3 0 14 0,3 1 2 16,-1-2-8-16,1 0 4 0,1 1-1 0,1-2 6 15,1 0 14-15,-2 0 3 0,4 0 2 0,1 0-2 16,0 0-13-16,-2 0 1 0,1 0-7 0,-3-20-2 16,0 20-7-16,-1 0-12 0,-5-19-3 15,0 19-6-15,-3-14-3 0,-1 14-2 0,-5-17 2 16,-1 8-6-16,-1 0 1 0,-3-1-2 0,0 1-8 16,0-1-1-16,0 0-2 0,0-1-6 0,-23-1-32 15,23-1-46-15,-19 0-71 0,19 0-85 0,-26 0-50 16,12 0-11-16,1 3 34 0,1 0 55 0,1 1 53 15,2 1-2-15,0 2 39 0,2 1 31 0</inkml:trace>
  <inkml:trace contextRef="#ctx0" brushRef="#br0" timeOffset="109872.07">18661 15337 232 0,'0'-4'14'0,"0"-1"17"0,0 0 2 0,0-3 8 16,0 2 4-16,0-1-10 0,0 1 4 0,0 0 4 15,0 0-12-15,0-1-1 0,0 2 5 0,0 2 5 16,0-3 1-16,0 2-9 0,0 2-3 0,0 0-8 16,0 1-6-16,0-1 1 0,0 1-1 0,0 0-15 15,0 1-5-15,0 0-10 0,0 0 4 16,0 0-4-16,0 0 10 0,0 0 15 0,0 0-15 16,0 0 9-16,0 0 1 0,0 21-6 0,0-21 6 15,0 20-5-15,0-7-1 0,0 1 1 0,0 1-1 16,0 2 1-16,0 0 4 0,0 1 1 0,0-2-1 15,0 2 1-15,0-3-9 0,0 1-6 0,0-1 6 16,0-3 4-16,0-1 10 0,0-1 14 0,16-1 1 16,-16-3-1-16,0 1-5 0,0-2 1 0,12-3-6 15,-12 2 5-15,7-2-5 0,-7-1-8 0,7 2-1 16,-7-2 0-16,8 0 4 0,-6-1-1 0,2 1 2 16,-1-1 0-16,2 0-4 0,-3 0 3 0,3 0 0 15,-3 0-5-15,1 0 4 0,3 0-9 16,-3-18 9-16,1 18-3 0,0 0-5 0,0-17 4 15,0 17-4-15,0-15-9 0,0 15 14 0,2-18-1 16,-3 9-8-16,1-1 12 0,1-2-8 0,-1 1-4 16,-1 2 0-16,1-3 5 0,0 2-1 0,-1-1-4 15,0 2 13-15,0-2-5 0,-1 1-11 0,-1 2 8 16,2-2-13-16,1 3 5 0,-2-2 7 0,0 3-3 16,-1-1 7-16,1 1-4 0,0 0 1 15,-2 3 3-15,3 0-5 0,-3 1-3 0,0 1-11 0,0-1 5 16,0 2-3-16,0 0 2 0,0 0 1 15,0 0 1-15,0 0 4 0,0 0 4 0,0 0 5 16,0 21-1-16,0-21-3 0,0 16 0 0,0-16 0 0,-16 22-6 16,16-11 10-16,0 1-4 0,0 1-1 15,0 1 1-15,0 0 0 0,0-1 0 0,0 1 1 16,0-2 8-16,0 1-9 0,0-3-5 0,0 0 10 16,0-1-5-16,19-3-4 0,-19 1 9 0,0-2 5 15,12-2-1-15,-12 1 5 0,9-2 0 0,-9-1 0 16,10 0-4-16,-3-1 7 0,-2 0-8 0,1 0-5 15,0 0 4-15,2 0-8 0,-1 0 1 0,2 0 3 16,-1 0-9-16,1-20 4 0,-1 20 9 0,1-14-8 16,-1 14 5-16,0-15-5 0,0 5 0 15,-1-1 1-15,1 0-2 0,0 0 5 0,-1-2 0 16,-1 2 1-16,0-2 19 0,1 1 16 0,-2 0 6 16,0 1 9-16,-2 1-9 0,1 1-10 0,-2 3 1 15,1-2-4-15,-3 4-8 0,2 2-10 0,-2-1-15 16,0 3-14-16,0-1-1 0,0 1-8 0,0 0 9 15,0 0 8-15,0 0-1 0,0 0 13 0,0 0-5 16,0 18-1-16,0-18 2 0,0 13-5 0,0-13 8 16,0 18-6-16,-14-8 3 0,14 2 0 0,0 0-11 15,0 0 13-15,0 3-4 0,-12-2 7 0,12-1-1 16,0 2-4-16,0-2 4 0,0-3-14 0,0 3 5 16,0-3 4-16,0-2-8 0,0 0 11 0,0-2-7 15,0-3-15-15,0 2-4 0,0-3-9 0,0-1 3 16,0 0 5-16,0 0-6 0,14 0-7 15,-14 0-33-15,10 0-26 0,-10-20-11 0,15 20-11 16,-6-14 15-16,-1 14 16 0,2-17 20 0,1 17 7 16,-1-21 16-16,2 10 7 0,0-1 5 0,1 0 17 15,-1-3 5-15,0 2 0 0,2-2 13 0,-2 0 13 16,1 0 13-16,-1 1 4 0,0 0 14 0,-1-1-1 16,-3 3-8-16,0 0 18 0,1 0 0 0,-2 1-13 15,-3 1 6-15,1 1 0 0,-2 0-24 0,0 3 4 16,-1 1-5-16,-1 0-20 0,1 2 5 0,-2 1-15 15,0 2-5-15,0 0-5 0,0 0 0 0,0 0-6 16,0 0 12-16,0 0 3 0,0 0 1 16,0 0 10-16,0 20-1 0,-16-20-5 0,16 15-4 15,0-15 9-15,-13 22-14 0,13-9 9 0,-11 0 9 16,11 1-4-16,-11 1 10 0,5 2-10 0,-1-1-3 16,2 0-6-16,-1 2 0 0,1-2 5 0,1-1 4 15,0-1-9-15,1-2 5 0,2-1-4 0,-1-2-5 16,0-1 14-16,2-3 0 0,0-2 0 0,0 0 14 15,0-2 14-15,0-1 1 0,0 0 7 0,0 0-17 16,0 0-15-16,0 0-5 0,0 0-4 0,16-21-5 16,-16 21-18-16,0 0-4 0,14-22-24 0,-14 22 8 15,14-20 5-15,-14 10-1 0,13-3 19 0,-6-1-4 16,1 1 23-16,0-4-3 0,-2 1-1 16,-1-2-5-16,2 1-10 0,-2-3 5 0,0 0 11 15,0 1 14-15,1-1-4 0,-3 1-1 0,3-1-4 16,-2 2-1-16,-2 1 6 0,0 0 38 0,0 2 21 15,0 2 0-15,-2 4 15 0,1 0-33 0,0 5-16 16,0-1 0-16,0 2-16 0,-1 3-5 0,0 0-24 16,0 0 3-16,0 0-10 0,0 0 11 0,0 0-6 15,0 0 17-15,0 0-12 0,0 0-6 0,0 0 15 16,0 0-22-16,0 23 22 0,0-23-1 0,0 21 15 16,0-6-1-16,0 2-4 0,0 0 5 15,18 1-5-15,-18 0 1 0,0 2 4 0,16 0 6 0,-16 2-2 16,13-1-4-16,-13 1 3 0,13 0-6 15,-5 1 4-15,1 0 4 0,0-3-4 0,0 3 3 16,3-3-7-16,-3-1 3 0,1 0-4 0,-1-3-10 16,2-1 11-16,-1-2-15 0,-3 0 15 0,2-3-4 15,-3-2-4-15,1-2 11 0,-1-1-15 0,-4-3 7 16,-1 1 4-16,1-3-26 0,1 2-40 0,-3-2-55 16,0 0-47-16,0 0-18 0,0 0-2 0,0 0-1 15,0 0 21-15,0 0 39 0</inkml:trace>
  <inkml:trace contextRef="#ctx0" brushRef="#br0" timeOffset="110095.62">19224 15433 690 0,'-7'0'39'0,"0"0"80"0,1 0 59 15,1 0 14-15,2 0-35 0,2 0-69 0,1 0-56 16,0-18-13-16,0 18-3 0,0 0-15 0,22-16 0 15,-22 16-3-15,24-12-2 0,-24 12 4 0,32-11-1 16,-14 11 1-16,3-9 4 0,1 9 3 16,2-8-1-16,-1 6 0 0,0-1-6 0,2 1-15 15,-1 1-43-15,-3 0-47 0,3 1-50 0,-3-2-44 16,-3 2-6-16,1 0 4 0,1 0-30 0,-4 0 59 16</inkml:trace>
  <inkml:trace contextRef="#ctx0" brushRef="#br0" timeOffset="110230.77">19974 15337 750 0,'13'0'48'0,"-4"0"47"0,-1 0 8 0,-4 0 8 15,-1 0-48-15,-3 0-54 0,0 0-17 0,0 0-83 16,0 0-56-16,0-15-67 0,0 15-68 0,-17 0 74 16</inkml:trace>
  <inkml:trace contextRef="#ctx0" brushRef="#br0" timeOffset="110967.34">17162 16063 457 0,'0'4'-4'0,"0"-4"0"0,19 0 6 16,-19 0 21-16,25 0 4 0,-10 0 17 0,3-22 4 15,4 22-17-15,5-17 15 0,1 17-7 0,1-20 3 16,3 7-11-16,1 0-14 0,0 1 5 0,3-1-21 15,-2 1-5-15,0-2 5 0,-2 1-10 0,-1 1 10 16,-2 4 5-16,-3 0-1 0,-1-1-11 16,-3 2-6-16,-3-1-11 0,-2 2-11 0,-2 1-13 15,-3-3-8-15,0 2-7 0,-3-1-9 0,-3 3-13 16,0 0-29-16,-1 3-4 0,-5-1 16 0</inkml:trace>
  <inkml:trace contextRef="#ctx0" brushRef="#br0" timeOffset="111171.3">17415 16215 471 0,'-5'10'38'16,"1"-2"56"-16,1-4 89 0,2-4 60 0,1 0-16 16,0 0-47-16,0 0-83 0,27-19-66 0,-27 19-24 15,35-20-5-15,-11 5-9 0,7 0 12 0,5-3-7 16,2-1-22-16,3-1-31 0,2 0-56 0,1 0-42 15,2 0-39-15,-3 1-3 0,-1 0 18 0,-5 3 3 16,-2 0 8-16,-3 3 26 0,-5 0 32 0</inkml:trace>
  <inkml:trace contextRef="#ctx0" brushRef="#br0" timeOffset="153053.58">19430 9611 155 0,'0'-2'-4'15,"0"2"18"-15,0 0 11 0,0 0-4 0,0 0 13 16,0 0-16-16,0 0 0 0,0 0 13 0,0 0-8 15,0 0-1-15,0 0-1 0,0 0-9 16,10-15 3-16,-10 15-1 0,0 0-8 0,5-9 4 0,-5 9 0 16,5 0 5-16,-5-9 0 0,0 9 5 15,3-4 5-15,-2 4-10 0,-1-5 10 0,0 5-10 16,0-2-9-16,0 2 4 0,0 0-10 0,0 0-5 16,0 0 6-16,0 0-6 0,0 0 0 0,0-1 10 15,0 1-5-15,0 0 14 0,0 0-9 0,0 0-5 16,0 0-9-16,0 0-6 0,0 0 15 0,0 0-5 15,0 0 10-15,0 0-1 0,0 0-8 0,0 0-1 16,0 0 0-16,0 0-5 0,0 0 10 0,0 0 5 16,0 0-14-16,0 0 14 0,0 0-10 0,0 0 0 15,0 0 14-15,0 0-13 0,0 0-1 16,0 0 0-16,0 0 0 0,0 0 5 0,0 0 0 16,0 0 0-16,0 0-1 0,0 0 1 0,0 0 1 15,0 0-1-15,0 10 0 0,0-10-14 0,0 0 5 16,0 0 0-16,0 0 4 0,0 0 14 0,0 0 5 15,0 0-9-15,0 0-6 0,0 0-8 0,0 0 0 16,0 0 9-16,0 0 0 0,0 0 4 0,0 0 1 16,0 0-5-16,0 0 0 0,0 0 5 0,0 0-10 15,0 0 5-15,0 0 0 0,0 0 0 0,0 0 0 16,0 0-4-16,0 0 4 0,0 0 0 16,0 0 9-16,0 0-4 0,0 0-5 0,0 0-4 15,0 0-1-15,0 0 5 0,0 0 5 0,0 0-5 0,0 0-5 16,0 0 9-16,0 0-4 0,0 0 0 15,0 0 0-15,0 0-4 0,0 0-1 0,0 0 4 16,0 0-20-16,0 0-21 0,0 0-42 0,0 0-44 16,0 0 20-16</inkml:trace>
  <inkml:trace contextRef="#ctx0" brushRef="#br0" timeOffset="154670.51">19394 9493 29 0,'0'-2'15'0,"0"-1"5"15,0 1 4-15,0 0-4 0,0 0-6 0,0 0-3 16,0 0-4-16,0 0 7 0,0 2-12 0,0-1 8 15,0 1 0-15,0-1-2 0,0 0 13 0,0 1-4 16,0 0 4-16,0 0 9 0,0 0-7 0,0 0-1 16,0 0 5-16,0 0-20 0,0 0 14 0,0 0-5 15,0 0-4-15,0 0 9 0,0 0-6 16,0 0 6-16,0 0-10 0,0 0 4 0,0 0-9 16,0 0-1-16,0 0 10 0,0 0-5 0,0 0 5 15,0 0-5-15,0 0-5 0,0 0 5 0,0 0 0 16,0 0 9-16,0 0 0 0,0 0 1 0,0 0-6 15,0 0-4-15,0 0-1 0,0 0 7 0,0 0-1 16,0 0 7-16,0 0 0 0,0 0-5 0,0 0 0 16,0 0-22-16,0 0 16 0,0 0 1 0,0 0-1 15,0 0 12-15,0 0-28 0,0 0-1 16,0 0-6-16,0 0 1 0,0 0 16 0,0 0-11 0,0 0 1 16,0 0-1-16,0 0-4 0,0 16-1 15,0-16 11-15,0 12 1 0,0-12 4 0,-13 16-5 16,13-7-6-16,0 4 5 0,0-1-11 0,-12 4 17 15,12 0 0-15,-7 2-11 0,7 3 6 0,-7 0 5 16,7 1-6-16,-4 2 6 0,4-2-6 0,-1 2-10 16,1-1 11-16,0 2 0 0,0-1 0 0,0-2 10 15,0 1-5-15,0-2-5 0,0-1 6 0,0-2-11 16,17-2 0-16,-17-1 5 0,0-1 10 0,14-5-5 16,-14-1 5-16,12 0 1 0,-12-3 5 0,11-1 16 15,-11-1 14-15,9-2 15 0,-9 2-10 16,10-2 3-16,-6-1-11 0,2 1-20 0,-1-1-5 0,0 0-18 15,3 0-3-15,-2 0 16 0,-1 0-12 0,0 0 12 16,0 0-1-16,0 0-15 0,0-15 15 16,0 15-8-16,2 0 1 0,-2-16-5 0,3 16 0 15,0-14 4-15,0 14-9 0,-1-15 8 0,0 6-4 16,1-2-3-16,-1 2 7 0,0-2-3 0,-2 0-7 16,0-1 8-16,2 1-10 0,-2-1 7 0,-1 0 10 15,0 0-15-15,-1 0 2 0,0 1 0 0,-2-2-6 16,1 3 12-16,-2 0-1 0,2 0 9 0,-1 2 5 15,1 1-8-15,-1 0-1 0,-1 1-5 0,0 2 1 16,1-1 8-16,-1 2 8 0,0 0-7 0,0 1-2 16,0 0-3-16,0 2-10 0,0 0-3 0,0 0-1 15,0 0-5-15,0 0 0 0,0 0-1 16,0 0-3-16,0 0 7 0,0 0 1 0,0 0 1 16,0 0 16-16,0 18-21 0,0-18 22 0,0 13 5 15,0-13-18-15,0 17 18 0,0-7-19 0,0-1 1 16,0 2-1-16,0 1 4 0,0-1 5 0,0 1-9 15,0 0 7-15,0 1-6 0,0 0 1 0,13-1 8 16,-13 0-4-16,11 2 1 0,-11-2-4 0,12-1 4 16,-12 3 1-16,12-3 4 0,-5 0 6 0,2 0-11 15,-1-1 13-15,-1-2-18 0,0 0-12 0,2 0 17 16,-2-2-9-16,0-2 8 0,-2 1 13 0,0-3-8 16,-1-2 0-16,0 2 9 0,-1-2-8 0,0 0 7 15,0 0 0-15,1 0-2 0,1 0 5 16,-2 0-22-16,5-21 13 0,-2 21-6 0,0-17-15 15,2 17 22-15,1-20-21 0,-2 8 12 0,2 1 9 16,0-3-3-16,-1 0 3 0,2 1 0 0,-3-1 5 16,0 0 8-16,0 0 18 0,-2 1 5 0,0 1 16 15,-2-1 11-15,-1 2-2 0,0 1 10 0,-1 0-5 16,1 0-10-16,-2 1-1 0,0 1-22 0,0 1-13 16,0-1-15-16,0 1-15 0,0 0 4 0,0 1-10 15,0 1-4-15,0 0-12 0,-15 2-29 0,15 0-22 16,0 0-35-16,0 3-28 0,0-2-52 15,0 1-22-15,0 1-4 0,0 0 11 0,0 0 46 16,0 0 3-16,0 0 16 0,0 0 31 0</inkml:trace>
  <inkml:trace contextRef="#ctx0" brushRef="#br0" timeOffset="155703.2">20044 9733 243 0,'5'0'-4'0,"-3"0"14"0,3 0 5 15,-3 0 2-15,1-10 12 0,-1 10-8 16,2 0-10-16,-2-5 0 0,0 5 4 0,-2-2-3 16,0 2 12-16,0 0 4 0,0-1-8 0,0 0-5 15,0 1 0-15,0 0-10 0,0 0-4 0,0 0 17 16,0 0-22-16,0 0 5 0,0 0-1 0,0 0-9 15,0 0 13-15,0 0 0 0,0 0 0 16,0 0-8-16,0 0 0 0,0 0 4 0,0 0 0 0,0 0 0 16,0 0-4-16,0 0 3 0,0 0-3 0,0 0 4 15,0 0 0-15,0 0 0 0,0 0 0 0,0 0-9 16,0 0-1-16,0 0-14 0,0 0-6 0,0 13 4 16,0-13-5-16,0 0 5 0,0 0 1 0,0 9 4 15,0-9 2-15,0 0 1 0,0 6 10 16,0-6-4-16,0 2 9 0,0 0 3 0,0-1 0 15,0 0 3-15,0 0 2 0,0-1-7 0,0 0 6 16,0 0 6-16,0 0 8 0,0 0 2 0,0 0-23 16,10 0 12-16,-10 0-17 0,0 0 3 0,6 0 17 15,-6 0-11-15,5 0 18 0,-5 0 1 0,6-14-1 16,-6 14 0-16,2 0-4 0,-1 0-1 0,0 0-3 16,-1-7 0-16,0 7-14 0,0 0 13 0,1 0-6 15,-1 0-4-15,2 0 9 0,-2 0-18 0,0 0 13 16,0 0-13-16,0 0 0 0,0 0-6 15,0 0 5-15,0 0 4 0,0 0 5 0,0 0 5 16,0 0-9-16,0 0 5 0,0 0-4 0,0 0 4 16,0 0 4-16,0 0-8 0,0 0 0 0,0 0 0 15,0 0-4-15,0 0 20 0,0 0-7 0,0 0-5 16,0 0 9-16,0 0-8 0,0 0 14 0,0 0 0 16,0 0 1-16,0 0 3 0,0 0 5 0,0 0 0 15,0 0-5-15,0 0 4 0,0 0-4 0,0 0-1 16,0 0-5-16,0 0-4 0,0 0-8 0,0 0-1 15,0 0 4-15,0 0-12 0,0 0 3 0,0 0 5 16,0 0-9-16,0 0 9 0,0 0 13 0,0 0-13 16,0 0 5-16,0 0-1 0,0 16-12 0,0-16 12 15,0 19 1-15,0-7 4 0,-17 1-4 16,17 1-14-16,0 3 5 0,-18 0-4 0,18 1-1 16,-18 1 5-16,9-1 4 0,-1-1 0 0,2 1 4 15,-2-1 5-15,3-2-9 0,-2-1 4 0,3-1 0 16,0-2-4-16,1-1 4 0,1-2-4 0,0-3 5 15,1 1 7-15,0-3-3 0,2 0-5 0,0-2 21 16,1 0 31-16,0-1 37 0,0 0 42 0,0 0-7 16,0 0-36-16,0 0-33 0,0 0-43 0,0-22-17 15,18 22-1-15,-18-18-3 0,0 18 4 0,18-24 4 16,-18 11 2-16,17-3-1 0,-17 1-4 0,16 1 1 16,-16 0-6-16,14 0 2 0,-7 0 7 0,-2 3-4 15,2-1 4-15,-4 1 0 0,2 0-1 16,-2 1-9-16,0-2 1 0,-1 2 3 0,0 0-10 15,0 1 17-15,-1-1-4 0,0 1-1 0,0 2 0 16,-1 0 4-16,1 2-1 0,0 2-3 0,-1 0 4 16,0 0-16-16,0 2 7 0,0 1-18 0,0 0-1 15,0 0 12-15,0 0-11 0,1 0 17 0,1 0 2 16,0 17 0-16,0-17 8 0,-1 15 11 0,3-15 3 16,2 19-2-16,-1-6 9 0,1-2-11 0,3 3 11 15,1-1-8-15,2 1-2 0,0 1-2 0,0-2-8 16,1 3 0-16,1-2-4 0,1 1 7 15,-3-3-8-15,1 1 1 0,-1-1-5 0,-2-1-29 16,-1-2-7-16,0 1-48 0,-4-4-25 0,2 1-20 16,-3-2-13-16,0 1 29 0,-2-2-17 0,-2 0 21 15,0 1-23-15,0-1 14 0,0 0 41 0</inkml:trace>
  <inkml:trace contextRef="#ctx0" brushRef="#br0" timeOffset="155977.88">20103 10005 434 0,'-13'0'10'0,"1"0"14"16,1 0 10-16,-2 0 4 0,4-20-6 0,0 20 3 15,1 0 1-15,2-16 1 0,3 16 12 16,-1 0 16-16,2-13-8 0,2 13 5 0,0 0 3 16,0-9-25-16,0 9-1 0,0-5-2 0,0 5-22 15,0-5-2-15,0 3 6 0,17 2-9 0,-17-2 2 16,0 1 1-16,15 1-10 0,-15 0 7 0,14 0 3 15,-14 0-8-15,17 0 5 0,-9 0-6 0,1 0-4 16,3 0 4-16,-2 0 0 0,0 0 1 0,2 0 4 16,-1 0-12-16,3 0-15 0,-3 0-28 0,1 0-34 15,2 0-32-15,-2 0-17 0,1 0-5 0,-1 0 14 16,-1-18 21-16,0 18 7 0,0-15-1 0,2 15-22 16,-4-16 20-16</inkml:trace>
  <inkml:trace contextRef="#ctx0" brushRef="#br0" timeOffset="156338.96">20401 9778 181 0,'8'-4'22'0,"1"-1"3"0,-2 2 10 0,1-2 22 16,0 3-16-16,0-1 16 0,-3-2 0 0,-1 3-18 15,1 0 2-15,-1-1-9 0,-3 2-9 0,1 0-1 16,-2 0-9-16,0 1-4 0,0 0-13 0,0 0 0 16,0 0 4-16,0 0-5 0,0 17 14 15,0-17-4-15,-23 15-5 0,23-15 0 0,-16 20 0 0,16-8 0 16,-21-2 0-16,10 1-9 0,0 0-4 15,1-1-4-15,-1-1 5 0,1-2 12 0,3-1 8 0,3-1 1 16,-2 0-10-16,3-3 2 0,3 0 3 16,0-1 29-16,0-1 20 0,0 1 16 0,0-1 21 15,0 0-24-15,19 0-2 0,-19 0-25 0,21 0-28 16,-21 0 12-16,31 0-17 0,-17 0-1 0,6 0 4 16,-1 0-9-16,-1 16 5 0,1-16 17 0,-2 0 4 15,-2 17 2-15,-1-17 2 0,0 12-3 0,-4-5-10 16,-4 0-4-16,0 0-4 0,-3 1-2 0,-2 0-1 15,-1 0 8-15,0 1-4 0,0 0-1 0,0-1 0 16,-22 1-6-16,22-1 19 0,-21 0-13 0,21-1-20 16,-29 0-47-16,15-2-57 0,-3 0-49 0,-1-2-16 15,1 0 18-15,-1-3 4 0,3 0 15 16,-1 0 1-16,7 0 29 0</inkml:trace>
  <inkml:trace contextRef="#ctx0" brushRef="#br0" timeOffset="157721.9">21224 9734 189 0,'10'-10'14'16,"1"0"9"-16,0 0 15 0,1-2 20 0,-2 1-9 15,2-2 5-15,1-2 4 0,-2 2 5 0,-2-1 17 16,3-1 10-16,-1 0 25 0,-1 0 20 0,-1 1-7 15,0 3 1-15,-3-1-31 0,1 1-42 0,-1 3-13 16,-2 1-10-16,-1 2-9 0,-1 2 4 0,-1 0-3 16,-1 1-21-16,0 2-8 0,0 0-3 0,0 0-5 15,0 0 8-15,0 0-4 0,-19 20 2 16,19-20 11-16,-17 22-9 0,17-7 6 0,-23 4-8 16,11 2-8-16,-1 3 11 0,-1 1 0 0,0 2 0 15,0 1 5-15,1 2 0 0,0-2 0 0,-1 0 7 16,3-2-4-16,0-1 6 0,2-2 9 0,1-1 0 15,0-4 11-15,3-2-9 0,0-3 0 0,3-1-6 16,-2-2-6-16,1-1 0 0,3-1-6 0,-3-3 4 16,3 0-3-16,0-2-4 0,0-2 8 0,-1 0 2 15,1 0 0-15,0-1 6 0,0 0-9 0,0 0-4 16,0 0-3-16,0 0-12 0,0 0 0 0,0-20-4 16,0 20-7-16,0-17 1 0,0 17 7 0,19-22 6 15,-19 9 6-15,14-2 0 0,-14 0-3 16,19-2 1-16,-19 0-1 0,22-1 0 0,-9 0-1 15,-1 0-2-15,3 0 10 0,-1 0 2 0,0 0-2 16,0 1-3-16,0 0-9 0,-2 0 6 0,-1 0 4 16,-2 2 11-16,0 2 6 0,-2-1 2 0,1 1 0 15,-3 2 17-15,-2 0 20 0,1 3 8 0,-1 1 4 16,-1 2-11-16,-1-1-17 0,0 3-14 0,-1 0-9 16,0 1-12-16,0 2-5 0,0 0 1 0,0-2-3 15,0 2-6-15,0 0-5 0,0 0-7 0,0 0 3 16,0 0 6-16,0 0 2 0,0 0 5 15,0 0 3-15,0 14 3 0,0-14-2 0,0 0 4 16,0 14-10-16,0-14 5 0,0 17-3 0,0-9 1 16,0 0 7-16,23 2-2 0,-23 1 9 0,17 0 3 15,-17-1-1-15,20 0-1 0,-7 1 2 0,-2-1-5 16,1 2 4-16,1 0-1 0,-1 0 1 0,1 0 3 16,0-1-8-16,2 0 0 0,-2 2-3 0,1-2-8 15,1 2 10-15,-1-1-3 0,0 1-3 0,1 0 3 16,-1 0-7-16,-2-1 4 0,1 2-1 0,-2-3 1 15,-1 1 0-15,-1-1-1 0,0-3 2 0,-2 0-1 16,-1-1 5-16,-1-2-5 0,0 0 3 0,-1-1 1 16,-1 0-4-16,0-1 2 0,0 0 1 15,-1-1-6-15,-1 0 4 0,0 0 1 0,0-1-5 16,1 0 2-16,-2 0 2 0,0-1 0 0,2 1 1 16,-2-1 1-16,0 1-5 0,0-1 3 0,0 0 2 15,0 0-1-15,0 0 1 0,0 0-5 0,0 0 1 16,0 0 3-16,0 0-4 0,0 0 4 0,0 0-7 15,0 0-4-15,0 0 3 0,0 0-4 0,0 0 5 16,0 0-1-16,0 0 5 0,0 0-3 0,0 0 3 16,0 0-4-16,-14 0-6 0,14 0 7 0,0 0-5 15,-14 0 6-15,14 0 2 0,-13 0-2 0,4 0-2 16,-2 0-3-16,2 0-6 0,-1 0-1 0,-2 17-1 16,0-17 5-16,-1 0 3 0,0 13 4 0,1-13 1 15,-3 9-2-15,1-9 1 0,-3 9-6 16,1-9 7-16,-3 9-3 0,1-6 3 0,-2 1 6 15,-1-1-5-15,0-1 2 0,-1 1-2 0,0-1 0 16,-1-1 2-16,3 0-4 0,-3 0 4 0,4-1-3 16,-1 0 1-16,1 0 3 0,0 0-1 0,4 0 7 15,-1 0-8-15,2 0 4 0,-1 0-2 0,2 0-6 16,2 0 7-16,1 0-6 0,1 0 5 0,3 0 0 16,0 0-5-16,0 0 3 0,4 0-2 0,1 0 1 15,-1-10 1-15,-2 10 1 0,2 0-1 16,-1 0-1-16,0 0-3 0,0 0-1 0,-1 0 1 0,-2 0-5 15,1 0 3-15,-1 0 7 0,-1 0-8 16,1 0 8-16,-1 0 2 0,1 16-6 0,0-16 4 16,0 0-4-16,1 12-5 0,3-12-49 0,-4 0-54 15,4 0-81-15,-1 8-73 0,3-8-10 0,0 0 25 16,0 0 50-16,0 0 18 0,0 0 23 0,21 0 31 16</inkml:trace>
  <inkml:trace contextRef="#ctx0" brushRef="#br0" timeOffset="158574.71">22351 9914 554 0,'-11'0'25'16,"11"0"50"-16,0 0 19 0,-5 0 29 0,5 0 11 15,0 0-20-15,0 0-9 0,0 0-11 0,0 0-27 16,0 0-34-16,0 0-6 0,0-13-19 0,0 13-3 16,0 0 5-16,0 0-7 0,0 0 1 0,0 0 0 15,0 0-2-15,0 0 10 0,0 0 5 0,0 0 10 16,0 0 13-16,0 0 6 0,0 0 4 0,18 0-6 16,-18 0-8-16,13 0-8 0,-13 0-8 0,17 0-4 15,-8 0-7-15,2 0 0 0,3 0 3 16,-2 0-5-16,1 0 2 0,1 0-5 0,-1 0-5 15,-1 0-2-15,2 0 2 0,-2 0-9 0,-2 0-25 16,0 0-43-16,0 0-55 0,-3-13-59 0,1 13-35 16,-3 0-7-16,1 0 15 0,-2-9 35 0,-3 9 10 15,-1 0 22-15,0 0 38 0</inkml:trace>
  <inkml:trace contextRef="#ctx0" brushRef="#br0" timeOffset="158805.89">22329 10014 257 0,'0'2'27'0,"0"0"15"0,0-2 14 15,0 0 9-15,0 0-18 0,0 0-10 0,24 0-2 16,-24 0-12-16,19 0 6 0,-19 0 1 0,26 0-3 16,-13 0 4-16,2 0-1 0,1 0-5 0,-4 0-10 15,4 0 1-15,-3 0-21 0,-1 0-5 0,-1 0 10 16,-1 0-5-16,-2 0 0 0,0 0-15 0,-1 0-26 15,-2 0-9-15,0 0-8 0,0 0 11 0,-2 0-6 16,1 0-2-16,-1 0-7 0,-2 0-22 0,0 0-5 16,0 0 16-16</inkml:trace>
  <inkml:trace contextRef="#ctx0" brushRef="#br0" timeOffset="159321.04">22591 9857 771 0,'0'0'-5'0,"0"0"5"0,0 0 5 0,0 0 6 16,4 0 14-16,-4 0-5 0,0 0-15 0,5-14 0 15,-3 14-15-15,1 0 5 0,1 0 5 0,1 0-1 16,0 0-4-16,0 0-5 0,2 0 10 0,0 0-14 16,0 19 14-16,-2-19 0 0,2 0-1 0,-1 19 11 15,-1-19 0-15,-1 15 0 0,0-15-5 0,0 14 10 16,0-5-5-16,-2-1 0 0,0 1 0 0,-1 0-9 15,0 0 9-15,-1-1-4 0,0 2-1 0,0-1-5 16,0 0-19-16,0 1-32 0,0 0-38 0,-17-2-19 16,17 2-9-16,0-3 19 0,-20 1-12 0,20-1-1 15,-20 0 20-15</inkml:trace>
  <inkml:trace contextRef="#ctx0" brushRef="#br0" timeOffset="165998.01">23419 9556 119 0,'3'-3'14'0,"-3"1"6"0,0 0 5 16,2 0 4-16,-1-1-17 0,0 1-7 0,0-1 7 15,1-1-4-15,0 2 9 0,-1 0 9 0,2 1-18 16,-1-3 9-16,1 3 1 0,0-1 0 0,0 0 11 16,0-1 5-16,-1 2 13 0,3-2 0 15,-5 0 8-15,2 1 4 0,-1 0 9 0,-1 0 10 16,0 1 8-16,0 0 0 0,0-1-15 0,0 2-17 15,0 0-11-15,0-1-23 0,0 0-3 0,0 0-5 16,0 0-16-16,0 0 4 0,0-1-5 0,0 2 1 16,0-2-1-16,0 1 13 0,0 1-8 0,0-1 0 15,0 0 8-15,0 0-9 0,0 0-3 0,0 1-1 16,0 0 10-16,0 0-9 0,0-1 14 0,0 1-10 16,0 0-4-16,0 0-1 0,0 0 0 0,0 0 8 15,0 0-16-15,0 0 8 0,0 0-12 0,0 0 14 16,0 0 5-16,0 17-4 0,0-17 8 0,0 0-14 15,0 15 6-15,0-15 4 0,0 18-4 0,-12-7 3 16,12 0 1-16,0 0-14 0,-9 2 6 16,9 1-1-16,-8-1 12 0,3 2 2 0,-1-1 7 15,1 1-11-15,-2-1-8 0,0 1 11 0,0 0-10 16,-1-1 14-16,1 0-12 0,0 0-8 0,0 0 13 16,-2-1-16-16,2-1 12 0,0-1 9 0,1-1-21 15,-2-1 14-15,3 0-5 0,0-2-1 0,1-2 9 16,0 0-1-16,2 0 1 0,1-2-4 0,-1 0 4 15,2-2-8-15,0-1 4 0,0 1 0 0,0-1 10 16,0 0 16-16,0 0 15 0,0 0 23 0,16 0-8 16,-16 0-6-16,15 0-23 0,-15 0-20 0,23 0 4 15,-8 0-8-15,0-15 8 0,0 15-11 0,1 0 0 16,0 0-3-16,0-12-1 0,0 12 11 16,-2 0-3-16,0-8 0 0,0 8-1 0,-2-5-3 15,0 1 2-15,-3 2 4 0,2 0-4 0,-4 0 8 16,0-1 11-16,-2 2 11 0,0 0 5 0,-1-1-6 15,-2 2-10-15,-1 0-4 0,-1 0-11 0,1 0 6 16,-1 0-4-16,0 0-12 0,0 0 3 0,0 0-22 16,0 0-17-16,0 0-11 0,0 0-23 0,0 0-14 15,0 0-2-15,0 0-10 0,0 0 2 0,0 0-1 16,0 0 7-16,0 0-7 0,0 0 18 0,0 0 4 16,0 0 1-16,0 0 8 0,0 0-19 15,0 0-22-15,0 0 3 0,13 0 25 0</inkml:trace>
  <inkml:trace contextRef="#ctx0" brushRef="#br0" timeOffset="166422.7">23612 9533 352 0,'-11'-1'14'16,"11"-1"1"-16,0-3 19 0,-7 5 6 0,7-4-1 15,0 1-1-15,-3 0-23 0,3-1 0 16,0 0-14-16,0 0 3 0,0 0 5 0,0 1-9 16,0 1 4-16,0 1-8 0,0 0 0 0,0 0 8 15,0 1-12-15,0 0 12 0,0 0-4 0,0 0-5 16,0 0 9-16,0 0-9 0,0 0 12 0,0 16-3 16,0-16 0-16,0 0-4 0,0 14-8 0,0-14 0 15,0 14 4-15,0-5 5 0,0 2 1 0,0 1 3 16,0 2 1-16,0 3 7 0,0 1-7 0,0 2 7 15,0 1 0-15,0-1-12 0,-11 3 7 0,11-1-4 16,0 0-7-16,0 2 7 0,0-2 4 0,-8 2-12 16,8-4 4-16,0 0-7 0,0 0 3 0,0-2 8 15,0-2 3-15,0 0 1 0,0-3 4 0,0-1 5 16,0-2-9-16,0 0 18 0,0-2-12 16,0-1-4-16,0-2 0 0,0 0-5 0,0 0 5 15,0-1 3-15,0 0 6 0,0-1-10 0,0 0-9 16,0 0-9-16,0-1 5 0,0 1 4 0,0-1-19 15,0 0-24-15,0-1-30 0,0-1-23 0,0 0-11 16,0 0-15-16,0 0-2 0,15 0 18 0</inkml:trace>
  <inkml:trace contextRef="#ctx0" brushRef="#br0" timeOffset="167189.34">23935 9615 293 0,'0'0'14'16,"1"0"11"-16,-1 0 12 0,0 0 2 16,0 0-7-16,0 0-5 0,0 0-13 0,0 0 0 0,0 0-6 15,0 0-7-15,0 0-1 0,0 0 4 16,0 0-12-16,0 0 12 0,0 0 5 0,0 0-13 15,0 0 9-15,0 14-1 0,0-14 6 0,0 0 11 16,22 13 6-16,-22-13 3 0,15 13-1 0,-15-7 2 16,23 2 24-16,-10 0-3 0,0 0 15 0,0 0 9 15,2 0-20-15,-1 0-2 0,1 1-11 0,-4-1-12 16,2-1-3-16,-3 1-3 0,1-1-16 0,-2 0 7 16,0-1 4-16,-1 0-13 0,-1-1 1 0,2-1-9 15,-2 1-7-15,-1-1 5 0,0 1 7 0,1-2 7 16,-3-1-4-16,0 2 1 0,1-3-3 15,-3 1-8-15,1-1-8 0,-1 1-19 0,-2-1-30 0,0-1-32 16,0 0-24-16,0 0-18 0,0 0 6 16,0 0-3-16,0 0-21 0,2 0 7 0,-2 0 25 15</inkml:trace>
  <inkml:trace contextRef="#ctx0" brushRef="#br0" timeOffset="167521.68">24210 9579 242 0,'0'-2'5'0,"-3"2"-2"0,3-1 7 0,-2-1-4 16,2 2-6-16,-3 0 4 0,1 0-11 0,1 0 3 15,-2 0 10-15,-1 0 0 0,-1 0 3 0,1 20-7 16,-3-20-11-16,0 19 3 0,-4-19 1 0,2 23 8 15,-1-10 21-15,-2 1-3 0,1-1 8 0,-1 3-1 16,0-2-17-16,3-1 8 0,-2 1-1 0,1-1-8 16,3-1 4-16,1-2-9 0,0 0-4 0,1 1 3 15,0-3 0-15,2 1 0 0,1-1 0 0,0-2-10 16,0 2 10-16,1-1-3 0,-1 0-1 16,1 0 11-16,0 0-7 0,0-2 3 0,1-1-10 15,0 0 3-15,-1 0-4 0,1-1-24 0,0-3-2 0,0 2-14 16,0-2-26-16,0 0-12 0,0 0-4 15,0 0 14-15</inkml:trace>
  <inkml:trace contextRef="#ctx0" brushRef="#br0" timeOffset="168433.54">24823 9400 382 0,'0'0'9'0,"0"-4"-4"0,0 4 18 16,0-5 0-16,0 2 4 0,0 1-1 0,0-1-17 15,0 2 7-15,0-2-19 0,0 0 7 0,0 2-4 16,0 0-12-16,0-1 16 0,0 1-11 16,0-1 6-16,-14 2-2 0,14-1-1 0,0 1 3 0,0 0-3 15,-17 0 8-15,17 0-9 0,-12 0 5 16,3 0-1-16,1 0 0 0,-1 21 4 0,-2-21-8 15,2 14 4-15,0-14 4 0,-3 19-9 0,3-7 12 16,-2 0-12-16,1 1 0 0,1 0 0 0,0 0 0 16,0 1 6-16,-1-2-4 0,2 2 10 0,2 0-5 15,-1 0 1-15,1 0 0 0,2 0 4 0,1 0-9 16,1 0 4-16,0 0 5 0,2-1-9 0,0-1 13 16,0 0-1-16,0 0 4 0,22-1-4 0,-22 0 0 15,19 1-9-15,-19-3-7 0,29 0 4 0,-14-1-4 16,1-2 7-16,2 0 4 0,-2 0 0 15,4-2-4-15,-3 0 4 0,0-1 0 0,1 0 0 0,-3-1 4 16,-1-1 0-16,-1-1 5 0,0 0-5 16,-1 0 0-16,-3 0 3 0,1 0-7 0,-1 0 8 15,1-17 0-15,-3 17-8 0,0 0 1 0,0 0 7 16,-1-17 0-16,-2 17 9 0,1 0 5 0,-1-16 3 16,-2 16 5-16,0-11-5 0,1 5-4 0,-3 0-15 15,3 1-5-15,-3-2 1 0,0 0-6 0,0 0 10 16,0 0-9-16,0 2 4 0,0-3-5 0,0 1-14 15,0 1 19-15,-20-1-14 0,20 0 5 0,0 1 9 16,-13 0-5-16,13 0 0 0,-14 1 10 0,14 0-10 16,-14 1 0-16,6 0 0 0,-2 0 1 0,1 2-1 15,-1 0-15-15,0 2 5 0,0 0 0 0,2 0 4 16,-6 0 11-16,3 0-6 0,0 0-4 16,0 0 5-16,1 20 0 0,0-20 0 0,0 0-10 15,3 17 4-15,0-17-4 0,0 12 0 0,1-12 19 16,2 12-14-16,1-12 5 0,1 12 10 0,0-6-6 15,1 1-14-15,1-1-31 0,0 2-20 0,0-1-23 16,0 1 8-16,0 0 2 0,0-2-7 0,0 2-18 16,0-2-6-16,0-1 26 0</inkml:trace>
  <inkml:trace contextRef="#ctx0" brushRef="#br0" timeOffset="169054.14">25251 9552 276 0,'1'-1'10'0,"0"0"19"0,1 1 2 0,-2 0 14 16,0 0-9-16,0 0-15 0,0 0-1 0,0 0-10 15,0 0-1-15,0 0-5 0,0 0-4 0,0 0 4 16,0 0-4-16,0 0 1 0,-13 0-2 0,13 0 1 16,0 0-4-16,-12 0-4 0,12 0 8 0,-9 12-12 15,9-12 17-15,-10 0 7 0,4 12-11 0,-1-12 0 16,1 12-1-16,-1-12-7 0,1 14 11 0,-3-6 5 15,4 0-8-15,-3 0-4 0,3 1 0 0,-2 1-4 16,2 0-4-16,1 0 16 0,0-1 0 0,3 1 0 16,-1 0 7-16,2 0-11 0,0 0 0 0,0-1 3 15,0-1-7-15,0 1 7 0,25-1-7 0,-25-1-1 16,18 0 9-16,-18 0-5 0,22-1 8 16,-11 1 0-16,3-2-7 0,0 0 3 0,1-1 8 15,-1 1 9-15,1-4 14 0,1 1 10 0,2-2 2 16,-3 0 7-16,2 0 2 0,-4 0 1 0,3 0-5 15,-1-19 13-15,-1 19 1 0,-1-16-3 0,-3 16 10 16,0-18-9-16,-2 18 5 0,2-18 6 0,-3 7-11 16,0 1 2-16,-5 1-19 0,0 0-11 0,-1-2 1 15,-1 0-10-15,0 1 2 0,0 0-4 0,0-1-14 16,0 0-10-16,-25 0-3 0,25 0 3 0,-15 1-2 16,15-1-9-16,-17 1-32 0,17 2-51 15,-20-2-48-15,6 4-32 0,3 2-21 0,-4-1 17 0,-1 3 30 16,-2 2 35-16,2 0 36 0,-2 0 13 0,3 0 16 15,-3 0-4-15,2 0 7 0,2 18 1 16,-1-18 0-16,1 0-4 0,1 18-18 0,-1-18 8 16,1 14 5-16</inkml:trace>
  <inkml:trace contextRef="#ctx0" brushRef="#br0" timeOffset="170906.48">23447 10247 94 0,'-4'3'13'16,"2"-1"9"-16,1-1 7 0,1-1 10 0,-1 0 8 15,1 0-11-15,0 0 4 0,0 0 4 0,0 0-9 16,0 0 7-16,0 0-5 0,0 0-5 0,0 0-9 15,0 0 12-15,0 0-8 0,0 0 3 0,0 0-8 16,0 0-9-16,0 0 14 0,0 0-17 0,0 0 9 16,0 0-13-16,0 0-6 0,11 0 0 0,-11 0 0 15,0 0 10-15,0 0-5 0,0 0 5 0,11 0 0 16,-11 0-10-16,9-12 10 0,-4 12-15 16,2 0 0-16,2 0 10 0,-1 0 0 0,2-8 21 15,3 8-11-15,-1 0 15 0,2-6-5 0,1 6-2 16,0-3 7-16,1 0-25 0,3 1 5 0,-2-1 4 15,0 1-5-15,-1 0 0 0,0-1 4 0,1 1-21 16,1-1 3-16,1 1 10 0,-2 0-15 0,2-1 18 16,1 1 1-16,1-1-1 0,1 1 1 0,0 1-5 15,-3-3 0-15,0 2 5 0,-2 1 4 0,1-1 9 16,-4-1 9-16,3 1-9 0,-4 2 5 16,0-2 3-16,-1 1-9 0,1-1 4 0,-2 1-5 0,2 0-11 15,1 0-6-15,-1-1 1 0,1 2 4 0,0-1-8 16,1 0 8-16,0-2-5 0,2 3-10 15,-2-2 10-15,1 1 1 0,1 0-4 0,0 0 4 16,0-1 0-16,0 0-8 0,-1 0 10 0,3-1-2 16,-2 0-9-16,-1-1 11 0,3 1-7 0,-2-1 4 15,1-1 3-15,0 1-10 0,0 0 7 0,0 0 4 16,0-1 0-16,2 1 2 0,-2-1-6 0,0 1-12 16,0-1 6-16,-4 2 3 0,2-2-1 0,-2 2 8 15,-3 0 0-15,3 0-11 0,-1 0 1 0,-2 1 3 16,2 0-2-16,-2 1 2 0,2-1 2 0,-3-1-5 15,2 2 4-15,0 0 3 0,-2 1 5 16,2-2-2-16,0 1-7 0,-1 1 3 0,1-1-3 16,1 0 0-16,1-2 3 0,-4 2 6 0,2 0-5 15,1 1 0-15,-1-2-3 0,1 2-11 0,0-3 10 16,-1 2-1-16,1 1 4 0,0-1 0 0,1 1-7 16,-1 0 4-16,1 0 3 0,-1 0 1 0,-1 0-4 15,3 0 7-15,-3 0 0 0,1 0 1 0,0-1 12 16,-2 1-2-16,3 0 0 0,-2 0 8 0,0-2 1 15,-1 2 0-15,0 0 2 0,2 0-9 0,-2 0-10 16,-1-1 4-16,0 0-9 0,-1-1 4 0,0 1-1 16,1 1-12-16,-2-2 5 0,3 2-10 0,-4-1 0 15,1 1 8-15,0-1-1 0,-3 1 15 0,4 0-3 16,-5-1-4-16,3 1-5 0,-3 0-4 16,0 0 2-16,-1 0 0 0,1 0-1 0,-1 0-23 15,0 0-25-15,-1 0-28 0,0 0-40 0,0 0-14 16,2 0-21-16,-2 0-9 0,1 0 15 0,-3 0 1 15,2 0 4-15,-2 0-16 0,0 0 29 0</inkml:trace>
  <inkml:trace contextRef="#ctx0" brushRef="#br0" timeOffset="171587.64">24415 10371 347 0,'-2'1'13'0,"0"-1"1"0,0 1 0 0,2-1 5 16,0 0-14-16,0 0 9 0,0 0 0 0,0 0 0 16,0 0 5-16,0 0-4 0,0 0 3 0,0 0 1 15,0 0-2-15,0 0 5 0,19 0 4 0,-19 0-8 16,15 0 12-16,-15 0 7 0,21-13-13 0,-5 13 20 15,-3 0-2-15,2 0-1 0,1 0 15 0,1-10-5 16,1 10-16-16,1 0-5 0,-2 0-1 0,0-5-4 16,0 5-6-16,0 0-9 0,-1 0-6 15,-3 0-6-15,-1 0 11 0,-1 0-6 0,-2 0-4 16,-2 0 1-16,-1 0-9 0,-1 0 4 0,-2 18 4 16,0-18-5-16,-3 0 13 0,0 17-7 0,0-17-2 15,0 14 10-15,0-5-10 0,-18 2 11 0,18 0-3 16,-18 1-7-16,18 0 4 0,-22 0 0 0,22-1 1 15,-24 1-1-15,13-2-8 0,-1 1 1 0,1-2-9 16,1-1 11-16,3 0 1 0,-2-2-9 0,4 1 10 16,1 0-12-16,1 0 4 0,3-2 7 0,0 1 5 15,0 0-3-15,0-2 7 0,0 1 0 0,0 1-8 16,0-3 12-16,18 0-4 0,-18 1-8 0,0-2 21 16,24-1 0-16,-24 0 16 0,20-1 33 0,-8 0 3 15,2 0 22-15,1 0-3 0,0 0-23 16,1 0-10-16,-2 0-24 0,1-16-14 0,1 16-7 15,-3 0-4-15,1 0-2 0,-3-13-1 0,0 13-8 16,1 0-3-16,-5 0 0 0,1-10-29 0,-1 10-33 16,-2 0-55-16,-1-7-59 0,-1 7-39 0,1-2 2 15,-2 2 24-15,-1-2 29 0,0 0 19 0,-1 1 0 16,1 0 30-16</inkml:trace>
  <inkml:trace contextRef="#ctx0" brushRef="#br0" timeOffset="172589.67">25973 9949 232 0,'0'0'12'16,"0"0"13"-16,0 3 13 0,0-3-3 0,0 0-8 15,0 0-6-15,0 0-10 0,0 0 13 0,0 0 0 16,0 0 1-16,0 0 11 0,0 0 4 0,0 2 7 16,0-2 19-16,0 0 7 0,0 0 27 0,19 0 6 15,-19 0-5-15,13 0-7 0,-13 0-29 16,20 0-3-16,-11 0-9 0,1 0-8 0,1 0-5 15,1 0-23-15,0 0 0 0,-1 0-17 0,-2 0-2 16,1 0 9-16,1 0-9 0,-1 0 8 0,-2 0-7 16,1 0-34-16,-1 0-47 0,0 0-50 0,-2 0-51 15,-1 0-4-15,1 0 6 0,-2 0 20 0,1 0-13 16,0 11 36-16,-3-11 36 0</inkml:trace>
  <inkml:trace contextRef="#ctx0" brushRef="#br0" timeOffset="172809.12">26003 10042 401 0,'-3'3'3'0,"-1"0"1"0,2-1 0 0,2-2 0 16,0 0-4-16,0 0 4 0,0 0-11 0,0 2 11 16,0-2-4-16,18 3 0 0,-18-1 4 0,15 1-8 15,-15-1 7-15,19 1-7 0,-8 1 11 0,-1-1-3 16,5 0-12-16,0 1 15 0,-1-1-7 0,1 0 2 15,1 1-3-15,-2-4-16 0,0 1-4 0,0-1-5 16,1 0 1-16,-4 0-1 0,-1 0-7 0,4 0-37 16,-3 0-3-16,3 0 5 0</inkml:trace>
  <inkml:trace contextRef="#ctx0" brushRef="#br0" timeOffset="173205.42">26645 9665 674 0,'5'-7'53'0,"-1"0"64"0,-1-1 38 15,-1 4 17-15,-2-3-39 0,0 1-68 0,0 4-50 16,2 0-17-16,-2-1-17 0,0 3 0 0,0 0 5 16,0 0 5-16,0 0 2 0,0 0 0 0,0 25 7 15,0-25 0-15,0 28-3 0,0-8 13 0,0 0-12 16,0 3-1-16,0 2 0 0,0 3-6 0,0-1 4 16,0 3 1-16,0-1-1 0,0 0-2 0,0 0 13 15,0-2-7-15,0-2-3 0,0-1 9 0,0-4-13 16,0 0 21-16,0-3 4 0,0-1-12 0,0-1 2 15,0-2-13-15,0-1 8 0,16-1 12 16,-16-1-5-16,0-1 1 0,0-2-8 0,11 0-58 0,-11-2-38 16,0-1-55-16,0-2-25 0,7 0 19 15,-7 0 16-15,0-2 26 0,0 0-47 0,4 0 29 16</inkml:trace>
  <inkml:trace contextRef="#ctx0" brushRef="#br0" timeOffset="173790.55">26930 9742 674 0,'0'-3'18'0,"0"-1"25"0,0 0 8 0,0-1 11 16,0-3-15-16,0 2-18 0,21 0-6 0,-21 0-9 16,18 0 0-16,-18 1-9 0,22 1 0 0,-10 1-5 15,0 2 0-15,1 0 8 0,-1 1-8 16,-3 0 8-16,3 0-8 0,-5 0-5 0,1 0 9 15,-1 17-5-15,-2-17 8 0,-1 0 5 0,-3 19-14 16,-1-19 2-16,2 17-2 0,-2-17-2 0,0 20 8 16,0-10-5-16,0 2 1 0,0-1-1 0,0 2 0 15,0-1 4-15,0 3-4 0,-21-1 1 0,21 2 0 16,-22 1 0-16,8 0 4 0,-2 1-3 0,1-1 0 16,-1 1 4-16,3-1-8 0,0 0 7 0,3-2-8 15,-1-1 1-15,2-3-1 0,4 0-7 16,5-4 11-16,-6 1-3 0,3-2 3 0,3-2 13 0,0 0 0 15,0-1 0-15,0 1 13 0,0-3 7 16,0 1 5-16,21 0 12 0,-21 1-9 0,20-3-6 16,-20 0-11-16,27 0-9 0,-11 0 4 0,1 0-7 15,2 0 6-15,1 0 12 0,0 0 1 0,4-20 15 16,-1 20 13-16,-2 0 1 0,-4-13 10 0,4 13-5 16,-6 0-7-16,-1-13-5 0,-1 13-12 0,-6 0-21 15,2-8-7-15,-4 8-9 0,1-4-3 0,-4 4 6 16,1-4-25-16,-3 2-45 0,2 1-73 0,-2-1-88 15,0 2-71-15,2-2-10 0,-2 0-10 0,0 0 61 16,0-1 93-16</inkml:trace>
  <inkml:trace contextRef="#ctx0" brushRef="#br0" timeOffset="174204.71">27508 9841 328 0,'13'-6'13'0,"-2"-1"15"16,-2 1 8-16,1 1 15 0,-2-2-1 0,-1-1-6 16,0 3 11-16,-3 0-7 0,1-1 7 0,-1 3 2 15,-3 0-6-15,-1-1 13 0,0 2-23 0,0 1-5 16,0 0-13-16,0 1-28 0,-21 0 5 0,21 0-4 16,-22 0-1-16,8 0 5 0,-4 21-4 15,-1-21-10-15,-2 17 5 0,0-17 4 0,1 24 8 16,-2-12 9-16,4 0-9 0,2-1-7 0,0 2 0 15,5-2-9-15,-2 2 1 0,3-1 16 0,2 2-8 16,1-1 9-16,5 1 4 0,-2 1-8 0,4-1 8 16,0 1 5-16,0-1 0 0,22-1-3 0,-22 0 0 15,29-1-1-15,-9-2 1 0,3-1 25 0,-1-1 8 16,7-1 4-16,-2-1 25 0,4-2 1 0,-1-3 8 16,-1-1 19-16,3 0-6 0,-4 0-18 0,-2 0-15 15,-2-19-23-15,-6 19-17 0,3-17-4 16,-6 17-1-16,-1-21 1 0,-4 21-7 0,-3-22 1 0,-2 9-6 15,-2-1-11-15,-3 1 6 0,0-2-2 0,0 1-4 16,0-1 3-16,-30 0-6 0,30 0-38 16,-33 1-59-16,15 0-74 0,-5 1-67 0,3 1-29 15,-1 2 26-15,-1 0 39 0,4 3 4 0,-2 2 64 16</inkml:trace>
  <inkml:trace contextRef="#ctx0" brushRef="#br0" timeOffset="175623.83">27093 10632 441 0,'0'0'0'0,"0"0"4"0,0 0 0 0,0 0-3 16,0-21 2-16,21 21-3 0,-3-21-1 0,-1 21 4 15,5-23-11-15,4 11 8 0,2 0-5 0,3 0 4 16,-4 0-1-16,2 3-15 0,-4-1-6 0,-3 3-12 16,-1 0-5-16,-3 2-4 0,-3 1-11 15,-4 1-14-15,-3 3 5 0,-2 0 13 0</inkml:trace>
  <inkml:trace contextRef="#ctx0" brushRef="#br0" timeOffset="177117.89">27204 10786 74 0,'-4'2'6'0,"2"-1"1"0,2 1 1 0,-1-1 3 16,1 0 2-16,0-1 20 0,0 0 26 15,0 0 20-15,0 0 5 0,0 0-2 0,0 0 2 16,17 0-4-16,-17 0 14 0,17 0 2 0,-17 0-9 16,25-20 3-16,-8 20-11 0,0-16-3 0,3 16-24 15,-2-20-19-15,2 9-12 0,-2 0-14 0,-2 1 3 16,0 2-2-16,-3-2-11 0,-2 3-44 0,1 2-56 16,-6-1-62-16,-1 3-41 0,-1 1-27 0,-4 1 17 15,0 1 61-15</inkml:trace>
  <inkml:trace contextRef="#ctx0" brushRef="#br0" timeOffset="-201621.07">23425 11835 87 0,'0'-3'12'0,"0"3"3"16,0-2 4-16,0 2 0 0,0 0-3 16,0 0 29-16,0 0 1 0,0-3-6 0,0 2-8 15,0 0-27-15,0-1-10 0,0 1 9 0,0-3 0 16,14 3-4-16,-14-1 1 0,0 2-5 0,0-1-4 15,0 1 8-15,0 0 5 0,0-1 4 0,0-1-4 16,0 2-9-16,0 0 10 0,0 0-6 0,0 0 13 16,0 0 0-16,0 0-12 0,0 0-6 0,0 0 1 15,0 0-4-15,0 0 8 0,0 0 4 0,0 0-4 16,0 0 4-16,0 0-4 0,0 0-1 0,0 0 1 16,0 0 0-16,0 0-5 0,0 14 1 15,0-14 0-15,0 0 8 0,15 0-1 0,-15 11 6 0,0-11 3 16,0 0-7-16,0 10 4 0,0-10-9 15,7 5-4-15,-7-1 4 0,0 0-5 0,5 1 10 16,-5 0-1-16,0 0 0 0,2-2 13 0,0 3-9 16,-2-2 6-16,2 1-14 0,-2-1-9 0,0-1 14 15,0 0-8-15,1 1 13 0,-1 1 1 0,0-1 0 16,0 0-5-16,0 3 0 0,0-1 0 0,0 1-4 16,0 1 3-16,0-1 5 0,0 0 0 0,0-1 0 15,0 1 8-15,0-1-12 0,0 0-6 0,0 0-4 16,0-1-8-16,0 0 8 0,0-1-4 0,0 0 4 15,0 1 4-15,0-1 1 0,0 1 8 0,0 0 4 16,0 1-4-16,0-1 0 0,0 1-4 16,0 1-9-16,0 0 9 0,0-1-5 0,0 1-3 15,0 0 3-15,0-2-4 0,0 1 1 0,0 0 3 16,0-1 0-16,0 0 0 0,0 0 4 0,0 0-3 16,0 0-1-16,0 0 4 0,0 0 1 0,0-1 7 15,0 1-12-15,0 0 1 0,0 0-5 0,0-1 0 16,0 1 8-16,0 0-4 0,0-1 0 0,0 2 4 15,0 0-12-15,0-1 8 0,0 0 4 0,0 0-4 16,0 0 8-16,0 1-8 0,0-3 1 0,0 2-1 16,0-1 8-16,0 1-8 0,0 0-4 15,0-1 0-15,0 0 0 0,0 1 13 0,0 0-1 0,0 0 0 16,0 1-4-16,0-1-8 0,0 0-4 16,0 0 8-16,0 1-4 0,0-1 8 0,0 0 0 15,0 0-4-15,0 1-4 0,0-1 0 0,0-2 4 16,0 3-4-16,0-2 12 0,0 1-4 0,0 2 4 15,0-2-3-15,0 0-5 0,0 1 4 0,9-1-13 16,-9 1 14-16,0 1-6 0,0-2 6 0,0 2-1 16,0 0-9-16,6 1 9 0,-6-1-8 0,0 1 13 15,0-1-5-15,0 1-5 0,0-3 1 0,0 2-4 16,0 1 4-16,0-2 4 0,0 0 0 0,0-1-4 16,0 2 9-16,0-3-9 0,0 2-5 0,0-2 9 15,0 1-8-15,0 0 4 0,0 2-1 16,0-3-3-16,0 1 4 0,0 1 5 0,0 1-6 15,0-1 6-15,0 0-1 0,0 1-17 0,0-1 17 16,0 1-5-16,0-1-3 0,0 0 8 0,0 0-5 16,0 1 6-16,0 1-1 0,0-1-9 0,0 0 5 15,-12 1 5-15,12 1-5 0,0 0 18 0,0 1-23 16,0 0-10-16,-6 2 15 0,6-2-10 0,0 0 15 16,-2 2 0-16,1-1-9 0,1 1 9 0,0 0 0 15,-1-2-5-15,1 1 0 0,0 0-4 0,0-1 4 16,0 0 9-16,0-1-4 0,0-2 0 0,0 1-5 15,0 0 0-15,0-1 5 0,0 1-10 0,0 0 10 16,0-2-14-16,0 2-4 0,0-1 17 16,0 1-12-16,0-1 12 0,0 1 10 0,0 1-19 15,0 0 14-15,0 1-13 0,0 0-5 0,0 0 14 16,0 1-14-16,0 0 5 0,0 1 4 0,-12-1 0 16,12 2 5-16,0-3-1 0,0 1-4 0,0 0-4 15,0-1 4-15,0 0 4 0,0-1 5 0,0 0 0 16,0 0-5-16,0-1-13 0,0-1 9 0,0 1 0 15,0-1-4-15,0-2 27 0,0 3-23 0,0-2 4 16,0 1 5-16,0 1-15 0,0-1 11 0,0-1 6 16,0 2-5-16,0-1 5 0,0 0 0 15,0 0-16-15,0 0 11 0,0-2-6 0,0 3 5 16,0-2 1-16,0 0-1 0,0-1 6 0,0 2-10 16,0-1 16-16,0 1-6 0,0 1 0 0,0 0 1 15,0-1-12-15,0 1 1 0,11 0-6 0,-11 0 0 16,0 1 5-16,0-1 6 0,0 1 11 0,0-1 0 15,0-1-5-15,0 3-5 0,0 0-12 0,0 0 6 16,0-1 0-16,0 0 11 0,5 0 0 0,-5 1-10 16,0 0-1-16,0 2 1 0,4-2-1 0,-3 1 12 15,-1 1-11-15,1 0 0 0,0 0 24 0,0-1 6 16,0 3 5-16,0-4-14 0,0 2-18 0,0 0-8 16,1 0 12-16,-2-1 0 0,1 1 1 0,1 0 1 15,-1-1 9-15,-1 0-6 0,1 2-4 16,-1-2-5-16,1 2-10 0,0-2 21 0,0-1-16 15,-1 1 9-15,1-1 5 0,-1 1-10 0,0 0 20 16,0 0 1-16,0 0-20 0,1-1 0 0,-1 2 4 16,0-1-9-16,0 0 18 0,0 1-3 0,0-1-19 15,0 1 14-15,0 1-8 0,0 1 6 0,0 0 10 16,0 0-13-16,0 1 4 0,0 0 1 0,0-1 0 16,0 1-1-16,0-2 1 0,0 0-13 0,0 0 5 15,0-1 0-15,0-1-5 0,0-1 6 0,0-1-11 16,0-2 6-16,0-1 2 0,0 1 0 0,0-3 9 15,0 1-3-15,0 1-1 0,0 0-13 0,0-2 4 16,0 1 10-16,0 2-5 0,0-1 10 0,0 1-12 16,0-1-2-16,0 1 2 0,0 2 3 15,0 0-2-15,0 1-1 0,0 3-1 0,0-2 6 16,0 3 0-16,0 1 1 0,0 0 1 0,0 0-5 16,0 0 6-16,0 0-8 0,0-1 2 0,0 1 4 15,0-1-2-15,0-2-8 0,0-2 7 0,0 3-5 16,0-3-2-16,0 1 21 0,0-1-9 0,0 0 0 15,0 0 7-15,0 3-2 0,0-1 14 16,0 0-1-16,0 0-2 0,0-1 0 0,0 0-18 0,-16 0 5 16,16 0 2-16,0-1-5 0,0-1 8 0,0 1-7 15,0-4-1-15,0 3-1 0,0 0-6 16,-10-3 3-16,10 4-1 0,0-3-6 0,0 3 6 16,0-2 1-16,-5 1 1 0,5 1 10 0,-2-2-11 15,2 2 3-15,0 0 4 0,-3 3-7 0,1-2 8 16,2 3-6-16,-2 1 4 0,2 2 3 0,-4 0 4 15,2 1 7-15,-1 0-2 0,1 0-2 0,0 0-1 16,0-3-1-16,-1 1 3 0,0-1 5 0,1-3 6 16,-2 0-9-16,3-2-10 0,-3 2-4 0,1-3-1 15,0 1 3-15,-1 0 5 0,2 0-3 0,0-2 3 16,0 2-4-16,1-1-3 0,0 1 8 0,-1 1-10 16,1-1 12-16,-1 0 3 0,0 2-11 0,0-1 5 15,0 2-9-15,-2 0-3 0,3 0 9 0,-1 0-9 16,0 2-3-16,1-1 8 0,0 0-4 15,-1-1-1-15,0 1 7 0,0 1-10 0,1 2 7 16,-1-1-3-16,0 2 1 0,0-2 7 0,0 4-4 16,1-1 9-16,-1 0 0 0,2 0-3 0,-3-2 2 15,1 0-6-15,0-1 1 0,1-1-2 0,-1-2-4 16,0-2-2-16,1 1-5 0,0-1-2 0,0 0-1 16,-1 0 9-16,1-1 0 0,-1 2 1 0,2 0 0 15,-1 0-8-15,0 3 1 0,-1-1 1 0,1-2-3 16,-1 3 6-16,2-3-2 0,-2 1 1 0,2-1 5 15,-1-1-5-15,-1 0 2 0,0 1-2 0,2-2 2 16,-3 1 1-16,3 0-2 0,-3 3 2 16,3-1-5-16,-2 4 2 0,2 1 4 0,0 2 7 15,-2 2 12-15,2-1 1 0,0 3 1 0,0 2-4 16,0 0-7-16,0-2 1 0,0-2-6 0,0-3 4 16,0 2-8-16,0-5 1 0,0-1 1 0,0-5-6 15,0-2 2-15,0-3-2 0,0 3 0 0,0-2-2 16,0-3 0-16,0 2-5 0,0 0 3 0,0-1 1 15,0 1-4-15,0 0 9 0,0 0-4 0,0-1 0 16,0 3 7-16,0 0-4 0,0 0 0 0,0 1-2 16,0-1-1-16,0-1-5 0,0 3 4 15,0-3 3-15,0 0-3 0,0 0 3 0,0 0-15 16,0-1-29-16,0 0-31 0,0-1-49 0,0-1-62 16,0-1-71-16,0 0-68 0,0-2-41 0,0 0 51 15,0 0 43-15,0-25 44 0,0 25 91 0</inkml:trace>
  <inkml:trace contextRef="#ctx0" brushRef="#br0" timeOffset="-200295.25">23630 11522 52 0,'2'-9'-3'16,"1"1"3"-16,2-1 0 0,-2 0-3 0,-1 0 3 15,2 2 5-15,-1-2-4 0,-1 2 16 0,0 0 3 16,-2 2-5-16,1 0 10 0,-1 0-3 0,0 2-11 15,0-1 3-15,0 3-5 0,0-1-12 0,0 0 7 16,0-1-4-16,0 3-1 0,-14-1 2 16,14 0-1-16,0 0-1 0,0 1-11 0,0 0-10 15,0 0-13-15,0 0-10 0,-10 0 8 0</inkml:trace>
  <inkml:trace contextRef="#ctx0" brushRef="#br0" timeOffset="-198670.02">23551 11951 49 0,'0'0'1'0,"0"0"6"0,0 0-1 0,0 0 0 16,0 0-1-16,0 0-1 0,-11 0 4 0,11 0 1 15,0-5-5-15,-6 5-9 0,6 0 5 0,-4-5-15 16,1 4 14-16,0 0 4 0,1-2-13 0,-1 3 9 15,-1 0-11-15,0-3-1 0,1 3 13 0,-1 0 3 16,-1 0 5-16,3 0-8 0,-2 0-8 16,2 0 13-16,0 0 0 0,-1-1 14 0,1 1 0 0,2 0-4 15,-3-1-4-15,1 1-5 0,2 0 3 16,-2-1-13-16,1 0 12 0,-1 0-13 0,1-1 1 16,0-1 7-16,-1 2-3 0,2 0 19 0,-2-1-3 15,2-1-3-15,0 1 12 0,0-1 2 0,0 2-10 16,-1 0 13-16,1 1-6 0,-1-1-6 0,1 0 9 15,-1 1-15-15,-1-1-5 0,2 0 5 0,0-1-1 16,0 1 1-16,0-2-6 0,-2 0-5 0,2-1 5 16,-2 0-1-16,2-1 1 0,-1 1-1 0,1-1-4 15,0 0 9-15,-2 0-8 0,2-2-6 0,0 1 1 16,0 1-5-16,0-2 9 0,0-2 14 16,0 2 0-16,0-1-9 0,0-1 1 0,0 1-5 0,17 0-1 15,-17-1 4-15,0 1 13 0,0 0-13 16,13-1 1-16,-13 1-9 0,0 0-5 0,7 0 1 15,-7 0-1-15,0-1 9 0,6 1 0 0,-6-2 8 16,1-1-4-16,1 1-8 0,0-2 7 0,0-1-7 16,1-1 7-16,1 1 5 0,0-2-12 0,0 2 7 15,0-3-8-15,0 3-3 0,0-3 0 0,1 3-5 16,-2 0 8-16,2 0 12 0,-1 0-4 0,-1 3-4 16,-1-3 12-16,1 2-12 0,-1 1-1 0,1 1 1 15,-2-1-12-15,1 2 3 0,-1-2 13 0,2 2 8 16,-1 1-12-16,2-2 11 0,-2 3-19 0,0-2 8 15,1 2 4-15,1-2-7 0,0 2 15 16,1-1-20-16,2 1 12 0,-2-2 0 0,3 1-8 16,2-2 11-16,2 1-3 0,-1 0 0 0,1-1 4 15,1 1-9-15,-1 0-7 0,4 0 3 0,-3 0-3 16,2 0 8-16,-1 1 8 0,1 1 0 0,2 0-8 16,0 0 8-16,-1 0-4 0,2 1-8 0,0 1 12 15,0 0-9-15,-1-1-3 0,2 1 7 0,-1 0-7 16,-1 1 8-16,0 0 5 0,0 0-9 0,0 1 4 15,-1 0-8-15,2 0-5 0,-2 1 5 0,2 1 8 16,1-2-12-16,-2 2 12 0,2-1 1 0,0 1-9 16,2 0 8-16,0-2-4 0,0 0-9 15,4 0 13-15,-1-1 0 0,1-1-4 0,1 2 5 0,2-1-10 16,0-1 1-16,-2 1-5 0,4 0 4 16,-2 0 5-16,0 2 0 0,0 0 5 0,-1-1 3 15,-1 1-12-15,1 1 9 0,-3 0-5 0,2 0-4 16,-1 0 8-16,1 0 1 0,-1 0 4 0,1 0 13 15,-1 0-17-15,1 0 0 0,2 0 4 0,0 0-13 16,0 0 16-16,1 0-3 0,2 0-4 0,-2 0-1 16,3 0 0-16,-3 0-4 0,0 0-4 0,1 0 8 15,-3 0-4-15,0 0 5 0,0 0 4 0,2 0-14 16,-3 0 1-16,2 0 0 0,1 0 0 0,0 0 8 16,-2 0 5-16,1 0-9 0,0 0 4 15,2 14-4-15,-1-14-9 0,1 0 14 0,-4 0-5 16,3 0 0-16,2 0 9 0,-4 0-9 0,0 0 4 15,-2 0-8-15,2 0-1 0,-2 0 5 0,-3 0-8 16,3 0 8-16,-2 0 0 0,1 0 0 0,0 0 4 16,1 0 5-16,0 0-9 0,2 0 0 0,-2 12 4 15,4-12-4-15,1 0 4 0,1 0 1 0,2 0-5 16,3 0-5-16,2 0 10 0,-2 0-1 0,5 0 5 16,-1-18 10-16,1 18-10 0,2 0 7 0,3-13 0 15,-6 13-5-15,4 0 0 0,0 0 11 0,0 0-17 16,0 0 11-16,-1 0 0 0,0 0-16 0,-1 0 11 15,5 0-1-15,-2 0 11 0,7 18-6 16,-2-18 6-16,-1 0 3 0,5 12-4 0,0-12 9 16,4 0-4-16,-2 0-10 0,2 9 1 0,-4-9 3 15,2 0 14-15,-1 5-1 0,-2-5 0 0,-3 4 2 16,0-3-12-16,1 3 2 0,-4 0 0 0,2 0-11 16,3 1-5-16,-2 0-3 0,1 1-2 0,1 1-8 15,4-2 11-15,-2 1-8 0,-1 0-7 0,-1 0 11 16,-1-1-6-16,-1 0 7 0,-4-1 8 0,-2-1-7 15,-5 1-2-15,-3-1-2 0,-4 0-5 0,-3 0 4 16,-5-1-10-16,-2 0-28 0,-4 0-50 16,-3 0-64-16,-3-2-25 0,-5 2 8 0,-3-2 13 15,-3 0 3-15,-1 0 27 0,0 0 19 0</inkml:trace>
  <inkml:trace contextRef="#ctx0" brushRef="#br0" timeOffset="-196917.86">24264 11504 36 0,'0'-2'11'0,"0"0"-2"0,0 0 15 0,0 0 3 16,0 0-3-16,0 1 11 0,0 0-10 0,0-1 2 15,0 1 4-15,0 1 1 0,0-2 1 16,0 0 4-16,0 1-12 0,0-1 4 0,0 0-5 16,-16 1 0-16,16-1 2 0,0 1 0 0,0-1-5 15,-12 0 0-15,12 2 8 0,-8-3-25 0,8 1 21 16,-11 0-17-16,6 1-8 0,-2-1 7 0,0 1-22 16,-1 1 15-16,-1 0-8 0,-1 0 8 0,-2 0 12 15,1 0-16-15,-1 0 0 0,-4 0 8 0,2 22-8 16,-2-22 4-16,0 15 8 0,-1-15-8 0,1 17-4 15,-2-17 7-15,0 19 1 0,2-10-4 0,0 1-3 16,1-2-5-16,0 3-4 0,0-1 3 0,3-2 21 16,0 1-4-16,1 0 0 0,0 0-5 0,2 0-3 15,2 0 0-15,0-1 0 0,2 1-1 0,-1-1-7 16,2 0 8-16,2 2 0 0,1-3 4 16,1 2 0-16,0 2-1 0,0-1-7 0,0-1-5 15,0 2 13-15,18 0 0 0,-18-1 8 0,17 2-4 16,-17 0-13-16,23-1 9 0,-11 1-4 0,4 0-1 15,0-1 10-15,2-1-14 0,0 1 10 0,2-1 8 16,1-3 7-16,2-2 0 0,-2-1 0 0,3-3 2 16,1-1-5-16,-3 0-1 0,-1 0-5 0,1 0-6 15,-2-19-10-15,-1 19 9 0,-1-18-4 0,-2 18-1 16,-1-22 16-16,-3 10-11 0,2-2 1 0,-4 0-1 16,-1-1-14-16,-3-1-1 0,0-1 15 15,-5-2-5-15,0 3 15 0,-1-3 5 0,0 1-14 16,0-1 13-16,0 1-3 0,-23 0-1 0,23 3 9 15,0 1-9-15,-23 1 0 0,23 1-9 0,-15 1-6 16,15 2-3-16,-15 2-5 0,15 2-39 0,-13-1-23 16,6 2-15-16,1 0-25 0,-1 2 16 0,-1 0-15 15,1 2-24-15,0-2 19 0,-2 2 27 0</inkml:trace>
  <inkml:trace contextRef="#ctx0" brushRef="#br0" timeOffset="-193019.72">15778 12114 197 0,'3'0'8'16,"-1"0"-3"-16,3-9 13 0,0 9-3 16,-3-8-8-16,2 3 17 0,0 0-12 0,0 1 7 15,1-1 5-15,1-2-9 0,-1 1-4 0,1-1 10 0,-1 2-11 16,0-1 1-16,0 0 18 0,1 0-14 15,-2 0 10-15,1 1-6 0,-4 0-4 0,3 1 1 16,0 0-1-16,-2 0 0 0,-1 1 4 0,1 0 0 16,-2 1 0-16,0 1 0 0,0 0-9 0,0 1 5 15,0-1-10-15,0 1 4 0,0 0-4 0,0 0-5 16,0 0 9-16,0 0-9 0,0 0 5 0,0 0 0 16,-16 0-10-16,16 0 0 0,0 0 5 0,-18 16-9 15,18-16 5-15,-14 0 8 0,14 17-8 0,-18-17 4 16,9 15 9-16,-1-5-9 0,-2 0 1 0,1 1 8 15,-2 0-9-15,-1 1 0 0,0 1 10 16,0 2-19-16,0-2-4 0,0 0 13 0,1-1-14 16,1 0 18-16,1 0 5 0,1-2-13 0,0 0 8 15,4-1-4-15,-1 0 0 0,3-1 0 0,0 0-4 16,1 0-5-16,1-1 0 0,2 0 5 0,-3 0 13 16,3 0-9-16,0 0 0 0,0 1 4 0,0-1-17 15,0 1 17-15,19-1 5 0,-19 1-5 0,0-1 0 16,24-1-4-16,-24 1-4 0,25-2-9 0,-10 1 8 15,4-3-3-15,1-1-6 0,3-1 5 0,0-1-4 16,1 0-5-16,-1 0 9 0,2 0-3 0,0 0 7 16,0-17 9-16,-2 17-8 0,-2 0 4 0,1-20 0 15,1 20 0-15,-5-18 5 0,1 18 3 0,-5-18-4 16,0 18 5-16,-4-16-9 0,-3 8 5 16,-2 0-5-16,-3 0-5 0,-2 0 9 0,0 1-8 15,0-3 4-15,0 0 0 0,-22 1 0 0,22-1 8 16,-21-1-4-16,21 0 0 0,-25 1 1 0,12 0 3 15,1 1-3-15,-2 1-1 0,1-1 0 0,0 2-8 16,2-1-1-16,0 2-3 0,1 0-1 0,2 1 0 16,0 1-6-16,1 0 0 0,-2 1-9 0,3 1-15 15,-1 2 4-15,0 0-5 0,0 0-1 0,0 0 8 16,1 0-23-16,-2 0-2 0,1 0-21 16,1 0 6-16,1 0 28 0</inkml:trace>
  <inkml:trace contextRef="#ctx0" brushRef="#br0" timeOffset="-191771.17">16610 11926 174 0,'1'0'9'0,"4"0"7"0,-5 0 5 0,2 0 2 15,-2 0-5-15,2 0 0 0,-1 0 0 0,-1 0-5 16,0 0 4-16,0 0 5 0,0 0-10 0,0 0 15 16,0 0-5-16,0 0-18 0,0 0 17 15,0 0-19-15,0 0-2 0,0 0 10 0,0 0-14 0,-16 0 14 16,16 0-9-16,0 0 5 0,-16 0-5 16,16 0 9-16,-17 17 1 0,17-17-6 0,-16 0 10 15,5 17-18-15,2-17 4 0,-3 16-5 0,0-16 0 16,1 17 5-16,-3-6 5 0,0 0-13 0,-1 0-1 15,0 1 9-15,1 0 0 0,0-1 17 0,1 1-4 16,-1 0-8-16,3-1-6 0,0 0-8 0,1-2 9 16,3 0-5-16,0 0 0 0,-2 0 4 15,3 0-8-15,2-2 8 0,-1 0 0 0,0 0 0 0,2-2 5 16,1 0-5-16,2 1-4 0,-3-2 12 0,3 0-7 16,0-1-1-16,0 0 8 0,0-1-3 0,0 3-1 15,0-3 5-15,0 1-9 0,0 0-4 16,20 1 8-16,-20-2-4 0,0 3-4 0,17-2 0 15,-17-1-1-15,11 3 6 0,-11-3 3 0,14 1 1 16,-5 0-1-16,0 0-8 0,0-1 8 0,2 0 5 16,1 0-9-16,0 0 4 0,2 0-3 0,0-1-1 15,2 1-4-15,-2-1 5 0,4 1 8 0,-4 0 0 16,4 1 13-16,-4-2-5 0,4 2-3 0,-4 0-1 16,1 1 0-16,-1-1 10 0,1 1-10 0,-1 0 7 15,-2-1-5-15,1 1-9 0,0-1 15 0,-1-1-5 16,-1 0 11-16,2-1 0 0,0 2-6 15,-1-1 11-15,1-2-11 0,-3 1 5 0,1 0 0 0,-2-1-21 16,-2 0 9-16,-2 1-9 0,-1-1 0 16,0 0 4-16,-2 0-13 0,-2 2-2 0,0-2 2 15,0 0 4-15,0 1-10 0,0 1-26 0,0-1-46 16,0-1-31-16,0 1-15 0,0-1-12 0,-17 2-19 16,17-2 26-16</inkml:trace>
  <inkml:trace contextRef="#ctx0" brushRef="#br0" timeOffset="-190463.49">17239 11883 258 0,'0'-3'2'0,"0"1"11"15,2-1 12-15,-2 0 1 0,2-1 4 0,-1 1 14 16,0 2-10-16,0-3 13 0,0 1-11 0,1 0-9 15,-2 1-6-15,1 0-10 0,1 1 4 0,-2-1-10 16,0 2 4-16,1 0-4 0,-1 0 4 0,0 0-13 16,0 0 4-16,0 0 0 0,0 0-5 0,0 0 10 15,0 0-6-15,0 0-4 0,0 17-4 16,0-17 8-16,0 0 5 0,0 18 1 0,-16-18 4 16,16 12-4-16,0-2-10 0,-14-3 6 0,14 5 9 15,0-2 0-15,-12 0 5 0,12 2-5 0,-7 2-5 16,7 1 0-16,0-1 6 0,0 1 21 0,0 0 6 15,0 0 7-15,0 0-1 0,0 0-12 0,0-2-21 16,17 2-6-16,-17-2-6 0,0 0 1 0,20-1 10 16,-20 0-1-16,15-2 2 0,-15 0 4 0,19 0-10 15,-8-2 6-15,1-3-2 0,0 2-13 0,2-1 14 16,-1-2-15-16,1 0 10 0,2-2 4 0,-1 0-9 16,1 1 5-16,-1-3-8 0,0 0 8 0,0 0-5 15,-1 0 10-15,-2 0-20 0,-1 0-31 0,-3 0-23 16,-2 0-34-16,0 0-3 0,-3-17 2 15,-1 17 12-15,0 0-16 0,-2-14-29 0,0 14 19 16</inkml:trace>
  <inkml:trace contextRef="#ctx0" brushRef="#br0" timeOffset="-190155.17">17083 12068 438 0,'-7'5'-8'0,"3"-5"9"0,1 0 10 0,2 0 0 16,0 0 12-16,0 0-17 0,1 0 3 0,0 0 0 16,0 0-4-16,0-17 8 0,22 17-8 0,-22 0-5 15,17-15 10-15,-17 15-6 0,25-12 1 0,-11 12 0 16,0-13-1-16,1 13 10 0,0-11-10 0,-1 6 15 15,0 1-10-15,2 1-13 0,-3 0 13 0,-1 2-8 16,0 1-11-16,-1 0 20 0,-3 0-15 16,1 0 5-16,-2 0 5 0,-1 0-5 0,0 0 1 0,-1 0-15 15,2 0-10-15,-2 0-25 0,1 0-9 16,-1 0-39-16,0 0-27 0,1 0 19 0</inkml:trace>
  <inkml:trace contextRef="#ctx0" brushRef="#br0" timeOffset="-189086.4">18101 11815 210 0,'2'0'12'0,"1"0"11"0,0 0 1 0,0 0 20 0,1 0-6 16,-1 0-15-16,-1 0 4 0,0 0-10 15,2-15-10-15,-3 15 13 0,1 0-9 0,-2 0-1 16,0 0 10-16,0 0-10 0,0 0 0 0,0 0 1 16,0 0-1-16,0 0 14 0,0 0 4 0,0 0-9 15,0 0-4-15,0 17-5 0,-19-17 9 0,19 13-5 16,0-13 17-16,-19 14-15 0,19-5-3 0,-17 2 16 16,6-1-10-16,0-1-6 0,-1 0-2 0,0 2-17 15,0 0-1-15,0 1 24 0,-1-2 0 0,0 1-1 16,2 2 1-16,0-1-18 0,1 0 6 15,-2 0-5-15,2-1 0 0,0-1 16 0,0 2-22 16,1-2 27-16,0 0-6 0,3 1-5 0,-2-2 10 16,1 1-21-16,3-2 1 0,-3 1-10 0,4-1 4 15,1-2 1-15,0 0-1 0,-2 0 10 0,3 1-15 16,1-3 12-16,0 2-1 0,0-1 0 0,0 0 0 16,0 1 0-16,0-2 4 0,0 1 0 0,21 0 7 15,-21 0-11-15,13 0-6 0,-13-1 1 0,17 2 5 16,-17-2 10-16,22 0-5 0,-12-1-5 0,1 1 10 15,2 0-11-15,-3-2 6 0,1 3 0 0,-1-3-10 16,2 2 10-16,0-1 11 0,-2-1 4 0,2 1 0 16,0 0-4-16,1-3 3 0,1 1-9 0,0-1 10 15,1 0 4-15,0 0-18 0,1 0 10 16,-2 0-11-16,0 0 9 0,1 0-6 0,-3 0-3 16,-1 0 0-16,-2 0-10 0,-2 0 11 0,-2-14-2 15,1 14-8-15,-3 0-5 0,-1 0-10 0,0 0-52 16,0 0-17-16,-2 0-39 0,0 0-16 0,0 0 29 15,0 0-6-15,0 0-7 0,0 0 4 0,0 0 21 16</inkml:trace>
  <inkml:trace contextRef="#ctx0" brushRef="#br0" timeOffset="-188455.04">18734 11875 454 0,'0'-1'9'16,"0"-1"-10"-16,0 2 6 0,0-1 4 0,0-1 1 15,0 2 0-15,-15 0-1 0,15 0 1 0,0 0-15 16,0 0 19-16,-14 0-10 0,14 0-9 0,-11 19 14 15,3-19-9-15,-2 14 1 0,1-14 1 0,1 17 0 16,-1-4 14-16,-1-1 0 0,0 1 4 0,1 3 5 16,-3 0-15-16,2 0 9 0,-2 0 4 0,-1 1 4 15,-1-1 5-15,0-2-5 0,2 1 17 16,-1 0-6-16,4-2 0 0,0 0 14 0,4-2-22 0,-2 0 0 16,4-1-1-16,1-1-19 0,1 0 6 15,0-1-11-15,1 1-5 0,0-2 5 0,0 0-5 16,0-1 13-16,0 0 2 0,23-1-2 0,-23 2-4 15,18-4-7-15,-18 0-2 0,19 1 4 0,-5-3 10 16,-2 0-9-16,0-1 9 0,2 0 6 0,0 0 13 16,1 0 16-16,0 0 0 0,2 0-10 0,-3 0-13 15,2 0-12-15,2-19-15 0,0 19 8 0,-2 0-6 16,1 0 0-16,1-12 9 0,-5 12-12 0,0 0 2 16,-2 0 5-16,-2-9-10 0,0 9 1 0,0 0 4 15,-3 0-5-15,0 0 6 0,-2 0-20 16,0 0-44-16,-3 0-55 0,1 0-32 0,-2 0 0 15,0 0 14-15,0 0 22 0,0 0 10 0,0 0-22 16,0 0-19-16,0 0 31 0</inkml:trace>
  <inkml:trace contextRef="#ctx0" brushRef="#br0" timeOffset="-188149.79">18828 11894 610 0,'0'-5'5'15,"-18"0"10"-15,18 1 18 0,0 0 5 0,0 0 1 16,0 3-10-16,-12-1-22 0,12 2-1 0,0 0-12 16,0 0 0-16,0 0 6 0,-7 0 1 0,7 18 5 15,-5-18-12-15,0 15 17 0,3-15-18 0,-3 27 12 16,1-10 12-16,1 3-24 0,0 3 23 0,0 5-6 15,1 4-6-15,0 2 11 0,-1 4 0 16,1 0-10-16,1 1 6 0,-1 2-6 0,2-2-3 0,0-1 4 16,0-4-4-16,0-2 5 0,0-3-6 0,0-4-5 15,0-3-30-15,0-1-36 0,0-6-39 16,0-1-45-16,0-1-31 0,0-5 32 0</inkml:trace>
  <inkml:trace contextRef="#ctx0" brushRef="#br0" timeOffset="-184244.68">23747 11894 284 0,'-9'3'9'0,"-2"-3"-9"0,6 0 0 16,-1 0 0-16,3 0-13 0,-1 0 22 0,3 0-4 16,0 0-5-16,1 0 15 0,0 0-14 0,0 0 5 15,0 0 10-15,0 0-15 0,0 0 8 0,0 0 7 16,0 0 3-16,0 0 7 0,0 0-13 0,0 0 4 16,0 0-10-16,0 0 0 0,0 0 12 0,0 0-14 15,0 0 5-15,0 0 5 0,18 0-4 0,-18-13 4 16,18 13 10-16,-18 0-9 0,23 0-1 0,-11-13 4 15,6 13-13-15,0-14 8 0,3 4 0 0,2 2-5 16,-2-4 5-16,4 0-9 0,0 2-9 16,3-2 8-16,-1 1-4 0,1-2 1 0,-2 3 12 15,1-1-17-15,1 2 4 0,-1-2 0 0,0 1-4 16,-1 2 8-16,-2-2-12 0,-2 2 12 0,2-1-8 16,-3 2 8-16,0-1-4 0,-4 1-4 0,-1 2 8 15,-3 0-4-15,-1 0 8 0,-2 0-3 0,-3 2-5 16,-1-1 0-16,-3 2 9 0,-2 0 10 0,-1 1-4 15,0 0-5-15,0 0 0 0,0 0-15 0,0 1 5 16,0-1-5-16,-17 1-5 0,17 0-1 0,0 0-3 16,-21 0-3-16,21 0-9 0,-21 0 0 15,9 0-3-15,-2 0 3 0,0 19 5 0,-1-19 3 16,-1 14 9-16,0-14-4 0,-1 15 12 0,0-15 0 16,1 20-4-16,-2-11 7 0,2 1-11 0,0 1 5 15,1 0 7-15,-2 1 0 0,2-2 0 0,2 0-4 16,1 1-4-16,2-2 0 0,-2 1 8 0,5-3-3 15,2 1-1-15,1-2 9 0,2 0-8 0,2-3 9 16,0 1 0-16,0-1-4 0,0 0 23 0,0-2 0 16,23-1 0-16,-23 0 4 0,30 0-18 0,-11 0-5 15,4 0 10-15,3-22-19 0,-1 22 5 0,2-17-1 16,0 17-14-16,-1-17 10 0,-3 17 11 0,1-16-16 16,-7 16 1-16,2-13-22 0,-6 13-32 15,1-11-18-15,-5 11-30 0,-1-8-36 0,-2 8 17 16</inkml:trace>
  <inkml:trace contextRef="#ctx0" brushRef="#br0" timeOffset="-181125.43">24094 12388 153 0,'0'-2'17'16,"0"0"6"-16,0 0 10 0,0 0 5 0,0-1-8 15,0 1 0-15,0-1-1 0,0 0 0 0,0 0-1 16,0-1-5-16,0 1-5 0,0 1 1 0,0-3-5 15,0 1 7-15,0 2 4 0,0-3-3 0,0 3 10 16,0-2-7-16,0-1 3 0,0 1 0 0,10 1-15 16,-10-1 18-16,0 3-11 0,0-1 10 15,4 0 0-15,-4 1-11 0,0 1 1 0,0-2-20 0,0 2 5 16,0 0-14-16,0 0 8 0,0 0 6 16,0 0-15-16,0 0 1 0,0 0-1 0,0 0 5 15,0 0 0-15,0 0 4 0,0 0-3 0,0 0-6 16,0 15 10-16,0-15 5 0,0 16 5 0,0-16-5 15,0 23 1-15,-18-9-6 0,18 3-3 0,0 0 8 16,-18 3 6-16,18 0 5 0,-15-1-15 0,15 3 6 16,-14-1 10-16,6 0 1 0,3 0 10 0,0-2 16 15,1 2-1-15,1-2-8 0,0-1 21 0,1-1-27 16,1-2-10-16,0 1 10 0,1-4-9 0,0 1 5 16,0-3-18-16,0 0 5 0,0-2-8 0,19 1 0 15,-19 1 22-15,18-6-9 0,-18 2-2 16,26-4 3-16,-12 1-5 0,3-3-8 0,2 0-1 15,0 0-7-15,2 0 8 0,-1 0 3 0,1 0-10 16,-1 0 7-16,-1-18-7 0,0 18-5 0,-3 0 12 16,0 0 4-16,-2-16-11 0,2 16 7 0,-3 0-11 15,-3-10 10-15,-2 10 2 0,0 0-8 0,-1-8-6 16,0 8-74-16,-3-7-32 0,-1 7-33 0,0-5-22 16,-2 1 30-16,1-3 27 0,-1 2-3 0,-1-2 12 15,0 0-22-15,0-2 12 0</inkml:trace>
  <inkml:trace contextRef="#ctx0" brushRef="#br0" timeOffset="-180715.23">24021 12359 404 0,'0'0'0'15,"11"0"0"-15,-11 0 4 0,0 15-4 0,14-15 8 16,-8 0-1-16,2 0-6 0,2 0 16 0,1 0-16 16,-1 0 8-16,3 0 4 0,-1 0-12 0,1 0 7 15,1 0-3-15,0 0-9 0,2-13 9 0,-1 13-5 16,2 0-8-16,-3-10 16 0,2 10-11 0,-2 0 3 16,0-11 8-16,-2 11-8 0,0-7 8 15,-1 4-8-15,-5-1 0 0,2 1-4 0,-2-1 0 0,-1 3 0 16,-2-1-14-16,-2-1-14 0,0 1-31 15,0 1-37-15,-1-1-5 0,0 2 18 0</inkml:trace>
  <inkml:trace contextRef="#ctx0" brushRef="#br0" timeOffset="-180396.89">24025 12504 387 0,'0'1'-5'0,"0"0"5"16,0 0 1-16,0-1-1 0,0 0 5 0,15 0 1 16,-15 0 7-16,0 0 6 0,13 0-6 0,-13 0 1 15,14 0-4-15,-6 0-5 0,3 0 14 0,-1 0-2 16,2-13-3-16,0 13 4 0,1 0-4 0,-1 0-5 15,1-7 8-15,0 7-8 0,0 0 0 0,0-7 3 16,-2 7-11-16,0 0 7 0,0 0-4 0,-3 0-8 16,0 0 8-16,2 0-8 0,-5 0 4 0,3 0 8 15,-1 0-4-15,-1 0-5 0,0 0-33 16,1 0-32-16,-2 0-31 0,1 16-54 0,0-16 30 16,0 0 27-16</inkml:trace>
  <inkml:trace contextRef="#ctx0" brushRef="#br0" timeOffset="-179992.52">24725 12506 369 0,'2'2'13'0,"-1"0"11"0,2-1 8 15,2 0 10-15,5-1-10 0,-3 0-5 0,3 0-9 16,-1 0-5-16,4 0 0 0,-2 0 0 15,2 0 0-15,-1 0 0 0,0 0-9 0,2 0 0 0,-2 0 5 16,3 0-9-16,-1 0 13 0,1 0-5 16,-2 0 1-16,3 0 13 0,-3 0-7 0,-2 0-11 15,0 0 2-15,-1 0-6 0,-1 0 0 0,-1 0 6 16,-2 0-6-16,-1 0-5 0,-2 0 5 0,-1 0 0 16,0 0 5-16,-2 11-23 0,0-11-32 0,0 0-34 15,0 0-36-15,0 0-33 0,0 0 19 16,0 0 40-16</inkml:trace>
  <inkml:trace contextRef="#ctx0" brushRef="#br0" timeOffset="-179721.24">24740 12701 228 0,'-4'4'9'16,"4"-2"5"-16,0-1 1 0,0-1 6 0,0 0-8 15,0 0 9-15,0 0-9 0,0 0 8 0,0 0-3 16,0 0-1-16,20 0 13 0,-20 0-8 0,13 0 2 16,-13 0-4-16,21 0-9 0,-12 0 3 0,2 0 9 15,2 0-4-15,-1 0 0 0,1 0-6 0,0 0-3 16,1 0-6-16,0 0 5 0,-1 0-4 0,0 0-5 16,-1 0-5-16,-1 0 1 0,-2 0 4 0,0 0-5 15,-1 0 10-15,-2 0-6 0,0 0 2 0,1 0-6 16,-3 0-34-16,2 0-16 0,0 0-52 15,-2 0-37-15,0 0 29 0</inkml:trace>
  <inkml:trace contextRef="#ctx0" brushRef="#br0" timeOffset="-176897.15">25415 12450 148 0,'0'0'4'0,"0"0"9"0,0 0-2 0,0 0 11 15,0 0 2-15,0-12-1 0,0 12 8 0,0 0-15 16,0 0 7-16,0-10-8 0,0 10-1 0,0 0 8 16,0-6-4-16,0 6-5 0,0 0-4 0,0-4 4 15,0 2-17-15,0 1 13 0,13 0-1 0,-13 0-4 16,0 0 9-16,0 0-4 0,0 0 5 0,0 1-1 16,0 0-8-16,0 0 8 0,0-1-4 0,0 1 3 15,0 0 0-15,0 0-11 0,0 0-1 16,0 0-3-16,0 0 11 0,0 0-4 0,0 0 4 0,0 0-1 15,0 0-7-15,0 0 8 0,0 0-15 0,0 0 7 16,0 0 0-16,0 0-4 0,0 0 12 16,0 0-12-16,0 0 12 0,0 0-8 0,0 0 4 15,0 0 0-15,0 0-4 0,0 0 7 0,0 0-3 16,0 0-4-16,0 0-7 0,0 0-1 0,0 0 4 16,0 0 8-16,0 0 0 0,0 0 7 0,0 0-7 15,0 0-4-15,0 0-4 0,0 0-7 0,0 0 7 16,0 0 4-16,0 0 4 0,0 0 0 0,0 0 0 15,0 0-16-15,0 0 16 0,0 0 0 0,0 0 0 16,0 0 15-16,0 0-19 0,0 0-8 0,0 0 8 16,0 0-7-16,0 0 3 0,0 0 11 15,0 0-10-15,0 0 6 0,0 0 1 0,0 0 0 16,0 0-4-16,0 0-8 0,0 0 8 0,0 0 0 0,0 0 4 16,0 0-4-16,0 0 0 0,0 0-4 15,0 0 1-15,0 0 3 0,0 0 4 0,0 0-8 16,0 0 11-16,0 0-7 0,0 0-8 0,0 0 16 15,0 0-16-15,0 12 16 0,0-12-4 0,0 0-8 16,0 0 4-16,0 0-4 0,0 0 0 0,0 0 0 16,0 0 4-16,0 0 4 0,0 0 0 0,0 0 4 15,0 0-4-15,0 0-8 0,0 0 8 0,0 0-4 16,0 0 0-16,0 0 8 0,0 0-12 0,0 0 4 16,0 0 4-16,0 0-12 0,0 0 8 0,0 0 0 15,0 0-4-15,0 0 0 0,0 5 4 16,0-5 0-16,0 0-4 0,0 0 12 0,0 0-8 15,0 0 0-15,0 0 4 0,0 0 0 0,0 0 4 16,0 0-12-16,0 0 4 0,0 0-7 0,0 0 3 16,0 0 8-16,0 0 3 0,0 0 1 0,0 0-4 15,0 0 4-15,0 0-3 0,0 0 7 0,0 0 0 16,0 0 5-16,0 0-9 0,0 0-4 0,0 0 10 16,0 0 0-16,0 0 1 0,0 0 0 0,0 0-15 15,0 0 0-15,0 0 0 0,0 0 5 0,0 0 9 16,0 0-18-16,0 0 8 0,0 0 1 15,0 0-9-15,0 0 8 0,0 0 1 0,0 0-10 0,0 0 5 16,0 0 5-16,0 0 0 0,0 0 4 16,0-11-9-16,0 11 0 0,18 0 0 0,-18-7 5 15,0 7 4-15,0 0-4 0,0-6 0 0,0 6-5 16,0-3 9-16,0 2-4 0,0 1 0 0,0-1 0 16,0 0-5-16,0 1 5 0,0 0-1 0,0 0 1 15,0 0-6-15,0 0-8 0,0 0 4 0,0 0-4 16,0 0 4-16,0 0 14 0,0 0-14 0,0 0-4 15,0 0 0-15,0 0 4 0,0 0 1 0,0 0 4 16,0 18 10-16,0-18-19 0,18 12 4 0,-18-12 20 16,0 14-10-16,0-6 0 0,0 1 9 0,0-1-28 15,11 2 5-15,-11-1 0 0,0 1 5 16,14 2 9-16,-14 0-4 0,6 0 5 0,-1-1-5 16,-3 2 9-16,4-1 6 0,-1 2-9 0,0 0-6 15,-2-1 1-15,1 1-11 0,0-1 16 0,1 1 5 16,-1-1-5-16,0-1-2 0,-1-1 6 0,2-1-17 15,-1 0 0-15,0-2 16 0,-3-1-11 0,1-1 11 16,0-1-10-16,2 0 0 0,0-1 5 0,-3-1-1 16,0 1 12-16,0-3-16 0,4 0 5 0,-3-1-10 15,0 1 5-15,-2-1 5 0,0 0 0 0,0 1 5 16,2-1 0-16,0 0-5 0,0 0-4 16,-1 1 4-16,1 0-10 0,2-1 9 0,-2 2 6 15,1-2-15-15,-1 0 10 0,2 1-10 0,0 0 1 16,0-1 3-16,0 1 1 0,0-1 5 0,-1 0-9 15,-1 0 9-15,2 0-5 0,0 0 1 0,-3 0 4 16,2 0-6-16,-2 0 6 0,0 0-4 0,-1 0 4 16,2 0 6-16,-2 0-6 0,2 0 0 0,-2 0-5 15,2 0-4-15,-2-16 0 0,2 16 1 0,-1 0 9 16,1-11-5-16,0 11 1 0,0-8 9 0,0 8-15 16,1-13 8-16,0 8-11 0,3-3-5 0,-2 1 10 15,-2-2 0-15,1 0 14 0,1-1-4 0,0-1-1 16,-1-1-9-16,-1 0-4 0,2 0 4 0,-2 0-8 15,1 1 12-15,1 2-13 0,-3-2 10 16,1 2 4-16,0 0-7 0,0-1 16 0,1 2-13 16,-3-1 5-16,2 1-6 0,0 0-3 0,0 2 0 15,0-2 0-15,0 1 9 0,-2 0-5 0,1 0 5 16,0-1-5-16,0 1 0 0,0 1-4 0,3-1 4 16,-4-1 5-16,0 1-4 0,2 1 8 0,0-1-8 15,0 0-9-15,-2 0 5 0,1-1 3 0,0 2 5 16,0 0 5-16,0 0-1 0,0 1-8 0,-1 2 0 15,2-1-4-15,-2 1-4 0,0 1 8 0,0 0 0 16,0 0 5-16,0 2 0 0,2-1-5 0,-2 1-1 16,0 0 1-16,0 0 0 0,0-2-5 15,0 2 1-15,0 0-10 0,0 0-23 0,0 0-34 0,0 0-32 16,0 0-21-16,0 0-13 0,0 0-36 16,0 0 33-16</inkml:trace>
  <inkml:trace contextRef="#ctx0" brushRef="#br0" timeOffset="-175543.82">25983 12426 109 0,'0'0'0'0,"0"0"1"16,15 0 3-16,-15 0 6 0,0 0-2 0,0 0 5 15,0 0-12-15,0 0 7 0,0 0-6 0,0 0-2 16,0 0 1-16,0 0 0 0,0-7 7 0,7 7 2 16,-7 0 15-16,0 0-7 0,2-4 0 0,-2 4-4 15,0-2 1-15,0 1-1 0,0 1 1 0,0-1 7 16,0 1-9-16,0-1-3 0,0 1-1 0,0-1-11 15,0 0 3-15,0 0-1 0,0 0 1 0,0 0 7 16,0 0-4-16,0 0 4 0,0 1-3 0,0-2 3 16,0 1 5-16,0 0-3 0,0 0 3 15,0-1-8-15,0 2 1 0,0-2-1 0,0 1 4 16,0 0-4-16,0 0-1 0,0 1 4 0,0 0-3 16,0 0 3-16,0-1-3 0,0 1-5 0,0 0 5 15,0 0-1-15,0 0 8 0,0 0-4 0,0 0-12 16,0 0 0-16,0 0 1 0,0 0 3 0,0 0 7 15,0 0-7-15,0 0-4 0,0 0-3 0,0 0-1 16,0 0 12-16,0 0-8 0,0 0 12 0,0 0-4 16,0 0-4-16,0 15 7 0,0-15-11 0,0 0 12 15,0 13-1-15,0-13 5 0,0 12 5 16,0-12-9-16,0 13 4 0,0-6 1 0,0 1 3 16,0 1 4-16,0 0 0 0,0 0-7 0,-11 2-1 0,11-3-8 15,0 3 0-15,0-1 0 0,0 0 5 16,0 2 5-16,0-1-4 0,0 2-1 0,0-2 13 15,0 0-1-15,0 1 1 0,0-2 16 0,0 1-17 16,0-2-4-16,0 0 11 0,0 0-11 0,0 1 0 16,0-2 11-16,0 0-1 0,0-3-19 0,14 2 2 15,-14-1 4-15,0 0-15 0,11-1 23 0,-11 0-8 16,7-1-19-16,-7 2 23 0,10 1-14 0,-10 0 1 16,8-2 8-16,-8 0-22 0,4-2 9 0,-1 2 0 15,-1-2 4-15,0 0 9 0,2 0-13 0,-2-1 10 16,0-1-13-16,0 0-2 0,2 0 14 15,-2 1-13-15,2-2 9 0,-2 0-4 0,-1 0-5 16,3 0 14-16,-2 0-10 0,2 0-35 0,1 0-54 16,2 0-29-16,-2 0-14 0,1 0 4 0,-1-16 17 15,3 16-16-15,-2 0-14 0,2-13 33 0</inkml:trace>
  <inkml:trace contextRef="#ctx0" brushRef="#br0" timeOffset="-174117.06">26446 12453 122 0,'0'0'8'0,"0"0"5"0,0 0 2 0,0 0 8 15,0-18-4-15,0 18-4 0,0 0 11 0,0 0-11 16,0 0 7-16,0-12 0 0,10 12-8 0,-10 0 8 15,0 0-11-15,0-7 11 0,0 7 0 0,0 0-5 16,0-2 16-16,0 2-8 0,0 0-8 0,0-2 8 16,0 1-11-16,0 1 7 0,0-1 7 15,3 0-8-15,-3 1 4 0,0-1-9 0,0 0-3 0,0 1-3 16,0 0-9-16,0 0 0 0,0-1 0 16,0 1 7-16,0 0-7 0,0 0-8 0,0 0 4 15,0 0-3-15,0 0 3 0,0 0 8 0,0 0-4 16,0 0 0-16,0 0 3 0,0 20-3 0,0-20 8 15,0 15-12-15,0-15 0 0,0 21 4 0,-15-8-12 16,15 1 19-16,0 1 9 0,0 0 2 0,-8 2 8 16,8 2-2-16,0-1 2 0,-6 1-14 0,6 1 4 15,0-3 6-15,-3 0-14 0,3-1 14 0,-2-4-1 16,2-2-5-16,0 2-7 0,0-1 10 0,0-2-14 16,0 2 4-16,0-1 11 0,0 0-7 0,0 1 11 15,0 2-10-15,18-4 0 0,-18 1 4 16,0-2-9-16,18 0-4 0,-18-1 9 0,20-2-10 15,-9 0 14-15,1-3 3 0,1 1-7 0,0-2-9 16,3-1-8-16,-3 0-5 0,2 0 5 0,0 0 3 16,-1 0 1-16,1 0 5 0,-1-17-4 0,-1 17 3 15,-1 0 0-15,-3 0 4 0,1-15 0 0,-3 15 1 16,-2 0-13-16,0 0-1 0,-1-9-28 0,-2 9-41 16,0 0-18-16,-2-5-29 0,0 5-2 0,0-6 7 15,0 3 7-15,0 0-18 0,0-1-3 0,0 1 28 16</inkml:trace>
  <inkml:trace contextRef="#ctx0" brushRef="#br0" timeOffset="-173785.51">26356 12589 431 0,'-4'0'17'0,"1"0"6"16,-2 0 12-16,5-16-8 0,-2 16-14 16,0 0-4-16,1 0-9 0,1 0 12 0,0 0-3 15,0-9-9-15,0 9 0 0,21 0 0 0,-21 0 0 16,23-6 13-16,-10 6-5 0,3-1-8 0,1 1 0 15,2 0 0-15,0 0-4 0,2 0-4 0,-1 0 8 16,-2 0 0-16,2 0 4 0,-1 0 8 0,-4 18-8 16,1-18-8-16,-1 0 4 0,-4 0-5 0,3 0-9 15,-5 12-22-15,-2-12-37 0,0 0-29 0,-3 0-36 16,-3 10 27-16</inkml:trace>
  <inkml:trace contextRef="#ctx0" brushRef="#br0" timeOffset="-162489.4">24887 13465 23 0,'0'0'0'0,"0"0"1"15,0 0 12-15,0 0-10 0,0 0 1 0,0 0 10 16,0 0-17-16,0 0 12 0,0 0-3 0,0 0-9 16,0 0 5-16,0 0 6 0,0 0 0 0,0 0-6 15,0 0 9-15,0 0-15 0,0 0 0 0,0 0 11 16,0 0-10-16,0 0-2 0,0 0 5 16,0 0-5-16,0 0 6 0,0 0 4 0,0 0-3 15,0 0 2-15,0 0-9 0,0 0 8 0,0 0-4 16,0 0-3-16,0 0 8 0,0 0-5 0,0 0-3 15,0 0 4-15,0 0 0 0,0 0 0 0,-12 0 9 16,12 0-10-16,0 0 4 0,0 0-6 0,0 0-2 16,0 14 8-16,0-14-7 0,-5 0 4 0,5 0 4 15,0 0-3-15,0 0-5 0,0 0 8 0,0 0-4 16,0 0 3-16,-4 0 1 0,4 0 1 0,0 0-10 16,0 0 2-16,0 0 4 0,-2 0-2 15,2 0 5-15,-2 0 0 0,2 0-5 0,-2 0-8 0,2 6 9 16,-1-6-5-16,1 0 9 0,-1 0-3 15,0 0-1-15,1 0 4 0,0 0-3 0,0 4 6 16,0-4-6-16,0 0-4 0,0 0 3 0,-2 0 0 16,2 0 8-16,0 0-3 0,0 0 0 0,0 0 0 15,0 1 0-15,0-1 3 0,-2 1 22 0,2-1-30 16,0 1 5-16,0-1 8 0,-1 1-16 0,1-1 15 16,-1 0-17-16,1 1-4 0,-1-1-4 0,0 0 8 15,1 0 13-15,-1 0-12 0,0 0-5 0,0 0 18 16,0 0-8-16,0 0 8 0,1 0 10 0,0 0-8 15,-2 0 4-15,2 0 10 0,0 0-10 16,-2 0-3-16,1 0 4 0,1 0-5 0,-2 0 1 16,0 0-2-16,2 0 29 0,0 2-5 0,0-2 3 15,0 0-36-15,0 0-33 0,0 0 4 0,-2 0 33 16,2 1 37-16,0-1 6 0,-1 0-48 0,1 0 5 16,-2 0-42-16,2 0 32 0,-2 0 6 0,2 0-39 15,-2 0 43-15,1 0 0 0,1 0 4 0,-1 0 29 16,1 0 0-16,0 0-43 0,-1 0 29 0,1 0-28 15,0 0 4-15,0 0 10 0,0 0 4 0,0 0-4 16,0 0-4-16,0 0-1 0,0 0-37 0,0 0 5 16,0 0 42-16,0 0 0 0,0 0 37 0,0 0-43 15,0 0 1-15,0 0-42 0,0 0 28 0,0 0 61 16,0 0-57-16,0 0 38 0,0 0-28 16,0 0-58-16,0 0 57 0,0 0 1 0,0 0 0 15,0 0-10-15,0 0 0 0,0 0-38 0,0 0 38 16,0 0 53-16,0 0-53 0,0 0 5 0,0 0-5 15,0 0-10-15,0 0-24 0,0 0 73 0,0 0-34 16,0 0 10-16,0 0 34 0,0 0-39 0,0 0-10 16,0 0-10-16,0 0-5 0,0 0-29 0,0 0 44 15,0 0 5-15,0 0 0 0,0 0 34 0,0 0-39 16,0 0 5-16,17 0 5 0,-17 0-9 0,0 0 14 16,0 0-14-16,12 0 9 0,-12 0 1 15,8 0-11-15,-8 13 10 0,8-13-9 0,-4 0 5 16,1 0 4-16,0 0 1 0,-2 0-6 0,1 0 1 15,0 0 15-15,-1 9-15 0,3-9 5 0,-1 0 0 16,-2 0-20-16,0 4 29 0,2-4-20 0,-1 0 16 16,-1 2-6-16,-1-1-24 0,3 0 19 0,-3-1-5 15,0 1 4-15,0-1 6 0,0 0-10 0,1 0 0 16,-1 0-9-16,1 0 4 0,-1 0 15 0,2 0-5 16,-2 0 5-16,2 0-10 0,-2 0 5 0,-2 0-14 15,2 0 14-15,0 0-5 0,-1 0-5 0,-1 0 9 16,0 0-13-16,3 0 13 0,-3 0-8 0,0 0 4 15,0 0 10-15,0 0-10 0,0 0 9 16,0 0-9-16,0 0-14 0,0 0 14 0,0 0-5 0,0 0 11 16,0 0 9-16,0 0-9 0,0 0 0 15,0 0-7-15,0 0 1 0,0 0 5 0,0 0 0 16,0 0-5-16,0 0 10 0,0 0-10 0,0 0-5 16,0 0 4-16,0 0-14 0,0 0-17 0,0 0-22 15,0 0-15-15,0 0-34 0,0 0-30 0,0 0-50 16,0 0 16-16</inkml:trace>
  <inkml:trace contextRef="#ctx0" brushRef="#br0" timeOffset="-161521.2">24846 13713 219 0,'0'0'-7'0,"0"0"14"15,0 0 12-15,0 0 10 0,0 0 11 0,0 0-4 16,0 0-4-16,0 0-3 0,0 0-1 0,0 0-4 16,0 0-5-16,0 0-4 0,0 0-5 0,0 0-1 15,0 0-8-15,0 0 8 0,0 0 1 0,0 0-5 16,0 0-1-16,0 0-8 0,0 0-1 0,0 0 5 15,0 0 5-15,0 0-1 0,0 0 1 0,0 0-10 16,0 0 5-16,0 0-8 0,0 0-1 0,0 0 14 16,0 0-1-16,0 0 4 0,0 0 1 0,0 0-5 15,0 0-8-15,0 0 13 0,0 0-9 0,0 0 0 16,0 0-4-16,0 0-1 0,0 0 14 16,-13 0-9-16,13 0 9 0,0 0-5 0,0 0-8 15,0 0 0-15,0 0 4 0,0 0-4 0,0 0 4 16,-7 0 0-16,7 0 0 0,0 0 5 0,0 0 0 15,0 0 8-15,0 0-3 0,0 0-6 0,0 0 10 16,0 0-5-16,0 0 4 0,0 0 1 0,0 0-5 16,0 0 1-16,0 0-6 0,0 0 10 0,0 0-10 15,0 0 10-15,0 0 5 0,0 0-4 16,0 0 13-16,0 0-9 0,0 0 1 0,0 0-6 0,0 0-9 16,0 0 1-16,0 0-6 0,0 0 6 15,0 0 3-15,0 0-8 0,0 0 4 0,0 0-5 16,13 0-10-16,-13 0 10 0,0 0 4 0,0 0-9 15,9 0 6-15,-9 0 8 0,7 0-9 0,-3 0 5 16,1 0 0-16,1 0 0 0,-1 0 1 0,2 0-1 16,-3 0 14-16,1 0-9 0,0 0-5 0,0 0 6 15,1 0-11-15,-4 0 2 0,2 0 8 0,-1 0 8 16,1 0 1-16,-2 0-9 0,1 0 5 0,-1 0-5 16,5 0 2-16,-6 0 17 0,3 0-5 0,-2 0 6 15,2 0 3-15,-2 0-4 0,0 0 8 0,0 0-10 16,1 0-4-16,-1 0-6 0,0 0-16 0,0 0 13 15,-2 0-5-15,2 0 0 0,-2 0 3 16,0 0-11-16,0 0-1 0,0 0-8 0,0 0 9 16,0 0-5-16,0 0 8 0,0 0 8 0,0 0-11 15,0 0 8-15,0 0-4 0,0 0-23 0,0 0-54 16,0 0-63-16,0 0-56 0,0 0-73 0,-19 0 7 16,19 0 61-16</inkml:trace>
  <inkml:trace contextRef="#ctx0" brushRef="#br0" timeOffset="-150981.29">25295 13515 150 0,'0'0'8'16,"0"0"10"-16,6 0 5 0,-6 0 5 0,0 0-3 16,3 0-30-16,-3 0 25 0,0 0 10 0,0 0-10 15,0-13 25-15,0 13-26 0,0 0-13 0,0 0 9 16,0 0-35-16,0 0 26 0,0 0-33 0,0 0 32 15,0 0-4-15,0-6-29 0,0 6 65 0,0 0-70 16,0 0 26-16,0 0 8 0,0 0-24 0,0 0 29 16,0 0 17-16,0 0-13 0,0 0-9 0,0 0 0 15,0 0 28-15,0 0-23 0,0 0-1 0,0 0 1 16,0 0-33-16,0 0 32 0,0 0-4 0,0 0 8 16,0 0-9-16,0 0-4 0,0 0 0 15,0 0 4-15,0 0 1 0,0 0-6 0,0 0 61 16,0 0-57-16,0 0 1 0,0 0 56 0,0 0-103 15,0 0 47-15,0 0 52 0,0 0-99 0,0 0 53 16,0 0 0-16,0 0-47 0,0 0 47 0,0 0-1 16,0 0 5-16,0 0 0 0,0 0 5 0,0 0-9 15,0 0 4-15,0 0-5 0,0 0 5 0,20 0-6 16,-20 0-3-16,0 0 8 0,0-14-8 0,0 14 4 16,0 0 0-16,0 0 0 0,0 0 4 0,0 0 5 15,0-7-10-15,0 7 5 0,0 0-9 0,0 0 1 16,0 0 17-16,0 0-17 0,0 0 13 0,0 0 9 15,0 0-18-15,0 0 13 0,0 0 0 0,0 0-13 16,0 0 8-16,0 0 8 0,0 0-15 0,0 0 15 16,0 0-4-16,0 0-12 0,0 0 6 15,0 0-16-15,0 0 10 0,0 0 6 0,0 0-5 16,0 0 5-16,0 0-1 0,0 0-15 0,0 0 5 16,0 0-5-16,0 0-6 0,0 0 11 0,0 0-6 15,0 0 17-15,0 0-11 0,0 0 0 0,0 0 0 16,0 0-5-16,0 0 37 0,0 0-37 0,0 15 6 15,0-15-7-15,0 0-26 0,0 0 65 0,0 0 4 16,0 0 5-16,0 0-11 0,0 9-26 0,0-9-6 16,0 0 1-16,15 8 5 0,-15-3-11 15,0 0 6-15,0-1-5 0,0 1 5 0,0 0 14 16,0 0-10-16,0 1 10 0,0-1-10 0,0 0 1 16,0 0 4-16,0 1-9 0,0 0 10 0,0 0-6 15,0-1-9-15,0 1 0 0,0 1 5 0,0-2 4 16,0 2 4-16,0-3 1 0,0 1-5 0,0-1-14 15,0 0 10-15,0 0 5 0,0 1-4 0,0-1 8 16,0 1-4-16,0 1-6 0,0-1 5 0,0 0 0 16,0 0-1-16,0 2-3 0,0-2 0 0,0 1-4 15,0-1 8-15,0 1 0 0,0-1 0 0,0 0 10 16,0 0-14-16,0-2 9 0,0 2-4 0,0-2 5 16,0-1 4-16,0 2 0 0,15-1-5 0,-15 0-8 15,0-1-1-15,0 0 2 0,0-1 7 16,0 3-4-16,0-1 0 0,0-1 3 0,0 2-3 15,0-2 3-15,0 2 11 0,0-1-14 0,0 1 7 16,0-1-12-16,0 1-6 0,0-1 10 0,0 0-11 16,9 0 16-16,-9 1-1 0,0-1-7 0,0 0 6 15,0 0-3-15,0-1-7 0,0 1 11 0,0 0 0 16,0-2-7-16,0 1 11 0,0 0 0 0,0 0-9 16,0-1 10-16,0 2-5 0,0-3-7 0,0 1 6 15,0-1-6-15,0 1-4 0,0-1 4 0,0 0 0 16,0 2 7-16,0-2 0 0,0 0-4 0,0 0-3 15,0 1-1-15,0-1 4 0,0 0 0 0,0 0 3 16,0 0-11-16,0 0 1 0,0 1 1 0,0-1-2 16,0 0 16-16,0 0-5 0,0 0 1 15,0 0-1-15,0 0-7 0,0 0-3 0,0 0 3 16,0 0 2-16,0 0 2 0,0 0-3 0,0 0 3 16,0 0 0-16,0 0-8 0,0 0 8 0,0 0-36 15,0 0-40-15,0 0-42 0,0 0-33 0,0 0-23 16,0 0-26-16,0 0-20 0,-16 0 35 0</inkml:trace>
  <inkml:trace contextRef="#ctx0" brushRef="#br0" timeOffset="-149556.93">25534 13544 213 0,'0'0'9'0,"0"0"7"0,0 0 8 0,0 0 2 15,0 0-6-15,0 0-1 0,0 0-13 0,0 0 3 16,0 0-5-16,0 0-4 0,0 0 5 0,0 0-10 15,0 0 5-15,0 0-4 0,0 0 4 0,0 0 1 16,0 0-1-16,0 0 13 0,0 0-12 0,0 0 13 16,0 0 1-16,0 0-4 0,0 0 13 0,0 0 0 15,0 0-8-15,0 0-6 0,0 0 10 0,0 0-13 16,0 0 8-16,0 0 9 0,0 0-9 0,0 0 5 16,0 0-6-16,0 0-8 0,0 0-11 0,0 0 15 15,0 0-9-15,0 0 8 0,0 0 16 0,0 0-6 16,0 0 11-16,0 0-6 0,0 0-9 15,0 0-4-15,0 0-1 0,0 0 6 0,0 0 0 16,0 0-5-16,0 0-1 0,0 0-15 0,0 0 11 16,0-16-1-16,0 16 1 0,0 0 4 0,0 0-9 15,14 0 9-15,-14 0 1 0,0-9-6 0,13 9-4 16,-13 0 5-16,18 0-16 0,-12-7 16 0,5 7 4 16,0-5-19-16,-1 2 20 0,1 0-37 0,2 1 36 15,-2 1 11-15,-1 0-16 0,3 1 32 0,-4 0-37 16,-3 0-10-16,3 0 11 0,-2 0-6 0,0 0 10 15,-2 0 9-15,3 0-4 0,-4 0-10 16,2 0 0-16,-1 17-10 0,-1-17 9 0,0 0 6 16,0 0-10-16,-3 0 0 0,1 12 10 0,-1-12 4 15,-1 0 1-15,3 0 5 0,-3 7-20 0,0-7 9 16,0 5-4-16,0-1-1 0,0 0 10 0,0 2-9 16,0 0 0-16,0 1-1 0,0 0 9 0,-17 1-14 15,17 1 14-15,0 0-3 0,-16 0-10 0,16 0 14 16,-11 0-20-16,11-1 6 0,-9 1-1 0,9 0 5 15,-10-2 10-15,10-1 4 0,-8 1-13 0,5 0-5 16,-3-1 13-16,1 1-17 0,1 1 13 16,-3-1 1-16,4 0-10 0,-3 0 10 0,1-1-10 0,1 0 4 15,-1 2-12-15,0-2 21 0,-1-1-4 16,0 1 4-16,1-1 1 0,3-1-18 0,-1 1 14 16,-1-3-15-16,1 1 14 0,1 1-8 0,0-2-1 15,1 1 6-15,0 0-5 0,0-1 17 0,-1 1-9 16,2 0-8-16,-2-1 12 0,2 1-12 0,-2-1 0 15,2 0 8-15,-2 0-4 0,2 0 0 0,0 0 4 16,0-1-5-16,0-1 1 0,0 1-5 0,0-1-4 16,0 0 9-16,0 0-4 0,0 0 4 0,0 0 8 15,0 0-8-15,0 0 0 0,0 0 5 0,0 1 0 16,0 0 10-16,0-1-5 0,15 0 1 0,-15 1 8 16,0-1 1-16,17 0 8 0,-17 0 6 0,17 0-2 15,-8 0-8-15,0 0 3 0,0 0-6 16,0 0-8-16,0 0 1 0,0 0-4 0,0 0 3 15,-2 0 8-15,0 0 11 0,-1 0-6 0,0 0 3 16,2-11-8-16,-3 11 2 0,1 0 4 0,1 0-7 16,0 0 9-16,-3 0 0 0,3 0-4 0,-3-6 11 15,0 6-6-15,3-3-9 0,-5 1 4 0,3 0-9 16,-2 1-10-16,1 0 1 0,-1-1-1 0,0 1-2 16,-2 0-1-16,1 0-1 0,0 1-1 0,0-1-3 15,-2 1 3-15,0-1-2 0,0 1-6 0,0-1 9 16,0 1 1-16,0 0-6 0,0 0-15 0,0 0-36 15,0 0-50-15,0 0-34 0,0 0-35 0,0 0-5 16,0 0 26-16,0 0 14 0,0 0 25 16,0 0 3-16,0 0-21 0,0 0-15 0,0 0 27 15</inkml:trace>
  <inkml:trace contextRef="#ctx0" brushRef="#br0" timeOffset="-148635.36">26048 13673 121 0,'7'-4'20'0,"3"1"1"0,-2 0 5 16,0-1 8-16,1 0-7 0,0 0 1 0,3 0 12 16,-3 0 1-16,-1 1-22 0,0 0 9 0,0-1-9 15,-3 2-9-15,1-2 23 0,-1 2-5 0,0 1 1 16,-1-1-1-16,-3 2-13 0,1-1-1 0,0 1 1 16,-2 0-1-16,0 0 0 0,0 0 1 15,0-1-6-15,0 1-4 0,0 0 9 0,0 0-5 16,0 0 5-16,0 0 10 0,0 0-14 0,0 0 0 15,0 0 5-15,0 0-10 0,0 0 0 0,0 0 14 16,0 0-13-16,0 0 4 0,0 0 15 0,0 0-14 16,0 0-1-16,0 0 10 0,0 0-19 0,-18 0 10 15,18 0-6-15,0 0 0 0,0 0 5 0,-12 0-10 16,12-12 9-16,-10 12-18 0,10 0 18 0,-6 0-14 16,0 0-4-16,2 0 18 0,-1 0-23 0,-1 0 9 15,1 0 4-15,-2 0-8 0,2 0 13 0,-3 0 0 16,3 0-13-16,-5 15 17 0,4-15-13 0,-3 0-4 15,1 14 18-15,0-14-23 0,0 9 14 16,1-9 9-16,0 12-4 0,-2-12 8 0,2 10-9 16,-1-4 10-16,1-1-5 0,3 0-9 0,-2 0 5 15,0 0-15-15,2 0 5 0,1 0 5 0,1-1-5 16,0 1 5-16,0-2-5 0,-1 3 1 0,1-2 4 16,-1 0 5-16,3 0-10 0,-2 2 9 0,2-1 0 15,-2-1-8-15,2 2 13 0,0-1-14 0,0 1 14 16,0-1 0-16,0 1-9 0,0 1 9 0,0-2-9 15,0 2-4-15,0-3 13 0,0 1-9 0,0-1-4 16,0 2 9-16,0 0-10 0,0-3 19 0,18 1-8 16,-18 0 4-16,0-2 18 0,13 2-9 15,-13-1 9-15,12-1-4 0,-3 1-14 0,-2-1 1 0,2-2 5 16,0 2 4-16,4-2-2 0,-3 0-7 16,3 0 2-16,-1 0-1 0,1 0-3 0,0 0 0 15,1 0-8-15,1 0 1 0,1-17 2 0,-1 17-5 16,2 0 10-16,-3-14-7 0,1 14-4 0,-2-11 6 15,1 11-8-15,-3-11 1 0,-3 11-3 0,1-10 3 16,-1 10-1-16,-2-8 5 0,3 2 4 0,-3 2 4 16,2-1 4-16,-2 1-8 0,1-1-3 0,-3 1-5 15,0 0-4-15,2 0 21 0,-6 0-9 0,2-2 0 16,-2 2 13-16,0-2-17 0,0 1 23 0,0 0-6 16,0-1-3-16,0-1 4 0,0 0-1 15,0 0 11-15,-18 0 1 0,18 0 3 0,0-1 2 16,-16 0 3-16,16 0-5 0,-12 1 0 0,12-1-15 15,-10 1-8-15,10 1-2 0,-12-2-8 0,3 1 1 16,3 0-2-16,-1 2-2 0,-2 1-6 0,2-2 6 16,-4 3 5-16,2-1-8 0,-1 1-28 0,4 1-23 15,-3-1-52-15,3 1-23 0,-2 1-6 0,4 0 7 16,0 1 11-16,2 0 17 0,-1 0-5 0,3 0-29 16,-2 0-25-16,2 0 4 0,0 0 40 0</inkml:trace>
  <inkml:trace contextRef="#ctx0" brushRef="#br0" timeOffset="-147657.81">26622 13492 315 0,'-17'-1'6'0,"17"0"1"0,0-2 10 0,0 0-4 0,0 1-2 15,0-1-5-15,0-1-4 0,0 2 13 16,0 0 1-16,0-1 4 0,0 0-1 0,0 3-9 16,0-2 0-16,0 2 0 0,0-1-14 0,0 1 9 15,0 0-9-15,0 0 0 0,0 0 12 0,0 0-13 16,0 0 1-16,0 0 4 0,0 0 4 0,0 0 9 16,0 0 41-16,0 17 1 0,0-17-54 0,0 0-1 15,0 11 10-15,0-11 6 0,0 8 46 0,0-8 1 16,0 12-47-16,13-6 5 0,-13 1 5 0,0 2 0 15,0 0 9-15,0 1-25 0,8-2 5 0,-8 3-5 16,0-1 1-16,0 0 18 0,6 0 1 16,-6 2 4-16,4-2 3 0,-2 1-4 0,-2-1-5 15,1 1 1-15,3-1-6 0,-2-1-4 0,0 1 7 16,0-2-1-16,1 2-11 0,-1-2 3 0,1-1-12 16,-1 2-4-16,0-2 18 0,1 2-7 0,-1-3-4 15,0 2 5-15,2-1-17 0,-2-1 11 0,0 0 1 16,1 0-1-16,-1-1 2 0,-2-2-6 0,2 1 0 15,3 0 0-15,-5-3 0 0,3 1-1 0,-1 0 3 16,0-1 4-16,2 0-1 0,-2-1 1 0,0 1 0 16,-1-1-5-16,1 0 3 0,0 0 1 15,0 1-1-15,0-1 2 0,0 0-5 0,2 0-4 0,-4 0 6 16,2 0 2-16,-2 0 1 0,2 0 4 0,-2 0-2 16,2 0-12-16,0 0-2 0,0 0 5 15,1-19-6-15,-1 19 3 0,2 0 5 0,0-17-3 16,-1 17-6-16,2-15 6 0,-1 15-2 0,1-19-3 15,1 10 6-15,-4-2-1 0,5 0-3 0,-3-2 0 16,2 2 5-16,0 0-4 0,-2-1 0 0,-1-1 0 16,-1 1 0-16,2 1-3 0,-2-3 7 0,1 4 2 15,0-1-7-15,-3-2 4 0,2 2 1 0,0 1-6 16,2 0 11-16,-2 0-9 0,-2 1-4 0,3 0 5 16,-1-1-4-16,2 2 4 0,-2-1 7 15,0 0-5-15,-1 1-3 0,3-3 1 0,-1 3-11 16,-1 0 6-16,1-1 4 0,-3 3 4 0,2-1 5 15,0 2-8-15,0 1-5 0,0 0 0 0,-2 2-9 16,0-1 4-16,2 2 6 0,-2 1-11 0,2 0-9 16,-2 0-25-16,0 0-45 0,0 0-42 0,1 0-27 15,-1 0-10-15,0 0 17 0,0 17 14 0,0-17-2 16,0 0 7-16,0 17 28 0</inkml:trace>
  <inkml:trace contextRef="#ctx0" brushRef="#br0" timeOffset="-147025.51">26996 13767 1098 0,'0'7'63'0,"0"-7"77"15,0 0 55-15,0 0 21 0,0 0-57 0,0 0-75 16,0 0-58-16,0 0-25 0,0 0-5 0,0 0 2 15,20-17 2-15,-20 17 3 0,14 0 0 16,-14 0-9-16,13-15 0 0,-13 15-17 0,11 0-39 0,-11 0-32 16,0-8-44-16,11 8-33 0,-11 0-1 15,7-4-4-15,-7 4 16 0,2 0 19 0,-2 0 11 16,2 0-1-16,-2 0-58 0,0 0 30 0,0 0 27 16</inkml:trace>
  <inkml:trace contextRef="#ctx0" brushRef="#br0" timeOffset="-146331.58">27339 13515 210 0,'1'-3'14'0,"3"-1"-4"16,-2 1 40-16,0 0-14 0,1 0-7 0,-1 2 14 16,0 0-34-16,0 0 28 0,0-2-2 0,0 0 0 15,2 2 4-15,-2-3 3 0,0 1-5 0,0-1 12 16,3 1-5-16,-1-2 4 0,-2 0 4 0,0 3-20 16,0-2 4-16,2 2-26 0,-3 0 0 0,1 1 6 15,1-2-21-15,-3 3 0 0,0 0-4 0,0 0 3 16,0 0 6-16,0 0 4 0,0 0 5 15,0 0-18-15,0 0 16 0,0 0-5 0,0 17 22 0,0-17 24 16,0 0 0-16,0 19 7 0,0-19-16 0,0 14-15 16,0-14 3-16,0 18 5 0,0-7-1 15,-16 0 21-15,16 1-5 0,0-1 4 0,0 1-6 16,-11 2-16-16,11-2-3 0,-5 1-11 0,5-1 7 16,-9 1-3-16,5-1-5 0,1 0 1 0,-1 0-6 15,2-1-2-15,0 0 10 0,1-1-4 0,1 0-1 16,0-2 5-16,0 1-1 0,0-1 1 0,0-1 5 15,0 0-3-15,0 0-1 0,18 0 3 0,-18-3-4 16,16 1-2-16,-16 0-3 0,18-1-6 0,-5 0 1 16,0-1-4-16,1 0-1 0,0-2 4 0,0-1 1 15,1 0 0-15,1 0 7 0,-3 0-11 16,0 0-1-16,1 0 2 0,-3 0-8 0,-1 0 12 16,-1 0-7-16,-1-18-1 0,-1 18 2 0,-2 0-6 15,1 0-7-15,-3 0-30 0,-1-11-27 0,0 11-41 16,1 0-32-16,-3 0-30 0,0-9-8 0,1 9-1 15,-1-4 6-15,0 1 11 0,0-1-47 0,0 1 33 16,0 0 36-16</inkml:trace>
  <inkml:trace contextRef="#ctx0" brushRef="#br0" timeOffset="-146048">27323 13634 789 0,'-4'-2'14'0,"0"-4"12"0,3 2 0 0,0 0 4 16,0 0-18-16,1 0-7 0,0 1 0 0,0 0-9 16,0-1 9-16,0 4-5 0,0-2-1 0,0 1 5 15,0 0-13-15,0 1-6 0,0 0 6 0,15 0 4 16,-15 0 10-16,0 0 4 0,17 0-4 0,-17 0-1 15,13 0 1-15,-3 0-5 0,-1 0-5 0,1 0 5 16,2 0-5-16,-3 12 0 0,2-12 5 16,0 0-35-16,-2 0-29 0,2 0-20 0,-1 0-53 15,0 0-55-15,0 0 33 0</inkml:trace>
  <inkml:trace contextRef="#ctx0" brushRef="#br0" timeOffset="-144716.91">28052 13504 37 0,'0'0'0'0,"0"0"5"15,0 0-5-15,0 0 4 0,0 0-1 0,0 0-6 16,0 0 11-16,0 0-8 0,0 0 4 0,0 0 4 16,0 0-16-16,0 0 5 0,0 0-5 0,0 0 4 15,0 0 8-15,0 0-4 0,0 0 7 16,0 0-12-16,0 0 1 0,0 0 8 0,0 0-8 0,0 0 5 16,0 0 0-16,0 0-10 0,0 0 3 0,0 0 4 15,0 0 2-15,0 0 12 0,0 0-5 16,0 0-2-16,15 0-1 0,-15 0-3 0,0 0 2 15,0 0 1-15,0 0-17 0,0 0-5 0</inkml:trace>
  <inkml:trace contextRef="#ctx0" brushRef="#br0" timeOffset="-142717.37">28110 13571 87 0,'0'0'4'0,"0"0"15"0,0 0 0 0,0 0 9 16,0 0 1-16,0 0-1 0,0 0 7 0,0 0-9 15,0 0 4-15,0 0-6 0,0-17-5 0,0 17 10 16,11 0-9-16,-11 0-1 0,0 0-5 0,0 0-8 15,0 0-1-15,0 0-4 0,0 0 3 0,0 0-4 16,0 0 4-16,0 0-4 0,0 0-4 0,0 0 4 16,0 0-9-16,0 0 5 0,0 0 8 0,0 0 1 15,0 0-5-15,0 0 8 0,0 0-12 0,0 0 4 16,0 0 9-16,0 0-14 0,0 0 6 16,0-16 12-16,0 16-8 0,0 0-5 0,0 0 8 15,0 0-12-15,0 0 8 0,0-9 6 0,0 9-6 16,0 0-3-16,0 0 3 0,16 0 6 0,-16 0-10 15,0 0 5-15,0 0-5 0,0 0 0 0,0 0 9 16,0 0 1-16,0 0-1 0,0 0 1 0,0 0 0 16,0 0 0-16,0 0-5 0,0 0 10 15,0 0-5-15,0 0 4 0,0 0 1 0,0 0-6 0,0 0 1 16,0 0-1-16,0 0 1 0,0 0-10 16,0 0 0-16,0 0-9 0,0 0 13 0,0 0 11 0,0 0-6 15,0 0 1-15,0 0-15 0,0 0 0 0,0 0 5 16,0 0-9-16,0 0 18 0,0 0-9 15,0 0-4-15,0 0 8 0,0 0-18 0,0 0 9 16,0 0 10-16,0 0 4 0,0 0 1 0,0 0-10 16,0 0-5-16,0 0-9 0,0 0 5 0,0 0 13 15,0 10-3-15,0-10 3 0,0 0 15 0,0 8-9 16,0-3 5-16,0 0 9 0,0 0-14 0,0-1 4 16,0 2 1-16,13-2-11 0,-13 2 2 0,0-1 8 15,0-2-4-15,0 2 10 0,0 0 9 0,0-1-9 16,0-1 4-16,0 2-4 0,0-1 0 0,7 2-4 15,-7-2 4-15,0 1 4 0,2-1-9 0,-2 1-1 16,2-1 9-16,-2 2-1 0,2-1 0 16,-2 0 4-16,3 0-22 0,-3 2-2 0,1-1 6 15,-1 0-2-15,1 3 20 0,0-3-9 0,0 2-1 16,0 0 1-16,1-1-5 0,0 1 8 0,-2-1-5 16,3-1 10-16,-1 0-8 0,-1 2 4 0,0-3 2 15,0 0-15-15,1-1 4 0,-1 0-8 0,-1 0-4 16,4-1 4-16,-3 0 1 0,0-1 2 0,1 1 1 15,0 0 4-15,-1 0-10 0,0-2-6 0,1 2 4 16,0-2-7-16,-2 1 8 0,0-1 7 0,2-1-5 16,-1 1 0-16,-1-1 2 0,1 0-2 15,-1 0 9-15,1 0 0 0,-1 0 0 0,2 0-1 16,-1 0-9-16,0 0 5 0,3 0-7 0,-1 0-1 16,0-16 4-16,3 16-3 0,0 0 8 0,-1-20-5 15,1 20-10-15,0-18 5 0,1 18-3 0,-1-19 2 16,-2 10 9-16,4-1-2 0,-3-2 1 0,-1 2 0 15,2-1-12-15,-2-1 5 0,0 1-3 0,-1 0 5 16,-1-1 7-16,0 1-13 0,1 2 3 0,0-1-3 16,-1 1 6-16,-1 0 5 0,1-1-2 0,1 3-4 15,-1 0 3-15,-2 1 4 0,3 0-1 0,-2 0 0 16,0 2-6-16,-1 0-1 0,2 1 2 16,-2 0 1-16,2 0-8 0,-2 0-5 0,0 1 8 15,2 2 3-15,-1-1 1 0,0 1-1 0,0 0 4 0,-1 0-8 16,0 0 1-16,0 0-1 0,0 0-10 15,0 0 12-15,0 0 2 0,0 0 0 0,0 0-1 16,0 0-4-16,0 13 1 0,0-13 0 0,0 0 10 16,0 18-2-16,0-18 2 0,0 17-4 0,0-8-13 15,13 1 9-15,-13 0-1 0,0 0 5 0,0 0 2 16,9 1 0-16,-9-1-5 0,0-2 5 0,7 1-1 16,-7-1-5-16,3 0-1 0,-2 0 2 0,1-1 5 15,1 0-3-15,-1-2 10 0,0 1-4 0,0-3-7 16,1 3 4-16,1-2-3 0,-2-2-2 0,1 1 1 15,-1 0 4-15,0-3-3 0,2 3 4 16,0-2 5-16,-2-1-4 0,1 2-4 0,0-2 3 16,1 0-8-16,-1 0 4 0,-1 0 6 0,3 0-1 15,-1 0 1-15,0 0-4 0,0 0-7 0,2 0 0 16,1-18 9-16,-1 18-2 0,-2 0 5 0,2-14-1 16,-1 14-9-16,0-11 10 0,0 11-2 0,-2-10-1 15,0 10 2-15,0-10-3 0,0 5-5 0,-1 0-3 16,0 0 8-16,-1 1-18 0,1 0 12 0,-2 0 4 15,2 1-13-15,1-2 20 0,-3 3-7 0,2-1-7 16,-1-1 10-16,0 2-7 0,-1 1-1 0,1-3 12 16,-1 3-10-16,0-1 1 0,2 2 1 0,-2-1-2 15,0-1-4-15,0 2-1 0,0 0 2 0,0 0-7 16,0 0 7-16,0 0 5 0,0 0-5 16,0 0-4-16,0 0 8 0,0 0 5 0,0 0-3 15,0 0 2-15,0 17 3 0,0-17-12 0,0 12 12 16,0-12-5-16,0 15-7 0,0-6 1 0,0 0 4 15,0 0 11-15,0 1 16 0,0-2 10 0,0 2 8 16,0-1 5-16,0 1-8 0,0-3 3 0,0-1-14 16,0 1-4-16,0 0 1 0,0 0-15 15,0-3-1-15,0 1-7 0,11-1-4 0,-11 0 3 0,0 0 1 16,0-1 1-16,0 0-2 0,7-1 4 16,-7 1-4-16,0-2 1 0,7 0-9 0,-5 1-33 15,-2-2-39-15,2 1-48 0,-1-1-42 0,1 1-18 0,0-1 4 16,0 0 23-16,0 0 21 0,2 0 12 15,0 0-20-15,-1 0-27 0,3 0 25 0</inkml:trace>
  <inkml:trace contextRef="#ctx0" brushRef="#br0" timeOffset="-142102.2">28784 13540 340 0,'0'-1'18'16,"0"0"12"-16,0 0 28 0,0 0 11 0,0 0-5 16,0 0-6-16,0 0-14 0,0 1-10 0,0 0 2 15,0 0-10-15,0 0-15 0,0 0-1 0,0 0-10 16,0 0 5-16,0 0 9 0,0 0 11 0,0 14 0 15,0-14 16-15,0 0-1 0,5 12-9 0,-5-12 13 16,2 17-2-16,-1-7-9 0,1 1 18 0,0 0-2 16,-2 3-5-16,1-3 22 0,-1 3-7 0,0 0 7 15,0 1 8-15,0 0 0 0,0 0 13 0,0 1-5 16,0-1-1-16,0 2-16 0,0-2-17 16,0 1-14-16,0 0-5 0,0 1-1 0,0-1-6 0,0 0 1 15,0 0 1-15,0 0 5 0,0-1 13 16,0 0 3-16,0-2 3 0,0 1-4 0,0-2 1 15,0 0-1-15,-16-2-7 0,16 0-5 0,0-3-10 16,-15 1-6-16,15 1-5 0,-13-4 0 0,3 1-3 16,2-2 0-16,2 0 0 0,-2-1-4 0,0 0-1 15,-1-2-1-15,3 0-1 0,-2-1 2 0,-3 0 1 16,2 0-3-16,-1 0 6 0,0 0-5 0,-1 0 0 16,1-18-6-16,-4 18-24 0,4-14-27 0,-1 14-38 15,0-18-52-15,-1 7-60 0,1 0-63 0,0-2-59 16,1-2-8-16,0 2 3 0,2-4 9 0,1 0 98 15</inkml:trace>
  <inkml:trace contextRef="#ctx0" brushRef="#br0" timeOffset="-141879.41">28815 13234 1781 0,'5'0'-9'0,"-3"0"-34"0,-2-19-72 0,0 19-83 0,2 0-70 16,0-14-33-16,0 14 2 0,-1 0 51 15,-1 0 80-15</inkml:trace>
  <inkml:trace contextRef="#ctx0" brushRef="#br0" timeOffset="-140685.35">29069 13525 283 0,'0'0'23'0,"0"0"19"0,0-4 10 15,0 4 6-15,0 0-13 0,0 0-10 0,0-4 0 16,0 3 9-16,0 0-4 0,0 0 10 0,0 1 11 15,0-3-2-15,0 1 20 0,0 0-34 16,0 0 3-16,-14 1-27 0,14-2-25 0,0 1 23 16,0 0-35-16,0 2 16 0,-7-1 4 0,7-1-18 15,-4 2 34-15,1 0-1 0,-1 0-13 0,0 0 13 16,-2 0-19-16,-2 0-6 0,0 20 9 0,-1-20-5 16,1 14 0-16,-1-14 0 0,0 18 5 0,1-18 4 15,-1 20-18-15,2-10 18 0,-1 2 1 0,1 0-12 16,-1 0 21-16,0 0 5 0,1 1 4 0,1-1 3 15,0 1-3-15,1 0-17 0,1 0-11 0,-2 0 1 16,3-1-3-16,2 0 3 0,0 0 5 0,1-2 2 16,0 0-2-16,0-2-1 0,0-1 5 0,0 1 0 15,0-2 0-15,25 0 5 0,-25-1-7 16,19-1 2-16,-19-1 8 0,26 0-8 0,-10-1-3 16,-1 0 1-16,0-1-2 0,0 0-4 0,1-1 1 15,-3 0 0-15,0 0-4 0,0 0 4 0,-2 0 2 16,0 0-3-16,-1-16 0 0,-3 16 8 0,1 0 1 15,0-16-4-15,-2 16-8 0,0-13-6 0,-1 13 10 16,0-16 1-16,-2 7 3 0,2 1 3 0,0-1-15 16,-3 1 4-16,0-2 9 0,2 1 4 0,-3-1-5 15,-1-1 2-15,0 1 7 0,0-2 7 0,0 2 32 16,0-3 19-16,0 2 16 0,0-2 6 0,0 1-14 16,0-1-22-16,-17 1-23 0,17-1-28 0,0 2-3 15,-14-1-4-15,14 2-3 0,0 1 5 16,-13 0-19-16,13 2-21 0,-8 3-31 0,8-1-27 15,-6 3-37-15,6-1-27 0,-7 3-19 0,4-3-22 16,0 3 21-16,0 0 21 0,0-1 23 0,-2 1 65 16,3 0-26-16,-1 0-16 0,0 0 29 0</inkml:trace>
  <inkml:trace contextRef="#ctx0" brushRef="#br0" timeOffset="-139376.12">29227 13612 445 0,'0'0'19'16,"0"0"9"-16,0 0 5 0,0-16 10 0,0 16-10 15,0 0-10-15,0-13 0 0,0 13-8 0,0 0-1 16,0-11 5-16,13 11-9 0,-13 0 14 0,0-6-19 16,0 6 0-16,0 0 0 0,7 0-15 0,-7 0 0 15,0 0 6-15,0 0 8 0,0 0-4 16,0 0 20-16,0 0-6 0,0 0-9 0,0 22 14 16,0-22-10-16,0 15-4 0,0-15 10 0,0 20-6 15,0-9 10-15,0 2 0 0,0-1 0 0,0 1-10 16,0 1 0-16,0-1-4 0,0 0-5 0,0-2 5 15,0 1-5-15,0 0 10 0,0-2 4 0,0-2 9 16,0 0-13-16,0-1-5 0,0-1 14 0,19-1-5 16,-19 0 9-16,13-2 0 0,-13 0-23 0,16 0-8 15,-6-1 9-15,-2-2-5 0,1 0 12 0,0 0 2 16,1 0-15-16,-1 0 14 0,-1 0-12 0,0 0 3 16,0 0 9-16,0-21-13 0,-2 21 4 0,-1 0 1 15,0-19 0-15,-1 19 0 0,-1-15 0 16,1 15 0-16,-1-19 4 0,-2 11 0 0,1-2-4 15,-1 0 1-15,0 0-14 0,1-1 4 0,-2 1 9 16,0 1-5-16,0 1 4 0,2 0 4 0,-2 2-3 16,0 2 4-16,0-1-9 0,0 3 5 0,0-1-6 15,0 0 10-15,0 1 4 0,0 1-3 0,0 0 13 16,0 0-9-16,0 1 16 0,0-1-12 0,0 1-9 16,0 0-1-16,0 0-8 0,0 0-5 0,0 0 9 15,0 0-4-15,0 0-5 0,0 0 8 0,0 15 7 16,0-15 5-16,-14 0-4 0,14 16 4 0,0-16-15 15,0 13-5-15,0-13 4 0,0 15-4 16,0-8 9-16,0 1 0 0,0-1 4 0,0 0-5 16,0 1 1-16,0 1 3 0,0-4 4 0,17 2 5 15,-17-1-16-15,0 0 9 0,18 0-12 0,-18-2 9 16,11 1 14-16,-11-4-16 0,17 2 4 0,-8 0-5 16,2-3-16-16,-1 0-21 0,3 0-14 0,0 0-25 15,2 0-4-15,-1 0 13 0,0 0 1 0,1 0 11 16,-1 0 5-16,0-21 6 0,-3 21 0 0,1 0 9 15,0-18 12-15,-2 18 6 0,1-16 13 0,-2 16 0 16,2-15 0-16,-3 5 1 0,3 1 9 0,-3-2 12 16,0 0-8-16,-2-1 12 0,-1-1-3 0,2 0-5 15,-3-4 9-15,-1 2 1 0,-1-2 5 16,-2 2-35-16,0-1 12 0,0 3 10 0,0 1 12 16,0 0 43-16,0 1-15 0,0 4-33 0,0 0-7 15,0 0-6-15,0 2-5 0,0 1 11 0,0-1-5 16,0 3-4-16,0-1 9 0,0 2 5 0,0-1-9 15,0 2-1-15,-18 0-5 0,18 0-4 0,0 0 4 16,0 0-10-16,0 0 5 0,0 0-4 0,-16 0 32 16,16 21-22-16,-10-21 21 0,10 0 7 0,-13 18-35 15,6-18 35-15,0 17-31 0,0-17 6 0,2 15-6 16,-1-5 4-16,3 1 10 0,-3 0 2 0,3 1 17 16,-1 1-13-16,2-2-11 0,-1 3 12 0,1-3-14 15,1 3 9-15,1-3 2 0,0 1-15 0,0 0-1 16,0 0 5-16,0-1 4 0,0 0-11 15,0-1 8-15,21 2-6 0,-21-3 0 0,0-1 12 16,21 1-4-16,-21-1-2 0,19-2 0 0,-8 1-1 16,0-1-4-16,3 0 6 0,1-1-4 0,0 0-11 15,2-1 11-15,-1-1-4 0,0 1-4 0,1-2 7 16,-2-1-6-16,1 0 3 0,-2 0 0 0,-1-1 1 16,-1 0 3-16,-1 0-14 0,0 0-4 0,-3 0-2 15,0 0-20-15,-1-18-2 0,-1 18 5 16,1 0-2-16,-2-19 16 0,-1 19 8 0,-1-18 0 0,0 9 7 15,-1-2 1-15,0-1-3 0,-1 1 3 16,0-1-6-16,-1-1 3 0,0 0 5 0,0 1 4 16,0-1 7-16,0 2 11 0,0 0 23 0,0 1 3 15,0 2 9-15,0 0-9 0,-17 2-27 0,17-1-8 16,0 4-13-16,0-1-3 0,0 3 4 0,-11-1-4 16,11 0-4-16,0 2-4 0,0 0-3 0,0 0 2 15,0 0 5-15,0 0 3 0,0 0-3 0,-8 0 7 16,8 17 1-16,0-17 5 0,-3 17 12 0,3-17 7 15,0 22 20-15,0-9 1 0,0 1 9 0,0 2-2 16,20 0-15-16,-20 1-2 0,20-2-11 0,-20 0-15 16,30 0 1-16,-13-1-8 0,3-1 5 15,-1-1-3-15,1-2-1 0,0-2 1 0,-1-2-8 0,-1-1-34 16,-4-3-64-16,2-1-70 0,-6-1-61 16,1 0-28-16,-1 0 35 0,-2 0 39 0,-3-21-14 15,-3 21-5-15,1-16 25 0</inkml:trace>
  <inkml:trace contextRef="#ctx0" brushRef="#br0" timeOffset="-138197.43">26025 14561 302 0,'0'0'0'0,"0"0"5"0,0 0 14 16,0 0 12-16,0 0 13 0,23 0-9 0,-23 0 0 15,25-15-8-15,-10 15-4 0,1 0 7 0,4 0-7 16,3-12 11-16,2 12-8 0,2 0 0 0,0-11 4 16,4 5-16-16,-2 1 4 0,3-2 1 0,1 1-5 15,-3-2 0-15,1 2-4 0,-2 0 4 0,-3-2-4 16,1 3 4-16,-2 0-4 0,-6-1-14 0,0 2 0 16,-2-1-5-16,-2 1 0 0,-3-1 9 0,-1 2 0 15,-1 0 10-15,-4 0-1 0,2 1 1 0,-6-1 9 16,-1 1-23-16,3 1 9 0,-4-1-5 15,0 1-4-15,0 0-7 0,0 0-14 0,0 0-23 16,0 1-45-16,0 0-62 0,0 0-31 0,0 0 22 16</inkml:trace>
  <inkml:trace contextRef="#ctx0" brushRef="#br0" timeOffset="-137982">26126 14789 690 0,'-6'7'13'0,"3"-2"1"0,1-2 4 0,2-2 5 16,0-1-14-16,23 0 0 0,-23 0-4 0,38-21-10 16,-9 21 5-16,5-22 4 0,8 7-8 0,4-3 8 15,8-2-4-15,-1 0-5 0,3-3-8 0,1 1-49 16,-1 2-52-16,-7 0-81 0,-2 2 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0:58:34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25673 14163 48 0,'0'0'8'0,"0"0"1"15,0 0 11-15,0 0-1 0,0 0-3 0,0 0 9 16,0 0 2-16,0 0 0 0,0 0 4 0,0 0 6 16,0 0-10-16,0 0 15 0,0 0-4 0,0 0-9 15,0 0 10-15,0 0-11 0,0 0-10 16,0 0-2-16,0 0-9 0,0 0-12 0,0 0 16 15,0 0-1-15,0 0 1 0,0 0-1 0,0 0-5 16,0 0-21-16,0 0 6 0,0 0 4 0,0 0 1 16,0 0 15-16,0 0-5 0,0 0 1 0,0 0-12 15,0 0 1-15,0 0 5 0,0 0 0 0,0 0 11 16,0 0 10-16,0 0-20 0,0 0 11 0,0 0-7 16,0 0-15-16,0 0 21 0,0 0-6 0,0 0-4 15,0 0-6-15,0 0 10 0,0 0-5 16,0 0 0-16,0 0 16 0,0 0-16 0,0 0 0 15,13 0 5-15,-13 0-10 0,0 0 5 0,0 0-5 16,11 0 0-16,-11 0 10 0,0 0 0 0,9 0-5 16,-9 0 16-16,5 0-11 0,-5 0-5 0,5 0 11 15,-3 0-16-15,2 0 5 0,0-14 0 0,-3 14 5 16,1 0-5-16,1 0 11 0,-1 0-11 0,0-10-11 16,-2 10 11-16,2 0-21 0,-2 0 5 0,2-5-1 15,-2 5-21-15,2-2-1 0,-1 2-20 0,1-3-22 16,-2 1-17-16,2 1-9 0,-2 0 25 0</inkml:trace>
  <inkml:trace contextRef="#ctx0" brushRef="#br0" timeOffset="244.34">25697 14243 554 0,'0'0'-11'0,"0"0"16"0,0 0-5 0,0 0 1 15,0 0 4-15,0 0 7 0,0 0-7 16,16 0 1-16,-16 0 0 0,0 0-28 0,13 0 33 16,-13 0-22-16,12-13 11 0,-6 13-12 0,1 0-16 15,-2 0 10-15,2-12-22 0,-3 12-22 0,1 0-38 16,-1 0-15-16,-2 0 16 0</inkml:trace>
  <inkml:trace contextRef="#ctx0" brushRef="#br0" timeOffset="4234.09">25104 14716 459 0,'-7'0'-5'0,"3"0"6"0,0 0 4 0,-3 0 15 16,3 0 4-16,1 0 0 0,-1 0-5 0,2 0-9 16,1 0 9-16,0 0 1 0,0 0 13 0,1 0 0 15,0 0-4-15,-1 0-10 0,1-11-4 0,0 11-5 16,0 0 5-16,0 0-5 0,0 0 10 16,0 0 1-16,0 0-11 0,0 0 21 0,0 0-21 15,0 0 11-15,0 0 0 0,0 0 1 0,0 0 4 16,0-6-3-16,0 6 14 0,0 0-11 0,0 0 13 15,0 0 5-15,22 0-13 0,-22 0 22 0,21 0-14 16,-4 0-2-16,1 0 8 0,6 0-21 0,3 0 10 16,3 0 1-16,5 0 2 0,1 0 2 0,3 0-14 15,3 0-4-15,0 0-10 0,4 0-4 16,-4 0 11-16,1 0-5 0,-3 0-1 0,1 0 4 0,-3 0-9 16,-4 0 1-16,-2 0 19 0,-3-10-8 15,-5 10 7-15,-3 0 2 0,-1 0-16 0,-3 0 7 16,-3 0-2-16,-2-7-7 0,-2 7 9 0,0 0-1 15,-1-2-5-15,-1-1 7 0,-3 2-15 0,2 0 2 16,-4-2-1-16,1 2-7 0,-2-1 11 0,2 1-9 16,-2 0 6-16,-2 0-5 0,0 1-9 0,0 0 6 15,0 0-11-15,0 0-15 0,0 0-15 0,0 0-24 16,0 0-27-16,0 0-17 0,0 0-40 0,0 0-9 16,0 0-14-16,0 0 14 0,0 0 33 0,0 0 2 15,-15 0-15-15,15-14-34 0,0 14 24 0</inkml:trace>
  <inkml:trace contextRef="#ctx0" brushRef="#br0" timeOffset="4617.64">25159 14948 254 0,'-16'11'4'0,"4"0"11"16,-1-3 24-16,2 1 6 0,1-6 6 0,4 2-14 15,0 1-9-15,1-3 9 0,3-1 6 0,2-1 20 16,0 0 1-16,0-1 13 0,0 0 0 16,27 0-7-16,-27 0 4 0,42 0 7 0,-10-19-8 15,6 19 20-15,5-20 13 0,10 20-5 0,6-21 19 16,2 8-9-16,4 3-22 0,-2-2-22 0,0 12-23 15,-1-16-22-15,-4 16-9 0,-3-9-7 0,-4 9-1 16,-1-5-4-16,-4 5 5 0,-2 0-4 0,-4 0-1 16,-5 0 5-16,-1 0-5 0,-5 0 6 0,-2 0-5 15,-10 0 1-15,-4 0 3 0,-2 0-2 0,-4 0 5 16,-1 0-6-16,-6 0-7 0,0 0-6 16,0 0-21-16,0 0-38 0,-20 0-46 0,20 14-62 15,-26-14-51-15,8 0-9 0,-1 10 10 0,-3-10-25 16,-3 12 19-16,-2-6 51 0</inkml:trace>
  <inkml:trace contextRef="#ctx0" brushRef="#br0" timeOffset="17692.45">22523 11996 198 0,'0'0'15'15,"0"-7"-9"-15,0 7 16 0,0-9 6 0,0 5-10 16,0 0 9-16,0 1-10 0,0-1-6 0,0 0 0 16,0 0 10-16,0 1 0 0,0-1 6 0,0 2-6 15,0-2 1-15,0 1-5 0,0 2-5 0,0-1 14 16,0 0-15-16,0-1 54 0,0 0 0 0,0-1-21 16,0 1 4-16,0-1-48 0,0 1-12 0,0 0 5 15,0 0 7-15,0 2-12 0,0 0 24 0,0 0-5 16,0 1-14-16,0 0 14 0,0 0-14 0,0 0 1 15,0 0 6-15,0 0 0 0,0 0 0 0,0 0 6 16,0 0 7-16,0 0-7 0,0 0-6 16,0 0 6-16,0 0-12 0,0 0 0 0,0 0 6 15,0 0-13-15,0 0 13 0,0 0 0 0,0 0-6 16,0 0 0-16,0 0 6 0,0 0 6 0,0 0-6 16,0 0 6-16,0 0-12 0,0 0-6 0,0 0 12 15,0 0-7-15,-16 0 13 0,16 0-12 0,0 0-1 16,-17 0 7-16,17 16-6 0,-18-16 1 0,6 13 5 15,-1-13 0-15,-1 19-6 0,1-8 17 0,-4 2-11 16,2 0 6-16,-1 1-6 0,-1-1-11 0,0 3 11 16,0-2-6-16,0 1 1 0,1 0 10 0,-2-1-9 15,3 1-1-15,-2 1 5 0,1 0-4 16,0 1 8-16,1 0 6 0,-1 0-10 0,3 2 5 16,0-3-5-16,1 2-10 0,0-1 14 0,3 0-8 0,1-1-1 15,1 1 10-15,1-3-5 0,3 2-9 16,-1-2 13-16,4 2 2 0,0-3-11 0,0-1 14 15,0-1-9-15,0 0-6 0,0-3 11 0,0 1-5 16,20-3 6-16,-20 1-6 0,0-1 0 0,16-2 11 16,-16 0 0-16,13-1-5 0,-13-1 11 0,12-1-6 15,-12 0-10-15,14-1 10 0,-7 0-11 0,1 0 6 16,1 0-6-16,2-19 0 0,-1 19 6 0,0-15-12 16,1 15 17-16,0-20-6 0,1 8 0 15,-1-1 0-15,1-1-5 0,0-1 5 0,-1 1-11 16,2-3 6-16,-1 1 0 0,-1 0 6 0,0-1-6 15,-1 0 0-15,-3 1 0 0,2 0-5 0,0-1 11 16,-2 0-6-16,0 2-5 0,-1-2-5 0,0 2 4 16,-1-1 6-16,0 2 11 0,-1 0 6 0,-1 1 1 15,-1 2 6-15,0 1-1 0,-1 2 1 0,0 1 4 16,0 0 0-16,-1 2-6 0,1 0 0 0,-1 2 1 16,1 0-2-16,-1 0-10 0,1 0 5 0,-1 1-9 15,0 1-6-15,0 0 3 0,0 0-15 0,1 1 9 16,-1 0-9-16,0 0 6 0,0 0 4 0,0 0-15 15,0 0 15-15,0 0-6 0,0 15 12 16,0-15-6-16,0 12 6 0,0-12-1 0,0 20-11 16,0-9 20-16,0 3-15 0,0-1 0 0,0 2 7 15,0 1-17-15,0-1 16 0,0 2 1 0,0 0-6 16,-13-1 15-16,13 1 0 0,0 0-9 0,0-1 6 16,-12 0-15-16,12 1 1 0,0-2-2 0,-9 0 6 15,9 0 4-15,-6-1-10 0,6-2 6 0,-3 1 0 16,2 0 0-16,-1-1-3 0,1-1 2 0,0-1 5 15,0 0-3-15,1-2 3 0,0-1 6 16,0 0-13-16,0 0 3 0,0-2 0 0,0-1-5 0,0-1-1 16,0 0-32-16,0 0-46 0,0-2-46 0,0-1-20 15,0 0 0-15,0 0-4 0,0 0 8 16,0 0 27-16</inkml:trace>
  <inkml:trace contextRef="#ctx0" brushRef="#br0" timeOffset="18524.75">22927 11858 293 0,'3'-10'11'15,"-3"-1"11"-15,0 2 7 0,0 0-4 0,0-2-10 16,0 1-2-16,0 2-10 0,-19-1 13 0,19-1-9 16,-16 1-10-16,16-1 9 0,-17 1-9 0,5 0 13 15,1 1 5-15,-2-1-4 0,-3 2 4 0,1-2 4 16,-3 2 0-16,-2 2 1 0,0-1 3 0,-3 3 1 16,-1-1-6-16,1 3 5 0,-3-1-9 0,1 2-1 15,-2 0 7-15,2 0 0 0,-2 0-6 0,1 0 3 16,2 0-6-16,-1 0-11 0,1 20 17 15,0-20-11-15,3 0-6 0,-2 17 16 0,1-17-5 0,0 14-16 16,1-14 11-16,1 18-16 0,-1-8-6 16,1 2 27-16,1 1-16 0,0 1 12 0,-2 2-6 15,0 0-18-15,1 2 18 0,1 0-6 0,-3 2 16 16,1 1-11-16,0 1 5 0,0-1-6 0,1 2 0 16,-1 0 12-16,-1 0-12 0,1 0 11 0,1 0-16 15,1-1 11-15,0 0-5 0,1 0-1 0,1-2 6 16,3 2 0-16,1-2 11 0,1 1-5 0,1-2-6 15,0 2-5-15,2 0 6 0,1-1 5 0,1 2-5 16,0-2 10-16,2 0-9 0,1 1-6 0,1 0 11 16,2-1-17-16,0-1 7 0,1 0-1 0,0-2-16 15,0 1 22-15,0 1-11 0,0-2 0 16,0-1 27-16,20 0-32 0,-20 0 11 0,0 2 11 16,15-3-27-16,-15 2 28 0,16-2-1 0,-16 0-11 0,18-2 29 15,-6-2-6-15,-1-1 5 0,6-2-1 16,-3 1-1-16,4-2 6 0,1-1-2 0,0-3 8 15,5 2-12-15,-2-1 8 0,5 0-6 0,-3-1-6 16,5-3 15-16,-1 1-19 0,0-1-5 0,2 0 2 16,0 0-15-16,0 0 4 0,2 0-1 0,1-18 0 15,-1 18 4-15,2 0-2 0,-1-18-1 0,2 18-4 16,0-18-4-16,0 18 2 0,-3-20-1 0,3 9 0 16,-1-3 8-16,-1 1-9 0,-1-1 12 0,-1-1-5 15,0 1-2-15,-1-3 20 0,-2-1 2 0,0 0 24 16,-2-2 6-16,1 0 2 0,-1 0 9 15,2-4-1-15,-1 2 0 0,-2-1-7 0,2-2-2 16,-4 1-3-16,1-1 3 0,-3 1-2 0,-3 0-10 16,0 1-12-16,-6 1-12 0,0-2-2 0,-3 2-5 15,-1 0-4-15,0-1-2 0,-4 0-6 0,-1-1 1 16,-1 1-1-16,-2-2-3 0,0 1 0 0,0-1-3 16,0 2 7-16,0-1-6 0,-20 0-1 0,20 3-4 15,0 0-12-15,-21 0 0 0,21 2-16 0,-15 1-11 16,15 2-24-16,-11 2-31 0,11 1-41 0,0 1-70 15,-11 4-59-15,11 2-33 0,0-1 2 16,-5 2 12-16,5 2 92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0:59:50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25401 2925 70 0,'0'0'0'15,"0"0"0"-15,0 0 16 0,0 0 0 0,0 0 6 16,0 0-5-16,0 0-24 0,0 0 14 0,0 0-2 16,0 0 1-16,0 0 0 0,0 0-16 0,0 0-3 15,0 0 8-15,0 0 10 0,0 0 5 0,0 0-6 16,0 0-8-16,0 0 7 0,0 0-3 0,0 0 1 16,0 0 13-16,0 0-10 0,0 0 2 0,0 0-11 15,0 0-4-15,0 0 15 0,0 0-5 0,0 0 15 16,0 0 1-16,0 0-8 0,0 0 3 15,0 0 4-15,0 0-5 0,0 0-10 0,0 0 5 16,0 0-8-16,0 0-2 0,0 0 5 0,0 0 0 16,0 0 9-16,0 0-5 0,0-13 5 0,0 13-10 15,0 0-5-15,0 0 15 0,0 0-4 0,0 0 5 16,0-7-9-16,0 7-16 0,0 0 11 0,16-4-1 16,-16 4 8-16,0-2 16 0,0 0-19 0,0 0 3 15,0 1 3-15,0-2-10 0,0 3 14 0,0-3-4 16,0 2-1-16,0-1-5 0,0 1-1 15,0-1-10-15,0 0 11 0,0 1-1 0,0-1-4 16,0 2 14-16,0-2-9 0,0 1 0 0,0-1 4 16,0 1-9-16,0 1 5 0,0-1 9 0,0 1-9 15,0-1 0-15,0 1-1 0,0-2-3 0,0 2 7 16,0 0 11-16,0 0-10 0,0 0 0 0,0 0 1 16,0 0-6-16,0 0 1 0,0 0 4 0,0 0-4 15,0-1-4-15,0 1 13 0,0 0-5 0,0-2-9 16,0 2 9-16,0-1-14 0,0 0 5 0,0 1 13 15,0 0-8-15,0 0 9 0,0 0 0 0,-12-2 0 16,12 2-1-16,0 0-8 0,0 0-11 0,0 0-3 16,0 0 8-16,0 0 0 0,0 0 15 15,0 0-1-15,0 0-4 0,0 0-1 0,0 0-13 0,0 0 9 16,-6 0-9-16,6 0 9 0,0 0 5 16,-6 0-14-16,3 0 9 0,2 0 0 0,-3 0 0 15,0 0 5-15,1 0 4 0,1 0-14 0,-2 0 15 16,-1 0-10-16,2 11 0 0,-1-11 10 0,0 0-19 15,0 0 10-15,1 0-5 0,-1 0 4 0,0 7 10 16,1-7-1-16,1 0 1 0,-4 4-10 0,4-2-9 16,-1-1 9-16,-2 1 0 0,1-1 5 0,1 2 5 15,-3-2-6-15,3 1-3 0,-2-1-5 0,1 0 4 16,-1 2 0-16,1-3-5 0,2 1 19 0,-2 1-4 16,1-1-15-16,1 0 14 0,0 1-18 0,-3-1 0 15,1 1 13-15,2 1-4 0,-1-1 5 0,1 0 4 16,-2-1-4-16,1 1 0 0,1 0 4 0,0 1-8 15,0-1-1-15,0 0 0 0,0 0 0 16,-1 0 5-16,1 1-1 0,0 0-9 0,1-2 1 16,-1 1-6-16,0-1 5 0,2 2 9 0,-2-2 1 15,2 2-1-15,-3 0-9 0,3-2 0 0,-2 2-5 16,0 2 5-16,2-3 5 0,-2 2 10 0,0-1-10 16,0 2 10-16,0-2-15 0,1-1-5 0,0 3 15 15,0-3-25-15,1 0 24 0,-3 1-4 0,3 0 0 16,0 1 9-16,0-1 6 0,-2-1-10 0,2 1 0 15,0 0-1-15,0 1-14 0,0-1 15 0,0 1-5 16,0 0 5-16,0-1 0 0,0 0-5 16,0 2-6-16,0-2 6 0,0 0-10 0,0 2 4 15,0-1 1-15,0-1 0 0,0 2 15 0,0-1-1 16,0-1-3-16,0 1-7 0,12-1 1 0,-12 0 0 16,0 0 5-16,0-1 10 0,0 0-9 0,6 1 4 15,-6-1-5-15,0 1-5 0,3-1 6 0,-3 0-23 16,4 1 17-16,-4-1 0 0,4 0-6 0,-3-1 17 15,3 2-11-15,1 0 1 0,-3 0 4 0,1 1 1 16,0-1-7-16,2 0-4 0,-3 2-1 0,3-3-5 16,-2 0 17-16,3 1-1 0,-2 0 1 15,1-3-6-15,-1 2 0 0,0-2 5 0,1 2-5 0,-1-2 5 16,1 1-10-16,0-1 5 0,-1 0 0 16,1 0 6-16,1 0 4 0,-1 0-9 0,4 0-1 15,-4 0-6-15,3 0 1 0,3 0 5 0,-4 0 0 16,2 0 0-16,-2 0 0 0,-1 0-5 0,-1 0 22 15,2 0-23-15,-3 0 17 0,-1 0-10 0,3 0-7 16,-2 0 22-16,2 0-21 0,-1-15 10 0,0 15-4 16,0 0-7-16,0 0 12 0,-1-10-1 0,0 10-4 15,-1 0-1-15,-2 0 0 0,2-8 1 0,0 8-1 16,-1-6 6-16,-2 3-6 0,2-1 11 0,-2 2-6 16,2-3 11-16,0 2 0 0,-1 0-15 0,0-2 10 15,2 0 1-15,-1 1 1 0,0-1 17 16,-1 0-17-16,0-1-7 0,1 0 7 0,4 0-27 15,-4-1 7-15,-2 1 7 0,0-1 6 0,2-1 20 16,-2 1 0-16,2 1-1 0,-2 0-6 0,0-1-13 16,2 0 19-16,1 1-19 0,-3 0-6 0,0 1 18 15,0-2-19-15,0 3 6 0,0-2 0 0,0-1-5 16,0 3-12-16,0-1-19 0,0 1-34 0,0-1-25 16,0 2-5-16,0-3-14 0,-14 2 8 0,14 0-37 15,0 0 23-15</inkml:trace>
  <inkml:trace contextRef="#ctx0" brushRef="#br0" timeOffset="2820.52">29509 2920 91 0,'0'0'-3'0,"0"0"5"0,0 0 0 16,0 0 0-16,0 0 8 0,0 0-5 16,0 0 1-16,0 0-5 0,0 0 4 0,0 0 1 15,0 0 4-15,0 0 33 0,0 0-13 0,0 0 14 16,18 0-13-16,-18 0-25 0,0 0 9 0,0 0-23 16,0 0 17-16,0 0-3 0,0 0-11 0,0 0 18 15,0 0-3-15,0 0-5 0,0 0 6 0,0 0-9 16,0 0 5-16,0 0 3 0,0 0 1 0,0 0 0 15,0 0-14-15,0 0 5 0,0 0-1 0,0 0-1 16,0 0 5-16,0 0 5 0,0 0 0 0,0 0-9 16,0 0 4-16,0 0-1 0,0 0-4 0,0 0 4 15,0 0 6-15,0 0-14 0,0 0 9 0,0 0 5 16,0 0-14-16,-9 0 13 0,9 0-17 16,0 0 18-16,0 0-4 0,0 0 0 0,0 0 17 15,0 0-18-15,0 0 4 0,0 0-4 0,0 0-9 16,0 0 0-16,0 0 9 0,0 0 0 0,0 0-3 15,0 0 7-15,0 0-4 0,0 0 0 0,0 0 4 16,0-9-14-16,0 9-3 0,-14 0 8 0,14 0 0 16,0 0 0-16,0-5 5 0,0 5-15 0,-9 0 10 15,9-3 5-15,0 3 0 0,0 0-9 0,-5-1 4 16,2 0-5-16,1 1-4 0,0-1 9 0,0 1-9 16,0-1 14-16,-2 1-1 0,2 0 1 0,-1-2 4 15,-1 2-14-15,1 0 6 0,-2-1-6 0,1 1 5 16,-1 0 0-16,1 0-5 0,0 0 5 15,-1 0-4-15,1 0 3 0,-2 0 10 0,1 0 0 16,0 0-8-16,1 0-1 0,0 0-9 0,1 0 4 16,1 0 0-16,-1 0 5 0,1 0 4 0,-2 0-12 15,1 0 12-15,1 0-4 0,-2 0 5 0,1 0 4 16,-1 0-8-16,-1 0-1 0,1 0 0 0,-1 0 4 16,1 0 5-16,0 0-5 0,0 0-8 0,0 0 4 15,1 11-4-15,0-11 13 0,0 0-5 0,1 0-4 16,0 0 0-16,-1 0-5 0,0 0 5 0,3 6 5 15,-2-6-9-15,2 0 4 0,-2 3 9 0,1-1-4 16,-1-1 8-16,1 1-8 0,-1 0 0 16,0 0 0-16,0 1 9 0,-1 0-9 0,1 0-5 15,-1 2 14-15,0-2-9 0,-2 1 9 0,3 1 1 16,-2 0-11-16,2-1-4 0,-1-1 5 0,1 2 5 16,0-2 12-16,0 1 6 0,2 1 1 0,-1-4 1 15,1 3-29-15,0-2 5 0,0 3-5 0,0-3-1 16,0-1 0-16,0 1-6 0,0 3 12 0,0-3-12 15,0 0 18-15,0 1 0 0,0 0-18 0,0 1 0 16,0 0 12-16,0 1-6 0,0-1 6 0,0-1 7 16,14 1-25-16,-14-1 12 0,0 1-6 15,0-1 7-15,9-1 5 0,-9 1 0 0,0 1 0 0,6-1 0 16,-6 0 6-16,6-1-30 0,-4 1 30 16,1 0-23-16,0-1 17 0,2 1 0 0,-2-1-12 15,2 0 7-15,-1 0-25 0,-1 1 30 0,0-1-5 16,1 0 5-16,-1 0 6 0,0 1-12 0,0-1 6 15,1-1-6-15,1 2-6 0,-1-1 7 0,-1 0-13 16,-1-1 12-16,2 1 7 0,-1-1-1 0,1 1 0 16,-1-1 7-16,0 0-20 0,1-1 7 0,-2 0 0 15,1 0-6-15,0 0 19 0,-1 2-13 0,1-2 6 16,-2 1 0-16,1 2-13 0,2-2 25 0,0-1-23 16,-1 3 5-16,1-3 6 0,0 0-12 0,-1 1 18 15,1-1-17-15,0 1 10 0,-1 1-10 0,1-2 5 16,-1 0 12-16,3 1-13 0,-4-1 7 15,1 0-11-15,-1 2-1 0,2-2 18 0,-2 0-18 16,-1 0 18-16,2 0-12 0,-2 0-18 0,0 0 25 16,0 0-18-16,0 0 17 0,1 0 6 0,-1 0-13 15,1 0 7-15,-2 0 0 0,4 0-13 0,-2 0 14 16,1 0-8-16,-2 0 2 0,1 0-14 0,-1 0 19 16,1 0-13-16,1 0-5 0,1 0 30 0,-2 0-23 15,3 0 11-15,-3-13-7 0,4 13-11 0,-2 0 6 16,0-9 6-16,-2 9 6 0,0 0 6 0,2-7-1 15,-2 7 0-15,1-5-6 0,0 1-17 0,0 3 6 16,1-2 5-16,-1 2 7 0,-1-2 11 0,1 2-5 16,0-2-18-16,-2 1 6 0,2 0 6 15,-1 0-5-15,0 1 21 0,-2-1-5 0,1 1-6 16,0 0 6-16,-1-1-17 0,0 2-5 0,0-1 10 16,0 0-4-16,2 1 4 0,-1-1 6 0,0 0-10 15,-1 0 4-15,2 0 6 0,-1 1 6 0,-1-1 5 16,0 0 0-16,0-1 15 0,0 1-1 0,0 0-7 15,0-1 8-15,0 0-14 0,0 0-9 0,0-1 14 16,0 1-9-16,0-1-6 0,0 0 5 0,0-1-9 16,0 1 3-16,0-1-1 0,0 0 2 15,0 0 13-15,0 1 0 0,0-1 8 0,0-1 6 16,0 1-14-16,0 0-1 0,0 0 0 0,0-1-4 16,0-1-5-16,0 0-5 0,0 1-6 0,0-1-1 15,0 0-2-15,0 0 5 0,0 0-7 0,0-1-6 16,0 3 0-16,0-2-20 0,0 1-7 0,0-1-15 15,0 1-17-15,-19 0-9 0,19 0-21 0,0 1-20 16,-13 0-27-16,13 0-30 0,-10 2 5 0,10 0 21 16,-10-1 11-16,10 0-15 0,-9 2 30 0</inkml:trace>
  <inkml:trace contextRef="#ctx0" brushRef="#br0" timeOffset="5729.25">29558 5920 95 0,'0'-2'-8'0,"0"2"4"0,0-1 5 16,-10-1 4-16,10 0 16 0,0 1 1 0,0 1-8 15,0 0 1-15,0-1-5 0,0 1-5 0,0 0 19 16,0 0-3-16,0 0 3 0,0 0-5 0,0 0-8 16,0 0 0-16,0 0 1 0,0 0 12 0,0 0-9 15,0 0 8-15,0 0-17 0,0 0 5 0,0 0-1 16,0 0-8-16,0 0 12 0,0 0-4 0,0 0 0 15,0 0 4-15,0 0-4 0,0 0-5 16,0 0 9-16,0 0-5 0,0 0-4 0,0 0 5 0,0 0-10 16,0 0 1-16,0 0 4 0,0 0-1 15,0 0 5-15,0 0 4 0,0 0-8 0,0 0 4 16,0 0 0-16,0 0-4 0,0 0 12 0,0 0-4 16,0 0 1-16,0 0-1 0,0 0 0 0,0 0 0 15,0 0-13-15,0 0 5 0,0 0-9 0,0 0-1 16,0 0 6-16,0 0-1 0,0 0-1 0,0 0 1 15,0 0 0-15,0 0 4 0,0 0 1 0,0 0-5 16,0 0 0-16,0 0 0 0,0 0 0 0,0 0 4 16,0 0 0-16,0 0-8 0,0 0 13 15,0-9-9-15,0 9 0 0,0 0 0 0,0 0-9 16,0-7 9-16,0 7-4 0,0-2 13 0,0 0-5 16,0 1-4-16,0-1 4 0,0 0-13 0,0 2 9 15,0-2-4-15,0 1 8 0,0 0 0 0,0-2-12 16,0 2 12-16,0-1 1 0,0 0-5 0,0-1 4 15,0 2-4-15,0-1 0 0,0 0 5 0,-14 0-1 16,14-1 0-16,0 3-4 0,-11-2-8 0,11 1 12 16,0-1-4-16,-12 0-4 0,12 1 12 0,-11 1-12 15,5-1 4-15,-1 0 4 0,2 1-8 0,-2 0 4 16,0 0-5-16,0 0 1 0,0 0 8 0,0 0 1 16,1 0-1-16,-1 0-4 0,2 0 0 15,-3 0 0-15,3 0 0 0,-1 0 0 0,0 0 0 0,1 0 0 16,-1 0-4-16,2 0 8 0,-2 0-8 15,1 0 4-15,1 13 4 0,1-13-4 0,-2 0 5 16,1 0-1-16,1 0-4 0,0 6-5 0,0-6 5 16,1 0-8-16,0 4 8 0,-1-4 0 0,2 2 0 15,-2 0-4-15,2-1 0 0,-1 2 8 0,0-1 0 16,-3 0 0-16,3 0 5 0,1 2-9 0,-1-1 5 16,-1-2-5-16,0 3 0 0,1-1 0 0,0-1 0 15,0 2 20-15,0-2-20 0,0 2 15 0,0-2-10 16,0 1 1-16,1-1 10 0,-1 1-11 0,-2-1 0 15,3 3 0-15,-1-2-5 0,0 0 6 0,0 1-1 16,2 0 1-16,-2 0 5 0,1 1 0 0,-1-1 5 16,0 0 5-16,2 0 5 0,-2-1 3 0,1 1-13 15,0-1-11-15,1-1-5 0,-1 1-9 16,0 0 9-16,1-2 5 0,-1 3-10 0,1-2 5 16,0 0 0-16,0 0 0 0,0 1 5 0,0-1-5 15,0 0 0-15,0-1-5 0,0 1 0 0,0 0 11 16,0-1-11-16,0 1 10 0,0 0-6 0,0-2-4 15,0 4 5-15,0-3-4 0,0 1 9 0,0 2-5 16,0-1 10-16,12-1-10 0,-12 1 0 0,0 0-5 16,0 0 10-16,8 1 5 0,-8-3-4 0,6 2 13 15,-6 0-18-15,6 0-6 0,-3-1 5 16,0 1-9-16,0-1 4 0,0-1 11 0,-1 2 4 16,0 0-10-16,1-2 10 0,2 2-6 0,-1-1-8 15,-1 0 14-15,1 1-14 0,-1-1-1 0,3 1 9 16,-1-1-3-16,2 0-1 0,-2 0 0 0,1 1-4 15,-1-2-1-15,1 1 15 0,0 0 0 0,0-1 0 16,-1 1 4-16,-1-1-14 0,1 0 1 0,1 0 4 16,-1 0-10-16,2-1 12 0,-2 1-3 0,0-1-3 15,1 0-1-15,0 2-6 0,2-2 1 0,-1 0 9 16,1 1 1-16,-2-1-6 0,1 0 2 0,-2 0-6 16,0 0 6-16,1 0 4 0,0 0 5 0,-3 0-15 15,5 0 5-15,-4 0 5 0,1 0-10 16,-1 0 5-16,0 0 5 0,0 0-5 0,-1 0 10 15,0 0-1-15,-1 0-9 0,0 0 5 0,0 0-5 16,-1 0 9-16,1 0 6 0,0 0-4 0,-2 0-1 16,2 0 5-16,0 0-7 0,-1 0-3 0,1 0-1 15,0 0-3-15,0 0 1 0,0 0 6 0,1-12 2 16,1 12 4-16,-3 0-9 0,2 0 0 0,1-11 8 16,-2 11-7-16,2-6 7 0,-1 6 0 0,-1-8-5 15,0 4-2-15,3-1 2 0,-5 1 0 0,6-1-5 16,-3-2 0-16,0 3-4 0,0-2 0 0,-1 0-7 15,1 1 16-15,-2-1-3 0,2-1 7 0,-3 2 20 16,1-1-11-16,-1 0 13 0,0-2-5 0,2 4-8 16,-2-2-1-16,0 1-5 0,0 0-6 15,0-1 6-15,0 1 4 0,0 1 7 0,0-1-1 16,0 0-9-16,0 0-9 0,0 1-8 0,0 0 7 16,0 0-5-16,0 0-4 0,0 1 1 0,0-2 1 15,-18 2-6-15,18-2 1 0,0 3 2 0,-14-2-11 16,14 1-3-16,0 0-12 0,-9-1-17 0,9 2-12 15,-7-2-17-15,7 0-5 0,-5 1-20 16,1-1 6-16,1 2 6 0,1-1 7 0,0 0 19 0,1-1-3 16,0 2 8-16,1-1 3 0,0 0 10 0,0 0 3 15,0 1 3-15,-2-1 0 0,1 1-10 16,-1-1-18-16,0 1-8 0,-2 0-14 0,3 0 15 16</inkml:trace>
  <inkml:trace contextRef="#ctx0" brushRef="#br0" timeOffset="8884.01">25506 5941 256 0,'0'0'5'16,"0"0"7"-16,0 0 11 0,0-12 9 0,0 12-5 0,0 0-6 16,0 0-15-16,0 0-9 0,0-7 0 15,0 7 5-15,0 0 9 0,0 0 0 0,0-2 0 16,0 2 5-16,0-3 4 0,0 3 0 0,0 0 0 15,0-1-4-15,0 0-10 0,0-1 9 0,-15 2-5 16,15-2 14-16,0 2 4 0,0-1-18 0,0 1 13 16,0-1-13-16,0-1-10 0,0 0 24 0,-8 0-15 15,8 2 0-15,0-1 0 0,0-1-14 0,-3 2 10 16,3-1-5-16,0-2 11 0,0 2 0 0,0 1 12 16,0-2 1-16,-3 0-1 0,3 1-18 15,0-1 1-15,-2-1 0 0,2 2-5 0,0-1 22 0,-2-2-17 16,2 3 11-16,-1-2 11 0,0 0-10 15,0 1 9-15,1 0-21 0,-1-1 5 0,0 0 6 16,1 2-5-16,-2-1 10 0,2 0-10 0,-2 0 0 16,2 2 3-16,0-2 1 0,0 1-1 0,0 0 1 15,-2 0-15-15,2-1 14 0,0 1-4 0,-2 0-1 16,2-1 1-16,-3 1-11 0,2 1 0 0,1-1 4 16,0 1 1-16,0-2-4 0,0 2 9 0,0-1-15 15,-1 0 10-15,1 1-1 0,-3 0-14 0,3-1 10 16,-2 1-5-16,0-1 1 0,0 0 13 0,0 1-4 15,2-1-6-15,0 1 1 0,0-1-4 16,0 0 4-16,0 1 11 0,0-1 5 0,0 1 9 16,0 0 13-16,0 0-9 0,0 0-9 0,0 0-15 15,0 0-1-15,0 0 4 0,0 0-9 0,-16 0 15 16,16 0-23-16,0 0 4 0,0 0 9 0,-14 0-9 16,14 0 5-16,0 0 10 0,-9 0 3 0,9 0-8 15,0 0-1-15,-6 0-13 0,6 0 5 0,0 0 8 16,-2 0 13-16,2 0-17 0,-4 0 0 0,1 0-5 15,2 0 2-15,-1 0 16 0,0 0-3 0,-2 0 3 16,1 14-1-16,1-14 5 0,0 0 7 0,0 0 5 16,-3 0-8-16,4 0-6 0,-1 0-3 0,1 0-5 15,-4 0 4-15,3 0 5 0,0 7-1 0,-3-7-10 16,3 0 3-16,-2 3-5 0,1-3-7 0,1 5 16 16,-2-4-9-16,-1 0 2 0,1 2 7 15,-1-1-9-15,3-1-6 0,0 1 10 0,-1-1 4 16,1 0-5-16,0 2 12 0,0-2-8 0,-2 1-7 15,0-1 9-15,0-1-5 0,0 3-2 0,1-2 0 16,1 1-4-16,-2-1 4 0,2 0 1 0,-1 1-4 16,1 0 4-16,0 0-1 0,0-1-5 0,-1 1 3 15,0-1-3-15,2 2-7 0,-3-2 11 0,3 2 1 16,-1-3 4-16,2 1 1 0,-2 0-3 0,-1 1-1 16,2-2-4-16,0 2 10 0,0-1-5 0,1-1 9 15,-2 1-4-15,-1 0-4 0,3 0 6 16,-2 1-9-16,0 0 7 0,-3-1 3 0,3 1-6 15,1-1-4-15,1 2-4 0,-4-2-3 0,2 1 7 16,0-2 3-16,1 1-1 0,-1 1 1 0,0 0-1 16,2-2 1-16,-2 2 5 0,0-2-4 0,1 1-5 15,-1 0-1-15,1 0-4 0,1 0 0 0,-2-1 1 16,2 3 2-16,-1-3-1 0,1 1 7 0,-3 0-3 16,3 1-5-16,-2-1 5 0,2 2-9 0,0-3 5 15,-2 1 1-15,0 1-3 0,1-1 4 0,1 0-2 16,0 1-1-16,0-1-2 0,0 0-2 0,0 0 1 15,0 1 6-15,0-1-1 0,0 1 1 0,0 0 0 16,0-2-7-16,0 3 4 0,0-2 0 0,0 1-4 16,0 0 5-16,0 1 2 0,0-1-2 15,0 0 2-15,0 0 0 0,0 0-4 0,0-1-1 16,0 2 3-16,0-2-4 0,0 0 1 0,0 1 1 16,0 0-2-16,0-1 5 0,0 2 3 0,0-2-2 15,0 1-5-15,0-1 1 0,0 2 2 0,0-2 1 16,0 1 2-16,0 0-4 0,0 0-6 0,0-2 4 15,0 3 1-15,0-2 2 0,0 0-1 0,0 1 4 16,0-2-2-16,0 1 0 0,0 1 5 0,0 0-8 16,0 0 0-16,11-1-1 0,-11 1-4 0,0 0 5 15,0 1 1-15,0-3 3 0,0 3-1 16,0 0-4-16,5-2 7 0,-5 0-5 0,0 1 2 16,5-2 4-16,-5 2-7 0,2 0 1 0,0-1-2 0,-2 1 1 15,3 0 0-15,-1-1 7 0,-2 1-2 16,2 0-1-16,1-1 3 0,-3 1-6 0,2 0 6 15,2 0-4-15,-1 0-2 0,1 1 7 0,-3-2-6 16,2 1 5-16,-1 1-6 0,1-2 1 0,1 1-2 16,-1-1-3-16,-1 1 8 0,0-1-5 0,3 0 13 15,-3 1-10-15,0-1-1 0,2 0 3 0,-1 1-10 16,1-1 13-16,-4 0-2 0,4 0-5 0,-1 0 3 16,-1 0-4-16,0 2 2 0,-1-3-4 0,3 0 0 15,-3 1 1-15,3 0 2 0,-2 0 3 0,0 1 3 16,2-2-6-16,-1 0 5 0,-1 2-4 15,2-1-3-15,-1 0 6 0,0 0-2 0,1-1-4 16,-2 1 2-16,1-1 0 0,-1 1 3 0,0-1 6 16,2 0-6-16,-2 0 2 0,0 0-5 0,1 0-2 15,-1 0 8-15,-2 0-2 0,4 0-1 0,-4 0 3 16,3 0-3-16,-3 0 0 0,1 0 2 0,0 0 1 16,1 0-1-16,0 0 4 0,1 0-9 0,-1 0 5 15,0 0 0-15,-1 0-4 0,2 0 9 0,-1 0-6 16,-1 0 0-16,3 0-3 0,-2 0 0 0,-1 0-3 15,0 0 7-15,1-11 1 0,-1 11-5 16,2 0 5-16,-1 0-6 0,-2 0 0 0,0-6 0 0,0 6 2 16,2-3-6-16,-2 3 0 0,2-4 4 15,0 3-7-15,-2-2 10 0,3 1-4 0,-1 0 2 16,2-1 3-16,-2 1-5 0,2 0 2 0,0 0-2 16,0-1 3-16,-2 2-3 0,1 1 4 0,1-3-2 15,0 1-4-15,-1 0 9 0,-1 2-4 0,2-2 4 16,1 0-3-16,-4 1-6 0,0-1 4 0,2 2-1 15,-1-2 0-15,0 1 7 0,0-1-6 0,0 0 3 16,-2 2 1-16,1-3-3 0,-1 3 4 0,2-2-3 16,-1 0 6-16,-1 0 0 0,1 1 4 15,1 1-2-15,0-1 1 0,-2-1-1 0,0 2-5 0,2-3 8 16,-2 2-6-16,0 1 4 0,0-1-3 16,0-1-2-16,0 1 3 0,0-2-3 0,0 2 1 15,0-1-3-15,0 2-1 0,0-2 4 0,0-1-2 16,0 1-1-16,0 1 0 0,0-1-6 0,0 0 3 15,0 0-2-15,0 0-1 0,0 0 3 0,0 0-3 16,0-1 4-16,0 0-2 0,0 0-3 0,0-1 1 16,0 0 2-16,0 0 0 0,0-1 1 0,0 1-1 15,0 0-1-15,0-1 2 0,0 0 1 0,0 0-1 16,0 0-8-16,0 0-6 0,0 0-25 0,0-1-40 16,0 2-56-16,0-3-88 0,0 1-121 15,-17 0-61-15,17 0-42 0,0-1 88 0,-16 1 144 16</inkml:trace>
  <inkml:trace contextRef="#ctx0" brushRef="#br0" timeOffset="12318.22">24877 3017 153 0,'3'-1'0'0,"-3"1"-2"0,0 0 9 16,0 0 5-16,2-2 1 0,-2 2 8 0,1 0-10 16,0 0 1-16,0 0 0 0,0 0-1 0,1 0-4 15,-1 0-5-15,0 0 11 0,2 0-1 0,-3 0 0 16,0 0 6-16,0 0-1 0,2 0 7 0,-2 0 10 16,0 0-6-16,0 0-11 0,0 0-11 0,0 0 5 15,0 0-5-15,0 0 0 0,0 0 1 0,0 0-1 16,0 0 15-16,0 0 0 0,0 0 4 0,0 0 1 15,0 0-1-15,0 0 5 0,0 0 13 0,0 0-23 16,0 0-10-16,0 0-5 0,0 0-11 16,0 0 12-16,0 0 13 0,0 0-6 0,0 0-13 0,0 0-7 15,0 0 1-15,0 0 6 0,0 0 0 16,0 0 0-16,0 0-6 0,0 0-1 0,0 0 1 16,0 0 6-16,0 0-6 0,0 0 0 0,0 0 6 15,0 0 0-15,0 0 0 0,0 0 12 0,0 0-5 16,0 17-1-16,0-17 14 0,0 13-14 0,-15-13 20 15,15 17-13-15,0-8-7 0,-14 2-5 0,14 2-6 16,-11-1 19-16,11 2-13 0,-11-3 13 0,4 2-7 16,0-1 0-16,1 0-7 0,0 0 5 0,1 0 0 15,0-2-6-15,0 1 13 0,0 1-13 16,-1 1 13-16,4-2-6 0,-3 0 0 0,2 0-1 16,-2 0-6-16,0 1-6 0,2 0 7 0,-1-1 5 15,2-1-11-15,-1 0 6 0,0-1-6 0,1-2 5 16,0 2 12-16,1-4-11 0,-1-2 17 0,0 1-17 15,2-1-6-15,-2-2 12 0,2 1-5 0,0 0 5 16,-3-2-6-16,3 0 12 0,0 0-12 0,0 0 0 16,0 0 6-16,0 0-12 0,0 0-5 0,0 0 5 15,0 0-6-15,0 0 1 0,0 0 17 0,17-18-5 16,-17 18 0-16,0 0 11 0,12-15-6 16,-12 15 0-16,11-13 7 0,-11 5-12 0,11-1-7 15,-4 0 1-15,1-1-6 0,0-1 12 0,-1 1-6 0,2-2-6 16,0 1 12-16,-1 0-6 0,2 1 5 15,0 0 7-15,0-2-12 0,0 3-7 0,1-1 18 16,-1 0-7-16,2 0 12 0,-1 2-6 0,0-3-12 16,-2 2 0-16,3 0 6 0,-4-1 6 0,1 2 6 15,-2-1 7-15,2 2-13 0,-5-1 7 0,1 1-24 16,-1 0 5-16,0 3-5 0,-2 1 12 0,1-1 12 16,0 1-13-16,-3 0 6 0,2-1-12 0,-1 2 1 15,-1-1 1-15,1 0 16 0,0 0 0 0,0 0 0 16,0 0 6-16,0 1-17 0,0 0-12 0,1 0 7 15,-2 1 5-15,0 0 0 0,2 0 11 0,-2 0-5 16,0 1-12-16,0 0 0 0,0 0-6 16,0 0 0-16,0 0 1 0,0 0 10 0,0 0 1 15,0 0 0-15,0 0 0 0,0 0-6 0,0 0 0 16,0 0 6-16,0 0 0 0,2 0-17 0,-2 0 6 16,0 0 0-16,0 15-1 0,0-15 18 0,0 0 19 15,0 16-19-15,0-16 13 0,0 17-6 0,1-7-29 16,-1-1 23-16,1 3-18 0,0 1 8 0,1-4 4 15,-2 3 0-15,2 1 12 0,0 0-10 0,0 0 2 16,2 1-6-16,-1 0 6 0,-1 1-6 0,4 1 6 16,-2-1-7-16,2 1-5 0,-3 0 18 0,2-1-6 15,1 0 22-15,-2-1-11 0,0-1-5 0,-1-1 0 16,1 2-16-16,-1-4 5 0,0 0 0 16,0 0 6-16,1-2-7 0,-1 0 11 0,0-2-10 15,1 1 5-15,0-3-5 0,-2 0 1 0,3 0 9 16,-3-3-3-16,0 1-6 0,-1-2 4 0,1 1-3 15,0-1-8-15,-2 0-6 0,1 0-52 0,-1 0-25 16,0 0-29-16,0 0-10 0,0 0 8 0,1-17-28 16,-1 17 16-16,0-14 26 0</inkml:trace>
  <inkml:trace contextRef="#ctx0" brushRef="#br0" timeOffset="12876.03">24909 3224 132 0,'-2'0'3'0,"-1"0"-3"0,1 0 9 16,-2 0 1-16,1 0-13 0,1 0 9 0,-2 0-15 16,1 0 5-16,0 0 14 0,0 0-4 15,0 0 7-15,3 0-1 0,-2 0 3 0,2 0 4 16,0 0 1-16,0 0 10 0,0 0 5 0,0 0-15 16,0 0 8-16,0 0-5 0,0 0-9 0,0 0 8 15,0 0 7-15,0 0-17 0,0 0 1 0,0 0 9 16,0 0-15-16,0 0 4 0,0 0 5 0,0 0-10 15,0 0 0-15,0 0 5 0,0 0-10 0,0 0 4 16,0 0 0-16,0 0-4 0,0 0 9 0,0 0 1 16,0 0 0-16,0 0 11 0,0 0-16 0,0 0-1 15,0 0 6-15,0 0-16 0,0 15 15 0,0-15-5 16,0 0 6-16,0 0-1 0,14 11-4 16,-14-11 17-16,0 9-10 0,0-9-1 0,15 10 6 15,-15-5-18-15,11 1 13 0,-3-1 6 0,1 1-1 16,-1 0 1-16,2-1-1 0,2 0 7 0,1 0-2 15,1 0-4-15,2-1-1 0,0 0-7 0,0-1 1 16,1-1 10-16,-1-1-17 0,3 1-4 0,-6-1-1 16,2-1 0-16,-3 0 0 0,1 0 6 0,-5 0-6 15,-1 0 6-15,-1 0-11 0,-2 0 16 16,-2 0 1-16,-1 0-34 0,-1 0-8 0,0 0-54 0,0 0-26 16,0 0-9-16,0 0 7 0,0 0-13 0,0 0-17 15,0 0 31-15</inkml:trace>
  <inkml:trace contextRef="#ctx0" brushRef="#br0" timeOffset="15555.72">29695 3142 105 0,'0'0'12'0,"0"-4"5"0,0 4 17 16,0-1 6-16,0 1-16 0,0 0 0 0,0 0-5 15,0 0-1-15,0 0 0 0,0 0-5 0,0 0-11 16,0 0-4-16,0 0 8 0,0 0-6 0,0 0 10 16,0 0-9-16,0 0 5 0,0 0-1 0,0 0-4 15,0 0 9-15,0 0-9 0,0 0 11 16,0 0-5-16,0 0 9 0,0 0-9 0,0 0 4 16,0 0 0-16,0 0-10 0,0 0 14 0,0 0-9 15,0 0 0-15,0 0-6 0,0 0-5 0,0 0 0 16,0 0-4-16,0 0 19 0,0 0 1 0,0 0 9 15,0 0 0-15,0 0 1 0,0 0-5 0,0 0-5 16,0 0 10-16,0 0-16 0,0 0 10 0,0 0-5 16,0 0-14-16,0 0 4 0,0 0-14 0,0 0 10 15,0 0 4-15,16-13 5 0,-16 13 0 0,0 0-10 16,0 0 10-16,0 0-5 0,0 0 5 0,0-7 4 16,0 7-14-16,0 0 0 0,0-4 15 0,0 4-14 15,0-1 14-15,0-1 0 0,0 2-15 0,0 0 20 16,0-1-5-16,0 1-10 0,0-1 9 15,0 1-13-15,0 0-1 0,0 0 5 0,0 0-6 16,0 0 6-16,0 0 0 0,0 0 5 0,0 0-10 16,0 0 0-16,0 14 0 0,0-14 0 0,0 0 5 15,0 15 5-15,0-15-1 0,-13 14 1 0,13-6 5 16,0 2 5-16,-12 0 8 0,12 2 6 0,-11 1 6 16,4 1-10-16,1-1 11 0,1 3 4 0,-2-1-16 15,4-1 10-15,-1 1-18 0,-1-2-17 0,2-1 12 16,3 0-7-16,-2-2-4 0,1 1-6 0,1-3 11 15,0-1-10-15,0 1 10 0,-2-2 12 16,2 0-13-16,0-2 7 0,-1 0-6 0,1-2-5 0,0-1 1 16,0 0 4-16,0-1 7 0,0 0-1 15,0 0 0-15,0 0 0 0,0 0-10 0,0 0 10 16,0 0-11-16,0 0 11 0,0 0-5 0,0 0-2 16,0-16 7-16,0 16-16 0,0 0 15 0,0-16-14 15,0 16 0-15,0-11 5 0,0 11 4 0,0-12-14 16,16 5 15-16,-16 0-16 0,0-1-8 0,11 0 30 15,-11 0-20-15,8 0 15 0,-8 0-1 0,7-1-10 16,-7 1 10-16,8 0-5 0,-6 0-1 0,1 0-11 16,-1 0 7-16,0 0 5 0,1 1-5 0,-1-2 10 15,0 1 0-15,0 3-9 0,-1-2 11 0,2 1-8 16,-1 2-5-16,1 0 3 0,-2-1 0 0,0 1-10 16,2 0 10-16,-3-1 12 0,1-1-16 15,1 0 16-15,-1-2-17 0,0 1 1 0,1 1 15 16,0 1-10-16,-1-2 10 0,1 0-16 0,0 2-4 15,-2 2 5-15,2-3 1 0,0 2 4 0,0-1 6 16,-1-1-1-16,1 2 0 0,1 0-5 0,-1 1-6 16,0-1 17-16,-1 1-16 0,1 0 11 0,0 0-5 15,-2 1-9-15,2 1 9 0,-1-1-6 0,-1 0 12 16,1 1-13-16,0 1 7 0,0 0-6 0,0 0-9 16,0 0 19-16,0 0-15 0,1 0-5 0,2 0 10 15,2 0-5-15,-2 0 12 0,3 0-1 0,-2 0 1 16,2 0-6-16,0 0 0 0,-1 18 0 15,-2-18 5-15,1 0 0 0,-2 14 2 0,1-14 4 16,-2 12-11-16,1-12 6 0,-1 13-6 0,-2-7 11 16,3 2 5-16,-3-1-10 0,1 0 5 0,-1-3-10 15,0 2-6-15,0-1 5 0,0-1 7 0,0 2-7 16,0-3 16-16,0 1-10 0,0-1-7 0,0-1 18 16,0 0-10-16,0 0 9 0,-18 0-6 0,18 0-12 15,0 0 1-15,-15 1-6 0,15 0 17 0,-12 2 12 16,3-1-23-16,9 1 21 0,-12 0-10 0,7 0-6 15,0-2 11-15,1 2-21 0,0-3 6 16,0 2-6-16,1-2 12 0,1-1 4 0,-3 1-6 16,2 1 6-16,3-1 0 0,-2-2-5 0,-1 2-5 15,2-1-1-15,0 0 6 0,0 1 0 0,1-1 5 16,0-1 1-16,0 0-11 0,0 0-1 0,0 0 1 16,0 0-7-16,0 0 6 0,0 0 12 0,0 0-7 15,0 0 12-15,0 0-11 0,0 0-11 0,0 0 17 16,0 0-17-16,0 0 11 0,0 0 0 0,0 0-5 15,0 0 10-15,0 0-17 0,0 0 11 0,21 0-4 16,-21 0-6-16,0 0 12 0,16 0 4 0,-16 0-5 16,14 0 0-16,-14 0 6 0,16 0-12 0,-9 0 1 15,1 0 4-15,-1 0-11 0,-3 14 0 0,1-14 5 16,0 0 6-16,0 0 1 0,-2 0 6 0,0 10 0 16,-2-10-12-16,1 0 12 0,-1 5-12 15,2-1-6-15,-1-2 23 0,-1 0-17 0,1 1 11 16,1-1 11-16,0 0-21 0,-2 0 9 0,1 1-4 15,-1-2 0-15,1 0 0 0,0 2-6 0,-2-2 6 16,0 1 0-16,0 0-6 0,0 0 11 0,0 0-10 16,0 2-6-16,0-1 27 0,0-1-28 0,0 2 17 15,0-1-5-15,0 1-6 0,0 0 12 0,0 0-11 16,0-1 16-16,0 0-17 0,0 2 11 0,0-3-5 16,0 2 0-16,0-1 0 0,0 1 17 0,0-1 4 15,0 0-15-15,0 0 0 0,-16 0-7 16,16 0-4-16,0 0 4 0,0 0 11 0,-10 1-10 15,10 1-6-15,0-3 11 0,-9 3-4 0,9-2 4 16,-5 1 5-16,1 0-11 0,1 0 1 0,1-1-5 16,-1 1-1-16,1-2 12 0,-1 0-6 0,1 0 1 15,-1-1 4-15,-1 0-10 0,2 0 10 0,-1 0-4 16,0 0 5-16,-1-1 0 0,1 0-1 0,-4 0 21 16,3 0-16-16,-2 0 1 0,1 0-16 0,0 0-9 15,-1-18 4-15,1 18 5 0,0 0 5 0,0-15-4 16,0 15 9-16,0-10-21 0,1 10-29 15,0-9-31-15,1 9-28 0,-2-6-8 0,0 6 18 16,0-7-12-16,-1 7-11 0,-3-4-7 0,-1 1 16 0</inkml:trace>
  <inkml:trace contextRef="#ctx0" brushRef="#br0" timeOffset="17376.87">29977 5847 208 0,'0'0'10'16,"0"0"19"-16,0 0 6 0,0-1 10 0,0 1 6 16,0 0-17-16,0 0-2 0,0 0-5 0,0 0-16 15,0 0 4-15,0 0-5 0,0 0 8 0,0 0 4 16,0 0-9-16,0 0 13 0,0 0-12 0,0 0 3 16,0 0 9-16,0 0 2 0,0 0 15 0,0 0-3 15,0 0 11-15,0 0-4 0,0 0-2 0,0 0 0 16,0 0-10-16,0 0-2 0,0 0-14 15,0 0-9-15,-11 0-1 0,11 0-18 0,0 0 8 0,0 0-3 16,-8 0-5-16,8 0 9 0,-7 0-12 16,2 0 17-16,1 0-1 0,0 0 1 0,1-12-5 15,-1 12 0-15,-1 0-5 0,1 0 1 0,0 0 13 16,0-8-14-16,-1 8 5 0,2 0-1 0,-4-2-8 16,2 2 0-16,-3 0 4 0,0-3 0 0,0 3 5 15,-1 0 9-15,-2 0-4 0,2 0-6 0,0 0 1 16,-2 0-10-16,3 0 1 0,1 0 4 0,-1 0 5 15,0 16 9-15,1-16-9 0,0 0-1 0,2 10 6 16,-4-10-15-16,3 9 10 0,-1-9 0 0,2 10-9 16,-2-5 13-16,1 2 15 0,-1 0-5 0,1 0 13 15,3 1 4-15,-1-1-7 0,1 1 8 16,0-1-9-16,1 1-8 0,1 0-3 0,1 1 2 16,0 0-5-16,0 1 1 0,0-2-4 0,0 1-1 15,25 1 1-15,-25-1 6 0,20 0 1 0,-20 0 5 16,25 0 3-16,-11 0-4 0,1-1-5 0,-3 0-7 15,4-2 4-15,-4 1-7 0,0 0 7 0,1-4-1 16,-1 2-1-16,-2-2 2 0,0 0-5 0,1 0 5 16,-4-2-12-16,3-1 2 0,-2 0 3 0,0 0-5 15,1 0-2-15,-2 0-11 0,0 0-27 0,-1 0-37 16,-1 0-39-16,-1 0-31 0,1 0-9 0,-3-16 14 16,-1 16 21-16,-1 0 26 0,0-12 1 0,0 12-23 15,0-9 24-15</inkml:trace>
  <inkml:trace contextRef="#ctx0" brushRef="#br0" timeOffset="19077.09">25657 6207 82 0,'-2'0'15'0,"2"0"5"0,0 0 6 16,0 0 6-16,0 0-1 0,0 0 2 16,0 0-15-16,0 0 9 0,0 0-19 0,0 0 9 15,-2 0 8-15,1 0-7 0,1 0 3 0,-1 0-8 16,0 0 1-16,1 0 7 0,-2 0-4 0,2 0 3 16,0 0-8-16,0 0-11 0,0 0 10 0,0 0-10 15,0 0 9-15,0 0 0 0,0 0 0 0,0 0-5 16,0 0 9-16,0 0-4 0,0 0-1 0,0 0 5 15,0 0-4-15,0 0 5 0,0 0-5 0,0 0 9 16,0 0-14-16,0 0 5 0,0 0 4 0,0 0-14 16,0 0 18-16,0 0-18 0,0 0 5 0,0 0 4 15,0 0 3-15,0 0 15 0,0 0-10 16,0 0 7-16,0 0-12 0,0 0-1 0,0 0 7 16,0 0 0-16,0 0-1 0,0 0 6 0,0 0-1 15,0 0-5-15,0 0-1 0,0 0-21 0,0 0-6 16,0 0 11-16,0 0-5 0,0 0 5 0,0 0 0 15,0 0-11-15,0 0 5 0,0 0 6 0,0 0-5 16,0 0-1-16,0 0 0 0,0 0 6 0,0 0-6 16,0 0 1-16,0 16 6 0,0-16-12 0,0 12 17 15,0-12 6-15,0 14-6 0,0-6 1 0,0 2-12 16,0-2-5-16,0 2 12 0,0 0-1 0,-12-1 18 16,12 1-7-16,0 0-5 0,0-2 18 0,0 1-14 15,-8-2 17-15,8 1-18 0,0-1-6 0,-5 1-4 16,3-1-7-16,0 0 12 0,0 1 0 15,2-1 5-15,0-1 0 0,-2 0-1 0,2-1-9 16,0 2 4-16,0-4-4 0,0 2 0 0,0-2 0 16,0 0 1-16,0 1 0 0,0-2-1 0,0 1 15 15,0 0-21-15,0-1 0 0,0 0 1 0,0 1-6 16,0-1 22-16,0 0 5 0,0 1-11 0,0-1-5 16,0 0-1-16,0 0-5 0,0-1 11 0,0 0-5 15,0 0-5-15,0 0 6 0,0 0-1 16,0-1 4-16,0 1 6 0,0-1-5 0,0 0 1 0,0 0-6 15,0 0 11-15,0 0-15 0,0 0-7 0,0 0-28 16,0 0-44-16,0 0-14 0,0 0-17 16,0 0 11-16,0 0 3 0,0 0-8 0,0-19-30 15,0 19 20-15</inkml:trace>
  <inkml:trace contextRef="#ctx0" brushRef="#br0" timeOffset="19980.5">25682 6188 171 0,'0'-1'2'0,"0"0"15"16,0 1 1-16,0-2 10 0,-11 2-1 0,11-2-14 15,0 2 8-15,0 0-8 0,0 0-1 0,0 0 9 16,0-2 0-16,0 2-10 0,0 0 14 15,0 0-5-15,0-1-5 0,0 1 9 0,0 0-18 16,0 0 0-16,0 0-5 0,0 0-1 0,0 0 10 16,0 0-5-16,0 0-5 0,0 0 1 0,0 0 4 15,0 0-5-15,0 0 4 0,0 0 5 0,0 0-9 16,0 0 1-16,11 0 3 0,-11 0-4 0,0 0-4 16,0 0 9-16,9 13 0 0,-9-13 5 0,8 0 5 15,-1 0-5-15,-4 10-10 0,3-10 10 0,-1 0-10 16,1 8 1-16,0-8 13 0,0 6-19 0,-3-4 24 15,3 1-5-15,0 0-5 0,-3 0 10 0,1 1-19 16,3-1 0-16,-4 1 0 0,1-2-5 0,0 1 5 16,0 0 9-16,-1 0-9 0,1 1 0 15,-1-1 10-15,1 1-10 0,-1-1 0 0,1 2-1 16,-2 1 1-16,1-2 0 0,-1-1 10 0,2 1-1 16,0 1-4-16,-3-3-5 0,1 2 5 0,1-1-5 15,-1 0 0-15,0-2 5 0,-2 3-5 0,0-2 0 16,2 0-5-16,-2 1 0 0,0 0 0 0,0-1 10 15,2 1 6-15,-2 0-1 0,0 0-5 0,1 0-5 16,-1 1 0-16,0-1 6 0,0 0 1 0,0 0 6 16,1 0 6-16,-1-2 6 0,0 0 0 0,0 0 18 15,0-1-11-15,0 0-2 0,0 2 5 16,0-1-24-16,0 0 5 0,-15 3-5 0,15-2-5 16,0 2-6-16,-12 0 0 0,12-1-11 0,-8 3 4 15,8-2 1-15,-10-1 10 0,10 1 12 0,-9 1-16 16,3-1 15-16,4 1-21 0,-3-3 0 0,1 2 11 15,1 0-11-15,-1-1 12 0,1-1 5 0,-1 1-11 16,2-1 5-16,-2 1-16 0,1 0 5 0,1 1 11 16,-2-2-6-16,-1-1 7 0,3 1-1 0,-1 0-11 15,-1 1 13-15,0-3 2 0,1 1-14 0,-1 1 16 16,1-1-12-16,1 2-8 0,-3-3 3 0,1 1 12 16,-2-1-6-16,3 0 16 0,-3 1 6 0,1-1-7 15,-2 1 1-15,0-1-1 0,-1 1-8 0,1 0-2 16,-1 1 10-16,2-1-10 0,-3 1 4 15,1-1-13-15,3 0-1 0,-4 1 5 0,4-2 1 16,-2 1 3-16,1 1 0 0,2-2-15 0,-3 2 5 16,2-1 2-16,-3 0-11 0,3 1 15 0,-1 0-22 15,2 0-23-15,-4 0-34 0,1-2-41 0,2 1-8 16,1 1-13-16,2 0 13 0,-3-2-21 0,1 0 24 16</inkml:trace>
  <inkml:trace contextRef="#ctx0" brushRef="#br0" timeOffset="41517.85">2254 2956 243 0,'3'-5'9'0,"-3"0"3"0,1 0 2 0,0-2 11 16,2 1 1-16,0-1 4 0,-1 2 4 0,0-3-17 16,-1 0-4-16,1 2 13 0,2-3 4 0,-1 2 6 15,0-1 13-15,1 0-23 0,-1-1 14 0,-1 1 11 16,3-1-1-16,-2 1 22 0,-1-1-19 0,1 1-7 15,1 0-12-15,-3 2-11 0,3 0 20 0,0-1 0 16,-1 2 4-16,0 1 13 0,1 0-16 0,-2 2 11 16,0-1-4-16,-1-1-15 0,-1 2 6 0,1 1-10 15,0-1-2-15,-1 1-1 0,0 1-11 16,0 0-7-16,0 0 5 0,0 0-12 0,0 0 2 0,0 0-1 16,0 0-24-16,0 0 16 0,0 0-12 15,0 0 1-15,0 0 19 0,0 0-7 0,0 19 6 16,0-19 6-16,0 16-11 0,-15-5 3 0,15 0-1 15,0 3-13-15,-11 1 6 0,11 0 9 0,-11 3 1 16,11-1 5-16,-11 2-7 0,6 1-6 0,-1 1 4 16,0 0 1-16,-1 0 0 0,3 1 6 0,0 0-12 15,-1 1 4-15,1 1 11 0,1 0-5 16,0-2-2-16,0 0 0 0,3 1 1 0,-1 0-12 0,1-2 7 16,0-2-7-16,0-1-3 0,0 0 12 0,0-2 1 15,0-1 12-15,20-2-11 0,-20-3 4 16,17-1-3-16,-17-2 0 0,19 0 7 0,-7-4-4 15,2 1 0-15,0-3-4 0,2-1-3 0,1 0-3 16,-2 0 2-16,4 0 0 0,0 0 2 0,1 0 2 16,-3 0-2-16,-2 0 2 0,-1-17-6 0,0 17 7 15,-4 0-3-15,0 0-7 0,-3 0 10 0,-2 0-13 16,-1 0 9-16,-3-9-22 0,1 9-40 0,0 0-47 16,-2 0-70-16,0 0-18 0,0-7 6 0,0 7 29 15,0-7 47-15,0 1 13 0,0 0-18 0,-22-1 4 16,22 0 20-16</inkml:trace>
  <inkml:trace contextRef="#ctx0" brushRef="#br0" timeOffset="41837.29">2195 3002 467 0,'-5'0'-5'16,"1"17"1"-16,1-17 9 0,0 0 10 0,3 0 20 16,-2 0 10-16,2 0 6 0,0 0-4 0,0 0 3 15,0 0-16-15,0 0-2 0,0 0 5 0,0 0-19 16,0 0 7-16,0 0-8 0,0 0-16 16,0 0-2-16,0 0 7 0,0 0 0 0,0 0 6 0,16 0 0 15,-16 0 1-15,14 0-13 0,-14 0 11 16,20 0-6-16,-8 0 2 0,0 0 4 0,1 0-10 15,1 0 6-15,-3 0-8 0,2 10-3 0,-2-10-2 16,2 0 0-16,-2 0-4 0,0 0 9 0,-1 6-48 16,0-6-23-16,-1 0-30 0,1 0-33 0,-2 0 19 15,-1 0-31-15,0 0 20 0,0 0 28 0</inkml:trace>
  <inkml:trace contextRef="#ctx0" brushRef="#br0" timeOffset="42317.29">2668 3151 126 0,'2'-7'17'16,"1"1"7"-16,-1 0 8 0,-1-1 6 0,0 1-5 15,-1 0-6-15,1 2-6 0,0 0-2 0,0-1-6 16,-1 4 1-16,2-3-5 0,-1 4 0 0,0-1 5 15,-1 0 4-15,1 1 4 0,-1 0-11 0,0 0 0 16,0 0-10-16,0 0 0 0,0 0 9 0,0 0-10 16,0 0 0-16,0 0 9 0,0 0-4 0,0 17-1 15,0-17 6-15,0 12-17 0,0-12 11 0,0 17 1 16,0-7-6-16,0 0 12 0,0 3-10 0,0 0 1 16,0 1 15-16,0 0-10 0,0 3 4 15,0 0-9-15,0 3-1 0,0-1 1 0,0-1-15 16,0-1 18-16,0 0-13 0,0-2 8 0,0-1 14 15,0-1-13-15,0-2 8 0,-12-1-14 0,12-2-20 16,0 0-7-16,0-2-37 0,0-2-5 0,0 0-28 16,0-1-4-16,0-3 32 0</inkml:trace>
  <inkml:trace contextRef="#ctx0" brushRef="#br0" timeOffset="42682.6">2863 3043 281 0,'3'-6'5'0,"0"1"6"0,1-1 3 15,-2 1 5-15,4 0-4 0,-2-1 7 0,1 2-5 16,-1 1-1-16,0 2 4 0,-1-1-17 15,0 2 8-15,0-1-15 0,-1 1 10 0,1 0 4 0,-1 0-5 16,0 0 20-16,0 0-24 0,0 0 5 0,0 0 4 16,0 21-5-16,-2-21 20 0,3 17 5 15,-3-17-15-15,2 24 9 0,-2-10-4 0,0 0-10 16,0 3 15-16,0 1-15 0,0-1-15 0,0-1 5 16,0 2-5-16,0 1 6 0,0 0 4 0,0-1-4 15,0 0 4-15,0 2-5 0,-14-3 5 0,14 0 1 16,0-1-6-16,0-1 0 0,0-1 5 0,0-3-5 15,-10 0-15-15,10 1-30 0,0-2-22 0,-7-2-23 16,4 1-16-16,0-2-16 0,-1-1 16 0</inkml:trace>
  <inkml:trace contextRef="#ctx0" brushRef="#br0" timeOffset="43032.47">2805 3291 187 0,'-9'-5'5'0,"7"0"16"16,-1 0-7-16,3 0 15 0,-2 1-9 0,2-1-7 0,0 0 14 15,0 1-15-15,0 1 6 0,0 2-16 0,0-3 11 16,0 1 5-16,19-1-11 0,-19 1 14 15,15 1-20-15,-15-3-5 0,18 2 15 0,-6 1-6 16,-1 0-4-16,0 0 5 0,2 1 11 0,-1 1 1 16,1 0 9-16,-1 0 0 0,1 0-15 0,-2 0-5 15,0 0 0-15,-1 0 4 0,3 16 5 0,-4-16-5 16,-1 0 0-16,1 12-11 0,0-12-5 0,-3 0 11 16,0 13-11-16,0-13-1 0,-1 0 6 0,-1 10-10 15,-1-10 20-15,1 0-10 0,-1 0-26 0,-1 0-7 16,1 0-27-16,-1 0-11 0,3 0-17 0,-3 0-20 15,1 0 16-15</inkml:trace>
  <inkml:trace contextRef="#ctx0" brushRef="#br0" timeOffset="43337.36">3194 3162 416 0,'0'0'-5'0,"0"0"-1"16,2 0 18-16,-2 0-9 0,0 0 2 0,2 0 12 16,-2 0-18-16,0 0-4 0,1 0 10 0,0 0-10 15,-1 0 1-15,0 0 18 0,0 0-19 16,0 15 6-16,0-15 1 0,0 0 6 0,0 0 5 16,0 16 5-16,0-16 5 0,0 18-6 0,0-6-4 15,0-1-6-15,0 2-5 0,0 2-1 0,0 0 15 16,0 0-16-16,0 1 11 0,0-1-20 0,0-1-5 15,0 1 9-15,0-3-9 0,0 1 15 0,0-2 4 16,0 0 5-16,0-4 4 0,0 0-10 0,0-1-19 16,0-2-14-16,-11-2-8 0,11 0-7 0,0-2-8 15,0 0-28-15,0 0-31 0,0 0 17 0</inkml:trace>
  <inkml:trace contextRef="#ctx0" brushRef="#br0" timeOffset="43966.96">3368 3121 328 0,'5'-9'-5'0,"0"0"13"0,-3 1 1 0,1-1 12 16,-2 0 0-16,0 0-2 0,0 1 9 0,-1 1-11 15,0 1 10-15,0 1-10 0,0 1 0 0,0 2-5 16,0 1 4-16,0 0-10 0,0 1-5 0,1 0 4 15,-1 0-5-15,0 0 5 0,0 0 5 0,0 0 0 16,0 0 0-16,0 19 0 0,0-19-5 16,0 17 5-16,0-17 0 0,0 24 0 0,0-9 10 15,0 0-4-15,0-1 2 0,0 3 5 0,0 0-3 16,0 2 0-16,0 0-14 0,0-1 0 0,0 1-6 16,0 1-1-16,0-2 7 0,0-1 1 0,0-1 5 15,0-1 0-15,0-3 0 0,0-2 0 0,0-2-18 16,0-2 6-16,0-1-6 0,0-2 6 0,0-3-6 15,0 1 6-15,13-1 7 0,-13 0-6 0,0 0 18 16,14 0-19-16,-14 0 7 0,12 0-1 0,-5-18-11 16,2 18-2-16,0-14-11 0,0 14-8 0,3-16 13 15,-3 16-6-15,2-19 25 0,1 10-6 0,-2 0 1 16,-1 2-1-16,2 0-6 0,0 2-1 16,-4 0 0-16,3 2 7 0,-3-1-13 0,0 1 13 15,-2 0-6-15,0 1-1 0,0 2 26 0,-2-1-6 16,-1 0-13-16,-2 1 14 0,0 0-34 0,0 0 7 15,0 0 20-15,0 0-1 0,0 0 1 0,0 0-7 16,0 0 0-16,0 0-13 0,0 0-1 0,0 0-9 16,0 0-16-16,0 0 5 0,0 0 2 0,-15 0 16 15,15 0 10-15,0 0 1 0,-13 0 5 0,13 0 5 16,-9 0-5-16,9 0 0 0,-9 0 1 16,9 0 4-16,-7 0 6 0,7 0 5 0,-3 0 0 0,1 0-10 15,0 18 4-15,1-18 6 0,1 0-10 0,0 18 4 16,0-18-5-16,0 17-5 0,0-8 11 15,21 4-11-15,-21-2 11 0,20 3-16 0,-20-3 5 16,26 1 0-16,-13 0-6 0,2-3 17 0,-2 1-4 16,0-3-2-16,-2-1-25 0,0-1-26 0,-1-2-15 15,-3-2-11-15,-2-1-18 0,-5 0-44 0,4 0 17 16</inkml:trace>
  <inkml:trace contextRef="#ctx0" brushRef="#br0" timeOffset="44321.43">2991 2814 652 0,'-1'0'4'0,"-1"0"12"16,1 0 28-16,0 0 1 0,0 0-6 0,0 0-10 15,-1 0-23-15,0 0-11 0,0 13 0 0,1-13 0 16,-1 0-36-16,-3 9-31 0,2-9-29 0,1 9-25 16,-3-9-25-16,0 10 20 0,-1-6 30 0</inkml:trace>
  <inkml:trace contextRef="#ctx0" brushRef="#br0" timeOffset="44473.19">2767 2827 306 0,'0'0'-72'16,"0"0"-5"-16,0 0 1 0</inkml:trace>
  <inkml:trace contextRef="#ctx0" brushRef="#br0" timeOffset="45929.02">4321 3163 150 0,'1'-6'18'0,"1"0"9"0,0-1 18 0,3-2-3 15,0 2-17-15,-1-1 12 0,-1 1-25 0,2 0 18 16,-1 1 15-16,0 1-21 0,2-2 18 0,-2 2-9 16,0 0 4-16,0 1 22 0,-1-1 2 15,-1 0 7-15,0 3 4 0,0-1-23 0,-2 1-7 16,1 1-7-16,-1 0-22 0,0 0-7 0,0 1 5 15,0 0 1-15,0 0-6 0,0 0 4 0,0 0-16 16,0 0-11-16,0 0 6 0,0 0-5 0,0 0 12 16,0 19 16-16,-16-19-4 0,16 20 7 0,0-8 6 15,-18 5-6-15,18 3 7 0,-18 2 9 0,6 2-17 16,2 4-3-16,-1 0 11 0,-4 0-6 0,3 1-3 16,0 1-6-16,3-2-9 0,1-2-10 0,-1-1 19 15,2-3 1-15,-1-2-5 0,5-4 6 0,-3 0-4 16,1-5 0-16,1-1-9 0,0-3 4 0,2-1 4 15,1-2-3-15,1-2 14 0,0-1-1 0,0-1-8 16,0 0 14-16,0 0 3 0,0 0-4 0,0 0-8 16,0 0-10-16,0 0-14 0,0-18 10 15,18 18 0-15,-18-15 9 0,0 15 0 0,13-22-3 16,-13 8 1-16,9 0-4 0,-9-2-4 0,12-1-7 16,-5-3 15-16,0 1-12 0,2-2 7 0,-1 1 1 15,0-1-4-15,1 1 12 0,-2-1-3 0,0 0 2 16,-2 3-14-16,1 1-6 0,-1 0 10 0,3-1-4 15,-2 1 12-15,1 2-4 0,0 0-10 0,1 3 16 16,-2-2-1-16,0 2-5 0,1 2-2 0,-3 0-14 16,-1 3 0-16,2 1 10 0,-2 2 0 0,-1 2 10 15,0-1-10-15,-1 1 0 0,0 1 5 0,-1 0-5 16,0 1 4-16,0 0 6 0,0 0-20 16,0 0 5-16,0 0-6 0,0 0 5 0,0 0 10 15,0 0 1-15,0 0 0 0,0 0-14 0,0 14 22 16,0-14-7-16,0 0 2 0,0 17-2 0,0-17-9 15,0 18 6-15,0-7 4 0,14 3 4 0,-14-1-4 16,0 0-1-16,0 2-6 0,14 3 6 0,-14-1 3 16,9 1 2-16,-9 0 0 0,9 3-10 0,-2-1 6 15,0 3 0-15,2 0-1 0,0-2 9 0,1 2-7 16,-1-1-5-16,1-1 1 0,1 0 5 0,-2-1-8 16,1-3 12-16,0 0-3 0,-3-2 0 0,0 0 4 15,-2-3-21-15,0 0 10 0,-1-3-1 0,-1-2 4 16,-2-1-7-16,0-1-31 0,-1-2-78 15,0 0-37-15,0-2-24 0,0-1 0 0,0 0 43 16,0 0-19-16,0 0 37 0,0 0 28 0</inkml:trace>
  <inkml:trace contextRef="#ctx0" brushRef="#br0" timeOffset="46228.47">4218 3382 469 0,'-8'0'-4'0,"-2"0"29"0,4 0 21 0,0 0 22 15,1 0 15-15,0 0-28 0,-1-13-14 0,4 13-29 16,-1 0-6-16,1 0-12 0,0 0 0 0,0 0 5 16,2 0-5-16,0 0 12 0,0 0-12 0,20-9 6 15,-20 9-5-15,16 0-1 0,-16 0 17 0,27 0-5 16,-10-3 6-16,0 3 0 0,3 0-17 0,-1 0-1 15,-1 0 6-15,3 0-5 0,-1 0 4 0,-2 0 13 16,0 0-12-16,-2 0 12 0,0 0 0 0,-3 0-6 16,3 0 6-16,-4 0-17 0,1 0 5 0,-2 0-37 15,-1 0-25-15,1 0-19 0,1 0-33 0,-3 0 5 16,-1-15-22-16,0 15 9 0,-1-14 26 0</inkml:trace>
  <inkml:trace contextRef="#ctx0" brushRef="#br0" timeOffset="46536.77">4926 3306 1097 0,'1'7'-6'16,"1"1"-5"-16,-2-3 5 0,1-1 0 0,-1-4 10 15,0 0-5-15,0 0-34 0,0 0-60 0,0 0-40 16,0 0-12-16,0 20-7 0,0-20 38 15,0 0 6-15,0 19-6 0,0-19 37 0</inkml:trace>
  <inkml:trace contextRef="#ctx0" brushRef="#br0" timeOffset="46621.55">4930 3439 198 0,'0'6'6'0,"0"0"6"0,0 0 2 0,0 0 11 16,0-2-6-16,0 0-12 0,0 0 8 0,0-1-11 16,0 2-4-16,12-3-14 0,-12 1-65 0,0-2 1 15</inkml:trace>
  <inkml:trace contextRef="#ctx0" brushRef="#br0" timeOffset="55652.63">26528 3348 67 0,'0'0'15'0,"0"0"10"0,0 0 2 16,0 0 0-16,0 0-4 0,0 0-5 0,0 0-1 16,0 0 4-16,0 0-15 0,0 0-5 0,0 0 6 15,0 0-1-15,0 0 1 0,0 0 9 0,0 0-5 16,0 0 6-16,0 0-1 0,0 0-4 0,0 0-9 16,0 0-2-16,0 0 0 0,0 0 5 0,0 0 0 15,0 0-5-15,0 0 9 0,0 0-10 0,0 0 10 16,0 0-5-16,0 0-10 0,0 0 5 0,0 0 5 15,0 0-4-15,0 0 4 0,0 0-4 0,0 0 0 16,0 0 9-16,0 0 1 0,0 0 0 16,0 0 0-16,0 0-9 0,0 0 9 0,0 0-5 15,0 0-1-15,0 0 10 0,0 0-10 0,0 0 10 16,0 0-14-16,0 0-5 0,0 0 14 0,0 0-5 16,0 0 9-16,0 0-5 0,0 0-13 0,0 0 9 15,0 0-4-15,0 0 4 0,0 0 4 0,0 0-13 16,0 0 8-16,0 0 1 0,0 0 5 0,0 0 0 15,0 0-5-15,0 0 10 0,0 0-10 0,0 0 14 16,0 0-14-16,0 0 10 0,0 0-6 0,0 0-13 16,0 0 18-16,0 0-24 0,0 0 5 0,0 0 10 15,0 0-5-15,0 0-5 0,0 0 5 16,0 0 0-16,0 0-4 0,0 0 13 0,0 0-9 0,0 0-5 16,0 0 5-16,0 0-4 0,0 0 13 15,0 0 6-15,0 0-15 0,18 0 5 0,-18 0 0 16,0 0-10-16,0 16 15 0,0-16-6 0,0 0-8 15,0 0 4-15,9 0 4 0,-9 0 1 0,0 0 6 16,0 0-6-16,4 0-5 0,-4 0-5 0,6 0-6 16,-4 0 11-16,0 0 6 0,2 10 17 0,-1-10-12 15,1 0-5-15,-2 0 0 0,3 6-18 0,-1-6 18 16,1 2 12-16,-2 0-6 0,1-2 11 0,2 1-6 16,1 1-5-16,-3-2 5 0,4 1-5 0,-4 0-6 15,2-1-6-15,-1 2-5 0,-1-1-1 16,1-1 17-16,0 0-6 0,-1 0-5 0,1 0 12 15,-3 2-18-15,4-2 6 0,-3 0 12 0,-1 0-18 16,0 0 12-16,2 1-12 0,2-1 0 0,-4 1 0 16,0 0-5-16,0-1 11 0,2 2 0 0,-2-2 6 15,-1 0-1-15,1 1-5 0,0-1 0 0,2 1 6 16,-2 0-6-16,2 0-6 0,0 1 6 0,2-1-5 16,-3 0 4-16,3 1 13 0,-1-1-18 0,2 0-5 15,-1 1 11-15,-1-1-6 0,1 1 12 0,1-2 5 16,1 1 0-16,-2 0-5 0,1-1-6 0,-1 1 0 15,1 0-11-15,0 1 27 0,2-2-16 0,-3 0 0 16,-1 1-1-16,2 0-9 0,-2 0 10 0,1 0 0 16,-2-1 11-16,3 1-6 0,-1 0 0 15,0 0 6-15,0 0-22 0,-1 0 11 0,1 0-10 16,-1 0-1-16,0 1 5 0,1-1 1 0,-3 1 15 16,3-1-5-16,-2 1 11 0,1-1-22 0,-1 1-5 15,3-1 6-15,-2 0 0 0,-1 1 10 0,1-1 7 16,-1 0-12-16,3 1-11 0,0-1 6 0,-1 1 10 15,1-1 0-15,0 1 7 0,4-1-7 0,-4 0-5 16,4 0 1-16,1 0 4 0,-2 0-1 0,-1-1-4 16,1 1 0-16,-1 1 0 0,-1-2-6 0,-3 0 7 15,2 1-1-15,-2 0 0 0,1-1 0 16,1 0-6-16,-1 0 11 0,2 0 1 0,0 2-1 0,1-1 1 16,0-1-7-16,-2 0 2 0,2 0-6 15,-2 2 5-15,-1-2-6 0,2 0-4 0,-2 1 9 16,-2-1 2-16,1 0 9 0,-1 0-10 0,0 0 0 15,0 0 0-15,0 0 0 0,0 0 5 0,-2 0-5 16,1 0-5-16,-1 0-1 0,0 0 1 0,0 0 5 16,0 0 5-16,0 0-10 0,0 0 5 0,1 0 0 15,-3 0-4-15,5 0 4 0,-1 0 0 0,-3 0 0 16,0 0 0-16,0 0 10 0,3 0 1 0,-2 0-6 16,0 0 0-16,-2 0-10 0,3 0-1 0,-1 0 6 15,0 0-5-15,0 0 11 0,0 0-6 16,2 0 0-16,-2 0-1 0,0 0-4 0,0 0 5 15,0 0-10-15,0 0 16 0,-2 0-1 0,4 0-6 16,-3 0 6-16,-1 0 1 0,2 0-12 0,-2 0 6 16,2 0 1-16,2 0-6 0,-2 0 5 0,0 0 6 15,-1 0-1-15,4 0 5 0,-3 0-9 0,0 0-2 16,0 0 1-16,0 0-5 0,-1 0 5 0,1 0-11 16,-2 0 17-16,2 0-6 0,0 0 4 0,1 0 2 15,-1 0-6-15,-1 0-1 0,2 0-9 0,0 0 10 16,-3 0-10-16,2 0 11 0,0 0 4 0,0 0-4 15,-2 0 4-15,0 0-11 0,0 0 7 0,0 0-2 16,0 0-4-16,0 0 11 0,0 0-1 0,0 0 0 16,0 0 6-16,0 0-6 0,0 0-4 15,0 0-6-15,0 0 0 0,0 0-29 0,0 0-24 16,0-11-8-16,0 11-24 0,0 0 4 0,0 0 27 16,0 0-1-16,0 0 17 0,0 0 13 0,0-5-10 15,0 5-3-15,0-3 3 0,0 1-8 0,0-1 10 16,0 1 2-16,0 0-16 0,14 0 15 0,-14 0 2 15</inkml:trace>
  <inkml:trace contextRef="#ctx0" brushRef="#br0" timeOffset="56713.26">27371 3406 79 0,'0'0'0'0,"0"0"6"15,0 0 5-15,0-1 5 0,0 1 9 0,0 0-4 16,0 0 1-16,0 0-4 0,0 0-10 0,0 0-1 16,0 0-4-16,0 0 8 0,0 0 10 0,0 0 4 15,0 0-9-15,0 0-9 0,0 0-10 0,0 0 14 16,0 0-1-16,0-11-9 0,0 11 13 0,0 0-17 16,0 0 9-16,0 0 17 0,0 0-17 15,0 0 5-15,0 0-1 0,0 0-12 0,0 0 22 0,0 0-5 16,0 0-4-16,0 0 4 0,-16 0-13 0,16 0 3 15,0 0 10-15,0 0-6 0,0 0-3 16,0 0-1-16,0 0 1 0,0 0 9 0,0 0 0 16,0 0 0-16,0 0 0 0,0 0-10 0,0 0 0 15,0 0 1-15,0 0-6 0,0 0 10 0,0 0 4 16,0 0-9-16,0 0 9 0,0 0-5 0,0 0-9 16,0-12 10-16,0 12-10 0,0 0 0 0,0 0 9 15,0 0-9-15,0 0 0 0,0 0 5 0,0 0-5 16,0 0 10-16,0 0-10 0,0 0-4 0,0 0 4 15,0 0 0-15,0 0 5 0,0 0 4 0,0 0-9 16,0 0-5-16,0 0 0 0,0 0 1 16,0 0 8-16,0 0-4 0,0-13 0 0,0 13-5 15,0 0-9-15,0 0 14 0,0 0 0 0,0 0 0 16,-20 0 0-16,20 0-5 0,0 0 10 0,0-7-5 16,0 7 4-16,-11 0 1 0,11-4-10 0,0 4 15 15,0-3-10-15,-9 1-5 0,9 2 0 0,-5 0-14 16,5-1 24-16,-6-1-14 0,3 2 4 0,0 0 19 15,1-1-23-15,-2 1 13 0,0-1 1 0,3-1-10 16,-1 2 5-16,0-1 5 0,0 1 0 0,0-1-5 16,0 0 5-16,2 1-5 0,-2-1 0 15,2 0 4-15,-1-2-8 0,0 3 4 0,-3 0 0 16,2-1-10-16,2 0 15 0,0 1-10 0,-2 0 5 16,0-1 5-16,2 1-10 0,-2-1 10 0,-1 1 0 15,3 0-5-15,0 0 4 0,-2 0-4 0,2 0 10 16,0 0 17-16,0 0-13 0,0 0 7 0,0 0-15 15,0 0 0-15,0 0 6 0,0 0-6 0,0 0 12 16,0 0-24-16,0 0 12 0,0 0 0 0,0 0-12 16,0 0 12-16,0 0-6 0,0 0-12 0,0 0 0 15,0 0 1-15,0 0-1 0,0 0 12 0,0 0-7 16,0 0 13-16,0 0-12 0,0 0 6 0,0 0 6 16,0 0-6-16,0 0 18 0,17 16-12 0,-17-16 0 15,0 0-12-15,0 13-6 0,10-13 12 16,-10 14 0-16,0-14 6 0,9 11-7 0,-9-4 1 15,7 0 17-15,-5 0-11 0,3-2 11 0,-1 2-18 0,1-2-10 16,-1 1 6-16,0-1-7 0,-1 1 12 16,-1 0-5-16,0-1 10 0,1 0-5 0,1-1 0 15,-2 0-6-15,-1 0-5 0,-1 0 11 0,2-1 6 16,0-1 5-16,-2 1 0 0,0-1-11 0,0 0-5 16,2-1 5-16,-2 0 0 0,2 2 0 0,-2-3 5 15,0 1-5-15,0 1-5 0,0-2 5 0,0 1-6 16,0 2-5-16,0-2 5 0,0 1 12 0,0 1-1 15,0-1 6-15,-18 1 1 0,18 1-7 0,0 0-10 16,-18 0 10-16,18 0-4 0,-18 1-12 0,18-1 16 16,-15 0-16-16,8-1 11 0,-2 0 17 15,2-1-12-15,3 1 1 0,-1-2-17 0,1 1-6 16,2-1 11-16,-1 0 12 0,1 0 5 0,2-1-5 16,0 1-6-16,0-1-5 0,0 1 5 0,0-1 0 15,0 0 11-15,0 0-6 0,0 0-5 0,0 0 12 16,0 0-7-16,0 0 1 0,0 0 5 0,0 0-10 15,0 0-7-15,0 0 6 0,0 0 0 16,0 0 0-16,0 0 0 0,0 0 0 0,0 0-17 0,0 0-12 16,0 0-28-16,0 0-24 0,0 0-17 0,0 0-21 15,0 0-15-15,0 0 14 0,14 0 34 16</inkml:trace>
  <inkml:trace contextRef="#ctx0" brushRef="#br0" timeOffset="58016.63">26576 3580 102 0,'0'0'10'0,"0"0"15"16,0 0 6-16,0 0 5 0,0 0-15 16,0 0-9-16,0 0 0 0,0 0-5 0,0 0 8 15,0 0-3-15,0 0-2 0,0 0-8 0,0 0-1 16,0 0 4-16,0 0 4 0,0 0 15 0,0 0-4 16,0 0-4-16,0 0-8 0,0 0 4 0,0 0 4 15,0 0-1-15,0 0 5 0,0 0-6 0,0 0 1 16,0 0-1-16,0 0-9 0,0 0 5 0,0 0-5 15,0 0-9-15,0 0 8 0,0 0-8 0,0 0-1 16,0 0 10-16,0 0-1 0,0 0-8 0,0 0 8 16,0 0-4-16,0 0-9 0,0 0 18 0,0 0-13 15,0 0 4-15,0 0 9 0,0 0-13 0,0 0 14 16,0 0-6-16,0 0-3 0,0 0 8 16,0 0-13-16,0 0 9 0,0 0-5 0,0 0 0 15,0 0-1-15,0 0-4 0,0 0 5 0,0 0 0 16,0 0 0-16,0 0-5 0,0 0 10 0,0 0-5 15,0 13 0-15,0-13 4 0,0 0-8 0,0 0 0 16,0 15 4-16,0-15 0 0,0 10 0 0,0-10 0 16,-11 10 0-16,11-4 4 0,0 1-4 0,-8-2-8 15,8 2 12-15,-6 0-8 0,6 0 9 0,-5 0 8 16,1 0-9-16,2-1 0 0,-2 0 1 0,1 1-1 16,0-1 1-16,1 1-1 0,0-2 5 0,0 3-4 15,-1-1 0-15,-1-2 4 0,2 2-13 0,0 0 13 16,0-2-14-16,0 0 5 0,-1 1-4 15,3 0-1-15,-2-1 5 0,2 0 0 0,0 0 5 16,0 0 4-16,0-2 0 0,0 1-5 0,0-1 5 16,0 0-13-16,0-1 4 0,0 0 4 0,0-1 1 15,0 0-5-15,0 0 5 0,0-1-10 0,0 0 6 16,0 0 8-16,0 0-18 0,0 0 14 0,0 0 0 16,0 0-15-16,0 0 5 0,0 0-21 0,0 0-29 15,0 0-12-15,0 0-8 0,0 0-19 0,0 0-13 16,0 0 21-16</inkml:trace>
  <inkml:trace contextRef="#ctx0" brushRef="#br0" timeOffset="59439.93">26728 3802 64 0,'0'0'6'0,"0"0"0"0,0 0 4 16,0 0 10-16,0 0-15 0,0 0 4 0,0 0-8 15,0 0-13-15,0 0 18 0,0 0-7 0,0 0 5 16,0 0-1-16,0 0-13 0,0 0 7 0,0 0-2 16,0 0 6-16,0 0 9 0,0 0-1 0,0 0 2 15,0 0-3-15,0 0-2 0,0 0 6 16,0 0-1-16,0 0 9 0,0 13-4 0,0-13-9 16,0 0 5-16,0 0-1 0,0 10 5 0,0-10-6 15,0 7-6-15,-18-7 1 0,18 10-1 0,0-4 0 16,0-1 6-16,0 2-6 0,-9 0-4 0,9 1 4 15,0-1-14-15,-8 2 14 0,8-1-4 0,-5 0 9 16,0 1 4-16,3 0-13 0,0 1 8 0,-1-2-9 16,1-1 10-16,0-1-14 0,2 1 1 0,-4-2 6 15,2 0-10-15,2 0 13 0,0-2 0 0,0 0-9 16,-2 0 9-16,2-2 0 0,0 1-5 16,0-1 0-16,0-1-1 0,0 0-3 0,0 0 15 0,0 0-5 15,0 0-9-15,0 0 8 0,0 0-5 16,0 0 19-16,0 0-10 0,0-15 1 0,0 15-14 15,15 0-9-15,-15-15 14 0,0 15 6 0,0-18-4 16,12 9-1-16,-12-4 1 0,8-2-11 0,-8 1 16 16,9-1-7-16,-5 0-4 0,4 1-4 0,-4 0-5 15,1 0 10-15,1 2 12 0,-2 1 6 0,1 1-1 16,0 0-9-16,-1 3 0 0,-1 0-9 0,-1 3 4 16,2-2 9-16,-2 3-19 0,0-1 18 0,1 3-4 15,-1-1-5-15,0 0 10 0,2-1-10 0,0 3-4 16,0-3-1-16,-2 2 1 0,0 0-1 0,2 0 1 15,-3-1 3-15,3 2 1 0,-2-2-4 16,0 2 9-16,2 0-9 0,-3 0-1 0,4 0 5 0,1 0-5 16,-1 0 4-16,1 0 1 0,-1 0-1 15,4 0 1-15,-2 0 8 0,1 17-4 0,-1-17-4 16,1 0 4-16,-4 12-9 0,2-12 8 0,-1 0 1 16,-3 13-9-16,0-13 9 0,0 7-9 0,1-7 5 15,-3 7 5-15,0-3-11 0,0-1 6 0,0 1-4 16,0-1 4-16,0 1-4 0,-18 0 3 0,18 1 10 15,0-1-10-15,-16 0 5 0,16-1 1 0,-15 0-14 16,15 0 14-16,-14-1 0 0,14 0-5 0,-14-2 4 16,6 0-4-16,0 0 0 0,2 0 0 0,-1 0 4 15,1 0-4-15,-4 0 0 0,6 0 5 0,-3 1-10 16,-1 0 5-16,3 0-5 0,-2 0-5 16,4 1 10-16,-3 0-5 0,2 0 10 0,1-1-1 15,-1 2 0-15,2-1 5 0,2-1-5 0,-2 2 6 16,0-2-10-16,2 1-15 0,0-1 5 0,0 0-5 15,0 1 6-15,0-1 13 0,0 2 1 0,0 1-11 16,0 0 15-16,0 2-6 0,0-1-4 0,0 1 14 16,19 1-10-16,-19 2-3 0,0-1-6 0,14 0 1 15,-14 1 4-15,13 0 10 0,-13-2-5 0,13 1 1 16,-3-2 0-16,-3-2-9 0,1 0 10 0,2-1-4 16,-1 0-10-16,-1-1 13 0,1 0 1 0,-1-1-6 15,-2 3 10-15,0-1-14 0,-1-1-1 16,-1-1 15-16,1-1-15 0,-4 0 5 0,1 2 0 15,-2-2-5-15,2 0 6 0,-2 0-2 0,0 0-5 16,0 0-18-16,0 0-6 0,0 0-40 0,0 0-30 16,0-15 9-16,0 15 13 0</inkml:trace>
  <inkml:trace contextRef="#ctx0" brushRef="#br0" timeOffset="59965.04">27020 3966 86 0,'2'0'5'0,"-2"0"7"0,3 0 6 15,0 0 12-15,-3 0 6 0,2 0-4 0,0 0 0 16,0 0 0-16,0 0-7 0,-2 0-1 0,0 0-5 15,0 0-6-15,0 0 0 0,0 0 4 0,0 0-7 16,0 0-5-16,0 0-9 0,0 0 5 0,0 0-1 16,0 0 6-16,0 0 0 0,0 0-15 0,0 0 9 15,-14 0-1-15,14 0 1 0,0 0 10 0,0 0-10 16,-9 0-5-16,9 0 10 0,-10 0-14 0,10 0 9 16,-10 0 0-16,3 0-5 0,3 0 9 15,-2 0-4-15,1 0 5 0,-1 0 0 0,0 0 10 16,0 0-11-16,4 0 1 0,-3 0-5 0,1 0-5 15,2 0-3-15,-3 0 10 0,5 0-11 0,-5 10 5 16,3-10 19-16,0 0-20 0,0 9 6 0,2-9 0 16,-3 7-11-16,1-7 16 0,2 6 9 0,-2-4-19 15,2 1 0-15,0 1-5 0,0-1-1 0,0 0 16 16,0 1-1-16,0 0 6 0,0 0-10 0,0 1-10 16,18-1 19-16,-18 1-14 0,0 0 9 0,16 0 4 15,-16 0-8-15,14-1 9 0,-14 0-5 16,15-1-4-16,-6 0-6 0,0 0-13 0,0-1 9 15,-1 1 9-15,-1-2 5 0,1 1 9 0,0 0-13 16,-3-1-1-16,1 0-5 0,-1-1-4 0,0 0 12 16,-1 0-9-16,-1 0-17 0,-1 0-16 0,2 0-12 15,-4 0-32-15,0 0-6 0,0 0 21 0,0 0 8 16</inkml:trace>
  <inkml:trace contextRef="#ctx0" brushRef="#br0" timeOffset="60308.34">27088 3977 126 0,'0'-1'7'0,"0"-1"19"0,0-1 0 0,0 2 6 16,0-1 3-16,0 2-16 0,0 0-2 0,0 0-5 15,0 0-10-15,0 0-1 0,0 0-5 0,0 0 5 16,0 0-1-16,0 0 1 0,0 0 1 0,0 0-8 15,0 0 7-15,0 0 3 0,0 0-4 0,0 0 12 16,0 0 0-16,0 0-4 0,0 0-1 0,0 0-11 16,0 16 2-16,0-16-5 0,0 0 19 0,0 16-4 15,-18-16-6-15,18 10 15 0,0-10-15 0,-17 15 0 16,17-6 10-16,-12-2-10 0,12 2 5 0,-11-1-5 16,6 2 0-16,-2-2-6 0,3 2 0 15,-1-2 9-15,-1 1-9 0,3 0 15 0,-4-1-5 16,3 0-1-16,1 1 1 0,1-3-10 0,-2 3-1 15,2-2 1-15,0-2-5 0,-3 1-8 0,3 0-11 16,-2-1-23-16,1-1-22 0,-2-1-13 0,3 0 15 16</inkml:trace>
  <inkml:trace contextRef="#ctx0" brushRef="#br0" timeOffset="63724.09">27193 4169 85 0,'0'0'9'0,"0"0"-2"16,0 0 4-16,0 0 9 0,0 0-17 0,0 0 12 16,0 0-1-16,0 0-11 0,0 0 11 0,0 0-2 15,0 0-4-15,0 0 8 0,0 0 5 16,0 0-15-16,0 0 6 0,0 0 3 0,0 0-14 0,0 0 10 16,0 0 9-16,0 0-9 0,0 0 0 15,0 0-1-15,0 0-9 0,0 0 0 0,0 0 0 16,-13 0 4-16,13 0-4 0,0 0-1 0,0 15 6 15,0-15-10-15,-14 0 9 0,14 0-4 0,0 0 5 16,0 0 14-16,-6 0-9 0,6 0 0 0,0 0-10 16,0 0 0-16,0 0-1 0,-4 0 9 0,3 0-4 15,-1 0-8-15,2 0 3 0,-2 0-5 0,0 0 5 16,-1 0 5-16,3 0-5 0,-2 0-5 0,2 0 14 16,-1 0-8-16,1 0-1 0,-2 0 15 0,2 0-10 15,0 0 5-15,0 0 4 0,0 0-14 0,0 0 5 16,0 0-4-16,0 0 0 0,0 0 4 0,0 0-4 15,0 0-1-15,0 0 0 0,0 0 0 16,-13 0 4-16,13 0 10 0,0 0-19 0,0 0 6 16,0 0-10-16,0 0 0 0,0 0 18 0,0 0-10 15,0 0 1-15,-10 0 1 0,10 0-10 0,0 0 10 16,0 0 8-16,0 0-9 0,0 0 14 0,0 0-9 16,0 0 4-16,0 0 0 0,0 0-13 0,0 0 5 15,0 0-1-15,0 0 5 0,0 0-1 0,0 0-4 16,0 0-5-16,0 0 0 0,0 0 5 0,0 0 9 15,0 0-9-15,0 0 5 0,0 0 0 16,0 0-6-16,0 0 1 0,0 0-4 0,0 0 0 0,0 0-1 16,0 0 1-16,0 0 8 0,0 0-3 15,0 0-6-15,0 0 6 0,0 0-10 0,0 0 13 16,0 0-4-16,0 0 5 0,0 0-1 0,0 0-13 16,0 0 13-16,0 0 1 0,0 0-5 0,0 0 9 15,0 0-9-15,0 0-5 0,0 0 6 0,0 0-5 16,0 0 4-16,0 0 9 0,0 0-5 0,0 0 1 15,0 0 0-15,0 0-5 0,19 0 0 0,-19 0-4 16,0 0 8-16,14 12-12 0,-14-12 12 0,13 0 5 16,-13 0-4-16,11 0 8 0,-11 0-13 0,12 0 0 15,-12 0-4-15,11 0 0 0,-7 0 4 0,0 0 4 16,2 0-8-16,-2 0 8 0,0 0-4 16,-1 0 0-16,-1 0 4 0,0 0-4 0,0 0 4 15,2 0-8-15,-2 0 4 0,-1-12 0 0,1 12 5 16,-2 0 4-16,3-10-5 0,-3 10-9 0,2-8 5 15,-2 8-5-15,0-9 10 0,2 1 4 0,-2 2-9 16,2 0-1-16,-2-1-13 0,0 1 9 0,0 0 0 16,0-1 5-16,0 2 9 0,0 0-4 0,0 0-10 15,0 3 9-15,0-1 1 0,0 1-10 0,0 0 14 16,0 1-4-16,0 0-9 0,0 0 8 16,0 0 1-16,0 0-14 0,0 0 18 0,0 0-4 0,0 1-5 15,11-1 5-15,-11 1-5 0,0-1 0 0,9 1-5 16,-9 0 5-16,10 0-5 0,-10 0-9 15,10 0 4-15,-5 0 1 0,-3 0 9 0,0 0 0 16,2 0 1-16,0 0 8 0,0 14-13 0,-2-14 4 16,2 0 9-16,-1 0-8 0,-1 11 8 0,2-11-9 15,0 0-4-15,-1 10 4 0,0-10-5 0,1 7 19 16,-1-7-9-16,-1 5 0 0,2-3-10 0,-2 1 1 16,-2-3 4-16,3 2-10 0,-1 0 6 0,-2-1-1 15,2 1 5-15,-2-2 0 0,0 0 4 0,0 1 1 16,0-1-10-16,0 2 5 0,0-2-9 0,0 1 5 15,0 0-1-15,0 0 15 0,0 1 8 16,0 0-27-16,0 1 14 0,-15-1-23 0,15 3 13 0,0-3 14 16,0-1-8-16,-7 2 3 0,7 0-8 15,0-1 0-15,-8 2-1 0,8-1 14 0,-6 1-18 16,4-1 5-16,0 2 13 0,0 0-4 0,-1 0-1 16,3 0 1-16,-2 0-14 0,2-1 5 0,0 2 9 15,0-2 4-15,0 2 0 0,0-2-4 0,0 1 4 16,0-1-9-16,15-1 10 0,-15 3-15 0,14-2 5 15,-14-2 5-15,16 3-14 0,-4-4 14 0,-2 1-5 16,1 1 4-16,3-2 1 0,-5-1 0 0,2 1-1 16,1-1-4-16,-2 0-5 0,-1 0 1 0,-1 0-10 15,-2 0-15-15,-1 0-23 0,-1 0-39 0,-2 0-44 16,1 0 4-16,0 0 35 0</inkml:trace>
  <inkml:trace contextRef="#ctx0" brushRef="#br0" timeOffset="87379.75">5681 4007 213 0,'0'0'0'0,"0"0"10"0,0 0 6 15,0 0-5-15,0 0 6 0,0 0-19 0,0 0 4 16,0-15 15-16,0 15-4 0,0 0 24 0,0 0 8 15,0-14-14-15,0 14-2 0,0 0-4 0,16-12-23 16,-16 12 10-16,0-7 10 0,0 7-4 0,0-5 4 16,8 1 5-16,-8 1-16 0,0 0 6 15,0 1 4-15,0-1-10 0,5 0 10 0,-5 0-6 0,0 1-4 16,0 0 12-16,0 0-17 0,2 0-6 16,2 0 6-16,-4 0-12 0,0-1 6 0,2 1 0 15,-2 0 0-15,2-1 0 0,-1 1 7 0,-1 0-7 16,1 0 0-16,0 1 0 0,0 0-1 0,-1 0-4 15,0 1 6-15,0 0-1 0,0 0 0 0,0 0 5 16,0 0-6-16,0 0 1 0,0 0 1 0,0 0-1 16,0 0 0-16,0 0-7 0,0 0 0 0,0 0 2 15,0 0-6-15,0 0 6 0,0 0 0 0,0 0 10 16,0 0 0-16,0 0 0 0,0 0-5 0,0 0 6 16,0 17 7-16,0-17-13 0,0 0 5 0,0 15-5 15,0-15 1-15,0 13 6 0,0-13 6 16,0 13-13-16,-12-5-7 0,12 2 13 0,0-1-6 15,0 0 12-15,-9 2 1 0,9 0 5 0,0 3-7 16,-6-1-11-16,2 0 6 0,1 1-6 0,0 1 17 16,-1 0 11-16,-1 0-17 0,0 0 0 0,1 0-17 15,-1 0-1-15,1 0 23 0,0 1-16 0,1-1 11 16,-2-2 0-16,3 2-6 0,0-1 6 0,1-1 5 16,0-1-11-16,1 0-4 0,0 0 4 0,0-3-5 15,0 1 6-15,0-1-1 0,0-1 5 0,0 0-9 16,18-2 5-16,-18 0 5 0,0-1 1 0,15 0 8 15,-15-2-10-15,13 2 1 0,-13-3-5 0,15 1-1 16,-6-1 7-16,0-2-7 0,1 2 1 0,0 0-1 16,3-2 4-16,0 0-4 0,1 0 5 15,0 0-10-15,1 0 6 0,3 0 3 0,-2-21-18 16,0 21 14-16,-1-12-30 0,-1 12-33 0,0-15-33 16,-2 15-46-16,2-19-10 0,-3 8 9 0,-2-1-11 15,0 0 14-15,0-2 30 0</inkml:trace>
  <inkml:trace contextRef="#ctx0" brushRef="#br0" timeOffset="87625.33">6035 3635 541 0,'0'0'-26'0,"0"0"-33"0,0 0-12 16,0 16-12-16,-20-16 6 0,20 0 1 0,0 0 11 15</inkml:trace>
  <inkml:trace contextRef="#ctx0" brushRef="#br0" timeOffset="88862.93">6058 4287 70 0,'2'-3'5'0,"0"1"17"0,-2-3 10 0,4 2 15 15,-3-1 6-15,1 1-14 0,-2-1-1 0,2 1-8 16,-1 0-2-16,-1 1-5 0,0 2 4 0,0-2-6 16,0 1-10-16,0-1 4 0,0 2-6 0,0 0 1 15,0 0-1-15,0 0-3 0,0 0-10 0,0 0-5 16,0 0 9-16,0 0-5 0,0 0 5 0,0 0 4 16,0 0-4-16,0 0 9 0,0 0-4 0,0 0-4 15,0 17-1-15,0-17-4 0,0 15 9 0,0-15 0 16,-15 22-4-16,15-9 13 0,0 1-9 0,-15 1 4 15,15 2-5-15,0-2-3 0,-10 0-2 0,10 1 6 16,0-1 4-16,-6-2-9 0,6 0 0 0,0-2-5 16,0-1 4-16,-2 0-3 0,2-1 3 15,0-1 6-15,-1-1-5 0,1-2 13 0,0-2-8 16,0 1 0-16,0-3-1 0,0 1 1 0,0-2 10 16,0 0 9-16,0 0-1 0,0 0 1 0,0 0-10 15,0 0-18-15,0-17-1 0,0 17 11 0,0-13-6 16,0 13 5-16,0-21 10 0,12 9-21 0,-12-3 11 15,0-1 0-15,0-1-16 0,0-1 11 0,0-3-9 16,7 3 4-16,-7-2 10 0,4 1-10 16,-1 2 20-16,1 1-15 0,0 3-5 0,-1 1 5 0,1 2-10 15,-1 1 5-15,3 1 5 0,0 0 0 16,0 1-5-16,1 0 5 0,1 0 5 0,0 1-10 16,2-1 15-16,-2 1-6 0,1 1-13 0,-2 1 9 15,3 1-5-15,-3 1 0 0,0-1 10 0,-1 3-10 16,2 0-9-16,0 0 9 0,-3 0 1 0,2 0-1 15,2 0 10-15,-2 16-9 0,0-16-5 0,-1 0 9 16,2 19 5-16,-3-19 4 0,-1 13-4 0,-2-13 4 16,1 14-9-16,-1-14-5 0,-1 11 5 0,-1-11 0 15,0 7 5-15,0-2 4 0,0-3 0 0,0 1-4 16,0 1-1-16,0-2-8 0,0 0 9 0,0 2-5 16,-15-2-5-16,15 1 14 0,0 1-13 0,-13-1 4 15,13-2-4-15,-11 3-1 0,11-2 5 16,-13 1 0-16,6 1 4 0,0-1-8 0,0 2 8 15,-1-1 1-15,1 0 0 0,0 0-1 0,2 2-9 16,0-2-8-16,-2 1 4 0,3 0 0 0,1-1 9 16,0 1 9-16,1-1-9 0,1 0 9 0,1 0-10 15,0 0 1-15,0 0 0 0,0-1-4 0,0 1 4 16,0-1-4-16,0 1 4 0,0 0-5 0,18 0 5 16,-18 1 5-16,0 0 4 0,15-1 0 0,-15 2-5 15,16-1 7-15,-6-2 1 0,-1 3 10 0,3-3 1 16,0 0 6-16,0 0-12 0,3 0 1 0,-3-2-13 15,1 1 1-15,-3 0 5 0,1-1-11 0,-3-1 16 16,-2 0-22-16,-2 0 1 0,-1 1 21 0,-1 0-15 16,0-1 9-16,-2 0 2 0,0 0-17 15,0 0 5-15,0 1 1 0,0-1-36 0,0 0-38 16,0 0-31-16,0 0-30 0,0 0 0 0,0 0-1 16,-14 0 20-16,14 0 31 0</inkml:trace>
  <inkml:trace contextRef="#ctx0" brushRef="#br0" timeOffset="89698.93">6430 4350 99 0,'7'0'5'0,"-1"-15"5"0,0 15-4 0,2 0 5 15,-1 0 1-15,0 0-6 0,-2 0 14 0,-1 0-5 16,0-8-4-16,0 8 1 0,-1 0-6 0,-1 0 5 16,-1 0 1-16,1 0 9 0,-2 0 0 0,0 0-7 15,0 0 18-15,0 0-11 0,0 0 5 0,0 0-1 16,0 0-18-16,0 0 7 0,0 0-13 0,0 0 8 15,0 0-9-15,0 0 5 0,0 0 5 0,0 0-5 16,0 0 9-16,-15 0-4 0,15 15-5 0,0-15 0 16,-14 0-5-16,14 14-9 0,-14-14 5 0,14 12 9 15,-15-12-1-15,8 12 1 0,0-7-5 16,-1 2 0-16,3-2 5 0,-2 0-5 0,1 0 0 16,1 1 0-16,-2-2 0 0,2 1 0 0,1-1 5 15,1 0-5-15,-1 0-4 0,1-1 3 0,1 1 1 16,0-2-9-16,0 1 8 0,2-1 15 0,-2 0-10 15,1 0 0-15,0-1-8 0,1 0-5 0,0-1 1 16,0 1 4-16,0-1 8 0,0 1-8 0,0-1 8 16,0 0 5-16,0 1-4 0,0-1-9 0,0 2 4 15,0-2 5-15,13 2-5 0,-13-2 9 0,0 3 0 16,10-2-9-16,-10 1 5 0,8 0 0 0,-1 0-5 16,-1-2-4-16,-1 3-1 0,2-2 1 0,-2 1-1 15,3-1 9-15,-2 1 1 0,0 0-1 16,-1-2 1-16,1 1-1 0,0-1-4 0,1 1-5 15,-2-1-3-15,1 0 8 0,-2 0-5 0,1 0 10 16,0 0-1-16,-2 0-24 0,-1 0-10 0,2 0-17 16,-2 0-14-16,-2 0-22 0,1 0-13 0,-1-16 13 15</inkml:trace>
  <inkml:trace contextRef="#ctx0" brushRef="#br0" timeOffset="90002.18">6520 4321 226 0,'0'0'1'15,"0"0"1"-15,0 0 1 0,0 0 4 0,0 0 4 16,0 0 5-16,0 0 4 0,0 0-4 0,0 0 4 16,0 15-9-16,0-15-5 0,0 0 4 0,0 19-10 15,0-19-1-15,0 15 1 0,-15-15-4 0,15 20-1 16,0-10 25-16,0 3-5 0,-9 0 10 0,9 2 4 15,-6 0-22-15,6 2 12 0,-5 0-5 0,1 0 1 16,0 1-1-16,0 0-5 0,0-1-4 16,1 2-11-16,-1-3 20 0,0 0-6 0,1 0-9 0,-1-2 9 15,2-3-14-15,1 0 1 0,-2 0 19 16,2-4-9-16,0-1 0 0,1-1-6 0,-1-1-21 16,1-1-12-16,0-2-17 0,0-1-20 0,0 0-38 15,0 0 6-15,0 0 17 0</inkml:trace>
  <inkml:trace contextRef="#ctx0" brushRef="#br0" timeOffset="90567.09">6783 4303 270 0,'0'0'6'0,"0"0"15"0,0 0-3 0,0 0 5 15,0 0 4-15,0 0-19 0,0 0 17 0,0 0-8 16,0 0 2-16,0 0 10 0,0 0-9 0,0 0 13 16,0 0-18-16,0 0-9 0,0 0-1 0,0 0-9 15,0 0 9-15,0 0 3 0,0 0-4 0,0 0 1 16,0 0-9-16,0 0 8 0,17 0-3 0,-17 0-6 16,23 0 14-16,-23 11-9 0,24-11 0 15,-11 0 9-15,0 0-5 0,0 0-8 0,-3 0 4 16,1 0 0-16,-1 6-5 0,-2-6 14 0,-1 0-8 15,0 0 3-15,-2 0 1 0,1 0-10 0,-1 0 5 16,-2 0-19-16,-1 0-24 0,0 0-30 0,0 0-20 16,-1 0-37-16,-1-13 23 0</inkml:trace>
  <inkml:trace contextRef="#ctx0" brushRef="#br0" timeOffset="90782.57">6816 4409 140 0,'0'0'2'0,"22"1"8"0,-22-1-6 0,27 0 2 16,-12 0 3-16,3 0-8 0,0 0 2 0,-1 0 2 15,0 0 0-15,0 0 0 0,2 0-9 0,-5 0 8 16,2 0-8-16,-3 0-9 0,0 0-10 0,-3 0-28 15,0 0 4-15</inkml:trace>
  <inkml:trace contextRef="#ctx0" brushRef="#br0" timeOffset="102941.71">7662 4124 256 0,'0'0'1'15,"0"0"11"-15,0 0 0 0,0 0 6 0,0 0-1 16,0 0-5-16,0 0 8 0,0 0-9 0,-15 0 4 16,15 0 0-16,0 0-13 0,0 0 13 15,0 0 1-15,0 0 5 0,0 0 9 0,0 0 0 16,0-11 9-16,0 11-14 0,-9 0 6 0,9 0-2 16,0 0-14-16,0 0 21 0,0 0 2 0,0 0-10 15,0 0 1-15,0 0-11 0,0 0-12 0,0 0 6 16,0 0-1-16,0 0-5 0,0 0 6 0,0 0-12 15,0 0-1-15,0 0-4 0,0 0-13 0,0 0 24 16,0 0-12-16,0 0 17 0,0 12 5 0,-15-12-11 16,15 0 12-16,-14 15-17 0,14-15 5 0,-19 12-11 15,8-5 1-15,-2 1 4 0,-1 1-10 16,-1 0 5-16,-1 0 0 0,0 1 10 0,0 0-4 16,0 1 10-16,0 0 0 0,1-2-5 0,2 3-5 15,1-3-5-15,1-1-1 0,2 2-5 0,0-2 11 16,2 0 5-16,0-2-10 0,3 1-6 0,0-2 5 15,3 0-4-15,0-1 5 0,1 0 10 0,0 0 1 16,0 0-12-16,0-1 12 0,0 1-1 0,18 0 0 16,-18-1 11-16,16 2-10 0,-16-2-11 0,22 1 5 15,-10-1-11-15,5 0 17 0,-1 1 5 0,2-2-1 16,3 1 1-16,-1-1-11 0,1 0 5 0,-1-2-10 16,-1 0 11-16,-1 0-6 0,-1 0 6 0,0 0 4 15,-1 0-5-15,-2 0 0 0,-2 0-10 0,4 0 0 16,-6 0 5-16,2 0 5 0,-4-16 0 15,-2 16 1-15,-1 0-7 0,-1 0-20 0,-3 0-43 16,1-10-28-16,-2 10-34 0,0 0-10 0,0-7 11 16,0 7-11-16,0-6 34 0</inkml:trace>
  <inkml:trace contextRef="#ctx0" brushRef="#br0" timeOffset="103325.82">7756 4117 163 0,'0'-2'2'0,"0"-1"7"0,0 2 10 0,0-2 0 15,0 3-4-15,0 0-5 0,0 0-10 0,0 0 0 16,0 0 1-16,-14 0 15 0,14 0 6 0,0 0 0 15,0 0 5-15,0 17-9 0,0-17-11 0,-7 13 6 16,7-13-1-16,-7 19-3 0,3-8 4 0,1 1 4 16,0 1 0-16,-2 1 3 0,2 0 0 0,0 3-4 15,-1-2-1-15,0 2-5 0,1-1 14 0,-1 0-1 16,1 0 4-16,-3 0-9 0,2-2-9 16,0-1-1-16,1 1-16 0,1-1 16 0,0-1-12 15,-1 0-5-15,1 0 5 0,2-2-10 0,-1 0 14 16,-1 0 9-16,0 0 4 0,2 0-9 0,0 0 1 15,0-1-15-15,0 1 15 0,0-2-10 0,0 2-14 16,0-1-10-16,0-2-15 0,0 0-1 0,0-2-8 16,0 0 4-16,0-1-38 0,0-1-12 0,0-2 16 15</inkml:trace>
  <inkml:trace contextRef="#ctx0" brushRef="#br0" timeOffset="103733.04">7914 4327 408 0,'-17'0'4'0,"17"14"-4"0,0-14 0 0,0 0-1 16,0 0-3-16,0 0 0 0,0 0 5 0,0 0 3 16,0 0 1-16,0 0 4 0,0 0-4 0,17 0 0 15,-17 0-3-15,14 7 9 0,-14-7-2 0,17 0-4 16,-17 0 4-16,21 4-9 0,-12-4-4 0,1 3 5 15,2-2 4-15,-5 0-5 0,3 0 13 0,0-1-9 16,-2 1-8-16,-1 0 8 0,1-1-4 0,0 0-4 16,-3 0 13-16,3 0-9 0,-3 0 0 0,-1 0 4 15,0 0-8-15,-2 0-1 0,2 0-10 0,-2 0-16 16,-2 0-21-16,0 0-24 0,0 0-35 16,0 0 20-16</inkml:trace>
  <inkml:trace contextRef="#ctx0" brushRef="#br0" timeOffset="104044.44">8052 4224 361 0,'0'0'-5'0,"0"0"4"0,0 12 1 16,0-12 0-16,0 0 5 0,0 0-5 15,0 0 1-15,0 9-6 0,-12-9 1 0,12 8 0 16,0-1 0-16,-8-1 14 0,8 2 1 0,-10 0 4 16,6 1 6-16,1-1-5 0,-1 1 4 0,0 1 1 15,1 0-2-15,-1 0 0 0,1 1 0 0,1-1-5 16,-2-1-4-16,3 1-6 0,0-1-12 0,0 0 12 16,1-1 5-16,0 0 0 0,0 0 9 0,0-1-27 15,0 1 9-15,0-2 0 0,0 0-5 0,0 0 14 16,0 0-14-16,0-1-32 0,0 0 2 0,0-1-26 15,0 0-26-15,0 0-5 0,0 0-13 16,0-1 25-16</inkml:trace>
  <inkml:trace contextRef="#ctx0" brushRef="#br0" timeOffset="105181">8327 4211 205 0,'0'0'6'0,"0"0"13"0,0 0 10 0,0 0 29 16,0 0-1-16,0 0-6 0,0 0 4 0,-13 0-5 16,13 0 13-16,0 0 17 0,0 0 3 0,0 0-12 15,0 0-20-15,0 0-18 0,0 0-11 0,0 0-11 16,0 0 10-16,0 0-21 0,0 0 10 0,0 0 0 16,0 0-10-16,0 0 11 0,13 0-11 0,-13 0 0 15,0 0-4-15,0 0 3 0,0 0-9 0,0 0 0 16,10 0 9-16,-10 0 5 0,7 0 5 15,-1 0-5-15,0 0-5 0,-2 17-9 0,4-17 10 16,-2 0-1-16,-1 0-3 0,0 15 4 0,-1-15 1 16,1 0-1-16,-1 12 10 0,-3-12-5 0,3 10-6 15,-4-5 6-15,2-1 0 0,-2 1-5 0,0 0 6 16,0 2-2-16,0-1-9 0,0 2 15 0,-23-1-11 16,23 2-4-16,-21-1 5 0,21 2-10 0,-20 0 10 15,20 0 0-15,-21-1 5 0,21 1 5 0,-18-1-10 16,18 0 0-16,-14-1-4 0,8 0 4 0,6 0-5 15,-10-1 1-15,10-1-7 0,-3 0 2 16,3 0 14-16,0-2 1 0,0 0 10 0,0 0-1 16,0-2-18-16,0 0 8 0,24 1-5 0,-24-1 0 0,20-2 4 15,-20 1 6-15,26-1-15 0,-11 0 1 16,0 0 10-16,-1 0-15 0,2 0 23 0,-1 0-10 16,-3 0-9-16,-2 0 9 0,-2 0-9 0,1 0 6 15,-3-13 4-15,-2 13-10 0,-2 0 6 0,-1 0 3 16,0 0 1-16,-1 0-10 0,0 0-26 0,0 0-56 15,0 0-29-15,0 0-13 0,0 0-6 0,0 0 20 16,0 0-9-16,0 0 3 0,0 0 26 16</inkml:trace>
  <inkml:trace contextRef="#ctx0" brushRef="#br0" timeOffset="105600.28">8817 4343 379 0,'0'0'-9'0,"0"3"4"0,0 0 5 16,0-2-4-16,0-1 4 0,0 1 2 0,14-1-10 16,-14 2 9-16,14-2 14 0,-7 2-5 0,3-1 10 15,0 0 4-15,0 0-13 0,2 0 1 0,0 0 7 16,0 0-9-16,0-1 5 0,0 2 8 0,0-2-14 15,-1 0-4-15,0 2 5 0,0-1-1 0,-2 0-9 16,-1 0 9-16,1-1-1 0,-4 0-12 0,0 0 17 16,-1 2-13-16,-1-2 0 0,-1 0 5 15,-1 0-10-15,0 0-19 0,-1 0-29 0,0 0-23 16,0 0-46-16,0 0 6 0,0 0 24 0</inkml:trace>
  <inkml:trace contextRef="#ctx0" brushRef="#br0" timeOffset="105781.8">8827 4464 353 0,'0'0'0'15,"18"6"7"-15,-18-5-1 0,0-1 4 16,20 0-4-16,-20 0-2 0,17 2-4 0,-5 0-5 16,-2 0 10-16,-1-1-4 0,1 1 4 0,0 0-1 15,-1 0 1-15,0-1-10 0,-1 0-3 0,-1-1 12 16,-1 0-29-16,3 0-9 0,-2 0-33 0,-3 0-36 15,1 0 24-15</inkml:trace>
  <inkml:trace contextRef="#ctx0" brushRef="#br0" timeOffset="107833.06">9750 4034 108 0,'1'0'7'0,"0"0"10"0,0 0 7 0,-1 0 11 15,2 0-1-15,-1 0-3 0,1 0 3 16,0 0-9-16,0 0 0 0,0 0 4 0,1 0 5 15,-1 0 5-15,0 0-6 0,-1 0-1 0,1-10-15 16,0 10 14-16,-2 0 6 0,3 0 6 0,-1 0 24 16,-2 0-2-16,0 0 2 0,0 0-6 0,0 0-18 15,0 0-19-15,0 0-7 0,0 0-11 0,0 0 0 16,0 0-1-16,0 0 11 0,0 0 0 0,0 0-9 16,0 0 9-16,0 0-4 0,0 0-1 15,-14 0 5-15,14 0-11 0,0 0-10 0,-12 0 4 0,12 0 4 16,-15 15-4-16,6-15 5 0,-1 0-5 15,-2 18-11-15,0-18 10 0,-1 15 1 0,-1-15-1 16,0 17 11-16,-1-8-10 0,0 0 5 0,0 0 0 16,1 0 0-16,-1 0-2 0,3 0-14 0,-1 0 5 15,2 0 1-15,0 1 5 0,0-1 11 0,3 2-11 16,2-3 0-16,-1 1 0 0,0-1 1 0,2 1 14 16,1 0-6-16,1 0-8 0,0 1 3 0,0-1-13 15,2 0 5-15,0 2 13 0,0-2-8 0,1 1 5 16,0-1 4-16,0 0-8 0,0 0 4 0,0-1-5 15,0 1-4-15,0-1 9 0,22 0 0 16,-22-1-4-16,18 0 4 0,-18-2-9 0,20 2 14 0,-20-2 4 16,22 2-14-16,-10-3 10 0,-3 0-19 15,1-1 13-15,2 0 2 0,-1 0-2 0,-1-2 10 16,0 1-23-16,0-2 13 0,0 0-4 0,2 0-9 16,-3 0 24-16,1 0-11 0,0 0 1 0,-2 0 8 15,-1 0-8-15,-1-15 3 0,0 15 1 0,-2 0 5 16,-1 0 3-16,1-12-7 0,-3 12 3 0,1-10-8 15,-2 10 5-15,2-12 3 0,-2 5 4 16,0 1 14-16,0-1 6 0,0-1 11 0,0 0 8 0,0 1-13 16,0-1-14-16,-22 0-6 0,22 0-21 0,0 1 1 15,-19-1-3-15,19 2-7 0,-20-1 7 0,20 2-3 16,-17-2 3-16,7 4-5 0,1-2 5 16,0 2-4-16,-1 1-7 0,1 2 10 0,-1-1-9 0,-1 1 7 15,1 0 10-15,1 0-12 0,-3 0-4 16,0 0-4-16,1 21-24 0,-1-21-15 0,2 14-23 15,0-14-30-15,0 16-31 0,1-16-8 0,2 17 3 16,2-17 20-16,-1 16 38 0,4-9 18 0,1-1 17 16,-1 1-6-16,2-2-16 0,0 0-11 0,0 0-14 15,0-2 0-15,0 1 29 0</inkml:trace>
  <inkml:trace contextRef="#ctx0" brushRef="#br0" timeOffset="108707.86">10198 4201 355 0,'2'-1'14'0,"-1"0"6"0,1 1 10 0,-2-1 10 15,1 0-23-15,-1 0-1 0,0 1-15 0,0-1-9 16,0 1 13-16,0 0-1 0,0 0 1 15,0 0 4-15,0 0-5 0,0 0-9 0,0 0 5 0,0 0-9 16,0 0 5-16,0 0 4 0,0 0 5 0,0 0 5 16,-14 0-5-16,14 16 0 0,0-16 0 0,-14 14 5 15,14-14 1-15,-11 18 7 0,11-6-8 0,-16 1 0 16,7 1-10-16,-3-1 5 0,3 1 4 0,-4 1 1 16,2 0 8-16,-2-1-13 0,3 0-5 15,1-3-5-15,2 2 1 0,0-4-1 0,1 0 19 16,2-1-6-16,1-1 2 0,1-3-6 0,0 1-8 15,1-2-5-15,1-1 4 0,-1-1 5 0,1 1 5 16,-1-2 13-16,1 0-9 0,0 0 5 0,0 0-14 16,0 0 0-16,0 0 5 0,0 0-5 0,0-20 5 15,0 20-10-15,18-12 5 0,-18 12 0 0,0-16-4 16,20 16 8-16,-20-18-4 0,17 9-5 0,-9 0 5 16,1-2 0-16,2 1 0 0,-2 1 5 0,1-1 0 15,-2-1-5-15,-1 1 0 0,1 0-5 16,0 1 0-16,-3-1 11 0,0 2-6 0,-1-1 5 15,4 0 6-15,-2 1-6 0,0 0 1 0,-1 0 6 16,-1 1 0-16,-1 0-17 0,2 1 28 0,0 1 0 16,-3 0 0-16,0 2 18 0,-1-1-18 0,1 1-6 15,-2 1-6-15,2 1 6 0,-2-1-16 0,0 2 4 16,0-1 6-16,0 1-23 0,0 0 17 0,0 0-5 16,0 0-16-16,0 0 10 0,0 0-6 0,0 0-4 15,0 0 10-15,0 0-6 0,0 0 12 0,0 0 5 16,0 0-5-16,0 0 11 0,0 0-16 0,0 20-1 15,0-20 0-15,0 15 6 0,0-15 4 0,0 20 2 16,0-10 9-16,14 4-20 0,-14-2 10 16,0 1-6-16,0 1 1 0,9-1 5 0,-9 1-10 15,0-1 10-15,9 0-5 0,-9-2 11 0,7 2 0 16,0-1-1-16,-2-2-9 0,-2 1-1 0,2 0 6 16,-1-1-10-16,1-1 10 0,0 0 0 0,0-1-1 15,-2 0 6-15,0-2 0 0,1 0-6 0,-2-1-4 16,0-1 4-16,-1-2 2 0,0-1-1 15,0 1 0-15,-1-1 4 0,0-1-9 0,2 0 15 0,-2 0-12 16,0 0-59-16,0 0-37 0,0 0-36 0,0 0-12 16,0 0 28-16,0-15 35 0,0 15-17 0,0 0-15 15,-16-15 19-15,16 15 13 0</inkml:trace>
  <inkml:trace contextRef="#ctx0" brushRef="#br0" timeOffset="108980.77">10104 4323 313 0,'-6'-2'6'0,"-1"1"20"0,0-1 8 15,2 0 28-15,1-1 12 0,1 1 5 0,2 1-7 16,1 0-22-16,0 1-36 0,0-1-19 0,0 1-1 16,0 0 0-16,0 0 12 0,0 0-6 0,0 0 0 15,19 0 0-15,-19 0 0 0,13 0 6 16,-13 0-1-16,16 0-10 0,-5 0 10 0,-2 0-10 15,3 16-1-15,1-16 6 0,2 0 0 0,0 0 6 16,-1 0-6-16,4 9-6 0,-2-9 6 0,1 0-6 16,-1 0 6-16,-3 0 12 0,-1 0-18 0,-1 0-9 15,-2 0-19-15,-4 0-19 0,0 0-13 0,0 0-6 16,-3 0-7-16,0 0-20 0,-2 0-13 0,0 0 21 16</inkml:trace>
  <inkml:trace contextRef="#ctx0" brushRef="#br0" timeOffset="109553.65">9533 4624 511 0,'-12'6'14'0,"12"-6"16"0,-8 5 15 15,8-5 6-15,-5 0-15 0,2 0-15 0,3 0-8 16,0 0-7-16,0 0-6 0,0 0 12 0,0 0-12 16,0 0 0-16,0 0 12 0,0 0-18 0,20 0 12 15,-20 0-6-15,19 0 0 0,-7 0 7 0,1 0-8 16,1 0 1-16,1 0 0 0,0 0 12 0,1 0-6 16,-4 0 6-16,4 0-12 0,-3 0-6 0,1 0 6 15,-1 0-6-15,-1 0 7 0,0 0-1 0,-2 0 5 16,-1 0 1-16,0 0 0 0,-2 0-12 0,-1-15-34 15,-3 15-18-15,1 0-40 0,-2 0-9 0,-2 0-12 16,0 0-19-16,0 0 39 0</inkml:trace>
  <inkml:trace contextRef="#ctx0" brushRef="#br0" timeOffset="109713.27">9580 4715 315 0,'-8'9'12'0,"3"0"11"0,0-4 6 0,3 0 20 16,0 0-26-16,2-3-12 0,0 1 15 0,0-1-34 15,0 1 24-15,25-1-5 0,-25-2-9 0,27 0 19 16,-10 1-10-16,2 0 4 0,0-1-14 0,0 0-11 16,1 0 10-16,-1 0-5 0,-1 0-11 0,-1 0-30 15,-4 0-35-15,1-16-55 0,-5 16 17 16</inkml:trace>
  <inkml:trace contextRef="#ctx0" brushRef="#br0" timeOffset="114069.05">5538 5059 108 0,'0'0'10'16,"0"0"6"-16,0 0 14 0,0 1 12 0,0-1-6 15,0 1 5-15,0-1-15 0,0 0-5 0,0 1-5 16,0-1 1-16,0 1 0 0,0-1-5 16,0 0 8-16,0 0-9 0,0 0 4 0,0 0 0 15,0 0 4-15,0 0-4 0,0 0-5 0,0 0 0 16,0 0-9-16,0 0-5 0,0 0 14 0,0 0 3 16,0 0-7-16,0 0 3 0,0 0-5 0,0 0-8 15,0 0 4-15,0 0 0 0,0 0 0 0,0 0-4 16,0 0 8-16,0 0 0 0,0 0-8 0,0 0 4 15,0 0-5-15,0 0 10 0,0 0-5 0,0 0 13 16,0 0-8-16,13 13-5 0,-13-13 0 0,0 0-4 16,9 13 8-16,-9-13-3 0,7 14 3 0,-2-6-4 15,0-1-8-15,0 3 3 0,0 0 10 0,1 1-5 16,-1-1 8-16,0-1-3 0,0 2-5 0,0-1 4 16,-2 0-4-16,2 0-4 0,0-1-5 15,-3-1 5-15,3 1-1 0,-2-2 5 0,0-1 5 16,0-1-5-16,-1 1 4 0,0-4 5 0,1 3-4 15,0-3 3-15,0 1 2 0,-3 0 3 0,2-2 1 16,-1 1-5-16,1-2-4 0,0 0 0 0,0 0 4 16,-2 0-4-16,2 0-1 0,-1 0 1 0,1 0-14 15,0 0 4-15,0 0 1 0,0 0 8 0,-1 0 5 16,3 0 5-16,-3 0 0 0,3 0-19 0,-1-14 16 16,-1 14-11-16,1 0 6 0,-1-10 10 0,2 10-10 15,0-11 16-15,0 4-28 0,1-1 0 16,1-1-5-16,2-1-12 0,-1 0 35 0,1-1-7 15,1 0 1-15,-1-1 0 0,1 0-6 0,0 0-11 16,-1 0 11-16,1 0 11 0,0 0-5 0,-1 1 22 16,1-1 5-16,-2 2-9 0,1 0 26 0,0 1-1 15,0 0-5-15,-2 1 9 0,-2 0 4 0,1 1 3 16,0 2 13-16,-1 0-3 0,-3 0-25 0,0 2-18 16,1-1-18-16,0 2-5 0,-2-1 1 0,2 3 0 15,-2-2-1-15,0 2-7 0,0-1-4 0,0 1 2 16,0 0-3-16,0 0-4 0,0 0 6 15,0 0-7-15,0 0-22 0,0 0-50 0,0 0-57 0,0 0-33 16,0 0 0-16,0 0 33 0,0 0 24 16,0 0-16-16,0 0 10 0,0 0 24 0</inkml:trace>
  <inkml:trace contextRef="#ctx0" brushRef="#br0" timeOffset="115308.76">5810 5322 114 0,'0'0'10'15,"0"0"1"-15,0 0 14 0,0 0 7 0,0 0-6 16,0 0 0-16,0 0-13 0,0 0-5 0,0 0 5 15,0 0-2-15,0 0 4 0,0 0-9 0,0 0-1 16,0 0-9-16,0 0 0 0,0 0 14 0,0 14 6 16,0-14 14-16,0 0 0 0,0 11-5 0,0-11-20 15,0 12 5-15,0-5-11 0,-15 1 10 0,15 1 3 16,0 0-13-16,0-1-5 0,-10 4-4 16,10 0 3-16,0 1 6 0,0 1 3 0,-8 0 6 15,8 0-5-15,-4 2 6 0,4-2-6 0,-3-2-3 16,2-1 4-16,-1-2-8 0,1-1 10 0,0-2-11 15,0-1 2-15,0-1 3 0,1-2-4 0,-2 0 5 16,2-1 4-16,0 0 1 0,0-1 15 0,0 0 5 16,0 0-5-16,0 0-1 0,0 0-9 0,0 0-1 15,0 0 0-15,17 0-9 0,-17-23 0 0,0 23-9 16,0-18-6-16,14 18 15 0,-14-22 4 0,8 8-4 16,-8 3 5-16,8-2 5 0,-8 0-11 0,4 1 10 15,-4 2-4-15,4-2-15 0,-2 1 4 0,0 2-4 16,-2 0 5-16,1 1 4 0,1 1 5 0,0 0 4 15,1 0-4-15,-1 1-5 0,1 0 1 16,1 1 3-16,-2 0 1 0,1 0 0 0,1 1-10 16,0-1 1-16,-1 2-10 0,0 0 15 0,1 0 3 15,0 1-8-15,1 1 13 0,0-1-19 0,-2 0 1 16,2 2 9-16,-4-1-13 0,3 1 14 0,0 0 3 16,-1 0 0-16,0 0 0 0,1 0 1 0,0 0-5 15,1 0-5-15,-1 0 14 0,-1 0-13 0,1 0-1 16,-3 0 10-16,1 14-5 0,0-14 13 0,-2 0-8 15,0 0-5-15,3 0 0 0,-3 10-9 16,0-10 9-16,0 0 0 0,0 6 0 0,2-6 4 16,-2 4-4-16,0-4 0 0,0 4 0 0,0-2 5 15,0-1 4-15,0 1-5 0,0 1 1 0,0 0-10 16,0 0 5-16,0 0 0 0,0-1-9 0,0 3 8 16,0 0-3-16,-19 0-1 0,19 0 9 0,0 0 5 15,-18-1-9-15,18 2 4 0,-9 1 1 0,9-1-10 16,-8-1 4-16,8 1 6 0,-6-1-20 0,6 0 6 15,-6 1 9-15,4-1-15 0,2 0 24 0,0 0-4 16,0 0-10-16,0 0 9 0,0 0-4 0,0 0 4 16,0 0 6-16,0 1-10 0,0 0 0 0,17-1 5 15,-17 1-10-15,0-1 5 0,17 1 4 0,-17 0-4 16,13-2 15-16,-13-1-5 0,13 1 6 16,-5-2-11-16,1 0 0 0,-1 1 5 0,-2-2-5 15,2-1-5-15,0 2-5 0,-1-2 0 0,-1 2-5 16,-3-2 15-16,0 0-5 0,1 0 0 0,-1 0 5 15,-2 0-21-15,1 0-5 0,0 0-22 0,0 0-22 16,0 0-14-16,0 0-23 0,2-21-18 0,-2 21 18 16</inkml:trace>
  <inkml:trace contextRef="#ctx0" brushRef="#br0" timeOffset="115731.92">6130 5407 208 0,'2'0'5'15,"-1"0"6"-15,1 0 5 0,-1 0 16 0,0 0 0 16,0 0-4-16,1 0 0 0,3 0-6 0,-3 0-10 16,0 0-1-16,1 0 4 0,2 0-9 0,-3 0 4 15,0 0-1-15,-1 0-8 0,0 0-1 0,0 0-5 16,0 0 11-16,-1 0-6 0,0 17 2 0,0-17 8 16,0 0 0-16,0 0 6 0,0 15-2 0,0-15-4 15,0 10-9-15,-16-10 3 0,16 10 1 0,0-3 15 16,-13-7-6-16,13 12-4 0,-11-6-5 0,11 0-15 15,-15 0 10-15,15 1-10 0,-13 1 24 16,5-1 1-16,0 2-16 0,1-4 10 0,0 1-9 16,2 0 5-16,0-1-15 0,-1-2 10 0,2-2-5 15,3 1-11-15,0-1 32 0,0-1-22 0,1 1 6 16,0-1 6-16,0 0-6 0,0 0 5 0,0 0-5 16,0 2 1-16,0-2 4 0,0 0 1 0,16 0-6 15,-16 0 5-15,0 0-10 0,14 1 10 0,-14-1 0 16,15 1-15-16,-15 0 5 0,16 1 0 0,-5 0 10 15,-1-2 0-15,-1 0 5 0,3 1 0 0,-3-1-20 16,1 1 20-16,0-1-15 0,-2 0 0 0,-1 1 10 16,2-1-10-16,-2 0 15 0,-2 0-10 0,0 0-6 15,-2 0 0-15,0 0-25 0,-2 0-8 0,0 0-14 16,0 0-36-16,-1 0-28 0,1 0 4 16,-1-14 20-16</inkml:trace>
  <inkml:trace contextRef="#ctx0" brushRef="#br0" timeOffset="116012.32">6215 5478 264 0,'0'-1'25'0,"0"1"-3"16,0 0 6-16,0-2 15 0,0 2-29 0,0 0 8 15,0-1 0-15,0 0-10 0,0 1-2 0,0 0 5 16,0 0-14-16,0-1-1 0,0 1 5 0,0 0-15 16,0 0 20-16,0 0-10 0,0 0 0 0,0 0 0 15,0 0 5-15,-7 0 6 0,7 20-5 0,0-20 19 16,-4 14-9-16,2-14 0 0,0 19 9 0,-1-10-15 15,1 1 1-15,0 2 10 0,-1 1-16 16,-1-1 11-16,0-1-11 0,1 1 0 0,1 1 10 16,-2-1-10-16,1 1 11 0,2-3-16 0,-2 1 12 15,1 0 0-15,1-1-12 0,-1-2 12 0,0 1-18 16,-1 0 11-16,1-1 1 0,-3-1-18 0,1 0-8 16,-2-1-35-16,0-1-14 0,1 1 0 0,0-2-2 15,0-1 7-15,-3 0-10 0,3-1-29 0,1-2 15 16</inkml:trace>
  <inkml:trace contextRef="#ctx0" brushRef="#br0" timeOffset="116437.09">6458 5375 477 0,'2'0'14'0,"0"0"0"0,0 0 5 0,-2 0 1 16,2 0-20-16,-1 0-4 0,-1 0-1 0,2 11 0 15,1-11 1-15,-1 0 9 0,0 0-6 0,2 0 6 16,2 0 4-16,-1 0-9 0,2 0 4 0,2 0 1 16,-1 9 0-16,1-9 9 0,0 5-9 0,-1-5-14 15,1 3 9-15,0-2-9 0,-2 2 4 0,-2-3 19 16,2 0-19-16,-3 2 14 0,0-1 0 0,-2-1-9 15,0 0 10-15,-2 1-19 0,0-1-6 16,1 0-16-16,-1 0-37 0,0 0-46 0,0 0-20 16,0 0 17-16</inkml:trace>
  <inkml:trace contextRef="#ctx0" brushRef="#br0" timeOffset="116628.51">6460 5461 460 0,'0'0'-5'0,"0"6"0"16,0-6 11-16,0 4-5 0,0-4 4 0,20 0 10 0,-20 0-15 16,14 0 5-16,-14 0-4 0,19 0-2 15,-9 0 1-15,-1 0-1 0,1 0 5 0,0 15-14 16,-1-15 10-16,-1 0 0 0,0 14-5 0,1-14 9 16,-2 0-15-16,0 9-17 0,1-9-20 0,-1 0-44 15,1 0-18-15,0 0 19 0</inkml:trace>
  <inkml:trace contextRef="#ctx0" brushRef="#br0" timeOffset="117512.41">7227 5271 205 0,'3'-1'10'15,"-1"-1"16"-15,1 2 6 0,0-1 7 0,-1 0 1 16,0 0 3-16,1-1 3 0,-3 2 8 0,0 0 0 15,2 0-20-15,-2 0 8 0,0 0-14 0,0 0-14 16,0 0 4-16,0 0-18 0,0 0-4 0,0 0 14 16,0 0-14-16,0 0 4 0,0 0 10 0,0 0-16 15,0 14 17-15,0-14-5 0,-15 0-6 0,15 10 6 16,0-10-1-16,-9 12 6 0,9-7-5 16,-10 2 6-16,3-1 0 0,-1 2 0 0,2 1 6 15,-3 0 4-15,0 0-10 0,0 0-5 0,-3 1 5 16,2 2 0-16,0-2 6 0,0 1 6 0,1-1-12 15,0 0 0-15,1 0-11 0,1-2-5 0,2-1 10 16,0-1-15-16,3 0 15 0,0 0 0 0,-1-2-6 16,3 0 6-16,0-1 5 0,0 1-5 0,0-3 0 15,0 1 6-15,0-1-17 0,0 2 11 0,0-1-1 16,0-1-9-16,0 0 5 0,0 2-1 0,0-1 1 16,17 0 11-16,-17 0 0 0,14-1 0 0,-14 0 5 15,19 2-11-15,-7 0-1 0,-2-2 1 0,2 1-6 16,1-2 6-16,-1 3 1 0,0-2-6 15,-2 0 10-15,1-1-10 0,0 0 9 0,-1 0-4 16,1 0-12-16,-3 0 11 0,1 0-10 0,-2 0 10 16,0 0-4-16,0 0 3 0,-3 0 1 0,1 0-10 15,-3 0 6-15,1 0-6 0,-1 0 1 0,0 0 10 16,-2 0-3-16,0 0-37 0,0 0-45 0,0 0-49 16,0 0-21-16,0 0 17 0,0 0 29 15,0 0 12-15,0 0-3 0,0 0-5 0,0-14 10 0,0 14 33 16</inkml:trace>
  <inkml:trace contextRef="#ctx0" brushRef="#br0" timeOffset="117883.56">7282 5333 117 0,'0'-3'10'0,"0"0"16"16,0 0 11-16,0-1 16 0,0 0-5 0,0-1-14 15,0 1-1-15,0 0-10 0,17 0 9 0,-17 0 4 16,0 1-5-16,0 2-5 0,0-2-5 0,0 1-6 16,0 2-5-16,0 0-1 0,0 0-8 0,0 0 3 15,0 0-4-15,0 0-1 0,0 0 1 0,0 0 0 16,0 0 1-16,0 0 13 0,0 0 8 16,0 17-3-16,0-17 8 0,0 13 3 0,0-13-15 15,0 17 0-15,0-5 2 0,0 2-16 0,-10 2 17 16,10 1 0-16,0 1-5 0,0 1 13 0,0 3 6 15,-7 0 13-15,7 0 4 0,-4-1-14 0,2-1 3 16,1 3-29-16,0-4 20 0,0-1-9 0,0-1-16 16,1-2 21-16,-1 0-30 0,1-3 23 0,0 1-14 15,0-3-1-15,0 1 11 0,0-1-28 0,0-4 13 16,0 1-8-16,0-2-17 0,0-1-18 0,0-1-34 16,0-3-18-16,0 1-25 0,0-1 4 0,0 0 6 15,0 0-19-15,0 0-8 0,0 0 29 0</inkml:trace>
  <inkml:trace contextRef="#ctx0" brushRef="#br0" timeOffset="118252.75">7498 5546 993 0,'0'0'18'0,"5"0"44"0,-2 9 32 15,-2-9 5-15,1 0-6 0,1 0-52 0,-3 0-37 16,2 0-12-16,-1 0-10 0,1 0 14 16,-2 0-1-16,0 0 16 0,0 0-8 0,0 0-9 0,2 0 6 15,-2 0-8-15,0 0-5 0,0 0-18 16,0 0-17-16,2 0-44 0,-2 0-12 0,0 0-8 16,0 0-30-16,0 0 13 0,0 0 11 0,0 0-9 15,0 0-24-15,0 0 31 0</inkml:trace>
  <inkml:trace contextRef="#ctx0" brushRef="#br0" timeOffset="119568.89">7939 5323 203 0,'2'0'14'0,"-1"0"13"0,1 0 6 15,-1 0 19-15,-1 0 2 0,1 0-16 0,-1 0 3 16,1 0-10-16,-1 0-10 0,0 0 13 16,0-14 0-16,0 14-6 0,0 0 5 0,0 0-14 0,0-7-5 15,0 7 12-15,0 0 9 0,0-6 37 16,0 6 5-16,0-4-11 0,0 4-8 0,0-1-42 16,0-1-10-16,-12 2-12 0,12 0-4 0,0 0 5 15,-14 0 4-15,14 0 11 0,-15 0-20 0,7 0 1 16,0 0-1-16,0 20-3 0,0-20 17 0,-3 0 12 15,4 18-20-15,-1-18 10 0,1 15-4 0,-2-6-16 16,4 1 20-16,-2 2-10 0,1 0 0 0,0 2 6 16,-1-1-5-16,2 2-1 0,0-1 2 0,0-1 5 15,1 1-7-15,3-1 0 0,-3-1 0 16,2 2 10-16,2-3 2 0,0-2-7 0,0-1-1 0,0 0-6 16,0 1-1-16,0-2 22 0,0-3 1 15,20 2-12-15,-20-1 6 0,0 0-15 0,16 1 11 16,-16-1 4-16,12 0-4 0,-12-2 4 0,14 0-16 15,-5-1 7-15,-2-1 5 0,0 1 0 0,1-1 6 16,0 0-7-16,-2-1 7 0,1 0-12 0,-1 0-5 16,2 0 5-16,-1 0-9 0,0 0 9 0,2 0 12 15,-1-19-9-15,-1 19 0 0,1 0 1 0,1-17-7 16,-1 17 3-16,-2-11 4 0,1 11 4 0,-1-9 1 16,-1 9 2-16,2-9-7 0,-4 4 7 0,1 2-5 15,-1-3 8-15,-3 2 12 0,0-1 5 16,0 1 10-16,0-1 4 0,0 2-1 0,0-1-16 0,0 1 2 15,-22-2-19-15,22 2-5 0,-15 1-8 16,15-1 1-16,-21 0 2 0,21 1 2 0,-20-2 2 16,10 1-6-16,3 1-4 0,-2 1 2 0,1 1-7 15,1 0 3-15,1 0 7 0,-2 0-4 0,0 0 15 16,1 0-10-16,1 17-2 0,-2-17-1 0,2 0-2 16,-2 18-2-16,0-18 2 0,3 12-3 0,1-12-4 15,0 15-3-15,0-15 1 0,2 10-2 0,-1-10-17 16,3 8-5-16,-1-8-19 0,0 7-24 0,1-4 5 15,0 0-8-15,0-1 5 0,0 1-1 0,0 1-4 16,0-1 9-16,0-1-10 0,0-1 2 16,18-1-25-16,-18 0-29 0,14 0 22 0</inkml:trace>
  <inkml:trace contextRef="#ctx0" brushRef="#br0" timeOffset="120045.59">8291 5476 458 0,'2'0'10'0,"1"0"7"0,-1 0 6 0,-1 0-1 15,-1 0-10-15,2 0-7 0,-2 13 5 0,1-13-10 16,-1 0-5-16,0 0 15 0,1 0-20 0,1 0 15 15,0 0 10-15,3 0-15 0,0 0 11 16,1 0 9-16,3 0 12 0,0 0 0 0,3 0 6 16,3 0-3-16,-1 0-10 0,3 0 0 0,-2 0 23 15,1 0-18-15,-1 0 1 0,0 0-13 0,-4 7-28 16,0-7 6-16,1 0 4 0,-3 5 7 0,0-3 10 16,-1-1-16-16,0 1-1 0,-1 0 7 0,-2 0-7 15,0-2 28-15,-1 0-27 0,-1 0 4 0,-1 0-16 16,0 0-37-16,-2 0-25 0,0 0-32 0,0 0-22 15,0 0-4-15,0 0-5 0,0 0 0 0,0 0 33 16</inkml:trace>
  <inkml:trace contextRef="#ctx0" brushRef="#br0" timeOffset="120304.89">8327 5629 139 0,'0'2'1'15,"0"-2"15"-15,16 1 8 0,-16-1 11 16,0 0 4-16,20 0-4 0,-20 0-1 0,18 0-6 16,-8 0 0-16,1 0-16 0,0 0 1 0,1 0-10 15,-1 0 4-15,-2 0 9 0,-2 0-10 0,0 0 24 16,-1 0-30-16,-1 0 5 0,0 0 6 0,-1 0-21 15,0 0 10-15,2 0-10 0,-1 0-6 0,-1 11-16 16,-1-11-17-16,1 0-62 0,-1 0 6 0</inkml:trace>
  <inkml:trace contextRef="#ctx0" brushRef="#br0" timeOffset="121426.67">8946 5270 400 0,'0'0'1'0,"0"0"14"0,0 0-8 0,0 0 9 16,0 0 0-16,0 0-6 0,0 0 5 0,0 0-16 15,0 0-3-15,0 12-5 0,0-12 9 0,0 0 0 16,0 0 10-16,0 0 4 0,0 10 5 16,0-10 13-16,0 8 1 0,0-2-5 0,0 1 4 15,0 1-9-15,-13 2 13 0,13 0 7 0,0 2-13 16,0 1 17-16,-11 2-6 0,11-1-5 0,0 1 17 15,-9 2-23-15,9-1 1 0,-6 2-6 0,6-1-21 16,-5 0 11-16,3-2-3 0,0 0-5 0,1 0 19 16,0-2-7-16,-1 1 4 0,2-2 11 0,-2 0-6 15,2-1-9-15,0 1-9 0,0-1-2 0,0-1-9 16,0 0 13-16,0-1-5 0,0-1 1 0,0 0-1 16,0-1-8-16,0-2 1 0,0-2 4 0,0 0 1 15,0-2 15-15,0 1-15 0,0-2-3 16,0 0-6-16,0 0-5 0,0 0-37 0,0 0-48 15,0 0-48-15,0 0-44 0,0 0 8 0,0 0 2 16,0 0-2-16,0 0 40 0</inkml:trace>
  <inkml:trace contextRef="#ctx0" brushRef="#br0" timeOffset="122120.32">9057 5352 459 0,'0'-2'4'0,"0"0"6"16,-7 0-5-16,7 1 9 0,0-1-9 0,0 1-14 16,0 0 18-16,0 1-9 0,0 0 4 0,0 0 5 15,0 0-19-15,0 0 6 0,0 0 4 0,0 0 10 16,0 0 4-16,16 0 11 0,-16 0-10 0,15 0-5 15,-15 15 0-15,19-15-19 0,-7 0 14 0,0 12-1 16,0-12-8-16,-1 9 13 0,0-9-10 0,0 11 6 16,-2-6 4-16,0 1-5 0,-4-2-4 0,3 0 4 15,-2 2 1-15,-3-1-5 0,1 1 5 0,-2-3-10 16,-1 4 15-16,0-4-1 0,-1 3 1 0,0 0-5 16,0 2-5-16,0-1 0 0,0 1 10 0,-22 1 0 15,22 0-11-15,-20 1 1 0,20 0-10 0,-22 0 10 16,10-2 0-16,0 0 0 0,2 0 10 15,-1 0-20-15,2-1 15 0,1 0 0 0,2-2-5 16,1 0 6-16,0 2-1 0,2-1 0 0,-1 1-5 16,4-1 5-16,0 0-5 0,0 1 0 0,0-1 0 15,0 1 0-15,0 0-5 0,0 0 5 0,21-3-10 16,-21 2 15-16,0-1 0 0,23-1 7 0,-23 0-2 16,17-2-20-16,-6-1 10 0,-2 0-6 0,2 0 30 15,-1-1 9-15,1 0-3 0,0 0 0 0,1 0-5 16,-3 0 16-16,0 0 5 0,3 0 11 0,-3 0-7 15,0 0-16-15,-1-13-11 0,-1 13-17 0,-1 0-6 16,1 0 4-16,0 0-4 0,-2 0 1 16,-1 0 4-16,0-7-4 0,-1 7 4 0,-1 0-10 0,0 0 5 15,0 0-9-15,-1 0-18 0,-1 0-31 16,1 0-56-16,-1 0-15 0,1 0-9 0,-1 0 13 16,0 0 11-16,0 0-21 0,0 0 23 0,0 0 29 15</inkml:trace>
  <inkml:trace contextRef="#ctx0" brushRef="#br0" timeOffset="123028.55">9616 5359 189 0,'3'-3'20'0,"0"1"3"0,-2 0 6 15,1 0 11-15,-1 2-16 0,-1-1 9 0,0 1 9 16,0 0-4-16,0 0-1 0,0 0-6 0,0 0-9 15,0 0-2-15,0 0-1 0,0 0-5 0,0 0-9 16,0 0 4-16,0 0-5 0,0 0-4 0,0 0 14 16,0 17-4-16,0-17-6 0,0 11 5 15,0-11-9-15,0 14-4 0,0-6 13 0,0 2 12 16,0-1 6-16,0 3 12 0,0 0-3 0,0 2 1 16,0 0 1-16,0 1-6 0,0 0 0 0,0-2-12 15,0 2-3-15,0 0 10 0,0 1-6 0,0-3-5 16,0 2 4-16,0-1-11 0,0 0 0 0,0 0 9 15,0 2-3-15,17-4-5 0,-17 0-1 0,0 1 1 16,0-4-5-16,0 0-6 0,11-1 10 0,-11-1 6 16,0-1 3-16,9-2 1 0,-9 0-17 0,0-1 3 15,7-1-5-15,-7 0 5 0,5 0 4 16,-1-1-8-16,1-1 8 0,0 1 1 0,0-1 1 16,0 0-1-16,0 0-14 0,2 0 1 0,1 0 3 0,-5 0-4 15,3 0 9-15,-3 0 0 0,2-15 0 16,-1 15 3-16,-1 0-4 0,-1 0-2 0,2-10-1 15,-2 10-9-15,1 0 6 0,0-11 3 0,0 11-5 16,0-10 7-16,1 4-11 0,0 0 4 0,1-2 10 16,1 1-11-16,0-1 2 0,-2-1 0 0,2 0-5 15,0 0 11-15,1 0 4 0,-2 1-4 0,2-3 0 16,-1 3-7-16,-1 0 9 0,0 0-8 0,0 2 0 16,-1-1 10-16,2-1-10 0,-3 1 9 0,1-1 6 15,1 0-11-15,2-1-8 0,-2 0-5 16,1-1 9-16,0-2 4 0,1 2 24 0,1-1 20 15,-3 1 2-15,3 2 18 0,-2 0-1 0,-1 1-18 16,1 1-13-16,-2 2-24 0,1 0-10 0,-3 3 1 16,-1-1-2-16,-1 1 6 0,0 1-8 0,0 0-4 15,0 0 2-15,0 0 3 0,0 0 4 0,0 0-2 16,0 0 4-16,0 0-3 0,0 0-3 0,0 0 10 16,0 0-9-16,0 0-4 0,0 0 8 0,21 14-14 15,-21-14-55-15,0 0-82 0,0 9-52 0,11-9-35 16,-11 0 22-16,0 8 36 0,0-8-7 0,8 5 43 15</inkml:trace>
  <inkml:trace contextRef="#ctx0" brushRef="#br0" timeOffset="126549.73">26095 2372 112 0,'0'0'1'0,"0"0"12"0,0 0 5 0,0 0 11 15,0 0 4-15,0 0-14 0,0 0 2 0,0 0-11 16,-11 0 0-16,11 0 13 0,0 0 6 0,0 0-1 16,0 0-6-16,0 0-8 0,0 0-17 0,0 0 10 15,0 0-5-15,0 0 9 0,0 0 5 0,0 0-11 16,0 0 1-16,0 0 4 0,0 0-9 0,0 0 5 16,0 0 15-16,0 0-16 0,0 0 11 0,0 0-5 15,0 0-10-15,0 0 16 0,0 0-11 0,0 0 11 16,0 0 15-16,0 0-21 0,0 0 9 0,0 0 1 15,0 0-15-15,0 0 9 0,0 0 1 0,0 0-11 16,0 0 1-16,0 0 6 0,0 0-12 16,0 0 12-16,0 0-7 0,0 0-17 0,0 0 12 15,0 0 0-15,0 0 13 0,0 0 12 0,0 0 6 16,0 0 13-16,0 0-13 0,0 0 7 0,0 0-6 16,0 0-13-16,0 0 18 0,0 0-9 0,0 0 1 15,0 0-17-15,0 0-12 0,0 0 1 0,0 0-1 16,0 0 6-16,0 0-12 0,0 0 1 0,0 0 5 15,0 0-5-15,0 0 10 0,0 0-5 0,0 0-5 16,0 0 5-16,0 0 10 0,0 0 2 0,0 0 0 16,0 0 0-16,0 0-6 0,0 0 5 0,0 0-6 15,0 0 7-15,0 0-7 0,0 0 1 0,0 0-1 16,0 0 1-16,0 0-17 0,0 0 0 16,0 0 17-16,0 0-12 0,0 0 17 0,0 0-6 15,0 0-11-15,0 0 2 0,0 0-1 0,0 0 5 16,0 0 0-16,0 0 4 0,0 0-4 0,0 0 0 15,0 0 6-15,0 0-3 0,13 0 1 0,-13 0 0 16,0 12-6-16,12-12-3 0,-12 0 0 0,9 0 0 16,-9 0 9-16,12 7 6 0,-6-7-6 0,2 6 0 15,1-6-11-15,-2 5 6 0,2-1 12 0,2 0-6 16,-2-1-10-16,1-2 0 0,0 2 4 0,-3-1-4 16,-1 0 16-16,2-1-17 0,-3 1 2 0,-1-1-2 15,0 0 1-15,-2 0 9 0,0 0-4 16,-2 0-6-16,0-1 6 0,0 1 0 0,1-1-1 15,-1 1 10-15,2-1-2 0,-2 0-3 0,2 2-3 16,0 0 4-16,3-1-10 0,-3 0 0 0,1 0-1 16,1 0 1-16,-2-1 4 0,2 2 6 0,-3-2 5 15,3 0-4-15,-2 1-1 0,-2-1-4 0,0 1-6 16,2-1 4-16,-2 0-4 0,0 0-2 0,3 0 12 16,-3 0-9-16,0 1 3 0,0 0-3 0,2-1-6 15,-2 0 10-15,0 0 5 0,0 1 6 0,0-1-7 16,0 0-73-16,0 0-41 0,0 0-32 0,0 2-18 15,0 0 40-15,0-2-2 0,14 1-19 0,-14-1 24 16,0 0 28-16</inkml:trace>
  <inkml:trace contextRef="#ctx0" brushRef="#br0" timeOffset="127253.91">26286 2252 30 0,'0'0'9'16,"0"0"-4"-16,0 0 5 0,0 0 2 0,0 0-11 16,0 0 10-16,0 0-5 0,0 0-1 0,-18 0 1 15,18 15 0-15,0-15 0 0,0 0 1 0,0 0 9 16,0 0 3-16,0 0-9 0,-11 0 9 0,11 0-13 16,0 0-4-16,0 0 9 0,-7 9 0 0,7-9-1 15,0 0-5-15,-3 5 10 0,3-5-15 0,0 4 11 16,0-2 5-16,-2 2-10 0,0-1 10 0,-2 0-5 15,2 0 5-15,-1 0-14 0,1 0 9 0,-2 1-6 16,-1 0 1-16,2-1 9 0,1 1-9 16,-2 0 4-16,0-1-4 0,1 3 3 0,-1-2-4 0,0 2 10 15,4-2-10-15,-5 1 4 0,0 2 0 16,5-3-14-16,-5 1 14 0,3-1-12 0,-2 1 5 16,0-1 16-16,0 1-10 0,1-1 14 0,-1 2-11 15,-2 1-5-15,2 1 5 0,0 0-4 0,0 1 4 16,1-1-10-16,-1 1 1 0,0-2 3 0,0 0-4 15,2 2 18-15,-2-1-4 0,2-1-5 0,-2 0 5 16,3 0-19-16,-3 1 5 0,2 2-1 0,0-4 1 16,-1 1 4-16,1 0-1 0,0-1 1 0,-1 0 0 15,3 0-5-15,0-1 5 0,-2-1-5 0,2-1 0 16,0 1 4-16,0-1-8 0,0 0 4 16,0-1-14-16,0 0-21 0,0-1-25 0,0 1-40 15,0 0-39-15,0-2 20 0</inkml:trace>
  <inkml:trace contextRef="#ctx0" brushRef="#br0" timeOffset="128788">28150 2426 227 0,'0'0'6'15,"0"0"0"-15,0 0 12 0,0 0 0 0,0 0-9 16,0 0 9-16,0 0 0 0,0 0-6 0,-11 0 15 16,11 0-10-16,0 0-4 0,0 0 4 0,0 0-15 15,0 0 3-15,0 0-3 0,0 0 3 0,0 0 12 16,0 0 4-16,0 0 1 0,0 0-1 0,0 0-10 16,0 0-6-16,0 0 5 0,0 0-5 15,0 0 11-15,0 0-6 0,0 0 5 0,0 0-10 0,0 0 5 16,0 0 10-16,-8 0-14 0,8 0 19 0,0 0-20 15,-3 0 0-15,3 0 11 0,-2 0-16 16,1 0 21-16,-1 0-4 0,2 9 2 0,0-9 10 16,0 0-10-16,0 0 5 0,-2 0-6 0,2 0 0 15,0 0 18-15,0 0-7 0,-1 0 12 0,1 0-6 16,0 0-7-16,0 0 1 0,0 0 5 0,0 0-1 16,0 0 5-16,0 0 2 0,0 0-5 0,0 0 4 15,0 0 5-15,0 0-10 0,0 0-1 0,0 0 7 16,0 0-20-16,0 0 3 0,0 0-6 0,0 0-5 15,0 0-7-15,0 0 0 0,0 0 3 16,0 0-9-16,0 0 1 0,0 0 0 0,0 13-2 0,0-13 3 16,0 0 11-16,0 0-1 0,0 0-8 15,19 0 8-15,-19 10-7 0,0-10-1 0,11 6 10 16,-11-6-13-16,13 7 5 0,-13-2-2 0,15-3-9 16,-15 2 14-16,13-1-4 0,-13 0 2 0,9 0 5 15,-3-2-15-15,-1 1 3 0,-3 0-2 0,3-1 2 16,-2 0 4-16,0 0-5 0,2 1 6 0,-3-1 0 15,1 0-3-15,-1-1 6 0,2 1 0 0,0 0-4 16,0-1 4-16,1 1-11 0,0 0-8 0,0 1 9 16,-3-2 0-16,3 0 6 0,-3 0-6 0,-1 1-5 15,-1 0 0-15,2-1-3 0,-2 1 7 0,0 0 6 16,1 0 1-16,-1 1-1 0,0-1 5 16,4 1-10-16,-3-1-1 0,1 2 2 0,-1 0-19 15,3-2-31-15,-2 1-37 0,0 0-50 0,-2 0-23 16,3 0-15-16,-2 0 2 0,1-1 20 0,-2 0-6 15,1-1 7-15,0 0 30 0,-1 0 32 0</inkml:trace>
  <inkml:trace contextRef="#ctx0" brushRef="#br0" timeOffset="130228.41">26923 2039 110 0,'0'0'13'16,"0"0"3"-16,0-7 11 0,0 7 9 0,0 0-8 16,0 0-1-16,0 0-2 0,0-4-8 0,0 4 0 15,0-2 3-15,0 2-4 0,0-3-5 0,0 3 5 16,0-1-10-16,0 0 5 0,0 0 0 0,0 1-1 15,0 0 6-15,0-1-6 0,0 1 5 0,0 0 4 16,0 0 0-16,0 0-9 0,0 0 8 0,0 0-4 16,0 0-4-16,0 0 8 0,0 0 5 15,0 0 0-15,0 0 0 0,0 0-13 0,0 0 3 0,0 0-8 16,0 0 15-16,0 0 15 0,0 0-12 0,0 0-1 16,0 0-5-16,0 0-6 0,0 0 0 0,0 0 5 15,0 0-10-15,0 0 10 0,0 0-5 0,0 0-6 16,0-14 11-16,0 14-11 0,0 0 1 15,0 0 10-15,12 0 11 0,-12 0 13 0,0-7 1 16,0 7-1-16,0 0-14 0,0 0-11 0,0 0-5 16,0-3-9-16,0 3-2 0,0 0-9 0,0 0 15 15,0 0-2-15,0 0-7 0,0 0 4 0,0 0-9 16,0 0 0-16,0 0 4 0,0 0-10 0,0 0-1 16,0 0-9-16,0 0 15 0,0 0 9 0,0 0 11 15,0 0-1-15,0 15-3 0,-14-15 0 0,14 10-10 16,0-10 14-16,-11 12-4 0,11-5-6 0,-11 3 5 15,6 0-8-15,5 0 9 0,-11-1 6 16,7 2-10-16,0 0 4 0,-2-1 0 0,2 0-5 16,2 0 9-16,-3-1 1 0,3 0-4 0,-2 0 9 15,2 0-1-15,-2-1 16 0,3-1-9 0,-3 3 3 16,1-3 2-16,1 3-19 0,-1-3 5 0,1 0-2 16,0 1-3-16,0-1 7 0,0 0-2 0,0-3-3 15,-1 1-7-15,3-2-3 0,0 0 1 0,0-1-9 16,-2-1 1-16,2 0 4 0,0-1 7 0,0 1 6 15,0-1 8-15,0 0-14 0,0 0 2 0,0 0 3 16,0 1-5-16,0-1 9 0,0 0-13 0,0 0 4 16,0 0-8-16,0 0-4 0,0 0-22 0,0 0-54 15,0 0-43-15,0 0-47 0,0 0-14 0,0 0 14 16,0 0 15-16,0 0-4 0,0 0 40 0</inkml:trace>
  <inkml:trace contextRef="#ctx0" brushRef="#br0" timeOffset="131208.31">27118 2014 278 0,'0'0'1'0,"0"0"16"16,0 0 2-16,0 0 9 0,0 0 8 0,0 0-5 16,0 0-2-16,0 0 0 0,0 0-5 15,-6 0-10-15,6 0 0 0,0 0-13 0,0 0 4 0,0 0-1 16,0 0 1-16,0 0 13 0,0 0-13 16,0 0 0-16,0 0 8 0,0 0-26 0,0 0 13 15,0 0-9-15,0 0 0 0,0 0 17 0,0 0-8 16,0 0 9-16,0 0-9 0,16 0 4 0,-16 16-8 15,0-16-5-15,0 0 0 0,15 13 0 0,-15-13 9 16,10 10 4-16,-10-10 1 0,11 10-5 0,-9-10 0 16,5 8-5-16,-5-6 5 0,3 2 4 0,-3-1-4 15,0-2 0-15,-1 2 4 0,1-2-13 0,0 2 9 16,-2-1 13-16,0 1-17 0,0-1 9 0,0 1-1 16,0 1-9-16,0-1 9 0,0 2 5 0,0-2-13 15,0 1 13-15,0-1-5 0,0 0-8 0,0 1 13 16,0 0-10-16,-14 0-3 0,14 0 17 0,0 1-18 15,-11 0 1-15,11 0 8 0,-13 0-22 16,5 0 27-16,0 0-9 0,1 0 9 0,-1 0 9 16,0 0-18-16,2 0 9 0,1 0-9 0,1-1-4 15,2 1 13-15,-1 1-4 0,-1-2-10 0,1 2 10 16,1-2-10-16,0 1 0 0,0 1 14 0,2-2 6 16,-3 2-1-16,1-3-5 0,2 2 1 0,0-1-15 15,-2-1 0-15,2-1 5 0,0 1-4 0,0-1 13 16,-2-1-4-16,2 1 0 0,0 0 0 0,0 0-10 15,0-1 5-15,0 1 5 0,0-1 0 0,0 1 0 16,15 1-5-16,-15 0-5 0,0-1 5 16,0 0 0-16,14 3 0 0,-14 0 5 0,9-2-5 15,-1 0 0-15,-2 0 5 0,2 0-10 0,-3 0 5 16,1-1 0-16,-1-2 0 0,0 1 5 0,-3-1-5 16,0 0 12-16,-1 0 1 0,0 0-7 0,-1 1 0 15,0-1-6-15,0 0-6 0,0 0 6 0,0 0 0 16,0 0 0-16,0 0-6 0,0 0 0 0,0 0 12 15,0 0-12-15,0 0 18 0,0 0-5 0,0 0-7 16,0 0 0-16,0 0-13 0,0 0-24 0,0 0-26 16,14 0-21-16,-14 0-12 0,0 0 17 0,12 0-29 15,-12 0 13-15,10 0 18 0</inkml:trace>
  <inkml:trace contextRef="#ctx0" brushRef="#br0" timeOffset="131970.01">27483 2052 162 0,'0'0'4'0,"0"0"0"0,0 0 0 0,0 0 4 16,0 0-6-16,0 0-1 0,0 0 4 15,0 0 1-15,0 0-2 0,0 0-7 0,0 0 3 0,0 0-8 16,0 0 15-16,0 0 14 0,0 0-6 16,0 15-1-16,0-15-5 0,0 0 6 0,0 13 1 15,0-13 5-15,0 13-2 0,0-6-8 0,-14 0-5 16,14 1 9-16,0 1-5 0,0 1 10 0,0-2-6 16,-8 1 5-16,8 1-1 0,0 0-18 0,0 0 8 15,0-2-13-15,0 3 9 0,0-2 9 0,-6 1-4 16,6-1 4-16,0 0-18 0,0-1 0 0,0 1 14 15,0 0-9-15,0 0 18 0,0-1-3 0,0 0-10 16,0-2 4-16,0 2-9 0,0-1 10 0,0-2-5 16,0 1 0-16,0-3 10 0,0 2-15 15,0 0 15-15,14-3 0 0,-14 1-15 0,0-2 10 0,0 2-10 16,0-2 6-16,10 0 14 0,-10-1 1 0,6 0-1 16,-6 0 8-16,9 0-28 0,-6 0 13 15,3 0 6-15,-1 0 6 0,1 0 17 0,1 0 1 16,0 0-1-16,0-18-13 0,-1 18 0 0,2 0-12 15,0-16 0-15,-1 16 0 0,0-14-7 0,2 14-6 16,0-14 5-16,-2 6-5 0,1-1 11 0,1 3 5 16,-2-4-5-16,0 1 9 0,1 1-9 0,0-1 9 15,-1 1 8-15,-1-1 1 0,-1 4 14 0,1-2-4 16,-1 2-7-16,1 0 4 0,-1 1 6 0,-3 0-4 16,1 2 3-16,-1-1-13 0,0 1-9 0,0 0-7 15,0-1-7-15,0 3-2 0,0-2-6 16,1 1-2-16,-3 0-1 0,1 1-3 0,1 0 3 15,0 0-5-15,-2-1 3 0,0 1-1 0,0 0-6 16,0 0 10-16,0 0-5 0,0-1 2 0,0 1-25 16,2 0-55-16,0 0-53 0,-1 0-67 0,0 0-11 15,2 0 23-15,1 0 23 0,1 0-4 0,-1 0 33 16,1 16 31-16</inkml:trace>
  <inkml:trace contextRef="#ctx0" brushRef="#br0" timeOffset="161412.06">5640 6102 246 0,'0'0'14'0,"0"0"4"0,0 0 18 15,0 0 7-15,0 0-15 0,0 0 4 0,0 0-5 16,0 0 4-16,0 0 13 0,0 0 4 0,0 0-1 16,0 0 32-16,0 0 17 0,0 0 17 0,0 0 1 15,0 0-21-15,0 0-15 0,0 0-10 0,0 0-8 16,0 0-20-16,0 0-12 0,0 0-18 0,0 0 0 16,0 0-2-16,0-13-2 0,0 13 1 15,0 0-2-15,0 0 4 0,0-11 2 0,0 11 6 16,0 0 6-16,0 0 5 0,0-4 1 0,0 4-12 15,0 0-9-15,0 0 1 0,0 0-7 0,0-4 6 16,0 4 6-16,0 0-7 0,0 0 7 0,0 0-3 16,0 0-6-16,0-2 11 0,0 2-6 0,0-1 2 15,0 1 2-15,0-1-12 0,0 1 7 0,0 0 4 16,0-2-3-16,0 1-3 0,0 1 1 16,0-1-10-16,0 0-2 0,0 0 10 0,0 0-8 15,0 1 4-15,0 0 7 0,0 0-7 0,0-2 2 16,0 2-7-16,0 0 3 0,0 0-1 0,0 0-6 15,0 0 8-15,0 0-7 0,0 0 2 0,0 0 3 16,0 0-7-16,0 0 4 0,0 0-1 0,0 0-5 16,0 0 4-16,0 0-8 0,0 0 1 0,0 0 2 15,0 0 0-15,0 0 4 0,0 0 2 0,0 0 8 16,0 13 5-16,0-13 3 0,0 0-6 0,0 16 4 16,0-16-10-16,0 17 0 0,0-6-7 0,19 0-1 15,-19-1 12-15,0 3 0 0,0-1 2 0,14 3-3 16,-14-2-2-16,0 1-1 0,10 0 4 0,-10 0-1 15,6 1 3-15,-6 0-2 0,6 0 1 0,-3 0-1 16,0-2-5-16,1 0 1 0,-1-1 4 16,1 1-5-16,2-2 2 0,-2-1 3 0,0-1-3 15,0 1 1-15,-1 0 2 0,0-2-6 0,0 1 1 16,-1-1-1-16,2-2 4 0,-2 0 1 0,0 0 5 16,-2-2 0-16,3 0-13 0,-1-1 12 0,0 1-3 15,-1-3 1-15,1-1 7 0,-2 1-6 0,2-1 0 16,-2 0 0-16,0 0 2 0,2 0-6 0,-2 0 6 15,1 0 3-15,-1 0-4 0,1 0 6 0,0 0-4 16,0 0-7-16,2 0 1 0,0 0 0 0,3-15-2 16,-1 15 3-16,1 0 6 0,1-16-7 15,3 16 1-15,-2-14 0 0,0 5-10 0,0 0 8 0,2 0-6 16,0 1 4-16,0-1 6 0,0 0 1 0,1-1 6 16,-2 1-9-16,1-4 1 0,-3 3-8 15,1-5 1-15,-1 1 4 0,1-1-1 0,-1 0 0 16,-2-1-2-16,2 1 3 0,1 0 2 0,2 0 6 15,-1-1 0-15,-2 1 1 0,2 0-2 0,-1 2-7 16,0-1 4-16,-1 0 0 0,2 1 0 0,-1 0 2 16,-1 1-1-16,0 1 1 0,-4 2 2 0,2 1 3 15,-2 2-3-15,1 2-9 0,-4 0 0 0,0 1-1 16,0 2 0-16,0 1-2 0,0 0-6 0,0 0-6 16,0 0-3-16,0 0 5 0,0 0-1 0,0 0 3 15,0 0-7-15,0 0-31 0,0 0-47 16,0 15-73-16,0-15-56 0,0 0-29 0,0 17-3 15,0-17 28-15,0 14 7 0,0-14 63 0</inkml:trace>
  <inkml:trace contextRef="#ctx0" brushRef="#br0" timeOffset="162324.35">6060 6427 251 0,'-2'0'6'0,"2"-5"5"0,0 3 1 16,0-1 7-16,0 1 9 0,0-1-4 16,0 0 6-16,0 0-2 0,0-3-10 0,0 2 19 15,0-1-6-15,16 0-5 0,-16-2-5 0,0 1-15 16,15 1 10-16,-15-1 0 0,10 2 5 0,-10 0-5 15,11 2-16-15,-11 0 6 0,8 0-1 0,-4 1 11 16,-4 0-1-16,5 0-5 0,-4 1-5 0,0-1-5 16,0 1 12-16,-1 0-22 0,0 0 10 0,0 0 0 15,0 0-17-15,0 0 32 0,0 0-15 0,0 0 0 16,0 0 6-16,0 0-6 0,0 16 5 0,0-16-5 16,0 17 11-16,-14-8-16 0,14 5 17 15,0 3-12-15,-17 0-6 0,17-1 11 0,-16 3-17 16,7-1 12-16,-1 2-5 0,1-2 5 0,-3-1 0 0,3 0 0 15,1 0 5-15,-2-2-14 0,2-2 4 16,1 1 11-16,2-4-11 0,0-1 20 0,0 0-10 16,1-3-11-16,1-1 11 0,-1-1-11 0,4-2 12 15,0 0 0-15,-3 0 0 0,3-2 11 0,0 0-6 16,0 0 12-16,0 0 0 0,0 0-17 0,0 0 5 16,0 0-5-16,0 0-6 0,0-21 11 0,17 21-16 15,-17-14 0-15,0 14-1 0,15-19-5 0,-15 9 22 16,14 0-10-16,-14-2 5 0,16 1 0 0,-16-2-10 15,14-1 4-15,-5 0 1 0,-2-2 5 0,1 2-11 16,-1-2 6-16,1 1 5 0,-1-1-11 0,0 0 12 16,0 1 0-16,2 0-3 0,-2 2 28 15,-1 1 17-15,0 2 1 0,-1 2 9 0,1 1-19 16,-3 2-5-16,-1 1-7 0,0 2-6 0,-2 1-11 16,0 0 3-16,0 1-17 0,0-1-4 0,0 1 0 15,2 0-13-15,-2 0 13 0,0 0-9 0,0 0 5 16,0 0 6-16,0 0-1 0,0 0 6 0,0 0-5 15,0 0-2-15,0 12 6 0,0-12 3 0,0 0 1 16,0 17-5-16,0-17 10 0,0 21-5 0,0-10-6 16,0 3 7-16,0 0-7 0,0-1 1 0,0 2 10 15,14 0-10-15,-14 0-10 0,0-1 1 0,0 0 5 16,10 0 9-16,-10-3 1 0,8 3 1 0,-8-3 8 16,7 1-9-16,-3-2-5 0,-1 0 9 15,3 1-19-15,-3-2 10 0,0 0 11 0,0-1-9 16,0-1 3-16,0 1-3 0,-1-2-2 0,0-1 10 15,0-2-24-15,-1 2-48 0,0-4-16 0,-1 2-38 16,0-3 1-16,0 1 29 0,0-1 2 0,0 0 2 16,0 0-10-16,0 0-13 0,0 0-5 0,0-16 27 15</inkml:trace>
  <inkml:trace contextRef="#ctx0" brushRef="#br0" timeOffset="162649.01">6030 6547 281 0,'-12'-1'11'0,"5"1"16"16,-3 0 3-16,2 0 19 0,-2 0-11 0,1 0 3 16,-1 0 3-16,3 0-14 0,2 0 9 0,-1 0-5 15,3 0-6-15,1 0-4 0,0 0-10 0,2 0-8 16,0 0 11-16,0 0 7 0,0 0-12 0,0 0 0 15,0 0 5-15,0 0-11 0,0 0 5 0,17 0-5 16,-17-10-12-16,0 10 6 0,18 0 0 16,-18 0 17-16,15 0-17 0,-3 0 0 0,0 0 11 15,1 0-16-15,0 0 17 0,3 0-12 0,-2 0-5 16,3 0 5-16,0-7-12 0,-3 7 18 0,-1 0 0 16,2-2-11-16,-4 0 16 0,0 1-17 0,-1-1-39 15,-3 1-18-15,-1-2-33 0,1 2-5 0,-2-3 1 16,0 2-12-16,0-1-5 0,-2-1 16 0</inkml:trace>
  <inkml:trace contextRef="#ctx0" brushRef="#br0" timeOffset="163722.03">6311 6441 297 0,'0'0'7'16,"0"0"7"-16,0 0 2 0,12 0 10 0,-12 0-2 0,0 0-5 15,0 0 7-15,0 0-14 0,0 0 4 0,0 0-6 16,0 0-9-16,0 0 3 0,0 0-8 15,0 0 4-15,0 11 1 0,0-11 4 0,0 0-4 16,0 0-1-16,0 0-4 0,0 7-5 0,0-7 19 16,0 7 5-16,0-1-5 0,0 1 0 0,0 0-22 15,0 2-1-15,0 3 9 0,0-3 9 0,11 2 14 16,-11 0-19-16,0 1 10 0,0-3-14 0,0 2 0 16,0 0 13-16,0-3-17 0,0 0 8 0,0-1-4 15,0 1 5-15,0-2 4 0,0-1-1 0,0 0 5 16,0-1-13-16,0-1 0 0,0 0-1 0,0-1 1 15,0-1 8-15,0 0 14 0,0 0-9 16,0-1-13-16,0 0 13 0,0 0-13 0,0 0 19 0,0 0 7 16,0 0-7-16,0 0-1 0,0 0-10 15,0 0-4-15,0-14-4 0,0 14 4 0,0 0-5 16,0-16 0-16,0 16-4 0,0-15 4 0,0 6 5 16,0 1 4-16,0-3 5 0,0 1-9 0,0 1 4 15,0-4 1-15,0 3-6 0,0 0 1 0,12-1-9 16,-12 0-1-16,0 0 10 0,8 1 8 0,-8 1 6 15,7 0 0-15,-7 1-9 0,4 0 0 0,-4-1 0 16,5 4-5-16,-3-4-1 0,0 4 6 0,1-1-10 16,-1-1 15-16,0 3 0 0,0-1-15 0,-1 2 15 15,3-1-15-15,-1 1 10 0,0 1 5 16,-1 0-15-16,1-1 10 0,0 0-10 0,0 2 0 16,0-2 0-16,0 2 5 0,2 0 5 0,-3 0-5 15,3 1 10-15,-2 0-10 0,1 0-5 0,0 0 5 16,1 0-10-16,-1 0 10 0,1 0 0 0,2 0-5 15,-2 0 5-15,1 19-10 0,-1-19 11 0,0 0 4 16,-1 12 5-16,1-12-5 0,0 9 5 0,-2-9-5 16,0 9-5-16,0-9 0 0,-1 9-5 0,0-4 5 15,-2 0 5-15,0 1 11 0,0 0-11 0,0 0 6 16,0 0-11-16,0 1-6 0,0 0 6 16,-17 1-6-16,17 0 12 0,0 0-6 0,-19-1 6 0,19 0 0 15,-16 1-6-15,16-2 0 0,-15 0 0 0,15 0 5 16,-16-2-20-16,11 0 15 0,-1-1-6 15,1 2 0-15,1-3 22 0,1-1-10 0,0 2-11 16,1-2-1-16,-1 1 6 0,3-2-11 0,0 0 11 16,0 0 0-16,0 0-11 0,0 0 11 0,0 0 0 15,0 0-4-15,0 0 8 0,0 0 1 0,0 0 6 16,16 0-11-16,-16 0 6 0,0 0-6 0,15 0-11 16,-15 0 22-16,12 0-17 0,-12 0 6 0,12 0 5 15,-6 0-11-15,2 0 12 0,-1 13-6 0,-1-13 6 16,1 0 0-16,1 10-6 0,-1-10 11 0,-1 0-11 15,2 9 6-15,-2-9-6 0,1 6 0 0,-2-6 0 16,0 6 0-16,-1-5 6 0,-1 3-6 16,-1-3 6-16,-1 1-1 0,1 0 1 0,1-1 0 15,-3 2 0-15,0-2-12 0,0 1 11 0,0-1 6 16,0 3 12-16,0-2 5 0,0 0 6 0,0 2 26 16,0-1-2-16,0-1 15 0,0 2-22 0,0 0-13 15,-21-1-19-15,21 1-9 0,-16 0 5 0,16-1-19 16,-18 0 10-16,5-1-2 0,1 1 1 0,-2-1-5 15,1-2 4-15,-1 0-7 0,-1 0-3 0,2 0 6 16,-1 0-30-16,4 0-25 0,-3 0-38 0,4 0-34 16,0 0 10-16,2 0 13 0,1 0 19 0,1-13 23 15,1 13-7-15,1 0 0 0,1 0-17 0,1 0-19 16,1 0 20-16</inkml:trace>
  <inkml:trace contextRef="#ctx0" brushRef="#br0" timeOffset="164228.68">6830 6507 271 0,'0'0'1'0,"0"0"26"16,0 0-4-16,0 0 20 0,0 0-1 0,0 0-20 15,0 0-4-15,0 0-6 0,0 0 4 0,0 0 6 16,0 0 8-16,18 0-15 0,-18 0 6 0,14 0-1 16,-4 0-1-16,-2 0 1 0,3-13 4 0,1 13 3 15,0 0-1-15,-1 0 7 0,0 0-4 0,2 0-11 16,-1 0 0-16,0 0-12 0,0 0-12 0,-1 0 0 15,0 0 18-15,-2 14-7 0,-2-14 1 0,0 0-6 16,2 0 0-16,-5 0 6 0,0 0 5 0,-1 0 7 16,-1 0-23-16,0 0 5 0,-1 0-5 0,0 0-1 15,-1 0-30-15,0 0-38 0,0 0-28 0,0 0-38 16,0 0-22-16,0 0 28 0,0 0 27 0</inkml:trace>
  <inkml:trace contextRef="#ctx0" brushRef="#br0" timeOffset="164480.76">6894 6604 99 0,'0'5'5'16,"0"-2"9"-16,0-2-3 0,0-1 19 0,0 1 0 16,0 0 9-16,0 1-1 0,19-1-10 0,-19-1 0 15,0 1-19-15,17 0 10 0,-17 0 2 0,12 1-20 16,-12-1 8-16,10 1-8 0,-10-1-1 15,10 1 6-15,-10 1-2 0,7-2 0 0,-3 1-8 16,1-1 8-16,0 0-8 0,-2-1 9 0,2 1-10 16,-3-1 5-16,3 0 14 0,-3 0-18 0,2 0 8 15,-1 0-9-15,0 0 0 0,-1 0-1 0,1 0-14 16,-1 0-19-16,1 0-44 0,0 0-11 0,1 0 16 16</inkml:trace>
  <inkml:trace contextRef="#ctx0" brushRef="#br0" timeOffset="165971.23">7467 6356 189 0,'2'-2'8'0,"0"-1"21"0,1 1-4 16,-1 1 19-16,0-1-1 0,1 0-16 0,-1 0 11 15,-2 0-4-15,5-3-1 0,-2 1 0 0,-1 0-6 16,1-1-15-16,-1 1-5 0,2-1-2 16,-1 1 6-16,0-1-1 0,1 1-5 0,-2 0 6 15,-1 0-11-15,3 2 15 0,-4-1 5 0,2 1-5 16,0 2 4-16,-1 0-9 0,-1 0 6 0,0 0-16 15,0 0 5-15,0 0-15 0,0 0-1 0,0 0 16 16,0 0-15-16,0 0 20 0,0 15-10 0,0-15-5 16,0 16 4-16,0-16 1 0,0 16 12 0,0-16-7 15,0 22 0-15,0-9-10 0,0 1-1 0,0 2 18 16,0 0 17-16,0 3 5 0,0-2 1 0,0 0-7 16,0 1-11-16,0 0-1 0,0-2-5 0,0 1-6 15,0-3 11-15,0-1-7 0,0 1 1 0,0-1-5 16,0 0-6-16,0-3 2 0,0 1-2 0,0-2 1 15,0 1 5-15,0-1-5 0,0-1 6 16,0 0 14-16,0-1-14 0,0-3-1 0,0 2-10 16,0-1 1-16,0-2-18 0,0-1-52 0,0 0-19 15,0-2-39-15,0 0-1 0,0 0 3 0,0 0-6 16,0 0 29-16</inkml:trace>
  <inkml:trace contextRef="#ctx0" brushRef="#br0" timeOffset="166589.78">7652 6341 440 0,'0'0'-6'0,"0"0"15"16,0 0-9-16,15 0-1 0,-15 0 10 0,0 0-19 16,0 0 10-16,10 0 1 0,-10 0 9 15,12 0 5-15,-2 0 6 0,-1 0 6 0,2 0 0 16,1 0 10-16,1 0 1 0,2 12-12 0,-2-12 2 15,3 0-11-15,-3 0 6 0,0 12 0 0,-2-12-11 16,0 8 0-16,-1-8-18 0,-2 8 12 0,-2-4-6 16,-1-1-6-16,-2 2 6 0,2 0 5 0,-4 1-5 15,-1 0 23-15,2 1-5 0,-2 1-13 0,0 2 1 16,0-1-12-16,0 3-1 0,0-1-4 0,-24 0 16 16,24 1-11-16,-18 0 5 0,18-1 6 0,-18 1-5 15,6 1 6-15,12-2-7 0,-18-1 7 0,7 0-18 16,2 0 12-16,1 0 5 0,0-2-5 0,0-1 11 15,3 1-11-15,-1-1-12 0,2 0 18 16,1-1-6-16,2-1-6 0,1-1 17 0,0 0-16 16,0-1 10-16,0 0 12 0,0-1-1 0,0-1-5 15,24 2 0-15,-24-1 0 0,17-1-5 0,-17 0 5 16,20 0-5-16,-20-1-6 0,22 0 6 0,-11 0 10 16,1 0 0-16,-1 0 15 0,-1 0-6 0,1 0-9 15,1 0 4-15,-3 0-19 0,1 0 14 0,-1-14-14 16,0 14 5-16,0 0 9 0,-2 0-20 0,1-10 15 15,-2 10-10-15,0 0-3 0,-2 0 3 0,1-9 0 16,0 9 0-16,-2 0-15 0,0-4-32 16,-1 4-28-16,0 0-46 0,-2-2-8 0,0 0 16 15,0 2-3-15,1 0 5 0,0-1-10 0,0 0 16 16</inkml:trace>
  <inkml:trace contextRef="#ctx0" brushRef="#br0" timeOffset="167276.85">8155 6382 309 0,'0'-5'0'0,"0"-1"-4"16,0 2 26-16,0-1 1 0,0 1 13 0,14 0 4 16,-14 3-26-16,0-1 10 0,0 2-23 0,0 0 4 15,0 0-5-15,0 0-4 0,7 0 15 0,-7 0-15 16,0 0 10-16,0 0-5 0,0 0-10 0,5 0 10 15,-2 18 5-15,-1-18 0 0,1 14 11 16,-1-14 4-16,0 17-9 0,1-7 0 0,-1 1 4 16,0 2-5-16,1-3 4 0,-1 3-5 0,1-2-5 15,-1 0-14-15,1 3 5 0,-2-3 14 0,1 1-5 16,0 0 14-16,0 0-10 0,1-1-8 0,-1-1-1 16,2 0-4-16,-1 1 13 0,-1-3 0 0,3 1-4 15,-2 0 4-15,1-2 2 0,0-1-11 0,-1 0 9 16,-1-1 6-16,2-1 2 0,0 0 15 0,-2-1-3 15,1-1-7-15,0 0-5 0,-1 0-7 16,1-1 2-16,0 0 9 0,-1 0-15 0,0 0-6 16,0-1 11-16,0 0-9 0,0 0 9 0,-1 0 6 15,1 0-10-15,-1 0-2 0,1 0 1 0,1 0 6 16,0 0-1-16,1 0 9 0,-2-16-4 0,1 16 11 16,-1 0-1-16,3-16-5 0,-1 16 10 0,0-12-24 15,0 12 4-15,2-16 5 0,-2 8 1 0,3-1 28 16,-2 0 1-16,0-1 0 0,4 0-3 0,-3 1-18 15,0-1 0-15,0 0 8 0,2-1-11 0,3 0 0 16,-4 1-3-16,3-2-12 0,-1 1 21 0,1-1 8 16,-3 2 7-16,4-3-8 0,-5 2-14 0,0 2 2 15,-1-1-9-15,2 0 4 0,0 3 2 0,-2 3-14 16,2-2 6-16,-3 1-10 0,0 1-3 16,-1 3 1-16,0 0-9 0,-3 0-3 0,0 1-13 15,0 0-37-15,0 0-47 0,0 0-62 0,0 0-74 16,0 0-12-16,0 0 8 0,0 0 2 0,0 0 84 15</inkml:trace>
  <inkml:trace contextRef="#ctx0" brushRef="#br0" timeOffset="174036.1">4212 6435 166 0,'0'-14'19'0,"0"14"8"16,0 0 0-16,0 0 6 0,0 0-15 0,0 0-6 15,0 0 4-15,0 0 0 0,0 0 1 16,0 0 1-16,0 0 0 0,0 0-6 0,0 0-1 15,0 0 1-15,0 0-1 0,0 0 9 0,0 0 1 16,0 0-1-16,0 0 14 0,0 0-18 0,0 0 9 16,-13 0-1-16,13 0-19 0,0 0 10 0,0 0-20 15,0 0 1-15,0 0 4 0,-5 0 5 0,5 0-1 16,0 0-4-16,0 0 9 0,-3 0-9 0,2 0 1 16,-1 0 8-16,2 0-9 0,0 0 10 0,0 0 4 15,0 0 7-15,0 0 0 0,0 0 8 16,0 0-1-16,0 0-4 0,0 0 0 0,0 0-13 15,0 0-4-15,0 0 4 0,0 0-11 0,0 0 5 16,0 0 12-16,0 0-17 0,0 0 6 0,0 0-6 16,0 0-12-16,0 0 12 0,0 0 0 0,0 0 0 15,0 0 11-15,0 0-5 0,11 0 0 0,-11 0 0 16,11 0-6-16,-11 0 0 0,8 0 0 0,-2 0 0 16,2 0-6-16,2 0 6 0,-2 0 6 0,2 0-11 15,0 0 5-15,0 0 5 0,0 0-10 0,1 0 5 16,-4 0-46-16,1 0-53 0,-1 0-23 0,-2 0-35 15,-2 0-11-15,-3 0 42 0</inkml:trace>
  <inkml:trace contextRef="#ctx0" brushRef="#br0" timeOffset="175520.6">4226 8192 198 0,'0'3'4'0,"-1"-2"0"0,0-1 10 0,1 0-4 0,0 0 0 15,0 0 4-15,0 0-3 0,0 0 0 16,0 0 4-16,0 0 5 0,0 0-13 0,0 0 11 15,0 0 11-15,0 0-14 0,0 0 18 0,0 0-4 16,0 0-14-16,0 0 9 0,0 0-9 0,0 0 0 16,0 0-2-16,0 0-7 0,0 0 7 0,0 0-4 15,0 0-4-15,0 0 3 0,0 0-7 0,0 0 0 16,0 0 3-16,0 0 6 0,0 0-2 0,0 0 14 16,0 0-9-16,0 0 0 0,0 0 0 0,0 0-13 15,0 0 9-15,0 0-13 0,0 0 8 0,0 0 1 16,0 0-5-16,0 0 9 0,0 0-18 15,0 0 4-15,15 0 1 0,-15 0 4 0,0 0 4 16,14 0-4-16,-14 0 9 0,17 0-9 0,-6 0 9 16,2 0-9-16,0 0-9 0,0 0 0 0,0 0 0 15,1 0 14-15,0 0-5 0,-3 0 9 0,3 0-5 16,-2 0-4-16,-1 0 9 0,1 0-9 0,-1 0 0 16,-3 0 4-16,1 0-8 0,0 0-1 0,-2 0 1 15,-1 0-27-15,-1 0-37 0,-1 0-31 0,0 0-63 16,-2 0 21-16,-1 0 41 0</inkml:trace>
  <inkml:trace contextRef="#ctx0" brushRef="#br0" timeOffset="181554.82">29605 3887 88 0,'0'0'9'0,"0"0"5"0,0 0 2 15,0 0 3-15,0 0-2 0,0 0-16 0,0 0-1 16,0 0-4-16,0 0 3 0,0 0 5 0,0 0 1 16,0 0-9-16,0 0 4 0,0 0 5 0,0 0-5 15,0 0 13-15,0 0-11 0,0 0 2 0,0 0 2 16,0 0 0-16,0 0-4 0,0 0 6 0,0 0 13 16,0 0-4-16,0 0-2 0,0 0-10 0,0 0-12 15,0 0 8-15,0 0 9 0,0 0-3 0,0 0 11 16,0 0-12-16,0 0-1 0,0 0 5 0,0 0-9 15,0 0 8-15,0 0-8 0,0 0 4 0,0 0-3 16,0 0 0-16,0 0 13 0,0 0-9 16,0 0 10-16,0 0-6 0,0 0-4 0,0 0 5 15,0 0-10-15,0 0 10 0,0 0-6 0,0 0 6 16,0 0-5-16,0 0-1 0,0 0 0 0,0 0 1 16,0 0 8-16,0 0-9 0,0 0 0 0,0 0 0 15,0 0 0-15,0 0 9 0,0 0-8 0,0 0 4 16,0 0 4-16,0 0-13 0,0 0 23 0,0 0-10 15,0 0 1-15,0 0 9 0,0 0-10 0,0 0 0 16,0 0-13-16,0 0 4 0,0 0-5 0,0 0 0 16,0 0 10-16,0 0-15 0,0 0 10 0,0 0-1 15,0 0 1-15,0 0 5 0,0 0-10 0,0 0 0 16,0 0 0-16,0 0 10 0,0 0 1 16,0 0 6-16,0 0 5 0,0 0 2 0,0 0 16 15,0 0-10-15,0 0-1 0,0 0-1 0,0 0-17 16,15 0 0-16,-15 0 0 0,0 0-16 0,0 0 10 15,0 0 5-15,0 0-10 0,0 0-1 0,9 0-5 16,-9 0 6-16,0 0 1 0,4 0 4 0,-4 0-9 16,4 0-1-16,-2 0-6 0,2 0 0 0,1 0 21 15,-1 0-21-15,0 0 22 0,1 0-6 0,0 0-15 16,0 0 16-16,0 0-6 0,1 0 1 0,0 0-2 16,-1 12-4-16,2-12-5 0,1 0 10 0,-1 0-5 15,0 7 10-15,2-7 0 0,0 0-5 0,-1 6-5 16,1-6 0-16,-3 4 10 0,2-3-10 0,-3 0 22 15,1 0-12-15,-2 1-10 0,-2 0 5 16,0-2-6-16,-1 2-5 0,0-1 10 0,-1 0 1 16,1 0-11-16,0 0 22 0,-1 0-16 0,0 0 16 15,1 1 0-15,-1 0-5 0,2-2-1 0,-1 2-16 16,-1 0 6-16,0-1-5 0,0 0 10 0,0-1 6 16,1 1-1-16,0-1 6 0,0 1-16 0,0-1 4 15,-1 1-4-15,1-1 11 0,0 1 10 0,0 0-9 16,-1-1 4-16,0 0-16 0,1 0 1 15,-1 0-31-15,0 0-49 0,0 0-35 0,0 0-48 0,0 0-26 16,0 0 45-16,0-16 35 0</inkml:trace>
  <inkml:trace contextRef="#ctx0" brushRef="#br0" timeOffset="182076.67">29749 3793 104 0,'0'0'10'15,"0"0"6"-15,0 0 12 0,0 0 6 0,0 0-11 16,0 0-3-16,0 0-13 0,0 0 4 0,0 0 0 16,0 0 9-16,0 0 0 0,0 0-4 0,0 0 1 15,0 0-2-15,0 0-4 0,0 0 3 0,0 0-4 16,0 0-9-16,0 0 8 0,0 0-9 15,0 0 5-15,0 0-5 0,0 0 0 0,0 0-4 16,0 0 9-16,0 0-1 0,0 0-12 0,-17 0 8 16,17 0 0-16,0 13 0 0,0-13 17 0,-12 0-13 15,12 10-4-15,0-10 5 0,-13 7 0 0,13-7 9 16,-8 10-6-16,8-5-3 0,-8 0-6 0,8 2 0 16,-9 1 1-16,4 0 13 0,2 0-9 0,-4 0 9 15,3 1-4-15,0 0-9 0,-1 0-1 0,1-1-4 16,1 1 5-16,-1-1-1 0,1 0 0 0,3-1-4 15,-3-1 19-15,3-1-5 0,-2-1-4 16,2-1 0-16,0 0-13 0,0-2-5 0,0 2 18 16,0-1-25-16,0 2-29 0,0-1-45 0,0-1-34 15,0 1 24-15</inkml:trace>
  <inkml:trace contextRef="#ctx0" brushRef="#br0" timeOffset="183260.13">29639 5096 243 0,'0'0'8'0,"0"0"5"0,0 0-1 16,0 0 6-16,0 0-11 0,0 0-1 0,0 0 6 15,0 0-4-15,0 0 11 0,0 0-5 0,0 0-4 16,0 0 3-16,0 0-12 0,0 0 3 0,0 0 2 16,0 0-1-16,0 0 1 0,0 0 0 0,0 0 13 15,0 0-1-15,0 0 1 0,0 0 4 0,0 0-12 16,0 0 3-16,0 0 8 0,0 0-4 0,0 0-1 15,0 0-12-15,0 0 4 0,0 0-5 0,0 0-3 16,0 0 7-16,0 0-3 0,0 0 12 0,0 0 9 16,0 0 6-16,0 0 1 0,0 0-13 0,0 0 6 15,23 0-21-15,-23 11 0 0,22-11 0 0,-22 0-10 16,27 0 15-16,-15 6-10 0,2-6 6 0,-1 0-6 16,-1 5-5-16,2-5-29 0,-3 2-36 15,2-1-31-15,-3-1-47 0,1 0-12 0,1 0 31 16</inkml:trace>
  <inkml:trace contextRef="#ctx0" brushRef="#br0" timeOffset="187196.9">5507 7965 407 0,'1'0'10'0,"0"0"12"0,-1-7 4 0,0 5 15 15,0-2-11-15,0 0-6 0,0 2 0 16,0-2-14-16,0 3 0 0,0-1 0 0,0-1-19 15,0 2 0-15,0-1 9 0,0 0 1 0,0-1 28 16,0 0 25-16,0-2-11 0,0 0 25 0,0-1 2 16,0 1-2-16,0-1 27 0,0 0-1 0,0 2-3 15,0-4-9-15,0 3-8 0,0 0-19 0,0 1 2 16,0-1-5-16,0 0-11 0,0 0-12 0,0 0-17 16,0 1-5-16,0-1-4 0,0 1-1 0,0 0 3 15,0 2-3-15,0-2-2 0,0-1 6 0,0 2-5 16,0 0 4-16,0 0 5 0,0 0 0 0,0 0-1 15,0-1 2-15,0 2-2 0,0 0-4 0,0 0 10 16,0-1-6-16,0 1-2 0,0 0 0 16,0 1 2-16,0 0-8 0,0 1 3 0,0-1-5 15,0 0-3-15,0 1 7 0,0 0-11 0,0 0 0 16,0 0 6-16,0 0-12 0,0 0 5 0,0 0-1 16,0 0-14-16,0 0 14 0,0 0 5 0,0 0-1 15,0 0 1-15,0 0 2 0,0 0 0 0,0 17 5 16,0-17-3-16,0 0 4 0,0 15-6 0,0-15 5 15,0 15 4-15,0-4-11 0,0 0 1 0,0-1 1 16,13 4 5-16,-13-1 9 0,0 1-2 16,0-2-2-16,9 2-10 0,-9 0-5 0,5 1 8 0,-5-1 1 15,4 3 2-15,-2-2-1 0,-1 2 3 16,2 0-9-16,-2-2 5 0,1 0-5 0,-1 0-3 16,1-1 9-16,-1-1 1 0,1-3 7 0,0 2-13 15,-1-4 4-15,2 1-5 0,-2 0 0 0,1-2 11 16,0-1-3-16,0 0 5 0,0-1-10 0,-2-3 2 15,2 2 3-15,-2-1-4 0,2-2 9 0,-1 0-3 16,1-1-5-16,-2 0-1 0,0 0-1 0,2 1 1 16,-2-1 4-16,0 0-3 0,0 2 2 0,2-1 0 15,-2-1-4-15,1 1 4 0,0-1-3 0,0 2 1 16,-1 0-5-16,2 0-2 0,-1-1 7 0,0 0-1 16,0 1 5-16,1 0-2 0,-1-1-2 0,0 0 0 15,1 0-1-15,-1-1 5 0,0 0-2 16,0 0 1-16,0 0 1 0,0 0-2 0,-1 0 0 15,0 0 0-15,1 0 1 0,0 0-4 0,0 0 0 16,1 0-2-16,-1 0 0 0,1 0 3 0,0 0 1 16,1-13-1-16,-1 13 0 0,-1 0 4 0,4 0-5 15,-3-8 0-15,0 8-2 0,-1-8 2 0,3 8-2 16,-1-7 2-16,1 2 2 0,0-1-10 0,0-1 10 16,3 0 0-16,-1-1 2 0,0-1 3 0,-1 0-7 15,2-1-3-15,1-1 1 0,-2-1 0 0,2-1 6 16,-1-1-3-16,0-1-5 0,1 2 3 0,-1-1-4 15,0-1 5-15,1 1 6 0,-1 1 0 0,1 1-1 16,1 0 1-16,0 1-6 0,-1 0-4 0,0-1 2 16,1 2-4-16,1-1 1 0,-1 1 4 15,-2 1 1-15,-1-2 3 0,1 4 4 0,-2-2-6 16,1 2-2-16,-2 0-4 0,0 1 2 0,-1 1 3 16,1-1 4-16,-3 1 4 0,4 0-4 0,-3 0 1 15,0 1-8-15,-1 1 3 0,1-1 0 0,0 0-1 16,-2 1 2-16,2 1 0 0,-2 0-12 0,1 0-4 15,-1 1-34-15,0 0-53 0,0 1-49 0,0 0-47 16,0-1-20-16,0 0 9 0,0 1 41 0,0 0 32 16,0 0 5-16,0 0 0 0,0 0 20 0</inkml:trace>
  <inkml:trace contextRef="#ctx0" brushRef="#br0" timeOffset="188708.74">5892 8145 56 0,'0'-2'-5'0,"0"-2"10"15,0 1 0-15,0 0 10 0,0-2 16 0,0 0-4 16,19 0-2-16,-19 2-1 0,0-2-6 0,0 3 13 16,0-2 5-16,0 3 4 0,0-1-3 0,10 1-10 15,-10 0 0-15,0-1-10 0,0 0-2 16,0 2-3-16,0-1-2 0,0 0 0 0,0 1-4 16,0 0-5-16,0-1 4 0,0 1 0 0,0 0 4 15,0 0 0-15,0 0-4 0,0 0-5 0,0 0-5 16,0 0 10-16,0 0-9 0,0 0 5 0,0 0-5 15,0 0 0-15,0 17 18 0,0-17-5 0,0 15 1 16,0-15-10-16,0 19-7 0,0-9 3 0,0 2 13 16,0 1-4-16,-14 1 0 0,14 1 4 0,0 0-3 15,0-1 12-15,-13 1 0 0,13 1 4 0,0-2 9 16,0-2-13-16,0 1-1 0,0-2-12 0,-4 0-9 16,4-1 13-16,0-3 7 0,0 1-1 0,0-2 0 15,0-1-9-15,0-1-1 0,0-1 6 0,0-1 0 16,0 0-1-16,0-1-4 0,0 1-6 15,0-2 5-15,0 0 1 0,0 0 5 0,0 0 5 16,0 0-5-16,0 0 5 0,0 0-10 0,0 0 4 16,0 0-5-16,0 0-5 0,0-17-5 0,0 17-5 15,0 0 9-15,0-14 1 0,0 14 5 0,0-14-5 16,0 6-5-16,0-1 0 0,0 0 0 0,-13 1 5 16,13-3 5-16,0 1 6 0,0 0-11 0,0 0 5 15,0 0-10-15,0 0-10 0,0-2 20 0,0 2-9 16,0-1 4-16,0-1 1 0,17 2-6 0,-17 1 6 15,0-2 4-15,14 1 6 0,-14 2-5 0,0-2-17 16,10 3 6-16,-10-3 1 0,6 2 5 0,-6 2 5 16,10-3-6-16,-6 3 6 0,0-1 0 0,2 1 0 15,0 0-1-15,1 1-4 0,-1 0-1 16,2 1 11-16,-2-1 0 0,1 2 1 0,1 0-6 16,-1 0-12-16,-1 1 1 0,1 1 5 0,2 1 0 15,-4-1 16-15,-1 1-10 0,0 0-6 0,-1 0 0 16,1 0-10-16,-1 0 15 0,0 0-5 0,1 0 5 15,-2 0-11-15,1 0 0 0,-1 0-5 0,-2 0 5 16,2 0 16-16,0 15-10 0,-1-15 5 16,-1 0-5-16,0 0-11 0,0 13 31 0,0-13-5 0,0 11-5 15,0-3 6-15,0 0-26 0,0 0 9 16,-18 1 5-16,18-1 10 0,0 0-10 0,-14-1-4 16,14 0 0-16,0 0-6 0,-12 0 1 0,12 0 9 15,-12 0-5-15,12-1 1 0,-8-2 4 0,3 3-8 16,0-3 9-16,0-1-1 0,-1 2 2 0,1-2 3 15,2 0-14-15,-1-1 0 0,-1 0 0 0,2 1 1 16,-1-1 9-16,1 0-10 0,1-1 5 0,-2 1-1 16,2-1-4-16,1 0 5 0,-2 0 5 0,3-1-4 15,-1 0 0-15,0 0-1 0,1 0-6 0,0 0 6 16,0 0 0-16,-1 0 4 0,1 0-3 0,0 0-2 16,0 0-4-16,0 0 0 0,0 0-6 0,0 0-9 15,0 0 20-15,0 0-16 0,0 0 11 0,0 0 15 16,14 0-9-16,-14 0 4 0,0 0-1 0,0 0-4 15,16 0-5-15,-16 0 10 0,11 0-4 16,-11 0 4-16,13 0-1 0,-5 0-14 0,-1 0 10 16,0 14-5-16,3-14 0 0,0 0 11 0,-2 12-11 15,3-12 0-15,-4 0 10 0,2 7 0 0,1-7 0 16,0 5 4-16,-2-5-24 0,1 5 15 0,-1-4-5 16,-2 3-5-16,-1-2 30 0,-1 0-25 0,-1 1 9 15,0-1-4-15,-2 2 0 0,1-2-5 0,-2 1-5 16,1 0 15-16,-1-2-10 0,1 1 15 0,-1-1 6 15,0 1-11-15,0 0-5 0,0 0 5 0,0-2-4 16,0 1 24-16,0 0 10 0,0 1 6 16,0 1-2-16,0-3-20 0,-14 2 4 0,14 2-10 15,0-1-3-15,-16 1-1 0,16 1-8 0,-16-1 0 0,6 1 3 16,-2 0-3-16,2 0-5 0,-5-1 4 16,2 0 1-16,-3-1 7 0,3 2-4 0,-1-3 5 15,-2 1-5-15,3 0-8 0,1-2 10 0,1-1-5 16,1 2 8-16,-2-2-10 0,3 0 6 0,2 0-1 15,-2 0-13-15,2 0 5 0,0 0-20 0,1 0-23 16,2 0-22-16,-1 0-38 0,3 0-11 0,-1-14-3 16,2 14 3-16,1 0 31 0,-1 0-1 15,1-11-17-15,0 11-3 0,0-7 10 0</inkml:trace>
  <inkml:trace contextRef="#ctx0" brushRef="#br0" timeOffset="189432.31">6328 8203 223 0,'5'0'5'0,"-2"0"25"0,0 0 0 16,0 0 0-16,-1 0-1 0,-1 0-22 0,0 0 3 15,1 0 0-15,0 0-5 0,1 0 6 0,0 0-10 16,2 0 5-16,-1 0 4 0,1 0 0 0,0 0 5 16,1 0 4-16,0 0 1 0,0 0-5 0,-1-11 3 15,0 11 1-15,-1 0-4 0,0 0 3 0,0 0-8 16,-1 0 0-16,-3 0 4 0,2 0-5 0,1-6 5 15,-2 6-9-15,-1 0 4 0,0 0 4 0,0 0 11 16,0 0 5-16,0 0-8 0,0 0 0 0,0 0-4 16,0 0-6-16,0-3-11 0,0 2 0 15,0 1 1-15,0-1-1 0,0 1 17 0,0-3-12 16,-15 1 0-16,15 0 1 0,0 0-6 0,0-2 5 16,-10 3-4-16,10-3 9 0,0 2 1 0,-10 1 11 15,10-2 10-15,-5 0-5 0,2 1 1 0,-1 1-12 16,1 0-6-16,-1 0-5 0,0 1 0 0,1 0-6 15,-4 0-4-15,3 0-15 0,-1 0 9 0,0 0 6 16,-1 0-1-16,2 16 16 0,-2-16-10 0,1 0 0 16,0 13 5-16,1-13-11 0,0 0 6 0,0 12 5 15,1-12-1-15,-1 7-9 0,1-7-1 0,1 10 1 16,-1-5-5-16,1 0 19 0,0 0-4 16,-1 2-5-16,3-2 5 0,-2 2-1 0,2 0-4 15,-2-1 5-15,2 0-5 0,0 2 5 0,0-1 5 16,0 0-10-16,0-1 5 0,0 1-15 0,0 0 11 15,0-1-1-15,0 1 0 0,0-1 11 0,0 1-7 16,0-1 2-16,17-1-1 0,-17 1 0 0,0 0-5 16,0 0 5-16,13-2 1 0,-13 0 0 0,7 1 9 15,-7-2 1-15,8 2-6 0,-3-2 14 0,1-1-4 16,0 0-6-16,0-1 6 0,1 1-11 0,1-2-8 16,-1 0 8-16,2 0-8 0,0 0-6 0,-1 0 9 15,0 0-13-15,-1 0 9 0,0 0 10 16,0 0-14-16,-2 0 8 0,-1 0-18 0,0 0-61 0,0 0-30 15,-1-14-31-15,0 14-6 0,0 0 28 16,1 0 16-16,0-7-13 0,-1 7-15 0,1-8 23 16</inkml:trace>
  <inkml:trace contextRef="#ctx0" brushRef="#br0" timeOffset="190188.74">6836 8129 122 0,'0'0'9'0,"0"0"17"0,0 0 0 16,0 0 12-16,0 0 0 0,0 0-5 15,0 0 10-15,0 0-1 0,0 0-1 0,0 0-4 16,0 0 13-16,0 0 4 0,0 0 21 0,0 0 23 16,0 0 8-16,0 0 16 0,0 0-18 0,0 0-18 15,0 0-32-15,0 0-17 0,0 0-18 0,0 0-1 16,0 0 0-16,0 0-5 0,0 0 12 0,0 0-12 16,0 0 2-16,0 0-3 0,0 0-12 0,0 0 3 15,0 0-1-15,0 0-9 0,0 0 7 0,0 0 0 16,0 0-3-16,0 0 6 0,0 0 5 0,0 0-4 15,0 0 8-15,24 0-4 0,-24 0-9 0,16 0 6 16,-16 0 4-16,20 0-4 0,-20 0 2 16,21 0 0-16,-21 0-2 0,20 0-2 0,-10 0 4 15,-3 0-3-15,1 0-8 0,0 0 1 0,0 0-2 16,-2 0 7-16,1 0 7 0,-3 0-6 0,1 0 1 16,2 0-6-16,-2 0 0 0,0 0 7 0,-2 0 3 15,1 0-1-15,-1 0-10 0,-1 0 8 0,0 0-9 16,1 0 4-16,-1 0 1 0,1 0-7 0,-1 0-27 15,-2 0-64-15,1 0-56 0,-1 0-53 0,0 0-2 16,0 0 38-16,0 0 36 0,0 0 21 0,0 0-14 16,0 0 22-16</inkml:trace>
  <inkml:trace contextRef="#ctx0" brushRef="#br0" timeOffset="190533.43">6843 8261 240 0,'-4'3'9'0,"1"1"-3"0,1-4 5 15,1 2 14-15,1-2-9 0,0 0 9 0,0 0-4 16,0 0-18-16,0 0 3 0,0 1 4 15,0-1 0-15,0 0 0 0,0 0 6 0,0 0 5 16,0 1 10-16,0-1 21 0,0 0-6 0,16 1 0 16,-16-1 6-16,11 2-7 0,-11-2 12 0,14 0-3 15,-4 0-11-15,0 0-5 0,1 1-21 0,1 0 8 16,-1-1-14-16,-2 1-6 0,4 0 5 0,-3 2-19 16,-1-3 9-16,3 3 0 0,-5-3 5 0,0 2-10 15,1-1 5-15,0 1 0 0,-2 0-54 0,-2-2-33 16,0 1-38-16,0 1-21 0,-2-2 13 0,1 1-13 15,-1-1 32-15</inkml:trace>
  <inkml:trace contextRef="#ctx0" brushRef="#br0" timeOffset="197072.95">7542 8023 64 0,'0'-1'8'0,"0"-1"11"16,-10 1 4-16,10 0 6 0,0 1 9 16,-9-1-22-16,9 1 5 0,0-2 1 0,-6 2-9 15,6-2 13-15,-2 2 1 0,1-2-2 0,1 0-9 16,0 2-1-16,-2-1-4 0,2 1 1 0,0-1 4 16,-2 0-5-16,2 1 0 0,-1-2-4 0,1 2 3 15,-1-1-4-15,0 1-6 0,0-1 10 0,1 1-10 16,0-2 5-16,-1 2 1 0,1 0-5 0,0 0 0 15,0 0 14-15,0 0-6 0,0 0 6 0,0-1-1 16,0 1-8-16,0 0 13 0,0 0-14 0,0 0 9 16,0 0-4-16,0-1-5 0,0-1 9 15,0 2-14-15,0 0 14 0,0 0 5 0,0 0-4 16,0 0-2-16,0 0-8 0,0 0-5 0,14 0 0 16,-14 0 10-16,0 0-10 0,15 0 0 0,-15-15 0 15,16 15-5-15,-3 0 10 0,-2-10-5 0,0 10-5 16,-1 0 5-16,-1 0 0 0,-4 0 0 0,2 0-5 15,0 0 5-15,-3 0-9 0,1 0 9 0,-1 0 4 16,2 0-4-16,0 0 10 0,1 17-10 0,-2-17 5 16,0 0-10-16,0 12 10 0,-2-12-14 0,-1 9 14 15,1-9-1-15,0 9-9 0,-2-3 19 0,0-1-23 16,-1 2 14-16,0 1 0 0,0 0 6 16,0 2-2-16,0 0-3 0,0 0 5 0,-19 2-12 15,19 0 18-15,0 0-12 0,-19-1-10 0,19 0-1 16,-13 0 1-16,13 0-1 0,-11 1 17 0,11-3-17 15,-10 0 6-15,3 2 0 0,0-1-11 0,0-1 11 16,0 0 0-16,0 0 0 0,-1-1 6 0,3 0 4 16,-3-1-15-16,2-2 5 0,1 2-5 0,0 0 0 15,2-3 10-15,0 2-5 0,-2-3 0 0,3 1 0 16,0 0 0-16,2-1-6 0,-1-1 6 0,1 0 0 16,0 0-15-16,0 0 21 0,0-1-16 0,0 0 5 15,0 1 14-15,0 0-9 0,0 0 15 16,20 0-9-16,-20 0-1 0,13 0 0 0,-13 0 1 15,18 0 4-15,-8 0-10 0,-10-1 0 0,15 0 6 16,-15 1-6-16,10-1 5 0,-10 0 5 0,7 0-10 16,-2 0 11-16,-1-1 5 0,-1 1 15 0,0-1 5 15,1 1-1-15,0-1 1 0,0 0-15 0,0 0-2 16,-1 0 1-16,2 0-11 0,-2 0-8 0,-1 0 5 16,2 0-10-16,-2 0-1 0,0 0 14 0,1 0-9 15,-3 0 4-15,2 0 6 0,1 0-15 0,-2 0 10 16,-1 0-10-16,0 0 5 0,1 0 10 0,0 0-19 15,0 0 13-15,0 0-4 0,-1 0-10 0,0 0-26 16,0 0-54-16,0 0-32 0,0 0-18 16,0 0 0-16,0 0 17 0,20 0-10 0,-20 0 24 15</inkml:trace>
  <inkml:trace contextRef="#ctx0" brushRef="#br0" timeOffset="197708.17">7910 8282 584 0,'-7'0'13'0,"7"0"5"0,0 3 4 15,-5-3 4-15,5 0-7 0,0 0-5 0,0 0 7 16,0 0 0-16,0 0-5 0,0 0 0 0,0 0-11 16,0 0 6-16,0-12-10 0,16 12 20 0,-16 0 10 15,0 0-9-15,0 0 14 0,0 0-5 0,10-6-21 16,-10 6 10-16,0 0-15 0,0 0 0 0,7-4 9 15,-7 4-14-15,0 0 9 0,4 0-9 0,-3-2-10 16,0 1 16-16,0 1-10 0,0 0-5 0,0-1-27 16,-1 1-56-16,0-1-21 0,0 1-35 0,0 0-6 15,0-1-6-15,0-2 32 0</inkml:trace>
  <inkml:trace contextRef="#ctx0" brushRef="#br0" timeOffset="198512.15">7972 8132 208 0,'0'0'17'0,"0"0"5"0,-12 0 6 16,12 0 6-16,0 0-12 0,-7 0 5 0,7 0 0 15,0 0-6-15,0 0 0 0,-6 0-5 0,6 0-5 16,-2 0 3-16,2 0-8 0,-1 0-6 0,0 0 5 16,0 0-1-16,0 0 1 0,1 0 0 0,-1 0-5 15,1 0 1-15,-1 0 4 0,0 0 0 0,0 0-4 16,1 0 4-16,0 14 4 0,0-14-4 0,0 11 0 16,0-11-1-16,0 11 1 0,0-2 4 0,0-1-5 15,0 0-7-15,16 2 3 0,-16 0-4 16,0 1 5-16,15-1-1 0,-15-1-8 0,11 2 9 0,-11-1 3 15,11 1 9-15,-11-4-1 0,14 3-12 16,-9-3 9-16,2 0-8 0,1-1 3 0,-2 0 9 16,0-2-9-16,1 2 9 0,-3 0-13 0,1-2 4 15,1-1 1-15,-1 0-10 0,-2 0 5 0,-1-1 9 16,0 0-17-16,0-2 12 0,-1 0 0 0,1 0-12 16,-1 0 12-16,-1 0-31 0,1 0-15 0,1 0-33 15,0 0-26-15,0 0-31 0,2 0 18 16,-2-17 35-16</inkml:trace>
  <inkml:trace contextRef="#ctx0" brushRef="#br0" timeOffset="198769.14">8120 8197 389 0,'0'0'10'0,"0"0"6"0,-15 0 0 0,15 0-4 16,0 0-2-16,0 0-5 0,-11 0-5 0,11 0 8 15,0 0-8-15,-9 0-8 0,9 0 13 0,-8 0-5 16,5 0 1-16,-2 17 8 0,1-17-5 0,-1 0 0 16,0 15 1-16,-3-15-4 0,2 14-8 0,-1-7 8 15,0 2-1-15,-1 0 5 0,0 1 4 0,1 0-5 16,-2 1-8-16,0-2 0 0,2 2 8 0,1-1-4 16,-1-1 12-16,-1 0-4 0,3-2-13 15,0 0-13-15,2 0-28 0,0-2-2 0,1 0-27 16,1-2-34-16,1-1 22 0</inkml:trace>
  <inkml:trace contextRef="#ctx0" brushRef="#br0" timeOffset="199644.27">8364 8040 238 0,'0'-2'16'0,"0"2"12"0,0-1 10 15,0 0 6-15,0 1-15 0,0-1-7 16,0 1 4-16,0 0-19 0,0 0 8 0,0 0 4 0,0 0-18 16,0 0 18-16,0 0-10 0,0 0-4 15,0 0 5-15,0 0-4 0,0 0 9 0,0 0 4 16,0 0 1-16,18 0-1 0,-18 0-9 0,17 15 4 15,-17-15 0-15,17 0 11 0,-17 14 5 0,19-14-20 16,-19 11 0-16,15-11-10 0,-6 13-5 0,-2-6 5 16,1-1-6-16,-2 1 11 0,1-1-5 0,-2-1 0 15,1 1 6-15,-3 0-6 0,0-2 0 0,1 0 5 16,-4 0-5-16,3 1 6 0,-3-2-1 0,0 2-5 16,0-1 6-16,0 0-17 0,0 0 22 0,-17 2-11 15,17-2-6-15,0 3 0 0,-22-2-20 0,22 1 2 16,-22-1 1-16,22 0 9 0,-17 0 5 15,6-2-4-15,2 1-1 0,0-2-12 0,2 2-5 16,1-2 18-16,1 0 4 0,2-1 8 0,1-1 5 16,0 0-9-16,1 2-3 0,1-1-1 0,-1-1 4 15,1 0 6-15,0 1 11 0,0 0-8 0,0 0-4 16,0 2 0-16,20-2-5 0,-20 1 10 0,14 0 0 16,-14 1-1-16,17 1-4 0,-17 0 4 0,17 0-8 15,-17 1 0-15,12 0 4 0,-12 2-4 0,10-1 4 16,-10-1 4-16,7 1 0 0,-4 1-8 0,0 0 13 15,4-2-13-15,-4 1 0 0,-1-1 8 16,0 2-8-16,2-2 17 0,-2 0-4 0,-1-1 5 16,-1 0 17-16,0-1-13 0,0 0 9 0,0 0-5 15,0 0-7-15,0-2 3 0,-18 3-14 0,18-1 12 16,0 0-16-16,-12 0 5 0,12-1 1 0,-14 1-6 16,4 0 11-16,-1-1-22 0,0 0-21 0,1-1-19 15,-1 1-25-15,2-2-3 0,2 0 9 0,1 0-40 16,2 0-3-16,2 0 20 0</inkml:trace>
  <inkml:trace contextRef="#ctx0" brushRef="#br0" timeOffset="200132.99">8870 8182 525 0,'0'0'0'0,"0"0"5"16,0 0-5-16,0 0 4 0,0 0-4 0,0 0 0 15,0 0 4-15,0 0-8 0,0 0 0 0,0 0 0 16,0 0 4-16,20 0 1 0,-20 0 22 15,17 0-1-15,-17 0 1 0,21 0 8 0,-9 0-13 0,2 0 1 16,-2 0 0-16,1 0-5 0,1 0-14 16,-4 0 11-16,3 15-16 0,-4-15 5 0,2 0 15 15,0 0-20-15,-3 0 21 0,0 0-15 0,0 10-7 16,-3-10 12-16,0 0-11 0,-1 0 15 0,-1 0-4 16,-1 0-17-16,0 0-23 0,-1 0-24 0,-1 0-28 15,0 0-35-15,0 0-29 0,0 0 19 0</inkml:trace>
  <inkml:trace contextRef="#ctx0" brushRef="#br0" timeOffset="200347.98">8953 8292 489 0,'0'5'0'0,"0"-2"10"15,0-1-9-15,0 0 0 0,0-2-1 0,0 2-4 16,0-2 13-16,0 0-1 0,0 2-4 0,18 0-4 15,-18 0-4-15,0 0 9 0,22 1 4 0,-22-1-4 16,17 0-1-16,-17-1-13 0,19 2 9 0,-10-2 0 16,0 1 0-16,0-2 0 0,1 0 0 0,0 0-9 15,-2 0-16-15,0 0-21 0,3 0-29 0,-4 0-22 16,2 0-10-16,-4 0 25 0</inkml:trace>
  <inkml:trace contextRef="#ctx0" brushRef="#br0" timeOffset="201429.41">9772 7750 365 0,'0'-3'19'0,"0"2"16"15,0 1 18-15,0-1 24 0,0-1 7 0,0 2 1 16,0 0-18-16,0 0-29 0,0 0-27 0,-17 0-11 16,17 0 0-16,-14 0 5 0,14 0 6 0,-19 0 12 15,7 0 3-15,1 16 7 0,-1-16 5 0,-3 0-11 16,2 18 6-16,-3-18 5 0,5 15-1 0,-3-15 10 16,2 17 8-16,-2-8-4 0,0 2-5 0,3 2-8 15,0 1-14-15,-1-1-5 0,2 2-2 0,-1-2-3 16,1 1-3-16,2 1-5 0,-1 1-2 15,3-1-6-15,0-1 0 0,2 0 1 0,1 3-3 16,2-2 4-16,1 2-3 0,0-2 3 0,0 0 8 16,0-2-4-16,0 2 1 0,0-1-2 0,0-1-3 0,17 1 3 15,-17-2-4-15,0 0 7 0,21-1 3 16,-21 2-6-16,16-3 8 0,-16 0-3 0,19 0-4 16,-7-2 0-16,-1-1 1 0,0 1-5 0,3-1 0 15,-1-2 4-15,0-1 1 0,2 0 3 0,0 0-2 16,0-3-2-16,-1 1-9 0,1 0 9 0,-3-2-5 15,0 0 5-15,-2 0 3 0,-1 0-12 0,1 0 9 16,-2 0-2-16,-1 0-2 0,0 0 6 0,2 0-6 16,-1 0-3-16,-1 0 3 0,1-20-7 0,2 20 0 15,0 0 0-15,0-14 3 0,1 14 12 0,-1-11-4 16,1 11 0-16,-2-11-5 0,-2 5 0 16,-1 1 5-16,-2 0 2 0,-1 1-2 0,-1-1-1 15,1 0 5-15,-3 2-6 0,0-3 7 0,0 3-5 16,0-1 10-16,0 1 31 0,0 1 6 0,0-2 18 15,-17 1-1-15,17-1-6 0,0 1 5 0,-20 0-8 16,20-1-12-16,-19 2-19 0,8-3-11 0,0 3-8 16,-3 0-6-16,2 2-2 0,-3 0-3 0,1 0-2 15,-1 0 1-15,-1 0 2 0,-1 0 0 0,1 0 5 16,0 0-3-16,-1 0 3 0,3 19-4 0,-4-19-8 16,3 0-6-16,0 17-14 0,-1-17-14 15,1 12-22-15,0-12-8 0,2 11-5 0,-1-11-12 0,1 12-12 16,3-12-34-16,1 9-36 0,2-6-20 0,3 0-1 15,2 0 24-15,1-2 28 0,1 0 16 16,0-1-19-16,0 0 6 0,0 0 25 0</inkml:trace>
  <inkml:trace contextRef="#ctx0" brushRef="#br0" timeOffset="202496.8">10185 7843 414 0,'0'0'10'0,"0"0"9"0,0 0-8 15,0 0 10-15,0 0-6 0,0-14-9 0,0 14 4 16,0 0-5-16,0 0-5 0,0 0 0 0,0 0 9 16,0 0-14-16,0 0 5 0,0 0 0 15,0 0-5-15,0 0 8 0,0 0-7 0,0 0 9 16,0 0-1-16,0 21-4 0,0-21 9 0,0 18-11 16,0-8 6-16,0 2 5 0,0 0-9 0,19 1 10 15,-19 0 1-15,0 1 0 0,14 1 5 0,-14-1-5 16,13 1-5-16,-13 1 4 0,14 0 5 0,-14 0-5 15,12-1 15-15,-5 0 6 0,-1-2-16 0,-1 1 5 16,0-2-14-16,0 1-6 0,0-3 11 0,0 0-6 16,0 0 6-16,0 0-11 0,-2-3 5 0,2 0-5 15,-1-1-5-15,0-1 5 0,-1 0 0 16,0-2 16-16,-1-1 6 0,2-1 16 0,0 0 4 16,-2 1 0-16,1-1 5 0,-1-1-7 0,-2 0 0 15,2 0-5-15,-1 0-5 0,1 0-10 0,-2 0-5 16,2 0-1-16,2 0-5 0,-2 0-3 0,1 0-5 15,2-15-5-15,-1 15 4 0,0 0 5 0,1-16 5 16,0 16-8-16,-1-13 4 0,4 13 1 0,-4-14-11 16,1 5 15-16,0 0-13 0,0-1-4 0,0 0 15 15,-1-2 3-15,2 0 10 0,-3 0 21 0,3-1-6 16,-3 0 7-16,2 0 6 0,-1 1-1 0,0-1 25 16,1-1-5-16,-1 3 1 0,1-1 1 0,-1-1-11 15,1 0-5-15,2 0 4 0,-1 1-15 16,0-2-10-16,-1 1-5 0,1-1-14 0,0 1-10 0,2 1-6 15,-3 2-1-15,1 0-3 0,-1 0 7 16,-1 1-3-16,0 2-2 0,0 2 3 0,-2 0 0 16,0 0-3-16,1 2-1 0,-2 2-11 0,0-1-7 15,-1 1-30-15,0 1-39 0,0 0-44 0,0 0-41 16,0 0-39-16,0 0-27 0,0 0 9 0,0 0 27 16,0 0 41-16,0 17 19 0,0-17 16 0,0 0 22 15</inkml:trace>
  <inkml:trace contextRef="#ctx0" brushRef="#br0" timeOffset="203195.58">9731 8501 542 0,'0'2'9'0,"0"1"19"0,0-2 5 16,0 0 21-16,0-1-4 0,0 0-19 0,0 0 2 15,0 0-28-15,0 0-5 0,0 0-5 0,0 0-1 16,0 0 6-16,0 0 0 0,0 0 0 16,0 0 6-16,0 0-6 0,0 0 0 0,15 0 6 15,-15 0-6-15,19 0 0 0,-8 0 11 0,2 0-17 16,1 0 11-16,1 0 7 0,0-16 4 0,0 16 16 16,1 0-10-16,-2 0 9 0,0-14-10 0,0 14 5 15,-4 0-5-15,-1-9-26 0,-1 9 10 0,-1-5-6 16,-1 5-9-16,-3-5 20 0,1 5-26 0,-2-3 2 15,0 3-14-15,-2 0-42 0,1 0-4 0,-1-1-31 16,0 1 0-16,0 0 19 0,0 0-17 0,0 0 16 16,-18 0-5-16,18 0 6 0,-16 0 30 0</inkml:trace>
  <inkml:trace contextRef="#ctx0" brushRef="#br0" timeOffset="203432.41">9805 8506 183 0,'-6'9'5'0,"1"-4"6"0,1 0 0 0,0-2 0 16,1 1-6-16,1 0-4 0,1 0-10 0,0-2 0 15,1 1 4-15,0-1 4 0,0 0 10 0,0 1-1 16,0-1 4-16,0 0 14 0,0 1 11 0,0-1 4 16,0 1-5-16,17 0-15 0,-17-1-5 0,0 0 0 15,17 0-5-15,-17 1 0 0,12-1-1 0,-12-1 0 16,12 1 5-16,-4-1-1 0,-1-1-9 0,0 0-4 16,0 0 9-16,3 0-5 0,-2 0 9 0,1 0-5 15,4-16-9-15,-2 16 1 0,0 0-10 16,2-13 9-16,0 13-13 0,-2 0 13 0,1-13-4 0,-2 13-15 15,0 0-7-15,-2-9-24 0,1 9-7 16,-2-6-6-16,1 6-11 0,-3-5-11 0,0 3 17 16</inkml:trace>
  <inkml:trace contextRef="#ctx0" brushRef="#br0" timeOffset="214276.99">28774 4245 84 0,'0'0'7'0,"0"0"3"0,0 0 9 15,0 0 4-15,0 0-1 0,0 0-7 0,0 0-4 16,0 0 0-16,0 0 0 0,0 0 0 0,0 0 8 16,0 0-3-16,0 0-5 0,0 0 8 0,0 0-9 15,0 0 9-15,0 0-13 0,0 0 4 0,0 0-4 16,0 0-9-16,0 0 24 0,13 0 0 0,-13 0-16 15,0 0 8-15,0 0-8 0,0 0 0 0,0 0 8 16,0 0-7-16,0 0-9 0,0 0 0 16,0 0 4-16,0 0 17 0,0 0-6 0,0 0-7 15,0 0 8-15,0 0-16 0,0 0 7 0,0 0 1 16,0-7 0-16,0 7 4 0,0 0-9 0,6 0 4 16,-6-4 5-16,0 4-9 0,0-2 0 0,0 2 13 15,0-1-29-15,0 1 21 0,0-1 7 0,0 1-20 16,0 0 24-16,0 0-20 0,0 0 0 0,0 0 12 15,0 0-12-15,0 0 4 0,0 0 4 0,0 0-13 16,0 0 9-16,0 0-4 0,0 0-1 0,0 0 6 16,0 0 3-16,-18 0 1 0,18 0-5 15,0 0 5-15,-18 13-5 0,18-13-8 0,-16 0 4 0,7 10-5 16,1-10 1-16,-5 8 12 0,2-8-4 0,-2 9 0 16,3-4-7-16,-3 0 11 0,1 0-3 15,0 1-5-15,3-1 20 0,-1 1-19 0,-1 0 7 16,3 2 0-16,-2-2-8 0,3 0 4 0,-3 1 0 15,4 0 1-15,-3-1-1 0,2 1 4 0,1 1-7 16,-2-1 3-16,4 1-5 0,-4-1 2 0,4 0 3 16,-1 0 3-16,2 1 1 0,0-1 4 0,1 0-8 15,1 1 0-15,0-1 5 0,0 0-13 0,1 0 16 16,0 1-8-16,0-1-1 0,0-1 8 0,0 3-3 16,0-1-4-16,0-1 8 0,0 1 1 0,0 1-13 15,0-1 8-15,16 0-9 0,-16-1-8 0,0 0 13 16,0 0 4-16,14-3-4 0,-14 1 13 0,7-1-1 15,-7 0-8-15,11-1 5 0,-5 1-9 16,1-2 0-16,-1 1 9 0,0-1-9 0,2 0 9 16,2 0-9-16,-2-1-5 0,-1 0 5 0,1 0-4 15,0 0 8-15,-1-1 1 0,1 0-5 0,-2 0 0 16,2 0 0-16,-2 0 0 0,2 0 9 0,0 0-9 16,-2 0-4-16,2 0-5 0,-1-15-8 0,1 15 18 15,2 0-1-15,-4-11 9 0,0 11-5 0,0 0-4 16,1-11 1-16,2 11-1 0,-5-8 4 0,1 3-8 15,-1 1 4-15,0-1 0 0,1 0 9 0,-1 1-5 16,-1-1-4-16,-2 0-4 0,0 0 0 16,-1 2 13-16,3-1-5 0,-3-1 1 0,0 3-5 15,0-3-5-15,0 3 5 0,0-1 0 0,0 0 0 16,0 2 0-16,0-2-4 0,0 0 0 0,0 1 0 16,0-1-1-16,0 1-3 0,-22-1 0 0,22 0-1 15,-20 0 5-15,20 0 8 0,-24 1-4 0,11 1-4 16,-1 0 4-16,0 0-4 0,1 1 4 0,1 0 8 15,-1 0-8-15,3 0 1 0,-3 0-2 0,0 0-3 16,1 0 0-16,1 0 4 0,-2 0 8 0,0 0-4 16,2 16 4-16,0-16 0 0,-1 0-8 0,5 0-4 15,-1 10 4-15,0-10-8 0,3 0 3 0,1 0 14 16,0 7-14-16,2-7 10 0,2 0-10 16,-1 3-3-16,1-3 8 0,0 2 0 0,0-1 8 15,0 1-8-15,0 0-5 0,0 0-27 0,0 1-27 16,0 0-18-16,0-1-39 0,0 3 6 0,0 0 23 15</inkml:trace>
  <inkml:trace contextRef="#ctx0" brushRef="#br0" timeOffset="-214192.02">28874 4461 141 0,'0'0'-2'0,"0"0"12"0,0 0 6 16,0 0 7-16,0 0 13 0,0 0-15 0,0 0 9 16,0 0-8-16,0 0-15 0,0 0 8 0,0 0-14 15,0 0-3-15,-10 0 3 0,10 0-1 0,0 0 1 16,0 0 8-16,0 0-4 0,0 0-1 16,0 0 0-16,0 0-4 0,0 0-4 0,0 0 0 15,0 0 3-15,0 0-3 0,0 0 12 0,0 0 0 16,0 0-12-16,0 0 4 0,0 17 0 0,0-17-13 15,0 0 13-15,0 15 3 0,0-15-7 0,0 14 12 16,0-14-9-16,0 13 0 0,0-6 9 0,0 0-16 16,0 0 20-16,0-1-8 0,0 1 0 0,0-1 15 15,0 1-19-15,0 1 4 0,0-1-8 0,0 0-4 16,0 0 17-16,0-1-4 0,0 1 7 0,0-1 2 16,0-1-9-16,0 0 9 0,0 0 1 0,0-1 4 15,13-1-14-15,-13 2 0 0,0-2 4 0,9-2-8 16,-9 3 8-16,0-4 0 0,7 3-9 15,-7-2 5-15,4 2 0 0,-4-1 0 0,3-2-1 16,-3 0 5-16,4 1-9 0,-3-1 0 0,0 0 5 16,-1 0-4-16,0 0 26 0,0 0-22 0,0 0-5 15,0 0 9-15,0 0-27 0,0 0 23 0,0 0 13 16,0 0-14-16,15 0 1 0,-15 0-5 0,0 0-13 16,0 0 9-16,9 0 9 0,-9 0-1 0,0 0 5 15,9 0-5-15,-9 0-4 0,5 0 0 0,-2 0 0 16,0 0 5-16,-1 0-5 0,2-15 0 0,0 15-4 15,-1 0 0-15,0-10 13 0,2 10 0 0,-1-7-5 16,1 7-4-16,0-7-4 0,-1 4 4 16,-1-2 5-16,3 3-5 0,-3-1 0 0,0-2 0 15,-1 2 5-15,1-1-1 0,-1 0 5 0,1 0-4 16,0-1 4-16,-1 0 4 0,1 0 1 0,2 0 10 16,-3 0-9-16,2-1 1 0,-1 1 0 0,0-1-6 15,0 1 1-15,0-2-6 0,-1 1 0 0,1 0 1 16,-1 1 9-16,0-2 17 0,-1 2 3 0,3 0 1 15,-3 0 3-15,2 1-5 0,-3-1-9 0,2 3-6 16,-1-2-9-16,1 2-6 0,-2-2 1 0,1 1 12 16,2 0-2-16,-2 0 4 0,1-1 4 0,0 2-3 15,-2-1 2-15,3 0 0 0,-2 1-4 0,0-1-10 16,1 1-7-16,0 0 2 0,-1 1-3 16,1-1 4-16,-2 2-4 0,1-2-9 0,0 1 6 15,-1 0 2-15,0 1 5 0,0-1-4 0,0 1-10 16,0 0-7-16,0 0 3 0,0 0 1 0,0 0 4 15,0 0 5-15,0 0-9 0,0 0-70 0,0 0-60 16,0 0-65-16,0 0-65 0,0 14 74 0</inkml:trace>
  <inkml:trace contextRef="#ctx0" brushRef="#br0" timeOffset="-197907.13">28037 6285 68 0,'0'0'9'0,"0"0"5"0,0 0 5 15,0 0 9-15,0 0-12 0,0 0 12 0,0 0-4 16,0 0-4-16,0 0 0 0,0 0-9 0,0 0-2 15,0 0-3-15,0 0 5 0,0 0-5 0,0 0 5 16,0 0-2-16,0 0 9 0,0 0-12 0,0 0-1 16,0 0 0-16,0 0 1 0,0 0 7 0,0 0-3 15,0 0-4-15,0 0-1 0,0 0-7 0,0 0 7 16,0 0 5-16,0 0-14 0,0 0 18 16,0 0-9-16,0 0 0 0,0 0 9 0,0 0-14 0,0 0 5 15,0 0 1-15,0 0-10 0,0 0 5 0,0 0 0 16,0 0 8-16,0 0 1 0,0 0 3 15,0 0-13-15,0 0 0 0,0 0 0 0,0 0 0 16,0 0 5-16,0 0-9 0,0 0 9 0,0 0 0 16,0 0 0-16,0 0 4 0,0 0-8 0,0 0 4 15,0 0 4-15,0 0 1 0,0 0 8 0,0 0-9 16,0 0 0-16,0 0 0 0,0 0 0 0,0 0-13 16,0 0 4-16,0 0-4 0,0 0-9 0,0 0 22 15,0 0-5-15,0 0 1 0,0 0-1 0,0 0-8 16,0 0 4-16,0 0 0 0,0 0 9 0,0 0-5 15,0 0-4-15,0 0 0 0,0 0 1 0,0 0 8 16,0 0 0-16,0 0-1 0,0 0 1 16,0 0-8-16,0 0 12 0,0 0-3 0,0 0-1 15,0 0 0-15,0 0-9 0,0 0 0 0,0 0-5 16,0 0 10-16,0 0-5 0,0 0 9 0,0 0 0 16,0 0 1-16,0 0 0 0,0 0-5 0,0 0 7 15,0 0-1-15,0 0 11 0,0 0 11 0,0 0-11 16,0 0 0-16,0 0-6 0,0 0 0 0,0 0 0 15,0 0 0-15,0 0-11 0,0 0 0 0,0 0 15 16,0 0-15-16,0 0 16 0,0 0-21 0,0 0 0 16,0 0 6-16,0 0-6 0,0 0 5 0,0 0 0 15,0 0-1-15,0 0-4 0,0 0 10 0,0 0-10 16,0 0 0-16,0 0 10 0,0 0-15 16,0 0 5-16,0 0 5 0,0 0-13 0,0 0 17 15,0 0-9-15,0 0 10 0,0 0 4 0,0 0-14 16,0 0 10-16,0 0-10 0,0 0-4 0,0 0 13 15,0 0-8-15,0 0-2 0,0 0 6 0,0 0-10 16,0 0 5-16,0 0 5 0,0 0 0 0,0 0 0 16,0 0 0-16,0 0-5 0,0 0 9 0,0 0-8 15,0 0 3-15,0 0 1 0,0 0-4 0,0 0 9 16,0 0-9-16,0 0-6 0,0 0 0 0,0 0 5 16,0 0-4-16,0 0 13 0,0 0-9 0,0 0-9 15,0 0 13-15,0 0-9 0,0 0 5 0,12 0 15 16,-12 0-16-16,0 0 2 0,9 0-1 15,-9 0-5-15,7 0 14 0,-7 0 0 0,9 0 1 16,-4 0-14-16,-1 0 4 0,1 0-8 0,-2 0 3 16,0 0 14-16,3 0-14 0,-1 0 10 0,-2 0 1 15,1 0-15-15,1 11 14 0,-2-11-6 0,0 0 1 16,2 0 5-16,-2 0-10 0,1 0 1 0,0 4-4 16,-1-4 3-16,-1 0 5 0,2 3 5 0,-2-2 0 15,-2-1 0-15,3 0-1 0,-1 0-9 0,-1 0 1 16,1 0 4-16,-1 0-4 0,1 0 9 0,0 0-1 15,2 0-4-15,-2 0-5 0,1 0-4 0,0 0 9 16,0 0-4-16,-1 0 5 0,3 0 8 16,-4 0-8-16,5 0 8 0,-2 0-9 0,0 0-1 15,0 0 6-15,0 0-4 0,-1 13 4 0,1-13-5 16,-1 0-1-16,1 0-4 0,1 0 10 0,-1 0-4 16,1 0-5-16,-1 0 0 0,0 0-6 0,0 0 5 15,-1 0 6-15,1 0 3 0,0 0-4 0,0 0-1 16,-4 0 1-16,2 0 0 0,0 0 5 0,1 0-5 15,-1 8 0-15,-1-8 0 0,1 0-1 0,-1 0 6 16,1 0-15-16,2 3 11 0,-2-3 5 0,2 3-10 16,-2-3 13-16,0 0-9 0,2 0 0 0,-1 1 5 15,1-1-1-15,-2 2-8 0,1-2 0 16,0 1-2-16,0 0 2 0,2 0 12 0,0 0-12 16,-3 1 10-16,2-1-11 0,0-1-3 0,-1 1 10 0,0 0-2 15,0 0 1-15,1 0 4 0,0-1-6 16,0 1-8-16,-2 0 12 0,1 0 3 0,-1-1 4 15,3 1 0-15,-4-1-14 0,4 0 0 0,-1 1-2 16,1-1 12-16,-1 0-5 0,2 0 4 0,-1 0-13 16,1 0 1-16,-1 0 7 0,2 0-7 0,-2 0 17 15,2 1-4-15,-1-1-4 0,0 0 5 0,2 1-5 16,-3-1 0-16,1 0 4 0,1 0-15 0,-2 0 4 16,1 0 1-16,-1 0 9 0,-1 1 2 0,0-1-3 15,0 0 0-15,1 0-9 0,-3 0 2 0,4 0-1 16,-3 0-2-16,0 0 11 0,0 0-5 15,-1 0 9-15,1 0-7 0,0 0-7 0,-1 0 1 16,2 0-2-16,-1 0 9 0,2 0-6 0,-3 0 10 16,1 0-4-16,1 0-3 0,-1 0 0 0,1 0 6 15,-1 0-10-15,0 0-1 0,-1 0 9 0,4 0-14 16,-3 0 19-16,1 0-5 0,-1 0-2 0,0 0-1 16,0 0-1-16,1 0-2 0,-1 0-10 0,-1 0 26 15,2 0-15-15,-1 0 1 0,0 0 11 0,-1 0-11 16,0 0-4-16,1 0 12 0,-1 0-4 0,1 0-9 15,-2 0 10-15,3 0-5 0,-4 0-5 0,2 0-3 16,0 0 7-16,2 0 6 0,-4 0-6 16,2 0 10-16,-2 0-13 0,3 0-10 0,-2 0 15 15,0 0-7-15,-1 0 6 0,2 0 9 0,0 0-9 16,-1 0 4-16,0 0-4 0,1 0 1 0,-2 0-6 16,3 0 1-16,-2 0 8 0,1 0-8 0,-2 0 12 15,1 0-8-15,0 0-5 0,1 0 2 0,-1 0-2 16,-1 0-7-16,3 0 6 0,-3 0 11 0,4 0-6 15,-1 0 5-15,-3 0-8 0,3 0-5 0,1 0 5 16,-2 0 7-16,3 0-3 0,0 0 3 0,0 0-10 16,2 0 9-16,-1 0 6 0,-1 0-6 0,3 0 3 15,0 0-3-15,0 0-1 0,-3 0 1 0,2 0-2 16,-1 0 0-16,2 0 1 0,-1 0-1 16,-2 0 8-16,0 0-4 0,-1 0-3 0,1 0-1 15,-3 0-3-15,1 0-3 0,-2 0-6 0,0 0 12 16,0 0-4-16,0 0 11 0,0 0 1 0,1 0-14 15,1 0 9-15,-2 0-6 0,1 0 1 0,2 0 9 16,-2 0 0-16,0 0-11 0,-1 0 9 0,1 0-9 16,1 0 10-16,-2 0 3 0,1 0-10 0,-1 0 9 15,1 0-14-15,0 0-1 0,-1 0 12 0,2 0-8 16,1 0-2-16,-2 0 12 0,0 0-8 0,-1 0 8 16,0 0-9-16,1 0 1 0,-2 0-7 0,0 0 3 15,0 0 1-15,0 0 1 0,0 0 5 16,0 0-2-16,1 0 5 0,-1 0-1 0,0 0 3 15,1 0-8-15,0 0 2 0,0 0-7 0,-1 0 1 16,4 0 9-16,-2 0-9 0,0 0 6 0,4 0-2 16,-2 0-4-16,-1 0 5 0,0 0 4 0,1 0-2 15,-2 0-3-15,1 0 15 0,-1 0-18 0,-1 0 3 16,-1 0 8-16,1 0-12 0,0 0 5 0,-1 0 4 16,1 0-4-16,-1 0 1 0,0 0 4 0,0 0-9 15,0 0-1-15,0 0 9 0,0 0-4 0,0 0 5 16,0 0-1-16,0 0-12 0,0 0 4 15,0 0 0-15,0 0-10 0,0 0-38 0,0 0-29 0,0 0-29 16,0 0-12-16,0 0 17 0,0 0 5 16,0 0 21-16,0 0 3 0,0 0 3 0,0 0 8 15,0 0-4-15,0 0 10 0,0 0 7 0,0 0 16 16</inkml:trace>
  <inkml:trace contextRef="#ctx0" brushRef="#br0" timeOffset="-196795.78">28913 6263 97 0,'0'-2'9'0,"0"0"-4"0,0 0 6 0,0-1 9 16,0 1-14-16,0 2 8 0,0-3-4 0,0 0 10 16,0 2-1-16,0-1-3 0,0 1-6 0,0-1-16 15,0 1 15-15,0 0-4 0,0-1 13 0,0 1 0 16,0 0-17-16,0 0 1 0,0 1 3 0,0-1-3 16,0 0-2-16,0 0 5 0,0 0-5 0,0 0 5 15,0 1 0-15,0-1 4 0,-15 0-9 0,15 1 1 16,0-1 8-16,0 1-9 0,0 0 1 0,0 0 4 15,0-1-9-15,-9 1 4 0,9-1 1 16,0 0-1-16,-5 1 0 0,5-1 1 0,-6 1 3 16,2-1 1-16,3 1 4 0,-3-1-4 0,2 1-1 15,0-1-7-15,-1 1 0 0,0 0 7 0,3-1-4 16,-1 0 0-16,-2 1 8 0,0 0-8 0,0 0 0 16,-1 0 13-16,2 0-12 0,-2 0 4 0,0 0 4 15,0 0-9-15,1 0 5 0,0 0-1 0,0 0-3 16,1 0 0-16,1 0 0 0,-2 0-1 0,1 0 5 15,-2 0-5-15,2 0 4 0,2 0 4 16,-3 0-12-16,3 0 8 0,-4 0-3 0,4 0-13 0,-2 0 17 16,0 0-1-16,2 0 0 0,0 0 10 15,-1 0-2-15,1 0-7 0,0 0-4 0,0 0 4 16,0 0-4-16,0 11 9 0,0-11 3 0,0 0-4 16,0 0-4-16,0 0-4 0,0 0 3 0,0 0 0 15,0 0 1-15,0 0-1 0,0 0-4 0,0 0-4 16,0 0 4-16,0 0 5 0,0 0-5 0,0 0 12 15,0 0-11-15,0 0-1 0,0 0-4 0,0 0 0 16,0 0 0-16,0 0-1 0,0 0 13 0,0 0-12 16,0 0 8-16,0 0 0 0,0 0-8 0,0 0 4 15,0 0 0-15,0 0-4 0,0 0 8 16,0 0-8-16,12 15-1 0,-12-15 5 0,0 0-4 16,0 0 12-16,9 10 5 0,-9-10-5 0,7 0-5 15,-7 9 6-15,5-9-5 0,-2 6 0 0,2-6 4 16,-3 6-12-16,4-4 0 0,-4 1-5 0,0 1 5 15,3-1 4-15,-1-1 0 0,-1 3-1 0,-2-1-4 16,4 0 1-16,-2 2 7 0,1-1 1 0,0 1 9 16,-2-2-5-16,0 1-17 0,-1 0 0 0,2 0-9 15,-3 0 13-15,1-3 1 0,-1 0 12 0,0 1 1 16,0-1-9-16,0 1 14 0,2-2-13 0,-1 1-1 16,0 0 4-16,-1 1-4 0,0-1 9 0,2 1-4 15,-2-1-9-15,0 0-4 0,0-1-1 0,0 2 4 16,0 0 1-16,2-2 5 0,-2 0-1 15,2 1 5-15,-2-1 3 0,1 0-3 0,0 0-6 16,-1 0-7-16,1-1-1 0,-1 1 10 0,0-1-10 16,0 0 14-16,0 2-5 0,0-2-5 0,0 0 9 15,0 0-4-15,0 0 9 0,0 0-5 0,0 0-3 16,0 0 3-16,0 0-8 0,0 0 4 0,0 0 4 16,0 3-8-16,0-3 4 0,0 0-4 0,0 0 4 15,0 1 0-15,0-1 4 0,0 0 4 0,0 1-4 16,0-1-4-16,0 0-4 0,0 0-4 0,0 0-1 15,0 0 5-15,0 0 9 0,0 0-1 16,0 0 0-16,0 0 9 0,0 0-8 0,0 16 9 16,0-16-5-16,-17 0-8 0,17 11 8 0,0-11-4 15,-15 8 0-15,15-8 8 0,-11 8-4 0,3-8 4 16,4 8-4-16,-3-3 0 0,1-2-5 0,0 1 11 16,0 0 3-16,2 0 2 0,-2 1-5 0,1-1-5 15,1 1 5-15,0-1-5 0,3 0-4 0,-1 0-1 16,0 0 0-16,1 0 1 0,-1-1 4 0,2 0-1 15,0 0-9-15,-1 0 0 0,0-2 5 0,1 1-10 16,0-2 15-16,0 2-5 0,0-1-5 0,0 0-15 16,0-1-51-16,0 1-50 0,0-1-88 0,0 0 16 15</inkml:trace>
  <inkml:trace contextRef="#ctx0" brushRef="#br0" timeOffset="-192710.6">28192 6670 179 0,'0'0'9'15,"0"0"6"-15,0 0 8 0,0 0 6 0,0 0-6 16,0 0-4-16,0 0-7 0,0 0 2 0,0 0-4 16,0 0 7-16,0 0 0 0,0 0-7 0,0 0-1 15,0 0-4-15,0 0 5 0,0 0 3 0,0 0 12 16,0 0-11-16,0 0-2 0,0 0 1 0,0 0-9 16,0 0 9-16,0 0-8 0,0 0 7 0,0 0 1 15,0 0-5-15,0 0 4 0,0 0-7 0,0 0-5 16,0 0 4-16,0 0-3 0,0 0-1 0,0 0 4 15,0 0 1-15,0 0 3 0,0 0 4 0,0 0-12 16,0 0 4-16,0 0 0 0,0 0 1 0,0 0 6 16,0 0-6-16,0 0-2 0,0 0-7 0,0 0 8 15,0 0-4-15,0 0 4 0,0 0 1 16,0 0-9-16,0 0 4 0,0 0-4 0,0 0 0 16,0 0 0-16,0 0 4 0,0 0 4 0,0 0 4 15,0 0-4-15,0 0-4 0,0 0-4 0,0 0 0 16,0 0 0-16,0 0 0 0,0 0 4 0,0 0 0 15,0 0-8-15,0 0 8 0,0 0-4 0,0 0 0 16,0 0 11-16,0 0 1 0,0 0-8 0,0 0-3 16,0 0-1-16,-12 14 0 0,12-14 4 0,0 0 0 15,-10 13 4-15,10-13-4 0,-11 10-4 16,11-3 0-16,-9-2 0 0,5 1 4 0,0 2 12 16,-3-3-4-16,1 2-8 0,0 0 4 0,0 0-8 15,1-1 13-15,-1 0-1 0,-2 1-8 0,3 0 4 16,0 0-4-16,0-2 0 0,1 3 8 0,0-3-4 15,-2 2-5-15,3-2 5 0,0 2-8 0,-2-2 8 16,3 3-4-16,-2-2 4 0,-1-1-4 0,1 2 4 16,3 0-12-16,-4-1 4 0,1 0-4 0,2 0 0 15,-1-1 20-15,1 0-12 0,1 0 12 0,-1 1-12 16,1-2 4-16,-1 1-4 0,2 0 4 0,0 0 4 16,0-1-16-16,0 1 16 0,0-1-12 0,0 1 8 15,0-2 8-15,0 1-8 0,0 0 10 0,0 1-4 16,0-3 0-16,15 1 1 0,-15 1-1 15,0-3-10-15,19 0 6 0,-19 0 9 0,13-1-5 16,-13 2 6-16,14-2-6 0,-6 0-5 0,-3 0-6 16,4 0 6-16,-4 0 0 0,2 0-10 0,-1 0 11 15,3 0-12-15,0-17 1 0,-2 17 10 0,3 0-16 16,1-11 11-16,0 11-10 0,-3 0 5 0,4-10 10 16,-2 10-5-16,1 0 5 0,-1-5-15 0,-1 5 0 15,-2-3 0-15,-1 3-5 0,0 0-12 0,-3-2-14 16,0-1-17-16,-1 2-7 0,-2 0-9 0,0 1-26 15,0-3-30-15,0 1 17 0</inkml:trace>
  <inkml:trace contextRef="#ctx0" brushRef="#br0" timeOffset="-192352.01">28311 6515 539 0,'0'0'-4'0,"0"14"12"0,0-14 9 0,0 0-1 16,0 0 9-16,0 0-8 0,0 0-12 0,0 0 8 15,0 0-5-15,0 0-8 0,0 0 4 0,0 0 0 16,0 0-8-16,0 0 0 0,0 0 8 0,0 0-4 16,0 0 0-16,0 0-4 0,0 0-22 0,0 0-20 15,0 0-12-15,0 0-16 0,0 0-28 0,0 0-19 16,12 0 19-16</inkml:trace>
  <inkml:trace contextRef="#ctx0" brushRef="#br0" timeOffset="-179814.25">28347 6910 93 0,'0'0'7'0,"0"0"-5"16,0 0 3-16,0 0 3 0,0 0-3 0,0 0 7 16,0 0-7-16,0 0 4 0,0 0-8 0,0 0 5 15,0 0 7-15,0 0-7 0,0 0 11 0,0 0-9 16,0 0-4-16,0 0-3 0,0 0-3 0,0 0 3 15,0 0 8-15,0 0-1 0,0 0-4 16,0 0 0-16,0 0-7 0,0 0 7 0,0 0 4 16,0 0 0-16,0 0-8 0,0 0-3 0,0 0 0 15,0 0-4-15,0 0 14 0,0 0-4 0,0 0-6 16,0 0 10-16,0 0-11 0,0 0 8 0,0 0 4 16,0 0-13-16,0 0 9 0,0 0-11 0,0 0-1 15,0 0 3-15,0 0-2 0,0 0 10 0,0 0 1 16,0 0-4-16,0 0 0 0,0 0 0 0,0 0 3 15,0 12 1-15,0-12 2 0,0 10 1 0,0-10-7 16,0 12 4-16,0-4-4 0,-11-2 4 16,11 1 1-16,0 1-1 0,-10 0 0 0,10-2 7 15,-7 2 10-15,1 0-3 0,1 0 3 0,0 1-11 16,2-1-6-16,-1 4 14 0,-2-2-7 0,2 1 0 16,-1 2 1-16,-1-2-22 0,3 0 17 0,-2 1-13 15,1-2 5-15,0-2 9 0,2-2-12 0,-2 0 10 16,2-2 3-16,2 0-4 0,-1-1-1 0,0-2-4 15,1 0-8-15,0 0 4 0,0 0 4 0,0 0 5 16,0-1-1-16,0 0 1 0,0 0 4 0,0 0-9 16,0 0 1-16,0 0 7 0,0 0-3 0,0 0 4 15,0 0 8-15,0 0-12 0,0 0-5 0,16 0 6 16,-16 0-14-16,0-14 5 0,13 14-1 0,-13 0 5 16,12-17 0-16,-12 17-5 0,13-16 0 15,-7 7-4-15,-1 0 0 0,2-1 9 0,-2 3 0 16,-1-1 0-16,-1 1 0 0,1 0-4 0,-1 0-5 15,-2-1 5-15,3 3 7 0,-1-1 1 0,1-1-4 16,-1 2-1-16,-1-1 1 0,1 0-4 0,-1 1 3 16,2-1 1-16,-2 0-5 0,0-1 5 0,3 1-1 15,-2 0-3-15,1 0 4 0,-2-2-5 0,1 2 5 16,0 0 3-16,-1 0-7 0,-1-1 4 0,1 2 7 16,1 1-16-16,-1-2 12 0,-1 3-4 0,1-1-4 15,0 2 9-15,-2-1-5 0,1 1 0 0,1-1-4 16,-2 2 4-16,3-1 1 0,-3 1-1 15,2 0 0-15,-1 0 0 0,-1 0-8 0,1 0 4 16,0 1 4-16,-1 0 0 0,1 0 4 0,0-2 4 16,-1 2-4-16,0 0-9 0,0 0 5 0,0 0-7 15,2 0 11-15,-2-1-4 0,0 1 4 0,0 0-1 16,0 0-11-16,0-1 20 0,0 1-20 0,0 0 12 16,0 0-4-16,0 0-8 0,0 0 11 0,0 0-7 15,0 0 0-15,0 0 0 0,0 0 0 0,0 0 0 16,0 0 8-16,2 0-8 0,-2 0 4 0,2 0 3 15,-1 0-7-15,1 0 11 0,1 18-8 16,0-18-7-16,-1 0 3 0,3 16-2 0,0-16 2 16,-3 12 8-16,3-12-3 0,-3 12-1 0,1-6 5 0,-2 1-8 15,1 0 15-15,1-2-4 0,-2 1-3 16,0 1-9-16,0 0-3 0,-1 0 7 0,0 0 0 16,1-2 7-16,-1 1-6 0,0-1 3 0,1 1-4 15,-1-1 9-15,0-2 4 0,0 3-12 0,0-2-1 16,0 1 1-16,0-2-4 0,0 1 4 0,0-1 4 15,0 0-13-15,0 1 5 0,0-1 4 0,0-1 0 16,0 2 12-16,0-2-4 0,-14 2 1 0,14 0 0 16,0 1 1-16,0-3 12 0,-15 2-9 0,15-1 5 15,-10 2-10-15,10-3-12 0,-11 1 9 0,6 1-5 16,-3 0-5-16,1-2 5 0,1 1 0 16,-2 1 0-16,0-1 8 0,-1 1-5 0,2 0 1 15,-3 0 4-15,1-2 0 0,0 1-7 0,0 0-5 16,0 0-9-16,0 0 1 0,4-1 8 0,-1 0 9 15,0 1 4-15,1 0-9 0,0-2 0 0,2 2-8 16,0 0-1-16,1-2 5 0,-1 0 12 0,3 0-8 16,-2 0 5-16,2-1 3 0,0 0-12 0,0 0 13 15,0 0 9-15,0 0-13 0,0 0 17 0,0 0 5 16,0 0-18-16,0 0 13 0,0 0-18 0,0 0-4 16,0 0 0-16,0 0 5 0,0 0-5 15,0 0 0-15,0-14 9 0,0 14-5 0,0 0 1 0,0 0-5 16,0 0-14-16,0-11-4 0,0 11-5 0,0 0-19 15,0 0-10-15,0 0-1 0,0 0-16 16,0-5-7-16,16 5-31 0,-16-4 6 0,0 2 25 16</inkml:trace>
  <inkml:trace contextRef="#ctx0" brushRef="#br0" timeOffset="-179069.59">28667 7052 129 0,'0'0'1'0,"0"0"5"0,0 0 9 15,0 0 3-15,0 0 0 0,0 0-5 0,0 0-8 16,0 0-4-16,0 0 0 0,0 0-3 0,0 0 2 16,0 0 2-16,13 0-1 0,-13 0 8 0,0 0-4 15,0 0 0-15,12-12-4 0,-12 12 12 0,0 0-3 16,6 0 4-16,-6-6 4 0,0 6-14 0,0 0 10 16,0-6 2-16,0 6-1 0,0-2-2 0,0 1-4 15,0 0-8-15,0 1 4 0,0-3 1 16,0 3-1-16,0-3 8 0,0 3-12 0,0-1 0 15,0 0 3-15,0 0-8 0,-14 0 5 0,14-1 3 16,0 1-4-16,-17 0-1 0,17 0 1 0,-14-1-4 16,5 1 0-16,1 1 9 0,-1 0-1 0,-1 0 0 15,1 0-5-15,0 0-7 0,0 0 4 0,2 0-1 16,-1 0 2-16,0 0 6 0,0 0 1 0,-1 0 0 16,5 15-1-16,-1-15-3 0,-1 0 8 0,0 0-8 15,0 14-5-15,3-14 12 0,0 11-8 0,-2-11 4 16,2 14 4-16,0-7-20 0,-3 0 8 15,3 2 12-15,-1-2-12 0,0 1 11 0,0 1-12 16,2-1 1-16,0-1 9 0,-1 0 4 0,2-1 1 16,1 1-11-16,-1 0 3 0,1 0-8 0,0 0 13 15,0-1 5-15,0 2 3 0,0 0 2 0,0 1 4 16,0 0-5-16,19-1 5 0,-19 2-5 0,15 0-5 16,-15-2 4-16,15 3-4 0,-3-4 3 0,-1 1-4 15,0 1-1-15,0-3-7 0,0-1 3 0,0 0-8 16,2 0 13-16,-3-2-1 0,4 1 0 0,-4-2-4 15,-1-1-12-15,1 0-31 0,-2-1-28 0,-2 0-50 16,-3 0-30-16,2 0 34 0</inkml:trace>
  <inkml:trace contextRef="#ctx0" brushRef="#br0" timeOffset="-144052.52">4299 10151 143 0,'0'0'6'0,"0"0"10"0,0 0 5 16,0 0 1-16,0 0-2 0,0 0-8 0,0 0-4 15,0 0 13-15,0 0 0 0,0 0 5 0,0 0 4 16,0 0-13-16,0 0 4 0,0 0-5 15,0 0 6-15,0 0-2 0,0 0-3 0,0 0 3 16,0 0-5-16,0 0-5 0,0 0 4 0,0 0 0 16,0 0 0-16,0 0 9 0,0 0-13 0,0 0-1 15,0 0-8-15,0 0-1 0,0 0 9 0,0 0-4 16,0 0 4-16,0 0-4 0,0 0-1 0,0 0 1 16,0 0 4-16,0 0 0 0,0 0-4 0,0 0 0 15,0 0 4-15,0 0 6 0,0 0-11 0,0 0 17 16,0 0-15-16,0 0 5 0,0 0 16 15,0 0-21-15,0 0 22 0,0 0-12 0,0 0 1 0,0 0-6 16,-16 0 1-16,16 0 4 0,0 0-5 0,0 0 10 16,0 0-11-16,0 0-4 0,0 0 16 15,0 0 0-15,0 0 9 0,0 0 1 0,0 0-2 16,0 0 0-16,0 0-9 0,0 0 9 0,0 0-10 16,0 0 8-16,0 0-9 0,0 0 4 0,0 0-8 15,0 0-13-15,0 0 11 0,0 0-9 0,0 0-1 16,0 0 11-16,0 0-8 0,0 0-1 0,0 0 9 15,0 0-1-15,0 0-10 0,0 0 1 0,0 0 0 16,0 0-9-16,14 0 18 0,-14 0-9 0,0 0-5 16,0 0 1-16,0 0-8 0,0 0 4 0,9 0 1 15,-9 0 3-15,0 0 1 0,8 0-1 16,-8 0 8-16,6 0-3 0,-1 0 8 0,1 0 0 16,-1 14-6-16,2-14 1 0,-1 0-3 0,1 0 1 15,1 0 2-15,-1 8 9 0,1-8-10 0,-1 0 4 16,1 4 6-16,0-4-5 0,-1 5 6 0,0-4 6 15,0 1-11-15,0-1 0 0,-2 0 3 0,1 1-2 16,-1-1 3-16,1-1-1 0,-2 0 0 0,1 2 0 16,-1-2 3-16,0 0-2 0,2 0-2 0,-3 0-2 15,4 0-5-15,-2 0 2 0,0 0-5 0,0 0 1 16,0 0 2-16,0 0-1 0,3 0-1 0,-4 0-5 16,1 0 0-16,0-14-6 0,-1 14 10 15,0 0-3-15,1 0-6 0,-2 0 6 0,-2-8-9 0,2 8 5 16,-1 0 1-16,0 0 4 0,-1 0 1 0,-1 0-13 15,1 0-17-15,-1-5-50 0,1 5-54 16,-1 0-60-16,0 0-39 0,0 0 1 0,0 0 17 16,0-1-5-16,0 0 44 0,0-1 42 0</inkml:trace>
  <inkml:trace contextRef="#ctx0" brushRef="#br0" timeOffset="-140786.7">5361 9940 299 0,'2'-5'15'0,"0"0"9"0,0 0 6 15,-1-2 10-15,-1 2-6 0,0-1-4 0,0 0 8 16,2 1-2-16,-1-1-1 0,-1 1 0 0,1 0 6 16,2 0-8-16,-2-1 1 0,1 3 1 0,0-2-3 15,-1 1 14-15,1 0 0 0,0 0 6 0,-1 0 3 16,0 1-1-16,0 1 4 0,-1-1 2 0,1 1-2 16,-1 0-6-16,0 1-6 0,0 0-1 0,0 1-9 15,1 0-6-15,0 0-6 0,-1 0-12 0,0 0-2 16,0 0-8-16,0 0 2 0,0 0-1 15,0 0-14-15,0 0 10 0,0 0-7 0,0 0-2 16,0 0 6-16,0 0-8 0,0 0 0 0,0 0 7 16,0 0-4-16,0 0 7 0,0 0-4 0,0 0-2 15,0 0 8-15,0 11 6 0,0-11 6 0,0 0-1 16,0 11-7-16,0-11-7 0,0 13 3 0,0-5-3 16,0 1 2-16,0 1 8 0,0 2-7 0,0 0 3 15,0 1-1-15,-13-1-8 0,13 2 7 0,0 0-7 16,0 1 8-16,-11 0 3 0,11 1-9 0,-8 1 15 15,3 0-12-15,-1 0-4 0,2 0 16 0,-2 1-15 16,2-1 1-16,0 0 2 0,0 2-6 0,2-5 5 16,0 2 3-16,0-2 5 0,0 1-11 0,2-3 9 15,0 0 8-15,0-2-6 0,0 1 4 16,0-1-1-16,0-3-10 0,0 0 0 0,0 0 6 16,17-2-2-16,-17 0 13 0,0 0-1 0,12-2 3 15,-12 0 4-15,14 0-12 0,-7 0 6 0,3-3-7 16,0 0-11-16,2 1 8 0,1-1-3 0,0 0-4 15,2 0 8-15,0 0-2 0,0 0-6 0,-1 0 4 16,2 0-35-16,-3-17-42 0,-1 17-47 0,0 0-52 16,-2-12-28-16,-2 12 6 0,0-11 20 0,-2 11 11 15,-2-15-4-15,-1 6 35 0</inkml:trace>
  <inkml:trace contextRef="#ctx0" brushRef="#br0" timeOffset="-140524.09">5541 9584 879 0,'0'-5'-17'0,"0"0"11"0,14-2-11 0,-14 0-12 15,0-1-21-15,9 3-36 0,-9 0-31 0,0 3-53 16,0-2 17-16,0 4 25 0</inkml:trace>
  <inkml:trace contextRef="#ctx0" brushRef="#br0" timeOffset="-139850.53">5650 10217 306 0,'0'-3'15'0,"0"-1"11"0,0 1-3 15,0-2 1-15,0 0-5 0,0 1-6 0,0 1 9 16,0-2 13-16,0 2-1 0,16-2-5 15,-16 3 4-15,0-3-5 0,0 3 17 0,9-1-12 16,-9 1 3-16,0-1-5 0,0 3-19 0,0-2 16 16,0 2-11-16,0 0-6 0,0 0-1 0,0 0-5 15,0 0-5-15,0 0-5 0,0 0 16 0,0 0-5 16,0 0 5-16,0 0 1 0,0 0-16 0,0 19 5 16,0-19 10-16,0 13 1 0,0-13-6 0,0 17-5 15,0-8-5-15,0 2 5 0,0 1 7 0,0 1 0 16,0 1-7-16,0-2 5 0,0 3-12 0,0-1 0 15,0 1 4-15,0-2 1 0,-13 1 5 0,13-3 6 16,0 1-1-16,0 0-15 0,0-2 0 0,0 1-1 16,-9-1 6-16,9 0 11 0,0-2-5 0,0 1 10 15,-5-1-15-15,5-1 10 0,0 0-10 16,0-1-11-16,0-2 0 0,0 0-32 0,0 0-7 16,0-2-20-16,0 0 2 0,0-1 3 0,0-1 13 15,0 0 10-15,0 0-8 0,0 0-22 0,0 0-23 16,14-16-22-16,-14 16 13 0</inkml:trace>
  <inkml:trace contextRef="#ctx0" brushRef="#br0" timeOffset="-139476.21">5671 10194 246 0,'-13'-4'10'15,"13"-1"12"-15,0 2 5 0,0-2 1 0,0 3 0 16,0 0-7-16,0-1-4 0,0 1-2 0,0 1-9 15,0-1-1-15,0 1-4 0,15 0 4 0,-15-1-4 16,0 1 4-16,17-1 6 0,-17 2 0 0,15 0 3 16,-4 0-8-16,-1 0 8 0,0 0-4 0,3 0 0 15,-1 0 8-15,0 0-4 0,3 0-4 0,-3 15 3 16,2-15-4-16,-2 0-13 0,1 13 17 0,-3-13-4 16,-1 11-9-16,-2-11 9 0,1 10 1 0,-3-10 4 15,-1 11 0-15,-1-4 10 0,-1 0-3 0,-2 0 2 16,2 0 11-16,-2 2-16 0,0-1-5 15,0 3-7-15,0-2 1 0,0 1 5 0,-21 2 5 16,21 0-6-16,-17 0-12 0,17 0 0 0,-20 2 5 16,9-2-4-16,1 1 5 0,-3 0 0 0,2-1-17 15,1 0 7-15,-1-1-1 0,0 0 11 0,0-1 5 16,2-2 5-16,0 1 0 0,0-1-15 0,-2 0-5 16,2-2 5-16,1 0-10 0,-1 0-30 0,2-2-30 15,-1-1-27-15,1 0-23 0,0-2 3 0,1 2-14 16,0-2 10-16,0-1 35 0</inkml:trace>
  <inkml:trace contextRef="#ctx0" brushRef="#br0" timeOffset="-138523.33">6062 10221 219 0,'9'0'24'15,"-1"0"3"-15,2 0 9 0,-1 0-4 0,-2 0-19 16,0 0 13-16,2 0-9 0,-4 0 4 0,1 13-5 16,-1-13-15-16,-1 0 4 0,0 0 0 15,-2 0 0-15,0 7 6 0,-1-7 1 0,1 0 14 0,-2 0 23 16,0 3 4-16,0-3 14 0,0 0 8 16,0 0-13-16,0 0 2 0,0 0-8 0,0 0-17 15,0 0-11-15,0 0-22 0,0 0-1 0,0 0-5 16,-18 0-6-16,18 0 10 0,0 0-9 0,-14 0-6 15,14 0-5-15,-17 0 1 0,10 0 5 0,-2 0 11 16,-1 0 5-16,-1 17 6 0,0-17-6 0,-1 17-15 16,1-17 10-16,-1 15-6 0,-1-15-1 0,3 18 14 15,-1-7-10-15,2-1 6 0,2-1-6 0,-2 1 0 16,2 0-4-16,2 2-5 0,2-1-1 0,0-1 11 16,2 1 10-16,1-1-5 0,0-1 16 0,0-1-10 15,0 2-10-15,0-2 15 0,18 1-16 0,-18-1 1 16,15-1 5-16,-15 0-5 0,20 0 9 15,-7-1-5-15,2 0 1 0,0-1-5 0,2-2 0 16,0 0-5-16,1 0 14 0,-1-1 0 0,0-1-29 16,-3 0-11-16,2 0-26 0,-4-1-28 0,-2 0 2 15,-2 0 1-15,1 0-11 0,-3 0 6 0,-1 0-9 16,0 0-40-16,-2 0 29 0</inkml:trace>
  <inkml:trace contextRef="#ctx0" brushRef="#br0" timeOffset="-137828.02">6620 10290 420 0,'-4'0'6'0,"1"0"6"0,0 0-5 15,1 0 5-15,1 0-6 0,-1 0-6 16,1 0 1-16,0 0 0 0,1 0 10 0,0-14 4 16,-1 14 15-16,1 0 11 0,0 0 15 0,0 0 14 15,0 0 18-15,0 0 3 0,0 0-21 0,0 0-13 16,0 0-13-16,0 0-17 0,0 0-10 0,0 0-6 16,0 0-6-16,0 0-5 0,0 0 4 0,0 0-5 15,0 0-9-15,0 0 12 0,0 0-1 0,0 0 9 16,21 0 1-16,-21 0-2 0,18 0-9 0,-18 0 5 15,25 0-3-15,-9 0-6 0,2 0 20 0,-3 0 0 16,4 0 16-16,-2 10 8 0,2-10-10 16,-2 0-5-16,2 0-11 0,-1 0-8 0,-3 0-1 15,3 0 5-15,-3 0-1 0,0 0 1 0,-1 0 1 16,-3 0-10-16,1 4-2 0,-3-4-4 0,0 3-1 16,-1-3 4-16,-2 1 5 0,0 0 2 0,-2-1-4 15,0 0-5-15,-1 0 0 0,-1 0-7 0,0 0-24 16,-1 0-30-16,-1 0-48 0,0 0-36 0,0 0-3 15,0 0-9-15,0 0 9 0,0 0-26 0,0 0 30 16</inkml:trace>
  <inkml:trace contextRef="#ctx0" brushRef="#br0" timeOffset="-137474.8">6813 10149 448 0,'0'0'13'0,"-18"0"6"16,18 0 9-16,0 0 0 0,0 0-19 0,0 0 0 15,0 0-13-15,0 0-5 0,0 0 5 16,0 0-5-16,0 0 4 0,-9 0 1 0,9 0 4 15,0 0 4-15,0 0-4 0,0 0 9 0,0 16 9 16,0-16-4-16,0 0 19 0,0 13 4 0,0-13-8 16,0 17 6-16,0-6 4 0,0 2-9 0,0 1-5 15,0 2-6-15,0 0-24 0,0 0 17 0,0 1-19 16,0 0 12-16,0 0 5 0,0 0-6 0,0 0 12 16,0-2-22-16,0 2-12 0,0-1-36 0,0-2-14 15,0 0-9-15,0-2-11 0,0 0 4 0,0-2-13 16,0-1-29-16,0-1 25 0</inkml:trace>
  <inkml:trace contextRef="#ctx0" brushRef="#br0" timeOffset="-133767.85">7322 10079 246 0,'0'0'6'0,"0"0"14"0,0 0 5 0,0 0 6 15,0 0 2-15,0 0-16 0,0 0 2 16,0 0-8-16,0 0-14 0,0 0 18 0,0 0-10 16,0 0 1-16,0 0 8 0,0 0-8 0,0 0 0 15,0 0 13-15,0 0 0 0,0 0-1 0,0 0 5 16,0 0-13-16,0 0 0 0,0 0-5 0,0 0-5 15,0 0 14-15,0 0-1 0,0 0 0 0,0 0 0 16,0 0-8-16,0 0-10 0,0 0 10 0,0 0-5 16,0 0 5-16,0 0 8 0,0 0-9 0,0 0 5 15,0 0 0-15,15 0-9 0,-15 0 0 0,0 0 5 16,15 0-5-16,-15 0 4 0,15-14 5 16,-15 14-9-16,16 0 10 0,-8 0-6 0,2-10 1 15,1 10 0-15,-1 0-11 0,0 0 6 0,0 0-5 16,2 0 10-16,0 0 1 0,0 0-11 0,1 0 5 15,-2 0-5-15,1 0-1 0,-2 0 11 0,3 0-10 16,-5 0 11-16,0 0-6 0,-1 14 0 0,-2-14 4 16,-2 0-4-16,-1 12-4 0,0-12 9 0,-2 6 1 15,0-6-11-15,0 10 9 0,0-4-4 0,0 0 0 16,0 1 6-16,-20 0 0 0,20 1-12 16,-19 0 6-16,19 0 6 0,-21-2-6 0,21 1 6 15,-24 1-12-15,14-2 1 0,10 0-1 0,-18-3 6 16,18 1 6-16,-11-1-6 0,11 0 6 0,-8 1-6 15,8-2-6-15,-7-2 0 0,7 1-5 0,-2 0 0 16,2-1 6-16,-1 0-4 0,1 1 5 0,0-1 4 16,0 0-5-16,0 0 5 0,0 0-1 0,0 2-12 15,0 0 4-15,16 0 9 0,-16-1-5 0,0 1 10 16,11 1 4-16,-11 0-5 0,11-1 1 0,-11 0 4 16,13 1-14-16,-7 0 1 0,1 1 4 0,2-3-5 15,-1 3 5-15,3-1 0 0,-1 1 0 0,0-1 0 16,2 1 4-16,-2 0-9 0,1 2-5 0,-1 0 6 15,-1 0-1-15,-2 0 10 0,0-1 4 16,-3 2-10-16,-1 1 6 0,2-3-10 0,-2 0 5 16,-1-1 0-16,0 1 0 0,0 0 5 0,1-3-9 15,-1 1 4-15,-1 0 0 0,-1 0 0 0,0 0 10 16,0 1 0-16,0-1 11 0,0 3 1 0,0-2 7 16,0 0-7-16,-21 2-4 0,21-1 17 0,0 2-7 15,-21-2 22-15,21 1-11 0,-24-1-12 0,9-2-1 16,2 3-16-16,-1-1-9 0,1 0-1 0,0-2-10 15,1 2 5-15,2-3 14 0,1 2-13 0,-1-3 19 16,2 2-5-16,0-3-10 0,2 2 5 0,-2-2-10 16,1 0 1-16,2 0-12 0,0 0-40 0,-1 0-42 15,0 0-24-15,2 0-3 0,-1 0 27 0,0 0-1 16,1 0-23-16,1 0 12 0,-3 0 18 16</inkml:trace>
  <inkml:trace contextRef="#ctx0" brushRef="#br0" timeOffset="-133104.16">8064 10295 401 0,'0'0'10'15,"0"0"0"-15,0 0 2 0,0 0-2 0,0 0-10 16,0 0-4-16,0 0 3 0,0 0-4 16,0 0 5-16,0 0 5 0,0 0-9 0,0 0 9 15,0 0 11-15,14 0 5 0,-14 0 15 0,16 0 9 16,-5 0 8-16,1 0 0 0,1 15-4 0,1-15 3 15,1 0-3-15,0 0-7 0,1 0-5 0,-1 8-14 16,2-8-17-16,-5 0-6 0,3 0-1 0,-1 4 0 16,-1-2-5-16,0 0 6 0,0 0 6 0,-3-1-6 15,2 0 6-15,-2-1 0 0,0 0-5 0,-3 0-12 16,2 0 17-16,-1 0 0 0,-2 0-8 0,-1 0 19 16,-2 0-34-16,-1 0-24 0,-2 0-20 0,1 0-35 15,-1 0-4-15,0 0-4 0,0 0-23 0,0 0-15 16,0 0 20-16</inkml:trace>
  <inkml:trace contextRef="#ctx0" brushRef="#br0" timeOffset="-132779.45">8101 10464 226 0,'0'1'16'0,"0"0"6"16,0 0 10-16,0-1 6 0,0 1-6 0,20-1-1 16,-20 0-13-16,14 0 13 0,-14 0-15 0,21 0 5 15,-9 0 11-15,2 0-12 0,1 0 3 0,0 0-4 16,0 0-9-16,2 0-5 0,-3 0-5 0,1 0 0 15,-3 0 0-15,0 0 0 0,1 0 5 0,-4 0-5 16,0 0 0-16,-1 0 0 0,0 0-5 0,-1 0 0 16,0 0-22-16,-2 0-6 0,-2 0-7 0,1 0-16 15,-2 0-8-15,0 0-32 0,0 0-9 16,-1 0 16-16</inkml:trace>
  <inkml:trace contextRef="#ctx0" brushRef="#br0" timeOffset="-131151.89">8863 10033 398 0,'-1'0'18'0,"0"0"15"0,0 0 14 0,-1 0 4 16,1 0-15-16,0 0-18 0,1-15-17 0,0 15-5 16,0 0 4-16,0 0 0 0,0-10 4 0,0 10-8 15,0 0 0-15,0-7 4 0,18 7 9 0,-18-4 8 16,0 4 16-16,15-3 10 0,-15 1 7 0,12 1 15 15,-4 0-19-15,1 0 0 0,1 0-16 0,1 1-15 16,1 0-4-16,-1 0-10 0,3 0 3 16,1 0-8-16,-2 0 14 0,5 0-6 0,-4 0 2 15,1 0 12-15,0 19-17 0,1-19 10 0,-2 0-15 16,2 18 6-16,-3-18 8 0,0 14-4 0,-2-14 10 16,0 18-6-16,-1-10-3 0,-1 2 9 0,-1-1-9 15,0 2-1-15,-3 0 0 0,1 1-14 0,-1 0 15 16,-1 0 0-16,0-1-4 0,-1 3 7 0,-2 1-1 15,1-2-4-15,-2 3 9 0,0 0-6 0,0 1-9 16,0 0 6-16,-20 2-3 0,20 0 6 0,-18-1-2 16,18 2-4-16,-18-1-10 0,18 2 7 0,-18-4 2 15,18 4-1-15,-17-1 10 0,8-2-3 16,9 1 8-16,-13-2-4 0,7 0 5 0,-1-1-4 16,2-2 1-16,0 1-4 0,1-1-5 0,0-1 4 15,1-1-8-15,0-1 10 0,1-1-3 0,1 0-5 16,1-1 5-16,-1-1-15 0,1-2 12 0,0 1-3 15,0 0 3-15,0 0 4 0,0-2-3 0,0 0-4 16,0 0 1-16,0 0-2 0,0 0-7 0,0-3-14 16,13 1-47-16,-13-1-36 0,0 0-35 0,0-2-6 15,0 0 11-15,0 0 11 0,0 0 1 0,0 0-37 16,0 0 31-16</inkml:trace>
  <inkml:trace contextRef="#ctx0" brushRef="#br0" timeOffset="-130887.23">8928 10383 949 0,'0'0'0'0,"0"0"11"16,0 0 0-16,0-16-5 0,27 16-5 15,-27-17-9-15,34 17-7 0,-14-13 5 0,4 13 10 16,0-11-5-16,1 11 11 0,-1 0-1 0,-1 0-17 16,1 0 10-16,-4 0 0 0,2 0-4 0,-5 0 22 15,0 0-22-15,1 17-30 0,-1-17-33 0,-4 0-41 16,-1 13-8-16,-2-13-4 0,-2 0-5 0,-2 0-6 16,2 9 25-16</inkml:trace>
  <inkml:trace contextRef="#ctx0" brushRef="#br0" timeOffset="-125751.34">2279 7543 117 0,'0'-3'5'0,"0"3"4"16,0-2 9-16,0-1 1 0,0 1 11 0,0-1-3 16,0 0-3-16,0 1 8 0,0-1-15 0,0 1 11 15,0 0-3-15,0 0-1 0,0-1 8 16,0 1-9-16,0 1 0 0,0 1-5 0,0-3-4 16,0 1-1-16,0 1-5 0,0-1-3 0,0 1-9 15,14 0-4-15,-14 1 8 0,0-1 1 0,0-1 7 16,0 2-4-16,0 0-4 0,0-1 4 0,0 1 0 15,0 0 0-15,0 0-4 0,0 0-4 0,0 0-3 16,0 0 7-16,0 0 8 0,0 0-4 0,0 0-4 16,0 0 4-16,0 0-3 0,0 0-2 0,0 0 1 15,0 0 0-15,0 0 1 0,0 0 7 0,0 0-1 16,0 0-7-16,0 0-8 0,0 0 0 0,0 0 8 16,0 0-4-16,0 0 8 0,0 0-8 0,0 0 4 15,0 0 0-15,0 0 0 0,0 0 8 0,0 0-16 16,0 0 5-16,0 0 3 0,0 0 0 0,0 0 4 15,0 0-1-15,0 0-3 0,0 0 0 16,0 0 1-16,0 0 3 0,0 0 0 0,0 0 0 16,0 0 4-16,0 0-8 0,0 0 0 0,0 0-4 15,0 0 9-15,0 0-1 0,0 0 4 0,0 0 4 16,0 0-7-16,0 0 19 0,0 0-3 0,0 0-5 16,0 0 14-16,0 0-17 0,0 0 0 0,0 0 1 15,0 0-20-15,0 0 11 0,0 0-5 0,0 0 5 16,0 0 1-16,0 0-2 0,0 0-4 0,0 0-10 15,0 0 15-15,0 0-10 0,0 0 5 0,0 0 6 16,0 0-6-16,0 0-5 0,0 0 10 16,0 0 0-16,0 0-10 0,0 0-1 0,0 0 6 15,0 0-10-15,0 0 10 0,0 0 5 0,0 0-5 0,0 0 6 16,0 0-6-16,0 0 0 0,0 0-11 16,0 0 11-16,0 0 0 0,0 0-5 0,0 0 20 15,0 0-15-15,0 0 0 0,0 0 5 0,0 0-20 16,0 0 6-16,0 0 9 0,0 0 0 0,0 0 0 15,0 0 9-15,0 0-9 0,0 0-5 0,0 0 10 16,0 0-10-16,0 0 5 0,0 0 0 0,0 0 0 16,0 0 0-16,0 0 0 0,0 0 5 0,0 0-10 15,0 0 5-15,0 0-5 0,13 0 5 16,-13 14-4-16,0-14 4 0,0 0-4 0,0 0-1 0,0 0 9 16,0 0 1-16,0 0 9 0,0 0-14 15,0 0 0-15,0 0 0 0,0 0 0 0,0 0 0 16,0 0 5-16,0 0-5 0,0 0 5 0,0 0 5 15,0 0-10-15,0 0 0 0,0 0-15 0,0 0 5 16,0 0 10-16,0 0 0 0,0 0 5 0,0 0-5 16,0 0-5-16,0 0 0 0,0 0 5 0,0 0 0 15,0 0 0-15,0 0 0 0,0 0-5 0,0 0 1 16,0 0 4-16,0 0 5 0,0 0-5 0,0 0 4 16,0 0-8-16,0 0-1 0,0 0 15 0,0 0-5 15,0 0 4-15,0 0 6 0,0 0-25 16,0 0 5-16,0 0 0 0,13 0 0 0,-13 0 20 15,0 0-5-15,0 0 0 0,0 0-10 0,0 0-9 16,0 0-2-16,0 0 6 0,0 0-5 0,0 0 10 16,0 0 5-16,0 0 0 0,0 0-9 0,0 0 4 15,0 0 0-15,0 0-5 0,0 0 15 0,0 0-5 16,0 0 0-16,0 0-5 0,0 0 0 0,0 0-5 16,0 0 14-16,0 0-9 0,0 0 5 0,0 0 0 15,0 0-19-15,0 0 14 0,0 0-5 0,0 0 5 16,0 0 5-16,0 0-5 0,0 0 0 0,0 0-11 15,0 0 6-15,0 0 15 0,0 0-10 0,0 0 5 16,0 0-5-16,0 0-9 0,0 0 9 16,0 0 0-16,0 0 0 0,0 0-6 0,0 0 6 15,0 0 0-15,0 0 10 0,0 0-5 0,0 0 0 16,0 0 0-16,0 0-14 0,0 0 9 0,0 0-11 16,0 0 11-16,0 0-5 0,0 0 10 0,0 0 0 15,0 0-15-15,0 0 10 0,0 0-10 0,0 0 10 16,0 0 5-16,0 0-5 0,0 0 5 0,0 0-5 15,0 0 0-15,0 0 6 0,0 0-6 0,0 0 0 16,0 0 0-16,0 0-6 0,0 0 6 0,0 0 0 16,0 0-9-16,0 0 9 0,0 0-5 0,0 0-8 15,0 0 13-15,0 0-25 0,0 0-7 16,0 0-6-16,0 0-16 0,0 0 10 0,0 0-9 16,0 0-9-16,0 15-44 0,0-15 1 0,0 0 19 15</inkml:trace>
  <inkml:trace contextRef="#ctx0" brushRef="#br0" timeOffset="-124586.83">2332 7423 135 0,'0'0'8'15,"0"0"11"-15,0-1 0 0,0 1 13 0,0 0-7 16,0 0 3-16,0 0 4 0,0 0-12 0,0 0 7 16,0 0-12-16,0 0-5 0,0 0 0 0,0 0-9 15,0 0 0-15,0 0-1 0,0 0 0 0,0 0 9 16,0 0-5-16,0 0 0 0,0 0-8 0,0 0 4 15,0 0-3-15,0 0 7 0,0 0 0 0,0 0-8 16,0 12 4-16,0-12 1 0,0 0 4 0,0 0-5 16,0 11 5-16,0-11-8 0,0 8 7 0,0-2 5 15,0-1-1-15,0 4-3 0,0-1-1 16,0-1-4-16,0 2 0 0,0 0 0 0,0 0 0 16,0 1-4-16,0-1 0 0,-13 0 4 0,13 0-3 0,0 1-1 15,0-1 8-15,-11 1 0 0,11-2 4 16,0 3 3-16,0-1-11 0,-7-2 1 0,7 2 6 15,0-2 1-15,0 1 8 0,0-1 5 0,0 0-4 16,0-1-8-16,0-1 4 0,0 1 0 0,18-2-4 16,-18-1 7-16,16 2 1 0,-16-2-9 0,19-1 0 15,-7 1 1-15,1-1-9 0,2-1 8 0,0-2-12 16,2 2 4-16,-1 0 0 0,2-2-8 0,-2 0 16 16,0 0-3-16,-3 0-5 0,0 0-1 0,-2 0-11 15,-2 0-6-15,0 0-12 0,-3 0-4 0,-1 0-3 16,0-15-20-16,0 15-9 0,2 0-31 15,-4-14-14-15,-1 14 26 0</inkml:trace>
  <inkml:trace contextRef="#ctx0" brushRef="#br0" timeOffset="-124252.27">2267 7540 490 0,'-2'0'4'0,"-1"0"26"16,1 5 12-16,1-5-1 0,1 0-8 0,0 0-16 16,0 0-17-16,0 0 4 0,0 0 1 0,0 0-9 15,0 0 3-15,0 0-7 0,0 0-4 0,0 0 0 16,0 0 4-16,0 0 5 0,0 0 7 0,17 0-4 15,-17 0-4-15,11 0 0 0,-11 0 4 0,17 0 11 16,-7 0-3-16,3 0-4 0,-1 15 8 16,1-15-12-16,1 0 4 0,1 0 5 0,4 0-18 15,-3 0 13-15,-1 0 0 0,4 0-4 0,-4 0 9 16,3 0-14-16,-3 0-11 0,-4 0-9 0,-1 0-29 16,-3 0-16-16,0 0-38 0,-2 0-31 0,1 0 24 15</inkml:trace>
  <inkml:trace contextRef="#ctx0" brushRef="#br0" timeOffset="-123883.18">2679 7570 240 0,'0'0'5'0,"0"2"-4"0,0-1 4 0,0-1 9 16,0 0-4-16,0 0 9 0,0 0 1 0,0 0-9 16,0 0 13-16,0 0-4 0,0 0-5 0,0 16 0 15,0-16-10-15,0 0-4 0,0 21 16 0,0-21 4 16,0 18-12-16,0-10 15 0,0 5-15 0,0-1-9 15,0 0 20-15,0 2-16 0,0-1-5 0,0 2 5 16,0-3-9-16,0 2 8 0,0-2 1 0,0 0 3 16,0-3-3-16,0 1-9 0,0-1 0 15,0-3-3-15,0 1 7 0,0-2-3 0,0 0 8 16,0-3-20-16,0 1-32 0,0-2-14 0,0-1-65 16,0 0 19-16,0 0 25 0</inkml:trace>
  <inkml:trace contextRef="#ctx0" brushRef="#br0" timeOffset="-123383.92">2809 7479 379 0,'2'-2'4'0,"0"1"4"0,-1 0-3 0,-1 1-1 16,1-2-8-16,-1 2-9 0,0 0 8 0,0 0 0 15,0 0 2-15,0 0 3 0,0 0-2 0,1 22 7 16,0-22-1-16,1 16 0 0,-1-16 4 0,0 25-3 15,0-11 4-15,0 1 4 0,-1-1-1 16,1 3-3-16,-1 0-2 0,1-1 1 0,0 2-8 16,0-1 4-16,-1 0 3 0,2 0-8 0,-2-1 3 15,1-1 6-15,-1 1-9 0,0-1 3 0,0-1-3 16,0 0-5-16,0-2-10 0,0 0-30 0,0 0-18 16,0-3-53-16,0 0 15 0</inkml:trace>
  <inkml:trace contextRef="#ctx0" brushRef="#br0" timeOffset="-122956.9">2895 7687 249 0,'3'0'1'0,"-1"-1"5"0,1 1 12 16,0-1-7-16,-1 0 7 0,1 1-8 0,0-1-12 15,-1 1 10-15,0 0-7 0,0 0 4 16,0 0-4-16,0 0 5 0,-1 0-6 0,3 0 0 15,-4 0 4-15,2 0-8 0,1 15 8 0,-1-15 0 16,0 0-8-16,2 0 4 0,-2 9-4 0,1-9 0 16,-1 0 16-16,0 5-8 0,1-5 0 0,0 0 9 15,0 0-20-15,0 4 7 0,0-4 4 0,1 0-8 16,1 0 12-16,-2 0-4 0,2 0-4 0,-1 0 1 16,0 0 3-16,1 0 4 0,-1 0-3 0,1 0-2 15,0 0-3-15,-1 0-7 0,0 0 3 0,-1 0-4 16,1-14 2-16,-1 14-6 0,-1 0-26 0,0 0-14 15,1-10-15-15,-2 10-13 0,1 0 26 0</inkml:trace>
  <inkml:trace contextRef="#ctx0" brushRef="#br0" timeOffset="-122628.64">3070 7640 538 0,'2'0'21'0,"-1"0"5"0,0 0 17 0,-1 0 0 16,0 0-21-16,0 0-10 0,0 0-17 0,0 0-4 15,0 0 3-15,0 0-6 0,0 0 8 16,0 0 0-16,0 14-4 0,0-14 12 0,0 0-4 15,0 16 8-15,0-16-4 0,0 17 4 0,0-6-12 16,0-1-5-16,0 3 9 0,0 1-4 0,0-2 13 16,0 2-1-16,0-2-4 0,0 1 1 0,0-1-5 15,0 0 5-15,0 0-5 0,0-2 0 0,0-1 0 16,0-1-19-16,0-1-18 0,0 0-24 0,0-4-22 16,0-1-15-16,0 0-38 0,0-2 24 0</inkml:trace>
  <inkml:trace contextRef="#ctx0" brushRef="#br0" timeOffset="-121951.02">3278 7529 429 0,'0'-2'0'0,"0"-1"9"16,0 0-8-16,0 0 8 0,0 1-4 15,0 1-4-15,0-3 3 0,0 4 4 0,0 0-4 16,0-1 0-16,0 1 9 0,0 0-26 0,0 0 17 16,0 0-9-16,0 0-7 0,0 0 16 0,0 0-16 15,0 0 5-15,0 17 3 0,0-17 1 0,0 0 11 16,0 16-4-16,0-16 4 0,0 17 0 0,0-6-9 15,0 0 5-15,0 0-9 0,0 2 1 0,0-1 0 16,0 1 7-16,0 0 1 0,0 1-1 0,0-1 0 16,0 0-8-16,0-1 9 0,0-1-9 0,0 0 4 15,0-2 5-15,0 0-8 0,0-1 8 0,0-2-4 16,0-1 4-16,0 0 9 0,0-2-9 0,0-1 13 16,0-2-13-16,0 0-3 0,10 0 4 15,-10 0-9-15,0 0 13 0,9 0-22 0,-9 0-9 16,10 0-11-16,-2-19-14 0,1 19 8 0,-1-13 4 15,2 13 5-15,0-13-3 0,-2 13 19 0,0-13 5 16,-1 13 6-16,-2-9 8 0,-1 9-4 0,0-8-1 16,-1 8 7-16,0-5 6 0,-1 3 2 0,0 0 13 15,1 2-5-15,-2-3-15 0,2 3 7 0,-1-1-8 16,-2-1 4-16,0 2 16 0,0 0-8 0,0 0 3 16,0 0-4-16,0 0-4 0,0-1-9 0,0 1-4 15,0-1 8-15,0 0-13 0,0 0 13 16,0 0-9-16,0 1-4 0,-15-1 4 0,15 0-4 15,0 0 4-15,0 1-5 0,-10 0 1 0,10 0 0 16,0 0 8-16,-7 0-8 0,7 0 7 0,-7 0-11 16,7 0 4-16,-5 0 11 0,5 0-7 0,0 15 12 15,-3-15-8-15,3 0-4 0,0 14 4 0,0-14-4 16,0 12-5-16,0-12 5 0,18 14 4 0,-18-5-1 16,15-2 5-16,-15 1-13 0,21 0 4 0,-8 1 1 15,1 0-5-15,0 0 8 0,1-2-11 0,-2 0 12 16,1 0 4-16,-3-1-14 0,-2-2 3 0,-2-1-13 15,0-2-29-15,-3 0-22 0,-1-1-49 0,-1 0 6 16</inkml:trace>
  <inkml:trace contextRef="#ctx0" brushRef="#br0" timeOffset="-121751.97">3067 7443 1428 0,'-5'0'57'0,"0"0"17"0,3 0 4 0,0 0-2 15,2 0-59-15,0 0-25 0,0 0-35 0,0 0-61 16,0 0-76-16,0 0-65 0,0 0-17 16,0 0 25-16,0 0 36 0,0 0 23 0,16 0 47 15</inkml:trace>
  <inkml:trace contextRef="#ctx0" brushRef="#br0" timeOffset="-120432.77">3765 7589 123 0,'3'0'4'15,"-1"0"5"-15,-2-10 5 0,4 10-4 0,-2-6 1 16,0 6 4-16,0-6 1 0,0 6 25 0,-1-5-8 16,0 5 1-16,0 0 8 0,-1 0-24 15,1 0 14-15,-1 0-9 0,0 0-13 0,0 0 3 0,0 0-8 16,0 0-9-16,0 0 4 0,0 0 8 15,0 15-11-15,0-15 7 0,0 0 0 0,0 16-7 16,0-16 11-16,0 17-9 0,0-7 5 0,0 0 4 16,0 3 0-16,0 1 4 0,0-1-8 0,0 2-4 15,0 1-1-15,0-1 13 0,0 0-8 0,13-2-1 16,-13 1 1-16,0-2-13 0,0 0 22 0,11-4-5 16,-11 0 1-16,0-3-1 0,4 2-12 0,-4-3 12 15,2-1-12-15,-1-3 9 0,-1 1 4 0,0-1-9 16,0 0 5-16,0 0-1 0,0 0 1 0,0 0-5 15,0 0-4-15,0 0-9 0,0-18-9 0,0 18 9 16,0-15 13-16,0 15-13 0,0-18 4 16,0 5-4-16,0 0-12 0,0-1 25 0,0-1 0 15,0-1-7-15,0-2 8 0,0 1-4 0,0 0-1 16,0-1 4-16,0-1 5 0,-12 3-4 0,12-2 4 16,0 3 9-16,0 0-5 0,0 1 1 0,0 1 3 15,0 3-4-15,0 0 3 0,0 2 1 16,0 2-1-16,0 0-7 0,0 1-1 0,16-1 8 0,-16 2-7 15,0 0 3-15,17-1 5 0,-17 2-17 0,13 0-1 16,-13 0 9-16,16 0-4 0,-8 2 0 0,0-1 0 16,0 2 0-16,0 0-4 0,1 0 5 0,-2 0 7 15,1 0-3-15,1 21-1 0,-1-21 4 0,-3 16-12 16,2-16 4-16,-1 17-4 0,-1-17 0 0,-1 20 4 16,-2-7 0-16,-1-4 0 0,-1 1 0 15,0 0 4-15,0-1-4 0,0 1 0 0,0-1 4 16,-19-1-8-16,19-1 8 0,-18-1-5 0,18 0-12 15,-20 1-5-15,20-2-12 0,-21-1 8 0,21-3 1 16,-16 2 8-16,8-3 4 0,8 1 0 0,-11-1 9 16,11 0 0-16,-7 0 4 0,5 0-8 0,2 0-4 15,0 0 3-15,0 0-8 0,0 0 9 0,0 0 11 16,0 0-7-16,0 0 4 0,16 0 0 0,-16 0-12 16,0 0 8-16,18 0-4 0,-18 0-4 0,19 0 16 15,-9 0-3-15,0 0 12 0,4 0 13 16,-2 0-12-16,3 0-1 0,-1 0-8 0,-1 14 4 15,1-14 0-15,-1 0 0 0,1 16 4 0,-2-16-8 16,1 13-13-16,-3-7 4 0,1 2 4 0,-1-1-13 16,-2 2 22-16,-1-3-1 0,-2 2-7 0,-1 0 12 15,1-3-4-15,-3 2-4 0,-1-1-1 0,-1 1 2 16,0-3 7-16,0 1 5 0,0 2 0 0,0-3 0 16,-25 2-11-16,25 0-4 0,-22-1-2 0,22 2 1 15,-26-2-5-15,13 0 15 0,-2 0-5 0,2-2-10 16,0 0 15-16,-2-2-16 0,4 0 5 0,0-1 5 15,2 0-10-15,0 0-5 0,1 0-1 0,1 0-48 16,2 0-35-16,0-16-21 0,1 16-43 16,-1 0-11-16,0-14 37 0</inkml:trace>
  <inkml:trace contextRef="#ctx0" brushRef="#br0" timeOffset="-119992.59">4306 7533 369 0,'0'-1'9'0,"0"-1"5"0,0 2 6 0,0-2 5 16,0 1-2-16,0 1-4 0,-20-2-5 0,20 2 7 15,0 0-7-15,-18 0-9 0,18 0-1 0,-15 0-8 16,15 0 0-16,-14 0 8 0,6 0 5 0,8 19-1 16,-12-19-3-16,3 14-1 0,1-14 0 0,1 16-4 15,-1-16 5-15,1 19 3 0,1-8 0 16,-1 2 4-16,3 1 5 0,2 1 14 0,-3 0 7 0,2 2 6 15,3 1 38-15,0-2-3 0,0 1 14 16,0-3 25-16,19-1-17 0,-19-1 7 0,19-2-10 16,-19-2-30-16,21 0-17 0,-21-2-25 0,19 0-12 15,-7-2-9-15,-12-2-1 0,17 2 5 0,-8-3-2 16,0 2 2-16,2-3-45 0,-1 0-66 0,-3 0-65 16,-1 0-70-16,3 0-2 0,1 0 36 0,-1 0 15 15,-1-18 25-15,0 18 41 0</inkml:trace>
  <inkml:trace contextRef="#ctx0" brushRef="#br0" timeOffset="-115156.33">2518 9724 160 0,'0'0'5'16,"0"-8"6"-16,0 8 4 0,0 0 4 0,0-5-1 15,0 5-11-15,0-5-2 0,0 2 0 0,0 1-4 16,0 0 11-16,0 0-6 0,0 0 4 0,0 0-4 16,0 1 4-16,0-2 4 0,0 3-3 0,0-4 7 15,0 3-8-15,0-1 0 0,0 1 4 0,0-2-4 16,0 1 0-16,0 1 1 0,0-2 4 0,0 3 4 15,0-3 3-15,0 2 0 0,0-2-17 16,0 2-4-16,0-2-1 0,0 2 0 0,0-1-4 16,0-1 8-16,0 1-5 0,0-1 1 0,0 1 0 15,0-2-13-15,0 3 4 0,0-1 0 0,0-3 18 16,0 4 4-16,0-1-5 0,0-1-4 0,0 2-8 16,0 0-1-16,0-1 10 0,0 0-1 0,0 2 10 15,0-1-4-15,0 0 0 0,0 1 4 0,0-3 5 16,0 3 3-16,0-1-4 0,0-1-1 15,0 0-12-15,0 0 3 0,0 0-3 0,0-1-5 0,0 0-4 16,0 0 5-16,0-1 3 0,0 0 9 16,0 1 10-16,0 0-14 0,0-1 6 0,0 2 12 15,0-2 1-15,16 2-1 0,-16 1 1 0,0 1-17 16,0 0 5-16,0 0 1 0,0 0-12 0,0 0 1 16,0 0-17-16,0 0-1 0,0 0 7 0,0 0-17 15,0 0 16-15,0 0 0 0,0 0-4 0,-15 16 20 16,15-16-11-16,0 13 21 0,0-13-20 0,-13 16-6 15,13-5 1-15,-8-1-16 0,8 1 25 0,-10-2 6 16,5 3-5-16,0-2-1 0,0 1-9 0,1 0-1 16,0 0-4-16,1 0 10 0,0 0 10 0,0 1 5 15,2-1 5-15,-1-2-5 0,0 3-6 0,1-1-4 16,1-2 5-16,0 0-5 0,0-1 5 0,0-1 0 16,0 0 0-16,0 0 14 0,19-2-4 15,-19-1-5-15,17 0 10 0,-17 0-10 0,17-1 3 16,-17 0 0-16,19-2-13 0,-10 0 0 0,5-1-5 15,-1 0 5-15,2 0 8 0,-1 0-12 0,2 0-10 16,-2 0-33-16,3 0-30 0,-3 0-18 0,0 0-17 16,-3-16 9-16,0 16 15 0,-2 0 8 0,0 0 15 15,-2-14-7-15,-3 14-14 0,2 0-17 0,-4-12 11 16</inkml:trace>
  <inkml:trace contextRef="#ctx0" brushRef="#br0" timeOffset="-114862.92">2413 9668 620 0,'-4'16'8'16,"-2"-16"15"-16,3 0 16 0,-1 0 6 0,2 0-15 15,-1 0-8-15,3 0-6 0,-2 0 1 0,2 0 19 16,0 0-15-16,0 0-10 0,0 0-11 16,0 0-10-16,0-15-1 0,20 15 7 0,-20 0 9 15,17 0-5-15,-17-9 5 0,25 9-6 0,-12 0 1 16,1-7-10-16,1 7 0 0,-3 0-28 0,0 0-36 16,2 0 0-16,-3 0-16 0,1 0 10 0,-3 0 8 15,3 15-23-15,-2-15-19 0,1 0 15 0</inkml:trace>
  <inkml:trace contextRef="#ctx0" brushRef="#br0" timeOffset="-114533.12">2832 9678 352 0,'0'2'0'0,"1"-1"6"16,-1 0 5-16,1 0-5 0,-1 0 0 0,0-1 3 16,0 1-17-16,0 0 8 0,0 2 4 0,0 0-3 15,0-1 0-15,0 3 4 0,0-1-4 0,0 2-3 16,0 1 21-16,-12 0 0 0,12 2-4 0,0 0 9 16,0 1-9-16,-9 0-5 0,9 2 4 15,0-2-5-15,-6 2-8 0,6 0-4 0,-4-1-1 0,4 2 0 16,-1-3 9-16,1 0-1 0,0-1 4 0,0 0-3 15,0-2-5-15,0 0-4 0,0-2 4 16,0 0-4-16,0-1 9 0,15-1 11 0,-15-2-16 16,0 1 8-16,20-2-12 0,-20 0-18 0,20 0-2 15,-9 0-32-15,2 0-31 0,1 0-34 0,0-23 11 16</inkml:trace>
  <inkml:trace contextRef="#ctx0" brushRef="#br0" timeOffset="-114248.27">3142 9651 427 0,'0'-4'19'0,"0"-1"15"0,0 2 4 15,0-1 1-15,0-2-11 0,0 0-18 0,0 2-6 16,0 0 1-16,-15-1-5 0,15 1 0 0,0 1 9 16,0 1-5-16,0 0 0 0,0 2 10 0,0-1-19 15,-8 1 1-15,8 0-5 0,0 0 0 0,0 0 14 16,0 0-5-16,0 0 9 0,0 17-13 0,0-17-9 15,0 16 18-15,0-16-9 0,0 22 8 0,0-10 6 16,0 0-14-16,-15 1 4 0,15 3 9 0,0-3 4 16,-11 2-8-16,11 0-1 0,0 0-8 0,-9-1 0 15,9 1 8-15,-7 0 1 0,7-1-1 16,-4 0-8-16,1-2-9 0,3-1-25 0,0-1-20 0,0-1-14 16,0-2-19-16,0-1-20 0,0-1 4 15,0-1 20-15</inkml:trace>
  <inkml:trace contextRef="#ctx0" brushRef="#br0" timeOffset="-113787.77">3024 9799 251 0,'-8'-5'9'0,"8"1"11"0,-7 2 8 15,7-3 9-15,-2 2-22 0,2-1-2 0,0 2-13 16,0-1-8-16,0 0 16 0,0 1-4 15,0 0 4-15,0 1-8 0,0-1 0 0,19 2-8 16,-19-1 5-16,0 0 3 0,15 1-3 0,-15 0 12 16,11 0-4-16,-11 0 8 0,16 0-9 0,-8 0-7 15,1 0 7-15,3 0-3 0,-1 0 8 0,2 0-1 16,1 0-3-16,0 0-5 0,3 0 5 0,-2 0 0 16,0 0-8-16,1 0 13 0,-1 0-5 0,-3 0 9 15,3 0 8-15,-4-16 0 0,0 16-5 0,-1 0 1 16,-1 0-9-16,-2-9-4 0,-2 9 8 0,1 0 0 15,-2 0 9-15,-2-6-1 0,-2 6 1 16,1 0-9-16,-1 0-4 0,0 0-4 0,0 0-5 16,0 0-5-16,0 0 5 0,0 0-4 0,0 0-5 15,0 0 5-15,0 0-4 0,0 0 4 0,-17 15 8 16,17-15-4-16,0 0 4 0,0 12-4 0,-11-12-4 16,11 11 12-16,0-11-3 0,-8 12 3 0,8-7 1 15,0 2-13-15,-6 0 0 0,3 2 4 0,1-1-9 16,2 0 13-16,0 1 0 0,0-1-12 0,0 0 8 15,0 1-9-15,0-3-3 0,0 1-1 0,0-2-5 16,0 0-4-16,18 0-8 0,-18-3-2 0,0 2-5 16,16-3-4-16,-16 0-12 0,17-1-10 0,-6 0-22 15,-1 0-11-15,0 0 23 0</inkml:trace>
  <inkml:trace contextRef="#ctx0" brushRef="#br0" timeOffset="-113000.52">3518 9702 162 0,'1'-10'6'0,"-1"-1"18"0,0-1 2 0,0 1 18 16,0 1 8-16,0 0-16 0,0 0-2 0,0 1-18 15,0 1-6-15,0 1-4 0,0 1 4 0,0 1 0 16,0 2-14-16,-13 0 9 0,13 0-9 0,0 2 0 16,0 1 3-16,0 0 1 0,0 0 8 0,0 0-9 15,0 0 6-15,0 0-5 0,0 0-4 0,0 0 10 16,0 0-14-16,0 17 14 0,0-17 0 0,0 0 0 15,0 17 13-15,0-17-13 0,0 16 4 16,0-16-5-16,0 17-4 0,0-9-4 0,0 2 3 16,0-1 5-16,0 0 0 0,0-1 0 0,0 0-13 15,0 0 5-15,0-2-1 0,0-1 5 0,0 0 3 16,0 0-8-16,0-2 5 0,0-1-5 0,0 0 4 16,0-1 9-16,0 0 9 0,0-1 13 0,0 0 13 15,0 0 10-15,0 0-7 0,0 0-4 0,0 0-28 16,0 0-4-16,0 0-6 0,0 0-10 0,0 0 11 15,0 0-11-15,0 0-1 0,0-13 6 0,0 13 0 16,0 0 5-16,0 0-5 0,0 0 1 16,0 0-7-16,0 0 1 0,0 0-1 0,0 0 1 15,0 0 10-15,0 0-16 0,0 0 11 0,0 0-5 16,0 0 0-16,0 0 10 0,0 0-5 0,0 0 0 16,0 0 5-16,0 0-11 0,0 14 6 0,0-14-5 15,0 0 0-15,0 13-1 0,0-13 1 0,0 12 10 16,-15-4-10-16,15-1 16 0,0 0-11 0,0 2 5 15,-12-1 0-15,12 1-5 0,0-1 5 0,-7-1-10 16,7 1 5-16,-5-1 5 0,5 0-10 0,-3-1 20 16,1-1-15-16,2-1-5 0,0-1 10 0,0 0-4 15,0-1 4-15,0-1 0 0,0 0 0 0,0-1-5 16,0 0 0-16,0 0 5 0,0 0 6 16,0 0-6-16,0 0 1 0,16 0 3 0,-16 0-14 15,0 0 5-15,0 0 10 0,12-16-20 0,-12 16 15 16,0 0-5-16,12-16-10 0,-12 16 10 0,9-12-16 15,-4 12 11-15,1-12 0 0,2 6 5 0,0-1-5 16,-1 1 0-16,0 0 0 0,2 1-5 0,-2 1 15 16,-1 1-10-16,-2 0 5 0,1-1-5 0,1 2 10 15,-4 1-11-15,-2 0 6 0,2 0 0 0,-1 1-10 16,-1 0 4-16,0 0-4 0,0 0 4 0,0 0 1 16,0 0-8-16,0 0 9 0,0 0-5 0,0 0 1 15,0 0 20-15,-19 0-12 0,19 14 5 0,0-14-5 16,-14 0-9-16,14 0 5 0,-12 12 0 0,12-12 4 15,-9 5 0-15,9-5-5 0,-6 8 5 16,6-4-4-16,-3-1 4 0,3 2 9 0,0-1-5 16,0 2 4-16,0 1 1 0,0 0-5 0,0 0 6 15,21 1-6-15,-21 0-8 0,22-1 4 0,-22 0-6 16,29 0-6-16,-15-1-10 0,1-2-25 0,-1-1-27 16,-1-1-18-16,-1-1-55 0,-2-1 22 0,-3 0 27 15</inkml:trace>
  <inkml:trace contextRef="#ctx0" brushRef="#br0" timeOffset="-112818">3363 9425 1871 0,'-9'0'9'0,"0"0"-9"16,-1 0-25-16,1 0-29 0,3 0-52 0,-1 0-35 15,3 0-66-15,3 0-52 0,1 0-15 0,0 0-52 16,0 0 90-16,0 0 81 0</inkml:trace>
  <inkml:trace contextRef="#ctx0" brushRef="#br0" timeOffset="-112672.35">3048 9286 641 0,'-7'0'4'16,"1"0"0"-16,0 0 0 0,3 0-5 0,-2 0-7 16,2 0-41-16,-1 0-60 0,2 0-51 0,0 0 4 15</inkml:trace>
  <inkml:trace contextRef="#ctx0" brushRef="#br0" timeOffset="-111800.33">3837 9653 486 0,'2'0'19'0,"0"-17"13"0,0 17 15 16,-1 0-1-16,1 0-8 0,-2-11-8 0,2 11-26 15,-2 0 1-15,0-7-16 0,0 7 0 16,0 0 7-16,1 0 4 0,-1 0 0 0,1 0 0 0,0 0 4 16,-1 0-17-16,0 0 4 0,0 0 5 15,0 0-5-15,0 0 22 0,0 0 0 0,0 18-8 16,0-18-1-16,0 17-4 0,0-6 6 0,0 1-6 16,0 1 10-16,0 1 0 0,0 1-15 0,0 1 10 15,0 0 5-15,0 0-15 0,0-1 16 0,0-2-1 16,0 3-15-16,0-2 15 0,0-3-10 0,0 0 0 15,0-1 0-15,0-3-5 0,0-1 10 0,0-1-5 16,0-3 5-16,0 1-32 0,0-1-32 0,13-1-27 16,-13-1-56-16,0 0-14 0,0 0 27 0</inkml:trace>
  <inkml:trace contextRef="#ctx0" brushRef="#br0" timeOffset="-111436.27">3845 9610 504 0,'0'-4'0'0,"-9"-1"4"0,9 0 5 16,0 1-5-16,0-3 5 0,0 3-5 0,0-2-5 15,0 3-3-15,0-2 3 0,21 2 1 0,-21-2 0 16,15 3 9-16,-15 1-4 0,17-2 0 0,-17 3 4 16,19 0 1-16,-19 0-5 0,17 0 0 0,-6 0-4 15,-2 0-5-15,1 0-4 0,0 21 4 0,-1-21 0 16,0 15 9-16,2-15 5 0,0 18-5 15,-2-18 0-15,1 19-5 0,1-7-3 0,-4-2 12 16,2 0 0-16,-3 0 5 0,-2 0 3 0,0 1-8 16,-1-1 9-16,-2-2 0 0,-1 1 6 0,0 0-4 15,0-1-5-15,0 2-9 0,-21-2-6 0,21 2 5 16,-16 0 0-16,16 0 0 0,-19 1 5 0,19-2-5 16,-19 1-10-16,19 1 10 0,-20-1 1 0,11-1-1 15,-1 0 0-15,0 0-6 0,3-2 1 0,-2 0-10 16,2 0 0-16,1-1 10 0,1-1-34 0,2-2-3 15,-1 2-21-15,4-3-19 0,0 0 18 16,-2-2 0-16,2 0-8 0,0 0-21 0,0 0-18 0,0 0 14 16</inkml:trace>
  <inkml:trace contextRef="#ctx0" brushRef="#br0" timeOffset="-111048.3">4191 9658 278 0,'4'-5'1'0,"-1"2"14"16,1-3 12-16,3 3 4 0,-4-2 14 0,1 1-8 15,-1 2 3-15,-1-2 4 0,-1 4-1 0,1 0 3 16,-2 0-3-16,0 0-4 0,0 0-14 0,0 0-4 15,0 0-10-15,-17 0-11 0,17 0 5 0,0 0-10 16,-15 0 5-16,15 16 0 0,-11-16 5 0,11 0 0 16,-16 16-11-16,7-16 6 0,0 11-11 0,0-11 0 15,1 16 11-15,0-7 0 0,2 0 5 0,0 2 5 16,1-3 0-16,1 2 0 0,0 1 11 0,2 0-6 16,1-1 11-16,1 1 21 0,0-3-2 0,0 2 19 15,0-1 3-15,21 1-12 0,-21 0-15 0,21-3-13 16,-21 0-16-16,29 0-7 0,-13-1-3 0,-2-1 0 15,1 0-2-15,-1-2-2 0,-1-1-15 16,-2 0-43-16,0-1-36 0,-1-1-49 0,-1 0-15 16,2 0 11-16,-3 0-29 0,-1 0 28 0,-2 0 36 15</inkml:trace>
  <inkml:trace contextRef="#ctx0" brushRef="#br0" timeOffset="-91588.95">6811 11055 124 0,'0'9'4'0,"0"-9"3"0,0 0 16 16,0 0 8-16,0 0-3 0,0 0 4 0,0 0 8 15,0 0-16-15,0 0 9 0,0 0-2 0,0 0-13 16,0 0 18-16,0 0 0 0,0 0-4 16,0 0-10-16,0 0 9 0,0 0-10 0,0 0 9 15,0 0 4-15,0 0-9 0,0 0-6 0,0 0-3 16,0 0-11-16,0 0-11 0,0 0 12 0,0 0-6 15,0 0 18-15,0 0-6 0,0 0-1 0,0 0-11 16,0 0 1-16,0 0-7 0,0 0 0 0,0 0 18 16,0 0-18-16,0 0 11 0,0 0-5 0,0 0 1 15,0 0-1-15,0 0 6 0,0 0 0 0,0 0-6 16,0 0 11-16,0 0-11 0,0 0-6 0,0 0 12 16,0 0 0-16,0 0-6 0,0 0 12 15,0 0-6-15,0 0-12 0,0 0 18 0,0 0 5 0,0 0-22 16,0 0 10-16,0 0-5 0,0 0-5 15,0 13 17-15,0-13 0 0,0 0 6 0,0 15-11 16,0-15-2-16,0 17-12 0,0-6 6 0,0 1 15 16,0 0-15-16,0 4 11 0,0 0-1 0,0 0-10 15,-21 1 0-15,21-1-1 0,0 1-4 0,0 0 0 16,0 0 20-16,-10 0 0 0,10-2-10 0,0 2 6 16,0 0-5-16,-7 0-5 0,7 1 14 0,-5-1-14 15,5 0-11-15,-5 0 12 0,0 1 0 0,2-2 4 16,-1 0 15-16,1-1-10 0,-1-1-10 0,3 0 9 15,-2-2-3-15,3-2 0 0,0-2 10 0,0-1 0 16,0 0-6-16,0-1 11 0,0-2-6 16,0-1-4-16,0-1 13 0,16 0 1 0,-16-1-10 15,0 1 8-15,14-2-8 0,-14 0-4 0,20 0-10 16,-9 0-1-16,4 0 0 0,0 0-9 0,2-18 9 16,2 18-15-16,0 0-28 0,-2-16-26 0,1 16-13 15,-2-12-31-15,2 12 7 0,-2-13 8 0,1 6 5 16,-2-1 17-16,1-1-13 0,-1 0-38 0,-1-2 14 15,-3 1 21-15</inkml:trace>
  <inkml:trace contextRef="#ctx0" brushRef="#br0" timeOffset="-91300.55">6997 10849 1018 0,'0'0'5'0,"-6"0"9"16,6 0-4-16,0 0-1 0,0-23 1 0,0 23-11 0,0 0-9 15,0-18-24-15,0 18-37 0,0 0-42 16,0 0-16-16,0 0 6 0,0 0 19 0,0 0 10 16,0 0-23-16,-16 0 11 0,16 0 11 0</inkml:trace>
  <inkml:trace contextRef="#ctx0" brushRef="#br0" timeOffset="-90534.71">7140 11354 471 0,'0'-2'1'0,"0"0"22"15,0 1 14-15,0-1 9 0,0 0 3 0,0 1-21 16,0 0 0-16,0 0-13 0,0 1-6 0,0 0-9 15,0 0-11-15,0 0 6 0,0 0-5 0,0 0 10 16,0 0-4-16,0 0 0 0,-14 0 4 16,14 15 0-16,0-15 4 0,0 0-4 0,0 20 4 15,-7-20 6-15,7 22-5 0,0-10 0 0,-4 3 5 16,3-1 21-16,-3 3-9 0,2 0 20 0,0 1 0 16,-1 0-36-16,-2 0 9 0,2 0-9 0,0-3-10 15,-1 2 10-15,1-2 10 0,0 0-6 0,-1-1-4 16,0-1-5-16,3-1-4 0,-3-1-1 0,2-1 5 15,0 0 10-15,2-3 0 0,-2 1-10 0,2-3 5 16,-1 2-11-16,0-4-26 0,1 0-29 0,-1 1-20 16,0-2-13-16,1-1 8 0,0-1 28 0,0 0-16 15,0 0-20-15,0 0-28 0,0 0 10 0</inkml:trace>
  <inkml:trace contextRef="#ctx0" brushRef="#br0" timeOffset="-90053.41">7083 11443 258 0,'0'-8'4'0,"0"1"6"16,0 1-4-16,0-2 5 0,0 0-4 0,0 1 4 16,0 0 16-16,0 2-5 0,0-1 1 0,18 1-6 15,-18 0-20-15,0 0 4 0,15 0 10 16,-15 0 3-16,12 1 14 0,-12 1 0 0,16-1-5 0,-9 1-8 15,0 0 0-15,3 0-1 0,-3 2-1 16,1-1-3-16,-2 1-1 0,2-1 0 0,-1 2 0 16,0 0-5-16,-2 0 1 0,2 0-5 0,-3 0-3 15,0 0 20-15,0 17-8 0,0-17 4 0,0 0 0 16,0 19-8-16,-1-19-1 0,2 18 1 0,-2-18-5 16,2 19-5-16,-1-11 10 0,0 3-5 0,0-1 4 15,0 0-4-15,0-2 0 0,2 2 4 0,-1-2-4 16,-1 1 5-16,1 0-5 0,-1-1 0 0,0 1 0 15,1-1 0-15,-2 0 10 0,0 1-10 0,-2-1 4 16,0 2 0-16,-1 0 2 0,0-1 5 0,0 1-6 16,0 1 17-16,0 0-17 0,-23 1 1 15,23 0 10-15,-18-1-15 0,18 1 11 0,-18-1-1 16,18 0 1-16,-20-1 4 0,9-1-10 0,1-1 0 16,-1 0-6-16,0 1-10 0,1-2 11 0,-1-1-6 15,0 1 11-15,2-1-6 0,-3 0 6 0,2 1 5 16,-3-1-10-16,3-1-1 0,-1 1-6 0,0-1-4 15,0 0 5-15,2-1 10 0,-1 0-16 0,1-2-47 16,3 0-31-16,-1-2-31 0,4 0-12 0,-2 0-9 16,2 0 22-16,3 0 31 0</inkml:trace>
  <inkml:trace contextRef="#ctx0" brushRef="#br0" timeOffset="-89546.03">7568 11528 251 0,'12'-4'6'16,"-5"-1"11"-16,0 2 4 0,-2 0 1 0,0-1 7 15,0 1-18-15,-3 0 4 0,2 1-5 0,-3 0-9 0,-1 1 13 16,2 1 5-16,-2 0 4 0,0 0 1 16,0 0-9-16,0 0-5 0,0 0 4 0,0 0 0 15,0 0 3-15,0 0-3 0,0 0-9 0,0 0 4 16,-16 0 1-16,16 0-6 0,-13 12 5 0,13-12-9 16,-14 0-4-16,5 0 8 0,0 8 0 0,-1-8 1 15,1 6-1-15,-1-6-9 0,1 8 1 0,-1-4 4 16,2 2 0-16,-2-1-4 0,2 1 0 0,-1 1 0 15,0 0 4-15,0-1 4 0,2 3 4 0,0-2-4 16,-1 1-8-16,1-1 3 0,0 1-8 0,3 1 4 16,0 0 9-16,1 1 1 0,-2 0 8 15,3-1-14-15,0 1 5 0,1-1-8 0,0 3-1 16,1-2 18-16,0-2-4 0,0 2 9 0,0 0-4 16,0 1 6-16,0-3 17 0,0 1-16 0,18 0 7 15,-18-2 1-15,0 1-29 0,24-2 24 0,-24-1-7 16,20-2-16-16,-7 3 11 0,-1-3-11 0,4 0 16 15,-2-1-18-15,3 1 7 0,-2-1 6 0,1-1-12 16,-1-1-11-16,-4 0-31 0,2 0-39 0,-2 0-32 16,1 0 6-16,-2 0-34 0,0 0 3 0,2-17 25 15</inkml:trace>
  <inkml:trace contextRef="#ctx0" brushRef="#br0" timeOffset="-88974.05">8128 11632 367 0,'0'0'6'0,"0"0"18"0,0 4 2 16,-7-4 0-16,7 0 3 0,-3 0-10 0,3 0 14 15,-4 0 4-15,3 0 9 0,1 0 2 0,0 0 2 16,0 0 12-16,0 0-12 0,0 0-1 0,0 0-2 16,0 0-15-16,0 0-1 0,0 0-16 0,0 0-11 15,15 0 1-15,-15 0 0 0,0 0 9 0,12 0-4 16,-12 0 0-16,12 0 0 0,-3 0-5 0,1 0 0 15,0 0 33-15,2 0 8 0,-2 0 15 0,4 0 13 16,0 0-17-16,0 0-7 0,-1 0-5 16,0 0-11-16,0 0-13 0,-1 0-5 0,2 0-5 0,-5 0 0 15,0 0 1-15,0 0-6 0,-3 0-2 0,1 0 3 16,-1 0-7-16,-2 0 3 0,1-14-5 16,-4 14-19-16,3 0-24 0,-3 0-50 0,-1 0-47 15,0 0-59-15,0 0-2 0,0 0 15 0,0 0 22 16,0 0 7-16,0 0 17 0,-24 0 34 0</inkml:trace>
  <inkml:trace contextRef="#ctx0" brushRef="#br0" timeOffset="-88686.82">8123 11789 88 0,'0'3'19'0,"0"-1"21"0,0 0 8 16,0-2 4-16,0 0-8 0,0 0-11 0,17 1-15 15,-17 0 13-15,0-1-10 0,19 3-4 0,-19-3 13 16,13 2-19-16,-13 0 0 0,16 0 0 0,-7-1-5 16,-1 2 9-16,1 0-14 0,-1-2-1 0,-1 2 0 15,1 1-5-15,0-1 20 0,0-2-10 0,0 1 0 16,-3 2 6-16,3-4-6 0,0 1 5 0,-1-1 4 15,1 0-14-15,0 0-4 0,-1 0-21 0,3 0-21 16,0 0-28-16,0 0-44 0,-1-20 5 16,3 20 16-16</inkml:trace>
  <inkml:trace contextRef="#ctx0" brushRef="#br0" timeOffset="-85589.88">8987 11443 355 0,'3'-3'13'0,"-1"2"2"0,1-2 9 15,0 0 12-15,-1 0 1 0,-1 1-7 0,1 0-3 16,-1 2-10-16,-1-1-8 0,0-1 0 0,0 2 4 16,0 0-5-16,0 0-4 0,0 0 0 0,0 0-12 15,0 0 4-15,0 0-1 0,0 0 1 16,0 0 4-16,0 0 0 0,-13 0 0 0,13 13-3 0,0-13 7 15,-12 0 0-15,12 15-4 0,-14-15 4 16,6 17-4-16,-3-6-4 0,0 1 0 0,-1 0 8 16,-2 2-4-16,1-1-9 0,-3 0 13 0,3 2-8 15,-2-1 0-15,1-1 12 0,1 0-4 0,1 0-5 16,1-1 9-16,1-1-8 0,2-1-1 0,2 1 1 16,0-2-8-16,2-1 7 0,1-2-3 0,-2 1 17 15,3 1-4-15,2-3-5 0,0 2 4 0,0-2-8 16,0 0 13-16,0-1 5 0,0 1-1 0,0-1 6 15,23 0 2-15,-23-1-4 0,23 1 11 0,-9-4-5 16,4 1-6-16,-1-1 5 0,3 0-20 16,1 0-1-16,2 0 0 0,-1 0-15 0,1 0 15 15,-1 0-10-15,-2 0 11 0,1 0 9 0,-1-13-10 0,-4 13 15 16,-1 0-25-16,-3 0 1 0,-1 0-6 16,0 0-5-16,-4 0 9 0,0 0 11 0,-3 0 1 15,0 0-11-15,-2 0-6 0,-1 0-31 0,-1 0-24 16,0 0-17-16,0 0-19 0,0 0-23 0,0 0-25 15,0 0 27-15</inkml:trace>
  <inkml:trace contextRef="#ctx0" brushRef="#br0" timeOffset="-85214.16">9133 11461 407 0,'1'-4'14'16,"1"2"14"-16,-2 0 17 0,0 0 5 0,0 1-2 15,0-1-9-15,0 2-22 0,0 0-4 0,0 0-9 16,0 0-8-16,0 0-1 0,0 0 9 0,0 0-12 16,0 0 8-16,-13 0 0 0,13 19-4 0,0-19 4 15,-13 17-8-15,13-5 8 0,-13 2-5 16,6 1 9-16,1 2 0 0,-2 1 0 0,0 2 5 15,1 0-10-15,1 3 5 0,-1 0-4 0,1-1 0 16,0 3 0-16,-1-1 8 0,1-1-4 0,1-1 1 16,0 1 4-16,1-2-3 0,0-1-1 0,0 0 1 15,1-4-6-15,0-2 0 0,0-1 6 0,0-1-6 16,0-2 6-16,1-2-6 0,-1-2 0 0,-2-1 0 16,3 1 0-16,0-2 0 0,1-1 0 0,1-2-6 15,-2 2-24-15,2-2-10 0,0-1-16 0,0 0-14 16,0 0 7-16,0 0-10 0,0 0-32 0,0 0 3 15,0-20 17-15</inkml:trace>
  <inkml:trace contextRef="#ctx0" brushRef="#br0" timeOffset="-84029.9">9452 11504 329 0,'2'-7'6'0,"0"0"4"15,-1 0 9-15,1 1 1 0,0 0-7 0,0 0 5 16,-1 1-8-16,1 2 4 0,-2-2 9 0,2 3-5 16,-2 2 1-16,0-2-1 0,0 2-9 15,0 0 0-15,0 0-9 0,0 0 1 0,0 0-10 16,0 0 1-16,0 0 12 0,0 0-5 0,0 0 10 15,0 0-9-15,0 0 0 0,0 0-8 0,0 0 4 16,0 13 4-16,0-13 0 0,0 0 9 0,0 0-1 16,0 8 5-16,0-8-5 0,0 0-7 0,0 5-1 15,0-5-4-15,0 0 5 0,0 0 7 0,0 0 5 16,0 0 8-16,0 0 4 0,0 0-8 0,0 0 0 16,0 0-13-16,0 0 1 0,0 0 7 15,0 0-8-15,0 0 5 0,0 0-4 0,0 0-5 0,0 0-4 16,0 0 4-16,0 0 0 0,0 0 0 15,0 0 14-15,0 0-4 0,0 0-10 0,0 0 0 16,0 0-5-16,0 0 0 0,0 0 5 0,0 0 0 16,0 0 5-16,0 0-5 0,0 0-5 0,0 0 15 15,0 0-15-15,0 0 5 0,0 0 0 0,0 0 0 16,0 0 5-16,0 0 1 0,0 0 4 0,0 0-20 16,0 0 5-16,0 0 4 0,0 0-4 0,0 0 5 15,0 0 0-15,0 0-5 0,0 0 0 0,0 0 5 16,0 0-9-16,0 0-5 0,0 0 10 0,0 0 0 15,0 0 4-15,0 0-9 0,0 0 9 16,0 0-4-16,0 0 4 0,0 0 13 0,0 0-9 16,0 0-4-16,0 0-8 0,0 0 8 0,0 0-5 15,0 0 9-15,0 0 5 0,0 0-9 0,0 0-5 16,0 0 5-16,0 0-4 0,0 0-4 0,0 0 3 16,0 0 1-16,0 0 0 0,0-14 8 0,17 14-8 15,-17 0 4-15,0 0 4 0,15-10-8 0,-15 10 12 16,12 0-12-16,-12-10 4 0,9 10 4 0,-9-7-4 15,10 4 0-15,-10-1 0 0,7 1-4 0,-7 1 8 16,6-1 5-16,-4 2-5 0,-2 0 14 0,0-1-3 16,0 1-6-16,0 1-5 0,0 0-4 0,0 0-5 15,0 0 0-15,0 0 1 0,0 0-1 0,0 0-5 16,0 0 6-16,0 0 8 0,0 0-8 16,0 0 8-16,0 15-8 0,-13-15 0 0,13 12 4 15,0-12 0-15,-13 20 8 0,13-8-12 0,-12 2 4 16,3 2 0-16,0 1-4 0,-1 4 12 0,-2 2-8 15,3 0 0-15,-4 2 0 0,1 0-4 0,0 0 8 16,1-1-4-16,2 1 4 0,1-3 1 0,1-2 1 16,2-3 5-16,-1 0 1 0,2-3 0 0,3-3-1 15,-1 1 12-15,0-5-6 0,2 0 0 0,0-2 0 16,-2 0-22-16,2-3 16 0,0-1 1 0,0-1 0 16,0 0 5-16,0 0-6 0,0 0 6 15,0 0-7-15,0 0-5 0,0-20-11 0,0 20 0 0,0-16-1 16,18 16 0-16,-18-21-11 0,0 9-16 15,11 0-4-15,-11-1 16 0,11 0 16 0,-2 0 10 16,-3 0 6-16,1-2-16 0,1 2 6 0,0-1 5 16,-1-1-1-16,2-1 1 0,-2 2-6 0,0-1-9 15,0 0 5-15,0 1 0 0,-1 0 0 0,-1 0 9 16,2-1-9-16,-2 3 10 0,-1-1 0 0,-1 0-10 16,0 2 10-16,-1-1 0 0,0 2-10 0,0 0 21 15,-1 1-11-15,-1 3 6 0,0-1 4 0,0 2-5 16,1 2 16-16,-1 1-21 0,0 0 0 0,0 0-10 15,0 2-10-15,0 0 9 0,0 0 1 16,0 0 5-16,0 0-6 0,0 0 11 0,0 0 0 16,0 17-11-16,0-17 2 0,0 0-1 0,0 21 5 15,0-21 0-15,0 21 4 0,0-8-8 0,0 1-6 16,0 0 16-16,0 3-6 0,0 0 10 0,0 1 11 16,0 1-15-16,0 0 1 0,16 0 10 0,-16 0-10 15,0 0 9-15,14 0 1 0,-14-1-14 0,13 0 9 16,-6-2-20-16,-1 2 10 0,2-3 6 0,-2 0-16 15,1-2 19-15,-2 0 1 0,0-3-16 0,-1-2 10 16,0 2-11-16,0-3-5 0,-2-1 5 0,-1-1 5 16,0 0 6-16,0-1-34 0,-1 0-50 0,0 1-42 15,0-1-33-15,0-1-23 0,0 1 23 0,0 0 35 16</inkml:trace>
  <inkml:trace contextRef="#ctx0" brushRef="#br0" timeOffset="-83786.55">9362 11728 506 0,'-7'-5'6'0,"3"1"17"0,-2 2 15 15,2 0 8-15,1-1-1 0,0 1-1 0,3 2-8 16,0-2 2-16,0 2-6 0,0 0-16 0,0 0-6 0,23-1-15 15,-23 1-5-15,22 0 10 0,-9 0 0 16,2 0 5-16,5 0 6 0,2 0-11 0,2 0-5 16,1 0-5-16,2 0-37 0,2 17-31 0,-1-17-31 15,1 0-64-15,0 0 9 0,-1 11 32 0</inkml:trace>
  <inkml:trace contextRef="#ctx0" brushRef="#br0" timeOffset="-83669.88">10082 11710 1028 0,'0'0'0'0,"0"13"1"0,0-13-1 0,0 0-4 0,0 0-26 16,-20 11-96-16,20-11-62 0,0 0-66 15,0 9 27-15</inkml:trace>
  <inkml:trace contextRef="#ctx0" brushRef="#br0" timeOffset="-76540.85">5312 12615 165 0,'3'0'14'0,"-2"0"11"16,-1-17 11-16,1 17 8 0,-1 0-7 15,1 0-7-15,-1-10-3 0,0 10-5 0,0 0 8 16,0 0 0-16,0 0-1 0,0 0-1 0,0-8-8 16,0 8-6-16,0 0 4 0,0-5-4 0,0 3 4 15,0 0 13-15,0-1-8 0,0 0 9 0,0 2-2 16,-13 0 2-16,13 0 11 0,0 0-11 0,0 0-1 15,0 1-9-15,0 0-7 0,0 0 0 0,0 0-4 16,0-2-6-16,0 2-4 0,0 0 4 0,0 0 0 16,0-1 0-16,0 1 4 0,0 0-9 0,0-1 5 15,0 1 0-15,0 0-10 0,0 0 5 16,0 0 0-16,0 0-10 0,0 0 10 0,0 0 0 0,0 0 0 16,0 0 0-16,0 0-9 0,0 0 4 15,0 0-5-15,0 0 5 0,0 0 4 0,0 0-5 16,0 0 1-16,0 0 9 0,0 0-3 0,0 0 0 15,0 17-1-15,0-17-9 0,15 0 0 0,-15 17 10 16,0-17 1-16,13 17 5 0,-13-17-6 0,12 18-5 16,-12-6 6-16,11 0-5 0,-6 0 9 0,2 0 0 15,0 1-12-15,-2-1 5 0,1 4 9 0,-1-3-9 16,1 2 4-16,1 0 1 0,-1 1-6 0,1 1-5 16,-1-1 1-16,0 0-1 0,0-1 1 0,0-1 1 15,1 1 13-15,-2-1 1 0,-1-1 0 0,0 0 10 16,0-1-24-16,0 0 5 0,0-2 0 0,-1 0 0 15,1-2 5-15,-2-1 4 0,1 0-8 16,1-2 8-16,-1 0 5 0,-1 0-9 0,2-3 4 16,-2 1-4-16,0-2-4 0,-1 2 4 0,1-3 1 15,-2 0 4-15,2 0 9 0,0 0-5 0,-1 0 9 16,0 0-8-16,1 0 0 0,1 0 4 0,0 0-9 16,0 0 2-16,1-14-8 0,1 14-6 0,2 0 5 15,0-16 8-15,-1 16-4 0,3-13 7 16,-2 3-12-16,0 1-14 0,2-1 18 0,0-2-12 0,0-1 16 15,-1 0 1-15,1-1-4 0,1-1 0 0,1 1-12 16,-1-3 9-16,1 3 0 0,0-2-5 0,-1-1 11 16,0 0-3-16,2 2-10 0,-3-2 20 0,3 1-11 15,-1-1 2-15,1-1 11 0,-2 3 15 16,1-1 9-16,0 2 4 0,-2-1-4 0,-2 3-13 16,-2-1-3-16,2 2-7 0,-4 1 7 0,2 2-11 15,-4 1-2-15,0-1 1 0,0 1-9 0,-1 1 2 16,1 1-9-16,-1 0 2 0,0 1-5 0,0 0-1 15,0 1 5-15,0 1-10 0,0 1-5 0,0 0-8 16,0 0-26-16,0 1-27 0,0 0-50 0,0 0-48 16,0 0-25-16,0 0-7 0,0 0 11 0,0 19 1 15,-13-19 48-15</inkml:trace>
  <inkml:trace contextRef="#ctx0" brushRef="#br0" timeOffset="-75366.75">5926 12880 204 0,'0'-3'9'15,"0"1"2"-15,0-1-1 0,0-1 6 0,0 0-10 16,0-1 13-16,0 3 0 0,0-3 1 0,0 3-4 16,0-1 0-16,0-1 10 0,0 1 4 0,0 2 3 15,0-3-13-15,0 3-8 0,0 0-10 0,0 0 22 16,0-1 4-16,0 2 4 0,0-1-5 0,0 1-8 15,0-1-10-15,0 1 0 0,0 0 5 0,0 0-18 16,0 0 4-16,0 0-4 0,0 0-5 0,0 0 0 16,0 0 0-16,0 0 14 0,0 16-1 0,0-16 5 15,0 13 0-15,0-13-8 0,0 16-1 0,0-6 4 16,0 0-12-16,0 0 0 0,0 2 8 16,0-1 5-16,0 2 7 0,0-1-7 0,0 2-5 15,0-2-4-15,0 2 8 0,0-1 1 0,0-1 3 16,0 0-4-16,0 0 1 0,0-2-1 0,0 1-8 15,0-2 4-15,0 0 0 0,0-1 4 0,0-2 4 16,0 1-3-16,0-2-14 0,0 0 9 0,0-1 10 16,0-1-14-16,0-1 16 0,0 0-2 0,0-1-15 15,0-1 13-15,0 0 2 0,0 0-15 0,0 0 11 16,0 0-1-16,0 0-5 0,0 0 0 0,0 0-14 16,0 0-13-16,0 0-22 0,0-17 1 0,0 17 4 15,0-12 12-15,0 12 9 0,0-17 4 16,0 17 0-16,0-19 4 0,0 8 10 0,0-1-1 15,0 1 5-15,0-1 1 0,0 0-5 0,0 0 8 0,0 0 5 16,0 2-12-16,0-2 3 0,0 0 1 16,0 2-5-16,0 1 8 0,0-1 2 0,0 0 4 15,0 1 1-15,0-1 0 0,0 1 7 0,0 0-3 16,0-1 5-16,0 2-1 0,0-1-4 0,0-1-9 16,0 1-10-16,0 1 9 0,0 0-4 0,0 1 0 15,0 0 13-15,0 1-4 0,0 2 0 0,0 0 5 16,0 0-10-16,0 2 1 0,0 0-5 0,0 2 0 15,0-1 0-15,0 1-4 0,0 0 4 0,0 0-9 16,0 0 9-16,0 0-9 0,0 0 9 0,0 0 4 16,0 0-8-16,17 0 9 0,-17 0-10 15,17 15 6-15,-17-15 8 0,17 0-8 0,-6 13 13 16,0-13-1-16,1 11-12 0,0-11 22 0,-2 13-19 16,0-6 10-16,0 0-4 0,1 0-1 0,-2 0 10 15,-1 1-24-15,1-2 24 0,-2 2-3 0,-1-1-11 16,-1 0 10-16,2 0-5 0,-4 0-20 0,1-1-1 15,0-2 16-15,-2 2-16 0,1 0 11 0,-1-1 11 16,0 1-11-16,-1-1 6 0,0 2 4 0,0 0 5 16,-1 0-4-16,0 1 4 0,0-3-10 0,0 3 0 15,0 1 0-15,0 0 0 0,-18 1 0 16,18 0-5-16,-19-1 10 0,19 2-10 0,-21 1 6 16,10-2 5-16,-1 0-6 0,-2 2 5 0,3-2 5 0,-3-1-5 15,2 2 5-15,0-1-5 0,0 1-4 16,0-1-11-16,0-1 1 0,4 2 9 0,-1 0-10 15,2-1 6-15,-5 0-5 0,4 0-5 0,-1-2 14 16,-2 2 1-16,2 1-1 0,-1-3 11 0,1-2-11 16,0 0 1-16,3 0 9 0,-1-2-10 0,4-1 5 15,1-1 0-15,-3-1-4 0,4-1 4 0,0 0-5 16,1 0-6-16,0 0-24 0,0 0-10 0,0 0-17 16,0 0-34-16,0 0-11 0,0 0-14 0,0 0-14 15,0-14-30-15,0 14 30 0</inkml:trace>
  <inkml:trace contextRef="#ctx0" brushRef="#br0" timeOffset="-73730.67">6375 12877 223 0,'0'0'1'0,"2"0"4"0,0 0 7 15,-1 0 8-15,1 0 5 0,0 0-8 0,1 0 8 16,1 0-5-16,-1 0-8 0,0 0 7 0,1 0-9 16,-1 0-4-16,1 0 9 0,-1 0-5 0,2 0-8 15,-3 0 4-15,3 0-1 0,-2 0-5 0,1 0 5 16,0 0-1-16,-2 0-4 0,1 0 9 16,-1 0-4-16,0 0-5 0,1 0 5 0,-1 0-9 15,-1 0 9-15,0 10-1 0,2-10 1 0,-1 0 0 16,-2 0-1-16,0 0-3 0,0 0-5 0,0 0 13 15,0 0-9-15,0 0 9 0,0 0 0 0,0 0-4 16,0 0-4-16,0 0 3 0,0 0-3 0,0 0-5 16,0 0 4-16,0 0-8 0,0 0 12 0,0 0-4 15,0 0 9-15,0 0-5 0,0 0 1 0,0 0-1 16,0 0-8-16,0 0 8 0,0 0-8 0,0 0 4 16,0 0 9-16,0 0-5 0,0 0-4 0,0 0 9 15,0 0-14-15,0 0 5 0,0 0 13 0,0 0-17 16,0 0 13-16,0 0-13 0,0 0-9 15,0 0 8-15,0 0-3 0,0 0 12 0,0 0 0 16,0 0 0-16,0 0-4 0,0 0 0 0,0 0-4 16,0 0 0-16,0 0 4 0,0 0 0 0,0 0 4 15,0 0 5-15,0 0 0 0,0 0-9 0,0 0 4 16,0 0-12-16,0 0 8 0,0 0 0 0,0 0 0 16,0 0 9-16,0 0-5 0,0 0-4 0,0 0 0 15,0 0 0-15,0 0-9 0,0 0 13 0,0 0-4 16,0 0-4-16,0 0 13 0,0 0-5 0,0 0-8 15,0 0 12-15,0 0-12 0,0 0 4 0,0 0 5 16,0 0-5-16,0 0 0 0,0 0 0 0,0 0 5 16,0 0-1-16,0 0-4 0,0 0-4 0,0 0 8 15,0 0-8-15,0 0 13 0,0 0-5 16,0 0-8-16,0 0 8 0,10 0-8 0,-10 0 8 16,0 0 9-16,0 0 1 0,0 0 23 0,0 0-14 15,0 0 1-15,0 0 1 0,0 0 2 0,0 0 11 16,0 0-1-16,0 0-5 0,0 0-5 0,0 0-1 15,0 0-5-15,0 0 5 0,0 0-5 0,0 0 3 16,0-18 1-16,0 18-11 0,0 0-14 0,-15 0 6 16,15 0-15-16,0 0 4 0,-10-10 5 15,10 10-10-15,0 0 10 0,-12 0-1 0,12 0-8 0,-10 0 5 16,3 0-1-16,1 0 4 0,1 0 0 16,-1 0 0-16,-1 0-4 0,1 0-1 0,-1 18 6 15,-1-18-5-15,1 0 9 0,1 16-19 0,-1-16 4 16,0 11 15-16,2-11-13 0,-3 11 23 0,3-4 0 15,-1 0-19-15,1-2 9 0,0 2-10 0,1 0 1 16,-1-1 5-16,1 0 3 0,1 2-2 0,-1-3-1 16,1 2-5-16,-1 0 9 0,1 0 0 0,0 0-4 15,1 0 9-15,-2 0-19 0,2 0 6 0,0-1 8 16,1 0-9-16,0 1 6 0,1-1-6 0,-1 0 5 16,1-1 4-16,0 0 1 0,0 0 9 0,0 0-4 15,0 0 0-15,0 0-4 0,0 1 9 16,17-2-9-16,-17 0 13 0,0 1 9 0,18 0-10 15,-18 0 9-15,17-1-9 0,-7 1-3 0,0-2-7 16,0 2 5-16,0-1-12 0,0 2 6 0,1-3 3 16,-2 2-14-16,1-2 14 0,-3 1-4 0,2 0 0 15,0-1 3-15,0-1 0 0,-1 0-5 0,-1 0 3 16,1-1-2-16,1 0-1 0,-2-1 1 0,-2 0-25 16,2 0-31-16,-2 0-48 0,1 0-26 0,-1 0-18 15,-1 0 2-15,1 0 17 0,-1 0-13 0,-1 0-18 16,4 0 31-16</inkml:trace>
  <inkml:trace contextRef="#ctx0" brushRef="#br0" timeOffset="-73145.84">6986 12926 601 0,'-12'0'33'0,"12"0"48"0,0 0 40 15,0 0 23-15,0 0-17 0,0 0-42 0,0 0-34 16,0 0-12-16,0 0-7 0,0 0-3 0,0 0-1 16,0 0-20-16,0 0-12 0,0 0 1 0,0 0-6 15,0 0 12-15,0 0-1 0,17 0-7 0,-17 0 5 16,12 0 0-16,-12 0 0 0,19 0 12 0,-9 0 0 16,5 0 0-16,-3 0 14 0,2 0-3 0,1 15-1 15,-1-15 5-15,0 0-3 0,1 0-5 0,-3 12 4 16,0-12-5-16,-1 0-9 0,0 0 2 0,-2 6-7 15,0-6-4-15,-2 0 11 0,0 0-1 0,-1 0-5 16,0 0-4-16,0 0-18 0,-1 0-21 16,-2 0-16-16,0 0-29 0,0 0-36 0,-1 0-33 0,0 0-22 15,-2 0 17-15,0 0 5 0,0 0 25 16,0 0-10-16,0 0-27 0,0 0 40 0</inkml:trace>
  <inkml:trace contextRef="#ctx0" brushRef="#br0" timeOffset="-72774.46">7015 13058 264 0,'0'1'13'16,"0"-1"3"-16,0 0 8 0,0 0 1 0,0 0-18 15,0 0 3-15,0 0-4 0,0 0 7 0,0 0 1 16,0 0 0-16,0 0 1 0,0 0 0 0,0 0 13 16,0 0 9-16,16 0 12 0,-16 0 4 0,0 0 1 15,13 0-2-15,-13 0 3 0,12 0 6 0,-4 0 1 16,2 0 3-16,-1 13-19 0,2-13-12 0,0 0-5 15,-1 0-14-15,1 0 2 0,0 0-12 16,-2 0-1-16,0 7 1 0,1-7-5 0,-1 0 4 16,-1 3-9-16,-1-3 6 0,1 2 0 0,-3 1-25 15,0-2-61-15,1 1-55 0,-3-2-32 0,2 0-12 16,-1 0-5-16,-1 0 51 0</inkml:trace>
  <inkml:trace contextRef="#ctx0" brushRef="#br0" timeOffset="-67181.45">7673 12816 93 0,'0'0'0'0,"0"0"-3"0,0 0 5 0,0 0 0 15,0 0-1-15,0 0-5 0,0 0 4 16,0 0 3-16,0 0-7 0,0 0 12 0,0 0-16 0,0 0 0 15,0 0 15-15,0 0-6 0,0 0 8 0,0 0-8 16,0 0-7-16,0 0 1 0,0 0 8 16,0 0-4-16,0 0 5 0,0 0 0 0,0 0-8 15,0 0 4-15,0 0-7 0,0 0 7 0,0 0 0 16,0 0-1-16,0 0 9 0,0 0-13 0,0 0 5 16,0 0 5-16,0 0-4 0,0 0-2 0,0 0 1 15,0 0-5-15,0 0 0 0,0 0 10 0,0 0-1 16,0 0 6-16,0 0 5 0,0 0-4 0,0 0-5 15,0 0 9-15,0 0-11 0,0 0-8 16,0 0-5-16,0 0-10 0,0 0-5 0,0 0-2 0,0 0-1 16,0 0 2-16</inkml:trace>
  <inkml:trace contextRef="#ctx0" brushRef="#br0" timeOffset="-65541.47">7673 12816 104 0,'0'0'13'0,"0"0"6"15,0 0-4-15,0 0 5 0,0 0-17 0,0 0 4 16,0 0 1-16,0 0-3 0,0 0 8 0,0 0-18 15,0 0 4-15,0 0-4 0,0 0-10 0,0 0 8 16,0 0-12-16,0 0-2 0,0 0 2 0,0 0 4 16,0 0 5-16,0 0 6 0,0 0 8 0,0 0-8 15,0 0 1-15,0 0-1 0,0 0 5 16,0 0 3-16,0 0 11 0,0 0 12 0,0 0-6 0,0 0 15 16,0 0-2-16,0 0-8 0,0 0 3 15,0 0-13-15,0 0-1 0,0 0-4 0,0 0-11 16,0 0 4-16,0 0-4 0,0 0 0 0,0 0 0 15,0 0-3-15,0 0 3 0,0 0 5 0,0 0 0 16,0 0 5-16,0 0-4 0,0 0 0 0,0 0 5 16,0 0 0-16,0 0 4 0,0 0-4 0,0 0 7 15,0 0-3-15,0 0-10 0,0 0 5 0,0 0-9 16,0 0-5-16,0 0 8 0,0 0 1 0,0 0 0 16,0 0 3-16,0 0 6 0,-15 0-10 15,15 0 5-15,0 0-5 0,0 0-8 0,0 0 5 0,0 0-5 16,0 0-1-16,0 0 5 0,0 0 5 15,0 0 0-15,0 0 4 0,0 0-4 0,0 0 5 16,0 0-6-16,0 0 1 0,0 0-1 0,0 0-3 16,0 0 4-16,0 0 4 0,0 0 9 0,0 0-8 15,0 0 8-15,0 0-13 0,0 0 5 0,0 0-1 16,0 0-4-16,0 0 17 0,0 0-22 0,0 0 14 16,0 0-5-16,0 0-14 0,0 0 14 0,0-15-4 15,0 15-10-15,0 0 14 0,0 0-9 0,0 0-4 16,0 0 8-16,0 0-4 0,0 0 0 0,0 0 0 15,0 0-4-15,0 0 9 0,0 0-5 0,0 0 0 16,0-8 9-16,0 8-14 0,0 0 15 0,0 0-6 16,0 0 2-16,0 0 0 0,0 0-12 15,0 0 6-15,0-4-6 0,0 4 1 0,0-2 10 16,0 1 7-16,0 1-17 0,0 0 11 0,0 0 0 16,0 0-6-16,0 0 4 0,0 0 2 0,0 0-6 15,0 0-11-15,0 0 11 0,0 0 0 0,0 0-12 16,0 0 24-16,0 0-12 0,0 0-12 0,0 0 3 15,0 0 3-15,0 0 6 0,0 0 0 0,0 0 21 16,0 0-21-16,0 0 6 0,0 0-1 0,0 0-5 16,0 0 6-16,0 0 0 0,0 0 0 0,0 0-18 15,0 0 1-15,0 0 16 0,0 0-5 16,0 0 0-16,0 0 0 0,0 0-17 0,0 0 17 16,0 0 6-16,0 0-6 0,0 0 0 0,0 0 0 15,0 0-6-15,0 0 12 0,0 0-6 0,0 0-12 16,0 0 24-16,0 0-18 0,18 0 12 0,-18 0 11 15,0 0-12-15,0 0 1 0,0 0-6 0,0 0-6 16,0 0-5-16,0 0 11 0,0 0 0 0,0 0 0 16,0 0 0-16,0 0 0 0,0 0 0 0,0 0-16 15,0 0 16-15,0 0 0 0,0 0 0 0,0 0 5 16,0 0-11-16,0 0 6 0,0 0 0 0,0 0 0 16,0 0 22-16,0 0-28 0,0 0 1 15,0 0 5-15,0 0-17 0,0 0 17 0,0 0 0 0,0 0 6 16,0 0-12-16,0 0 12 0,0 0 0 15,0 0-12-15,0 0 12 0,0 0-12 0,0 0 6 16,0 0 0-16,0 0 6 0,0 0-6 0,0 0 0 16,0 0 6-16,0 0-12 0,0 0 6 0,0 0-10 15,0 0 10-15,0 0 0 0,0 0 0 0,0 0 4 16,0 0-4-16,0 0-6 0,0 0 6 0,0 0 0 16,0 0-10-16,0 0 6 0,0 0 9 0,0 0-9 15,0 0 4-15,0 0 4 0,0 0-4 0,0 0 5 16,0 0-5-16,0 0 0 0,0 0-10 0,0 0 10 15,0 0 4-15,0 0 2 0,0 0 10 0,0 0-21 16,13 0 1-16,-13 0-2 0,0 0-5 0,0 0 11 16,0 0 4-16,0 0-4 0,0 0 0 15,0 0 0-15,0 0 0 0,0 0-18 0,0 0 4 16,0 0 0-16,0 0-13 0,0 0 18 0,0 0-10 16,0 0 5-16,16 0 9 0,-16 0-4 0,0 0 4 15,0 0 0-15,0 0 5 0,12 0 5 0,-12 0-5 16,0 0 0-16,8 0-9 0,-8 0 4 0,0 0 6 15,5 0-1-15,-5-13 0 0,2 13-5 0,-1 0 5 16,1 0 9-16,0 0 4 0,0 0-4 0,1 0-9 16,3-9-10-16,-2 9 6 0,0-6 4 0,0 6 0 15,1-4 8-15,1 0-8 0,0 2 4 16,-2 0 1-16,1-1-14 0,-2 2 8 0,1 0-3 0,-2-1 8 16,-1 2 5-16,0-2-4 0,0 2-5 15,0 0 1-15,-1 0-6 0,0 0 5 0,0 0 5 16,1 0-5-16,-1 0 9 0,0 0-4 0,0 0-5 15,0 0 4-15,0 0 1 0,0 0 0 0,0 0 9 16,0 0 1-16,0 0-1 0,0 0 0 0,0 0-5 16,0 0-9-16,0 0 0 0,0 0 5 0,-12 0-5 15,12 0 9-15,0 0-13 0,-9 17-1 0,9-17 16 16,-13 12-6-16,7-12 4 0,-4 17-9 0,0-7-5 16,-2 0-5-16,0 1 16 0,-1 1-6 0,-1-1-5 15,0-1 10-15,-1 0-20 0,5 0 20 0,-3 2-1 16,2-2-4-16,0 1 4 0,0-2-8 15,2 2 0-15,-1-1 0 0,0-1-1 0,1 0 5 16,-2-2 0-16,3 1 5 0,1-1 8 0,1 0-8 16,-2-1-1-16,3 0-4 0,1-2-5 0,-1 1 0 15,1-1 11-15,2 1-11 0,1-2 1 0,-1-2 4 16,1 2-9-16,0-2 13 0,1 0-4 0,0 0 4 16,0 1-4-16,0-2 0 0,0 2 0 0,0-2-4 15,0 2 13-15,0 0-9 0,0 0 5 0,0 0-1 16,0 0-9-16,0-1 20 0,16 1-4 0,-16 2-1 15,0-1 1-15,16-1-6 0,-16 0 5 16,17 0 6-16,-4 1-1 0,-2-2-5 0,0 2 11 0,2-2-1 16,2 0 10-16,-1 1-4 0,0-1-11 15,3 1-5-15,0 0-5 0,2 0 1 0,1-1 4 16,1-1 4-16,-3 2-4 0,0 0 4 0,0-1-13 16,-4 0 8-16,0-1 1 0,-2 0-6 0,-1 0 10 15,-2 0-9-15,0 0 5 0,-1 0 0 0,0 0 3 16,-4 0-8-16,1 0-1 0,-1 0-3 0,-1 0 4 15,-2 0 13-15,-1 0-8 0,0 0 4 0,0 0-9 16,0 0-22-16,0 0-16 0,0 0-51 0,0-13-33 16,0 13-23-16,0 0-11 0,0-13 20 0,0 13-28 15,-15-13 34-15</inkml:trace>
  <inkml:trace contextRef="#ctx0" brushRef="#br0" timeOffset="-65158.12">7860 12797 297 0,'0'-4'16'0,"0"2"19"0,0-2 16 0,0-1 5 15,0 2-6-15,-12 0-1 0,12 0-1 0,0 1-15 16,0 0-6-16,-11 2-17 0,11-1-15 0,0 1 5 15,0 0-14-15,0 0 10 0,0 0 0 16,0 0 4-16,0 0 4 0,-5 0 1 0,5 0-10 16,-3 22 5-16,1-22 9 0,-2 21 1 0,3-9 15 15,-3 5 10-15,1-2 1 0,0 3 5 0,1 1-5 16,-2 1-16-16,2 1-9 0,0 1 7 0,-1-2 1 16,-1 2 0-16,0-1-5 0,1 1-18 0,-1-1-5 15,-1-1 0-15,-1-1 19 0,1-1-9 0,2 0 4 16,0-1 1-16,1-2-6 0,-1-2 6 0,1-1 4 15,1-1-4-15,1-1-6 0,0-2 7 16,0-1-2-16,0-2 6 0,0 1 8 0,0-3-19 0,0 1-35 16,0-1-48-16,0-1-39 0,0 0-11 15,0-1 1-15,0-1 3 0,0 1-8 0,0-1 24 16</inkml:trace>
  <inkml:trace contextRef="#ctx0" brushRef="#br0" timeOffset="-64734.12">8073 13126 1840 0,'1'4'71'0,"0"-1"39"0,-1-2 16 16,0-1 1-16,0 0-74 0,0 0-40 0,0 0-14 15,0 0-3-15,2 0 2 0,-2 0-21 0,1-17-33 16,-1 17-52-16,1 0-56 0,0 0-37 0,0 0-41 16,0 0 1-16,0 0 12 0,3 0 24 0,-4 0 34 15,2 0 14-15,1 0-21 0,-3 0 23 0,2 0 39 16</inkml:trace>
  <inkml:trace contextRef="#ctx0" brushRef="#br0" timeOffset="-63784.32">8343 12826 506 0,'0'0'14'0,"0"0"23"0,0 0 15 0,0 0 21 16,0 0 3-16,0 0-28 0,0 0 1 0,0 0-17 15,0 0-11-15,0 0 5 0,0 0-21 0,0 0-5 16,0 0-6-16,0 0-4 0,0 0 10 0,0 0-1 15,0 0 6-15,0 0-1 0,15 0-4 0,-15 0 4 16,13 0-4-16,-13 0-1 0,18 14 5 0,-5-14-9 16,-1 0 5-16,0 12 4 0,-3-12 2 0,3 12 8 15,-2-12 1-15,1 11 0 0,-3-4 8 0,0 0-8 16,0 0-7-16,-2-2 11 0,1 1-24 16,-1 1 9-16,0 0 4 0,-3-2-13 0,1 2 8 15,-3 1-3-15,0-1-5 0,-1 0 17 0,0 2-3 16,0-1 0-16,0 0-10 0,0 2-8 0,0-1 4 15,-21 1 0-15,21 0 5 0,0 0 0 0,-21 1 1 16,21-1-6-16,-14 1 14 0,14-1-13 0,-15 1-6 16,15 0 19-16,-14 0-12 0,14-1 8 0,-11 0 9 15,5 0-23-15,1-1 10 0,3-1 4 0,2 0-5 16,0-2 6-16,0 0-6 0,0-1 1 0,0 0 5 16,0-2 3-16,17 2 10 0,-17-3-6 0,0 0 1 15,18 1 0-15,-18-2-5 0,16 0-4 0,-5-1-5 16,2 0 4-16,0 0-4 0,1 0 5 15,2 0 3-15,2 0-8 0,0 0 4 0,-3-16-1 16,0 16-8-16,-1 0-13 0,-2 0-38 0,-2-13-45 16,0 13-31-16,-3 0-2 0,-3 0 10 0,1-8 21 15,-2 8-12-15,-1 0-27 0,-2 0 22 0</inkml:trace>
  <inkml:trace contextRef="#ctx0" brushRef="#br0" timeOffset="-62966.67">9105 12877 512 0,'0'0'14'15,"0"0"30"-15,0 0 38 0,0 0 39 0,0 0 44 16,0 0-1-16,0 0-25 0,0 0-32 0,0 0-57 16,0 0-30-16,0 0-12 0,0 0-9 0,0 0-8 15,0 0 8-15,0 0-8 0,0 0 0 0,0 0 8 16,0 0-7-16,0 0 12 0,0 0 0 0,18 0 11 15,-18 0 0-15,17 0 3 0,-6 0 3 0,3 0-6 16,-1 12 0-16,4-12-3 0,-1 0-4 0,2 10-1 16,-2-10 3-16,1 0-7 0,-2 7-1 0,0-7 0 15,1 3-1-15,-1-3 7 0,-1 4-4 0,-1-4 1 16,-1 1 0-16,0-1-4 0,3 0 9 16,-4 0-6-16,0 0-1 0,-2 0-2 0,-4 0 2 15,1 0-2-15,-1 0-23 0,-3-13-51 0,-2 13-83 16,0 0-75-16,0 0-27 0,0 0-2 0,0 0 16 15,0-9 80-15</inkml:trace>
  <inkml:trace contextRef="#ctx0" brushRef="#br0" timeOffset="-62699.29">9063 13080 94 0,'0'3'25'0,"0"1"7"0,0-1 17 15,0-3 2-15,22 0-21 0,-22 1 5 0,18-1-24 16,-18 2-1-16,23 0 0 0,-9-1-7 0,1 0 10 16,1 0 0-16,0 1 0 0,2 0-8 0,-3 1-3 15,1-1-2-15,0-2 0 0,-1 2 4 0,-3-1 0 16,1 1-4-16,-3 0 0 0,0-2 4 0,0 0-5 15,-1 0-3-15,0 0-19 0,-1 0-48 16,0 0-31-16,0 0 7 0</inkml:trace>
  <inkml:trace contextRef="#ctx0" brushRef="#br0" timeOffset="-61158.2">10108 12912 286 0,'1'0'10'0,"-1"0"9"0,0-8 6 16,0 8 18-16,0-7-4 0,0 7-5 0,0-5 11 15,0 3-13-15,0-1-5 0,0 1-5 0,0 1-18 16,0 0 5-16,0 1-1 0,-17 0-3 0,17 0-5 15,-15 0-5-15,15 0-3 0,-17 0 8 0,6 17 5 16,-2-17-5-16,0 0 12 0,1 21-11 0,3-21-5 16,-3 16 4-16,0-16-12 0,3 18 8 0,-2-8 9 15,4 0-5-15,-2 0 12 0,1 1 1 0,-1-1-5 16,2 2 0-16,1 1-3 0,0-1-1 0,-2 2 0 16,5 0-8-16,0-2 4 0,2 2 4 15,0-1 0-15,1 1 13 0,0-2-4 0,0 1 2 16,0-2 10-16,18 0 1 0,-18-1 10 0,17 0 0 15,-17-3 0-15,22 2-1 0,-7-3 5 0,0-3-5 16,5 1-7-16,-2-1 2 0,3-3-20 0,3 0 13 16,-4 0-4-16,1 0-10 0,-1 0-4 0,-1 0-4 15,-3 0 3-15,-1 0 10 0,1 0 3 0,-6-17-5 16,4 17-12-16,-2 0 0 0,-2-16 1 0,2 16 3 16,-3-14 8-16,0 14-4 0,-2-14 4 0,0 6-7 15,-4 0 3-15,0 1 4 0,-2-2 6 0,-1 1 2 16,0-2 1-16,0 2-2 0,0-3-11 15,0 1 4-15,-25 0-12 0,25-1-11 0,-21-1 7 16,8 0 1-16,-1-1 4 0,0 0 8 0,0 1-15 16,-2-1-1-16,1 2-1 0,0 1 1 0,2 2 6 15,0 0-7-15,3 3 4 0,1 0-6 0,-1 2 2 16,5 0 1-16,-1 2 2 0,3 1-8 0,-1 0 5 16,1 0-17-16,0 0-18 0,1 0 2 0,0 0-30 15,0 0 3-15,1 0 7 0,0 0 1 0,1 0 14 16,0 15 1-16,0-15 1 0,0 0 11 0,0 0 6 15,0 0 15-15,0 0-1 0,0 0 4 16,17 0 9-16,-17 0-8 0,0 0 12 0,12 0 0 16,-12 0-4-16,0 0 9 0,13 0-1 0,-13 0-8 15,11 0 5-15,-6 0-5 0,0 0-4 0,3 0-1 16,-3 0 1-16,0-14 4 0,0 14-9 0,0-11 5 16,-1 11 8-16,1-14 0 0,-2 14 9 0,-2-13 4 15,2 6-4-15,-2-2 0 0,1 1 0 0,-2-2-5 16,0 2 8-16,0-2-11 0,2 3 7 0,-2-4 10 15,0 1-10-15,2 2 21 0,-2-3 1 0,0 0-6 16,0 0 6-16,0 0-6 0,0-4 8 0,0 3 3 16,0 1-1-16,0 0-12 0,0 1-8 0,0-1-1 15,0 1-1-15,0 1 1 0,0 1-14 16,0-2 3-16,0-1-3 0,-14 1-6 0,14 1 10 0,0 1-9 16,-18 1 1-16,18 0-3 0,-16-1-5 15,16 1-4-15,-13 2 8 0,7 3-2 0,0-1 2 16,-1-1 8-16,2 4-18 0,-2 0 6 0,0 0 4 15,-1 0-3-15,-1 0 0 0,0 0 9 0,-1 21 5 16,-2-21-4-16,1 17 5 0,0-17 0 0,-1 21-9 16,1-21-10-16,-1 23 15 0,1-12-10 0,1 1 7 15,-1-2 4-15,3 2-8 0,1-1 6 0,0 0-9 16,4-1-1-16,-2 1 7 0,2 0-2 0,3 0 7 16,0 1 0-16,0 0 8 0,0 0-9 0,0 0 10 15,0 1-6-15,22-2-12 0,-22 0 12 16,18 0-7-16,-18-1 13 0,23 0-4 0,-9-1-4 15,1-2-5-15,1-1 8 0,0 1 1 0,1-2 3 16,0-2 13-16,1-2-2 0,0 0 16 0,-3-1 11 16,0 0 13-16,-2 0 14 0,-1 0 6 0,-1 0-2 15,1-21-9-15,-3 21-16 0,2-15-7 0,-2 15-6 16,1-16-4-16,2 16 0 0,-4-19-4 0,-1 10 3 16,-2 0 11-16,-1 0 13 0,-1-1-1 0,-1 0-4 15,-2 0-17-15,0 1-13 0,0-2-5 0,0 0-13 16,0 0-2-16,-22 0-6 0,22 1-12 0,-17 2 8 15,17-1-5-15,-17 1-11 0,17 3-37 0,-17-1-51 16,17 3-66-16,-9 2-61 0,9 0-28 0,0 1-12 16,-7 0 26-16,7 0 56 0,0 0 44 15,0 0 34-15,0 0 2 0,0 0-12 0,0 0 26 16</inkml:trace>
  <inkml:trace contextRef="#ctx0" brushRef="#br0" timeOffset="-59877.62">10639 12811 285 0,'2'-5'19'0,"-1"0"7"0,0-2 14 0,1-1 19 0,-2-1-5 15,1 0 12-15,0-1 18 0,0 4 9 16,1-3 13-16,-2 0 10 0,0 2 8 0,2 1 12 16,-2-2 3-16,2 0-11 0,-2 1-28 0,3-3-31 15,-3 2-25-15,2 0-14 0,-2 2-10 0,2-2-10 16,-1 3-3-16,0 1-12 0,-1 1 2 0,1 1-6 16,-1 1-3-16,0 0-3 0,0 0-8 0,0 1 3 15,0 0-3-15,0 0 7 0,0 0 7 0,0 0 6 16,0 18-1-16,0-18 6 0,0 17 1 0,0-17-3 15,0 21 2-15,0-9 3 0,0 2-5 0,17 2 2 16,-17 0 1-16,0 3-9 0,0 1 9 0,12 1-9 16,-12 1 10-16,0 0-4 0,7 1-3 15,-7 0 8-15,7 1-1 0,-4-2 1 0,0-1 3 16,0 0 2-16,1 0-9 0,-1-4 6 0,0 0-6 16,1-1-2-16,1-2 5 0,-1-2-2 0,-1-1 0 15,2-2 2-15,0-1-2 0,-1-1 7 0,0-2-2 16,1-1-6-16,-1-1 11 0,0-1-3 0,1 0 3 15,-2-1 3-15,1-1-5 0,-2 0 2 0,3 0-8 16,1 0 3-16,-1 0-5 0,0 0-4 0,0 0 7 16,1 0 0-16,-1-19-2 0,3 19 0 0,-1 0 0 15,1-18-6-15,0 18 6 0,-2-16-1 0,1 6 3 16,0-1 0-16,-3 1-3 0,1-3-1 16,1 0-4-16,-2-2 4 0,-2-1-3 0,2-2-2 15,-2 0 1-15,3-2-2 0,-3-1 2 0,0 1 7 16,-1-1 12-16,3 0 24 0,-1 2 9 0,-1 2 3 15,-1 0-10-15,1 2-29 0,0 0-6 0,1 2-5 16,0 1-4-16,-1 2 8 0,0 0-5 0,1 1-2 16,-1 2-7-16,2 3-20 0,-3-2-28 0,2 3-46 15,-2 2-39-15,0-2-31 0,1 2-34 0,-2 1 6 16,1 0 2-16,0 0 20 0,1 0 40 0,0 0 13 16,-1 0-6-16,1 0 3 0,1 0 24 0</inkml:trace>
  <inkml:trace contextRef="#ctx0" brushRef="#br0" timeOffset="-58495.16">11015 12968 327 0,'0'0'4'0,"0"0"5"0,0 0 5 0,0-17-12 16,16 17-1-16,-16 0 7 0,0-17-17 0,0 17 21 16,0-14 0-16,12 14-12 0,-12-13 13 0,0 5 0 15,0 1 15-15,7 0-3 0,-7 1 12 0,0-2-4 16,0 1-14-16,0 1 3 0,0 0-9 0,0 2 1 15,0 0-10-15,0 3 0 0,0-2-8 0,0 3-9 16,0 0 4-16,0 0 9 0,-17 0-4 0,17 0 8 16,0 0-7-16,-9 17-6 0,9-17 10 0,-9 15 4 15,9-15 3-15,-9 19-7 0,2-19 3 0,3 22-8 16,0-10 1-16,-1 2 3 0,-3 0-4 16,2-1 0-16,-1 3 4 0,4-1 0 0,-2-2-4 15,1 1 1-15,2 0-1 0,0-1 4 0,2-1 4 16,0-2 0-16,0 1-4 0,0 0 4 0,0-4-4 15,0 3 4-15,21-5 4 0,-21 1 5 0,0 0 3 16,18-4 20-16,-18 1 10 0,0-1 9 0,11-1 9 16,-11-1 1-16,0 0-24 0,0 0-12 0,9 0-4 15,-9 0-21-15,7-21 10 0,-7 21-5 0,7-16-9 16,-2 16 1-16,0-17 3 0,0 6-4 0,-2 1-4 16,2-2 4-16,0 0 1 0,0 0-5 0,-4 0 10 15,0-2-10-15,1 3 4 0,1-1 5 0,-3 0-5 16,0 2 0-16,0 1-4 0,0 1 0 15,0 0-1-15,0 2-8 0,0 1 8 0,0 1-5 16,0 1 5-16,0 0 13 0,-17 2-23 0,17 0 5 16,0 1 5-16,0 0-9 0,0 0 18 0,-13 0-5 15,13 0-9-15,0 0 10 0,-7 0-5 0,7 19 0 16,0-19 5-16,-5 13-6 0,5-13-9 0,0 16 10 16,0-16 9-16,0 17 1 0,0-9 4 0,0 2-4 15,0-1-6-15,17-1 1 0,-17 1 5 0,0-1 0 16,25 0-5-16,-25-2 5 0,17 0-5 0,-17 0 5 15,17-2 5-15,-5 0 0 0,-1-3 4 0,0 1-14 16,1-2-4-16,0 0-5 0,2 0 5 16,-3 0 4-16,0 0 5 0,2 0-5 0,-1-23 1 15,0 23 4-15,-1-17-5 0,-2 17 11 0,2-19-11 16,-3 8 1-16,1 0-5 0,-2-1 5 0,1 1 4 16,-1-1-5-16,-2-1 10 0,0 0-18 0,0-1 5 15,-1-2 14-15,-1 1-18 0,1-1 8 0,-3-1-3 16,1-1-15-16,-1-1 14 0,-1-1 0 0,0 1 12 15,0 1-3-15,0 1 4 0,0 1-11 0,0 0-13 16,0 1 12-16,0 3 0 0,0 2 1 0,0 0 10 16,0 0-10-16,0 2-10 0,0 2 5 0,0 0-5 15,-13 2 6-15,13 1 0 0,0 1-6 16,0-2 0-16,0 3-5 0,0 1 5 0,0 0 11 16,0 0-5-16,-5 0 5 0,5 0 6 0,0 0-5 15,-4 22 5-15,4-22-16 0,-2 17-5 0,1-17 16 16,-1 21-4-16,0-9 8 0,0 0 5 0,2 4-6 15,-3 0-12-15,1 1 12 0,-1 2-6 0,0 0-5 16,0 3 21-16,1 0-6 0,1-1-15 0,-1 1 1 16,0-2-14-16,2-1 5 0,0-1 25 0,0-1-1 15,0-1 5-15,0-3-4 0,0 1-10 0,0-2 4 16,0 0 1-16,0 0 4 0,0-1 6 0,0 0-10 16,17 0 9-16,-17-1 1 0,0 1-5 0,17-1-4 15,-17-1 4-15,17 1-9 0,-17 1 0 16,17-2 18-16,-7-1-18 0,-1-2 10 0,1 0 4 15,0-1-10-15,-2-3 4 0,1 0-4 0,0-2 0 16,-1 0 0-16,2 0 0 0,-4 0-5 0,5 0 4 16,-3-23-9-16,0 23 4 0,0-15-3 0,1 15-15 15,-1-19 9-15,1 19-9 0,0-21 10 0,-1 10-6 16,0 1 0-16,-1-2-9 0,0 0 3 0,2 0 7 16,-1-1 4-16,-1 0-5 0,-1-1 11 0,2-1-5 15,-2 1 0-15,-1-1 20 0,1-1-15 0,-3-1 10 16,4 1 0-16,-3-2-11 0,-1 1 2 0,1-1-6 15,-2 0 0-15,1 0 5 0,-2-1 11 0,-1 2-7 16,0 1 1-16,0 1 4 0,0 1-12 16,0 2 13-16,0 2-12 0,0 1-5 0,0 2 5 15,0 2-6-15,0 0 12 0,0 3 0 0,0 1-12 16,-12-1 1-16,12 2 5 0,0 0-5 0,0 0 11 16,0 0 0-16,0 0-11 0,-8 0 17 0,8 20-5 15,-9-20-1-15,5 0 17 0,-1 19-29 0,-1-19 11 16,-2 19 6-16,3-7-22 0,-1-1 28 0,2 3-12 15,0 3 5-15,2-1-4 0,-2 2 4 0,2 0-4 16,-1 0 4-16,3 0 11 0,0 0-15 0,0-1 9 16,0 0-15-16,0-2 1 0,0 0 10 0,0-2-5 15,0-2 0-15,0 1 0 0,0 0 0 16,0-3 0-16,0 1 10 0,0-1-4 0,13 0-6 16,-13-1-35-16,0-2-44 0,0 0-33 0,0-1-49 15,0-1-7-15,0 0 38 0</inkml:trace>
  <inkml:trace contextRef="#ctx0" brushRef="#br0" timeOffset="-58306.52">11427 12933 1098 0,'-1'-2'58'0,"1"0"14"16,0-2-6-16,0 0-3 0,0-2-58 0,25 0-15 15,-25 2 11-15,31-2-1 0,-13 3-1 0,4-3 10 16,0 3-8-16,0 0 0 0,0 2 4 15,-1 0-5-15,1 1 0 0,-3 0-11 0,-1 0-60 16,0 0-81-16,-2 0-62 0,-2 0-29 0,-2 0-12 16,-2 0 61-16,-4 0 65 0</inkml:trace>
  <inkml:trace contextRef="#ctx0" brushRef="#br0" timeOffset="-53940.8">5521 13978 324 0,'0'0'14'16,"0"0"15"-16,0 0 10 0,0 0 14 0,0 0-14 16,0 0 4-16,0 0-4 0,0 0-15 0,0 0 9 15,0 0-18-15,0 0 9 0,0 0 0 0,0 0-4 16,0 0 10-16,0 0-4 0,0-15 19 0,0 15-9 15,0 0 10-15,0 0 1 0,0 0-4 0,0 0 18 16,0-8-15-16,0 8 9 0,0 0-11 16,0 0-6-16,0 0 7 0,0 0-5 0,0-4 0 15,0 4-1-15,0 0-8 0,0 0-6 0,0 0-4 16,0 0-11-16,0 0-3 0,0 0-9 0,0 0 2 16,0 0 7-16,0 0-10 0,0 0-2 0,0 0-3 15,0 0-12-15,0 0 7 0,0 0 0 0,0 0 0 16,0 0 12-16,0 0-2 0,0 14 8 0,0-14-5 15,0 0 1-15,0 18 0 0,0-18 1 0,0 18 1 16,0-7-4-16,0 1 1 0,15 0-5 0,-15 2 4 16,0 1-1-16,0 0-3 0,11 1 9 0,-11 2 3 15,7-2 2-15,-7 2-2 0,9-1-7 0,-5 1-3 16,-1 0 4-16,1-1 1 0,1 0 2 0,-1-2-1 16,0 1-5-16,0 0 13 0,-1-1-13 15,1 1 8-15,-1-3-3 0,1 2-9 0,-2-2 10 16,1-1-1-16,0-1 4 0,-1 1-2 0,1-4-5 15,0-1-9-15,-1-3 5 0,0 2 12 0,-1-4 1 16,1 0 6-16,0 0-10 0,0-1-1 0,-1-1-1 16,0 0-5-16,0 0 9 0,0 0-6 0,1 1 3 15,0-1 8-15,0 0-8 0,1 0 0 0,0 0 3 16,1 0-6-16,0 0-5 0,0 0 2 0,0 0 0 16,1 0 1-16,0-20 6 0,0 20-6 0,1-13 7 15,0 13 3-15,-1-16 2 0,2 6-10 0,0-2 1 16,1 1-1-16,0-1-7 0,-1 0 20 15,1-1-15-15,1-1-1 0,0-1 3 0,-1 0-7 16,1 0-1-16,0-3 8 0,-1 0 1 0,1 1-10 16,2-1 12-16,-4-1-5 0,1 2-9 0,1-1 17 15,-2-1-9-15,0 2 1 0,-1-1 5 0,-1 1-5 16,2-1 5-16,-1 2-5 0,-1-1 3 0,0 2-3 16,-3-1-7-16,1 2 2 0,-1 2-3 0,0 0 4 15,-2 1 9-15,2 2-5 0,-2 0 8 0,0 3-7 16,0 0 0-16,0 1-8 0,0 2-19 0,0-1-37 15,0 1-62-15,0 3-38 0,0-1-35 0,0 0-7 16,0 1-27-16,0 0 21 0,0 0 48 0</inkml:trace>
  <inkml:trace contextRef="#ctx0" brushRef="#br0" timeOffset="-53196.05">6057 14122 268 0,'1'-1'9'0,"1"1"5"0,2 0-3 0,-4 0 0 15,2 0-5-15,-1 0 0 0,-1 0 7 0,0 0 10 16,2 0 0-16,0 18-4 0,-1-18 6 0,0 0-9 16,1 16 5-16,-1-16 9 0,1 17-10 0,-1-17 5 15,0 18 0-15,-1-7-10 0,3 3 16 16,-3 0-15-16,0-3-1 0,0 3 12 0,0-3-11 0,0 3 11 15,0-2-5-15,0 1-1 0,0-1-10 0,0 2 10 16,-19-3-16-16,19 3-5 0,0 1 10 0,0 0-10 16,-13-1 10-16,13 1-15 0,0-2 10 0,0 0-6 15,-8 1 1-15,8-4 15 0,0-1-10 0,-6 2 4 16,6-1 1-16,-3-2-15 0,2 2 0 16,0-3 5-16,0 0-5 0,-2 0 14 0,3 1-4 15,-2-3 1-15,2 0-6 0,0 0 1 0,0-3-1 16,0 1 1-16,0-2 9 0,0-1-10 0,0 0-10 15,0 0-26-15,0 0-25 0,0 0-27 0,0 0-52 16,0 0-43-16,0-21 25 0</inkml:trace>
  <inkml:trace contextRef="#ctx0" brushRef="#br0" timeOffset="-52876.64">6099 14178 587 0,'0'-4'0'0,"0"2"21"0,0 0 5 16,0 1 21-16,0-1 16 0,0 0-14 0,0-1 12 15,-16 0-17-15,16-1-11 0,0 1-11 0,0 0-12 16,-16 0-5-16,16 1-5 0,-9 1-1 0,9 1-3 15,-12 0 4-15,6 0-15 0,-1 0 10 16,0 0 11-16,-3 0-16 0,3 17 21 0,0-17-5 0,1 15-16 16,1-15 11-16,-2 15-10 0,4-15 5 15,-1 18 11-15,1-8-5 0,1 1 5 0,0-1-11 16,0-1-23-16,0 2-8 0,1-3-7 0,0-1-33 16,1 1-10-16,0-3-37 0,0-1-73 0,0 0 38 15</inkml:trace>
  <inkml:trace contextRef="#ctx0" brushRef="#br0" timeOffset="-52452.05">6443 14235 517 0,'1'3'16'0,"0"-2"0"0,0-1 1 15,-1 0 5-15,3 0-11 0,-1 0 6 0,2 0 4 16,-2 0-11-16,3 0 6 0,0 0-5 0,0 0 5 16,2 16 6-16,2-16-11 0,-1 0-11 0,3 0 6 15,0 13 6-15,0-13 5 0,1 0 7 0,1 7-12 16,-1-7 12-16,0 7 7 0,0-7 5 0,-2 2-11 16,2 1-18-16,-3-2-12 0,-1-1 5 0,-1 0 10 15,-1 0-5-15,-2 1 1 0,-1-1-18 0,0 0 9 16,0 0 3-16,-1 0-24 0,0 0-13 0,0 0-40 15,0 0-50-15,0 0-67 0,-1 0 10 0,2 0 28 16</inkml:trace>
  <inkml:trace contextRef="#ctx0" brushRef="#br0" timeOffset="-52163.43">6492 14401 354 0,'0'0'26'0,"0"0"17"0,16 0 9 16,-16 0 2-16,16 0-7 0,-6 0-16 0,3 0-4 0,-2 0 3 16,0 0-25-16,1 0 16 0,2 0-10 15,-2-12-6-15,0 12 11 0,-2 0-16 0,2 0 5 16,-1 0 1-16,-1 0-1 0,1 0 0 0,-4 0 1 15,1 0 4-15,-1 0-10 0,0 0 5 0,-2 0 6 16,-2 0-11-16,1 13 5 0,-1-13-4 0,1 0-12 16,-2 0-10-16,1 0-21 0,-1 0-46 0,4 0-81 15,-2 0-4-15,0 0 21 0</inkml:trace>
  <inkml:trace contextRef="#ctx0" brushRef="#br0" timeOffset="-51252.31">7139 13914 653 0,'0'-2'9'0,"0"1"0"16,0 0 15-16,0-1 5 0,0 2-5 0,0 0-4 0,0-2-11 15,0 2-4-15,0 0-10 0,0 0 0 16,0 0 0-16,0 0-4 0,0 0 4 0,0 0 9 16,0 0-14-16,0 0 6 0,0 0 4 0,0 22-5 15,0-22 5-15,0 18 10 0,0-6-10 0,0 1 0 16,0 0 5-16,0 3-14 0,0 2 10 0,0 0 4 16,0 1-9-16,0 1 14 0,0 1-9 0,0-1-5 15,0 1 27-15,0 1-16 0,0-1 6 0,0 0 10 16,0 0-16-16,0-4 5 0,0-1-6 0,0 1-7 15,0-2 11-15,0-1 6 0,8-3 5 0,-8 0 5 16,8-2-4-16,-2 0 2 0,-1 0 20 0,1-4 6 16,1 2 5-16,-1-4 9 0,1 0 5 15,0-3-2-15,0 0-8 0,2 0-5 0,0 0-25 16,-1 0-11-16,0 0 1 0,1-24-9 0,2 24-1 16,0-19-2-16,-1 19-1 0,1-21-4 0,0 9-6 15,3-1-3-15,-3-2-3 0,0 1 7 0,2-1 5 16,-2 1 3-16,0-1 5 0,1-1-6 0,-3 1 4 15,-1 2-2-15,1 0 0 0,-3 1-4 0,0 0-5 16,-1 1 8-16,-2 1-5 0,1-1 5 0,0 1 5 16,-2 2-8-16,1-2-4 0,-1 0-8 0,0 2-41 15,-1-4-51-15,1 2-41 0,1 0-20 16,-2 0 14-16,1 2 27 0,0 1 27 0,-1 0 13 0,0 3-19 16,1-2-25-16,-1 4-23 0,0-1 15 15</inkml:trace>
  <inkml:trace contextRef="#ctx0" brushRef="#br0" timeOffset="-50686.68">7501 14302 517 0,'0'-3'26'16,"0"0"1"-16,0 2 6 0,0-1 10 0,0 1-26 16,0-1 5-16,0 2 0 0,0-1 1 0,0 0 5 15,0 1-4-15,0 0 5 0,0 0-10 0,0 0 10 16,0 0 6-16,0 0-17 0,0 0 6 0,0 0-23 15,0 0-5-15,0 0-1 0,0 0 8 0,0 0 1 16,0 0 6-16,0 0 9 0,0 0-10 0,0 27 5 16,0-27-15-16,-18 24 4 0,18-8-5 0,0 2-1 15,-10-1 6-15,10 1-10 0,-12 0 10 0,12 1 0 16,-10 0 6-16,10-1 5 0,-7-2-20 16,3 0 10-16,0-3-5 0,2 1-8 0,2-4 13 0,-2 0-3 15,-1-1-1-15,3-4 4 0,-2 1 2 16,2-2-6-16,0 0 10 0,0-3 0 0,0 0-11 15,0-1-24-15,0 0-42 0,0 0-11 0,0 0-20 16,0 0-8-16,0 0-40 0,0 0-37 0,0-16 25 16</inkml:trace>
  <inkml:trace contextRef="#ctx0" brushRef="#br0" timeOffset="-50263.68">7414 14306 508 0,'0'-5'0'0,"0"0"6"0,0 2-9 15,0 1 4-15,0 1 0 0,0-1-11 0,0 1 16 16,0 0-6-16,0-2 1 0,0 2 21 0,18 1-11 16,-18-2 6-16,19 2-1 0,-19 0-4 0,20 0 4 15,-9 0 6-15,0 0 5 0,1 0 5 0,2 0-5 16,-1 0-5-16,-1 0-10 0,1 0-12 0,2 14 10 15,-4-14-4-15,0 0 10 0,-1 13-4 0,-5-13 4 16,1 12 6-16,-1-5-5 0,-1-7 5 16,-2 14-1-16,-1-6-10 0,1-1 0 0,0 1 10 0,-1-1-15 15,-1 0-1-15,0 1 9 0,0 2-14 16,0-1 10-16,0 2-11 0,0 0 1 0,0 0 4 16,0 0 1-16,-18 0 18 0,18 3-9 0,0-2-5 15,-22 2-9-15,22-3-5 0,-24 2 5 0,11 0 0 16,-2-1 5-16,1-1 5 0,0 0 4 0,0-1 0 15,1-1-9-15,4-1 3 0,-2-1-17 0,4-1 1 16,1-2 7-16,1 0-3 0,2-2 9 0,0 2-5 16,2-3 5-16,0 0-1 0,-2 0-3 0,3-1 9 15,-2 0-5-15,2 0-46 0,-2 0-38 0,2 0-35 16,-3 0-23-16,1 0-12 0,-2 0-38 0,3-22 28 16</inkml:trace>
  <inkml:trace contextRef="#ctx0" brushRef="#br0" timeOffset="-49752.57">7951 14363 391 0,'2'-3'21'0,"0"1"11"16,-1-1 2-16,-1 2 15 0,0 1-6 0,0 0-11 16,0 0 26-16,0 0-33 0,0 0 2 0,0 0 5 15,0 0-20-15,0 0 21 0,0 0-17 0,0 0-4 16,-14 0-6-16,14 0-11 0,0 0 0 0,-10 0 5 15,10-14-11-15,-11 14 11 0,4 0 5 0,1 0 0 16,-1 0 5-16,0 0-5 0,0 0-6 0,-2 0-10 16,-1 0 6-16,2 20 4 0,0-20 0 15,0 16 6-15,-2-16-5 0,3 17-6 0,0-17 5 16,0 21-4-16,-1-12 14 0,3 1-4 0,0 1-10 16,1 0 9-16,2-2-3 0,-1 0 9 0,3 2 11 15,0-1 11-15,0 0 10 0,0 0 21 0,0 2 9 16,0-1-5-16,22-1 6 0,-22 2-24 0,17-1-16 15,-17 0-3-15,23-1-20 0,-23 3 7 0,23-5-2 16,-10 0-5-16,-1 1-1 0,0-2-8 0,-1-2 14 16,1-1-6-16,-1-1 5 0,-2 1-2 0,0-4-8 15,-1 0-5-15,0 0-24 0,-1 0-34 0,-1 0-38 16,2 0-24-16,-5 0-17 0,1-15 3 16,-1 15 12-16,1 0-47 0,-1-17-23 0,0 17 30 15</inkml:trace>
  <inkml:trace contextRef="#ctx0" brushRef="#br0" timeOffset="-48552.21">8524 14280 475 0,'0'0'11'0,"0"0"11"0,0 0 6 15,0 0 11-15,0 0-7 0,0 0 16 0,0 0-1 16,0-11-4-16,0 11 11 0,0 0-20 0,0-7 7 16,0 7 10-16,0-7-5 0,0 7 1 0,-12-5 13 15,12 2 0-15,0 1 12 0,0 1 8 0,-11-2-14 16,11 1-9-16,0 1-17 0,-3 1-16 0,3-1-19 16,-4-1 1-16,4 2-5 0,0 0-1 15,0 0 4-15,0 0-12 0,0 0-6 0,0 0-1 16,0 0 1-16,0 0 3 0,0 0 10 0,0 0 6 15,0 0 3-15,16 0 7 0,-16 0-1 0,0 16 5 16,21-16-8-16,-10 0 4 0,1 16 2 0,1-16-9 16,2 0 10-16,0 12-6 0,3-12-9 0,1 0 6 15,-1 8-1-15,3-8-5 0,-2 0 3 0,3 0 1 16,-2 0-12-16,-1 0-2 0,-1 0 6 0,-2 0-4 16,-1 0 9-16,-3 0 2 0,-1-17-6 0,-3 17 4 15,-2 0-1-15,0 0 7 0,-3 0 4 0,-1 0 3 16,-2 0 0-16,0 0-4 0,0 0-6 0,0 0-12 15,0 0 2-15,0 0-12 0,0 0-17 16,0 0-67-16,0 0-80 0,0 0-48 0,0 0-17 16,-16 0 5-16,16 0-1 0,0 0 62 0</inkml:trace>
  <inkml:trace contextRef="#ctx0" brushRef="#br0" timeOffset="-48248.62">8496 14459 246 0,'-2'3'0'0,"2"-1"1"0,0-1 16 16,0 0 2-16,0-1 10 0,0 2 23 0,0-1-12 15,0 1 14-15,0 0 3 0,15-2-13 0,-15 3 5 16,0 0-1-16,21-2-9 0,-21-1-4 0,19 2 1 15,-8-2-10-15,1 0 6 0,2 0 4 0,-1 0-10 16,1 0 5-16,-4 0-20 0,1 0-5 0,1 0 4 16,-3 0-14-16,2 0 8 0,-1 0-4 0,-2 0-4 15,0 0 5-15,1 0-1 0,-2 0 14 16,0 0-5-16,0 0-15 0,0 0-20 0,0 0-46 0,-1 0-34 16,1 0-28-16,-1 0-70 0,2 0 27 15,-1 0 37-15</inkml:trace>
  <inkml:trace contextRef="#ctx0" brushRef="#br0" timeOffset="-46104.58">9282 14311 380 0,'0'0'10'0,"0"0"9"0,0-14 1 15,0 14-5-15,0 0-1 0,0 0-18 0,0 0 15 16,0 0-2-16,0 0 7 0,0 0 5 0,0 0-4 16,0 0 15-16,0 0 0 0,0 0 9 0,0 0 6 15,20 0 1-15,-20 0-5 0,0 0 2 0,0-7-1 16,0 7-4-16,10 0-6 0,-10-3 0 0,0 3-10 15,0 0 4-15,0 0-4 0,0 0-6 16,0 0 10-16,0 0-12 0,0 0-6 0,0 0-4 16,0 0-12-16,0 0-4 0,0 0 0 0,0 0 5 15,0 0 0-15,0 0 3 0,0 0 5 0,-15 0-6 16,15 0-1-16,0 0 2 0,-18 16 5 0,18-16 0 16,-14 14 0-16,6-14-1 0,-1 17-14 0,2-8 10 15,-1 2 4-15,2-1-4 0,-2 1 5 0,1-1 9 16,1 3-17-16,0-2 3 0,1 1 0 0,-1 1-8 15,4-1 9-15,-2 0-5 0,3 0 14 0,0 0-1 16,1 0-3-16,0-1 5 0,0-1-9 16,0 1-4-16,0-1 13 0,24-1-4 0,-24 1 5 15,20-1 8-15,-20-2-13 0,24 2 14 0,-10-3-5 16,0-1-5-16,1 2 4 0,1-1-9 0,0-3 2 16,0 0-5-16,2-1-1 0,-2-1 6 0,1-1-2 15,-2 0 1-15,1 0 1 0,-3 0-1 0,-1 0 0 16,-2-17 4-16,-1 17-8 0,1 0 4 0,-3-20 0 15,0 20-4-15,-2-17 5 0,0 17-4 0,1-18 9 16,-2 7 14-16,-1 1 18 0,-1-1 7 0,-1 2-5 16,-1-1 2-16,0 0-14 0,0 1-10 0,0-3-3 15,0 3-19-15,0-4 7 0,0 2 0 0,-21-2 3 16,21-1-3-16,0 0-7 0,-20 1 1 0,20 0-4 16,-18-1 7-16,18 1-5 0,-16 1 5 15,6 1-4-15,2 0-3 0,1 1 4 0,-1 1-3 16,3 2 0-16,-1-1 3 0,1 3-6 0,1 0-2 15,0-1-4-15,2 3-6 0,1 2 1 0,0 0-10 16,-3-1-11-16,4 2-2 0,0-1-23 0,0 1-9 16,0 0 13-16,0 0-10 0,0 0 6 0,0-1-2 15,0 1-18-15,0-1-6 0,0 0 0 0,0 1 30 16,0 0 8-16,0 0 8 0,0 0 26 0,0 0-10 16,23 0 14-16,-23 0 6 0,17-17-4 0,-17 17-6 15,20 0 1-15,-20-19 5 0,20 19 5 0,-10-13 9 16,-1 13 0-16,-2-14 10 0,-1 14-5 15,1-11-5-15,-2 3 5 0,0 2 4 0,-2-2-4 16,1 2 24-16,-2 0-15 0,-1-1-9 0,0 0-1 16,0 2-18-16,-1 0 13 0,0-2 1 0,0 2 5 15,0-1-5-15,0 1 4 0,0-1-4 0,0 1 10 16,0-1 9-16,0 0-10 0,0 1 5 0,-17 0-9 16,17 0-15-16,0 0 10 0,0-1 0 0,-13 2-5 15,13-1 9-15,-9 0-9 0,9 0 1 0,-12 1 8 16,7-1-9-16,-2 1 0 0,0 0-5 0,0 0 0 15,-1 1 4-15,-1 0-8 0,0 1 9 16,-2 0-9-16,3 2 0 0,-3 0 4 0,1 0 4 16,0 0 10-16,0 0-9 0,1 0 5 0,-1 0-9 15,5 0-5-15,-2 0 18 0,2 14-5 0,-1-14-4 16,2 0 5-16,2 0-14 0,-3 17 4 0,1-17 5 16,1 10 0-16,-1-10 10 0,-2 12-10 0,2-5 0 15,-1 2-4-15,0-2 0 0,3 3 4 0,0 1 6 16,-2 0-1-16,1 2-9 0,1-2 5 0,2 3 1 15,0 0-5-15,0 1-1 0,0 1 5 0,0-1-10 16,0 2 5-16,0-1 5 0,23-1 11 0,-23-2-11 16,0-1 9-16,19-1 6 0,-19-2-27 0,13-1 21 15,-13-2-4-15,16 0 5 0,-7-2 11 0,0-1 4 16,4 0-9-16,0-2-5 0,1-1 6 0,1 0-4 16,0 0 17-16,1 0-6 0,-1 0 9 15,1-18-5-15,-1 18-10 0,-2 0 19 0,2-22-10 16,-4 22 9-16,0-18 5 0,-1 18-1 0,-2-20 11 15,1 10 0-15,-3 0 3 0,0-1-3 0,-2 1-2 16,-1 0 0-16,-1-1 12 0,0 1-9 0,-2-1-14 16,0 0 2-16,0-1-27 0,0 0-7 0,0 2 6 15,0-4-13-15,-21 3 2 0,21-1 0 0,0 0-1 16,-18 2 2-16,18-2-3 0,-14 3-4 0,14 1-11 16,-10 3-29-16,10-2-55 0,-7 2-81 0,7 3-56 15,0-1-4-15,0 3 22 0,0 0 25 16,0 0-19-16,0 0 35 0</inkml:trace>
  <inkml:trace contextRef="#ctx0" brushRef="#br0" timeOffset="-45040.99">9845 14265 609 0,'0'-6'15'0,"1"1"11"15,-1-2 35-15,0 3 17 0,0-1-19 0,0 0-6 16,0 2-45-16,0 2-17 0,0-3 10 0,0 1-12 16,0 2 5-16,0 1 10 0,0 0-10 0,0 0 6 15,0 0-5-15,0 0-5 0,0 0 6 0,0 23 0 16,0-23 10-16,0 16-11 0,0-16 9 0,0 24-6 15,0-9-5-15,0 1 6 0,0 1-1 0,0 2 5 16,13 0 10-16,-13 3 0 0,0 0-19 0,10 0 1 16,-10 0 5-16,10-1 20 0,-10-2 29 0,11-2 10 15,-5 0 5-15,4-1 3 0,-2-3 6 16,0-1 11-16,0-2 7 0,1-2-9 0,1 1-16 0,-2-4-11 16,0 0-11-16,-2 0-1 0,0-2 8 15,0-3 1-15,1 2 1 0,-2-2-6 0,0 0-9 16,0 0-10-16,1 0-15 0,-1 0-4 0,1-19-9 15,2 19 1-15,-2-16 7 0,1 16-3 0,-1-18-1 16,1 7 2-16,-1 0-10 0,2 0 7 0,-1 0 3 16,-2-3-6-16,2 2 10 0,0-3-5 0,-1-1-4 15,-1 1 4-15,0 0-1 0,-1-2-1 0,1 0 4 16,-2-1 1-16,1 0 4 0,-1 0 11 0,-1 2 0 16,0-1-1-16,-1-1-5 0,-1 1-4 0,0-1-5 15,0 1 0-15,0 2 0 0,0-1-6 0,0 0 2 16,0 2-2-16,0 2-3 0,0 2-3 15,0 2 0-15,-14 2-5 0,14-1 0 0,0 3-5 16,0 1-28-16,0 2-55 0,0 0-67 0,0-1-48 16,0 1-30-16,0 1-3 0,0 0 30 0,0 0-13 15,0 0-27-15,0 0 62 0</inkml:trace>
  <inkml:trace contextRef="#ctx0" brushRef="#br0" timeOffset="-43644.81">10276 14579 504 0,'0'1'5'15,"0"-1"0"-15,0 0 4 0,1 0 1 0,0 0-11 16,1 0 5-16,0-16 1 0,2 16 3 0,0 0-3 15,-1-19-6-15,1 19 1 0,2-15-10 0,-1 15 15 16,1-15 4-16,-3 15 6 0,0-15 23 0,-1 10-5 16,1-2 15-16,-3-1 1 0,1 3-23 0,-1-1 15 15,0 1-20-15,0-2-9 0,0 1 18 16,0 2-19-16,0-1 4 0,-15 3-10 0,15-2-14 16,0 2 3-16,0 1-4 0,0 1 9 0,0 0 0 15,-11 0 1-15,11 0 8 0,-7 0-8 0,7 0 4 16,-9 18-5-16,3-18 1 0,1 15-1 0,-2-15-13 15,2 18 13-15,-2-18-9 0,1 20 14 0,0-10 4 16,0 2-8-16,2 1 9 0,0-1-10 0,0 2 6 16,1-3-1-16,2 3-13 0,1 0 0 0,0-3 5 15,0-1-1-15,0 1 5 0,0-4 1 0,0 2-1 16,18-3 9-16,-18 0 0 0,0-3 0 0,17 0 1 16,-17-1-9-16,13-2 0 0,-13 0 9 0,12 0-9 15,-12 0 4-15,11 0 5 0,-5 0 1 0,0-17 8 16,1 17-4-16,-1 0-14 0,-1-17 4 15,0 17-9-15,-1-15 9 0,1 15 19 0,-1-18-17 0,1 9 14 16,-3 0 12-16,-1-2-4 0,1 1 20 16,0 0-3-16,-2 0-15 0,0 0 0 0,0-2-21 15,0 2-6-15,0 1-4 0,0-1-7 0,0 0 9 16,0 1-5-16,0-1-5 0,0 2-8 0,-17 0 0 16,17 0 8-16,0 2-5 0,-12 0 17 0,12 2 4 15,0-1-23-15,-9 3 9 0,9 0-8 0,0 1-5 16,0 1 17-16,-5 0-3 0,5 0-1 15,0 0-4-15,0 0 4 0,-3 0-5 0,3 23 14 0,-2-23-5 16,2 15 5-16,0-15-4 0,0 14-9 0,0-14 4 16,0 17-4-16,0-8 1 0,0 1 8 15,0-1 5-15,21 0 3 0,-21-1 1 0,18 1-13 16,-18-3 10-16,18 1-9 0,-6-1 13 0,1 0 0 16,0-3-5-16,-1 0-8 0,0-2 0 0,2 0 9 15,0-1-12-15,1 0 7 0,0 0 1 0,-2 0-5 16,0-21 9-16,2 21 1 0,-3-18 4 0,2 18-7 15,1-21 3-15,-3 8-13 0,1-1-4 0,-1 1 3 16,2 0 6-16,-3-2 10 0,-1 1-1 0,-1-1 1 16,-2 0 0-16,0 0 0 0,-2 0-7 0,-2 0-2 15,-1 0 2-15,-1 1 6 0,0 0-2 0,0-1 4 16,-1 1-10-16,0 0-8 0,0 0 10 16,0-1 3-16,0 0-7 0,0 1 8 0,0 1-13 0,0 2-2 15,0-1-1-15,-16 3-2 0,16 2 12 16,0 3 3-16,0 0 2 0,-9 2-11 0,9 2-13 15,0-1 0-15,0 1 6 0,-8 0 10 0,8 0 19 16,-4 0-12-16,1 24 4 0,1-24-4 0,-1 21-14 16,-1-6 11-16,-1 0-1 0,3 1-1 0,-1 2 10 15,-2 0-11-15,2 2 7 0,3 2-5 0,-2 0-7 16,1 1 22-16,1 0-21 0,0 3 14 0,0-3-1 16,0 2-12-16,0-2 9 0,0-1-5 0,0 0 1 15,0-4 5-15,16 3 9 0,-16-4-4 0,0 1 1 16,14-2-10-16,-14 1 1 0,11-3-5 15,-11 1 14-15,13-2 5 0,-13-4 15 0,12 2 25 16,-5-2 0-16,-1-3 11 0,-1-1-6 0,0-2-12 16,-1-1-7-16,1-2-13 0,0 0-16 0,-1 0-5 15,0 0-7-15,1 0-3 0,0 0 6 0,0-24-8 16,4 24-6-16,-4-16-1 0,3 16-41 0,-1-21-17 16,-2 21-3-16,2-21-6 0,-1 9 25 15,0 1 9-15,-2 1-4 0,0-2 0 0,-1 1-7 0,3-1-19 16,-3 1 8-16,-1 0 6 0,0 1 6 0,-1-1 15 15,1 1-14-15,-1 1 5 0,1 0 10 0,-1 0 14 16,0 1 29-16,0 1-14 0,1-2 1 0,0 2 4 16,-1 2-5-16,1-3 19 0,-1 2 5 15,0-2 11-15,0 2 0 0,0-2 9 0,-1 1 1 16,1-2-16-16,2 0 1 0,-1 0-4 0,-2 0 0 16,0-2 16-16,0-2 18 0,0 3 7 0,0-1 18 15,0 1 20-15,0-1-8 0,0 4-1 0,0 1-16 16,0 0-35-16,0-1-10 0,-15 3-16 0,15-1-4 15,0 0-7-15,-11 1 1 0,11 1 1 0,0-2-2 16,-11 3-7-16,11-1-5 0,0 2-1 0,0 0-13 16,0 1 22-16,0 0-4 0,0 0 4 0,0 0 14 15,0 0-11-15,0 20 0 0,0-20-5 16,0 16-1-16,0-16 8 0,0 23 0 0,0-10 9 0,0 4-4 16,0-1-3-16,0 4 12 0,0 0-11 15,0 2 2-15,0 0 2 0,0-2-12 0,0 3 9 16,0-3 0-16,0 1-4 0,17-2 13 0,-17-2-13 15,0 0 6-15,12-2 4 0,-12-2-1 0,0-3 5 16,11-1-5-16,-11-3-3 0,0-2-8 0,0 0-2 16,0-2-29-16,0-2-40 0,0 0-47 0,0 0-12 15,0 0 8-15,0 0 8 0,0 0 35 0,0 0-27 16,-20-15-32-16,20 15 1 0,-15 0 15 0</inkml:trace>
  <inkml:trace contextRef="#ctx0" brushRef="#br0" timeOffset="-43486.96">10723 14571 481 0,'-5'0'19'16,"1"-4"24"-16,1 4 24 0,0-2 20 15,3 2-9-15,0-3-13 0,0 0-24 0,0 1-14 16,0 1-13-16,0-4-13 0,21 0 4 0,-21 1-1 16,25 1 1-16,-10-2 0 0,3 0 0 0,1 2-5 15,2 0 6-15,-3-1-6 0,1 1-4 0,1 1 0 16,-1 0-10-16,0-1 14 0,-4 2-4 0,1 0-23 16,-4-2-20-16,-3 1-38 0,2 0-25 0,-6 1 3 15,-2-1-14-15,-1-1-28 0,-2 0 29 0</inkml:trace>
  <inkml:trace contextRef="#ctx0" brushRef="#br0" timeOffset="-42755.69">8969 15035 466 0,'12'11'20'0,"1"-11"16"0,3 0 5 0,1 0-5 16,5 0-15-16,3 0-16 0,4-21-18 0,-2 21 13 16,3-18 0-16,0 18 1 0,-1-15 18 0,-3 15-15 15,1-17-8-15,-1 17 4 0,-2-18-4 0,0 18-19 16,-4-16-1-16,-2 8-38 0,0 0-33 0,-2 0-35 16,-3 0 0-16,-3 3 34 0</inkml:trace>
  <inkml:trace contextRef="#ctx0" brushRef="#br0" timeOffset="-42538.07">9091 15155 184 0,'0'8'20'0,"0"0"16"0,0-3 24 15,0 0 7-15,21-4-2 0,-21-1-3 0,22 0-23 16,-5 0 3-16,2 0-14 0,3 0-5 15,2 0-1-15,3-23-8 0,1 23 0 0,3-22-10 0,0 22 46 16,1-21-1-16,-1 9 0 0,-2-1-5 16,0 4-46-16,-2-3-26 0,-3 0-46 0,-3 2-61 15,-1-1-81-15,-5 1 28 0</inkml:trace>
  <inkml:trace contextRef="#ctx0" brushRef="#br0" timeOffset="-22828.18">13960 4164 150 0,'0'-1'13'0,"0"0"2"15,0 0 1-15,0 1 10 0,0 0-8 0,0 0-5 16,0 0 3-16,0 0 0 0,0 0-7 0,0 0 7 16,0 0 5-16,0 0-9 0,0 0 3 0,0 0 0 15,0 0 1-15,0 0 4 0,0 0 5 0,0 0-1 16,0 0-4-16,0 0-5 0,0 0-5 0,0 0 4 16,0 0-9-16,0 0 4 0,0 0-5 0,0 0-3 15,0 0 17-15,0 0 0 0,0 0-4 16,0 0 1-16,0 0-15 0,0 0 0 0,0 0 9 0,0 0-5 15,0 0-4-15,0 0 0 0,0 0-4 16,0 0-5-16,0 0 9 0,0 0 5 0,0 0-5 16,0 14 8-16,0-14-8 0,0 0-8 0,0 0 8 15,0 13-4-15,0-13 4 0,-18 15 0 0,18-5 9 16,0 3-8-16,-18-1-1 0,18 5 5 0,-15-2-18 16,5 3 13-16,1 0 0 0,0 1 5 0,0 0 3 15,2 0-8-15,-1 0 0 0,1-1-9 0,2 1 0 16,-2-1 13-16,5 0 0 0,-2 0 5 0,1-1 3 15,1 0-16-15,2-2-1 0,0 0 5 16,0 0-1-16,0 0 14 0,0-1-8 0,0-1-10 0,19 1 10 16,-19-2-5-16,15-2 9 0,-15 1 4 0,22-3 3 15,-22 0-11-15,23-2 10 0,-8-2 2 16,-2-1-11-16,2-2 17 0,-2 0-17 0,3-1-6 16,-3 0-6-16,3 0 0 0,-3 0 17 0,1-20-17 15,-1 20 11-15,-2 0-5 0,3-18-17 0,-3 18 6 16,-1-14-33-16,1 14-24 0,-3-15-9 0,2 15-10 15,-2-15 5-15,-3 6-15 0,2 0-4 0,-3 1 20 16</inkml:trace>
  <inkml:trace contextRef="#ctx0" brushRef="#br0" timeOffset="-22444.92">13685 4319 338 0,'-2'0'-5'0,"2"0"1"0,0 0 0 16,0 0 4-16,0 0 4 0,21 0 5 0,-21 0-5 15,22 0-3-15,-22 0 3 0,30-19-7 0,-13 19 8 16,3 0-5-16,-4 0-2 0,4 0 7 0,-1-12-4 16,-4 12 8-16,-1 0-1 0,-1 0-7 0,-2 0 0 15,-1 0-13-15,0 0 13 0,-5 0 3 0,-1 19-4 16,3-19 12-16,-4 0-16 0,-1 12 1 0,0-12 7 15,2 0-4-15,-3 10-9 0,3-10-16 0,-2 0-34 16,0 7-37-16,3-7 14 0</inkml:trace>
  <inkml:trace contextRef="#ctx0" brushRef="#br0" timeOffset="-21741.18">14313 4407 264 0,'0'-2'5'0,"0"2"6"0,0-1 8 0,0 0 5 15,0 0 0-15,0 1-4 0,0-2-13 0,0 1 0 16,0 1-2-16,0 0 1 0,0-2 3 0,0 2-1 16,0 0-8-16,0 0 5 0,0 0-10 15,0 0 1-15,0 0-1 0,0 0-3 0,0 0 12 16,0 16-8-16,0-16-1 0,0 0 13 0,-13 21-5 16,13-21-3-16,0 20 7 0,-10-7-9 0,10 0-3 15,-7 0 12-15,7 3-7 0,-8-1 4 0,8 0 2 16,-2 1 2-16,2 0 4 0,0 0-13 0,0 0 14 15,0-1-4-15,0-1-5 0,0-1 9 0,17-3-8 16,-17 2 1-16,0-3 7 0,16-2-4 0,-16 1 5 16,15-4 0-16,-15 0-5 0,17-2 1 0,-7 0-10 15,-1-2 1-15,-1 0-6 0,5 0 1 0,-3 0 0 16,4-18-9-16,-2 18-7 0,0-17-19 0,2 17-15 16,1-22-11-16,2 11-5 0,0-4-4 15,2 2-5-15,-3-1 19 0,-1-1 16 0</inkml:trace>
  <inkml:trace contextRef="#ctx0" brushRef="#br0" timeOffset="-21447.91">14688 4353 165 0,'0'-11'-4'0,"0"-1"14"15,0 1 6-15,0 2 9 0,0 0 8 0,0 3-9 16,0 0-10-16,0 1 0 0,0 1-13 0,0 2-6 16,0 1 5-16,0-1-13 0,0 2 8 0,0 0 6 15,-12 0-6-15,12 0 5 0,0 0 5 0,0 0-16 16,-11 20 11-16,11-20 1 0,-5 15-1 15,5-15 3-15,-6 19 1 0,2-8 1 0,1 1-8 16,1 1 11-16,-3 0-12 0,3 2 5 0,0 1 12 16,-3-1 0-16,5 2 1 0,-2-1-1 0,2 1-5 15,-2 0 0-15,2 0 7 0,0-1-8 0,0 1-4 16,0 0-4-16,0 1 0 0,0-2-5 0,0 0 4 16,15-1 13-16,-15-2-8 0,0 1 13 0,0-3-8 15,14-1-13-15,-14-2 9 0,0-1-13 0,9-1 5 16,-9-2 4-16,0-2-4 0,0-1 13 0,0 0-11 15,0-1-21-15,0 0-28 0,0 0-35 0,0 0-7 16,0 0 19-16</inkml:trace>
  <inkml:trace contextRef="#ctx0" brushRef="#br0" timeOffset="-20156.29">14589 4495 78 0,'-2'-2'11'0,"-1"0"7"16,0-1 14-16,1 0 5 0,-2 1-1 0,2 0-2 15,2 1-4-15,-1-1 6 0,0 2-12 0,-1 0 1 16,2-1-7-16,0 1-20 0,0 0 12 0,0 0-6 16,0 0 1-16,0 0 3 0,0 0-12 0,0 0 0 15,17 0 0-15,-17 0 4 0,0 0 8 16,18 0 1-16,-18 0-9 0,17 0 13 0,-9 0-17 15,1 15 9-15,3-15 3 0,-1 0-12 0,-3 0 8 16,4 0-7-16,-1 8 7 0,-1-8 1 0,3 0-1 16,-1 0 10-16,2 0-10 0,-2 0 1 0,3 0 4 15,-3 0-9-15,2 0-8 0,1 0 17 0,-4-16-13 16,3 16 1-16,-3 0 0 0,1-13-14 0,0 13 14 16,-2 0 3-16,-2-14 4 0,2 14 1 0,-3-9-9 15,-1 9 4-15,-2-7 4 0,1 7-4 0,-2-8 12 16,-1 6-4-16,-1 1-11 0,0 0 2 15,-1 0-3-15,0 1-8 0,0 0 12 0,0 0 3 16,0 0-7-16,0 0-1 0,0 0 5 0,0 0-8 16,0 0 4-16,0 0 8 0,0 0-5 0,0 0 1 15,-14 0 3-15,14 16-3 0,0-16 0 0,0 0-8 16,-8 14 4-16,8-14-4 0,0 11 7 0,-5-11 9 16,5 14-5-16,0-6 9 0,0 0-13 0,0 0-4 15,0 1 12-15,0 0-12 0,0 0 9 0,0 0-1 16,0 0-3-16,0-1-1 0,15 0 1 0,-15-1 3 15,17-2-3-15,-17-1 0 0,19 0 0 16,-6-2 5-16,-2-1-9 0,3-1 8 0,-1 0 1 0,-1 0-5 16,4 0 5-16,-3 0 0 0,1-18-9 0,1 18-4 15,-1-14 9-15,-1 14-5 0,1-15 9 16,-2 15 4-16,2-17-13 0,-1 7 9 0,-1-2-4 16,1 2-5-16,-3 0 5 0,4-1-4 0,-5-2-5 15,0 2 5-15,-3-1-4 0,1 0 7 0,-3 2 0 16,-1-4-1-16,0 2 0 0,-3-1-4 0,2-1-6 15,-2 2-8-15,0 0 12 0,2 0-11 0,-2 1 5 16,0 0 16-16,1 2-7 0,-1 1 8 0,0 4 4 16,0-1-12-16,0 3-4 0,0-1 3 0,0 3 0 15,0 0 5-15,0 0 0 0,0 0-8 0,0 0 12 16,0 0-12-16,0 0 8 0,0 0 12 16,0 0-19-16,0 18 11 0,0-18-3 0,0 0-5 15,0 18 4-15,0-18 4 0,0 15-4 0,0-6-4 0,0 0 4 16,0 1-4-16,0 2 8 0,0 0 0 15,0-1 0-15,-16 3 4 0,16 0-4 0,0-1-4 16,-14 2-1-16,14 0 0 0,0-1 1 0,-11 1 2 16,11 0 2-16,-8 0 3 0,8 1-4 0,-4-1 0 15,4-1 5-15,0 0-14 0,0 0 14 0,0-2-4 16,0 1 0-16,0-2 4 0,0-1-9 0,0 2 10 16,0-4 0-16,0 1-5 0,0-3-4 0,0 1-1 15,16-2-4-15,-16 0 10 0,0-1 4 0,0-1 1 16,11-1 4-16,-11-1-5 0,0 0 5 0,8-1-5 15,-8 0-8-15,6 0 4 0,-6 0-9 16,4 0-5-16,-1 0 6 0,-1 0-1 0,1 0 0 16,0-15 4-16,3 15 1 0,-2 0 3 0,0-11-3 15,3 11-1-15,-3-11-4 0,0 11 0 0,0-13 9 16,-2 5-9-16,1-1 2 0,2 1-6 0,-1-2 1 16,-3 0 12-16,3 0 4 0,0-1 4 0,-1 2-4 15,0 0-12-15,-2 0-6 0,1 1-3 0,-2 1 4 16,0 2 8-16,0 2 8 0,0-1-12 0,0 2 4 15,0 1-4-15,0 1 0 0,0 0 4 0,0-2 0 16,0 2 4-16,0 0-8 0,0 0 8 0,0 0-4 16,0 0 0-16,0-1 4 0,0 1-4 15,0 0 0-15,0 0 0 0,0 0 0 0,0 0 8 0,0 0-8 16,0 0-4-16,0 0 4 0,0 0-9 16,0 0 10-16,0-2-5 0,0 2 0 0,0 0 8 15,0 0-4-15,0 0 12 0,0 0-3 0,0 0-8 16,0 0-1-16,0 0 0 0,0 0 0 0,0 0-8 15,0 0 12-15,0 0-3 0,0 0 8 0,0 0 8 16,0 0-13-16,0 0 5 0,0 0-18 0,0 0 5 16,0 0-4-16,0 0-1 0,0 0 9 0,0 0-5 15,-13 0 9-15,13 0-5 0,-9 0 1 0,9 0 0 16,-16 0-5-16,9 0-3 0,0 15-1 0,0-15 9 16,1 0 0-16,3 17 8 0,0-17 9 15,1 15-14-15,2-7 0 0,0 1-4 0,0 1-8 16,0 0 12-16,0 1-8 0,0 0 9 0,0-2 4 15,0 3-13-15,20-2 23 0,-20-2-14 0,18 1 0 16,-18-1 9-16,24 0-22 0,-11-1 8 0,-1 0 1 16,-2-1-10-16,-10-2 15 0,17 0-6 0,-17-3-29 15,11-1-21-15,-6 0-33 0,-5 0-44 0,5 0 24 16</inkml:trace>
  <inkml:trace contextRef="#ctx0" brushRef="#br0" timeOffset="-19942.73">15188 4342 605 0,'0'0'4'0,"0"0"0"15,0 0 0-15,0 11-21 0,-16-11-37 0,16 0-34 16,0 0-67-16,-19 0 21 0</inkml:trace>
  <inkml:trace contextRef="#ctx0" brushRef="#br0" timeOffset="-19791.85">14703 4076 525 0,'-4'17'-9'0,"-1"-17"0"16,1 0-19-16,3 15-30 0,1-15-26 0,-1 0-39 15,1 17 20-15</inkml:trace>
  <inkml:trace contextRef="#ctx0" brushRef="#br0" timeOffset="-18442.92">15917 4348 160 0,'0'0'18'16,"0"-2"7"-16,0 1 9 0,0 0 2 0,0-1-15 15,0 1 7-15,0 0-9 0,0 0-6 0,0 0 5 16,0 1-8-16,0-2 0 0,0 2 7 0,0 0-12 16,0 0-4-16,0 0 4 0,0 0 0 0,0 0-4 15,0 0 7-15,0 0 0 0,0 0-12 0,0 0 11 16,0 0-15-16,0 0 3 0,0 0 1 0,0 0 0 15,0 0 5-15,0 17-9 0,0-17 12 16,0 17-8-16,0-5 8 0,-13 1-5 0,13 1-3 0,0 1 2 16,-9 3-7-16,9 0 8 0,0 0-1 15,-6-1 1-15,6 1 8 0,-5 1-9 0,3-1 5 16,-1-1 8-16,1 0-9 0,-2-1 10 0,2 0-9 16,-1-2-8-16,3 1 9 0,-4-3-5 0,4-2 5 15,0 0-5-15,-2-3 0 0,0 0 5 0,2-2 0 16,0-1 10-16,0-2-9 0,0 0 0 0,0-1 0 15,0-1-5-15,0 0 5 0,0 0-4 0,0 0 4 16,0 0 4-16,18 0-8 0,-18-18-9 0,0 18-11 16,15 0-19-16,-15-21-9 0,0 21 4 0,11-21 5 15,-11 11 9-15,9-4 12 0,-9 2 5 0,0-2 0 16,0 0 5-16,0-1 4 0,0-1 5 16,0 1-1-16,0 0-8 0,0-2 4 0,0 0-5 0,0 2 5 15,-18-1 0-15,18 0 3 0,0 1 8 16,-13 0-11-16,13 1 12 0,0 1 10 0,-11 2-2 15,11 1 16-15,0 2 0 0,0 1-22 0,0 1 6 16,0 1-20-16,0 1-1 0,0-1 13 0,0 2-13 16,0-1 12-16,18 1 0 0,-18-1-16 0,14 1 11 15,-14 0 1-15,19 1-4 0,-8 0 4 0,5 0-8 16,0 2-4-16,2 0 0 0,3 0 9 16,-3 0-6-16,1 0 5 0,-2 0 0 0,0 21 4 0,-3-21-4 15,0 17 0-15,-3-17-1 0,-4 19-3 16,1-19 4-16,1 21 4 0,-3-11 0 0,-2 2 0 0,-2-1 0 15,0 0-4-15,-2 0 0 0,0 0 1 0,0 0 7 16,0 0 0-16,0 1-4 0,-17 1 3 16,17-1-7-16,-18 2 3 0,18 1 12 0,-20 2-12 15,5-2 4-15,2 2 0 0,-3 0-8 0,0 0 8 16,0 1 0-16,0-1-8 0,-3 0 4 0,4-2-1 16,0 0-8-16,0-1 10 0,4-1 8 0,2-2 1 15,0-3-1-15,0-1-12 0,3 0 0 0,1-4 1 16,0 0 9-16,2 1 5 0,-2-4-20 0,1 3 10 15,2-3-10-15,0 1-11 0,-1-1-33 0,1 0-62 16,2 0-12-16,0 0 17 0</inkml:trace>
  <inkml:trace contextRef="#ctx0" brushRef="#br0" timeOffset="10046.67">15338 5768 165 0,'0'0'4'0,"0"0"6"15,0 0 10-15,0 0 11 0,0 0 0 0,0 0-4 16,0 0-10-16,0 0-10 0,0 0 0 0,0-1 4 16,0 1-1-16,0-1-1 0,0 0 1 15,0 1 1-15,0-2-6 0,0 2-3 0,0 0 8 16,0-2-9-16,0 2 4 0,0-1 9 0,0 1-8 16,0-1 4-16,0 0 6 0,0 0-11 0,0 1 1 15,0 0-1-15,0-1-5 0,0 1 9 0,0 0-13 16,0 0 4-16,0 0 0 0,0 0-3 0,0 0 7 15,0 0-4-15,0 0 0 0,0 0-4 0,0 0 4 16,0 0 1-16,0 0 3 0,0 0 5 16,0 0-9-16,0 0 0 0,0-2 9 0,0 2 0 0,0 0-4 15,0 0 13-15,0 0-22 0,0 0 9 16,0 0-9-16,0 0-1 0,0 0 10 0,0 0-9 16,0 0 22-16,0 0-13 0,0 0 0 0,0 0 4 15,0 0 1-15,0 0-6 0,0 0 6 0,0 0-14 16,0 0 5-16,0 0 4 0,0 0-5 0,0 0 13 15,21 0-9-15,-21 0-4 0,17 0 5 0,-4-14-10 16,1 14 5-16,3 0-4 0,0-11-6 0,1 11 10 16,0 0 0-16,-1 0 5 0,1-8 4 0,-4 8 0 15,0 0-13-15,-2 0 4 0,1 0-5 0,1 0-3 16,-3 0 8-16,-1 0 5 0,1 0-10 0,-2 0 10 16,1 15 0-16,-2-15-1 0,1 0 5 0,-2 0-9 15,0 13-4-15,0-13-10 0,-1 0 19 16,0 10-13-16,-2-10 8 0,0 8 4 0,-1-5-13 15,2 2 9-15,-3-1 1 0,-1 2 3 0,0 1-3 16,-1-2 12-16,0 1-3 0,0 1-6 0,0 1 5 16,0 0-8-16,0 1-1 0,0 1 0 0,-21-1 4 15,21 1 1-15,-13 0-5 0,13 1-5 0,-16-1-3 16,16 0 3-16,-20 1 5 0,12 0 4 0,-1-1-4 16,-3 2-4-16,3-2 13 0,-1 1-9 0,-1-2 4 15,2 3 1-15,-1-2-10 0,1 0 10 0,-1-1-1 16,2 1-9-16,-1 0 1 0,2-1-5 0,1-1 8 15,1 1 10-15,0-1-13 0,1-2 13 0,2 0-9 16,2 0 0-16,-1-1 4 0,0 0-8 0,0-1 4 16,1 0-5-16,0 0 9 0,0 0 1 15,0-1-6-15,0 2 6 0,0-2-1 0,0 2 6 16,0-1-1-16,18 0 1 0,-18-1-1 0,0 0-13 16,19-1 20-16,-19 1-5 0,17 1 12 0,-6-2 10 15,0-1-21-15,0 0 17 0,3 0-17 0,-1-1 10 16,2 1 1-16,-2-1-17 0,1 2 5 0,-2-1 1 15,2-1-1-15,-2 0 17 0,0 1 0 0,-1-1-5 16,0 0 9-16,-1 0 0 0,0 0-5 0,-1 0-6 16,-3 1-4-16,1-1-7 0,0 0 4 0,-2 2 1 15,-2-2-5-15,1 0-5 0,-4 0-4 16,2 0-6-16,-2 0 11 0,0 0-7 0,0 0-3 0,0 0 8 16,0 0-13-16,0 2 23 0,0-2-10 15,0 0 7-15,1 0 4 0,-1 0-29 0,0 0-6 16,0 0-43-16,0 0-46 0,0 0-32 0,0 0-4 15,0 0 6-15,0 0 3 0,0 0-13 0,0 0 25 16</inkml:trace>
  <inkml:trace contextRef="#ctx0" brushRef="#br0" timeOffset="10617.3">16099 6028 232 0,'0'0'5'0,"0"13"5"0,0-13 11 0,0 0 1 16,0 0 0-16,0 0 0 0,0 0 0 0,0 0 8 16,0 0-4-16,0 0 5 0,0 0-1 15,0 0-6-15,0 0-4 0,0 0-5 0,0 0-5 16,0 0 5-16,0 0 12 0,0 0-8 0,0 0 8 16,0 0-4-16,0 0-9 0,0 0 10 0,0 0-8 15,0 0 0-15,0 0 1 0,0 0-6 0,0 0 11 16,0 0-5-16,0 0 0 0,0 0 0 0,0 0-11 15,15 0 4-15,-15 0 6 0,17 0-5 0,-17 0 0 16,18 0-5-16,-5 0-6 0,1 0 16 16,2 0-11-16,-2 0 6 0,1 0-1 0,-2 0-14 0,0 0 9 15,1 0 5-15,-4 0-5 0,2 0 5 16,-3 0 0-16,1 0-9 0,0 0 3 0,-1 0 1 0,0 0-4 16,0 0-1-16,1 0 1 0,-1 0-1 15,-1 0 1-15,1 0 8 0,-1 0 1 0,-1 0 5 16,0 9-5-16,-1-9-4 0,-1 0 3 0,-1 0-8 15,-1 0 8-15,0 0-4 0,-1 0-5 0,1 0 5 16,-1 0 0-16,0 0 1 0,0 0-10 0,0 0 9 16,-1 0-5-16,-1 0-4 0,2 0 14 0,-2 0-6 15,0 0-9-15,0 0-11 0,0 0-52 0,0 0-47 16,0 0-23-16,0 0-15 0,0 0 26 0,0 0-16 16,0 0 17-16,0-12 30 0</inkml:trace>
  <inkml:trace contextRef="#ctx0" brushRef="#br0" timeOffset="11077.2">16255 5850 301 0,'-2'0'0'0,"1"0"19"16,-1 0 3-16,1 0 4 0,1 0-5 0,0 0-5 15,0 0-6-15,0 0-10 0,0 0 4 0,0 0-12 16,0 0 3-16,0 0 5 0,0 0 4 0,0 0-3 15,0 0 0-15,0 15 5 0,0-15-5 0,0 0 5 16,0 14 3-16,0-14-4 0,0 16 0 0,0-8 0 16,-16 1 0-16,16 3 5 0,0-1-5 15,-17 3 13-15,17-2-9 0,-14 2 4 0,14 1 0 16,-13 1 1-16,5 1 0 0,3 0-9 0,-1 0 8 16,3 0-8-16,-2 1 3 0,3 0-3 0,0-2-1 15,0 0 1-15,2-3-1 0,0 2 10 0,0-3-5 16,0-1-4-16,0 0-6 0,0-2 1 0,0 0 5 15,0-1-6-15,0 0 16 0,0-4-5 0,0 0-10 16,0 2 5-16,14-4-10 0,-14 1-30 0,0-2-22 16,0 0-39-16,0-1-66 0,0 0 30 0,0 0 26 15</inkml:trace>
  <inkml:trace contextRef="#ctx0" brushRef="#br0" timeOffset="18833.69">17103 5728 178 0,'0'0'5'0,"0"0"11"0,0 0 5 16,0 0 16-16,0 0 0 0,0 0-5 0,0 0-1 16,0 0-18-16,0 0 8 0,0 0-4 0,0 0 4 15,0 0 5-15,0 0-5 0,0 0 4 0,0 0 0 16,0 0-4-16,0 0-2 0,0 0 10 0,0 0-10 15,0 0 9-15,14 0-13 0,-14 0 6 0,0 0-12 16,0 0 8-16,0 0 4 0,0 0-21 0,0 0 12 16,0 0-12-16,0 0 0 0,0 0 5 0,0 0 1 15,0 0-12-15,0 0 6 0,0 0-12 16,0 0 7-16,-17 0 10 0,17 0-10 0,0 0 16 16,-9 0-6-16,9 16-5 0,-11-16 12 0,4 13-12 0,1-13-6 15,-2 13 11-15,1-5-10 0,-1-1 4 16,2 1-5-16,-2 1 1 0,-1-1 10 0,1 0-10 15,-3 0 16-15,3 1-17 0,-3 0-5 0,2 1 11 16,-2-1-5-16,3-1 16 0,2 2-6 0,-1-3-5 16,3 1 0-16,-1 0 5 0,1-1-5 0,3-1 1 15,-1 1-1-15,0-1-11 0,-1-1 11 0,1 1-6 16,2-2 6-16,-1 0 0 0,1 0 0 0,0 0 11 16,0 0-5-16,0 1-1 0,0-1-5 0,0 1-5 15,0-1 5-15,0 2 0 0,0-1 5 0,0 0 1 16,0 0-6-16,15-2 5 0,-15 2-5 15,0-2 6-15,0 1 5 0,10-1-11 0,-10-1 5 16,13 2 1-16,-4-1-6 0,2-2 6 0,1 1 4 16,-1 0-15-16,0 0 5 0,2-1 0 0,-2-1-6 15,0 0 6-15,1 0-5 0,0 0 11 0,-1 0-6 16,-1 0 11-16,0 0 0 0,2 0-17 0,-4 0 7 16,1 0 4-16,-3 0 0 0,1 0 1 0,-2 0-6 15,0 0 0-15,-1-14-10 0,-2 14 10 0,-1 0 10 16,1 0-15-16,-1 0 16 0,-1 0-11 0,0 0-6 15,0 0 12-15,0 0-1 0,0 0 0 16,0 0-11-16,0 0-27 0,0 0-29 0,0-6-13 16,0 6-19-16,0-6-3 0,0 1-2 0,0 2-26 15,16-2 18-15,-16 0 26 0</inkml:trace>
  <inkml:trace contextRef="#ctx0" brushRef="#br0" timeOffset="19300.94">17194 5786 208 0,'-2'0'0'0,"2"0"-8"15,0 0 1-15,-2 0 3 0,2 0-4 0,0 0 11 16,0 0 1-16,0 0-9 0,0 0 5 0,-2 0-3 16,2 0 0-16,0 0 15 0,-2 0-2 0,1 16 12 15,-1-16 9-15,-1 0-7 0,0 15-2 0,0-15-3 16,-3 15-12-16,2-6 0 0,0 1 8 0,-1 0-8 16,-1 2 13-16,1 1 0 0,-3 1-4 0,3 1 4 15,0 0-4-15,0 2 7 0,-1 0 5 0,1 0 0 16,0 2 4-16,0-1-13 0,3 0-5 0,-3 0 4 15,1 2 0-15,0-3 5 0,2 1 0 0,-2 0 3 16,1-2-10-16,1 1 8 0,0-2 0 16,1 1 0-16,1-3-5 0,0 1-6 0,0-1-6 15,0-1-6-15,0-1 5 0,0 0 6 0,0-1 7 16,0-1-13-16,0-1 6 0,0-1-23 0,0-2 18 16,0 1 0-16,0-4-12 0,0 2 17 0,0-2-23 15,0-1 23-15,0-1 6 0,0 0-6 0,0 0-6 16,0 0-30-16,0 0-26 0,0 0-17 15,0 0-10-15,0 0-25 0,0 0-14 0,0 0-24 0,22 0-6 16,-22-17 37-16</inkml:trace>
  <inkml:trace contextRef="#ctx0" brushRef="#br0" timeOffset="19849.14">17516 5977 246 0,'0'0'4'0,"0"0"0"16,0 0 5-16,0 0 14 0,0 12-2 0,0-12 4 15,0 0 6-15,0 0-10 0,0 0 0 0,0 0-6 16,0 0-5-16,0 0-4 0,0 0 5 16,0 0-1-16,0 0-5 0,0 0 5 0,0 0-5 15,0 0 4-15,0 0-4 0,0 0-4 0,0 0 9 16,0 7 4-16,0-7 5 0,11 3 3 0,-11-3-8 16,10 4-9-16,-10-3 9 0,17 2-1 0,-7 0 10 15,2-2-5-15,-2 1-4 0,3 1-5 0,0-1-4 16,1-2 4-16,2 2-5 0,-2-2 1 0,3 0-10 15,-2 0 5-15,0 0 6 0,0 0-6 16,1 0 4-16,-5 0 2 0,0 0-6 0,0 0 6 16,-4 0-6-16,1-17-6 0,0 17-9 0,-2 0-22 15,0 0-28-15,-2-12-20 0,1 12-18 0,-1 0-16 16,1-10 11-16,-4 10 20 0</inkml:trace>
  <inkml:trace contextRef="#ctx0" brushRef="#br0" timeOffset="20197.76">17646 5865 327 0,'0'0'-1'0,"0"16"5"0,0-16-9 16,0 0 9-16,0 0-5 0,0 0-3 0,0 0 8 15,0 9-3-15,0-9 3 0,0 0-3 0,0 10 4 16,0-5-9-16,0 2-1 0,0 2 9 0,0 2-8 16,0-1 8-16,0 3-3 0,0 1-1 0,0 0-9 15,-17 1 0-15,17 0 0 0,0 1 8 0,0 0 12 16,0-2 6-16,0-1-5 0,-10 0-8 0,10-1 0 15,0-1-5-15,0 0 8 0,0-2-3 16,-6-2-5-16,6 1 0 0,0-1-4 0,-3-3-18 16,2 2-29-16,-1-1-40 0,1-2 5 0</inkml:trace>
  <inkml:trace contextRef="#ctx0" brushRef="#br0" timeOffset="21809.33">18105 5691 99 0,'0'0'1'0,"0"0"11"0,13 0 8 16,-13 0 2-16,0 0 3 0,0 0-6 0,0 0-6 15,8 0 3-15,-8 0-4 0,5 0 5 0,-5 0 9 16,6 0 0-16,-2 0 9 0,-2 0 0 16,1 0-4-16,1 0-1 0,-3 0-10 0,2 0-4 15,1-9-5-15,-4 9-10 0,2 0 4 0,-2 0-8 16,0 0 8-16,1 0 9 0,-1 0-4 0,0 0 4 15,0 0-13-15,0 0-1 0,0 0 0 0,0 0 0 16,0 0 5-16,0 0-10 0,0 0 0 0,0 0 5 16,0 0-5-16,0 0 15 0,0 0-14 0,0 0-1 15,0 0 6-15,0 0-9 0,0 15 13 0,0-15-9 16,0 12 4-16,-13-12 5 0,13 17 0 0,0-7 0 16,0 2-3-16,-9 0-11 0,9 1 10 0,-5 1 4 15,1 1 4-15,4-1 0 0,-7-1-5 0,5 1-3 16,-1 0-5-16,-1 0 17 0,2 1-8 0,0-2 4 15,1-1 5-15,-1 1-5 0,1 1 5 16,0-2 8-16,1 0-9 0,0 0-9 0,0-1 5 16,0 0-9-16,0 0 0 0,0-1 5 0,0-2-5 15,0 2-1-15,0-3 16 0,16 0-5 0,-16-1 0 16,0-1 0-16,0-1-10 0,0 0 0 0,13-1 0 16,-13 0 1-16,7 0-1 0,-2-1 0 0,2 0 0 15,0 0 5-15,1-1 1 0,0 0-1 0,1 0 1 16,2-1-12-16,-1 0 1 0,3 0-20 0,-2 0-18 15,1 0-10-15,-1 0-17 0,0 0 6 0,0 0-12 16,0-16-24-16,1 16-7 0,2 0 12 16</inkml:trace>
  <inkml:trace contextRef="#ctx0" brushRef="#br0" timeOffset="22094.63">18480 5552 955 0,'-19'0'-7'0,"19"0"-10"0,0 0-19 0,0 0-12 16,0 0-6-16,0 0-9 0,0 0-18 0,0 0-11 15,0 0-15-15,0 0-13 0,0 0-2 0,0 0 23 16</inkml:trace>
  <inkml:trace contextRef="#ctx0" brushRef="#br0" timeOffset="22804.49">18556 5962 176 0,'-3'1'0'0,"3"-1"1"0,0 1 1 0,0-1 4 0,0 0-4 16,0 0 3-16,0 0-1 0,0 2-4 16,0-2 16-16,17 1-11 0,-17 0 4 0,0 1 1 15,0 1-9-15,14 0 9 0,-14 0-8 0,12 0 7 16,-12 1-7-16,12 1 7 0,-7 0 14 0,-5-1-8 15,11 0 0-15,-7 2 3 0,0-1-21 0,0 0 3 16,0 0 4-16,0 0-4 0,2 0 8 0,-1 1 1 16,-2-2 3-16,0 1-7 0,-1 0 0 0,0 0 0 15,-2 1-5-15,0-2 0 0,0 2 4 0,0 0 0 16,0 0 1-16,0 1 4 0,0 0-6 0,-23-1 2 16,23 1-11-16,0-1 1 0,-13 1 9 0,13 1-9 15,0-1 4-15,-11 0-4 0,11 0 0 16,0-1 4-16,-12 1 1 0,12 0 4 0,-7-2-5 0,7 0 5 15,-4 1 9-15,4 0-5 0,0-2 1 16,0 0-9-16,-2 0 1 0,2 1 9 0,0-2-5 16,0 1 6-16,0-1-2 0,0 0-3 0,0 0 9 15,19 0 5-15,-19 0-1 0,0-2 5 0,14 1-19 16,-14 0 5-16,14 0-10 0,-14-1-14 0,19 1 19 16,-9-2-5-16,5 1 5 0,-3-1 4 0,4 0-4 15,-3 0-19-15,-1 0 9 0,3 0 1 0,-5 0 4 16,2 0 9-16,-3 0-13 0,-1 0-1 0,0 0 5 15,-1-15-15-15,-2 15-21 0,-1 0-32 0,0 0-58 16,1-12 2-16,-1 12 26 0</inkml:trace>
  <inkml:trace contextRef="#ctx0" brushRef="#br0" timeOffset="23314.88">19196 5867 316 0,'-8'0'-1'0,"8"0"1"0,0 0-8 0,-2 0-1 16,2 0 10-16,0 0-6 0,0 0 6 0,0 0 11 15,0 0-7-15,0 0 0 0,0 0 13 16,0 0-14-16,0 0 15 0,0 11 6 0,0-11-10 16,0 0 21-16,13 0-7 0,-13 0 3 0,0 0 1 15,12 0-15-15,-12 0-8 0,13 6-5 0,-5-6-1 16,2 0 5-16,-2 4-4 0,1-1 0 0,3-1 3 16,-1 0-12-16,0-2 4 0,1 3 5 0,-3-2-9 15,4 0 13-15,-4-1-1 0,-1 0-8 0,1 0 13 16,-1 0-13-16,-3 0 4 0,1 0 0 0,-1 0-4 15,-1 0-4-15,1 0 4 0,1 0-9 0,-1 0-28 16,-1 0-28-16,-1 0-60 0,-3 0-21 0,4 0 24 16</inkml:trace>
  <inkml:trace contextRef="#ctx0" brushRef="#br0" timeOffset="23645.76">19151 6028 148 0,'0'1'8'0,"0"0"18"15,0 1 6-15,16-2 8 0,-16 2-7 0,0-1-5 16,17-1-9-16,-17 1-3 0,12 1-2 0,-12 0-13 15,13 0 14-15,-13-1-10 0,13 1 6 0,-7 0 4 16,2 0-8-16,-2 1 7 0,0-1 0 0,1 1-9 16,-2-1 9-16,1-1-4 0,-1 1 4 0,1-1 4 15,-2 2-4-15,0-3-14 0,1 0-4 0,-2 1 9 16,4-1-14-16,-2 0 18 0,-1 0-5 0,1 0-17 16,1 0 18-16,1 0 0 0,0 0-1 0,-1 0 0 15,2 0-33-15,-1 0-35 0,1 0-53 16,0-15-10-16,2 15 24 0</inkml:trace>
  <inkml:trace contextRef="#ctx0" brushRef="#br0" timeOffset="24373.44">20134 5814 285 0,'0'-4'-4'16,"0"1"5"-16,0-1 4 0,0 0 4 0,0 0-5 16,-16 1 4-16,16-1-8 0,0 1-5 0,-17 0 10 0,17 0-5 15,-15 2 0-15,6 0 0 0,0-1-5 16,-1 2-8-16,-1 0 5 0,1 0 9 0,-1 0 8 15,0 0-5-15,1 0 4 0,0 0-8 0,0 0-12 16,1 0 21-16,-3 0-3 0,3 17-4 0,0-17 13 16,-2 0-13-16,1 13-4 0,0-13 22 0,-1 11-4 15,1-11 4-15,0 13 8 0,0-6-21 0,0 0 3 16,1 0-5-16,-1 1-3 0,0 0 2 0,2 1-3 16,0 1-5-16,-1 0 13 0,1 0-9 0,-1 2 0 15,1-1 13-15,2 0-17 0,1 0 9 0,1-1-5 16,1 2 9-16,1-2-1 0,0 1 1 0,2-1 7 15,0 0-16-15,0 1-4 0,0 0 4 16,0-1 0-16,0-1 1 0,20 1 21 0,-20 0 5 16,16 0-9-16,-16-1-4 0,23-1-5 0,-11 0-5 15,4 0 0-15,1-2-4 0,2-1-4 0,1 1 4 16,2-2 0-16,3-1 9 0,-1-1 0 0,0-2-4 16,1 0 13-16,-1 0 0 0,1 0 6 0,-2 0 7 15,-1 0-4-15,-1 0 17 0,-2 0 15 0,-2 0 5 16,1-18 4-16,-2 18 7 0,-1 0-11 0,-1-17 4 15,-1 17 19-15,-2-15-9 0,-1 15 9 0,1-17-12 16,-2 7-18-16,-3 1-7 0,-2-3-16 16,0 2-4-16,-2-4-9 0,0 1-12 0,-2-1-6 0,0-2-13 15,0 0 1-15,-23 0-4 0,23-1-24 16,-29 0-51-16,11 1-73 0,-5 2-57 0,-1-1-23 16,-2 2 28-16,-2 2 33 0,3 2-14 0,-2 1 48 15</inkml:trace>
  <inkml:trace contextRef="#ctx0" brushRef="#br0" timeOffset="26913.79">15652 6815 349 0,'1'0'0'0,"1"0"9"16,0 0 7-16,-1-13 9 0,2 13 9 0,-2 0-3 16,1 0-1-16,-1-9 3 0,1 9 0 0,0 0 8 15,-1-5-1-15,-1 5-8 0,1 0-3 0,-1-3-14 16,0 3 1-16,0-1-5 0,0 1-11 0,0 0-6 15,0 0 1-15,0 0-11 0,0 0 1 16,0 0 9-16,0 0-5 0,0 0 11 0,0 0 10 16,0 0-10-16,-14 13 0 0,14-13 0 0,0 0-10 15,0 14 10-15,-9-14 6 0,9 13-6 0,-5-3 4 16,5-1-4-16,-7 0 6 0,3 1-1 0,-2 2 1 16,1-1 0-16,0 3-17 0,-1 0 5 0,0 0 6 15,-2-1-10-15,2 3 21 0,1 1-11 0,-1-3 0 16,2 3 11-16,-1-1-16 0,0-1 17 0,3 2-12 15,0-2 7-15,2 0 11 0,0-1-5 0,0-1 25 16,0-2-2-16,0-2-6 0,0 0-1 0,25 0-6 16,-25-2-11-16,19-1-1 0,-19 0-4 15,26 0-7-15,-11-1 11 0,2 1-6 0,-2-1 11 16,4-3-5-16,-1 0-21 0,0-2 11 0,-1 1 0 16,0-1-6-16,-1 0 28 0,1 0-11 0,-1 0-11 15,-2-23 6-15,0 23-22 0,1 0-31 0,-3-17-39 16,2 17-20-16,-3-13-16 0,1 13-1 0,-2-19-2 15,-1 9-23-15,-3-3 27 0</inkml:trace>
  <inkml:trace contextRef="#ctx0" brushRef="#br0" timeOffset="27235.7">15757 6479 976 0,'-2'16'-16'0,"-1"-16"6"0,1 0 1 16,1 0 3-16,1 0 1 0,0 0-5 0,0 0-6 16,0 0 5-16,0 0 10 0,0 0-38 0,0 0-7 15,17 0-37-15,-17 0-4 0,0 0 19 0,13 0-5 16,-13 0-4-16,10 0-42 0,-10 0 3 0,10 13 16 16</inkml:trace>
  <inkml:trace contextRef="#ctx0" brushRef="#br0" timeOffset="27950.57">16002 7035 475 0,'0'0'4'0,"0"0"1"16,0 0 0-16,0 0-5 0,0 0 0 0,0 0 0 15,0 0 0-15,0 0 4 0,0 0-3 0,0 0-6 16,0 0 1-16,17 0 0 0,-17-9-1 15,0 9 15-15,20 0-10 0,-20 0 0 0,19 0 0 16,-19 0-9-16,17 0 14 0,-17 0-5 0,16 0 0 16,-5 0 9-16,-3 0-5 0,-1 0 1 0,2 17 4 15,-4-17-4-15,2 0-1 0,-1 14 5 0,-2-14 0 16,-2 12-10-16,-1-12-3 0,0 9 4 0,1-9-10 16,-2 12 14-16,0-4 5 0,0-2-5 0,0 2 0 15,0 0-4-15,0-2-1 0,-25 3 7 0,25-1 4 16,0 0-14-16,-20 0-9 0,20 1 9 0,-13 0 0 15,13 0 5-15,-17 2 8 0,17-1-13 0,-10-2-4 16,10 0 4-16,-9 1 4 0,9-1-8 0,-7-2 17 16,7 0-4-16,0 0-5 0,0 1 10 0,0-4-5 15,0 3 9-15,0-4 0 0,0 3-9 16,0-1-5-16,19 0-4 0,-19-1 0 0,0-1 13 16,15 1-4-16,-15-1-1 0,18-1-4 0,-18 1 1 15,16-2-6-15,-4 0 5 0,-2 0 5 0,-1 0-5 16,3 0 0-16,-2 0 0 0,-3 0 4 0,2 0-3 15,0 0 8-15,-3 0-10 0,1 0-8 0,2 0 9 16,-3-16-9-16,-1 16 0 0,0 0-11 0,-1 0-22 16,1-10-38-16,-1 10-59 0,0-8 14 15</inkml:trace>
  <inkml:trace contextRef="#ctx0" brushRef="#br0" timeOffset="28473.74">16626 7021 536 0,'0'0'0'0,"-15"0"0"0,15 0 5 16,0 0 0-16,0 0 5 0,0 0 4 15,0 0-10-15,0 0-3 0,0 0-6 0,0 0 5 16,0 0 0-16,0 0 9 0,22 0 1 0,-22 0-15 16,17 0 6-16,-17 0-1 0,21 0 0 0,-10 0 5 15,0 0 4-15,1 0-9 0,1 0 0 0,-1 0-5 16,0 0 10-16,0 0 4 0,-1 0-4 0,0 0 9 15,-1 0-19-15,-1 0 0 0,3 0 5 0,-4 0-9 16,-1 0 14-16,-1 0 0 0,2 0-1 0,-3 0 1 16,-1 0-5-16,0 0 0 0,-1 0-5 15,-1 0-14-15,1 0-25 0,-2 0-23 0,0 0-43 0,-1 0-25 16,0 0 22-16</inkml:trace>
  <inkml:trace contextRef="#ctx0" brushRef="#br0" timeOffset="28776.8">16632 7168 144 0,'-1'2'0'0,"0"2"5"15,1-1-3-15,0-3 11 0,0 1 10 0,0-1 7 16,0 1 9-16,0-1-10 0,20 1-5 0,-20-1-13 16,0 2 0-16,16-1-5 0,-16 0 0 0,13 0 0 15,-13 2-5-15,12-1 15 0,-12 0-5 0,14 0 0 16,-4 1-5-16,-4-1-11 0,1 2 1 0,0-1 4 16,0-1 0-16,-2 0 1 0,1 0 4 0,-3 0-5 15,2-1 10-15,-1-1-10 0,1 0-15 0,-1 0-14 16,0 0-43-16,0 0-23 0,1 0 10 0</inkml:trace>
  <inkml:trace contextRef="#ctx0" brushRef="#br0" timeOffset="30205.74">17306 7107 354 0,'0'1'15'0,"0"-1"3"0,0 0 5 16,0 0 10-16,0 0-5 0,0 0 2 0,-15 0-13 16,15 0-2-16,0 0-5 0,0 0 1 0,0 0 8 15,0 0 2-15,0 0-1 0,0 0 5 0,0 0 7 16,0 0 13-16,0 0 1 0,0 0 9 16,0 0 21-16,0 0-7 0,0 0-1 0,0 0 12 15,0 0-28-15,0 0-11 0,0 0 0 0,0 0-32 16,0 0 0-16,0 0 2 0,0 0-14 0,0 0 5 15,0 0-7-15,0 0-5 0,0 0 12 0,0 0-2 16,0 0 1-16,13 0 4 0,-13 0 1 0,9 0-3 16,-9 0 11-16,16 0-8 0,-6 0-4 0,0 13 6 15,3-13-12-15,-1 0 13 0,2 0 0 0,-1 0-8 16,-1 0 13-16,1 7-12 0,-2-7-1 0,0 0 3 16,-2 4-4-16,1-4 3 0,-2 0 6 15,-1 3 1-15,0-3-5 0,-2 0-1 0,1 0-4 0,-1 0 4 16,0 0 2-16,0 0-10 0,-2 0 10 15,1 0-3-15,-1 0-8 0,1-14 6 0,-1 14-7 16,0 0-31-16,-1 0-62 0,3 0-50 0,-3 0-46 16,1-10-12-16,-3 10 35 0,2 0-7 0,-2 0 31 15,0-7 42-15</inkml:trace>
  <inkml:trace contextRef="#ctx0" brushRef="#br0" timeOffset="31110.16">18176 6820 356 0,'1'-3'-4'0,"0"-1"5"0,-1 1 4 0,0-2 10 16,0 1 0-16,0-1-1 0,0 2-8 0,0 1-4 15,0 0-2-15,0 1 0 0,0-1 4 0,-15 2-4 16,15 0 1-16,0 0 2 0,-21 0 1 0,21 0-4 16,-19 0 0-16,8 0-4 0,0 0 0 0,-2 17 8 15,2-17 8-15,0 0-13 0,-2 16 2 16,2-16 3-16,-2 12-11 0,2-12 16 0,1 17 4 15,-1-9-8-15,0 1 13 0,1 1-10 0,-2 0 1 16,2 1-1-16,1 0-4 0,-1 0 5 0,2 1-10 16,0 0 0-16,2 0 5 0,0 1 0 0,2-2 9 15,-1 2-5-15,3 0-9 0,-1 0 5 0,1-2-4 16,0 3 8-16,1 0-9 0,1-1 10 0,0 1-10 16,0-1-10-16,0-1 20 0,0-2-9 0,0 1 5 15,0 0 6-15,0-2-15 0,19 1 5 0,-19-2 0 16,0 0 4-16,17 2 15 0,-17-2-20 0,13 1 5 15,-3-2 5-15,0 1-14 0,1-1 9 0,0 0 5 16,3-2-10-16,0 0 10 0,1-1-1 0,2 1-18 16,-2-2 9-16,1-2-5 0,1 2 1 15,-1-2 18-15,-3-1-14 0,2 2 9 0,-3-2-9 16,-2 0 5-16,2 0 0 0,-3 0 16 0,-3 0 11 16,1 0 8-16,-1 0 11 0,-2 0-21 0,0-18 16 15,1 18-12-15,-3 0 1 0,2 0 11 0,0-16-6 16,0 16-1-16,-2-11-6 0,-1 11 0 0,0-11-12 15,-1 4-8-15,0-2-3 0,1 1-5 0,-1-2-12 16,0 4 10-16,0-3-11 0,0 3-2 0,0-3 17 16,0-2-21-16,-19 5 11 0,19 0 2 0,0-2-22 15,-17 0 27-15,17 3-10 0,-17-2 1 0,8 2 0 16,-1 2-6-16,0-1 9 0,-1 1-3 0,-2 0 14 16,3 2-14-16,-2 0 6 0,1 1 4 0,0 0-15 15,2 0 9-15,-2 0-4 0,3 0-9 16,-1 0 14-16,0 0-3 0,1 0-3 0,-1 20 7 15,0-20 6-15,0 0-1 0,-2 17-4 0,2-17 0 16,-1 11 0-16,2-11 0 0,-1 11 4 0,4-11-5 16,-2 9-5-16,2-9-12 0,1 5-24 0,2-5-14 15,1 1-53-15,0-1-14 0,1 0 2 0,0 0-5 16,0 0 14-16,0 0-21 0,0 0 17 0,0 0 22 16</inkml:trace>
  <inkml:trace contextRef="#ctx0" brushRef="#br0" timeOffset="32169.31">18665 6861 277 0,'2'-2'4'16,"-1"2"10"-16,-1-1-7 0,0 1 8 0,0 0-1 16,0 0-17-16,0-1 12 0,0 1-2 0,0 0-7 15,0 0 1-15,0 0 3 0,0 0-7 16,0 0 7-16,0 0 9 0,0 0-12 0,0 0-1 15,0 0-4-15,0 0 1 0,0 0 6 0,0 0 1 16,0 0 5-16,0 0-13 0,0 0 4 0,0 13 1 16,0-13 0-16,0 9 11 0,0-9-3 0,0 16 0 15,-18-8-4-15,18 3 8 0,0 0-10 0,-13 0 1 16,13 2 8-16,-9 2-3 0,9-2 4 0,-9 2 0 16,2 2 5-16,1-1-15 0,-3 2 11 0,2 0-2 15,-2 2-18-15,3-3 20 0,-4-1-5 0,3-1-8 16,-1-1 1-16,4 0-6 0,0-1 0 15,0-3 5-15,1-1 9 0,1 0-5 0,2-4 0 16,0 1 10-16,0-1-10 0,-1-2 5 0,1 0-5 16,0-2 5-16,0-1 4 0,0 0 10 0,0 0 1 15,0 0-11-15,0 0 1 0,0 0-15 0,0 0 0 16,0 0 0-16,16-14 0 0,-16 14 0 0,0 0 6 16,19-13 0-16,-19 13 0 0,14-11 1 0,-14 11-7 15,15-13 0-15,-10 13 6 0,3-13-6 0,-4 6 0 16,1-3 0-16,-2 1-1 0,-1-2-5 0,1 0 6 15,0-2-6-15,0-2-6 0,0-2 7 0,0-2-6 16,1 1 2-16,1-2 0 0,2 1 9 0,-2 0-8 16,0-1 12-16,-1 3-4 0,1 1 0 15,-1 1 5-15,0 3-9 0,0 1 4 0,-2 1-4 16,0 1 8-16,0 2 5 0,-2 0-5 0,2 1 5 16,-1 1 6-16,1 0-9 0,-2 0 9 0,0 0 1 15,2 1 0-15,0-1 5 0,0 2-5 0,-1-1 5 16,2 3-15-16,-2-2-1 0,2 0 5 0,-2 2-9 15,-1 1-1-15,1-2-1 0,-1 2-9 0,0 0 4 16,0 0-5-16,0 0 6 0,0 0 0 0,0 0-1 16,0 0 17-16,0 0-22 0,0 17 11 0,0-17 1 15,0 14-6-15,0-14 16 0,0 19-5 0,0-9-11 16,0 2 5-16,0 1 1 0,0 1-6 0,0 1 6 16,0 0-6-16,0 2 6 0,0 0 6 15,0 0-1-15,0 0-5 0,16 2-6 0,-16-2 12 16,0 0 1-16,15 3 23 0,-15-4-5 0,0 1-2 15,11-2 0-15,-11 2-13 0,8-2 9 0,-8 1-10 16,8-1-6-16,-2-4 5 0,-1 2 1 0,1-2 0 16,-1 1 5-16,0-1-10 0,-2-4-6 0,2 1 6 15,-3-1 1-15,1-1-2 0,0-1 1 0,-2-3-10 16,2 0 4-16,-3 0 1 0,0 1-4 0,1-3 9 16,0 0 1-16,0 1-11 0,1 0 11 0,-2-1-11 15,0 0-28-15,0 1-29 0,2-1-32 16,-2 0-10-16,0 0-3 0,2 0 20 0,-1 0 6 15,1 0-10-15,0 0-22 0,2 0 9 0,-2 0 23 16</inkml:trace>
  <inkml:trace contextRef="#ctx0" brushRef="#br0" timeOffset="32638.08">18673 7069 409 0,'-3'-5'6'0,"1"1"14"0,0 1 12 0,1 0-6 16,1 1-4-16,0 0-11 0,0 1-11 0,-1 1 1 15,0 0 8-15,1 0-5 0,0 0-4 0,0 0 1 16,0 0-6-16,0 0 1 0,0 0 8 0,0 0 5 15,0 0-9-15,0 0 0 0,0 0-4 0,0 0 4 16,0 0 4-16,0 0 5 0,0 0 0 0,0 0-4 16,0 0 0-16,0 0 4 0,0 0 1 0,0 14 5 15,0-14 9-15,19 0-9 0,-19 9 11 0,12-9 0 16,-12 0 3-16,18 7 17 0,-9-7-11 16,0 5 6-16,3-5-6 0,-2 0-23 0,1 0 16 0,0 0-12 15,0 0-5-15,-1 0 0 0,2 0-11 16,-1 0 11-16,0 0-11 0,1 0 6 0,-3-17-6 15,0 17-5-15,0 0 15 0,-4 0 6 0,1 0-16 16,-3 0 10-16,-1 0-21 0,0-10 1 0,-1 10 14 16,-1 0-24-16,0 0 20 0,0 0-11 0,0 0 6 15,0 0 4-15,0 0-5 0,0 0 6 0,0 0 0 16,1 0 0-16,-1 0 11 0,1 0-29 16,0 0-51-16,-1 0-24 0,1 0-35 0,0 0 0 0,2 0 19 15,-1 0-21-15,-1 0 12 0,1 0 27 16</inkml:trace>
  <inkml:trace contextRef="#ctx0" brushRef="#br0" timeOffset="32818.6">19238 7202 1474 0,'5'5'-42'0,"2"-3"-84"0,-2-2-70 16,0 0-54-16,-2 0 8 0,5 0 49 0,-3 0 20 16,-1 0 55-16</inkml:trace>
  <inkml:trace contextRef="#ctx0" brushRef="#br0" timeOffset="33840.56">17680 7560 290 0,'0'2'0'0,"0"-2"6"16,0 0 0-16,0 0 8 0,0 0 1 0,0 0-5 15,0 0 5-15,0 0-6 0,0 0 7 0,15 0 8 16,-15 0-4-16,0 0-3 0,0 0 12 15,0 0 0-15,0 0-2 0,0 0 5 0,0 0-14 16,0 0-8-16,0 0 8 0,0 0-4 0,0 0-5 16,0 0 4-16,0 0-8 0,0 0-1 0,0 0 9 15,0 0-13-15,0 0 5 0,17 0-1 0,-17 0-4 16,16 0 0-16,-16 0-4 0,16 0 8 0,-16 0-8 16,19 0 13-16,-7 0-1 0,1 0-12 0,1-17 8 15,2 17-4-15,-1 0 0 0,4 0 0 0,-2 0 0 16,2-10 11-16,-2 10-11 0,-1 0 10 0,-1-8-10 15,0 8-5-15,-2-6 0 0,-1 6 0 16,-3-4 5-16,-1 2-6 0,-1 0 11 0,0 0 0 0,-4 2-5 16,1-1-26-16,-3-1-28 0,1 1-26 15,-2 0-25-15,0-1-35 0,0 1 21 0,0-1 21 16</inkml:trace>
  <inkml:trace contextRef="#ctx0" brushRef="#br0" timeOffset="34076.39">17688 7750 292 0,'0'4'8'0,"0"0"4"0,21-3-4 0,-21 0-8 16,22-1-8-16,-22 0 8 0,29 0-13 0,-12 0-4 16,0 0-35-16,0 0-34 0,3 0 19 0</inkml:trace>
  <inkml:trace contextRef="#ctx0" brushRef="#br0" timeOffset="45097.88">17780 7131 35 0,'0'-2'3'0,"0"2"-4"16,0-3 4-16,0 2 0 0,0-2 3 0,0 1-1 16,0-1-3-16,0 1 8 0,0 0-18 0,0 0 14 15,0-1-6-15,0-1 3 0,0 2 7 0,0 0-4 16,0 0 5-16,0 0-10 0,0-2 6 0,0 1-2 15,0 0 5-15,0 1 0 0,0-3-9 0,0 3 8 16,0-3-11-16,0 2-1 0,0 1 9 0,0-2-12 16,0 0-1-16,0 0-1 0,0 1 5 0,0 0-1 15,0-1 8-15,0 0-4 0,0 1 1 16,0 0 0-16,-13 2 4 0,13-3 0 0,0 2-3 16,0-1-5-16,0 2 3 0,-7-3-2 0,7 1 6 15,0 1 0-15,-6-1-15 0,6 1 8 0,-3-1-4 16,3-1 4-16,-2 1 3 0,0 1 7 0,0-1-7 15,1 0 9-15,-1 1-1 0,-1-1-7 0,2 1 4 16,-1 0-12-16,0 0 3 0,1-1 6 16,-1 1-7-16,1 0 1 0,0 1 9 0,0-2-9 0,-1 2 5 15,-1-1 3-15,1-1-12 0,0 3 4 16,-1-3 1-16,1 1-1 0,-2 1 9 0,1-1-1 16,1 0-4-16,-1 1 0 0,0-2-5 0,0 2 1 15,-2-2 8-15,2 1 1 0,1 2 4 0,-2-2 0 16,2 0-9-16,-1 0-4 0,-1 0-9 0,1 1 3 15,1-2 12-15,0 2-2 0,-1-1 9 0,0-2-2 16,1 1-8-16,1 1 1 0,-1-1-7 0,0 0 4 16,0 0-5-16,0 1 5 0,0 0 3 0,0-1-4 15,0 2 8-15,0-1 0 0,-2 0-4 0,3-1 0 16,-3 2 4-16,1-1-4 0,0 0 1 0,1 1-4 16,-3-1-4-16,2 0 4 0,1-1 7 0,-1 1 4 15,0 0-5-15,0-1-3 0,0 1 1 16,0-1-2-16,0 1-3 0,0 0 1 0,-2 0-8 15,2 0 4-15,1 1 4 0,-2-1 6 0,1 0-3 16,-1 2 0-16,-1-1 0 0,2 0-4 0,-1-1 7 16,1 1 1-16,-1 0-7 0,0 1 3 0,-1-2-8 15,1 1 1-15,-2 0 11 0,2 1-8 0,-1 0 8 16,0 0-5-16,0-2-3 0,-1 2 3 0,0-1 2 16,1 1-1-16,0-1-1 0,-1 1 1 0,1 0-4 15,1-1 1-15,-1 1 3 0,0 0 1 0,0 0 2 16,1 0 1-16,-2 0-8 0,3 0 0 0,-4 0-4 15,2 0 6-15,0 0 2 0,1 0 0 0,-1 0 0 16,-1 0-2-16,-1 0 6 0,2 0 3 0,0 0 1 16,-1 0 0-16,0 0-12 0,0 0 1 15,0 0 2-15,1 0 1 0,0 0 4 0,-1 0 0 16,1 0 0-16,-1 0-8 0,1 0 0 0,0 0 4 16,1 0-8-16,-1 0 12 0,0 11-4 0,-3-11-1 15,3 0 8-15,0 0-12 0,-1 0 4 0,0 9 2 16,-2-9-10-16,2 4 10 0,-1-4 6 0,0 6-12 15,0-5 12-15,1 1-8 0,1 1-2 0,0-1 6 16,-1 0-6-16,3 0 3 0,-1 0-5 0,-2 0-2 16,2 0 5-16,0 0-3 0,1 1 9 0,-1-3-2 15,1 3-3-15,0 0 5 0,0-2-5 16,0 0 2-16,1 2-5 0,0-1 1 0,1-1-1 0,-1 0 3 16,0 2-3-16,0-1 8 0,2 0-1 0,-3 0-4 15,3-2 9-15,-2 1-12 0,0 2 5 16,1-2-2-16,-1 1 1 0,1-2-8 0,0 2 2 15,0-1 10-15,-1 1 0 0,1 0 10 0,0-1-14 16,-2 2 0-16,2-2 0 0,-3 3-1 0,2-3 8 16,-1 2-12-16,0-1-2 0,0 2 2 0,0-3 1 15,-1 3 8-15,1-3-4 0,1 1 2 0,-1 1 5 16,0 0-6-16,0-1 2 0,1-1-9 0,0 2 2 16,0-1 3-16,0 1 6 0,0 1 6 0,0-1-20 15,0 0 6-15,1 0 2 0,-2 1 0 0,1-1 7 16,-2 1-3-16,2-2-4 0,0 3-3 15,-1-3 0-15,1 1 0 0,-1 0 2 0,1 1 1 16,-1-1 7-16,1 1-7 0,0-1-3 0,1 0 3 16,0-1 1-16,0 2-1 0,-1-1 4 0,1-1-1 15,0 2-2-15,0-3 2 0,-2 4-3 0,2-3-1 16,-1 2 5-16,0-1 2 0,1 2-2 0,-1 0 0 16,-1-1-10-16,1 1 2 0,2-2-1 0,-3 1 1 15,1 0 12-15,2 0-4 0,-2 0-5 0,2 1 9 16,-1-3-21-16,0 2 10 0,1 0-1 0,-1 0-5 15,1 1 19-15,-2-2-16 0,2 2 14 0,0-2-8 16,0 0-8-16,0-1 22 0,0-1-13 0,0 1 10 16,0 0-13-16,0 0-4 0,0 0 4 0,0 1-8 15,0 2 13-15,0-3-2 0,0 3-3 16,0-1 11-16,0 0-2 0,0 0-9 0,0 0 8 16,0-1-10-16,0 2 0 0,0-2 2 0,0-1 4 15,0 3 5-15,0-1-7 0,0 1 17 0,0 0-22 16,0-2 3-16,0 1 8 0,0-1-13 0,0 2 17 15,0-2-13-15,0 1 2 0,0 0 4 0,0-1-5 16,14 1 8-16,-14 0 0 0,0 1-8 16,0-1-3-16,0 1 13 0,0-2-1 0,0 1-1 0,0 1 3 15,9-2-15-15,-9 0-1 0,0 0 5 0,0 1-3 16,0-1 5-16,7-1 2 0,-7 1-4 0,0-1 7 16,3 1-2-16,0-1 2 0,-2 1 0 15,1-1 2-15,0 1-5 0,0-1 0 0,0 1 7 16,1-1-11-16,-1 2 1 0,0-3 6 0,-1 1-6 15,1 0 0-15,0 1 7 0,1-1-6 0,-1 0 2 16,0-1 0-16,0 1-5 0,1 1 6 0,-2-2 1 16,2 2 2-16,-1-1-1 0,1-1 0 0,0 1 1 15,0-1 0-15,-1 1-4 0,2 0-4 0,0-2-4 16,-1 2 6-16,1 0-1 0,-1-1-3 0,1 1 9 16,-1 0-3-16,0-1 2 0,0 1-2 0,1 1-5 15,-1-2 8-15,0 2 1 0,0-3-1 16,0 2-4-16,-1-1-11 0,1 0 8 0,-1 0 0 0,0 0 8 15,1 0 2-15,-1 0-3 0,-2 1-4 16,4-1-1-16,-2-1-3 0,-1 2 4 0,2 0 0 16,-1-1 0-16,0 0 8 0,1 1-11 0,-1-1 8 15,1 0-14-15,0 0 6 0,1 1 3 0,-2-2 0 16,2 3 5-16,1-3-9 0,-3 1 9 0,2-1-2 16,0 1 1-16,-1 1-4 0,0-1-3 0,1 0-1 15,0 0 9-15,1 0 3 0,-1-1-4 0,1 1-7 16,-2-1 2-16,1 2-6 0,1-1 18 0,-1-1-3 15,1 1-15-15,0-1 16 0,0 0-25 0,-1 2 11 16,2-1 9-16,-1 0-13 0,0-1 17 0,0 1-3 16,1-1-5-16,-2 2 4 0,0-1-3 15,1-1-5-15,0 1 4 0,0-1 0 0,0 1-8 16,-1-1 8-16,1 0 3 0,0 0 2 0,0 2-1 16,1-2 1-16,-2 0-5 0,1 0 4 0,-1 1-7 15,1-1 0-15,0 0-1 0,0 0 0 0,0 0 15 16,0 0-8-16,1 0 1 0,0 0-4 0,-1 0-3 15,2 0 8-15,-2 0 3 0,2-13-4 0,0 13-9 16,1 0 0-16,-2 0-4 0,2 0 9 0,-1-9 8 16,2 9-8-16,-3 0 5 0,1-4-6 0,0 4-3 15,-1-5 3-15,3 3-2 0,-4 0 0 0,2 0 11 16,-1 1-3-16,0-3-5 0,2 3-1 0,-1-1 1 16,0-1 3-16,0 1 4 0,2-1 1 0,-3 2-9 15,1-2 1-15,0 2-4 0,1-2 7 16,0 2 1-16,-2-2-4 0,0 1 3 0,-1 1-7 15,2-2-5-15,0 2 4 0,-2-3 1 0,1 3 0 16,-1-1 8-16,1-1-1 0,-1 2 0 0,1-2-3 16,-2 1 1-16,-2 1-5 0,4-1 4 0,-3 1-5 15,-1-1-15-15,4 2 0 0,-2-1-14 0,0 0 8 16,0 0 10-16</inkml:trace>
  <inkml:trace contextRef="#ctx0" brushRef="#br0" timeOffset="53317.7">23446 6496 165 0,'0'0'9'0,"0"0"-3"0,0 0 10 0,0 0 5 15,0 0-1-15,0 2 4 0,0-2-9 0,0 1 3 16,0 0-7-16,0-1 3 0,0 1 1 0,0-1-8 15,0 1 0-15,0-1-4 0,0 0 11 0,0 0-3 16,0 0 3-16,0 0 0 0,0 0-12 0,0 0 8 16,0 0-1-16,0 0 0 0,0 0 1 0,0 0-1 15,0 0-13-15,0 0 5 0,0 0-1 0,0 0 1 16,0 0 3-16,0 0-8 0,0 0 4 0,0 0-4 16,0 0 4-16,0 0 12 0,0 0-12 15,0 0-4-15,0 0 4 0,0 0-8 0,0 0 12 16,0 0-4-16,0 0 9 0,0 0-5 0,0 0-3 15,0 0 8-15,0 0-13 0,0 0 9 0,0 0 0 16,0 0 8-16,0 0-3 0,0 0-1 0,0 0 5 16,0 0-8-16,0 0 7 0,0 0-3 0,0 0-5 15,0 0 17-15,0 0-13 0,0 0 9 0,0 0-4 16,0 0-10-16,0 0 14 0,0 0-9 0,0 0 14 16,0 0-14-16,0 0 1 0,0 0 11 0,0 0-4 15,0 0 10-15,0 0-11 0,0 0 1 0,0 0-12 16,0 0 0-16,0 0 6 0,15 0-16 0,-15 0 0 15,0 0 10-15,9 0-5 0,-9 0 6 16,11-13 9-16,-4 13-14 0,-1 0-6 0,2 0 5 16,-1-11 0-16,2 11-5 0,-1-6 11 0,1 6 0 15,-1-6-11-15,2 3 15 0,-1-1 0 0,-1 1-4 16,1 1 5-16,-3-1-16 0,1 1 1 0,0-1-2 16,-2 0 12-16,1 2 10 0,-1-2-11 0,-1 0 12 15,0 2-17-15,0 0 1 0,1-1 5 0,-2-1-6 16,2 1 6-16,0 2-5 0,0-3 5 0,-1 0-6 15,0 2 6-15,1-2-6 0,-1 1 1 16,3-1-1-16,-2 0-4 0,0-2 10 0,0 3-1 16,-1-1 1-16,2-1 5 0,-2 0-1 0,1 1-14 15,0-1 10-15,2-1-11 0,-2 3-5 0,3-2 11 16,0 1-6-16,0-1 11 0,1 1-11 0,2-1 16 16,-2 2-6-16,2-1 0 0,-1 2-10 0,0-2-1 15,0 2 1-15,1 0-2 0,-2-1 22 0,-1 0-10 16,1-1-5-16,0 0 1 0,-1-1-6 0,-1 1 5 15,2 0-1-15,-1 0 0 0,-1 0 6 0,4 0 0 16,-3 1 10-16,0-1-10 0,1 0-6 0,1-1 6 16,-2 0-11-16,-1 1 15 0,0-1 20 0,1 0-13 15,-3 0 13-15,2 1-8 0,-1 0-11 0,-1 0 9 16,2 2-10-16,-2-2 0 0,-1 1-5 0,0-1 1 16,1 1 1-16,-1 1 3 0,-1-3-4 15,3 2-5-15,-4 1 4 0,2-1-1 0,-1 0 0 16,0 0 4-16,0 1-3 0,1 0-5 0,0-3 9 15,2 2-7-15,-2-1-1 0,3 1 0 0,-2-1 0 16,1 0 2-16,0 1 2 0,1-1 0 0,1 1-8 16,-4-1-5-16,3 0 4 0,0 0 0 0,-2 1 9 15,0-1 9-15,-2 1-8 0,1 0 8 0,0 1 4 16,1-2-4-16,0 1 12 0,-1-1 0 0,1 1-9 16,-1-2 9-16,2 2-9 0,0-2-1 0,0 1 4 15,0 1-3-15,2-3 7 0,-3 3-4 0,2-1-3 16,0 1-3-16,-2-2-5 0,-1 3 2 15,0-1-2-15,-2-1 4 0,1 2-6 0,-1 0 2 16,0 1-11-16,-1 0 7 0,0-1 2 0,0 0-9 16,-1 1 19-16,0 0-14 0,0 0-2 0,0 0 3 15,0 0-3-15,0 0 1 0,0 0-6 0,0 0 1 16,0 0 1-16,0 0 0 0,0 0 12 0,0 0-5 16,0 0-9-16,0 0 7 0,0 0-1 0,0 0-1 15,0 0 4-15,0 0-6 0,0 0 2 0,0 0-1 16,0 0 2-16,0 0-11 0,0 0-27 0,0 0-47 15,0 0-62-15,0 0-41 0,0 0-15 16,0 0 20-16,0 0 38 0,0 0 26 0,0 0 17 0,0 0-19 16,0 0 25-16</inkml:trace>
  <inkml:trace contextRef="#ctx0" brushRef="#br0" timeOffset="54154.57">24239 6049 92 0,'-1'0'4'0,"-1"0"5"0,1 0-1 16,0 0 1-16,0 0 0 0,1 11-8 0,0-11 9 16,0 0-1-16,0 0-4 0,0 0 3 0,0 0-7 15,-2 0 3-15,2 0 6 0,0 0-6 0,-1 0 1 16,1 0-4-16,-1 0-1 0,1 0 5 15,0 0-5-15,0 0 0 0,0 0 0 0,0 0 0 16,0 0 0-16,0 0 1 0,0 0-1 0,0 0 1 16,0 0 8-16,0 0 6 0,0 0-6 0,0 0-4 15,0 0 0-15,0 0 1 0,0 0 6 0,0 0 5 16,0 0-5-16,0 0-7 0,0 0-4 0,0 0 0 16,0 0-1-16,0 0-3 0,0 0 4 0,0 0 3 15,0 0 1-15,0 11 4 0,0-11-5 0,0 0-6 16,0 0 3-16,0 0-1 0,0 0 5 15,0 0 10-15,0 0-11 0,0 0 9 0,0 0-13 0,0 0-2 16,0 0 8-16,0 0-5 0,0 0 8 16,0 0-8-16,0 0 12 0,0 0-7 0,0 0 2 15,0 0 13-15,0 0-20 0,0 0 16 0,14 0-8 16,-14 0-4-16,13 0 3 0,-13 16-12 0,15-16 0 16,-15 0 0-16,15 0 13 0,-6 12-5 0,-2-12 0 15,2 0 1-15,-1 9-13 0,0-9 12 0,-1 3 1 16,-1 1-5-16,2-1 8 0,-3 0-4 0,1-1-4 15,-2 0-4-15,-1-1 7 0,1 1-3 0,-3-1 8 16,2 1 4-16,0-1-16 0,-2 0 0 0,1 0 0 16,-2 0 5-16,2-1-1 0,-2 1 8 0,1-1-8 15,-1 0-5-15,0 0 5 0,0 0-4 0,0 0 9 16,0 0-1-16,0 0-3 0,0 0-2 0,0 0-3 16,0 2 4-16,0-2 8 0,0 0-12 15,0 3 13-15,-14-1-9 0,14 0-8 0,0 1 12 16,-11 1-8-16,11-1 12 0,-8 2 0 0,1 1-8 15,0-2 3-15,1 1-7 0,1 0 3 0,0 1 9 16,-2 0 0-16,1 1-13 0,-1-2 0 0,2 2 4 16,-2 0-8-16,1 0 13 0,1 1 4 0,2-1 1 15,0-1-5-15,0 2-5 0,1-1 1 0,1 0-9 16,1 0 0-16,0-1 18 0,0-2-9 0,0 1-1 16,0-2 14-16,0 0-8 0,0 1 8 15,0-2 1-15,0 0-5 0,20 1-4 0,-20-3-20 0,0 0-26 16,13 0-73-16,-13 0-30 0,0 0 16 0</inkml:trace>
  <inkml:trace contextRef="#ctx0" brushRef="#br0" timeOffset="55677.38">23651 5610 147 0,'2'0'-5'0,"-1"0"4"15,1-10 7-15,1 10 15 0,-2 0 16 0,0-6 8 16,1 6-2-16,-2 0-8 0,0 0 2 0,0 0-14 16,0-3-7-16,0 3 5 0,0 0-19 0,0 0 8 15,0 0 0-15,0 0-4 0,0 0-1 0,0 0-4 16,0 0 3-16,0 0-12 0,0 0 8 0,0 0 0 15,-12 0-4-15,12 0 8 0,0 0-3 16,0 0 3-16,0 0-4 0,0 0 0 0,-9 0 1 16,9 0-1-16,-9 13 5 0,4-13 1 0,0 0 3 15,-2 9-4-15,1-9-8 0,-4 8-1 0,4-2-5 16,-4 0-3-16,2-1 16 0,-2 2 1 0,-1 0 0 16,2 0 9-16,-1 0-13 0,3-1-1 0,-2 2-8 15,0-1 0-15,2 1 4 0,0-1-4 0,0 0 5 16,-1 1 8-16,3-1 0 0,-2 1 5 0,3-1-5 15,1 0-13-15,-2 1 0 0,3 1-5 0,0-2 18 16,-1 0-5-16,2 1 5 0,0-2-1 16,1 2-8-16,0-3 9 0,0 2-5 0,0 0 4 0,0-1-3 15,0 0-5-15,18 1 5 0,-18-1-1 0,0-1 9 16,22 0-5-16,-22 1 0 0,20-2 1 16,-8 1-9-16,0-2 0 0,1 2 8 0,1-3 0 15,0 3 4-15,1-2 1 0,-1-1-9 0,2 0-4 16,-2-1 4-16,1 0 4 0,-1 0-4 0,-2-1 0 15,-2 0 0-15,1 0-8 0,-1 0 12 0,-1 0 5 16,-1 0-9-16,0 0 12 0,1 0-16 0,-1 0 0 16,1 0-4-16,-1 0 5 0,-1 0 3 0,-2-14-4 15,0 14 12-15,-1 0-8 0,-1 0-4 0,-1-11 8 16,1 11-3-16,-2-8 4 0,0 8 13 0,-1-9-5 16,0 4-1-16,0 1-7 0,0 0-5 15,0 0 0-15,0 0 0 0,0-1 0 0,-19 1-4 16,19 1 12-16,0 1 0 0,-12-3 0 0,12 3-4 15,0-2-12-15,-15 2-5 0,15 1 5 0,-10-2 3 16,10 3 1-16,-9-2 4 0,3 2 12 0,0-1-3 16,1 1 4-16,1 0-5 0,-1 0-16 0,1 0-5 15,-1 0 5-15,0 0-1 0,-1 0 9 0,1 0 5 16,-2 0-10-16,0 0 5 0,1 0-4 0,0 0 8 16,-2 13-8-16,5-13 4 0,-4 0 0 0,2 0-4 15,0 10 13-15,0-10-5 0,0 0 0 16,1 7-8-16,-2-7-10 0,2 6-9 0,-1-6-22 15,3 4-6-15,-3-2-7 0,3 1-10 0,0-2-6 0,1 0-9 16,0 0 12-16</inkml:trace>
  <inkml:trace contextRef="#ctx0" brushRef="#br0" timeOffset="56601.11">24149 5577 260 0,'2'-3'4'0,"0"1"0"0,-1 0 1 0,1-1 3 16,-1 2-3-16,0-2 5 0,0 2 0 0,-1 1 0 16,0 0 0-16,0 0-10 0,0 0-4 0,0 0-1 15,0 0-4-15,0 0 5 0,0 0 1 0,-17 0 0 16,17 16 4-16,0-16 5 0,-20 0-8 0,20 21 3 16,-16-21-3-16,6 22-8 0,2-9 12 0,-1 1-7 15,0 0 12-15,-1 1-8 0,2 1 4 0,-1 0-4 16,-1-1-5-16,2 0 16 0,1-1-5 15,1-1 4-15,-1-1-4 0,3-2-4 0,-1 1 3 16,3-3-3-16,0-1-1 0,1-2 1 0,1 0-5 16,-2-2 4-16,2-1 1 0,0-1 4 0,0 0 10 15,0 0 0-15,0-1 12 0,0 0 0 0,0 0-12 16,0 0-5-16,0 0-6 0,0 0-4 0,0 0 4 16,0 0 4-16,19-21-9 0,-19 21 10 0,0-15-10 15,15 15 0-15,-15-17 1 0,12 6-14 0,-12 0 13 16,13-2 4-16,-7 0-9 0,1-1 9 0,1-1 4 15,0 0-13-15,-1-1 18 0,0 4-4 0,-1-2-13 16,0 3 18-16,-1 0-8 0,0 2 6 0,-2 1 14 16,-1 2-5-16,0 2 5 0,0 0-2 0,-2 1-8 15,0-1-5-15,2 2-5 0,-2 0-5 16,1 2 9-16,-1-1-4 0,0 1 0 0,0 0-1 16,2 0-8-16,-2 0 4 0,0 0-5 0,0 0-4 15,0 0 9-15,0 0-5 0,0 0 0 0,0 0 5 16,0 0-14-16,0 0 15 0,0 0-6 0,0 0 5 15,0 0 10-15,0 0-15 0,0 17 10 0,0-17 0 16,0 0-14-16,0 18 5 0,0-18 9 0,0 14-5 16,0-14 5-16,0 16 4 0,0-7-4 0,0-1-13 15,16 1 8-15,-16 0-4 0,0 0 0 0,16-1 17 16,-16 2-8-16,14-1-9 0,-14 0-4 16,13 0-1-16,-6-1 5 0,-1 0 17 0,0 0-8 15,-1 0-5-15,1-3 9 0,-1 2-18 0,1-1 10 16,0-2 7-16,-2 1-16 0,0 1 8 0,1-3 0 15,-1 0-8-15,2 1 12 0,-3-3 0 0,2 2 0 16,-2-2 1-16,1 1-1 0,-2-2-4 0,0 1-5 16,-2-1-3-16,1 1-10 0,-1-1-4 0,0 0-9 15,0 0-15-15,0 0-15 0,0 0-11 0,0 0-32 16,0 0 3-16,0 0 20 0</inkml:trace>
  <inkml:trace contextRef="#ctx0" brushRef="#br0" timeOffset="56921.78">24058 5746 138 0,'-2'-1'18'15,"2"0"12"-15,-1 0 9 0,1-1 18 0,0 1-17 16,0 0-11-16,0 0-1 0,0 1-8 0,0-2-4 16,0 2 8-16,0 0-18 0,0 0-1 15,0 0 0-15,0 0-13 0,17 0 9 0,-17 0-1 16,0 0 5-16,18 0 8 0,-18 0 4 0,19 0-8 16,-8 0-4-16,1 0-9 0,-1 0-5 0,0 0 9 15,1 0 1-15,-2 0-1 0,2 13 9 0,0-13-22 16,-2 0 9-16,1 0 4 0,1 0-9 0,-3 0-6 15,3 0-26-15,-2 0-57 0,-1 0-20 0,-1 0 20 16</inkml:trace>
  <inkml:trace contextRef="#ctx0" brushRef="#br0" timeOffset="71197.34">24169 7394 10 0,'0'0'0'0,"0"0"0"16,0 0 3-16,0 0 0 0,0 0-3 0,0 0 3 16,0 0-3-16,0 0 4 0,0 0-4 0,0 0 4 15,0 0-3-15,0 0-3 0,0 0 14 0,0 0-14 16,0 0 11-16,0 0 5 0,0 0 0 0,0 0 10 16,0 0-10-16,0 0 1 0,0 0-18 0,0 0 0 15,0 0 4-15,0 0-11 0,0 0 17 0,0 0-3 16,0 0-1-16,0 0 4 0,0 0-11 0,0 0 4 15,0 0 1-15,0 0 4 0,0 0-5 0,0 0 6 16,0 0 2-16,0 0 3 0,0 0 7 16,0 0-4-16,0 0 5 0,0 0-5 0,0 0 3 15,0 0-7-15,0 0-2 0,0 0-2 0,0 0-6 16,0 0 6-16,0 0-2 0,0 0 0 0,0 0-3 16,0 0-2-16,0 0-3 0,0 0 0 0,0 0 12 15,0 0 0-15,0 0-7 0,0 0 0 0,0 0-8 16,0 0 4-16,0 0 7 0,0 0 3 0,0 0 1 15,0 0-4-15,0 0-3 0,0 0 4 0,0 0 1 16,0 0-1-16,0 0 4 0,0 0-4 0,0 0 0 16,0 0 8-16,0 0-1 0,0 0-3 0,0 0-1 15,0 0-11-15,0 0-5 0,0 0 9 0,0 0-1 16,0 0 1-16,0 0 7 0,0 0-8 0,0 0 0 16,0 0 13-16,0 0-16 0,0 0 3 15,0 0 5-15,0 0-5 0,0 0 5 0,0 0 12 16,0 0-4-16,0 0 0 0,0 0 4 0,0 0-16 15,0 0-4-15,0 0 3 0,0 0 1 0,0 0 3 16,0 0 4-16,0 0-8 0,0 0 4 0,0 0-7 16,0 0 3-16,0 0-4 0,0 0 0 0,0 0 8 15,0 0-8-15,0 0 4 0,0 0-4 0,0 0 4 16,0 0 8-16,0 0-4 0,0 0 0 0,0 0 1 16,0 0-4-16,0 0 12 0,0 0 3 0,0 0-7 15,0 0 4-15,0 0-9 0,0 0-8 0,0 0 9 16,0 0-9-16,0 0 8 0,0 0 0 15,0 0-4-15,0 0 7 0,0 0-11 0,0 0 5 0,0 0-1 16,0 0-4-16,0 0 4 0,0 0 8 16,0 0-8-16,0 0 0 0,0 0 0 0,0 0-7 15,0 0 3-15,0 0 8 0,0 0 4 0,0 0 4 16,0 0 4-16,0 0-12 0,14 0-3 0,-14 0-5 16,0 0 0-16,10 14 8 0,-10-14 0 0,0 0-4 15,8 0 4-15,-8 0 0 0,0 0-4 0,6 0 4 16,-6 0-8-16,3 0 0 0,-3 7 1 15,2-7-1-15,1 0 4 0,-1 3 0 0,0-3 4 0,3 0 0 16,-3 2 4-16,1-2-8 0,-1 2 0 16,0-1 4-16,1 0-4 0,-1-1 4 0,1 1 0 15,-1-1-4-15,1 2 12 0,0-1-11 0,2 0 11 16,-3-1 0-16,3 0-16 0,-1 3 12 0,0-3-8 16,0 1-8-16,0 1 12 0,0-2-4 0,0 1-4 15,1 0 4-15,0-1-4 0,-1 2 9 0,1-1-1 16,-1-1 4-16,1 2-4 0,0-1-4 0,0 0 0 15,-2 0 0-15,0 0 4 0,1 0 0 0,1 0 0 16,-2 0-4-16,2-1-8 0,0 1 4 0,1 1 0 16,0-2 4-16,0 2 8 0,0 0-4 0,1-1-4 15,0 0 4-15,1 0-4 0,-1 0 0 0,2 0 8 16,-2-1-8-16,3 0 0 0,0 1 0 0,-2-1-4 16,0 2 13-16,2-2-5 0,-1 0-4 0,0 1 4 15,-2-1-13-15,-1 0 9 0,0 1 4 16,0-1-8-16,-2 0 4 0,-1 0-4 0,1 0 4 15,-2 1 4-15,0-1 0 0,-1 0 0 0,1 0-4 16,-2 0 0-16,2 0 5 0,-2 1 0 0,3-1-9 16,-3 0 4-16,0 0-5 0,2 0 5 0,-2 0 0 15,0 0 5-15,0 0 0 0,0 0-10 0,0 0 9 16,0 0-4-16,0 0 0 0,0 0 5 0,0 0-5 16,0 0 5-16,0 0-5 0,0 0 5 0,0 0 5 15,0 0-10-15,0 0 5 0,0 0-10 0,0 0 0 16,0 0 0-16,0 0 1 0,0 0-2 0,0 0 16 15,0 0-10-15,0 0 0 0,0 0 5 16,0 0-36-16,0 0-15 0,0 0-26 0,0 0-28 16,0 0-24-16,13 0-8 0,-13 0 26 0</inkml:trace>
  <inkml:trace contextRef="#ctx0" brushRef="#br0" timeOffset="71926.93">24205 7542 45 0,'0'0'8'0,"0"0"2"16,0 0 8-16,0 0 5 0,0 0 3 0,0 0 1 15,0 0-3-15,0 0-1 0,0 0-10 0,0 0 5 16,0 0-9-16,0 0-3 0,0 0 6 0,0 0-7 16,0 0 3-16,0 0 4 0,0 0-7 0,0 0 0 15,0 0-12-15,0 0 6 0,0 0-3 0,0 0 1 16,0 0 15-16,0 0-15 0,0 0 11 15,0 0 1-15,0 0-5 0,0 0 10 0,0 0-8 16,0 0 8-16,0 0-3 0,0 0-1 0,0 0-1 16,0 0-11-16,0 0 6 0,0 0-3 0,0 0 3 15,0 0 5-15,0 0-5 0,0 0 1 0,0 0 0 16,0 0 5-16,14 0 4 0,-14 0-1 0,16 14-1 16,-7-14 1-16,3 0-16 0,-1 0 3 0,0 0 5 15,1 0-8-15,-2 9 19 0,1-9 1 16,1 0-9-16,-4 7 4 0,1-7-16 0,1 4 5 0,-2-3-1 15,0 1 0-15,-2 1 4 0,2-2-8 0,-3 1 4 16,2-1 0-16,-3 0 4 0,2-1 4 0,-2 2-4 16,0-2-8-16,-1 0 8 0,-1 2-4 15,-1-2 0-15,1 0 5 0,-1 0-9 0,-1 0 4 16,0 0 4-16,0 1 0 0,0-1 0 0,0 0-4 16,0 0-4-16,0 0 4 0,0 0-3 0,0 0 3 15,0 0-4-15,0 0 11 0,0 0-3 0,0 0-4 16,0 0 8-16,0 0-12 0,0 0 0 0,0 0-8 15,0 0-26-15,0 0-17 0,0 0-33 0,0 0-36 16,0 0 23-16</inkml:trace>
  <inkml:trace contextRef="#ctx0" brushRef="#br0" timeOffset="79811.06">13895 9196 407 0,'1'0'-9'16,"0"-13"4"-16,-1 13-3 0,0-8 4 0,0 8 9 15,0-10-9-15,0 10 4 0,0-5 0 0,0 5 0 16,0-4 6-16,0 1-10 0,0 3 4 0,0-2-7 16,0 2 7-16,0-1 9 0,0 1 0 0,0 0 13 15,0-1-21-15,0 1 13 0,0-1-9 0,0 0-8 16,0-1 15-16,0 2-16 0,0 0 0 0,0-1 5 16,0 1-6-16,0 0-3 0,0-1 8 0,0 1 4 15,0 0 1-15,0 0 7 0,0 0-13 16,0 0-3-16,0 0 4 0,0 0 0 0,0 0 9 15,0 0-5-15,0 0-8 0,0 0 0 0,0 0-5 16,0 0 9-16,0 0 4 0,0 0 0 0,0 0 5 16,0 0-4-16,0 0-5 0,0 0 4 0,0 0-12 15,0 0-5-15,11 0 18 0,-11 0-4 0,0 0 3 16,0 0 4-16,0 0-7 0,0-10-13 0,0 10 8 16,0 0 10-16,0 0-1 0,0 0 17 0,0 0-4 15,0 0 0-15,0 0 5 0,0 0-5 16,0 0 9-16,0 0-9 0,0 0 0 0,0 0 0 15,0 0 0-15,0 0-5 0,0 0-4 0,0 0-9 16,0 0-9-16,0 0 9 0,-18 0-4 0,18 0 8 16,-13 0-4-16,13 11 0 0,-18-11-4 0,9 0-1 15,-3 9 5-15,3-9-9 0,1 7 9 0,-2-7 0 16,4 7 0-16,-1-2 5 0,-2-2-5 0,0 4 0 16,0-3-5-16,0 3 5 0,-3 1 0 0,1 0 0 15,-1 1 0-15,-3 0-4 0,2 1 3 0,-3 0-3 16,5-1 3-16,-3-1-3 0,3 1 4 0,1-1 0 15,0-2 4-15,3 0 1 0,1 1-10 0,1-1 14 16,3-1-14-16,-2 1 0 0,4 1 1 0,0 0-10 16,0 0 19-16,0 2 4 0,0 0-1 15,0 0 1-15,24 2-14 0,-24-2-4 0,20 2-1 16,-20 0 15-16,25-1 4 0,-12 1 5 0,3 0-5 16,-3 0-9-16,2 1-5 0,0-1-5 0,-1 0 15 15,-3-1-15-15,3-1 20 0,-4-1 0 0,-1 0-5 16,-2 1 10-16,0-2-15 0,-4 1 17 0,-1-1-11 15,-2 1 12-15,0 1 11 0,0-2 5 0,0 2 23 16,0 0 9-16,0-1 6 0,0 1-13 0,-23 0 1 16,23-1-11-16,-15 2-7 0,15-2 2 0,-21 1-16 15,21-2-8-15,-25 1-9 0,10-2 7 0,1 0-7 16,-1-2-2-16,-1 1 4 0,-3-2-12 16,4 0 8-16,-3-1-4 0,0 0-4 0,2-2 3 15,3 0-8-15,-1 1 9 0,3-1 0 0,0 0 0 16,2 0 0-16,4 0-1 0,-1 0-2 0,1 0-1 15,1 0-27-15,0 0-72 0,3 0-70 0,-1 0-43 16,2-15-5-16,0 15 29 0,0 0 9 0,0-11 39 16</inkml:trace>
  <inkml:trace contextRef="#ctx0" brushRef="#br0" timeOffset="82524.25">13948 9470 318 0,'5'-11'5'16,"-1"2"2"-16,1 1 5 0,2-1 7 0,-1 1 4 16,-1-2 1-16,-1 3 3 0,1 0-4 0,-1 2-6 15,2-1 9-15,-3 1 3 0,-2 1 19 0,1-1 16 16,-2 3 13-16,0-1 6 0,0 1-16 0,0 0-8 15,0 1-17-15,0 1-25 0,0-1-1 0,0 1-2 16,0 0-13-16,0 0-2 0,0 0 1 0,0 0-15 16,0 0 4-16,0 0 1 0,0 0-6 0,0 0 0 15,-12 0 7-15,12 16-1 0,0-16 7 0,0 15 0 16,-11-15-7-16,11 22 12 0,-9-7-6 0,5 3 8 16,-3 1 8-16,5 1-1 0,-3 1-1 0,1-1-14 15,2 1-3-15,1 1 5 0,0-3-4 16,1-1 5-16,0 2 10 0,0-3-11 0,0-2 6 15,0-2 11-15,0 0-10 0,0-3 5 0,20-1 4 16,-20-2-14-16,0-1 4 0,17-2 1 0,-17-1 1 16,16 0 9-16,-16-3 1 0,16 0-15 0,-16 0 0 15,14 0 9-15,-5 0-10 0,-3 0 10 0,1 0 5 16,-1-19-8-16,4 19-5 0,-4 0 5 0,1-20-9 16,1 20-12-16,0-17 16 0,1 17-11 0,-1-18 11 15,0 7 5-15,1 0-4 0,-3 0 3 0,3 0 6 16,-1 0 0-16,-2 0-5 0,0-1-4 15,-1 0-10-15,-1 2 3 0,2 0 12 0,0-2 1 16,0 1-2-16,-3 1-1 0,1 0-11 0,-2 0 3 16,4 2 6-16,-5-1-4 0,1 2 2 0,1 1-2 15,-1-1 3-15,0 2-8 0,-2 2 5 0,1-2 1 16,-1 3-10-16,0 0 8 0,0 1-15 0,0 1 5 16,0 0 0-16,0 0 0 0,0 0 11 0,0 0-5 15,0 0 0-15,0 0-3 0,0 0 0 0,0 21 15 16,0-21-4-16,0 18-7 0,0-18 5 0,-19 25-6 15,19-11 9-15,0 2-2 0,0-2 1 16,-9 3-6-16,9 0-10 0,0 0 15 0,0 2-4 16,0-1-1-16,0-2 10 0,0 0-8 0,0-1 8 15,0-2 2-15,0 0-15 0,0-2 10 0,0-1-5 16,15-3 5-16,-15 0 14 0,0-1 1 0,15-1-9 16,-15-2 1-16,13-1-5 0,-13 0 8 0,15-2 0 15,-8 0-1-15,4 0-6 0,-1 0-11 0,1 0 6 16,0 0-13-16,0-21 11 0,1 21-3 0,-4 0 5 15,2-19 8-15,-1 19 1 0,-1-17-1 0,0 17-4 16,-2-15-9-16,0 6 1 0,-3-2-4 0,3 2 4 16,-3-1 4-16,-1 0 5 0,-2 1 4 0,0 1-9 15,0-2 6-15,2 2-10 0,-2 0 5 0,0 0 3 16,0 1 1-16,0-1 3 0,0 2-5 16,0-2 1-16,0 4-11 0,0-2 2 0,0 3-2 15,0-1 5-15,0 3 3 0,0-1-14 0,0 2 6 16,0 0-15-16,0 0-5 0,0 0 18 0,0 0-20 15,0 0 15-15,0 0 19 0,0 16-13 0,0-16 15 16,0 12-5-16,0-12-12 0,0 18 1 0,0-8 10 16,0 2 3-16,0 1 1 0,0 0-1 0,0 0-9 15,0 0-8-15,0-1 4 0,0 1 6 0,0-1 5 16,0-2 3-16,0 0-4 0,0-2 1 0,0-1-4 16,20 0 4-16,-20-2 0 0,0-1 0 15,13-1-9-15,-13 1 6 0,0-2-5 0,12 0 8 0,-12 0 14 16,7 0-14-16,-7-2 10 0,9 1-11 15,-2-1 2-15,-1 0 1 0,1 0-6 0,0 0 9 16,4 0-16-16,-4 0-1 0,2-20 13 0,2 20-11 16,0 0 8-16,-2-18 12 0,0 18-13 0,3-15 4 15,-6 15 5-15,3-14-8 0,0 14-5 0,-2-14 4 16,0 6-8-16,-1 1 0 0,-1-1 9 0,2 1-4 16,-2 2 2-16,1-1 1 0,-2 0-5 0,1 3 3 15,-3 0 2-15,2-1-5 0,-1 3 0 0,-1 0-1 16,-2 0-4-16,0 1-2 0,1 0-6 0,-1 0-4 15,0 0 5-15,0 0 0 0,0 0 6 0,0 0 15 16,0 0 3-16,0 15 5 0,0-15-5 16,0 0-9-16,0 15-11 0,0-15 11 0,0 14 0 15,0-14-5-15,0 15 15 0,0-7-11 0,0 2 10 16,15-1 0-16,-15 0-9 0,0 0 8 0,0 0-7 16,13-1 5-16,-13-1 4 0,9-1-13 0,-9 0 13 15,9-1-5-15,-3-1-4 0,2-1 13 0,-1 0-13 16,-1-3 5-16,0 0 4 0,1 2-7 0,1-2 11 15,-1 0-7-15,1 0-1 0,3 0-1 0,-2 0-11 16,0-22 4-16,2 22-10 0,3-14 14 0,-1 14 1 16,1-18 4-16,-3 18 9 0,6-20-17 0,-4 9 5 15,2-1-9-15,-3 3-4 0,0-4 5 0,-2 3 6 16,1 1 5-16,-1-1 9 0,-1 2-4 0,-3 2-9 16,-1 0 7-16,-1 1-18 0,0 1 8 0,-2 2-8 15,0 1-5-15,-2 1 8 0,0 0-5 16,0 0 5-16,0 0-8 0,0 0-6 0,0 0 6 15,0 0 4-15,0 0 4 0,0 0 6 0,0 0-3 16,0 14-3-16,0-14 8 0,0 0 1 0,0 15 2 16,0-15-2-16,0 13 5 0,0-5-9 0,0-1-1 15,0 1 0-15,0-1 1 0,0 3 8 0,18-3-2 16,-18 1 3-16,0-1-3 0,19-1-1 0,-19 0-9 16,17-1 14-16,-7-1-6 0,1-1 3 0,2-2 9 15,3-1-14-15,-2 0-5 0,2 0 4 0,0 0 6 16,1 0 0-16,0 0 6 0,1-23-5 15,-1 23-8-15,-4-20-4 0,6 20 3 0,-3-25 6 16,3 12 0-16,-2-2 4 0,2-2-8 0,-2 1 0 16,3 0 0-16,-2 0 14 0,-2 1-5 0,-2 0-12 15,-2-1 7-15,-2-1-13 0,0 2 10 0,-3 0 7 16,-3-1-3-16,3 0 0 0,-5 0-4 0,0 3-3 16,-1-1-2-16,-1 3-10 0,0-2 11 0,0 3 4 15,0 2-6-15,0 0 11 0,-18 2-12 0,18 1-3 16,0 1 8-16,-16 2-7 0,16 0-1 0,0 2 0 15,-17 0-1-15,17 0 6 0,-16 0-8 0,6 0 5 16,1 22 6-16,-3-22-5 0,0 20 18 16,0-20-9-16,1 26-9 0,0-11 14 0,1 2-23 15,1 1 7-15,2-2 9 0,-1 0-12 0,2 2 17 16,2 0 5-16,-2-2-10 0,5 2-5 0,-2-1 9 16,1-1-5-16,0 1 4 0,2 0 2 0,0-1-9 15,0 0 1-15,0 1-8 0,0-2 8 0,0 0 4 16,0-1-3-16,0 1 8 0,0-1-8 0,0 0-6 15,16 0 6-15,-16-2 1 0,0 0-1 0,0-2 6 16,16 2-4-16,-16-4 3 0,14-1 10 0,-14 0-5 16,16-1 7-16,-7-2-1 0,0-1 3 0,0-1-4 15,-1-1-8-15,1-1 3 0,-1 0-4 16,1 0 4-16,-1 0 3 0,1 0 1 0,-1 0-12 0,-1-20 0 16,1 20 0-16,-2 0-3 0,0-18 6 15,-2 18 5-15,3-14-10 0,-4 14 5 0,-2-15-4 16,5 8 0-16,-5-2 4 0,0 3-3 0,-1-2 5 15,0 1-5-15,0 0 2 0,0 0-5 0,0-1-1 16,0 2 2-16,-19 0-2 0,19-1 0 0,0 1-5 16,-17 0 7-16,17 3-4 0,-12-2 4 0,12 2-3 15,-12 1 0-15,12 2 0 0,-8-1-5 0,8 1-1 16,-7 0 3-16,7 0-7 0,0 0 9 0,0 0-1 16,0 0-5-16,0 0 16 0,0 0-15 15,0 0 19-15,0 0-4 0,0 0-11 0,0 13 14 16,0-13-4-16,17 0-5 0,-17 0 10 0,0 14-5 15,21-14 0-15,-21 8 3 0,18-8-7 0,-7 6 0 16,2-6-5-16,1 0 6 0,1 4 3 0,2-4 10 16,-4 0-8-16,4 0-5 0,-2 0 9 0,1 0-18 15,-2 0 21-15,0 0-4 0,-1-17-7 0,0 17 7 16,-2 0-7-16,-1-15-2 0,0 15 1 0,-1-12 2 16,0 12-9-16,-1-14 1 0,-1 6 12 0,-1 1 0 15,1-2 5-15,-2 1-1 0,2 0-12 0,-4-2-5 16,1 1 0-16,-2 0 14 0,0-1-4 0,0 1 0 15,-2-3 4-15,0 2-15 0,0 1 5 0,0-1 10 16,0 0-5-16,0 1-3 0,0-1 3 0,0 2-14 16,-20 1-1-16,20 0 14 0,0 1-11 15,0 1-1-15,0 2 0 0,-11 2-16 0,11 1 11 16,0 0 5-16,0 0 2 0,0 0 9 0,-7 0-3 16,7 23 1-16,-3-23 8 0,3 14-11 0,-2-14-2 15,0 21 6-15,2-11-7 0,0 3 11 0,0 0-8 16,0 1-1-16,0 2 2 0,0 0-2 0,0 0 15 15,0-2-16-15,0 0 4 0,16 0 2 0,-16-2 6 16,0-1 6-16,14-2 0 0,-14-2-4 0,0 0-12 16,11-1 11-16,-11-2-4 0,7-1 10 0,-7-1-5 15,6 0 7-15,-3-1 2 0,2 0-5 0,-1-1-3 16,-2 0 2-16,5 0-6 0,-4 0-9 0,4 0 16 16,-2 0-21-16,2 0 2 0,-2-18 12 0,2 18-11 15,1 0 11-15,-4-16 0 0,5 16-5 16,-3-11-2-16,1 11 2 0,1-12-2 0,2 4 0 15,-3 1-2-15,1 2 2 0,2-2 0 0,-1 3-5 16,0-2 9-16,-2 3-5 0,3-1-1 0,-4 1 6 16,1 2-8-16,-1-1-1 0,2 1 6 0,-3 1-1 15,-1 0-3-15,1-1 2 0,-2 1-6 0,1 0-1 16,-2 0 0-16,1 0 2 0,-2 0 6 0,2 0-3 16,-2 0 7-16,0 14 5 0,1-14-7 0,-2 0-5 15,0 11 0-15,0-11-1 0,0 8 4 16,0-8 10-16,0 9-9 0,0-9 0 0,0 10-3 15,0-5 2-15,0 0 7 0,0 0-2 0,0 0 8 16,14 2 1-16,-14 0-1 0,0-1 1 0,17 0-8 16,-17 0 4-16,14-1 5 0,-6 0-9 0,4-1 5 15,-2 0-4-15,2-1 3 0,-2-1 4 0,2 0 4 16,-1-2-12-16,-3 1 1 0,2 0-1 0,-3-1-5 16,3 0 5-16,-4 0-3 0,0 0-10 0,1 0-59 15,1 0-52-15,-3 0-66 0,2-18-37 0,-2 18 19 16,-2 0-28-16,1-16 59 0</inkml:trace>
  <inkml:trace contextRef="#ctx0" brushRef="#br0" timeOffset="84987.93">16808 9307 512 0,'0'-4'-4'0,"0"0"8"16,0-2-4-16,0 3 1 0,0-2-1 0,0 2-8 15,0-1 7-15,0 2 1 0,0 1 0 0,0 1 4 16,0 0-4-16,0 0 0 0,0 0 0 0,-14 0 0 16,14 0-5-16,0 0-4 0,0 0 13 0,-16 22-9 15,16-22 3-15,-14 18 10 0,6-18-22 0,1 26 12 16,-3-11 1-16,0 3-5 0,2 1 11 0,0 3-3 16,0 0 0-16,1 1 1 0,0 1 6 0,0 1 1 15,2-1-11-15,-1 0-1 0,3 0 4 0,1-1-5 16,0-1 14-16,2 0-5 0,0-2-1 15,0-3-4-15,0 0-4 0,0-1 3 0,21-3-3 16,-21-2 8-16,16-2 8 0,-16-1-8 0,20-1-5 16,-20-4-4-16,24 0 3 0,-11-2 10 0,1-1-5 15,-1 0 1-15,2 0-10 0,-4 0-8 0,0 0-11 16,1-17-10-16,-3 17-27 0,0 0-44 0,-3-19-9 16,0 19 12-16</inkml:trace>
  <inkml:trace contextRef="#ctx0" brushRef="#br0" timeOffset="85295.72">16531 9470 496 0,'-5'-1'10'16,"0"0"10"-16,3 0 14 0,1 1 0 0,1-2-10 16,0 1-10-16,0 1-18 0,0 0 0 0,0 0 13 15,0 0-4-15,21 0 4 0,-21 0-4 0,22 0-10 16,-6 0 5-16,1 0 5 0,1 0-1 0,3 0 6 16,-1 0-5-16,0 0-15 0,0 0 15 15,0 0-19-15,-4 0 9 0,2 0 14 0,-4 0-9 16,0 0 5-16,-3 0-24 0,0 0-20 0,0 0-39 15,-2 0-9-15,-3 0-37 0,0 0-5 0,1 0 39 16</inkml:trace>
  <inkml:trace contextRef="#ctx0" brushRef="#br0" timeOffset="86299.4">16853 9614 246 0,'0'5'11'0,"0"-1"11"0,0-1 10 16,0-3 6-16,22 2-6 0,-22 0-10 0,14-1-10 16,-14 0 3-16,18 1-9 0,-18-2 8 0,17 1-4 15,-7-1 0-15,-1 0 14 0,0 0-10 0,-1 0 10 16,1 0 0-16,0 0-13 0,1 0 8 0,-1 0-5 15,-3-17-9-15,1 17 13 0,1 0-4 16,-3-18 1-16,1 18-1 0,-1-14-5 0,-2 14-4 0,0-14 0 16,-1 6 6-16,-1 1-5 0,-1 0 0 15,0 1-6-15,0 1-11 0,0 1 17 0,0 0 0 16,0 1 0-16,-16 0 5 0,16 0-17 0,0 0-6 16,-19 2 12-16,19-1-11 0,-16 0 0 0,16-1 11 15,-16 3-6-15,16 0 6 0,-15 0-10 0,7 0-4 16,3 0 9-16,1 0 5 0,-1 20 10 0,1-20 0 15,0 13-15-15,2-13 5 0,1 16 0 0,-1-4-5 16,0-1 15-16,2 0-15 0,0 1-4 0,0-1 14 16,0 1 1-16,0 0-6 0,0 0 5 0,0 0-10 15,19 0 0-15,-19-2 14 0,17 2-9 0,-17-4-9 16,24 1 5-16,-10 0 0 0,1-3 18 0,1 0 4 16,-3-1-19-16,2-3 1 0,-1 3-10 15,0-3 6-15,1-2 4 0,1 0 0 0,-1 0-23 16,1 0 0-16,0 0-9 0,0 0-10 0,0-20 13 15,-1 20-9-15,-1-15 9 0,1 15 4 0,-4-16 8 16,2 16 5-16,-3-17-6 0,1 17-2 0,-3-18-19 16,1 11-9-16,-2-1 9 0,-2 0 1 0,0 0 19 15,-2 0 11-15,0 1 5 0,-1 1 3 0,0 0 4 16,-2 0 9-16,0 0-12 0,0 1 5 0,0 1 6 16,0 1-6-16,0 1 0 0,0-2 4 0,0 3-15 15,0 1 5-15,-16 0 10 0,16 0-14 0,0 0 9 16,0 0-4-16,-14 0-9 0,14 19 9 0,-12-19-3 15,12 0-5-15,-13 20 15 0,5-20 5 16,-1 18 5-16,1-18 3 0,1 18-12 0,0-6-11 16,-1-1 5-16,2 0-1 0,1 1 4 0,1-1 8 15,2 0-10-15,1 1-7 0,0-3 12 0,1-1-12 16,0-1 4-16,0-1 8 0,0-2-11 0,0-1 11 16,0 0 1-16,0-1-5 0,16-2 4 0,-16 0-9 15,0 0-5-15,18 0 9 0,-18 0-8 0,16 0 3 16,-16 0 5-16,18-22-4 0,-9 22 8 0,-1 0 0 15,2-19-4-15,-3 19-5 0,0-14-4 16,1 14-1-16,-3-15 6 0,2 6-13 0,-2-1 16 0,-1 1-9 16,0 1 6-16,-1-1 31 0,3 0-16 15,-6-1 10-15,3 2 5 0,-2 1-14 0,2 2 5 16,-3 0 8-16,0 0-8 0,0 2 7 0,0 2-14 16,0 0-13-16,0 1 4 0,0 0-15 0,0 0 6 15,0 0 8-15,0 0-13 0,0 0 1 0,0 17 4 16,0-17 0-16,0 15 18 0,0-15-4 0,0 22-5 15,-13-10-4-15,13 3-9 0,0 2 22 0,0-1 13 16,0 3 10-16,0 1-4 0,0-1-4 0,0 4 2 16,0-3-10-16,0 2 11 0,0-1-11 0,0 0 0 15,0-1 6-15,0-1-2 0,0-2 11 0,0 0 0 16,0-1 14-16,0-2 0 0,0 0-10 0,0-3 4 16,0 0-20-16,-17-2-4 0,17-2-1 15,-17-2-6-15,17-1 0 0,-23-3-8 0,8-1-10 16,0 0-56-16,0 0-48 0,-1 0-36 0,2-26-18 15,0 26 16-15,2-25 16 0,1 11 3 0,4-1-9 16,1-1 33-16</inkml:trace>
  <inkml:trace contextRef="#ctx0" brushRef="#br0" timeOffset="87948.01">17590 9630 364 0,'4'-7'10'0,"-1"-1"11"15,0 0 16-15,1-1 5 0,-2 1 9 0,-2 0 10 16,0 0-10-16,1 1 13 0,-1 1-14 0,0 1-14 15,0-1-5-15,0 3-25 0,0-1-1 16,0 3-11-16,0 1-6 0,0 0-7 0,0 0-4 0,0 0 22 16,0 0 1-16,0 0 12 0,0 0-7 15,-17 0-17-15,17 22 6 0,0-22 16 0,-19 18-5 16,19-18-5-16,-15 24 5 0,15-11-17 0,-12 3 12 16,12 0 5-16,-12 1-12 0,6-1 2 0,6 1 4 15,-8 0 1-15,5 0 5 0,1-1 10 0,0-1-10 16,2-3-5-16,0 0-5 0,0-2-6 0,0 0 6 15,0-5 10-15,0 2 11 0,0-4-5 0,0 0 5 16,0 0 0-16,17-3 10 0,-17 0-4 0,0 0-6 16,14 0-6-16,-14 0-9 0,12 0-1 0,-12-19 5 15,15 19-4-15,-5-15-6 0,-1 15 1 0,2-19 5 16,-1 19 5-16,0-20-5 0,-2 9 6 0,2-1-2 16,-1 0-9-16,-1 0 5 0,-3 0 10 15,1 0-19-15,-1 0 14 0,-2 2 7 0,2-2-12 16,-5 2 16-16,4 1-16 0,-4-1-6 0,3 2 0 15,-3 1-5-15,1 2 20 0,-1 0-10 0,0 1 6 16,0 2-11-16,0 0-6 0,0 2 0 0,0 0 0 16,0 0 5-16,0 0 4 0,0 0 7 0,0 0-5 15,0 0 4-15,0 0-9 0,0 15 4 0,0-15 0 16,0 0-10-16,0 20 6 0,0-20 3 0,0 17 6 16,0-7 5-16,0 1-5 0,0 0 6 0,0-1-16 15,0 2 10-15,0-3-4 0,0 1 3 0,0 0 7 16,16-2-16-16,-16 1 16 0,0-2-25 0,16 0 10 15,-16-1 10-15,12-1-5 0,-5-1 10 16,-7 0-5-16,12-2 1 0,-5 0 0 0,0-2 9 16,-3 0 0-16,1 0 0 0,3 0-14 0,-1 0 0 15,2 0 1-15,-2-19 8 0,1 19 5 0,2 0-9 16,1-17-1-16,-1 17-8 0,0-15 4 0,0 15 6 16,-1-17-5-16,0 7 5 0,0 0 0 0,0 0-20 15,-3 0 4-15,1-1 0 0,-1 1 5 0,-1 1 11 16,0-2 9-16,0 2-14 0,-1 2 3 0,0-1 1 15,0 2-6-15,-3 1 0 0,1 0-9 0,0 3 9 16,-2 0-17-16,0 1 0 0,0 1-1 0,0 0-4 16,0 0 11-16,0 0 5 0,0 0 6 15,0 0-1-15,0 20 5 0,0-20 6 0,0 13-12 16,0-13 1-16,0 20 5 0,0-9-6 0,0-1 11 16,0 2-5-16,0 0-11 0,0 1 1 0,0 0-5 15,0-1 14-15,0 0 1 0,0-2 5 0,0 2 0 16,17-2-9-16,-17-1 0 0,0-1 1 0,17-1-1 15,-17 0 4-15,14-2 1 0,-14 1 5 0,14-2 0 16,-8 1 9-16,3-2 1 0,-1-1 0 0,0 0 13 16,-1-2-4-16,1 0-10 0,1 0 0 0,-2 0-6 15,2 0-12-15,0 0 12 0,1 0-7 0,-1-23-8 16,2 23 3-16,-1 0 1 0,-1-20-10 0,-1 20 5 16,4-17 0-16,-4 7-8 0,1 0 21 15,-1 1-9-15,1-1 5 0,-2 1 8 0,2-1-21 16,-1 1 13-16,-2 1-17 0,0 0-6 0,-1-1 18 15,0 4-5-15,-1-2 10 0,0 3-2 0,-2-1-3 16,1 4-4-16,-1-2-2 0,-2 2 8 0,2-1-13 16,-2 2-1-16,0-1 0 0,0 1-7 0,0 0 7 15,0 0 6-15,0 0 8 0,0 0 5 0,0 0-4 16,0 18 4-16,0-18-9 0,0 0-10 0,0 21 9 16,0-21-5-16,-14 17 5 0,14-8 2 0,0 1 8 15,0 0 7-15,0 2-11 0,0-1-2 0,0-1-3 16,0 1-11-16,0-1 12 0,0 1 9 15,0-2-4-15,0 0 0 0,20-2 4 0,-20 0 0 16,13-1 5-16,-13-3 3 0,17 0-8 0,-17-1-11 16,17-2 7-16,-7 0 0 0,-1 0 4 0,1 0 3 15,3 0-11-15,-1 0-5 0,2-20 0 0,2 20-4 16,0 0 0-16,0-19-13 0,2 19 0 0,0-17 9 16,0 17-9-16,0-17 16 0,-2 8 2 0,1-1 2 15,-2 1 11-15,0-1 1 0,-2 2-6 16,-2 0-1-16,1 2 1 0,-5-3-3 0,1 2 7 0,-5 2-2 15,0 1 4-15,-3-1-1 0,1 3 1 16,-1-3-2-16,0 4-14 0,0 0-1 0,0 1 1 16,0 0-1-16,-24 0 8 0,24 0-2 0,-15 0-6 0,15 0 4 15,-17 0 1-15,17 0-10 0,-23 17 10 16,14-17-5-16,-1 0 4 0,0 18 5 0,1-18-4 16,0 15 8-16,0-15-12 0,2 18 8 0,-1-9-5 15,-1 4 1-15,1-2 5 0,0 2-1 0,2-1-4 16,-3 1-4-16,4-2 0 0,-1-2 2 0,3-1 3 15,1-1-9-15,1-2 14 0,1-2 4 0,0-1 5 16,0-2 12-16,0 0-17 0,0 0-12 0,19 0-5 16,-19 0-23-16,0 0-5 0,27 0 7 0,-27-22-4 15,22 22 9-15,-22-15 14 0,23 15 1 0,-12-19-4 16,2 19 13-16,-1-20 1 0,0 10-8 0,2 0 8 16,-4 1 5-16,2 0-14 0,-2 3 8 15,-3-1 10-15,1 3-20 0,-5 0 15 0,0 2-11 16,-1 2 0-16,-2 0 0 0,0 0-4 0,0 0 13 15,0 0-3-15,0 0 4 0,0 0 9 0,0 22-5 16,0-22 0-16,0 21-4 0,0-9-6 0,0 4 11 16,0 1 4-16,0 1 16 0,0 2 9 0,0 2 5 15,0 2 5-15,0 0-1 0,-19-1-2 0,19 1-14 16,0 0-12-16,0-1 3 0,0-3-10 0,0-1 3 16,0-2 0-16,0-3 4 0,0-2 7 0,0-2 11 15,0-2 1-15,0-2-10 0,-26-1-1 0,26-2-19 16,-23-2-2-16,23-1-4 0,-29 0-2 0,15 0-4 15,-6 0-9-15,0 0-56 0,3-19-54 16,0 19-50-16,-1-16-47 0,5 16 16 0,1-19 16 16,3 19 10-16,2-23 6 0,3 9 41 0</inkml:trace>
  <inkml:trace contextRef="#ctx0" brushRef="#br0" timeOffset="88979.78">18772 9790 379 0,'4'-7'6'16,"-1"2"20"-16,-1 0 15 0,2-2 14 0,-1 0 27 15,0-1 4-15,-1 1 3 0,1 1 16 0,-1 0-19 16,0-1-11-16,1 1-22 0,-2 1-35 0,-1-1-11 15,0 4-21-15,0-3 17 0,0 3 2 0,0 0-16 16,0 0 14-16,0 1-13 0,0 1-7 0,0 0 11 16,0 0-5-16,0 0 1 0,0 0 5 0,0 0 4 15,0 17-6-15,-16-17 6 0,16 15-1 0,0-15 6 16,-12 21-5-16,12-9-5 0,-12 1 5 16,12 0-5-16,-9 1 14 0,3-1-4 0,6 0 1 15,-10-1-5-15,8 0-4 0,-1 0 8 0,3-2-4 16,-2-1 5-16,0-3 0 0,2 1 1 0,0-1 0 15,0-2 3-15,0-1 10 0,0-1 10 0,0-2 13 16,0 0-12-16,0 0-9 0,17 0-8 0,-17 0-18 16,0 0 13-16,15 0-9 0,-15-20-3 0,15 20 9 15,-6-14-9-15,-9 14 18 0,14-18-14 0,-6 18 1 16,-2-19 4-16,2 9-11 0,-1 0 7 0,0 0-4 16,-2-2-4-16,0 2 13 0,-1 0-1 0,-1 0 4 15,-1 1 5-15,1 1-4 0,-3 1-4 0,0 1 7 16,0 2-5-16,0 1-8 0,0 1 0 0,0 1-13 15,0 1-1-15,0 0-2 0,0 0 2 16,0 0 8-16,0 0-3 0,0 0 9 0,0 0 4 16,0 0-5-16,0 21 13 0,0-21-10 0,0 14 5 15,-13-14-5-15,13 16-3 0,0-16-3 0,0 18-1 16,0-9 1-16,0 0 4 0,0 1 4 0,0-1 1 16,0-1 3-16,0-1-8 0,0 0 15 0,0-1-10 15,15-1 8-15,-15 0-4 0,16-2-3 0,-16-1 7 16,19-1-5-16,-19 0 1 0,19-1-4 0,-7 0-5 15,-1 0 9-15,2 0 5 0,-1 0-3 0,0-20 5 16,1 20-12-16,-1 0 9 0,1-20-7 16,0 20 5-16,-2-14 5 0,0 14-16 0,0-17 6 15,-4 6-6-15,2 2-5 0,-1-1 2 0,-1 0 1 16,-1 0 8-16,-1 1-5 0,-1 0 13 0,-2 3 11 16,1-1 1-16,-1 1 6 0,0 2-9 0,-2 1-8 15,0 1-22-15,0 1-1 0,0 0-4 0,0 1-9 16,0 0 7-16,0 0 1 0,0 0 0 0,0 0 20 15,0 0-1-15,0 0 0 0,0 0-7 0,0 20-6 16,0-20 2-16,-14 13 4 0,14-13 4 0,0 17-3 16,0-7 0-16,-12-1-1 0,12 4 3 0,0-2-14 15,-5-1 11-15,5 2 1 0,-6-2-3 0,6 1 9 16,-2-1-8-16,2-1 1 0,0-2 8 16,0 2 10-16,0-3-2 0,0 0-2 0,0-3 11 15,0 1-23-15,0-2 20 0,0 0 2 0,17-2-8 16,-17 0 7-16,0 0-15 0,14 0 4 0,-14 0-17 15,17 0 10-15,-17 0-5 0,17-18 2 0,-4 18-1 16,-2 0 1-16,0-21-3 0,2 21-2 0,-2-17 3 16,1 17-2-16,0-16 3 0,1 7-7 0,0 3 7 15,0-2 0-15,3 2-3 0,-4 0 7 0,1 2 10 16,-1 2-9-16,0-1 10 0,-4 3-12 0,-3 0-4 16,0 0 8-16,-3 0 4 0,0 0 3 0,-2 0-4 15,0 23-2-15,0-23-3 0,0 21-1 0,0-21-6 16,-16 25 2-16,16-11 0 0,0 1-1 15,-15-1 8-15,15-1-3 0,0 1-1 0,0-3-2 16,0 1 0-16,0-3 4 0,0 0-5 0,0-2 5 16,0-1-5-16,0-2 0 0,0-1 2 0,0-1-18 15,0-1-80-15,0-1-122 0,0 0-86 0,0 0-29 16,0 0 20-16,0 0 91 0,0 0 86 0</inkml:trace>
  <inkml:trace contextRef="#ctx0" brushRef="#br0" timeOffset="90219.13">19803 9477 367 0,'-4'-5'5'0,"2"3"17"0,0-1 10 0,-1 0 11 15,-1-1 8-15,0 0-15 0,3 1 3 0,-1-1-5 16,0 1-11-16,1-1 12 0,0 1-20 15,1 0 7-15,0-1-10 0,0 2-7 0,0-1 1 16,0 1-1-16,0-1 6 0,0-1-6 0,0 3 11 16,18-2-16-16,-18 0 6 0,0 2 5 0,19-1 0 15,-19 1 5-15,16 1 6 0,-8 0-6 0,1 0-4 16,2 0 0-16,-1 0 9 0,1 0-9 0,3 18 11 16,-2-18-1-16,3 14-19 0,-1-14 3 0,1 18-14 15,-2-18-1-15,3 21 8 0,-4-10 14 0,-1-2-1 16,1 0 4-16,-3 1-12 0,0-1-7 0,-1 3 6 15,-3-1 5-15,0-1-5 0,-4 3 1 0,-1 2-2 16,0 1-5-16,0 0 10 0,0 1-5 0,-22 3 1 16,22-1-10-16,-23 1 6 0,23 1-1 15,-26-1 6-15,11 2 8 0,1-2-4 0,-1 2 5 16,0 0-5-16,1-2 5 0,2 2 1 0,0-2 0 16,1-1 9-16,3 0-8 0,1 1 5 0,1-4 4 15,-1 1-9-15,4-1 0 0,-1-1-5 0,2-3-3 16,1 1 0-16,1-2 7 0,-2-2 0 0,2 0-5 15,0-2 1-15,0-2 0 0,0-2-5 0,0 0 6 16,0-2 6-16,0 1-13 0,0-2 12 0,0 0-4 16,0 0-24-16,0 0-58 0,14 0-74 0,-14 0-59 15,0-19-25-15,16 19 23 0,-16 0 5 0,13-22 59 16</inkml:trace>
  <inkml:trace contextRef="#ctx0" brushRef="#br0" timeOffset="90462.68">19822 9783 601 0,'-3'-5'17'0,"-1"3"22"0,3-2 5 16,1 0 6-16,0 1-19 0,0-1-25 0,0 1-17 15,0 0 6-15,0 1 0 0,26-1 10 0,-26 1 11 16,23 0-16-16,-9 0 0 0,4 1 0 0,1 1-5 15,-1 0 10-15,0 0-5 0,-2 0 0 16,2 0 0-16,-4 0 0 0,1 0 0 0,-4 0-6 16,0 0-38-16,-2 14-24 0,-2-14-23 0,0 0-31 15,-2 0 0-15,1 0-10 0,-2 0 29 0</inkml:trace>
  <inkml:trace contextRef="#ctx0" brushRef="#br0" timeOffset="91219.38">20318 9614 340 0,'1'-7'1'16,"-1"1"20"-16,0 0 5 0,0-2 7 0,2 2-2 16,-2-1-14-16,0 1-6 0,0 2-6 0,0-3 5 15,0 2-5-15,2 0-5 0,-2 1 5 0,2 1-5 16,-2-1 4-16,2 3 6 0,-2-1-14 0,1 2 4 16,-1 0-4-16,0 0-6 0,0 0 11 0,0 0 8 15,0 0-3-15,0 0 9 0,0 17 0 0,0-17-23 16,0 14 4-16,0-14 5 0,0 19 0 15,0-7-4-15,0 1 13 0,0 2-4 0,0 2 0 16,0 1-1-16,0 1-3 0,0 1-6 0,0 2 1 16,0 0 8-16,0 0-4 0,0-2 8 0,0 2 18 15,0-3 14-15,0-1 10 0,0-1-3 0,0-1-7 16,0-2 6-16,0 0-1 0,0-2 4 0,18-1 0 16,-18-1-6-16,13-1-4 0,-13-1 6 0,15-2 9 15,-15 0 12-15,17-2-10 0,-9-2-10 0,3-1-13 16,-1-1-18-16,0 0 3 0,1 0-14 0,0 0 3 15,0 0-7-15,2-19 3 0,-3 19 3 0,0-16-2 16,-1 16 6-16,1-19-2 0,-2 19 9 0,0-22-10 16,-2 10 8-16,-1 0-7 0,1-1 0 0,-1 0 7 15,-2-2-7-15,0 2 2 0,0 0-1 16,-3-2 6-16,1 0 4 0,0 1 3 0,-1 1 4 16,0 1-3-16,0 1-6 0,2 0 4 0,-1 0-3 15,0 2-4-15,1 2 0 0,0 0-9 0,1-1-4 16,0 1-2-16,-1 2-5 0,0-2 1 0,-1 2 0 15,3 0-1-15,-1 0 1 0,1 1 2 0,-3 0 1 16,1 0-1-16,2 2 1 0,-2 0-4 0,1-1-16 16,-1 3-56-16,1-1-76 0,-2 1-69 0,1-1-44 15,0 1 24-15,-1 0 27 0,2 0 9 0,-2 0 57 16</inkml:trace>
  <inkml:trace contextRef="#ctx0" brushRef="#br0" timeOffset="93291.29">19783 10315 124 0,'0'15'-4'16,"-7"-15"20"-16,7 0 11 0,-5 0 12 15,5 0 4-15,-5 0 1 0,2 0-5 0,1 0-6 16,0 0 5-16,-2 0-5 0,4 0-6 0,-2 0-2 16,-1 0-5-16,3 0-9 0,-2 0 0 0,2 0 4 15,0 0 4-15,-2 0-4 0,2 0 9 0,0 0-5 16,0 0 0-16,0 0 0 0,0 0-19 0,0 0 5 15,0 0-5-15,0 0 0 0,0 0 10 0,0 0-6 16,0 0 7-16,0 0-6 0,0 0 6 0,0 0-16 16,16 0-1-16,-16 0 6 0,0 0 0 15,17 0 11-15,-6 0-11 0,0 0 0 0,1 0-6 0,2 0 6 16,1 0 0-16,0 0 6 0,-1-8-11 16,2 8-6-16,-2 0 6 0,0 0-16 0,-1 0-8 15,-2 0-5-15,-1 0-1 0,-1 0-5 0,-1 0 9 16,-3 0-11-16,2 0-13 0,-3 0-8 0,-2 0-12 15,-2 0-15-15,0 0 12 0,0 0 22 0</inkml:trace>
  <inkml:trace contextRef="#ctx0" brushRef="#br0" timeOffset="93469.07">19827 10435 81 0,'0'7'1'16,"0"-2"1"-16,0 0 15 0,0 0-1 15,0-1 10-15,0-1 13 0,29-1-10 0,-29-1-10 16,30-1-1-16,-13 0-15 0,5 0-4 0,0 0 9 16,-1 0-16-16,3 0 7 0,-1-20-7 0,-2 20 7 15,-4 0-14-15,1-15-45 0,-3 15 4 0,-1-10-7 16</inkml:trace>
  <inkml:trace contextRef="#ctx0" brushRef="#br0" timeOffset="96295.55">15276 10982 285 0,'2'-5'10'0,"0"0"11"16,-1 0 15-16,2 0 5 0,0 0-5 15,2-1 4-15,-3 2-2 0,1-1 0 0,-1 1 12 16,0-1-13-16,0 2-5 0,-2-1 12 0,0 1-2 16,0-1 5-16,0 2 15 0,0-1-10 0,0 0-7 15,0 2-4-15,0-1-25 0,0 2-6 0,0 0-10 16,0 0 4-16,0 0-18 0,0 0 8 0,0 0-4 15,0 0-15-15,0 0 20 0,0 0-14 0,0 16 11 16,0-16 14-16,0 19-3 0,-16-5-1 0,16 3 2 16,0 2-10-16,0 3 5 0,0 1 14 0,-11 0-4 15,11 2 0-15,0 0-3 0,-6 0 1 0,6 0-10 16,0-3 6-16,-5 0-1 0,5-2-8 0,-3-1 10 16,3-4 5-16,0 0 0 0,0-3-4 0,0-1-5 15,0-3-5-15,0-2 5 0,0 0-1 16,0-1 0-16,0-2-30 0,0-1-56 0,0-1-32 15,0-1-38-15,0 0-27 0,0 0 15 0,0 0 37 16</inkml:trace>
  <inkml:trace contextRef="#ctx0" brushRef="#br0" timeOffset="96656.08">15269 10942 449 0,'0'-9'-8'0,"0"0"4"0,0 0-8 0,0 2 9 16,0-2 4-16,0 2-4 0,0 0 8 0,0 1-4 15,23-1 3-15,-23 1 1 0,19 0 4 0,-19 0-4 16,26 1 0-16,-12 0 0 0,3 3-5 0,2-1 6 16,-2 3 3-16,2 0 0 0,-1 0 0 0,-1 0-4 15,2 0 4-15,-3 16-1 0,1-16 9 0,-4 17 0 16,0-17-9-16,-2 21 1 0,0-9-5 0,-4 1 0 15,1-1 8-15,-4 2 6 0,-1 1 0 0,-2 0 9 16,-1 1-8-16,0 2 0 0,0-1 9 16,0 1-5-16,-28 0 1 0,28 1 5 0,-27-1-18 15,11 1-1-15,-3 0 0 0,-2 0-11 0,-5-1 5 16,2-1 1-16,-1 1-6 0,-2 1 5 0,4-3 1 16,1-2-11-16,0-2 17 0,5-2-17 0,4-1 6 15,3-1 5-15,2-3-10 0,3-1-17 0,-2-1-56 16,4 0-29-16,3 0-45 0,0-2-31 0,0-1 50 15</inkml:trace>
  <inkml:trace contextRef="#ctx0" brushRef="#br0" timeOffset="98231.39">15689 11127 308 0,'0'0'4'15,"-13"0"-14"-15,13 7 9 0,0-7 1 0,0 0-9 16,0 0 18-16,0 0-13 0,0 5-3 0,20-5 13 15,-20 7-8-15,14-3 7 0,-14 0 10 0,18 1-9 16,-18 0 5-16,21-1 6 0,-10 1 1 0,-1-2 12 16,1 1-4-16,1-4 4 0,-1 2 3 0,1-2-9 15,0 0 4-15,-2 0-9 0,0 0-9 0,1 0 0 16,-2-23-10-16,3 23 3 0,-4-16 2 0,0 16-6 16,-1-15 15-16,0 15-13 0,0-17-1 15,-3 17 5-15,-1-17 1 0,-1 10 3 0,-1-2 6 16,-1 0-15-16,0 0-9 0,0 0 5 0,0 1 5 15,0 1-1-15,0 0 5 0,-19 1-1 0,19 0-8 16,0 1 4-16,-19 1 0 0,19 0-5 0,-16 2 1 16,16 2 4-16,-14 0 0 0,14 0-5 0,-15 0 5 15,8 0-5-15,0 0 0 0,0 21 9 0,0-21-4 16,-3 15-6-16,4-15 6 0,-2 17-10 0,2-17 0 16,-1 21 10-16,2-21 5 0,-2 21 0 15,2-11 5-15,0 3-9 0,3-1-14 0,-2 3 14 0,3-1-5 16,0 1 17-16,1-1-3 0,0 3-9 0,0-2-1 15,0-2-8-15,0 1 12 0,0-2 5 16,21-1-9-16,-21 0 1 0,0-1-5 0,22-2 0 16,-22-1 4-16,18 0 0 0,-18-2 4 0,20 1-4 15,-9-2 0-15,0-1 9 0,-1-1-5 0,3 0 1 16,-1 0-1-16,1-2-9 0,0 0 1 0,1 0 0 16,1 0 12-16,3 0 1 0,-1-22-14 0,0 22 0 15,3-16-4-15,-3 16 0 0,2-21 8 0,-2 9 5 16,0-2-13-16,0 0 13 0,-2 1 1 0,2-2-6 15,-2 0 4-15,1 0-13 0,-1 1 4 0,0 0-9 16,-3 2 19-16,0-1-14 0,-3-1-4 0,-1 2 9 16,-1-1-13-16,0 0 9 0,-3 0-3 15,0-1 8-15,0-1 1 0,-1-1 4 0,-1 3 4 16,-2-2-17-16,0 2 9 0,0 2 0 0,0-2 8 16,0 2 0-16,0 1-4 0,0 1-8 0,0 0-1 15,-16 1 4-15,16 1-4 0,0 0 9 0,0 2-1 16,-15-1 9-16,15 2-1 0,0 1-4 0,-8-1 4 15,8 2-12-15,0 0 8 0,0 0 4 0,-6 2-12 16,6 0 3-16,0 0-3 0,0 0-4 0,0 0-1 16,-3 0 4-16,3 0-4 0,-2 0 9 0,-2 0 4 15,2 20-8-15,-2-20 12 0,1 0-9 16,0 18 4-16,-1-18 5 0,0 15-18 0,-1-15 1 0,-1 20 4 16,1-9 4-16,1 0 3 0,-1 3 5 0,1-1-8 15,-1 2 8-15,1 0-4 0,-1 0 0 16,2 1 10-16,-1 0-13 0,0-3 5 0,2 2 6 15,-1-2-9-15,1 1 4 0,0 0 0 0,1-1-9 16,1 0 5-16,0 0 7 0,0 1-12 0,0 0 18 16,0 0-10-16,0-2-13 0,0 2 22 0,17-1-10 15,-17-1 1-15,0-1 4 0,17 1-5 0,-17-2-12 16,17 2 12-16,-17-4 5 0,17 0-9 0,-8 1 9 16,2-2-12-16,0-2 3 0,0 1-4 15,0-2 8-15,1 0 4 0,0-1-20 0,1-2 20 0,-2 0-12 16,2-1 4-16,-3 0 12 0,0 0-12 15,0 0 9-15,-1 0-9 0,2 0 0 0,-1-18 4 16,-1 18-4-16,0 0 9 0,0-15-10 0,1 15-7 16,-2-11-1-16,-1 11 0 0,0-14 13 0,0 6 5 15,0 0-1-15,-2-1-8 0,1-1 0 0,-1-1 0 16,0 0-5-16,-1 0 4 0,0-1 1 0,-1 1 0 16,0-1-1-16,1 0 1 0,-2 1-1 0,1-2 1 15,-1 4 4-15,-2-2-4 0,4 1-6 0,-3 1 6 16,-1 1 5-16,1 1 0 0,-1 1-4 0,1 0-1 15,-1 0 0-15,1 3 0 0,-1-1 9 16,1 1-4-16,-1 0-15 0,0 2 15 0,0 1-15 0,0 0 1 16,0 0 9-16,0 0-15 0,0 0 15 15,0 0-5-15,0 0 0 0,0 18 14 0,0-18-8 16,0 0-6-16,0 17 16 0,0-17-15 0,0 17 4 16,0-17-3-16,0 20-6 0,0-8 5 0,0-1 4 15,0 3 14-15,0-3-13 0,0 1-9 0,0 1 4 16,0 0 4-16,0 0 14 0,0-1-5 0,0 0-4 15,15 0-1-15,-15-1-8 0,0 2 17 0,15-4-4 16,-15 1-9-16,13-1 9 0,-7-1-9 0,-1-1-4 16,2 0 13-16,-1-3-9 0,1 0 0 0,-3-1 12 15,-1-1-12-15,1-2 0 0,0 0-22 0,-2 0-41 16,0 0-40-16,0 0-65 0,-1-19 26 0</inkml:trace>
  <inkml:trace contextRef="#ctx0" brushRef="#br0" timeOffset="98427.96">16596 10943 1026 0,'0'0'34'16,"0"0"30"-16,0 0 21 0,-17 0-5 0,17 0-33 15,0 0-35-15,0 0-24 0,0 0-4 0,0 0-31 16,0 0-56-16,0 0-54 0,0 0-22 15,0 0 2-15,0 0 35 0,0 0 27 0,0 0-22 16,0 0 23-16,0 0 26 0</inkml:trace>
  <inkml:trace contextRef="#ctx0" brushRef="#br0" timeOffset="98988.79">16732 11173 272 0,'0'0'13'0,"0"0"7"15,0 0 15-15,0-17 10 0,0 17 2 0,0 0 4 16,0-19-11-16,0 19-11 0,0 0-19 0,0-15-10 15,0 15 4-15,0-10-8 0,10 10 9 0,-10-10 0 16,0 10-4-16,5-8-1 0,-5 8 0 0,0-7-5 16,4 5-4-16,-4 0 8 0,0 1 1 0,2 1 5 15,-2 0-1-15,0 0 1 0,0 0-5 0,0 0 0 16,0 17 1-16,0-17-10 0,0 16 10 0,0-16-4 16,0 23-5-16,0-10 14 0,-17 3-5 15,17 0-4-15,0 3 4 0,0 2 4 0,0-1-4 16,0 0 8-16,0 0-4 0,0-2-8 0,0-1 12 15,0 1 5-15,0-3 16 0,23-1 26 0,-23-3-2 16,17 0 11-16,-17-2 2 0,19 0-21 0,-6-3-1 16,-2 0-15-16,-1-1-10 0,2-2 0 0,-2-2-10 15,1 1 8-15,-1-2-8 0,0 0-9 0,-1 0 4 16,1 0-4-16,-2 0 9 0,-1-20-1 16,-2 20-3-16,2-16-1 0,-4 16-18 0,1-19 14 0,-1 19-5 15,-2-22-4-15,0 10 14 0,0-2-3 16,1-3-1-16,0 1 0 0,0-2-3 0,0-2 0 15,-1-1 1-15,2 2 0 0,-1-3 4 0,0 3-4 16,-1 2 30-16,1 1 7 0,-1 1 11 0,1 2 3 16,0 2-30-16,0 0-9 0,1 3-17 0,-1-1-15 15,2 3-4-15,0-1-31 0,-2 2-50 0,2 1-55 16,0 1-20-16,-1 1-1 0,1 0-16 0,1 2 48 16,1 0 29-16</inkml:trace>
  <inkml:trace contextRef="#ctx0" brushRef="#br0" timeOffset="100180.53">17064 11283 189 0,'4'2'15'0,"-1"-1"18"0,0-1 3 0,-1 0 13 16,1 0-9-16,-1 0-13 0,-1 0-2 0,2 0-9 15,-1 0-1-15,1 0 0 0,0 0 8 0,-1 0 6 16,1 0-6-16,1 0-5 0,-1-12-4 0,2 12-5 16,-2 0 0-16,0 0 0 0,1-14 0 0,0 14 0 15,-1-9 5-15,0 9 0 0,1-11-1 0,-2 5-4 16,0 0 0-16,2 0 18 0,-2-2 6 0,-1 1 12 16,1 0 12-16,0-1-12 0,-2 1-11 15,2 0 0-15,-2-2-16 0,0 1-5 0,0 0-7 16,0 1-9-16,0 0-2 0,0 0-9 0,0 2 10 15,-17 0 11-15,17 2-19 0,0 1 10 0,0 1-1 16,0 1-16-16,-12 0 8 0,12 0 5 0,0 0 0 16,0 0 0-16,-7 17 10 0,7-17 0 0,0 16 0 15,-8-16 5-15,8 19 0 0,-2-7-5 0,0 1-16 16,2 1 6-16,-1 1 4 0,1-1 5 0,0 1 1 16,0 1-5-16,0-1-5 0,0 1 0 15,0 0 5-15,0-2 5 0,0 0 5 0,0 0-4 16,19-2 4-16,-19-1 1 0,0-1-10 0,17-2 5 15,-17 0 1-15,16-3-6 0,-8 0 10 0,1-2-5 16,-1-2 0-16,1-1 5 0,0 0-10 0,0 0-4 16,-1 0 0-16,0 0 5 0,-1 0 0 0,3-20 9 15,-3 20-9-15,0-16-4 0,0 16 3 0,1-18-13 16,-3 7 18-16,2 1-10 0,1-2-3 0,-2 0 18 16,0 0-9-16,0 1 0 0,0-1 10 0,0 0-9 15,2 1-6-15,-3-1 5 0,-1 2-14 0,2 2 9 16,-1 0 4-16,-1 1-5 0,2 1 10 0,-2 2-10 15,-1-1-9-15,1 1 14 0,-1 3 0 0,1-2-11 16,0 2 16-16,1 1-16 0,0 0 10 0,-1 0 6 16,2 0-6-16,-1 0 6 0,0 0 0 15,2 0-10-15,0 0 10 0,-1 15-1 0,0-15-10 16,-1 0 16-16,0 0-10 0,1 0 0 0,-3 11-5 16,1-11-1-16,-2 0 6 0,1 0-5 0,-2 8-1 15,2-8 6-15,-2 0-10 0,0 4 9 0,0-2 6 16,0 0-5-16,-1 0 15 0,0 0-21 0,2 0 12 15,-2 1-1-15,0-1-6 0,1 1 5 0,-1 1-10 16,0-1 5-16,0 0-15 0,0 0 11 0,0 2 0 16,0-1 4-16,0 1 11 0,0-1-1 0,0 0 6 15,0 0-25-15,0 1 10 0,0 0 0 0,0 0-5 16,0 0 10-16,0 0 0 0,0 0-10 0,0 0 0 16,0 0 10-16,16 0-6 0,-16 1 11 0,0-2-6 15,18 1 1-15,-18-1 0 0,15 0-5 16,-15-1 10-16,15 0-10 0,-7-1-4 0,0-1 0 15,-2 0 4-15,0 0-5 0,1-1 10 0,-1 0 5 16,-1 0-9-16,2 0 4 0,0 0-5 0,3 0-5 16,-2 0 6-16,3 0 3 0,0-17-9 0,1 17 11 15,0 0-6-15,2-14 1 0,-2 14-6 0,0-11 1 16,1 11 10-16,-2-12-6 0,0 4 11 0,-4 3-10 16,1-2 0-16,-1 0 5 0,-2 2-10 15,-3 0 10-15,2 0-10 0,-4 1 4 0,2 0-5 16,-2 1 4-16,0 1-10 0,0 0 12 0,0 1 8 15,0 0-9-15,0 1 5 0,0 0-15 0,0 0 6 16,0-1 4-16,0 1 0 0,0 0-1 0,0 0 1 16,0 0-10-16,0 0 15 0,0 0 0 0,0 0-5 15,0 0 5-15,0 0-10 0,0 0-5 0,0 0 14 16,0 0-4-16,0 0-5 0,0 0 1 0,0 0-1 16,0 0-5-16,0 0 9 0,0 0 11 0,0 0-21 15,0 0 16-15,0 0-10 0,0 0 0 0,0 0 10 16,0 0 0-16,0 0 0 0,0 0-5 0,0 0 0 15,0 0-5-15,0 0 5 0,0 0 0 0,0 0-1 16,0 0 2-16,0 0-6 0,0 0 5 0,0 0-5 16,0 0 4-16,0 0 6 0,0 0 0 15,0 0 5-15,0 0-9 0,0 0-1 0,0 0-5 16,0 0 0-16,0 0 10 0,0 0-5 0,0 0-5 16,0 0 0-16,0 0 5 0,0 0-6 0,0 0 12 15,0 0 4-15,0 0-10 0,-21 0 0 0,21 0 5 16,0 0-10-16,0 0 5 0,0 0 0 0,0 0-26 15,0 0-49-15,-12 0-46 0,12 0-11 0,0 0-34 16,0 0 2-16,0 0 42 0</inkml:trace>
  <inkml:trace contextRef="#ctx0" brushRef="#br0" timeOffset="103963.7">14454 11248 112 0,'-5'0'15'15,"5"6"7"-15,-2-6 13 0,0 0-2 0,2 0-20 16,0 0 2-16,0 0-13 0,-2 0 11 0,2 0-4 16,0 0 5-16,0 0 0 0,0 3-3 0,0-2 12 15,0-1-8-15,0 0 1 0,0 1 4 0,-2-1-4 16,1 1 3-16,0-1-1 0,0 1-16 0,-1 0 7 15,0 0-4-15,0 0 0 0,1 0 8 0,-3 1-16 16,-1-1-1-16,3 0 1 0,-2-1 3 0,1 2 9 16,-1-1-4-16,2 0 4 0,-1-1-5 0,-1 1 5 15,1 0 0-15,1-1-4 0,0 1-1 0,2-1-3 16,0 2-1-16,0-1 0 0,0 0-4 0,0 0 8 16,0-1-8-16,0 1 5 0,0-1-5 15,0 1 0-15,0-1 12 0,0 0-8 0,0 0 12 16,0 0-8-16,0 0-3 0,0 0 3 0,0 0 0 15,0 0 1-15,0 0-1 0,0 0 10 0,0 0-10 16,0 0 5-16,0 0 4 0,21 0-12 0,-21 0 16 16,18 0 0-16,-18 0-8 0,22 0 13 0,-22 0-18 15,20 0-4-15,-20 0 9 0,18 0-9 0,-11 0 14 16,-7 0 5-16,13 0 2 0,-6 0-6 0,0 0 0 16,-2 0 6-16,-1-12-10 0,0 12 10 0,-1 0-10 15,2 0-6-15,-4 0 0 0,1-7 1 0,1 7-2 16,0 0-8-16,-1-5 4 0,-1 5-5 0,0-3 6 15,-1 0 9-15,2 2-10 0,0-1 5 16,0 1-15-16,-2 1-1 0,2-1-5 0,-2 1-39 16,0 0-8-16,0 0-28 0,0 0-8 0,0 0 10 15,0 0-17-15,0 0-7 0,0 0 23 0</inkml:trace>
  <inkml:trace contextRef="#ctx0" brushRef="#br0" timeOffset="104876.38">14389 12504 349 0,'0'3'13'0,"0"0"11"0,0-1 9 16,-9 0 5-16,9-2-17 0,0 0-6 0,0 0-5 15,0 0-4-15,0 0 12 0,0 0 1 0,0 0-4 16,0 0 4-16,0 0 4 0,0 0 0 0,0 0 0 16,0 0 0-16,0 0-9 0,0 0-9 0,0 0 27 15,0 0 23-15,0 0 7 0,11 0 15 16,-11 0-12-16,0 15-17 0,0-15-3 0,11 0-1 15,-4 11-14-15,-2-11-2 0,3 0-4 0,2 0-13 16,1 8 3-16,-2-8-4 0,2 0-10 0,-2 3 10 16,2-3-2-16,2 0-3 0,-3 0 8 0,2 0-9 15,-1 0-4-15,-1 0 4 0,1 0-8 0,1 0-15 16,-3 0-49-16,-1 0-43 0,2-17-57 0,-2 17-19 16,-3 0 18-16,3-17-21 0,-2 17 40 0,1-13 38 15</inkml:trace>
  <inkml:trace contextRef="#ctx0" brushRef="#br0" timeOffset="106411.58">15374 12173 547 0,'2'-9'4'16,"3"0"14"-16,-2-2 4 0,-3 2-4 0,2-1 0 16,-1 1-13-16,1 0 4 0,0 2 19 0,0 1-8 15,-2 2 14-15,0 0-7 0,0 3-22 0,0-1-5 16,0 2-22-16,0 0 1 0,0 0 10 0,0 0 16 15,0 0 6-15,-22 27 4 0,22-27-15 0,-18 30 0 16,18-10 5-16,-27 5-11 0,10 1 11 0,2 3-5 16,-1 2 1-16,0 2 4 0,-1 0 1 15,3 2-6-15,-4-1 1 0,7-1 6 0,-2-3-6 16,1-1 6-16,0-2-1 0,3-4 0 0,1-5 0 16,4-1 6-16,1-4-6 0,0-4 0 0,3-4 11 15,0 0 6-15,0-5 0 0,0 0 0 0,0 0-8 16,18 0-5-16,-18-25-1 0,21 25-12 0,-21-28 11 15,25 10-6-15,-14-2 1 0,6-4 0 0,-2-1-6 16,-3-2 1-16,3 0 5 0,-1-3-8 0,3 0-5 16,-4-1 10-16,6 0-14 0,-5 1 20 15,1 0-5-15,-1 1-10 0,-3 2 5 0,-1 2 10 0,-3 2 5 16,-1 3-15-16,0 2 10 0,-4 3-9 0,3 1-6 16,-3 3 20-16,-2 2-6 0,0 2 1 15,2 1 4-15,-2 2-10 0,0 1-6 0,0 2-21 16,0 0 11-16,0 1-11 0,0 0 21 0,0 0 16 15,0 0-16-15,0 24 25 0,-17-24-25 0,17 23-5 16,0-7 14-16,-10 2-8 0,10 1 3 0,0 2 2 16,-7 3-10-16,7 1 5 0,0 1 0 0,0 2 20 15,0 0 0-15,0 0-5 0,0 1 1 0,0-3-14 16,17 0 4-16,-17-2 1 0,0-2 9 0,0-2-10 16,18-1-5-16,-18-2 6 0,0-2 0 0,0-3 10 15,11-1-6-15,-11-1-10 0,0 0-11 0,6-1-64 16,-6-4-34-16,0 0-42 0,0-2-33 15,0 1 34-15,0-1 38 0</inkml:trace>
  <inkml:trace contextRef="#ctx0" brushRef="#br0" timeOffset="107471.87">15241 12432 395 0,'0'-6'11'0,"0"1"23"0,0 0 5 16,0-1 4-16,0 0-11 0,0 1-18 0,0 2-5 16,0 0-4-16,0 1-1 0,0 1-4 0,0 0 4 15,0 1-4-15,0 0-4 0,0 0 0 16,0 0-5-16,16 0 5 0,-16 0 12 0,19 0 0 16,-19 18 1-16,30-18-1 0,-12 0-12 0,-1 0 4 15,6 11 5-15,2-11-10 0,-1 0 14 0,3 0-9 16,1 0-8-16,0 0 12 0,1 0-12 0,-1-21 8 15,1 21 0-15,-1-20 0 0,-1 20 4 0,0-23-4 16,-4 10 5-16,2 1-5 0,-2-1 0 0,-3 0 4 16,-4 0 5-16,0 0-1 0,-3 1-12 0,-3 1 4 15,0-2 13-15,-3 2 11 0,-2 0 7 0,-1 2-9 16,-2-1-6-16,-1 1-16 0,-1 0 6 16,0 0-6-16,0 1-6 0,0-1 7 0,0 1-1 15,0-1 0-15,-18 2 0 0,18 0-5 0,0 0-6 16,-17 1 5-16,17 1 1 0,-13 2 5 0,13-1 5 15,-15 2 1-15,6 2-6 0,1 0 0 0,-3 0-6 16,1 0-4-16,0 19 1 0,-4-19 8 0,3 20 1 16,-3-20-4-16,2 27 14 0,0-11-20 0,-1 2 15 15,0 0 9-15,0 2-19 0,4 1 5 0,-1 1-5 16,3 3-1-16,-1 1 2 0,1-2 14 0,3 4-5 16,0 0-5-16,2-1 10 0,2 0-10 0,0-2-5 15,0-4 5-15,0-1-6 0,0-1 7 0,0-2-6 16,21-3 5-16,-21-1-5 0,16-1 17 15,-16 1 5-15,14 0 7 0,-14-2 11 0,19-2-11 0,-10-1 29 16,1-1-17-16,0-1 6 0,0-3-8 16,2-2-17-16,-1-1 8 0,0 0-10 0,1 0-16 15,1 0 4-15,0-26-4 0,-3 26 4 0,2-21 5 16,-1 6-1-16,-1 2-6 0,-1-3-8 0,-1 3 15 16,-1-2-16-16,-3-1 11 0,1 2 9 0,-3-1-19 15,-1 0 16-15,-1 1-10 0,0 0-1 0,0 0 6 16,0 2-10-16,-25 0 9 0,25 0-8 0,-17 3 8 15,17-1-8-15,-21 2-4 0,21 2 13 0,-18 1-9 16,18 1 14-16,-16 2-10 0,16-1-8 0,-8 2 0 16,8 1-10-16,-4 0 15 0,4 0-2 15,0 0 2-15,0 0 4 0,0 0 0 0,0 0-9 16,0 0 13-16,0 17-4 0,0-17 1 0,0 0 8 16,0 12-13-16,0-12 9 0,20 0-18 0,-20 11 13 15,16-11-5-15,-16 0 0 0,26 0 19 0,-13 5-18 16,6-5 14-16,-2 0-6 0,5 0-5 0,-1 0 1 15,1 0 0-15,1-19 0 0,1 19 0 0,0 0 4 16,-2-18-4-16,1 18-1 0,-5-13 5 0,-1 13-8 16,-2-14 8-16,-1 14-4 0,-5-11 4 0,1 5 5 15,-4 1-5-15,-1 0 1 0,0 2-8 0,-1-1 3 16,1 1 6-16,-5 1 3 0,2-1-5 16,-2 1-8-16,0 0-2 0,0 1-3 0,0 0 4 0,-19 0 9 15,19 1-13-15,0 0 8 0,-15 0-3 16,15 0 3-16,0 0 1 0,-16 0 0 0,16 0 0 15,0 0-4-15,-13 18 8 0,13-18-13 0,0 0 9 16,-9 14-5-16,9-14-4 0,0 12 14 0,0-12-14 16,0 14 14-16,0-6-4 0,0 2 3 0,0-2-3 15,0 2-5-15,19 0 0 0,-19 2-4 0,0 0 18 16,16 0 6-16,-16 3 11 0,13-1 17 0,-13 1 3 16,12-1 0-16,-12 1 11 0,12-1-11 0,-12 0 15 15,7 0 2-15,-7-3-3 0,0 2-6 0,0-3-17 16,0-1-1-16,0-1-13 0,-19-1-1 15,19-1-2-15,0-1-8 0,-25-2-5 0,25-1-5 16,-23-2 3-16,8 0-6 0,-1 0-8 0,0 0-71 16,-1 0-77-16,-3-20-71 0,5 20-25 0,-1-15 57 15,2 15 43-15,2-19 46 0,3 19 2 0,3-16-40 16,-2 16 28-16</inkml:trace>
  <inkml:trace contextRef="#ctx0" brushRef="#br0" timeOffset="108462.38">16257 12475 257 0,'2'0'13'0,"1"0"5"0,-1 0 14 15,0 0-16-15,1 0 6 0,-1-17 12 0,-2 17-20 16,2 0 28-16,2-11-17 0,-4 11-5 0,1 0 12 16,-1-9-9-16,0 9 3 0,0 0-7 0,0-6-6 15,0 6-4-15,0 0-4 0,0 0-10 0,0-3 1 16,0 3-4-16,0 0 8 0,0 0 8 16,-19 0-8-16,19 0 4 0,-15 0-4 0,15 15 0 15,-17-15 8-15,6 0-16 0,1 20 12 0,0-20-13 16,2 13 0-16,-1-13 17 0,2 16-13 0,-1-8 9 15,3 1 5-15,-2 2-5 0,4-2-4 0,1 2 0 16,1 1-10-16,1 0 5 0,0-1 9 0,0 1 5 16,0 0 10-16,19-2-1 0,-19 1 9 0,21 0 12 15,-21-1 2-15,24 1 18 0,-9-2-12 0,-1-2-11 16,1-1-1-16,1-1-13 0,0-1-4 0,-2-4 3 16,1 0-10-16,-3 0-11 0,1 0 14 0,-2 0-20 15,1-16 6-15,-2 16 14 0,-3-15-15 0,0 15 4 16,0-21 5-16,-1 10-11 0,-1-3 0 0,-2 1 5 15,-2 1-5-15,0-2 10 0,-1 1-9 16,0-2-6-16,0 1 1 0,0-1-9 0,0 0 9 16,-25 1 10-16,25 0 0 0,0 1-3 0,-23 1-5 15,23 2 0-15,-13 1 5 0,13 1-6 0,0 3 6 16,-12 0-5-16,12 2-9 0,0 1 13 0,0 0-9 16,-6 2-1-16,6 0 5 0,0 0 1 0,0 0 4 15,0 0 7-15,0 0-1 0,0 0-19 0,0 0 15 16,16 17-6-16,-16-17-4 0,0 0 5 0,20 0-1 15,-20 15-4-15,20-15 14 0,-7 0 10 0,-1 10-9 16,0-10-1-16,3 7-9 0,-2-7 4 0,1 7-5 16,0-7 5-16,0 3 0 0,-1-1 0 15,-2-2 0-15,0 2 1 0,-1-2-2 0,-1 0 6 16,-1 0 0-16,-2 0 5 0,-1 0-5 0,0 0-1 16,-1 0 1-16,-2 0-6 0,-1 0 6 0,1 0-14 15,0 0-1-15,-2 0 0 0,0 0-5 0,0 0 4 16,0 0 6-16,0 0 0 0,0 0 10 0,0 0 1 15,0 0 0-15,0 0-6 0,-18 0-5 0,18 18-5 16,0-18-4-16,-14 16 10 0,14-16 0 0,0 20 6 16,-11-9 4-16,11 1 1 0,0 0-5 0,0 3 5 15,0 1-5-15,0-1-6 0,0 0 17 0,0 0-11 16,0-1 6-16,0-2 9 0,16-2 2 16,-16-2 25-16,0-4 37 0,0-1 3 0,16-2-11 15,-16-1-23-15,9 0-29 0,-9 0-15 0,12-18 0 16,-6 18 3-16,0-19-18 0,0 19 3 0,3-24 4 15,-3 11-6-15,0-2 11 0,-1 0-2 0,-1-2-5 16,-1 0 3-16,1-1-2 0,0-1-2 0,-4-1 7 16,0 2-6-16,0 0 6 0,0 3 2 0,0 1-10 15,0 2 6-15,0 1 4 0,0 4-6 0,0 0 5 16,0 2-4-16,1 2-8 0,0 0 9 0,0 3-7 16,1-2 7-16,0 2-9 0,3 0-5 0,-1 0 18 15,1 0-15-15,2 0 15 0,0 0 5 0,1 0-17 16,0 20 13-16,4-20-6 0,-3 0-1 15,0 21 8-15,2-21-4 0,-1 14 6 0,0-14-10 0,1 13 4 16,-3-13-2-16,1 10-59 0,-2-10-49 16,1 7-60-16,0-7-26 0,-3 0 17 0,1 0 12 15,0 0 10-15,1 0 32 0</inkml:trace>
  <inkml:trace contextRef="#ctx0" brushRef="#br0" timeOffset="110537.29">17066 12426 178 0,'13'0'4'16,"1"-22"1"-16,-2 22-4 0,3-22-4 0,-1 8 4 15,1 1-4-15,1 0 3 0,0 0 4 0,-2-1-12 16,1 0 12-16,-2 0 4 0,1-2 14 0,-3 1 9 16,1-1 7-16,-2 1 14 0,0 0-13 15,-2 1 12-15,0-1-10 0,-3 2-13 0,0 1 11 0,-2 0-16 16,-1 3-1-16,-1 1-4 0,-1 2-14 0,0-1 0 16,0 2-3-16,0 1 3 0,0 0-4 0,0 2 0 15,0 1-1-15,-17 0-3 0,17 1 4 16,0 0 0-16,-15 0-4 0,15 0 4 0,-17 0 0 15,6 17 1-15,-2-17-1 0,0 18 0 0,-3-18 1 16,-2 26-1-16,1-11 5 0,-3 2-5 0,-1 1 0 16,1 1 1-16,-1 2-6 0,2 2 1 0,0 0-1 15,3 2 5-15,0 2 8 0,3 1-1 0,2 0-8 16,0 1 0-16,2 0 10 0,0 1-1 0,4 1 18 16,0-3-3-16,2 1-3 0,1-2 1 0,2 0-9 15,0-2 11-15,0-3-23 0,0-3 11 0,24 0 1 16,-24-3-1-16,22-2 6 0,-22-4-6 15,32-2 1-15,-15-2-6 0,1-3 16 0,0-3-5 16,-1 0 0-16,2 0-11 0,-4 0-5 0,2-24-5 16,-4 24 0-16,-1-20 5 0,-1 20 11 0,0-22 25 15,-5 8 9-15,-2 2 15 0,-2-1-18 0,-2 0-16 16,0-1-10-16,0 1-7 0,-21-1-2 0,21 3 0 16,-29 0 0-16,10 3-16 0,-3 3 12 0,-6 3-17 15,-2 2 6-15,2 0 13 0,-3 0-12 0,0 19-26 16,-2-19-94-16,1 26-55 0,1-10-47 0,3 1-18 15,1 1 87-15</inkml:trace>
  <inkml:trace contextRef="#ctx0" brushRef="#br0" timeOffset="145532.83">18326 11258 103 0,'0'0'13'0,"0"0"10"15,0 0 2-15,0 0 4 0,0 0 0 0,0-11-9 16,0 11 4-16,0 0 5 0,0 0-13 0,0 0 7 15,0 0 1-15,0 0-4 0,0 0-2 0,0 0-12 16,0-6-1-16,0 6-4 0,0 0 9 16,0 0 8-16,0 0-4 0,0-2-4 0,0 2 0 15,0-3-9-15,0 3 4 0,0-1 9 0,0 1-14 16,0 0 9-16,0 0-5 0,0-1 1 0,0 1-5 16,0 0 5-16,0 0-1 0,0 0-8 0,0-1 13 15,0 1-8-15,0 0-5 0,0 0 13 0,0-1-5 16,0 1-3-16,0 0 8 0,0-1-9 0,0 1-4 15,0 0 17-15,0-1-9 0,0 1-4 0,0 0 4 16,0-1-4-16,0 1 1 0,0 0 8 0,0 0-5 16,0 0-8-16,0 0 9 0,0-1-1 15,0-1 1-15,0 2 3 0,0-1-3 0,0 0-10 16,0 1 5-16,0-2-5 0,0 0 5 0,0 0 5 0,0 1-9 16,0-2 12-16,0 1 1 0,0 0-13 0,0 0 16 15,0 1-16-15,0-1 4 0,0-1 9 16,0 1-9-16,0 0 4 0,0 1-4 0,0-1 5 15,0 0 4-15,11 1-9 0,-11-1-5 0,0 2 1 16,0-1-5-16,0 0 18 0,0-2-4 0,0 3 4 16,0 0 5-16,7-2-10 0,-7 1 10 0,0 1-5 15,0-2 6-15,0 2 6 0,0 0-10 0,0 0 6 16,0 0-11-16,0 0-6 0,0 0 5 0,0 0-4 16,0 0 4-16,0 0-5 0,0 0 0 0,0 0-6 15,0 0 6-15,0 0 0 0,0 0-6 0,0 0 6 16,0 0-11-16,0 0 6 0,0 0 5 15,0 0 0-15,0 0 0 0,0 15 5 0,0-15-5 16,0 0 0-16,0 15-6 0,0-15-4 0,0 12 9 16,0-5 1-16,0 0 0 0,0 1 5 0,0 1-5 15,0-1 10-15,0 0-5 0,0 3-5 0,0 0 0 16,0-1 0-16,0 0 5 0,0 1 0 0,0-1-6 16,0 1-9-16,0-1 10 0,0 1 5 0,0-2 0 15,0 1 0-15,0-1 5 0,0 0-20 0,0 1 10 16,0-3 5-16,0 3-15 0,0-2 20 0,0 0-10 15,0-1-5-15,0 2 5 0,0-2-4 0,0 0 8 16,0-1-4-16,0 1 0 0,0-1 0 0,0 0 0 16,0 0 10-16,0-1-5 0,0 0-5 15,0-1 10-15,0 1-15 0,0-3 5 0,0 2 15 16,0-1-15-16,0 0 5 0,0-1 0 0,0 0-9 16,0-1-2-16,0-1 16 0,0 1-5 0,0 0 0 15,0-1 0-15,0 0-10 0,0 0 6 0,0 0 4 16,0 0 0-16,0 0-5 0,0 0 5 0,0 0-5 15,0 0-1-15,0 0 6 0,0 0 0 0,0 0-5 16,0 0 5-16,0 0 0 0,0 0 0 0,0 0 0 16,0 0 5-16,0 0-1 0,0 0 1 0,0 0 15 15,0 0-15-15,0 0 10 0,0 0-1 0,0 0-4 16,0 0 9-16,0 0-5 0,0 0 8 0,0 0 1 16,0 0 0-16,0 0 7 0,0 0-3 0,0 0-6 15,0 0-8-15,0 0-11 0,14 0-12 16,-14-14 5-16,0 14 0 0,16 0 2 0,-16-16-2 15,20 16-2-15,-6-16 3 0,2 8-1 0,6-4 4 16,1-1 2-16,6-1-2 0,1-3-3 0,3 0 10 16,3-3-14-16,2-1-2 0,4-1 8 0,1 1-9 15,-2-1 9-15,-1 1 8 0,1 0-6 0,-2 1 7 16,-1 0-11-16,-4 1 4 0,-3 2-10 0,-1-2 6 16,-4 5 9-16,-1 1-5 0,-1 0 8 0,-6 2-13 15,0 1 3-15,-1 2 1 0,-4 2-2 0,-2 0-2 16,-1 0 3-16,-1 2 6 0,-3-1 6 15,0 1-2-15,-2 1 2 0,-1 2-14 0,0-1-1 16,-2 2 7-16,0-2-14 0,-1 2 14 0,0 0-7 16,0 0 0-16,0 0 8 0,0 0-11 0,0 0 5 15,0 0-6-15,0 0-3 0,0 0 2 0,0 0-5 16,0 0 2-16,0 0 8 0,0 0 1 0,0 0-5 16,0 0 4-16,0 0 3 0,0 0-3 0,0 0 14 15,0 0 0-15,0 12-15 0,0-12 8 0,0 0-113 16,0 13-96-16,0-13-71 0,0 11-71 0,0-4 109 15</inkml:trace>
  <inkml:trace contextRef="#ctx0" brushRef="#br0" timeOffset="159918.34">18218 11811 44 0,'0'0'-4'16,"0"0"4"-16,0 0-4 0,0 0 0 0,0 0 8 16,0 0 0-16,0 0 6 0,0 0 4 0,0 0-1 15,0 0-7-15,0 0-2 0,0 0-2 0,0 0-2 16,0 0 0-16,0 0 4 0,0 0 1 0,0 0-9 16,0 0 9-16,0 0 0 0,0 0-5 0,0 0 6 15,0 0-1-15,0 0-3 0,0 0 7 16,0 0-4-16,0 0 8 0,0 0-4 0,0 0-4 15,0 0 10-15,0 0-9 0,0 0 0 0,0 0 5 16,0 0-11-16,0 0-4 0,0 0 9 0,0 0 0 16,0 0 0-16,0 0-9 0,0 0 13 0,0 0-9 15,0 0 5-15,0 0 13 0,0 0-31 0,0 0 13 16,0 0-5-16,0 0 1 0,0 0 17 0,0 0-13 16,0 0 0-16,0 0-9 0,0 0 0 0,0 0-1 15,0 0 15-15,0 0-5 0,0 0-1 0,0 0 10 16,0 0-18-16,0 0 18 0,0 0-13 0,0 0 4 15,0 0 4-15,0 0-4 0,0 0 0 0,0 0-8 16,0 0 9-16,0 0-11 0,0 0 19 0,0 0-13 16,12 0-1-16,-12 0 2 0,0 0-3 15,0 0 10-15,0 0-5 0,8 0 9 0,-8 12-8 16,5-12 8-16,-5 0-4 0,5 0 0 0,-3 7-5 16,1-7 1-16,1 0 10 0,-1 5-15 0,-1-5 6 15,1 0-6-15,-1 2-4 0,0-2 17 0,1 2 0 16,-1-1 0-16,0-1-4 0,2 2-4 0,-2-1-17 15,0 2-20-15,1-2-18 0,-1 2-3 0</inkml:trace>
  <inkml:trace contextRef="#ctx0" brushRef="#br0" timeOffset="191277.58">2843 1798 241 0,'0'4'1'0,"0"-1"5"0,0 1 1 0,0-2 11 16,0-2-1-16,0 1 1 0,0 0 1 0,0-1-5 16,0 0 10-16,0 0-5 0,0 0 9 0,0 0-10 15,0 0 12-15,0 0 9 0,0 0 15 0,0 0 28 16,13 0-25-16,-13 0 3 0,0 0-18 0,0 0 0 15,0 0 0-15,0 0-1 0,0 0 15 0,0 0-2 16,0 0 9-16,6 0-4 0,-6-11 1 0,0 11-15 16,0 0 5-16,0 0-7 0,0-7-13 0,3 7 3 15,-3-6-17-15,0 2 11 0,2-2-5 16,-1 0-12-16,0-3-9 0,3-1-6 0,-2-2-7 16,4-3 9-16,-1-2 7 0,0 0-9 0,1-3 12 15,1 1-1-15,1-1-6 0,2-2 6 0,-3-2-6 16,3-1-13-16,1 1 22 0,-1 0-10 0,3-2-3 15,-1-1 7-15,-1-1-13 0,0 2 7 0,-2 0 1 16,0 1 2-16,-2 1-1 0,1-1 11 0,-4 2-8 16,0 1 5-16,-3 1 2 0,0 0-4 0,0 1 12 15,-1 0 0-15,0 1 7 0,0 1-5 0,0 1 1 16,0 2-5-16,-16 2-9 0,16 1-3 0,0 1 1 16,-16 2 0-16,16 2-4 0,-12 0 3 0,12 2-11 15,-11 2 2-15,11 1-4 0,-8 1 0 0,8 1-1 16,-6 0-5-16,2 0 6 0,-1 0 3 0,-1 0 1 15,-1 0 4-15,-1 26 8 0,-2-26-11 16,-1 27 12-16,-2-11-10 0,-1 3-3 0,2 3 10 16,-2 0-9-16,4 0 3 0,-1 3 9 0,-2 0-5 15,4 3 0-15,-1 0 9 0,1 3-9 0,2 0 2 16,1 4 6-16,-1 1-7 0,5-1-5 0,-1 4 2 16,1 0 3-16,2 0 0 0,0 0-4 0,0-3 6 15,0-2-7-15,0 0 3 0,19-2 3 0,-19-5-7 16,17-2-3-16,-17-1 5 0,19-3-4 0,-5-3 0 15,-2-1 3-15,4-2-4 0,-1-1 2 0,2-2 0 16,0-1-6-16,2-2-3 0,0-1 10 0,1-2-7 16,-1-2 10-16,1 0-1 0,-1-1-11 0,-1-3 14 15,-3 0-9-15,1 0-1 0,-2 0 1 0,-1 0-3 16,0 0 13-16,-4 0-1 0,2-20 4 16,-1 20-6-16,1-16 0 0,-1 16-3 0,-2-19 17 15,0 8-2-15,-2-1-7 0,1 0 6 0,-1-1-12 16,-2 0 3-16,-4 1-1 0,2-2 0 0,-2-1 4 15,0 1 2-15,0 0 13 0,0 1-1 0,0-1-8 16,-20 1 2-16,20 2-11 0,-16-2 5 0,16 3-3 16,-20 2 8-16,20 0 4 0,-22 1-10 15,11 0 13-15,-1 2-11 0,0 0-8 0,-1 2 4 16,1 1-13-16,1-1 3 0,0 1-4 0,-1 0-9 0,2 2-19 16,1-1-38-16,-1 1-54 0,0 0-64 15,1 0-26-15,-1 0 2 0,1 0 34 0,-2 0 60 16,-1 20 1-16,1-20 1 0,-1 0 27 0</inkml:trace>
  <inkml:trace contextRef="#ctx0" brushRef="#br0" timeOffset="192459">3335 880 292 0,'-23'-10'4'0,"23"-1"6"16,-18 3 5-16,18-5 5 0,-21 2 2 0,21 3-3 16,-18-1-5-16,18 0 1 0,-14-2 0 0,14 2 7 15,-15-2-9-15,15 1-5 0,-13 1 4 16,8-4-5-16,0 3 5 0,-2-1 3 0,0 3 0 16,-1-1-5-16,1 2 14 0,0-1-10 0,-2 1-9 15,-2 2 0-15,2-2-9 0,-1 2 9 0,-2 0-9 16,0 0 9-16,-3 2 3 0,2 0-12 0,-3 1 17 15,0 0-4-15,-1-1-14 0,-1 3 14 0,0-1-18 16,0 1 1-16,-2 0 4 0,1 0-5 0,1 0 4 16,-1 0 5-16,0 19 3 0,3-19 1 0,-2 15 4 15,2-15-4-15,-1 21 0 0,0-11-5 16,-2 2 0-16,2 1-4 0,-1 1 3 0,-2-2 6 16,1 4 1-16,-1-1-1 0,-1 1-3 0,4 1 0 15,-5 0 0-15,5 1 0 0,0 0-1 0,3 2 1 16,-1 0-1-16,4-2 1 0,-2 2-5 0,3-1 4 15,1 0 1-15,-1 1-1 0,-1 0 1 0,0 2 3 16,-3 0-4-16,5 2-4 0,-2-1 13 0,-1 2-10 16,3 1 1-16,-2 0 9 0,1 0-10 0,-1-1 6 15,1 2-6-15,1-1 1 0,0-1 4 0,2 1-10 16,0 1 10-16,0-1 0 0,2 0-4 0,2 1 9 16,1-1-5-16,2-1 1 0,-1 1 4 0,1 1-4 15,0-1 12-15,0 1-12 0,0-1-5 0,0 0 6 16,16 2-6-16,-16 0 0 0,0 1 0 15,20-1 5-15,-20-1-5 0,16-1 6 0,-16 0 0 16,17 0 0-16,-6-1 0 0,0-1 5 0,-1 0 0 16,-1 1-11-16,3-2 12 0,-1 2-6 0,3 0 6 15,-2 2-6-15,0-2 7 0,0 2-6 0,2 0-11 16,0 0 18-16,-3-1-12 0,1-1 6 0,1 1 18 16,-1-4-18-16,4 1 12 0,-2-3-7 0,-1-2 0 15,0 0 10-15,1-1-13 0,0-1 5 0,0 0-11 16,2 0 5-16,-4-1 7 0,4 1-6 0,-1-3-10 15,1 2 4-15,-1 0 12 0,2-1-1 0,-2-3 27 16,2 0-10-16,-3-2-3 0,4-2 22 0,-1-1 1 16,1-1 2-16,0-3-4 0,1-2-4 15,1 0-11-15,2 0-8 0,-1 0-9 0,3 0-6 16,-1-24-11-16,1 24-1 0,0-20 4 0,1 20-7 16,1-23 10-16,0 9-1 0,1 0-2 0,-1 1 1 15,3-3 1-15,-1 2-1 0,-3-2-7 0,2 1 13 16,0-2-11-16,1 0-1 0,-2-2 6 0,2 0-4 15,0 0 2-15,-4-3-4 0,4 0-1 0,-3 0-2 16,0 0 6-16,-3 0 9 0,-3 1-3 0,0 1-12 16,-4-1 4-16,0 0-9 0,-2 1 11 0,1 1 2 15,-3-2-4-15,1-1 7 0,-2 1-14 16,-1-2 12-16,-2 1-3 0,0-3-11 0,-1-1 14 0,-1-1-9 16,-2 0-1-16,-1-2 12 0,0-2-2 15,-2 0-7-15,0 0 6 0,0 0-3 0,0 1-3 16,0-1 1-16,-23 2 1 0,23-2 3 0,-22 2 4 15,22 1 4-15,-26 0-3 0,10 1 2 0,1-4-2 16,-3 4 6-16,-1-1-4 0,0 0 1 0,-4-1-12 16,0-1 1-16,-3-2 0 0,-3 0-10 0,3-2 6 15,-3-1 0-15,-1-3-6 0,-3 1 6 0,2-4 0 16,-2 1-1-16,1-1 11 0,1 2 7 0,-2 1-2 16,3 3 10-16,0 2-4 0,4 3-5 0,1 3 3 15,1 2-12-15,3 3 1 0,0 2-13 0,2 1 9 16,1-1-6-16,-1 3 1 0,2 0 10 15,-1 1-11-15,3 2-1 0,-1-2 3 0,1 2-11 16,0 3-36-16,1-1-30 0,-1 3-63 0,1 0-46 16,-1 1-11-16,3 1-8 0,-1 1 31 0,1 3 8 15,1 1 6-15,-3 2 44 0</inkml:trace>
  <inkml:trace contextRef="#ctx0" brushRef="#br0" timeOffset="205263.32">9530 15237 26 0,'0'0'3'0,"0"0"1"0,0 0 6 15,0 0 5-15,0 0-8 0,0 0 14 0,0 0-10 0,0 0 8 16,0 0 6-16,0 0-11 0,0 0 9 16,0 0-20-16,0 0 6 0,0 0-9 0,0 0-3 15,0 0 3-15,0 0-8 0,0 0 9 0,0 0-2 16,0 0 9-16,0 0-3 0,0 0-10 0,0 0 6 15,0 0-8-15,-11 0 7 0,11 0 14 0,0 0-10 16,0 0 0-16,0 0 0 0,0 0-10 0,0 0-3 16,0 0 10-16,0 0-4 0,0 0-5 0,0 0 13 15,0 0-2-15,0 0-4 0,0 0-4 0,0 0-5 16,0 0-2-16,0 0 11 0,0 0 10 0,0 0-5 16,0 0-4-16,0 0 0 0,0 0 0 0,0 0-1 15,0 0 9-15,0 0-16 0,0 0 5 0,0 0 7 16,0 0-12-16,0 0 16 0,0 0-8 0,0 0-4 15,0 0 8-15,0 0-8 0,0 0 4 16,0 0 0-16,0 0 9 0,0 0-8 0,0 0 8 16,0 0 0-16,0 0-13 0,0 0 14 0,0 0-9 15,0 0-5-15,0 0 6 0,0 0-2 0,0 0-4 16,0 0 14-16,0 0 3 0,0 0-13 0,0 0 10 16,0 0-10-16,0 0-8 0,0 0 12 0,0 0-9 15,0 0 6-15,0 0 8 0,0 0-12 0,0 0 8 16,0 0-10-16,0 0 6 0,0 0 13 0,0 0-14 15,0 0 11-15,0 0-15 0,0 0-10 0,0 0 15 16,0 0-10-16,0 0 13 0,0 0-1 16,0 0 0-16,0 0 1 0,0 0-9 0,0 0 6 15,0 0 5-15,0 0 0 0,0 0-6 0,0 0 0 16,0 0-9-16,0 0 5 0,0 0 9 0,0 0-10 16,0 0 10-16,0 0-5 0,0 0-5 0,0 0 10 15,0 0-15-15,0 0 14 0,0 0 0 0,0 0-3 16,0 0 4-16,0 0-1 0,0 0 1 0,0 0 4 15,0 0-4-15,0 0-14 0,0 0 0 0,0 0 4 16,0 0 1-16,0 0 3 0,0 0 6 0,0 0 0 16,0 0-1-16,0 0 1 0,0 0-5 0,0 0-5 15,0 0 2-15,0 0 3 0,0 0 0 16,0 0 0-16,0 0 4 0,0 0-9 0,0 0 0 0,0 0-1 16,0 0 3-16,0 0 7 0,0 0-3 15,0 0 0-15,0 0 2 0,0 0 1 0,0 0 0 16,0 0-3-16,0 0-1 0,0 0-9 0,0 0 5 15,0 0 5-15,0 0-6 0,0 0 5 0,0 0 0 16,0 0 3-16,0 0-2 0,0 0-1 0,0 0-1 16,0 0-3-16,0 0 8 0,0 0 0 0,0 0 1 15,0 0-10-15,0 0 0 0,0 0 6 0,0 0-1 16,0 0 5-16,0 0-4 0,0 0-6 0,0 14 6 16,0-14 2-16,0 0-7 0,0 0 9 0,0 0-10 15,0 0 6-15,0 0-2 0,0 0-3 16,0 0-4-16,0 0 7 0,0 0-2 0,0 0 3 0,0 0 12 15,0 0-20-15,0 0 25 0,0 0-13 16,0 0-8-16,0 0 8 0,0 0-9 0,0 0 1 16,0 0 4-16,0 0 1 0,0 0-1 0,0 0 0 15,0 0 0-15,0 0 4 0,0 0-13 0,0 0 13 16,0 0-8-16,0 0 4 0,0 0 9 0,0 0-14 16,0 0 13-16,0 0-11 0,0 0-2 0,0 0 10 15,0 0-9-15,0 0 9 0,0 0-10 0,0 0-7 16,0 0 16-16,0 0-18 0,0 0 18 0,0 0 0 15,0 0-12-15,0 0 13 0,0 0-8 0,0 0 3 16,0 0 4-16,0 0-10 0,0 0 6 16,0 11 0-16,0-11-3 0,0 0 9 0,0 0-6 15,0 0-3-15,0 0 7 0,0 0 0 0,0 0-5 16,0 0 9-16,0 0-12 0,0 0 0 0,0 0 8 16,0 0-8-16,0 0 4 0,0 0-1 0,0 0-3 15,0 0 9-15,0 0-5 0,0 0 5 0,0 0-5 16,0 0 0-16,0 0 0 0,0 0-4 0,0 0 13 15,0 0-14-15,0 14 6 0,0-14-1 0,0 0-13 16,0 0 14-16,0 0 7 0,0 0-4 0,0 0 0 16,0 0 0-16,0 0-12 0,0 0-1 0,0 0 5 15,0 0 4-15,0 0 4 0,0 0 1 16,0 0 3-16,0 0-13 0,0 0 5 0,0 8 9 0,0-8-9 16,0 0 1-16,0 3-11 0,0-3-15 15,0 4-1-15,0 0-16 0,0-1-9 0,19-2 11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1:35:12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22330 3541 76 0,'0'-3'6'0,"-1"0"12"0,1-1 0 0,0 1 2 15,0 0 2-15,0 0-11 0,0-1-5 0,0 2 4 16,0-2-3-16,0 1 8 0,0 1 0 0,0 0-1 15,0-1 4-15,0 1-8 0,0-1 4 0,0 1-11 16,0 2-5-16,0 0 17 0,12-3-9 0,-12 3 8 16,0 0 8-16,0 0-30 0,0 0 21 0,0 0-4 15,0 0-17-15,0 0 21 0,0 0-12 0,0 0 4 16,0 0-1-16,0 0-11 0,0 0 6 0,0 0-3 16,0 0 13-16,0 0-5 0,0 0-3 0,0 0 9 15,0 0-4-15,0 0 8 0,0 0 1 0,0 0-9 16,0 0-5-16,0 0 0 0,0 0 0 15,0 0 3-15,0 0 0 0,0 0 5 0,0 0-5 16,0 0-8-16,0 0 4 0,0 0 4 0,0 0-12 16,0 0 13-16,0 0-1 0,0 0-8 0,0 0 8 15,0 0-4-15,0 0-4 0,0 0-1 0,0 0 2 16,0 0 3-16,0 0-4 0,0 0 5 0,0 0 7 16,0 0 1-16,0 0-1 0,0 0-4 0,0 0-4 15,0 0-7-15,0 0 15 0,0 0-12 0,0 13 4 16,0-13 12-16,0 0-20 0,0 0 12 0,0 0-9 15,0 0-7-15,0 7 17 0,0-7-5 0,0 0 4 16,0 5 5-16,0-5-17 0,0 0 17 0,0 1-1 16,0 0-16-16,0-1 20 0,0 1-16 15,0-1-13-15,0 1 26 0,0 0-14 0,0 1 5 16,0-2 13-16,0 2-8 0,0-1-1 0,0 2 0 16,0-1-3-16,0 0-1 0,14 0 5 0,-14 0-1 15,12 1 1-15,-3 0-1 0,-2-1-8 0,1 0 8 16,2 1 1-16,-1-1-9 0,0 0 4 0,-1 1-4 15,0-1 8-15,2 0 5 0,-1 0-5 0,-1 0 1 16,2 0-10-16,-1 0 6 0,0-1-1 0,2 2 0 16,-2-2 0-16,0 1-4 0,-1-1 8 0,4 1 0 15,-3-1 5-15,0 1-4 0,1-1-5 0,-1 0-4 16,0 1 0-16,1-1 4 0,-1 0 0 16,-1 1 4-16,2-1-4 0,0 0 0 0,-1-1 5 15,0 2-5-15,2-2 4 0,2 0-4 0,0 1 0 16,0-1-4-16,1 0 4 0,2 0 4 0,0 0 1 15,0 0-1-15,0 0-4 0,-1 2-4 0,1-2 8 16,-3 0 4-16,-2 0-8 0,1 0 9 0,-2 0-13 16,1 0 4-16,-1 0 4 0,0 0-4 0,-1 0 0 15,4 0-4-15,-1 0-1 0,0 0 6 0,0 0-6 16,-2 0 1-16,1 0 17 0,-1 0-13 0,-1 0 4 16,-1 0 0-16,0 0-17 0,1 0 13 0,-1 0 0 15,2 0 1-15,-1 0 7 0,1 0-3 16,2 11-5-16,0-11 4 0,1 0-8 0,-1 0 8 15,2 0 0-15,0 0-8 0,0 4 4 0,2-4-4 16,-2 0 0-16,1 0-1 0,1 0 1 0,0 0 4 16,-2 0-8-16,3 0 12 0,-4 0 5 0,1 0-13 15,-2 0 20-15,0 0-20 0,0 0 8 0,-2 0-4 16,2 0-8-16,-3 0 17 0,-1 0-22 0,1 0 21 16,1 0-8-16,0 0-4 0,-1 0 12 0,1 0-12 15,-1 0 13-15,1 0-5 0,2 0-8 0,-1 0 0 16,1 0-1-16,0 0 5 0,1 0 0 0,-2 0 0 15,1 0 5-15,-3 0-1 0,1 0-4 0,-3 0 8 16,-1 0-12-16,-1 0 0 0,-3 0 17 16,2 0-18-16,-2 0 10 0,-1 0 3 0,-1 0-8 15,0 0-4-15,0 0 0 0,0 0-4 0,3 0 3 16,-3 0 5-16,0 0-4 0,0 0-4 0,0 0-1 16,0 0 9-16,0 0 9 0,0 0 4 0,0 0-1 15,0 0-7-15,0 0-5 0,0 0 4 0,0 0-4 16,0 0 8-16,0 0-8 0,0 0-8 0,0 0-1 15,0 0-8-15,0 0-10 0,0 0-18 0,0 0-7 16,0 0-6-16,0 0-4 0,0-12 6 0,0 12-8 16,0 0-10-16,0-10 13 0,0 10 15 0</inkml:trace>
  <inkml:trace contextRef="#ctx0" brushRef="#br0" timeOffset="514.23">23511 3435 109 0,'-2'-3'4'0,"-1"0"2"15,-1 0 1-15,2 1-1 0,1-1 9 0,-3 1-1 16,1 0 0-16,0 1 4 0,-1-3-8 0,1 3 5 16,0-1-5-16,0 0-8 0,2 1 9 0,0 0-6 15,-1 0 10-15,0 0 6 0,2 1-12 0,0 0-4 16,-2 0-4-16,2 0-5 0,0 0 0 15,-1 0-4-15,1 0 4 0,0 0 8 0,0 0-4 16,0 0 13-16,0 0-4 0,0 0-17 0,0 0 9 16,0 0 4-16,0 0 0 0,0 15 0 0,0-15-8 15,0 0-1-15,17 14-3 0,-17-14 4 0,0 11 7 16,16-11-7-16,-16 11 5 0,15-4 3 0,-15-1-13 16,14 1 17-16,-5-1 1 0,1 1-1 0,-1-1 5 15,1 3-12-15,3-1 8 0,-1 0-1 0,3 1-4 16,-2-1-4-16,5 0-5 0,-3 0 5 0,-1 0 7 15,0-1 0-15,-2 0-7 0,2-1-5 0,-5-1 4 16,2 0-4-16,-5 1 4 0,-1-2 0 0,0 0 4 16,-2 0 0-16,-1-1 5 0,-2 1 4 15,0 0-3-15,0 0 9 0,0 1-1 0,0 0 1 16,0-2 0-16,0 3-5 0,-23-3-9 0,23 2 4 16,0 0-4-16,-18 0 3 0,18-1 10 0,-21 1-18 15,9 0 0-15,-2 0-4 0,1 0 8 0,-4 0 9 16,3 1 4-16,-1 1-4 0,3-1-18 0,-3-1 9 15,5 1-4-15,1-1 4 0,0 0 1 0,-2 0-10 16,5-1 1-16,0 0-5 0,2-2 13 0,0 2-13 16,0-1-14-16,1-1-6 0,1 3-29 0,2-2-11 15,-2-1-10-15,2 2-33 0,0-1 20 0</inkml:trace>
  <inkml:trace contextRef="#ctx0" brushRef="#br0" timeOffset="3452.44">22876 2902 131 0,'0'0'2'0,"0"0"5"16,0 0 1-16,0 0 9 0,0 0 1 0,0 0-7 15,0 0 6-15,0 0-12 0,0 0 2 0,0 0-3 16,0 0-7-16,0 0 3 0,0 0-3 0,0 0 8 16,0 0 1-16,0 0-5 0,0 0 4 0,0 0-5 15,0 0 0-15,0 0 9 0,0 0 13 0,0 0-12 16,0 0 0-16,0 0 8 0,0 0-29 16,0 0 17-16,0 0 6 0,0 0-23 0,0 0 11 15,0 0 9-15,0 0-9 0,0 0 13 0,0 0-1 16,0 0-3-16,0 0-21 0,0 0 12 0,0 0 5 15,0 0-13-15,0 0 20 0,0 0-7 0,0 0-4 16,0 0 3-16,0 0 4 0,0 0-15 0,0 0 11 16,0 0-6-16,0 0-6 0,0 0 21 0,0 0-21 15,0 0 16-15,0 0 5 0,0 0-8 0,0 0 17 16,0 0-18-16,0 0-3 0,0 0 8 0,0 0-16 16,0 0 8-16,0 0 9 0,0-8-17 0,0 8 24 15,0 0-12-15,0 0-5 0,0 0 13 0,0 0-17 16,0 0 8-16,0 0-8 0,0 0 3 0,0 0 5 15,0 0 4-15,0 0-9 0,0 0-7 16,0 0 3-16,0 0-16 0,0 0 17 0,0 0 12 16,0 0-8-16,0 0 8 0,0 14 0 0,0-14-21 15,0 10-5-15,0-10 13 0,0 14-4 0,0-7 12 16,0 2 1-16,0-1 13 0,0 3 1 0,0 0-10 16,0-2 9-16,0 1-21 0,-13 2 17 0,13-2 4 15,0 0-5-15,0 0-4 0,0-1-13 0,0 0-4 16,0 0-1-16,0-1 15 0,0-1-5 0,0 0 0 15,0-2 13-15,0 1-13 0,0-2 9 0,0-1 5 16,0 0-14-16,0-2 0 0,0 1 0 0,0-2 0 16,0 1-4-16,0-1 13 0,0 0-13 15,0 0 9-15,0 0 4 0,0 0 1 0,0 0 4 16,0 0-18-16,0 0 8 0,0 0-4 0,0 0 5 16,0 0 5-16,0 0-10 0,0 0-5 0,0 0-8 15,0 0-7-15,0 0-9 0,0 0-17 0,0 0-7 16,0 0-8-16,0 0-36 0,0 0 4 0,0-13 12 15</inkml:trace>
  <inkml:trace contextRef="#ctx0" brushRef="#br0" timeOffset="3969.89">23167 2862 89 0,'0'0'1'16,"0"0"13"-16,0 0-4 0,0 0 9 0,0 0-9 15,0 0-6-15,0 0 5 0,0 0-12 0,0 0 20 16,0 0-12-16,0 0 0 0,-16 0 0 0,16 0-17 16,0 0 5-16,-12 0 7 0,12 0 4 0,-10 0 9 15,10 13 0-15,-10-13 1 0,5 0-5 0,-1 0 1 16,0 0-5-16,2 9 0 0,0-9 8 0,-1 0-15 15,2 7 11-15,-3-7-16 0,2 4-1 0,1 0 12 16,-2-3-8-16,2 1 12 0,-1 1-4 0,1-2 5 16,1 1 0-16,-1-1 0 0,0 0-4 15,1 0-1-15,1 0 5 0,1-1 1 0,-1 1-1 16,1-1-8-16,0 0-4 0,0 0-1 0,0 0 8 16,0 0 8-16,0 0 0 0,0 0-11 0,0 0-5 15,0 0-4-15,0 0 13 0,0 0 2 0,0 0 1 16,0 0 5-16,0 0-17 0,0 0-14 0,0 0-7 15,13 0-32-15,-13-13-26 0,0 13 12 0,0 0 7 16</inkml:trace>
  <inkml:trace contextRef="#ctx0" brushRef="#br0" timeOffset="5005.97">22858 3070 27 0,'0'0'12'0,"0"0"1"15,0 0 9-15,0 0 2 0,0 0-11 0,0 0 9 16,0 0-1-16,0 0 9 0,0 0-2 0,0 0-12 16,0 0-9-16,0 0 0 0,0 0 4 0,0 0 4 15,0 0-1-15,0 0-8 0,0 0 0 0,0 0-6 16,0 0 5-16,0 0 9 0,0 0-13 0,0 0 8 15,0 0-3-15,0 0-10 0,0 0 9 16,0 0-8-16,0 0 8 0,0 0-9 0,0 0 4 16,0 0 9-16,0 0-4 0,0 0-1 0,0 0 1 15,21 0-1-15,-21 0-13 0,18 0 13 0,-18 0-13 16,21 0 0-16,-9 0 13 0,-2 0 1 0,0 0 0 16,1 0-1-16,-3 14-8 0,-1-14-1 0,1 0 13 15,-1 0-4-15,-2 11 4 0,-1-11-8 0,0 7-5 16,-2-7-4-16,2 8 13 0,-2-5 0 0,0 1-6 15,-2 0 6-15,0 2-5 0,2 1-4 0,-2-2 13 16,0 2 5-16,0 0-4 0,0 0 10 0,0 0-6 16,0 0-6-16,-22 1-14 0,22-1 10 15,0 2-1-15,-19-1 4 0,19 3 9 0,-15-1-8 16,15 0-1-16,-15 0-9 0,15 0 10 0,-13 0-6 16,5 0 5-16,3-1 4 0,0 0-4 0,1 0-4 15,-1 0-5-15,2-1-1 0,0 0-4 0,-3-1 22 16,1-1-4-16,1 0 8 0,-1-1-8 0,1 0-14 15,1-1 5-15,-4 0-1 0,2-1 5 0,-1-2-1 16,-1 1 0-16,0 0-14 0,-2-2-10 0,1 0-20 16,0 0-20-16,0 0-21 0,-1 0-27 0,1 0 17 15,2-21 20-15</inkml:trace>
  <inkml:trace contextRef="#ctx0" brushRef="#br0" timeOffset="5841.11">22905 2923 106 0,'0'0'5'16,"-1"0"5"-16,1 0 4 0,0 0 10 16,0 0-6-16,0 0 5 0,0 0-8 0,0 0-5 15,0 0-4-15,0 0 0 0,0 0 4 0,0 0 1 16,0 0 14-16,0 0-16 0,0 0-8 0,0 0 3 15,0 0-15-15,0 0 3 0,0 0 18 0,0 0-8 16,0 0 15-16,0 0-7 0,0 0-4 0,11 0 15 16,-11 0-32-16,0 0 12 0,0 0 3 0,0 0-11 15,0 0 15-15,9 0-7 0,-9 0-6 0,3 0 5 16,-3 0 0-16,7 0 12 0,-4 0-8 0,2 0 2 16,1 0 2-16,0 0-2 0,1 0-5 0,1 0 4 15,1 0 1-15,1 0 7 0,1 0 12 0,-1 0-11 16,0 0-10-16,2 0 6 0,0 0-13 0,1 0 13 15,-1 0 13-15,0 0-10 0,1 0 9 16,0 0-13-16,2 0-8 0,-3 8 8 0,1-8-13 16,-2 0 13-16,0 0-5 0,-1 4-8 0,-2-4 17 15,0 0-17-15,-1 0 9 0,-1 0-5 0,-3 0 0 16,0 2 4-16,-2-2 0 0,-1 0 1 0,1 0-5 16,-1 0 9-16,0 0-9 0,0 0 0 0,0 0 4 15,0 0-8-15,0 0 12 0,0 0-12 0,0 0-5 16,0 0-22-16,0 0-15 0,0 0-12 0,0 0-19 15,0 0-17-15,0 0-10 0,0 0 24 0</inkml:trace>
  <inkml:trace contextRef="#ctx0" brushRef="#br0" timeOffset="6889.07">23272 3052 125 0,'3'-6'5'0,"-1"3"15"15,0 1 2-15,0-1 9 0,0 1-3 0,-1 0-9 16,1 0 6-16,0 1-8 0,-2-1-6 0,2 1-4 16,-1 0-1-16,0 1-9 0,0 0 3 0,-1 0 8 15,0 0-8-15,0 0 4 0,0 0 4 0,0 0-18 16,0 0 5-16,0 0 5 0,0 0-9 0,0 0 10 15,0 0-2-15,0 19-1 0,0-19 9 16,0 14-6-16,0-14-8 0,0 18 5 0,0-8-1 16,0 2 2-16,0 0 3 0,0 1 3 0,0-1 2 15,0 0-12-15,0 0 14 0,0-1-11 0,0-1-4 16,0 0 18-16,0-1-11 0,0 0-4 0,0-1 4 16,0-1 0-16,0 2-4 0,0-5 8 0,0 3 1 15,0-3-1-15,0-1-5 0,0 0-4 0,0-1 0 16,0 0 5-16,0 1 9 0,10-3-1 15,-10 1-3-15,0-1 5 0,0 1-5 0,0-1 13 0,0 0-4 16,5 0-5-16,-5 0-1 0,3 0-18 16,0 0 3-16,-1 0 1 0,1-14 6 0,0 14 12 15,2 0 1-15,-2-17-10 0,2 17 0 0,0-13-10 16,-1 13 5-16,2-15 5 0,-1 6 1 0,1 2 1 16,0 0 0-16,0-1-8 0,-1-2 3 0,2 1 6 15,1-1-15-15,-2 0 14 0,0 0-9 0,1-2-1 16,-2 2 10-16,3 1-1 0,-4 0 6 0,1 0 4 15,-2 1-9-15,1 1 0 0,-1 1-4 0,0 2 2 16,-1 0 1-16,0 0-5 0,1 2-4 0,1-1 4 16,-4 1 0-16,1 0 4 0,1 1-4 0,-2 1-13 15,0-1 12-15,0 1-8 0,0 0 13 0,0 0-4 16,0 0-6-16,0 0 6 0,0 0-2 16,0 20 1-16,0-20 5 0,0 16 0 0,0-16-5 15,0 20-5-15,0-5 9 0,0-2-1 0,0-1-3 16,0 2 14-16,-16-1-23 0,16 1 7 0,0-1-1 15,0 0-4-15,0-2 19 0,0 0-15 0,0 0 10 16,0-1-1-16,0-2-4 0,0 0-1 0,0 0 1 16,0-4-1-16,0-1-9 0,0 0 9 0,0-1 4 15,0-1-4-15,0 0 5 0,16-1 9 0,-16 0-4 16,0 0-1-16,9 0-5 0,-9 0-9 0,14 0 0 16,-8 0 0-16,1-20 4 0,2 20-4 0,1 0-5 15,-1-18 19-15,0 18 0 0,-1-17-1 0,3 9-9 16,-2 0 6-16,0-1-5 0,2 1 0 0,-1 0 11 15,1 0-25-15,-1 0 5 0,-1 0 10 16,1 3 4-16,-2-2-4 0,0 0-1 0,-1 4-5 16,-1-2-4-16,-1 3 9 0,-1 0 0 0,0-1 0 15,-3 3 4-15,0 0 1 0,-1 0-6 0,0 0-9 16,0 0-4-16,0 0 4 0,0 0 9 0,0 20 9 16,0-20 0-16,0 0 5 0,0 21-8 0,0-21-9 15,-17 19-4-15,17-7 9 0,0-1-4 0,0 1 9 16,0 1 0-16,-16 2-23 0,16-3 19 0,0 2-6 15,-11 0 9-15,11-2 9 0,-6-1-18 0,6 0 9 16,-7-2 0-16,7 0-14 0,-3-1 5 16,1-3-15-16,2 0-24 0,-1 0-2 0,1-2-9 15,0-2-14-15,0 1-6 0,0-2-7 0,0 0 13 16</inkml:trace>
  <inkml:trace contextRef="#ctx0" brushRef="#br0" timeOffset="7454.34">23991 3075 122 0,'3'-5'20'16,"-1"1"12"-16,-2 0 21 0,2-1 1 16,-2 2-15-16,0 0-11 0,0 0-22 0,0 2-10 15,0 0 4-15,0 0-5 0,0 1 5 0,0 0 0 16,0 0 0-16,0 0-2 0,0 0 1 0,-15 0 3 15,15 22 1-15,0-22-9 0,-16 17 0 0,16-17 8 16,-14 24-13-16,4-11 26 0,0 0-13 0,0 2 7 16,-4 2 6-16,4-1-11 0,-2 1 0 0,0 1-14 15,0-1 3-15,0-1 5 0,3 0 7 0,1-2 0 16,2-2 0-16,1-2-10 0,-1-2 1 0,3-4 5 16,3 1-1-16,-2-3 5 0,2-2 5 0,0 2 3 15,0-2-12-15,0 0 8 0,0 0-9 0,0 0 0 16,18 0 8-16,-18-19-13 0,14 19 3 0,-14-17-4 15,21 17 8-15,-21-24 5 0,23 11-5 16,-11-2 7-16,1-2-18 0,0-2 1 0,-1-2 12 16,1-1-5-16,-2-2 5 0,0 0-4 0,0-1 3 15,1 0-13-15,-4 0 8 0,1 4 9 0,-2 1-11 16,-2 3 14-16,0 5 0 0,-2 2-13 0,-1 2 0 16,-2 4 3-16,3 2-9 0,-3 0 13 0,0 2-9 15,0 0 5-15,0 0-1 0,0 0-4 0,0 0 13 16,0 18-13-16,0-18 4 0,0 16-1 15,0-2 4-15,0 1 4 0,-16 1-1 0,16 3 1 0,0 2-14 16,0 2 8-16,0 0-2 0,0 0-4 0,0 1 11 16,0 1-6-16,0-3 8 0,0 3 4 15,0-4-4-15,0-1-9 0,0-2-1 0,16-1 5 16,-16-2-9-16,0-2 12 0,16-2-9 0,-16-2-4 16,0-1 18-16,15-2-5 0,-15-2-1 0,8 0-4 15,-8-1-4-15,6-1-1 0,-6 0 0 0,3-1-3 16,0-1-25-16,-2 0-49 0,0 0-20 0,-1 0 7 15</inkml:trace>
  <inkml:trace contextRef="#ctx0" brushRef="#br0" timeOffset="7629.14">23948 3249 418 0,'-7'0'4'0,"4"18"5"15,3-18 0-15,0 0 1 0,0 0 0 0,0 0-10 16,0 0 1-16,20 0-5 0,-20 0 0 0,29 0 10 15,-13 0-6-15,4 19 19 0,2-19-14 0,-1 0-5 16,2 16 9-16,-2-16-17 0,-2 11 8 0,0-11-9 16,-3 8-31-16,-1-8-26 0,1 9-43 0,-4-9-1 15,-2 6 25-15</inkml:trace>
  <inkml:trace contextRef="#ctx0" brushRef="#br0" timeOffset="12941.05">3399 2554 222 0,'2'0'11'15,"2"-10"11"-15,-4 5 7 0,2-2-3 0,-2 1 4 16,0-1 8-16,0-1 5 0,0 0 13 0,0 1-10 15,0-2-15-15,0 0 5 0,0 0 12 0,0-1 20 16,0-1 1-16,0 2 4 0,0-2-29 16,0 0-24-16,0 3 12 0,0 0-9 0,0 1-4 0,0 1 14 15,0 0-16-15,0 1 1 0,0-2 14 16,0 4-9-16,0-1 0 0,0 1-2 0,14-2 9 0,-14 2-20 16,0 2 0-16,0 0-17 0,0 1-8 0,0 0 8 15,0 0-4-15,0 0-3 0,0 0-1 16,0 0 5-16,0 0 0 0,0 0 20 0,0 0-9 15,0 17-4-15,0-17 13 0,0 14-8 0,0-14 0 16,23 24 4-16,-23-9-5 0,0 2-1 0,20 2 2 16,-20 2 4-16,19 1-3 0,-19 1-11 0,19 0 6 15,-10 1-6-15,0-2 4 0,2-1 12 0,-2 2 4 16,0-2-4-16,1-1-1 0,-3-2-12 0,1 0-9 16,0-2 10-16,1 1 0 0,0-3 5 0,-1 0 8 15,-1-1-9-15,1-1 0 0,-1 0-8 0,0-2-5 16,0-2 10-16,0-1-1 0,-1-1 14 15,-2-2-5-15,0-1 8 0,0-1-3 0,0 0-1 16,-2-2 6-16,1 0-10 0,0 0 9 0,-1 0-4 16,1 0 3-16,0 0-9 0,0-21-9 0,1 21 4 15,0-17 1-15,1 17 7 0,0-22-6 0,2 9 3 16,0 0-4-16,-2-3-15 0,4 0 10 0,0-1-2 16,0-2 1-16,0 0 12 0,0-2 2 0,0 0 5 15,-1 1-9-15,1-2 5 0,-1 2-6 0,1-2 4 16,-3 0 2-16,0 1 3 0,0 0 11 0,-1 1-11 15,-1-1 18-15,1 4-16 0,1-1-12 0,-2 2 6 16,-1 0-13-16,3-1 1 0,-2 3 2 0,0 2-3 16,-1 0 11-16,0-2-4 0,-1 2 0 0,0 1-1 15,1 3-3-15,-3 1 9 0,1 0-8 16,1 2-10-16,0 0-1 0,-2 2-5 0,0 1-2 16,0 1-55-16,0-1-60 0,0 1-31 0,3 1-38 15,-1 0 41-15,1 0 32 0,1 0-17 0,0 0 34 16,0 0 20-16</inkml:trace>
  <inkml:trace contextRef="#ctx0" brushRef="#br0" timeOffset="13594.7">3979 2769 105 0,'5'-17'5'0,"0"17"7"0,-2 0 8 16,1-10 12-16,0 10-9 0,0-11 17 0,0 11-7 16,0-8-2-16,-1 8 9 0,0-5-27 0,2 5 0 15,-4-5-4-15,1 5 11 0,0-1 14 0,0 1 4 16,-2-1 4-16,0 1-26 0,0-1-6 0,0 1 1 16,0-1-6-16,0 1 13 0,0 0 0 0,0 0-14 15,-21 0 1-15,21 0-14 0,-15 0-9 0,15 0 14 16,-19 0-5-16,19 16 13 0,-23-16 5 0,14 0 0 15,-3 22-9-15,0-22 4 0,2 19-4 0,0-19-13 16,0 18 17-16,3-9-8 0,1 1 3 0,0-1 5 16,0 0-8-16,2 1 4 0,3-2 0 0,0 3-1 15,1-1 6-15,0-1-15 0,0 0-4 16,0 1 5-16,0 1 4 0,20-1 9 0,-20 1 5 16,19-2-5-16,-19-1 0 0,23 0 1 0,-9-1-5 15,-1-3 14-15,3 1-14 0,-2-3 4 0,3-1 1 16,-2-1 0-16,0 0 0 0,1 0 0 0,0 0 9 15,-1 0-8-15,-1-20 13 0,-2 20-5 0,-3 0 0 16,2-22 6-16,-4 22-3 0,-1-17-1 0,-2 17 2 16,-1-20 5-16,-1 9-1 0,-1 0 6 15,-1-2-5-15,0 1-17 0,0-1 0 0,0-1 0 0,0 0 5 16,0-1 11-16,-18 0-11 0,18 0-6 16,0 0 11-16,-23 1-11 0,23 1-5 0,-19-1 11 0,19 2-20 15,-18 0-1-15,18 2 4 0,-16 0-39 16,16 3-31-16,-9 0-18 0,9 1-9 0,0 1 3 15,-5 2-2-15,5 1-22 0,-2 1 9 0,2 0 26 16</inkml:trace>
  <inkml:trace contextRef="#ctx0" brushRef="#br0" timeOffset="14014.17">4630 2725 341 0,'2'3'-4'0,"2"-3"9"16,0 0 5-16,2 0-19 0,1 0 18 0,2 0-13 16,3 0-1-16,-1 0 24 0,4 0-18 0,-1 0 18 15,3 0-13-15,0 0-5 0,0 0 9 0,1 0-13 16,1 0 8-16,0 0 0 0,-1 0 0 0,0 0 0 15,-2 0-1-15,0 0 1 0,0 0-4 16,2 0 0-16,-5 0 3 0,2 0-4 0,-3 0 5 0,2 0 3 16,-2 0-4-16,-2 0-4 0,1 0 4 0,-3 0-30 15,-2 0-42-15,-1 0-39 0,-1 0-8 0</inkml:trace>
  <inkml:trace contextRef="#ctx0" brushRef="#br0" timeOffset="14265.67">4731 2860 117 0,'0'0'6'0,"18"0"6"0,-5 0 1 15,-1 0 9-15,2 0 3 0,2 0-9 0,1 0-8 0,-1 0 3 16,1 0-11-16,0-14-3 0,0 14 20 16,-2 0-13-16,2 0-4 0,-3 0 14 0,-1 0-17 15,-1 0-16-15,0 0-20 0,0 0-28 0,-4 0 3 16</inkml:trace>
  <inkml:trace contextRef="#ctx0" brushRef="#br0" timeOffset="17413.37">5383 2558 173 0,'0'-2'17'0,"0"-1"24"16,1 2 17-16,0-2-8 0,-1 1 3 0,1 0-24 15,-1 0-11-15,1 1 12 0,0-2-10 16,-1 3-10-16,1 0-9 0,0 0 5 0,-1 0-1 15,0 0 9-15,0 0 5 0,0-1-9 0,0 1-5 0,0 0 0 16,0 0-5-16,0 0 0 0,1 0-5 16,-1 0-4-16,1 0 5 0,-1 0 8 0,0 0-3 15,0 0 3-15,0 0-8 0,0 15-9 0,0-15 18 16,0 0-4-16,0 16 4 0,0-16 5 0,0 16-10 16,0-6 5-16,0 0 9 0,0 2-9 0,0 1 0 15,12 1-13-15,-12 1 4 0,0 0 4 0,0 0-4 16,0 2 13-16,0 0-9 0,0 1 0 0,0-2 13 15,0 2-8-15,0-2-1 0,0 1 5 0,0-2-9 16,0-1 13-16,0-1-8 0,0-3-1 0,0 0-4 16,0-2-9-16,0-1 13 0,0-1-4 15,0-3 5-15,0 0 0 0,0-1-1 0,0-1 1 16,0 0-38-16,0-1-15 0,0 0-27 0,0 0-40 16,0 0-15-16,16 0 19 0</inkml:trace>
  <inkml:trace contextRef="#ctx0" brushRef="#br0" timeOffset="17944.68">5804 2580 260 0,'0'0'11'0,"0"0"16"0,0 0 11 16,0 0 1-16,0 0-20 0,0 0-12 0,0 0-10 15,-20 0 3-15,20 0 4 0,-14 0 1 0,14 0-5 16,-18 0-4-16,7 0 9 0,-1 0-4 0,1 22 4 16,-2-22-5-16,1 12-8 0,2-12 0 15,0 17 4-15,1-17 1 0,0 16 7 0,2-8 0 0,2 0-8 16,1 0 9-16,0 1-13 0,2 0 3 0,1 0 6 15,1-1-5-15,0 4 9 0,0-2 0 16,0-1-5-16,0 2 5 0,0 0 3 0,24-1-4 16,-24 1-3-16,18 0-1 0,-18-3-4 0,23 0 8 15,-10-1 5-15,3 0-5 0,-1 0 5 0,2-4-13 16,1 1 9-16,-1-1-10 0,3-3-4 0,-3 0 10 16,2 0-9-16,-2 0 9 0,-1 0 3 0,-4 0 1 15,1 0 13-15,-3-17-5 0,-1 17-8 0,-1 0 1 16,0-20 0-16,-4 20 4 0,0-16 9 0,1 16 0 15,0-18 0-15,-2 8-10 0,-1 0 5 0,-2 0-5 16,0-2-8-16,0 0 12 0,0 0-9 16,0 0 0-16,0 0 5 0,0-1-5 0,-22 1 1 15,22 1-10-15,0-2 5 0,-19 2 0 0,19-1-1 16,-15 2 15-16,15-1-10 0,-17 0 1 0,8 4-1 16,0-3-4-16,-2 4-5 0,4 0 1 0,1 1-20 15,0 1-16-15,4 2-22 0,-3 0-33 0,0-1-9 16,3 3-14-16,1 0 26 0</inkml:trace>
  <inkml:trace contextRef="#ctx0" brushRef="#br0" timeOffset="21213.5">6265 2581 125 0,'0'0'18'0,"0"-3"9"0,0 2 2 16,0-1 10-16,0 0-17 0,0 0-9 0,0 1 4 16,0 0 0-16,0-1 0 0,0-1-4 15,0 3 4-15,0-2-5 0,0 0 0 0,0 0 16 16,0 0-3-16,0 0-5 0,0 0-4 0,0 0-10 16,0 0 10-16,0 1-2 0,0-1 1 0,0-1 8 15,0 2-17-15,0-1 8 0,0 1 4 0,0-1-13 16,0 0 0-16,0 0-5 0,0 0 5 0,0 1 5 15,0-1 9-15,0 1 0 0,0 1-9 0,0 0-6 16,0-2-4-16,0 2 0 0,0 0 0 0,0 0 5 16,0 0-5-16,0 0-9 0,0 0 4 0,0 0-5 15,0 0 10-15,0 0 0 0,0 0 5 0,0 0 5 16,0 0-10-16,0 0 4 0,0 17-3 16,0-17-10-16,0 12 4 0,0-12 10 0,0 16-9 15,0-5 4-15,0 1 9 0,0-1-13 0,17 3 4 16,-17 0 14-16,0 1-19 0,0 0 10 0,0 1 8 15,0-1-17-15,7-1 4 0,-7 0 0 0,0 1 0 16,0-3 4-16,3 0 1 0,-3-1 16 0,3 0-21 16,-2-1-5-16,2 0 21 0,-1-1-27 0,0-2 17 15,0 0 15-15,-1-1-26 0,0-1 10 0,0-2 7 16,0 2-12-16,0-3 11 0,-1-1 0 0,0 1-5 16,0 0-12-16,1-2 7 0,-1 2-1 0,0-2-11 15,0 0 22-15,0 0-5 0,0 0 0 0,0 0-32 16,0 0-42-16,0 0-25 0,0 0-28 15,0 0 0-15,0 0-6 0,0 0 24 0</inkml:trace>
  <inkml:trace contextRef="#ctx0" brushRef="#br0" timeOffset="21780.71">6533 2605 119 0,'1'0'4'0,"1"-2"5"0,-1 1 3 16,0 1 5-16,0-2 6 0,0 0-3 0,0 2 3 15,-1 0-1-15,0 0-5 0,0 0-6 0,0 0-1 16,0 0-5-16,0 0-10 0,0 0 1 0,0 0 0 15,0 0 9-15,0 0 1 0,0 15 9 0,0-15 0 16,-14 0-9-16,14 15 13 0,0-15-13 0,-12 13-4 16,12-13 13-16,-10 14-18 0,10-7 18 0,-9 1 0 15,4 0-9-15,0 0 0 0,0 1-1 0,1-1-4 16,1 2-4-16,-2 0 13 0,3-1-10 16,-1 3 14-16,1-3-13 0,0 2-4 0,2-1 12 15,0 0-10-15,0 1 5 0,0-1 4 0,0-1-13 16,0 1-3-16,0-3 5 0,0 0 7 0,0 1 1 15,17-1 4-15,-17 0 4 0,0-4-9 0,14 3-4 16,-14-4 5-16,12 2-5 0,-12-2 5 0,16-1 8 16,-9 0-13-16,1-1 14 0,3 0-14 0,-2 0-8 15,1 0 9-15,2 0-5 0,-2-17 4 0,1 17 4 16,1 0 5-16,-2-17-13 0,0 17 0 0,-3-14 9 16,1 14-9-16,0-14 17 0,-2 5-4 0,0 0-9 15,-1-1 4-15,-1 0-7 0,-2 0 17 0,1 0-9 16,-1-2 4-16,-2 0 13 0,0 0-22 0,0 1 18 15,0-1-10-15,0-1-7 0,0-1 12 16,0 1-18-16,-21 0 10 0,21 1-5 0,-15 0-5 16,15 2 0-16,-15 0-4 0,15 2-1 0,-18 1 5 15,18 3-4-15,-18 1-20 0,11-1-10 0,-2 2-22 16,0 0-13-16,0 2-11 0,0 0-20 0,-2 0 17 16</inkml:trace>
  <inkml:trace contextRef="#ctx0" brushRef="#br0" timeOffset="22576.22">6738 2148 185 0,'0'0'10'16,"0"0"6"-16,0 0-4 0,0 0 1 0,16 0-11 16,-16 0 9-16,0 0 0 0,0 0-1 0,0 0-4 15,0 0-5-15,0 0 5 0,0 0 9 0,0 0-10 16,11 0 2-16,-11 0 3 0,0 0-8 0,7 0 17 16,-4 0-12-16,3 0 8 0,-2 14-4 0,3-14 13 15,-1 0 4-15,2 11-23 0,1-11 0 0,-1 8-14 16,-1-8 0-16,-2 8 13 0,1-8 0 15,-2 7 5-15,-1-2 0 0,-1-1-4 0,1 0 4 0,-1 0-18 16,-2 2 18-16,0-2-10 0,0 1 0 16,0 1 14-16,0-1-28 0,0 0 9 0,-20 2-5 15,20-3 0-15,0 0 5 0,-20 2-1 0,20-2 6 16,0-1-10-16,-17-1 6 0,17 1 5 0,0-2-5 16,0 1 9-16,0-2-4 0,0 0-15 0,0 1 15 15,0 0-4-15,0 0 4 0,0 0 10 0,18-1-6 16,-18 2 1-16,21 0 1 0,-21 1 0 0,25 0-5 15,-25 0 15-15,23 2-1 0,-12-1 9 0,-1 4-4 16,-1-1-15-16,-1 0 5 0,-2 0-5 0,-1 1 9 16,-5 0 12-16,6-2 9 0,-6 0 5 0,0-2 15 15,0 1-23-15,0 1-3 0,0 1-4 0,0-1-19 16,-18-1 18-16,18 1-18 0,-16 1-6 16,16 2 5-16,-22-1-17 0,22-1 0 0,-24-1-22 15,12 1-21-15,0 0-8 0,0 0-10 0,1-3-3 16,2 2-8-16,0 0-20 0,1-2-8 0,3 0 25 15</inkml:trace>
  <inkml:trace contextRef="#ctx0" brushRef="#br0" timeOffset="24117.33">7141 2772 143 0,'0'-1'1'15,"0"0"15"-15,0 1 5 0,0-1 6 0,0 1 7 16,0 0-9-16,0 0 0 0,0 0-10 0,0 0-13 15,0 0 3-15,0 0-9 0,0 0 5 0,0 0 6 16,0 0-11-16,0 0 8 0,0 0-8 0,0 0-4 16,0 0 13-16,0 0-8 0,0 0 12 0,11 0 10 15,-11 0-8-15,13 0 13 0,-5 17-9 0,1-17 1 16,1 11-4-16,-1-11-1 0,3 14 7 16,-2-14-4-16,0 15-5 0,0-8-5 0,2-1 5 15,-3 1-4-15,-1-1-1 0,0-2-4 0,1 0-12 16,-2 0 3-16,-2-1 14 0,-1 0 8 0,-1-2 4 15,-1 0-18-15,0 1 10 0,-1-2-26 0,1 0 3 16,-2 0 8-16,0 0-33 0,0 0-9 0,0 0-53 16,0 0-10-16,0 0 19 0</inkml:trace>
  <inkml:trace contextRef="#ctx0" brushRef="#br0" timeOffset="24330.23">7283 2720 355 0,'0'0'5'0,"0"0"1"0,0 0 4 0,0 0-4 16,0 0 12-16,0 0-13 0,0 0 0 0,0 15 4 15,0-15-21-15,-17 0 21 0,17 15-9 0,-14-15 4 16,14 17 9-16,-15-7-22 0,8 1 13 0,0 0 4 16,-1 2-12-16,2-1 7 0,-1 0-17 0,1-2-9 15,2 1 6-15,-2 1-5 0,3-4-5 0,0 2-3 16,1-3-18-16,-1 0-19 0,2 0 0 0,0-1 4 15</inkml:trace>
  <inkml:trace contextRef="#ctx0" brushRef="#br0" timeOffset="26217.15">7677 2554 155 0,'1'-2'2'0,"-1"0"15"0,2-2 9 0,1 1 4 0,1-1 6 15,-1 1-7-15,1-1-1 0,0 0 4 16,-1-1-15-16,2 1 14 0,-1 1-1 0,-1-2-6 16,0 3 5-16,0-2-13 0,-1 1-6 0,-1 3-8 15,-1 0 3-15,0 0 0 0,0 0-4 0,0 0 17 16,0 0-14-16,0 0-8 0,0 0 9 0,0 0-14 15,0 0 9-15,0 0 9 0,0 0-9 0,-13 0 1 16,13 0 3-16,0 0 1 0,0 14-5 16,0-14 5-16,0 0-9 0,0 12 0 0,0-12 4 0,0 10-4 15,0-3 0-15,0 1 0 0,-6 1-5 16,6 0 10-16,0 1 8 0,0 2-4 0,0-2 4 16,0 3-4-16,0-2-13 0,19 3 8 0,-19-3-4 15,0 3 1-15,20-3 8 0,-20 1 4 0,16 0-1 16,-16 0 1-16,16 0 0 0,-6-2-9 0,-3 1 4 15,0 0 5-15,0-2 4 0,0 1 1 0,-1-1-14 16,-1-1 5-16,-1-1-1 0,-2 0 5 0,1-1 24 16,-1-1-3-16,0-2 17 0,1 2 7 0,-3-1-1 15,0-1 5-15,0-1-22 0,0 1-10 0,0-2-7 16,0 2 1-16,0-1-14 0,-22-1 4 0,22-1-4 16,-15 0-10-16,15 0 22 0,-18 0-17 0,18 0-2 15,-22 0-30-15,10 0-34 0,-1 0-26 0,-2 0-29 16,0-19 11-16,2 19 2 0,-1 0 18 0,2-17 5 15,1 17-15-15,1-13 0 0,1 13 16 16</inkml:trace>
  <inkml:trace contextRef="#ctx0" brushRef="#br0" timeOffset="26545.17">7713 2534 111 0,'18'0'6'0,"-18"0"16"0,22 0 11 16,-10 0 2-16,2-14 2 0,2 14-5 0,0 0-20 15,-2 0 4-15,2 0-10 0,-3 0-5 0,-1 0 14 16,0 0-9-16,-2 0-1 0,-2 0-4 0,0 0-1 16,0 0 0-16,-1 0 1 0,-2 0 0 0,0 0-5 15,2 0 14-15,-3 0-15 0,0 0 5 0,0 0 0 16,-1 0-9-16,-1 0 14 0,0 0-1 0,-2 0-22 16,1 0-35-16,-1 0-31 0,0 0-4 15</inkml:trace>
  <inkml:trace contextRef="#ctx0" brushRef="#br0" timeOffset="27095.81">8131 2831 801 0,'0'5'-6'0,"0"-3"-5"0,9-1 0 0,-9-1-5 16,4 0 10-16,1 0-10 0,-4 0-32 0,1 0-14 15,0 0-44-15,-1 0-28 0,1 0-7 0,-1-18 19 16</inkml:trace>
  <inkml:trace contextRef="#ctx0" brushRef="#br0" timeOffset="27577.8">8353 2530 290 0,'10'-2'-1'15,"-5"0"1"-15,2-2 0 0,-1 1 0 0,-1 0 9 16,-1-1-5-16,1 2 6 0,-2 1 0 0,-1-1-8 16,0 2 7-16,-2 0-12 0,2 0 4 0,-2 0-10 15,0 0 10-15,0 0 9 0,0 0 2 0,0 0 23 16,0 0-16-16,0 21-1 0,0-21-6 0,0 16-5 15,0-16 9-15,0 20 3 0,-15-8-9 0,15 0 5 16,0 1-5-16,0-1 4 0,0 2 9 0,0 0-17 16,-9 0 4-16,9 1 4 0,0 0-4 0,-6 0-1 15,6-1-9-15,-2 2-17 0,0-1 13 16,0-1 8-16,0-1 5 0,2 0 12 0,0-1-17 16,0 0-4-16,-1-2 5 0,0-1-5 0,1-1 0 15,0 0 13-15,0-2-4 0,0-1-28 0,0 0-32 16,0-1-36-16,0 1-41 0,0-3-12 0,0 1 41 15</inkml:trace>
  <inkml:trace contextRef="#ctx0" brushRef="#br0" timeOffset="28130.58">8742 2613 358 0,'5'-4'2'0,"-1"0"20"0,-2 2 14 0,0-3 28 16,-2 2 3-16,0 1-15 0,0 0-5 0,0 0-33 16,0 2 6-16,0 0-20 0,0 0-9 0,0 0 9 15,0 0-6-15,0 0 10 0,0 0 5 0,-18 0-4 16,18 0-9-16,0 21-1 0,-18-21-4 0,18 14 5 15,-16-14 4-15,6 18 4 0,2-8 5 0,1 1-9 16,0 1 5-16,-3 0-5 0,3 1 0 0,0 0 4 16,0 1 2-16,1 0-2 0,2-1-4 15,-1 2 6-15,3-2-6 0,2 0 6 0,0 1 5 16,0-2 0-16,0 0-6 0,0-2-10 0,25 0 5 16,-25-1-11-16,18-1 17 0,-18-1 11 0,19-3-6 15,-19 2 11-15,21-4-11 0,-10 1 0 0,0-1-11 16,1-2 0-16,-1 0 6 0,-2 0 9 0,3 0-3 15,-3 0 4-15,-1 0-11 0,1-20-5 0,0 20 5 16,-2 0-4-16,-1-19-1 0,1 19 5 0,-1-14 6 16,-1 14-6-16,0-17 11 0,0 7-1 0,0 1 1 15,-1-1-6-15,-1 0 10 0,-1 1 5 0,-1-1-4 16,0 0 19-16,-1 0-9 0,0 1 3 16,0-3 14-16,0 3 6 0,0-1 0 0,-19-1-16 15,19 0-10-15,0 0-13 0,-20-1-4 0,20 2-6 16,-16-2 5-16,16 1-5 0,-14 0-11 0,14 1 7 15,-13-1-5-15,13 2-15 0,-9 0-2 0,9 0-42 16,-7 1-47-16,4 0-34 0,-2 1-22 0,2 0 9 16,-1 3 30-16,0-1 19 0,3 1-8 0,-2 0-5 15,1 1 18-15</inkml:trace>
  <inkml:trace contextRef="#ctx0" brushRef="#br0" timeOffset="28521.27">8852 2360 380 0,'0'-12'5'0,"12"12"15"0,-12-8 1 16,0 8 6-16,8-5 5 0,-8 1-15 0,8 0-5 15,-1 0 4-15,-2 2 0 0,2-1 0 0,-1 1-1 16,2 0-10-16,2 1-5 0,-2 1-4 0,2 0 13 15,-1 0 10-15,-1 0-9 0,-1 0 4 0,2 0-19 16,-2 0 0-16,-1 0 5 0,-1 17-5 0,1-17 10 16,-1 0-5-16,-1 0-10 0,2 9 10 0,-1-9-10 15,-1 0-31-15,1 0-19 0,-1 0-44 0,0 0-39 16,-1 0 27-16</inkml:trace>
  <inkml:trace contextRef="#ctx0" brushRef="#br0" timeOffset="29161.67">9188 2139 429 0,'0'0'-5'0,"0"0"9"0,0 0-4 16,0 0 0-16,0 0 4 0,0 0-13 15,0 0 4-15,0 0 9 0,0 0-13 0,0 0 13 16,0 0 0-16,21 0-8 0,-21 0 13 0,23 0-17 16,-8 15 8-16,1-15-1 0,-2 0-4 0,1 13 22 15,0-13-9-15,0 11 5 0,-4-11-5 0,2 11-13 16,-5-11-4-16,0 11 4 0,-3-5 10 0,-1 1-5 15,-4-1 9-15,0 0-4 0,0-1 4 0,0 2 4 16,0 0-5-16,-23 1-13 0,23-3 4 0,-18 2-8 16,18 0-1-16,-19-2 19 0,19 0-18 0,-14-2 8 15,14 1 0-15,-13-1-9 0,13-1 3 16,-7-1-3-16,7 1 12 0,0 0-12 0,0 0 9 16,0 0 9-16,0 1-13 0,0 1 4 0,0 0-4 0,25 2 4 15,-25-2 1-15,22 1 9 0,-22 4-1 16,27-2-14-16,-14 1 0 0,3-1-5 0,-3-1 6 15,-2 1 10-15,0 1 1 0,-3 0 8 0,-3 0-1 16,0 1 15-16,-5 0 10 0,0 2 3 0,0-1-1 16,0 1-29-16,-29-1-6 0,29 0-4 0,-30-1 4 15,15-2-5-15,-4 2-4 0,0-3-20 0,-3 0-34 16,2 0 1-16,-3-1-36 0,1-2-21 0,0 1 10 16,-2 1 11-16</inkml:trace>
  <inkml:trace contextRef="#ctx0" brushRef="#br0" timeOffset="31041.43">4866 3721 62 0,'0'0'9'0,"0"0"7"0,0-13 5 0,0 13 14 15,0 0-12-15,0 0-2 0,0 0-1 0,0 0-3 16,0 0 7-16,0 0-9 0,0 0 4 0,0-8-4 16,0 8-9-16,0 0 14 0,0 0-14 15,0 0 0-15,0-4 4 0,0 4-14 0,-11-3 13 16,11 2-4-16,0 1-9 0,0-1 14 0,0-1-9 15,0 2 0-15,0 0 8 0,0 0-3 0,0 0-1 16,0 0 1-16,0 0-5 0,0 0 9 0,0 0 4 16,0 0 1-16,0 0 8 0,0 0-8 0,0 0 4 15,0 0-14-15,0 0 2 0,0 0 2 0,0 0-17 16,0 0 22-16,0 0-6 0,0 0-8 0,0 0 17 16,0 0-4-16,-15 0 0 0,15 0 5 15,0 0-22-15,0 0 4 0,0 0 0 0,0 0-9 16,-10 0 14-16,10 0-9 0,0 0 0 0,0 0 4 15,-5 0 8-15,5 0-12 0,-4 0 8 0,4 0-4 16,-4 0-12-16,3 0 16 0,0 0-9 0,-1 0 5 16,1 0 5-16,0 0-14 0,0 0 9 0,0 0 4 15,1 0 0-15,-3 0 9 0,3 0-18 0,-2 0 5 16,0 0-4-16,0 0 4 0,0 0 4 0,1 0-8 16,-2 0 8-16,2 0-4 0,-1 0 4 0,1 11 1 15,-1-11-5-15,0 0-5 0,2 0 10 0,-2 0-5 16,2 0-9-16,0 0 9 0,-1 0-13 0,1 0 22 15,0 0 9-15,0 0-9 0,0 0 13 0,0 0-17 16,0 0 4-16,0 0 4 0,0 0-8 16,0 0 3-16,0 0-12 0,0 0 0 0,0 0-5 15,17 0 14-15,-17 0-1 0,12 0 5 0,-12 0 4 16,18 0-26-16,-7 0 17 0,0 0-9 0,-1 0 5 16,1 0 9-16,1 0-4 0,0 14 9 0,-1-14-9 15,3 0-1-15,-3 0 7 0,1 0-5 0,1 0 6 16,-1 0 10-16,0 0-11 0,-3 0-6 0,2 0 6 15,-1 0-11-15,-2 0 5 0,0 0 6 0,0 0-5 16,-4 0 4-16,0 0-5 0,-2-11-5 0,0 11-5 16,-2 0 6-16,0 0-1 0,0 0 10 0,0 0-4 15,0 0-23-15,0 0-20 0,0 0-24 0,0 0-16 16,0 0-5-16,0 0-16 0,0 0-9 16,0 0-11-16,0 0 10 0,0 0 39 0</inkml:trace>
  <inkml:trace contextRef="#ctx0" brushRef="#br0" timeOffset="31381.21">4788 3885 256 0,'0'2'3'0,"0"-1"6"16,0-1-10-16,0 1 6 0,0-1-4 0,0 0-9 15,0 0 18-15,0 0-4 0,0 0 6 0,19 0 5 16,-19 0-5-16,14 0 6 0,-14 0-2 0,18 0 4 16,-7 0-9-16,3 0-1 0,-2 0-4 0,3 0-4 15,-1 0 9-15,1 0-10 0,1 0 15 0,-1 0-2 16,0 0-4-16,-1 0 5 0,-1 0-10 0,1 0-14 15,-3 0 9-15,-2 0-4 0,3 0 0 0,-5-12 9 16,0 12-1-16,-2 0 1 0,0 0-5 0,0 0-5 16,-2-9-22-16,-1 9-36 0,-2 0-35 15,0 0-11-15,0-5 12 0</inkml:trace>
  <inkml:trace contextRef="#ctx0" brushRef="#br0" timeOffset="33592.87">6649 2321 100 0,'0'0'5'0,"0"0"11"0,0 0-5 0,0 0 6 15,0 0-5-15,0 0-9 0,0 0 3 0,0 0 3 16,0 0-9-16,0 0-9 0,0 0 8 0,0 0-4 16,0 0 5-16,0 0 8 0,0 0-8 0,0 0-8 15,0 0 8-15,0 0 8 0,0 0-4 0,0 0 3 16,0 0 0-16,0 17-16 0,0-17 12 0,-17 0-3 16,17 14 7-16,0-14 6 0,-12 11-11 0,12-11 22 15,-8 10-25-15,8-10 21 0,-8 5-1 0,8-5-17 16,-5 3 17-16,1-3-18 0,4 0 5 0,-2 0 4 15,2 0-12-15,0 0 2 0,-3 0-1 0,3 0-10 16,-2 3 21-16,2-3-7 0,-2 2-3 0,0 0 9 16,0 1-13-16,2 0 0 0,-1-2 14 15,-1 2-5-15,2 0 4 0,-1-2 1 0,0 0-8 16,1 1-6-16,0-1 1 0,0 0 0 0,0-1-1 16,0 0 14-16,0 0-6 0,0 0 5 0,0 0-4 15,0 0-5-15,0 0 2 0,0 0 4 0,22 0 8 16,-22 0-1-16,21 0-9 0,-7-16-4 0,4 16 5 15,1 0-3-15,1-15-4 0,1 15 4 0,3-16 0 16,1 7-4-16,1-3 10 0,3 0 4 0,1-2-13 16,0 0 4-16,1 1 13 0,2-1-9 0,0 1-4 15,1-1 12-15,-1 0-4 0,-2 2-1 0,0-1-4 16,1 0-5-16,-1-1 4 0,-2 2-9 16,0 1 26-16,-4 1-18 0,-1 1-3 0,-2 0 3 15,-3 1-12-15,-2 2 8 0,0 2-9 0,-4-1 5 16,0 1-22-16,0 0-11 0,-2 2-7 0,-4 0-23 15,1-1-3-15,-1 1-18 0,-3 2 8 0,0 0 23 16</inkml:trace>
  <inkml:trace contextRef="#ctx0" brushRef="#br0" timeOffset="34488.62">9061 2554 332 0,'0'0'5'0,"0"0"0"0,0 0 0 15,0 0 6-15,0 0-9 0,0 0 4 0,0 0 1 16,0 0-6-16,0 0 13 0,0 0-9 16,0 0 4-16,18-17 5 0,-18 17-19 0,14-11 13 15,-14 11-14-15,22-17-5 0,-5 7 10 0,2-2 0 16,5 0 9-16,3-1 5 0,0-3 4 0,5 1-7 16,2 1 5-16,1-2 12 0,1 0-10 0,1 0 5 15,0 0-15-15,-1 1-6 0,-2 0 1 0,0-2-6 16,-3 3 10-16,-4 0-10 0,0 1 5 0,-4 0 8 15,-1 1-8-15,-2 2-10 0,-2 2 4 0,-2-1-19 16,-4 2-17-16,0 3-25 0,-2-2-32 0,-5 3-22 16,0 1 26-16</inkml:trace>
  <inkml:trace contextRef="#ctx0" brushRef="#br0" timeOffset="39094.23">5577 3575 141 0,'0'0'6'16,"0"0"1"-16,0 0 19 0,0 0 0 0,0 0 4 16,0 0 4-16,0 0-14 0,0 0 9 0,0 0 0 15,0 0-8-15,0 0 3 0,0 0-13 0,0 0-9 16,0 0 12-16,0 0-13 0,0 0 7 0,0 0-3 16,0 0 0-16,0 0-1 0,0 0 0 0,0 0-7 15,0 0-5-15,0 0 7 0,0 0-7 0,0 0 7 16,0 0 5-16,0 0-4 0,0 0 3 0,0 0 2 15,0 0-8-15,0 18 7 0,0-18 1 0,0 15-5 16,0-5 4-16,0 0-9 0,-16 3 13 16,16-3 3-16,0 2-7 0,-12-1-5 0,12-1-12 15,0 0 8-15,0-1 1 0,-8-2 7 0,8-1 1 16,0-1-4-16,0 0 4 0,0-1-4 0,0-2-1 16,0 0 1-16,0-1 9 0,0 1-4 0,0-1-4 15,0-1-1-15,16 0-4 0,-16 0 4 0,13 0 0 16,-13 0 10-16,18 0-14 0,-5 0 4 0,-1 0 4 15,3 0-12-15,0-17 8 0,0 17-4 0,1 0-5 16,-1 0 13-16,-1 0-4 0,-1 0 4 16,-2 0 4-16,1 0-8 0,-2 0 4 0,-1 0-1 15,0 0-7-15,-1 17-1 0,-1-17-4 0,-1 0 0 16,1 14 12-16,-2-14 5 0,2 12-8 0,-2-12-4 16,-1 13 4-16,-1-5-5 0,0-1 13 0,-2 1 0 15,1 0 1-15,-1 1-1 0,-1-1 6 0,0 1 4 16,0 0-9-16,0 0 19 0,0 1 0 0,0-2-5 15,0 2 6-15,-17-1-4 0,17 1-5 0,0-2 12 16,-19 1-16-16,19-2-16 0,-12 0 12 0,12-1 1 16,-14 1 16-16,7-1 2 0,0-1-19 0,-1-1-6 15,2-1-11-15,-2 0 5 0,1-1 0 0,-2 0 1 16,0-2-7-16,-2 3 0 0,2-1 11 0,-2-1 0 16,-1 2 1-16,0-2-7 0,2 3-4 15,0-1-19-15,-2-1-6 0,4-2-25 0,1 0-15 16,0 0 1-16,1 0 3 0,2 0 16 0,2 0-12 15,-1 0-3-15,3 0-21 0,0-16-12 0,0 16 27 16</inkml:trace>
  <inkml:trace contextRef="#ctx0" brushRef="#br0" timeOffset="39693.23">5552 3559 124 0,'0'0'9'0,"0"0"1"0,0 0 6 15,0 0 4-15,0 0-8 0,0 0 0 0,0 0 11 16,0 0-13-16,0 0 0 0,0 0 7 0,0 0-24 16,0 0 12-16,0 0 0 0,0 0-5 0,0 0 5 15,0 11-4-15,0-11 0 0,0 0 0 0,0 0 0 16,0 0 0-16,0 0 7 0,0 0-7 16,0 0 0-16,0 0 9 0,18 6-9 0,-18-6 8 15,0 4 13-15,0-2-8 0,14 1 4 0,-14 0-7 16,13 1 0-16,-5-1-1 0,2 1-4 0,3 0 11 15,-1 0 1-15,3-1-3 0,1 0 8 0,3 1 4 16,1-3-4-16,1 1 8 0,2-2-14 0,3 0-8 16,1 0-4-16,-2 0-1 0,0 0 9 0,-2 0-4 15,0-17-9-15,-4 17 9 0,0 0-9 0,-5-15 0 16,-1 15 16-16,-4 0-12 0,1-12 9 0,-3 12 0 16,-2 0-5-16,-2 0-3 0,-2-7-18 0,-1 7-35 15,0 0-29-15,0 0-20 0,0 0-27 0,-19 0 4 16,19 0 24-16</inkml:trace>
  <inkml:trace contextRef="#ctx0" brushRef="#br0" timeOffset="40342.08">6254 3696 195 0,'1'0'14'0,"0"0"1"15,0 0 4-15,0 0 1 0,-1 0-12 0,1 0 8 16,-1 0 4-16,0 0 4 0,0 0-3 0,0 0-10 15,0 0 5-15,0 0-5 0,0 0 8 0,0 0-1 16,0 0-17-16,0 0-1 0,-17 0 0 0,17 0-5 16,0 0 5-16,-16 0 0 0,16 0-4 0,-15 0 3 15,4 0-3-15,-1 0 7 0,0 0-3 16,0 0 0-16,-2 15 8 0,-1-15-18 0,3 14 14 0,-1-14-1 16,1 14-12-16,2-14 16 0,0 16-16 15,1-8 8-15,4-1 4 0,-1 0-8 0,3 0 13 16,-2 1-13-16,3-1 9 0,2 0 0 0,0 1-5 15,0 0-4-15,0 0-1 0,0 1 9 0,0 1-13 16,21-1 22-16,-21 1 0 0,19-1-26 0,-19 1 16 16,24-2-7-16,-9 1 0 0,-1-2 18 0,4 1 0 15,0-2-8-15,0 0-5 0,0-2-5 0,-2-1 1 16,2 0 8-16,-2-1-4 0,-1-2 1 0,-1 0 0 16,0 0 5-16,-3 0 4 0,3 0 6 0,-3 0 4 15,-2 0-4-15,1-20 5 0,-1 20 4 0,0 0-10 16,-2-19 15-16,1 19-6 0,-2-12-9 0,-1 12 9 15,-1-15-3-15,0 8 0 0,-1 0 28 16,-1 0-10-16,0-1 0 0,-2 0 5 0,0 0-12 16,0-1-1-16,0 0-6 0,0 0 5 0,0-1-11 15,0-1-5-15,-18 1-5 0,18-2-5 0,-16-1 3 16,16-1 0-16,-19-1 1 0,7 0-5 0,1-1-8 16,-1 2 5-16,1 0-1 0,1 2-4 0,1 0 9 15,-1 2-14-15,3 3-29 0,0 0-26 0,1 2-36 16,0 0-15-16,2 3 10 0,-1 0 8 0,1 1-2 15,0 1 12-15,1 0-31 0,-1 0 23 16</inkml:trace>
  <inkml:trace contextRef="#ctx0" brushRef="#br0" timeOffset="41181.28">6614 3592 420 0,'3'-1'-4'16,"0"-1"5"-16,-1 1-1 0,1-1-3 0,-1 0 7 16,0 0-4-16,0 0-4 0,-1 2 17 0,-1-1-10 15,0 1-7-15,0 0 4 0,0 0-9 0,0 0 4 16,0 0 1-16,0 0 4 0,0 0-8 15,0 0 12-15,0 14 0 0,0-14 0 0,0 0-4 16,0 17 4-16,0-17 0 0,18 15 0 0,-18-15 4 16,0 17-17-16,13-6 9 0,-13-1 0 0,0 0-1 15,12 2 5-15,-12-1 0 0,10 1-5 0,-10 0 4 16,9 1-4-16,-2-1 0 0,0 0 4 0,1 0-3 16,-1 0-1-16,4 1 14 0,-4-1-15 0,0 0 5 15,-1 0 4-15,1 0-12 0,-2-1 18 0,1 1-18 16,-1-2 5-16,-2 0-6 0,2 0 0 0,0-3 19 15,1 0-18-15,-1 0 10 0,0-4-9 0,0 0-1 16,-1 0 10-16,-1-2 0 0,2 0 0 0,-4 0 5 16,0-1 5-16,1 0 1 0,-1 1 8 0,0-1-9 15,-1 0 0-15,0 0-10 0,1 0-10 0,0 0 10 16,0 0 0-16,-1 0 14 0,1 0-19 16,-1 0 5-16,2 0-5 0,-2 0-14 0,0 0 14 15,1 0 1-15,2 0-6 0,-1 0 5 0,0-13 5 16,0 13-5-16,1 0 0 0,-1 0 5 0,3-11 9 15,-2 11-4-15,-3-6-1 0,2 6-8 0,0-7-1 16,0 2-5-16,-1 3 5 0,1-1-4 0,-2-1-10 16,0 1 14-16,3 1-9 0,-3-3 19 0,1 3-1 15,0-1-13-15,0-1 8 0,0 0-4 0,0-1 1 16,1 0 3-16,0-1-3 0,1 1-1 16,0-3-4-16,1 0-1 0,-1-1 6 0,1-1-1 15,3 0 5-15,-2-2-9 0,2-1 5 0,-2 1-6 16,1-2 1-16,0-1 9 0,1 1-4 0,1-2-1 15,-1 1 1-15,0 0 7 0,0 1 20 0,0 2 10 16,1 0 0-16,0 0 1 0,-1 2-23 0,0 0-5 16,0 3-6-16,-2-1-5 0,1 0 6 0,0 2-1 15,-1 0 6-15,2-1-11 0,-4 2 0 0,2 0-5 16,0 1-1-16,-2 2 6 0,-1-1 0 0,0 1-5 16,-2 1-31-16,0 1-26 0,0 0-41 15,0 0-35-15,0 0-26 0,0 0 27 0</inkml:trace>
  <inkml:trace contextRef="#ctx0" brushRef="#br0" timeOffset="47685.76">25745 5675 105 0,'-2'2'0'0,"0"-2"12"16,1 1 1-16,-3 0 6 0,2 0-1 0,0 1-2 16,-2-2-3-16,2 0 1 0,-2 2 4 0,0-2-21 15,2 0 9-15,1 0-1 0,-1 0-4 0,0 0 12 16,0 0-9-16,2 0 1 0,0 1-5 0,0-1 1 16,-2 1 7-16,2-1-3 0,0 0 4 0,0 0 4 15,0 0-12-15,-1 0 0 0,1 0 3 16,0 0-4-16,0 0 5 0,0 0 0 0,0 0-12 0,0 0 12 15,0 0-5-15,0 0 1 0,0 0 12 16,0 0-11-16,0 0 3 0,-2 0 1 0,2 0 3 16,0 0-8-16,0 0 7 0,0 0 5 0,0 0-20 15,0 0 15-15,0 0-12 0,0 0-4 0,0 0 12 16,0 0-3-16,0 0 3 0,0 0-7 0,0 0 3 16,0 0 8-16,0 0-8 0,0 0 8 0,0 0 4 15,0 0-16-15,0 0 4 0,0 0 1 0,0 0-9 16,0 0 8-16,0 0 9 0,0 0-5 0,0 0 0 15,0 0-3-15,0 0-5 0,0 0 8 0,0 0-3 16,22 14-4-16,-22-14 5 0,0 0-2 0,14 0-3 16,-14 0 20-16,13 10-9 0,-13-10-7 15,16 0 12-15,-7 6-16 0,0-6 5 0,0 0 15 16,1 4-8-16,0-4-4 0,4 2 3 0,1-1-11 16,0 0 8-16,2 0 3 0,4 0-4 0,1-1-3 15,2 1-1-15,5 0 5 0,-1 0-1 0,3-1 13 16,0 0-13-16,1 2 4 0,1-2-7 0,-1 1 3 15,-3-1 8-15,0 1-11 0,0-1 19 0,-2 0-12 16,1 0-3-16,-1 0 3 0,0 0-8 0,2 0 1 16,-2 0 11-16,2 0 0 0,-5 0-8 0,3 0 4 15,0 0-4-15,0 0 0 0,-2 0 0 0,0-12-4 16,-1 12-4-16,3 0 4 0,-2 0 8 0,-4 0-7 16,1 0 3-16,0 0-4 0,-1 0-13 0,-4-8 13 15,2 8 4-15,-3 0-4 0,-1 0 8 16,-2 0 1-16,-1 0-13 0,-1 0 8 0,-5-3 4 15,2 3-16-15,-4 0 4 0,0 0-4 0,-2 0-4 16,-2 0 20-16,0 0 8 0,0 0-8 0,0 0 0 16,0 0-8-16,0 0-8 0,0 0 8 0,0 0 0 15,0 0 0-15,0 0-8 0,0 0 4 0,0 0-4 16,0 0-5-16,0 0 0 0,0 0-20 0,-18 0 2 16,18 0-19-16,-11 0 5 0,11 0-2 0,-18 0-33 15,7 0-8-15,0 14-10 0,-5-14 17 16</inkml:trace>
  <inkml:trace contextRef="#ctx0" brushRef="#br0" timeOffset="48397.59">26145 5861 118 0,'-3'0'1'0,"-1"0"8"0,2 0 5 0,-2 0 0 15,0 0 4-15,2 0-13 0,-2 0 8 0,0 0-1 16,3 0-7-16,-3 0 11 0,0 0-8 0,1 0 9 15,1 0-5-15,0 0 2 0,-1-10-8 0,-1 10-9 16,2 0 8-16,-1 0-1 0,1 0 0 0,0 0-1 16,-3 0-3-16,1 0-3 0,0 0 8 0,-2 0 0 15,2 0 3-15,-2 0 0 0,1 0-11 0,-1-6 8 16,-2 6-1-16,2 0 0 0,1 0 5 0,-3 0-5 16,3 0 5-16,1 0-7 0,-3 0 3 0,4 0 8 15,1 0-11-15,0-3 10 0,-2 2 1 16,2 1-8-16,1 0 3 0,-1 0-3 0,0 0-1 15,2 0 1-15,-2 0 3 0,2 0-2 0,0 0 3 16,0 0 4-16,0 0 0 0,-2 0 4 0,2 0-4 16,0 0 4-16,0 0-5 0,0 0-3 0,0 0 11 15,0 0-11-15,0 0 11 0,0 0-4 0,0 0-12 16,0 0 0-16,0 0-3 0,0 0 6 0,0 0 1 16,0 0-4-16,0 0-4 0,0 0-4 0,0 0 4 15,0 0-4-15,0 0 0 0,0 0 12 16,15 0-16-16,-15 0 20 0,11 0-4 0,1 0-16 0,1 0 20 15,3 0-20-15,1 0 4 0,6 0 8 16,0 0-12-16,6 0 12 0,-2 0 0 0,0 15 0 16,7-15 4-16,0 0 0 0,3 0 0 0,3 10 0 15,-2-10 0-15,4 0-4 0,0 5 0 0,-1-5-4 16,-5 0 0-16,0 5 0 0,-3-5 4 0,-4 2 1 16,-2-1 0-16,-5 1-5 0,-1-1 5 0,-5 0 0 15,-1 0-5-15,-3-1 14 0,-5 1-5 0,-1-1 1 16,-2 1 9-16,-4-1-5 0,3 0-4 0,-3 0 4 15,0 0 0-15,0 0 0 0,0 0 10 0,0 0-1 16,0 0-4-16,0 0-1 0,0 0-13 16,0 0 0-16,0 0-5 0,0 0 0 0,0 0-19 15,0 0-37-15,-13 0-37 0,13 0-47 0,0 0-24 16,-12 0-13-16,12 0 40 0</inkml:trace>
  <inkml:trace contextRef="#ctx0" brushRef="#br0" timeOffset="52111.98">3455 4713 189 0,'0'-12'10'0,"0"12"6"15,0 0 21-15,0 0 6 0,0 0-8 0,0 0 2 16,0 0-18-16,0 0 0 0,0 0 3 0,0 0-10 16,0 0 13-16,0 0-6 0,0 0-14 0,0 0 5 15,0 0-14-15,0 0 0 0,0 0 14 0,0 0-1 16,0 0-9-16,0 0-5 0,0 0 1 0,0 0-6 16,0 0 6-16,0 0 4 0,0 0 0 15,0 0 1-15,0 0 13 0,0 0-5 0,0 0-4 16,0 0 5-16,0 0-1 0,0 0 6 0,0 0-1 15,0 0-4-15,0 0-10 0,0 0-10 0,0 0-4 16,0 0 14-16,0 0-5 0,0 0 10 0,0 0-5 16,0 0-5-16,0 0 5 0,0 0 10 0,0 0 4 15,0 0-14-15,0 0 0 0,0 0-5 0,0 0 5 16,0 0 5-16,0 0-5 0,0 0-5 0,0 0-4 16,0 0 14-16,0 0 0 0,0 0-4 0,0 0 8 15,0 0-18-15,0 0 3 0,0 0 6 0,0 0-15 16,0 0 15-16,0 0 0 0,0 0-9 0,0 0 18 15,0 0-9-15,0 0 5 0,0 0-5 16,0 0 5-16,0 0-5 0,0 0-5 0,0 0 19 0,0 0-18 16,0 0 8-16,0 0-4 0,0 0 0 15,0 0 0-15,0 0-14 0,0 0 24 0,0 0-10 16,0 0 0-16,0 0 9 0,0 0-18 0,0 0 14 16,0 0-5-16,0 0-1 0,0 0-8 0,0 0 0 15,0 0 13-15,0 0-4 0,0 0 14 0,0 0-9 16,0 0-5-16,0 0 0 0,0 0-4 0,0 0-10 15,0 0 9-15,0 0 0 0,0 0 1 0,0 0 9 16,0 0-5-16,0 0 4 0,0 0 0 0,0 0 1 16,0 0-5-16,0 0 5 0,0 0 0 0,0 0-5 15,0 0 5-15,0 0-10 0,0 0 0 0,0 0 14 16,0 0-14-16,0 0 10 0,0 0 1 0,0 0-16 16,0 0 10-16,0 0 5 0,0 0-10 15,0 0 4-15,0 0 2 0,0 0-6 0,0 0 15 16,0 0-10-16,0 0 10 0,0 0-5 0,0 0-5 15,0 0 14-15,0 0-24 0,0 16 10 0,0-16 4 16,0 0-14-16,0 0 19 0,-16 15-10 0,16-15 1 16,-16 13 15-16,16-5-6 0,-16 2 2 0,5 2-10 15,0 0-6-15,-1 1 6 0,-2 0-10 0,2 2 5 16,0 0 0-16,-1-1 0 0,-2 0 14 0,3-1-10 16,1-1 5-16,0 1 0 0,1-1-14 15,2 1 14-15,-3-3-1 0,4 0-4 0,2 1 5 0,-2-3-1 16,3 0-8-16,0-3 4 0,2 1-4 15,1-2 4-15,1 0 0 0,0-1-9 0,0 1 13 16,0-2-8-16,0 2 8 0,0-2 5 0,20 1-8 16,-20 0-6-16,0 1 1 0,20-2-5 0,-20 1 10 15,17 1 3-15,-4-1 0 0,-2 2 5 0,2-2-5 16,3 2 1-16,-2-1-9 0,0 1 8 0,-1 2-4 16,3-3 0-16,-1 2 0 0,1 1-8 0,-4-1 3 15,1 0 1-15,0 1 4 0,-1 0 0 0,0 0 5 16,-3 0-1-16,-2 0 0 0,0 1 10 0,-2-1 4 15,-3 1 12-15,-2 1 15 0,0 1-2 16,0 0-6-16,0 1 6 0,-21 0-22 0,21 2 0 16,-21-1-5-16,21 0-6 0,-24-1-9 0,24 0 0 15,-24-3 0-15,24 1-15 0,-20-1 20 0,20-2 5 16,-17-1-1-16,8 0 6 0,2-3-1 0,1 1-5 16,-1-2 0-16,1-1-4 0,-1 0-5 0,1 0 4 15,3 0-1-15,-1 0 1 0,1 0-6 0,0 0 0 16,2-18-9-16,1 18-11 0,0 0 10 0,0-17-15 15,0 17 0-15,0-14 9 0,0 14-9 0,0-18-1 16,21 9-5-16,-21-2 10 0,18-1-5 0,-18 0-10 16,23 0 17-16,-9 0-15 0,2-1 6 0,-2 1 16 15,3 0-1-15,0 0 18 0,3-1-4 0,-1 1 5 16,0 0-10-16,-2 0-4 0,0 1 13 0,-1 0-8 16,-2 0 8-16,0 1 0 0,-2 1-4 15,0 0 0-15,0 1 4 0,-2 0-3 0,-1 3-2 16,-1-2 6-16,-1 3-10 0,-2 1-4 0,0 0 5 15,-2 0-1-15,-1-1 15 0,0 4-2 0,1-2-8 16,-3 2 5-16,0 0-10 0,0 0 5 0,0 0 5 16,0 0-5-16,0 0-9 0,0 0 5 0,0 0 3 15,0 0-7-15,0 0 12 0,0 0-4 0,0 0-9 16,0 0 9-16,0 0 0 0,0 0 4 0,0 15 1 16,0-15-1-16,0 0-8 0,0 15 0 15,0-15 4-15,0 12-4 0,0-3 4 0,0-1-9 16,0 1 1-16,0 1 8 0,0 2 0 0,0-2 5 15,0 3 3-15,0 0-3 0,0 0-1 0,0 0 1 0,0 0-5 16,0-1-5-16,0 1 1 0,0-3-5 16,0 0-4-16,21-1 9 0,-21-1-1 0,13-3 5 15,-13 0 13-15,16-1-9 0,-16-2-4 0,16 0 0 16,-7-1-4-16,-2-1 8 0,2 0 1 0,1 0-5 16,-2 0 9-16,0 0-9 0,1 0 4 0,0 0 5 15,-2-18-5-15,0 18-8 0,1 0 4 0,-1-16 0 16,-1 16-5-16,2-14 19 0,-1 14-10 0,-1-14-9 15,-1 6 1-15,1-1 4 0,0 1 0 0,-1 0 9 16,2-1 0-16,-2 1-9 0,0 0 0 0,0 0 4 16,-1 0 1-16,-1 1-5 0,2 1 4 15,-2-1 1-15,-1 1-10 0,-1 2 10 0,-1-1-5 16,0 3-5-16,1-1 14 0,-1 2-13 0,0 0 8 16,0 1-4-16,0 0-4 0,0 0 4 0,0 0-5 15,0 0 10-15,0 0-10 0,0 0-4 0,0 0 1 16,0 0 3-16,0 0-4 0,0 0 5 0,0 0 4 15,0 0-5-15,0 0 5 0,0 15 5 0,0-15-1 16,0 0-8-16,0 17 8 0,0-17-4 0,0 16 1 16,0-7 3-16,0 1-4 0,0 1 9 0,0 1-9 15,0-1-4-15,0 1 8 0,0-1-13 0,16 0 0 16,-16 1 5-16,12-4-9 0,-12 1 17 0,14-1 5 16,-7-3 4-16,3-1-9 0,-1-1-4 15,0-1 0-15,2-2-23 0,-2 0-5 0,0 0-14 16,-1 0-15-16,2 0-1 0,-1 0-2 0,1-19 8 15,0 19-3-15,-2 0 27 0,0-19 2 0,1 19 1 16,0-15 14-16,1 15-22 0,-1-16-7 0,1 16 0 16,-2-16 4-16</inkml:trace>
  <inkml:trace contextRef="#ctx0" brushRef="#br0" timeOffset="54256.77">4125 4991 235 0,'0'-3'3'0,"0"3"5"15,0 0-9-15,0 0-3 0,0 0-9 0,0 0-4 16,0 0 14-16,0 0-1 0,0 0 6 0,0 0 2 16,0 0-3-16,0 0 9 0,0 17-9 15,0-17 5-15,0 15 0 0,16-15-8 0,-16 19 8 16,11-7 1-16,-11 1 3 0,13 1-1 0,-13 0 5 15,13 0-9-15,-7 1 2 0,-1-1 11 0,3 0-8 16,-4-1-6-16,2 0 0 0,-1-1-4 0,0-1-4 16,-1 0 14-16,-1-3-6 0,0 0-8 0,-1-2 4 15,-1-1-4-15,0-1 9 0,0-1 0 0,-1-1 3 16,0-1-4-16,0-1-13 0,0 0 14 0,0 0 5 16,0 0-4-16,0 0 4 0,0 0-10 0,0 0 5 15,1 0-5-15,0 0 1 0,3-18 8 0,-1 18-9 16,2-14 10-16,0 14-10 0,2-18-4 0,1 8 4 15,-2 0 0-15,1-2 8 0,1 1-12 16,-1 1 4-16,1-3 0 0,2 1 0 0,-3 1 8 16,2-1-13-16,-1 0-4 0,1 1 5 0,0 0 4 15,-1 2 4-15,-2 0 10 0,-1 3-6 0,1-1-9 16,-2 2-3-16,-1 2 9 0,-3 1-5 0,2-1-4 16,-2 3 0-16,0 0-10 0,0 0 5 0,0 0 5 15,0 0 8-15,0 0-4 0,0 0-3 0,0 0 12 16,0 19-5-16,0-19-8 0,0 15 4 0,0-15-4 15,0 16 4-15,0-16 0 0,0 19 1 16,0-10-5-16,0 0-5 0,0 0 10 0,0 2 7 0,0-1-3 16,0-1 3-16,0 0 1 0,0 0-22 0,21-1 17 15,-21 0 0-15,0-1-8 0,16-2 13 16,-16 0-9-16,12-1 5 0,-12-1 5 0,10-1-1 16,-3-1-3-16,-2 0 0 0,1-1 4 0,0 0 5 15,1 0 4-15,-1 0-4 0,1 0 0 0,0 0 4 16,-1-18-6-16,3 18-17 0,-2 0 4 0,0-20 0 15,1 20-4-15,-1-17 22 0,1 17-23 0,-1-18 1 16,1 7 4-16,-2 3-4 0,2-3 16 0,-1 1-7 16,-1 0-1-16,0 0 0 0,-2 0-4 0,1 1 5 15,0 2 3-15,-2 2 1 0,-2-1 9 0,0 3-8 16,-1 0-6-16,0 2-8 0,0 1-9 0,0 0 4 16,0 0 9-16,0 0 0 0,0 0-4 15,0 0 4-15,0 0-9 0,0 19 4 0,-15-19 6 16,15 13-1-16,0-13-9 0,0 16 5 0,0-6 4 15,0-1-4-15,0 0 9 0,0 3-1 0,0-2-4 16,0-1 4-16,0 2 0 0,25 2-5 0,-25-4 1 16,21 1 0-16,-7-1 5 0,1-2-1 0,-1 0 5 15,3-3-4-15,-1-3-5 0,1-1-1 0,-1 0 6 16,1 0-14-16,1-19 4 0,-3 19 1 0,3-21-5 16,-2 21 13-16,0-28-4 0,0 13 4 0,0-1-4 15,0-2 0-15,1 1-14 0,-2-1 1 0,-1-1 12 16,0 0 5-16,-1-1 3 0,-3 0 1 0,-1 0-4 15,-2 0-9-15,-1 1 3 0,-1-3 6 16,-1 2-5-16,-2 0 0 0,-1 0-1 0,-1 2-13 16,0 2 1-16,0 1 20 0,0 0 0 0,0 2 0 15,0 1-1-15,-22 2-13 0,22 1 8 0,0 0 15 16,-14 1-5-16,14 1 9 0,0 3-14 0,0 1-10 16,-10 2 5-16,10 0-14 0,0 1 5 0,0 0 3 15,0 0 6-15,-8 0-5 0,8 0 4 0,-3 17-4 16,3-17-6-16,-7 18 20 0,3-18 0 0,-2 24-4 15,-1-9 15-15,2 1-19 0,-1 2-9 0,1 0 18 16,-2 1-13-16,4 3-5 0,-4 1 18 0,2 0-14 16,1-1 0-16,1 2 5 0,0 1-9 15,-1 0-4-15,2-1 8 0,1-2 17 0,0 1-4 16,1-2 4-16,0-1-14 0,0-3-8 0,0 0 5 16,0-1-1-16,0 0-3 0,20-2 8 0,-20 0-4 15,0-2 8-15,18-2 9 0,-18 2-13 0,14-3 4 16,-14-1 0-16,17-3 0 0,-10 0 5 0,2-2 0 15,0 1-9-15,0-4 5 0,0 0-5 0,-2 0 0 16,4 0-4-16,-3 0 0 0,0-18 8 0,2 18-4 16,-3-15 0-16,1 15 0 0,-2-18-4 0,0 18 4 15,-2-22 0-15,-1 11-4 0,-1 0 4 0,-1-1 0 16,-1-1 4-16,0 1 0 0,0 1-9 0,0 0 1 16,0-1-1-16,0 1-8 0,-18 0 8 15,18 0 5-15,-16 2-5 0,16 1 9 0,-24-1 0 16,12 1-8-16,-1 1 4 0,2 2 4 0,11 2-4 15,-17 0 9-15,17-1-13 0,-13 2-1 0,13 1-3 16,-5 1-10-16,5 0 18 0,0 0-9 0,0 0 9 16,0 0 4-16,0 0-8 0,0 0 0 0,0 17-4 15,0-17 3-15,23 0 14 0,-23 16-9 16,16-16-4-16,-16 14 0 0,22-14-5 0,-9 13 9 0,0-13 13 16,-1 13-8-16,2-13-5 0,1 11 0 0,2-8-5 15,-1 2 14-15,0-3-9 0,1 0 0 16,3-2 9-16,-2 0-18 0,3 0 14 0,-2 0-1 15,-2 0-8-15,0 0 13 0,-1-18-5 0,-2 18 4 16,-2-14-12-16,-1 14 8 0,1-15 1 0,-4 15-1 16,-2-19 9-16,0 10-14 0,-1 1 2 0,-2 0-6 15,-2 1 1-15,-1-1 4 0,0 1 0 0,0-1 4 16,0 2 4-16,0-2-3 0,0 1-1 0,-24 0 1 16,24 0-1-16,-18 0-4 0,18 1-1 0,-17 0 1 15,17 0 0-15,-16 1-9 0,16 2 5 0,-12 0-1 16,12 1 0-16,-7 2 5 0,7 0-5 0,0 0 1 15,-5 0-5-15,3 0 5 0,1 19 0 0,0-19 4 16,0 18-4-16,-1-18 4 0,2 22-3 0,-1-10 8 16,0 1-5-16,1 1 0 0,0 1 5 15,0-1-14-15,0 1 10 0,0 1-1 0,0 0 4 16,21 0-8-16,-21-1 8 0,0-1 1 0,16-2-9 16,-16-1 4-16,11-2-5 0,-11-2 10 0,11 0-1 15,-11-3 4-15,10 0-4 0,-10-1-3 0,8-1-5 16,-3-1 4-16,-2 0 5 0,-1 0-1 0,1-1 9 15,-1 0-4-15,-1 0 0 0,0 0 0 0,2 0-5 16,-1 0-8-16,2 0 4 0,-1-16-5 0,1 16 5 16,1 0-4-16,2-20-5 0,-2 20-4 0,2-14 18 15,0 14-5-15,-1-15 4 0,1 15 13 0,0-14-30 16,1 6 22-16,0 3-5 0,1-1-22 0,1 0 32 16,-1 2-19-16,2-2-3 0,1 2 16 15,0 0-21-15,-1 0 17 0,0 1 1 0,-1 0-5 16,0 1 4-16,1 0 0 0,-3 2-3 0,-1 0 7 15,-1 0-7-15,0 0-6 0,-1 0 1 0,-1 0-9 16,0 0 8-16,-1 0 5 0,1 18 5 0,-2-18 0 16,1 0-1-16,-1 14-8 0,1-14 4 0,-1 11 0 15,0-11 5-15,0 11-10 0,0-3 14 0,0-2-1 16,0 0-3-16,0-1 16 0,0 1-25 0,0-2 13 16,2 2 0-16,-2-3-18 0,4 1 39 0,-4-2 3 15,3 1 5-15,0 0 18 0,1-2-18 0,1 1-7 16,2-2-10-16,-2 0 0 0,2 0-1 0,0 0-5 15,2 0-5-15,-2 0-4 0,1 0-5 0,1 0-5 16,-1 0 14-16,1 0-5 0,-1-16-10 16,-1 16-48-16,1 0-40 0,-1-11-37 0,-1 11-31 15,1-10-34-15,-4 10 36 0</inkml:trace>
  <inkml:trace contextRef="#ctx0" brushRef="#br0" timeOffset="55616.95">6379 4821 264 0,'5'-7'5'0,"-1"2"13"15,0-1 11-15,-2 2 10 0,-1 2-10 16,-1 0-16-16,1 2-6 0,-1 0-5 0,0 0-6 16,0 0 5-16,0 0 5 0,0 0-9 0,0 18 11 15,0-18 0-15,0 24-5 0,-21-7 10 0,21 3-10 16,-12 3 5-16,12 4 4 0,-19-1-9 0,9 3 8 16,-1 2-9-16,1-3-2 0,-1 1 0 0,1 0 0 15,0-1 0-15,2-2 0 0,0-2-4 0,3-4 4 16,-1-1 12-16,2-3-13 0,1-2 9 0,1-4-4 15,0-2 5-15,2-2 0 0,0-3 9 0,-2 1 5 16,2-4-13-16,0 0 17 0,0 0-13 0,0 0-5 16,0 0 0-16,0 0-9 0,0-17 9 15,0 17-9-15,17-17 4 0,-17 17 1 0,0-22-10 16,19 8 14-16,-19 1-13 0,14-4 4 0,-14 2 0 16,14-2-4-16,-14 0 3 0,10-2-3 0,-10 0-5 15,7 0 9-15,-4 0 4 0,-1-1-5 0,1 1 14 16,-1 2-8-16,-1 2-10 0,-1 1 5 0,0 2 0 15,2 2 0-15,-2 2 9 0,0 2-9 0,2 3 0 16,-2 2-9-16,0-2 4 0,0 3 5 0,1 0-14 16,-1 0 10-16,0 0-5 0,0 0-4 0,0 0 8 15,0 0-3-15,0 0 4 0,0 23 13 16,0-23 1-16,16 22 3 0,-16-9-12 0,0 1 3 16,20 3-12-16,-20 1 4 0,18 1 4 0,-9 0-4 15,2 1 8-15,2 0 1 0,-1 0 3 0,1 0-8 16,1 1 13-16,-2-1-9 0,1-1 0 0,-2-1 0 15,0 0-8-15,-2-3-10 0,-2-2-22 0,-1-1-6 16,-1-2-11-16,1 0-6 0,-4-3-8 0,1-2-37 16,-1 0-3-16,-2-1 21 0</inkml:trace>
  <inkml:trace contextRef="#ctx0" brushRef="#br0" timeOffset="56873.75">6255 5259 296 0,'-8'-5'5'0,"0"2"9"15,2 0-4-15,3 0-3 0,2 0-2 0,1 1-9 16,0-2-5-16,0 1 9 0,0-1-9 0,0 2 5 16,0-2 5-16,21-1 8 0,-21 1 0 0,15 0-5 15,-15-1 0-15,22 1-13 0,-9-1 1 0,-1 0 7 16,2 1-2-16,1 1 3 0,0-3 5 0,1 2-5 15,1-2 4-15,0 1-4 0,2 1 8 16,-3-2-7-16,1 2-1 0,0-2 9 0,-1-1-12 0,0 1 3 16,0 1 9-16,-3-2-13 0,1 0 9 15,-2 0 3-15,-1 1-7 0,0 0 7 0,-2 0 6 16,-2 1-5-16,0 0 5 0,-3 1 1 0,-1 1-4 16,0 1 0-16,-1 1 0 0,-1-1-1 0,-1 1-5 15,1 0 0-15,0 1-5 0,-1 0 0 0,0 0-5 16,0 0 4-16,0 0 1 0,0 0-5 0,0 0 5 15,0 0 0-15,0 0 4 0,0 0-4 0,0 19-4 16,0-19-5-16,0 14 5 0,0-14 5 0,-12 18-1 16,12-8 4-16,0 1-8 0,0 1-1 0,0 1 9 15,0 2-8-15,0-1-1 0,0 1 9 16,0 1 4-16,0-2-9 0,0-1 9 0,16 1-4 0,-16-4-17 16,0-2 21-16,0 0-8 0,16-2 0 15,-16-3 4-15,0 1 1 0,7-3 4 0,-7 1 0 16,0-2 13-16,0 0-12 0,0 0 0 0,0 0-5 15,0 0-14-15,0 0 14 0,0-16-1 0,0 16 1 16,0-14 0-16,0 14-5 0,0-17-4 0,0 17 0 16,0-20 0-16,0 8 0 0,0 0 0 0,0-1 0 15,0-1 4-15,0 0-4 0,0 1-1 0,0-1 1 16,0 1-1-16,0 1 9 0,0 2-4 0,0 0 8 16,0 2-4-16,0 1-8 0,0 1 3 0,18 1-3 15,-18 1-5-15,15 2 13 0,-15-2 0 0,15 2-8 16,-15 1 12-16,19 1-16 0,-9 0 0 0,0 0 4 15,-3 0-4-15,1 0 8 0,-1 0 9 0,0 0-5 16,1 0-4-16,-1 0 0 0,-1 0-9 16,1 16 10-16,-1-16-5 0,1 0 4 0,-2 0 0 15,0 13 4-15,-3-13 4 0,3 8-8 0,-3-8 5 16,0 8-9-16,-1-1 8 0,-1-2 1 0,0 0-5 16,1 2 0-16,-1 0-5 0,0-1 1 0,0 0 5 15,0 0-1-15,0 0-4 0,0 1 3 0,0-2 5 16,-16 1-8-16,16 1 0 0,0 0-1 15,0 0-4-15,0 2 9 0,0-1 7 0,0 1 1 16,0 0 9-16,0 1-13 0,0-2-5 0,19 0-7 16,-19-1 3-16,15-2 9 0,-15 1-4 0,22-1 4 15,-22 0-8-15,22-1 0 0,-12-2 4 0,-1-1 4 16,4 1 1-16,-5-2-1 0,1 0 0 0,1 0 1 16,-2 0-5-16,1 0 0 0,-3 0 10 0,2-18-23 15,-1 18 13-15,0 0 1 0,0-18-9 0,1 18 21 16,-1-14-17-16,0 14 8 0,0-15-8 0,2 6 0 15,-2 0 9-15,-1 1-9 0,0-1 8 0,-1 0 1 16,2 0 5-16,-5 0 12 0,1 0 0 0,-1 2-1 16,0-1-3-16,-2 1-9 0,0 3-1 0,0-2-12 15,0 4 9-15,0 0-14 0,0-1 1 16,0 3 8-16,0 0-9 0,0 0 5 0,0 0 8 16,0 0 0-16,0 0-8 0,0 0 4 0,0 0-9 15,-14 19-3-15,14-19 12 0,0 0 4 0,0 17 0 16,0-17 9-16,0 13-9 0,0-5 0 0,0 1 4 15,0 0-17-15,0 0 9 0,0 1 5 0,0 0-10 16,0 0 14-16,19-2-14 0,-19 0 1 0,0-1 3 16,21-2 1-16,-21 0 0 0,18-3 0 0,-9-1 5 15,0-1-5-15,-1 0 4 0,3 0-4 0,0 0-4 16,-2 0-1-16,-1-18-8 0,1 18-9 0,-1-15 0 16,1 15 8-16,0-17 4 0,-2 17 6 0,-1-20 8 15,0 10-8-15,-1-1 9 0,-1 1 3 0,2 0-7 16,-6 0 3-16,2 2-4 0,0 1-4 15,-1 0 3-15,-1 0 1 0,0 4-9 0,0 0 1 16,1-1-5-16,-1 4-4 0,0 0 13 0,1 0-4 16,-1 0 4-16,2 0 8 0,-1 0 0 0,1 0 5 15,2 17-5-15,1-17-4 0,2 15-8 0,-1-15 3 16,3 19 5-16,0-6 9 0,2 1 17 0,0 2 14 16,-1 0-5-16,3-1 0 0,-2 3-8 0,2-2 3 15,-4-1 5-15,0-1 3 0,-3-2 16 0,1-1 0 16,-3-2 14-16,-2-2 14 0,0-1-12 0,-2-2-1 15,0 0-34-15,0-2-10 0,0 1-19 16,0-1-28-16,-21-1-13 0,21-1-77 0,-22 0-41 16,22 0-33-16,-25 0-25 0,12 0 10 0,-1 0 51 15</inkml:trace>
  <inkml:trace contextRef="#ctx0" brushRef="#br0" timeOffset="57381.01">7773 5215 340 0,'-1'1'3'0,"1"0"-3"0,0 0 0 0,0-1 4 16,0 0-3-16,0 0 7 0,19 0 2 0,-19 0 4 16,18 0 5-16,-18 0-4 0,25 0 4 0,-10 0-8 15,1-15 8-15,3 15-4 0,-1 0-1 0,1 0 4 16,0 0-3-16,-1 0 8 0,1 0-5 0,-1 0 9 16,-2 0-9-16,0 0-1 0,-2 0 10 0,1 0-14 15,-2 0 16-15,0 13-9 0,1-13 1 0,-1 0-10 16,-1 0-10-16,-1 0 4 0,1 0-5 0,-2 0 6 15,-1 0-1-15,-1 0 0 0,-3 0-5 16,1 0 5-16,-2 0-10 0,0 0 11 0,0 0-28 0,-3-15-31 16,-1 15-27-16,0 0-40 0,0 0-14 0,0-9-7 15,0 9 32-15</inkml:trace>
  <inkml:trace contextRef="#ctx0" brushRef="#br0" timeOffset="57696.78">7855 5381 382 0,'-2'3'4'0,"0"-2"0"0,2 0-4 15,0-1-1-15,0 0-3 0,0 0 5 0,0 0-1 16,0 0 5-16,0 0 9 0,25 0-12 0,-25 0 13 15,18-18 5-15,-18 18 0 0,25 0 10 0,-10-15-6 16,0 15-4-16,2 0-14 0,-1-12-1 0,0 12 0 16,-1 0 0-16,0 0-1 0,0-6-4 0,0 6 0 15,-3 0-8-15,0 0 17 0,0 0-5 0,-1 0-8 16,1 0 12-16,-3 0-21 0,0 16 17 0,-2-16 5 16,2 0-13-16,-4 0 13 0,1 0-8 0,-1 0-1 15,-1 0-15-15,-2 0-24 0,4 0-32 16,-4 0-44-16,1 0-11 0,-3-19 21 0</inkml:trace>
  <inkml:trace contextRef="#ctx0" brushRef="#br0" timeOffset="58157.83">8085 5143 318 0,'-3'0'0'0,"1"0"4"15,1-1 5-15,0 0-1 0,1 0-3 0,0-1-5 0,0 2 0 16,0-2-7-16,0 1 11 0,0 1 0 0,0-1-8 16,23-1 9-16,-23 0-5 0,18 2 0 15,-18 0-4-15,18 0 8 0,-18 0-3 0,23 0 9 16,-12 0 9-16,2 0 1 0,-1 0 4 0,0 22-9 16,0-22 8-16,0 0-4 0,2 19-5 0,-1-19 0 15,1 15-4-15,0-15 4 0,0 17-5 0,0-8 9 16,3 0 0-16,-3-1-13 0,0 1 4 0,1-1-9 15,-1 1 0-15,-1-1 8 0,-2-1 1 0,-4 1 9 16,0-1 10-16,-1 0 6 0,-3 1 23 0,-1-1 7 16,-1 2 1-16,-1-1 11 0,0 1-2 0,0 0-2 15,0 1-1-15,-28 2-6 0,28 1-9 0,-28 0-12 16,10-1-9-16,-1 3-12 0,-1-2 1 16,1 1-10-16,0-2-5 0,2 1-4 0,-1-3-9 15,5 1 6-15,0-3 4 0,1-3 10 0,2 2-2 16,4-2-6-16,1 0-1 0,-1-4-6 0,2 2 3 15,1-3-4-15,3 1 5 0,-2-1-5 0,2 0 0 16,0 2 0-16,0-2 3 0,0 0 0 0,0 0-3 16,0 0 0-16,0 0-7 0,0 0-6 0,0 0-22 15,0 0-27-15,0 0-47 0,0 0-41 0,0 0-40 16,0 0-8-16,0 0 2 0,0 0-19 0,0 0 63 16</inkml:trace>
  <inkml:trace contextRef="#ctx0" brushRef="#br0" timeOffset="62440.62">9121 5025 59 0,'2'-1'0'0,"-2"-1"18"0,1 1-3 15,-1 0 8-15,1 1 0 0,-1 0-11 0,0 0-2 16,0-2-4-16,0 2 8 0,2 0-9 0,-2 0 0 15,1 0 10-15,-1-1-8 0,1 1 12 0,0 0-3 16,-1 0-6-16,2 0 1 0,-2 0 0 0,0 0 13 16,0 0 3-16,0 0-3 0,0 0-9 0,0 0 4 15,0 0-8-15,0 0 11 0,0 0-3 16,0 0-4-16,0 0-10 0,0 0-4 0,0 0 8 16,0 0-17-16,0 0 22 0,0 0-18 0,0 0 13 15,0 0 4-15,0 0-20 0,0 0 24 0,0 0-16 16,0 0 12-16,0 0 5 0,0 0-9 0,0 0 0 15,0 0-4-15,0 0 0 0,0-13 0 0,0 13 0 16,9 0 4-16,-9 0-5 0,0 0 1 0,0-5 4 16,5 5 0-16,-5 0 13 0,3-6-4 0,-3 6-1 15,4-2-3-15,-4 1-4 0,2-1 0 0,-1 0-10 16,-1 1 5-16,2-1 1 0,-2 1-12 0,0 0 27 16,0-1-10-16,0 2-6 0,2-1 12 0,-2 1-22 15,0 0 5-15,0 0 5 0,0 0 6 16,0 0 0-16,0 0-1 0,0 0-5 0,0 0-21 0,0 0 0 15,0 0 6-15,0 0-1 0,0 0 16 16,0 0 0-16,0 0-10 0,0 0-1 0,0 13 1 16,0-13 5-16,0 0 5 0,0 17 0 0,0-8 5 15,0-1-5-15,-14 2 0 0,14 2 5 0,0 1-10 16,0 1 0-16,0 0 15 0,0 0-9 0,0 2 15 16,0-1 9-16,0 1-9 0,0-1 9 0,0 2-5 15,0-1-4-15,0 0-6 0,0 0 15 0,0-2-24 16,0 2 5-16,0-3 0 0,0 0-18 0,0-1 13 15,0 0 0-15,0-2-1 0,0-1 1 0,10 0 4 16,-10-2-6-16,0-1-2 0,0 0-1 16,7-1 0-16,-7-1-8 0,0-1 7 0,3 0 1 15,-3 0-1-15,0-2 4 0,2 1 6 0,-2-2 0 0,0 1-4 16,0-1-5-16,0 1-4 0,1 1-7 16,-1-2-42-16,0 0-40 0,0 1-37 0,1 0-18 15,0 0 25-15,1 0 7 0,-2-1-18 0,1 1 16 16,-1 1 23-16</inkml:trace>
  <inkml:trace contextRef="#ctx0" brushRef="#br0" timeOffset="62965.98">9018 5552 185 0,'-4'2'10'0,"3"-2"8"16,-2 2 21-16,2-2 7 0,-2 0-9 0,1 0-3 16,0 0-19-16,0 0-3 0,1 0 0 0,-2 0-1 15,1 0 5-15,-1 0 5 0,1 0-11 0,0 0-5 16,-1 0-4-16,1 0-1 0,1 0 15 0,-1 0-19 16,-1 0 14-16,3 0-4 0,-2 0 5 0,2 0 14 15,0 0-9-15,-2 0 0 0,1 0-10 0,1 0 19 16,0 0 6-16,0 0-16 0,0 0 17 15,0 0-9-15,0 0-5 0,0 0 10 0,0 0-9 16,0 0-7-16,0 0 0 0,0 0-6 0,0 0-6 16,0 0 6-16,0 0 0 0,13 0-1 0,-13 0 7 15,0 0-2-15,16-16 1 0,-16 16-6 0,18-13 1 16,-5 13-7-16,1-14 1 0,0 14 21 0,3-17-5 16,0 17 11-16,2-14-11 0,-1 6-5 0,1 1 4 15,2-1-16-15,-3 0 0 0,4 0 11 0,-3 1-11 16,1 0 6-16,-4 2 14 0,-2-2-24 0,1 2 5 15,-4 0 9-15,1 1-9 0,-3 1 0 0,0-1 9 16,-3 3-14-16,1-2 15 0,-1 1-6 0,-2 0-4 16,0 2 10-16,-3-2-14 0,0 2 15 0,0 0-1 15,-1-1-1-15,0 1 2 0,0 0 0 16,0 0-2-16,0 0-3 0,0 0-6 0,0 0 8 16,0 0-6-16,0 0 3 0,0 0 9 0,0 0-13 15,0 0 4-15,0 0-10 0,0 0-4 0,0 0-47 16,0 0-40-16,0 0-39 0,0-14-36 0,0 14 24 15,0 0-11-15,0-10 18 0,0 10 37 0</inkml:trace>
  <inkml:trace contextRef="#ctx0" brushRef="#br0" timeOffset="63405.02">8902 4902 367 0,'-4'0'8'0,"2"0"1"16,-2 14-4-16,4-14 5 0,0 0-5 0,0 0-13 16,0 0 22-16,0 0-5 0,0 0-26 0,0 0 21 15,0 0-8-15,0 0 5 0,16 0 21 0,-16 0-8 16,20 0-7-16,-7 0 0 0,2 0 13 0,5 16 9 16,1-16-5-16,2 0 17 0,2 0-13 0,1 11-5 15,0-11 3-15,0 0-16 0,0 0-1 0,-2 0 0 16,0 6 0-16,-4-6-5 0,2 0 6 0,-3 0 7 15,-5 0-1-15,1 0-5 0,-3 0 0 0,-2 0-11 16,-1 0 0-16,-3 0 6 0,0-13-1 0,-5 13-4 16,3 0 4-16,-2 0 0 0,0 0-5 0,-2 0 0 15,0 0-36-15,0 0-23 0,0 0-38 16,0 0-21-16,0 0-13 0,0 0-4 0,0 0 37 16</inkml:trace>
  <inkml:trace contextRef="#ctx0" brushRef="#br0" timeOffset="64100.93">9833 5261 217 0,'-2'2'17'0,"1"-2"16"0,0 2 14 15,1-2 16-15,0 0-12 0,0 0 3 0,0 0 8 16,0 0 4-16,0 0 21 0,0 0 3 0,0 0-8 16,0 0-19-16,0 0-16 0,0 0-12 0,0 0-24 15,0 0 7-15,0 0-18 0,0 0-1 0,0 0 1 16,0 0-4-16,0 0 3 0,0 0-4 0,14 0 5 15,-14 0-1-15,9 0 1 0,-9 0-5 0,17 0 5 16,-5 0-4-16,2 0-1 0,4 0 9 16,-1-12-4-16,2 12 0 0,2 0 9 0,-3 0-13 0,4 0 9 15,-1 0 8-15,-1-5-4 0,-1 5 1 0,0 0 3 16,-3-3-4-16,-2 3-4 0,0 0 4 0,-6-3-8 16,0 2-5-16,-2-2 10 0,-1 3-6 0,-3-2 5 15,-1 1 3-15,3 0-8 0,-2-1 0 16,0 1-12-16,1-1 4 0,-3 2 4 0,2 0-4 15,-2 0-44-15,3-1-64 0,-3 1-37 0,0-1-46 16,0 0-16-16,0 1 55 0</inkml:trace>
  <inkml:trace contextRef="#ctx0" brushRef="#br0" timeOffset="64389.3">9900 5503 424 0,'0'3'4'0,"0"-1"2"16,0-2-1-16,0 0-4 0,0 0 9 0,21 0-4 16,-21 0-5-16,16 0 15 0,-16 0-13 0,18 0 18 15,-8 0 9-15,1-16-6 0,0 16 1 0,2 0-20 16,-2 0 0-16,0 0-5 0,1-9-4 0,-1 9 8 15,1 0-4-15,-2 0-9 0,0 0 14 0,0 0-14 16,-5 0-1-16,4 0 19 0,-1 0-14 0,-1 0 15 16,1 15-1-16,-2-15-4 0,0 0-31 15,0 0-18-15,1 0-52 0,-3 0-57 0,0 0 36 16</inkml:trace>
  <inkml:trace contextRef="#ctx0" brushRef="#br0" timeOffset="67772.49">10892 5133 160 0,'6'-5'9'0,"0"1"11"0,2-2 14 15,2 1 11-15,-2 0 9 0,0-1-10 0,3 0 5 16,0 0-6-16,-4 0-4 0,3 0 11 16,-3 0-5-16,0 0 5 0,-1 0 3 0,-2 1 2 15,-2 0-3-15,-1 1 1 0,1 0-7 0,-2 1 5 16,0 0 2-16,0 1-11 0,0-2 1 0,0 2-15 16,0 1 2-16,0-1 8 0,0 2-3 0,0 0-12 15,0 0-19-15,0 0-9 0,0 0-4 0,0 0 16 16,-26 0-12-16,26 0 6 0,-26 0-5 0,9 19-12 15,-1-19 23-15,-1 15-10 0,1-15 2 0,1 16-1 16,0-6-7-16,1 0 7 0,-1 1-1 0,4 0 3 16,-2 0 1-16,3 1-9 0,-1 0 9 0,3 0-9 15,0 1 4-15,0 1 0 0,4-2-5 0,1 2 6 16,1 0 4-16,2 0-4 0,1 0-5 0,1 1 10 16,0-2-5-16,0 2 1 0,0-3 4 15,28 1-4-15,-28-1-4 0,27-1 8 0,-9-1 8 16,3-2 10-16,3-1-6 0,1-1-10 0,3-2 0 15,-1-1-14-15,1-3 14 0,2 0 5 0,-2 0-1 16,0 0 4-16,0-18-14 0,-2 18-1 0,-2-16-7 16,-1 16 5-16,-1-17 4 0,-3 17 5 0,-2-18-4 15,-3 18 12-15,-4-17-4 0,-2 17 2 0,-1-17 1 16,0 9-11-16,-4 1-1 0,0-2 6 0,-2 2 6 16,-1-1 1-16,1 0 6 0,-1 1-6 0,0-1-4 15,0 0 0-15,0-1 4 0,0-2 3 16,-22 1 4-16,22 0 4 0,-15-1-9 0,15 0-5 15,-13 1-7-15,13-1-10 0,-13 0 8 0,13 3-7 16,-15-1-1-16,15 1 7 0,-10 1-7 0,5 1-7 16,5 0-24-16,-5 2-39 0,2 0-60 0,2 1-23 15,1 0-8-15,0 1 4 0,0 0 30 0,0 0-12 16,0 1 11-16,0 0 32 0</inkml:trace>
  <inkml:trace contextRef="#ctx0" brushRef="#br0" timeOffset="68088.36">11543 5303 62 0,'6'4'12'0,"1"0"5"0,-1 1-4 16,2-2 6-16,-2 0-14 0,3 2 2 0,-4 0 10 15,3 0 5-15,-4 1 14 0,0-1 7 0,-2 1 2 16,0 1 1-16,-1 2-6 0,-1-1-6 16,0 2-1-16,0-1-11 0,0 1-8 0,0 0-11 15,-21 0-8-15,21 0-5 0,-14 0 9 0,14-1 10 16,-18-2-10-16,18 1-12 0,-17-1-25 0,17-2-28 15,-19-2-23-15,19 1-12 0,-12-2 16 0</inkml:trace>
  <inkml:trace contextRef="#ctx0" brushRef="#br0" timeOffset="68625.42">11994 5100 229 0,'0'-2'22'0,"0"0"7"0,0 1 9 16,0-1 1-16,0 1-19 0,-18 0-5 0,18 1-1 15,0 0-4-15,-22 0-1 0,22 0-4 0,-21 0 0 16,10 0-4-16,0 0-5 0,-2 0 0 16,2 20-5-16,2-20 17 0,-1 0-7 0,-1 19 3 0,0-19-4 15,1 17-4-15,2-17 8 0,-1 17 5 16,0-7 3-16,0 0-3 0,0 0 0 0,2 1-4 16,0 0-4-16,5 2 4 0,-2 0 3 0,4-1 4 15,0 2 0-15,0-2-8 0,0 2-9 0,0-2-8 16,20 0 4-16,-20 0 9 0,16-2 12 0,-16 0 6 15,18-2-10-15,-18-1 5 0,19-1-13 0,-8 1 5 16,-1-2-1-16,2-3-4 0,-3 1 9 0,2 0-4 16,2-2 4-16,-2-1 0 0,0 0 1 0,-1 0-1 15,-3 0 1-15,1 0-5 0,2 0 4 0,-4-21 0 16,1 21 5-16,1 0 0 0,0-20-14 16,-3 20 14-16,1-19 7 0,-2 9-6 0,-2-1 15 15,1-1-8-15,-3 0 3 0,0 0 5 0,0 0-4 16,0 1-6-16,0-1-10 0,-18 0 5 0,18 0-15 15,-18 0-5-15,18-1 1 0,-17 2-16 0,17-1-7 16,-16 3-31-16,16-1-24 0,-19-1-12 0,19 3-13 16,-11 2 5-16,11 0-35 0,-8 1 23 0,8 2 27 15</inkml:trace>
  <inkml:trace contextRef="#ctx0" brushRef="#br0" timeOffset="69072.96">12316 5121 221 0,'2'0'5'16,"0"0"15"-16,-2 0 18 0,0-11 15 0,2 11 5 16,-2 0-9-16,0 0-14 0,0 0-14 0,0 0-15 15,0 0-1-15,0 0-5 0,0 0 0 0,0 0 8 16,0 0-12-16,0 0 8 0,0 0-5 0,0 0 1 15,0 0 4-15,0 0-4 0,0 16 0 0,0-16 1 16,0 12 9-16,0-1 3 0,0-1 9 0,0 3 0 16,0 1 4-16,0 3-4 0,0 1-9 0,0 2-5 15,0-1-12-15,0 3 3 0,0-2 6 0,0-1-1 16,0 1 5-16,0-3-5 0,0-1 1 16,0-2 5-16,0 0-10 0,0-5 0 0,0 1 0 0,0-3-6 15,0-1-8-15,0-2-35 0,0-1-30 16,0-1-24-16,0-2-51 0,0 0 30 0</inkml:trace>
  <inkml:trace contextRef="#ctx0" brushRef="#br0" timeOffset="69813.48">12691 5318 801 0,'0'8'10'0,"0"-8"-16"15,0 5 6-15,0-5 10 0,0 0-15 0,0 0 15 16,0 0-5-16,0 0-21 0,0 0 6 0,0 0-1 16,0 0-16-16,0 0-8 0,0 0-37 0,0 0-15 15,0 0-14-15,0 0-25 0,0 0 3 0,0 0 15 16</inkml:trace>
  <inkml:trace contextRef="#ctx0" brushRef="#br0" timeOffset="70712.88">13120 5055 340 0,'0'-2'3'0,"0"0"-3"15,0 0 0-15,0 2 0 0,0-4-3 0,2 3 13 16,-2 0 0-16,0 0-5 0,0 1 0 0,0 0-9 16,0 0 4-16,0 0 10 0,0 0 0 0,0 0 4 15,0 0-8-15,0 0 0 0,0 0 4 0,0 0-5 16,0 0 8-16,0 0-8 0,0 0-3 0,0 0 15 15,-13 12-12-15,13-12 9 0,0 0 7 0,0 0-20 16,-12 12 8-16,12-12-5 0,0 5-7 0,-7-5 3 16,7 6 4-16,-8-4 5 0,5 2-5 15,1-1 5-15,-3 1-4 0,3-1-9 0,-2 0 9 16,1 1 4-16,1-1-5 0,2 1 9 0,-2 0-9 16,0-2-12-16,0 3 12 0,2-2-8 0,0 2 13 15,0-2-5-15,0 3-4 0,0-3 8 0,0 2-8 16,0 1 8-16,0-1-3 0,17 1-5 0,-17 1-8 15,0 0 8-15,19-2-1 0,-19 2 1 0,16 0 9 16,-16 0-9-16,17-1-4 0,-8 1-5 0,0 0 5 16,0 0 0-16,2-1 4 0,-1-1 4 0,0 2 0 15,-1-1-8-15,3 0 4 0,-1 0-5 0,-2-1 10 16,2 2 7-16,-2-2-12 0,0 2 8 16,1-1-8-16,-2 1-9 0,1-1 22 0,-3 0-13 0,2 1-5 15,-1-1 14-15,-1 0-13 0,0-1 8 16,-3 0 5-16,1-1-4 0,1 1 28 0,-5-2-9 15,0 0 16-15,0-1 1 0,0 0-13 0,0-1 41 16,0 2-16-16,0 0 24 0,0 0-19 0,-16 0-27 16,16 1-6-16,0 0-18 0,-13 0 3 0,13 2-5 15,-16-2 6-15,16 1-9 0,-17-2-1 0,5 1 0 16,-1 0-5-16,-1-1 9 0,1 0 1 0,-2-1-1 16,0 0 10-16,-3 1-6 0,3-2-5 0,-2 1-39 15,4 0-35-15,-1-1-34 0,1 0-28 16,0-1 25-16,4 0-6 0,0 0 12 0,2 0 4 0,1 0-45 15,1 0 26-15,0-20 22 0</inkml:trace>
  <inkml:trace contextRef="#ctx0" brushRef="#br0" timeOffset="71148.21">13124 5086 497 0,'0'0'-5'0,"0"0"5"0,0 0 0 0,0 0-5 16,0 0 5-16,0 0-4 0,0 0 3 15,0 0 1-15,18 0 4 0,-18 0 0 0,16 0-8 16,-16-13 0-16,25 13 0 0,-9 0 8 0,-1 0 5 15,3 0-1-15,-2 0-3 0,0 0-9 0,-1 0 4 16,1 0 4-16,-3 0-8 0,1 0 4 0,-5 0-8 16,2 14 0-16,-5-14 12 0,2 0-8 0,-2 0 12 15,-3 0 0-15,1 0-21 0,-2 9-11 0,0-9-52 16,0 0-52-16,-2 0 17 0</inkml:trace>
  <inkml:trace contextRef="#ctx0" brushRef="#br0" timeOffset="71988.03">12584 5344 182 0,'0'0'-5'0,"0"0"-3"0,0 0 4 0,17 0-1 16,-17 0 6-16,0 0 0 0,20 0 4 0,-20 0 5 15,11 0 4-15,-11 0 5 0,14 0-2 0,-14 0 4 16,11 0 0-16,-4 0 0 0,-1 0 7 0,1 0-8 16,-2 0 0-16,-1 0 0 0,1 0 1 15,1 0-2-15,2 20 0 0,-2-20 4 0,1 14-13 16,1-14 9-16,-1 17-10 0,2-17-5 0,0 16 0 16,0-8 1-16,1 0 8 0,-4-1 1 0,-1-2-9 15,3 1 0-15,0-1-6 0,-4 0-3 0,0 0 17 16,-2-1-8-16,1-1-5 0,-1 0 14 0,0 0-14 15,-2-1-5-15,2-1 10 0,-2 0-25 0,0 0-15 16,0-1-7-16,0 0-26 0,0 0-28 0,0 0-13 16,2 0 12-16</inkml:trace>
  <inkml:trace contextRef="#ctx0" brushRef="#br0" timeOffset="72216.17">12864 5316 338 0,'0'-2'18'0,"-16"0"11"0,16 1 14 0,0-1 17 16,0 0-30-16,-9 1-2 0,9 1-14 0,0-1-18 15,0 1 13-15,0 0-18 0,0 0 4 0,-6 0 5 16,6 0-5-16,-5 0 14 0,2 0-5 0,-3 17-18 16,3-17 10-16,-5 0-1 0,3 23 4 0,-4-23 9 15,4 19-9-15,1-19-9 0,-3 21-10 0,3-10-6 16,0 0-11-16,-2 0-11 0,2 0-7 0,0 1-7 15,1-1-12-15,-1-1-4 0,-2 1 13 16</inkml:trace>
  <inkml:trace contextRef="#ctx0" brushRef="#br0" timeOffset="73380.74">13777 5193 130 0,'3'-14'8'0,"0"14"5"16,-1 0 10-16,4 0 16 0,-3-10-1 16,-1 10 4-16,2 0-4 0,-2 0-6 0,-2 0 6 15,2-5-1-15,-1 5 4 0,-1 0 3 0,0 0 4 16,1 0-1-16,-1-2 7 0,0 2-4 0,0-1 4 15,0 1-4-15,0-1-21 0,0 1-14 0,-21 0-20 16,21-1-4-16,0 1-1 0,-18 0 10 0,18 0-5 16,-21 0 1-16,10 0 13 0,-2 0-9 0,-1 0 5 15,-1 19-1-15,1-19-8 0,1 0-1 0,1 18 0 16,-1-18 10-16,4 12-15 0,-1-12 11 0,2 13-2 16,-1-6-13-16,3 0 14 0,0 1-9 0,2 0 4 15,0 1 11-15,3 1-6 0,-1-1 15 0,2 3-4 16,0-1 0-16,0 0-5 0,0 0 0 0,19 1 0 15,-19-1-9-15,19 0 18 0,-19-1-8 16,25 0-6-16,-9 0 9 0,2-1-13 0,2-1-12 16,-2 0 26-16,2-1-5 0,1 0 5 0,0-4 16 15,0 1-26-15,0-1 9 0,-4-3 15 0,4 1 6 16,-3-1 28-16,1 0 6 0,-2 0-8 0,0 0-3 16,1-20-15-16,-4 20-2 0,0-15 2 0,-1 15-5 15,1-17-4-15,-3 17-7 0,-3-18-1 0,2 18 9 16,-6-17 2-16,3 8 12 0,-5 0 7 15,0 0-1-15,-2-1-11 0,0 1-22 0,0-1-23 0,0 0-42 16,-17 0-44-16,17 0-65 0,-30-1-34 16,10 2-33-16,-3 0 14 0,-4 1 35 0,-2 1 1 15,-3 2 4-15,-3 3 35 0</inkml:trace>
  <inkml:trace contextRef="#ctx0" brushRef="#br0" timeOffset="81541.27">9856 6143 43 0,'0'0'15'16,"0"0"-4"-16,0 0 9 0,0 0 1 0,0 7-16 15,0-7 2-15,0 0-6 0,0 0-1 0,0 0 5 0,0 0-1 16,0 3 1-16,0-3 0 0,0 0-5 16,0 2 14-16,0-2-1 0,0 2 1 0,0-2 11 15,0 1-1-15,0 0-3 0,0-1 9 0,0 1-10 16,0-1-12-16,0 0 8 0,0 1-1 0,0 0 0 16,0 0-5-16,0-1 0 0,0 2-13 0,0-2 4 15,0 0 4-15,0 1 5 0,0-1 7 0,0 0-11 16,0 0 3-16,0 1-8 0,0-1 0 0,0 0 4 15,0 0 4-15,0 0-18 0,0 0 10 0,0 0 4 16,0 0-5-16,0 0 18 0,0 0-13 16,0 0 9-16,18 0-5 0,-18 0-4 0,0 0 10 15,16 0-1-15,-16 0 5 0,18 0-1 0,-5 0-8 16,3 0-9-16,-2 0-1 0,4 0 5 0,1 0 0 16,2 0 9-16,1 0 0 0,-1-17-1 0,2 17 0 15,-3 0-8-15,1-12-1 0,0 12 1 0,-2 0-5 16,1-9 5-16,-3 9-1 0,-2 0-8 0,-1-6 8 15,-2 6 1-15,-1-4-10 0,-2 4 14 0,-4 0-4 16,-3-2-10-16,1 2 5 0,-1-1-4 0,-2 1 8 16,0 0 5-16,0 0-5 0,0 0 5 0,0 0-18 15,0 0 0-15,0 0 14 0,0 0-32 0,0 0-5 16,0 0-14-16,0 0-28 0,0 0-2 0,0 0-12 16,0 0-30-16,0 0 24 0</inkml:trace>
  <inkml:trace contextRef="#ctx0" brushRef="#br0" timeOffset="81882.78">9930 6374 248 0,'0'3'11'0,"-1"-3"6"15,1 2 6-15,0-2 5 0,0 0-1 16,0 0-5-16,0 0-5 0,0 0 4 0,0 0-10 16,0 0 0-16,0 0 0 0,0 0-5 0,0 0 15 15,15 0 0-15,-15 0 9 0,0 0-14 0,17 0-6 16,-8 0 10-16,0 0-10 0,2-13 19 0,2 13-4 16,0 0 1-16,1 0 0 0,3 0-10 0,0-12-4 15,1 12-7-15,-1 0 1 0,-2-6 11 0,4 6-11 16,-2 0-12-16,0-5 0 0,-2 3-5 0,-2-3 17 15,0 0-12-15,-1 1 11 0,0 2 1 0,1-2-6 16,-4 0 18-16,-2 1-18 0,1 2-12 16,1 0-35-16,-4 1-30 0,1-1-18 0,0 1-46 15,-1-1-2-15,1 0 30 0</inkml:trace>
  <inkml:trace contextRef="#ctx0" brushRef="#br0" timeOffset="82840.84">10845 6050 236 0,'2'0'10'0,"-1"0"14"16,0 0 3-16,-1 0 27 0,0 0-4 0,0 0 0 15,0 0 5-15,0 0-27 0,0 0-9 0,0 0-10 16,0 0-13-16,0 0 0 0,-17 11 12 0,17-11-3 16,0 0 3-16,-13 0 0 0,13 0-8 15,0 0 5-15,-14 9-1 0,14-9-9 0,-9 4 5 16,9-1-9-16,-9 0 5 0,9 0 4 0,-7 1-9 15,5 0 13-15,-1 0-8 0,1 1 4 0,1-1 0 16,0 2 0-16,0 0 0 0,1 1 4 0,0-1-5 16,0 3 1-16,0-1 4 0,0 0 5 0,0 3 3 15,0-1-12-15,0 1-5 0,17-1 0 0,-17 1 5 16,0 0 4-16,17 1 9 0,-17-1-14 0,13 0 1 16,-13-2 4-16,17 0-9 0,-9 2 5 0,0-1 4 15,2-1-4-15,0 2-1 0,-3-3 5 16,1 0-4-16,1-1-1 0,-4 1 7 0,1-2-11 15,0-1 6-15,-4 0 4 0,4 0-4 0,-6 0 14 16,2 0 4-16,-1 1 19 0,-1-1 10 0,0-1 9 16,0 3 0-16,0-2-16 0,0-1-1 0,0 1-18 15,-19 1 4-15,19-3-6 0,-14 3-5 0,14-3 0 16,-18 2-20-16,7-2 0 0,0 0 1 0,1 1 4 16,-2-3 5-16,2 1 5 0,0-2-10 0,2 0 6 15,-4 0-15-15,5 0-18 0,0 0-23 0,1 0-40 16,-1 0-14-16,2 0-2 0,-1-16 6 0,3 16 2 15,1 0-7-15,0-19-23 0,0 19 26 0</inkml:trace>
  <inkml:trace contextRef="#ctx0" brushRef="#br0" timeOffset="83232.39">10919 6018 301 0,'0'0'5'0,"0"0"9"0,0 0 2 0,0 0-5 16,0 0-5-16,0 0-5 0,0 0 9 0,0 0 9 16,17 0 10-16,-17 0 9 0,0 0 4 0,20 12 3 15,-20-12-6-15,18 0-8 0,-18 0-13 0,20 8-5 16,-11-8 0-16,2 5 0 0,-1-5-9 0,-1 6-4 16,1-5-4-16,-1 1 4 0,3 0 0 0,-3 1 0 15,-1-1 9-15,0-2-18 0,1 2 9 0,0 0 9 16,-1-1-9-16,-1 1 8 0,0-2 1 15,1 0-9-15,-1 0 0 0,3 0-5 0,-5 0-30 16,2 0-41-16,-3 0-36 0,0 0-56 0,1 0 31 16</inkml:trace>
  <inkml:trace contextRef="#ctx0" brushRef="#br0" timeOffset="84337.26">11581 6025 249 0,'0'0'5'0,"0"0"18"16,2 0 10-16,-2 0 5 0,0 0 4 0,0 0-13 15,0 0 0-15,0 0-1 0,0 0 0 0,0 0-14 16,0 0-4-16,0 0-10 0,0 0-9 0,0 0 9 16,-13 13 0-16,13-13 0 0,0 12 4 15,-16-12-4-15,16 20-1 0,-15-8 4 0,5 2 1 16,0 3 3-16,0-1 1 0,-1 4-5 0,2-1 0 16,0 4-1-16,0-1-3 0,2 3-6 0,-2-2 10 15,1 0 0-15,1-1-3 0,1-3 5 0,0-1-8 16,2-1 4-16,0-3 4 0,0-3-4 0,3-3-1 15,-1-1 1-15,2 0-6 0,-5-4 10 0,5 0-5 16,0-3 0-16,0 2 10 0,0-2 4 0,0 0 5 16,0 0-5-16,0 0-4 0,0 0-10 0,0 0-5 15,0 0-5-15,0 0 1 0,0-19 13 16,18 19 10-16,-18-15-5 0,0 15 11 0,0-14-20 0,0 14-5 16,13-16 0-16,-13 8-9 0,12-1 19 0,-12 0-4 15,9-3 4-15,-3-1 0 0,1-2-5 16,0 0-9-16,2 2 10 0,-1-3-1 0,1 1 1 15,-1 0 4-15,0 1-14 0,1 1 9 0,1-1-8 16,-2 4 3-16,-1-4 14 0,0 4-13 0,0 0 5 16,-1 1 3-16,1 0 1 0,-2 1-5 0,-1 1 4 15,1 1-12-15,-3 0 0 0,0 2 12 0,1 1 9 16,-1-1 19-16,0 0-15 0,-2 4-4 0,0-3-13 16,1 3 0-16,-1-1 0 0,0 1-4 0,0 0-5 15,0 0-14-15,0 0 14 0,0 0 9 16,0 0 0-16,0 0-8 0,0 0-1 0,0 0 9 15,0 18 0-15,0-18 9 0,0 14 3 0,0-14-21 0,0 20 14 16,18-8-6-16,-18 2-4 0,0 0 19 16,17 2-10-16,-17 1 5 0,14 2 6 0,-6 0-15 15,3 0 0-15,1 0 5 0,-1 2-5 0,0-5 12 16,1 1-6-16,-2-2 0 0,0 0 0 0,0-1-7 16,0-2 13-16,-3-1-1 0,1-2-11 0,-3 1-12 15,2-3 18-15,-1 1-1 0,-1-2-5 0,-1-2-4 16,-3 0-57-16,1-2-25 0,0-1-6 0,1-1-21 15,-3 0-22-15,0 0 26 0</inkml:trace>
  <inkml:trace contextRef="#ctx0" brushRef="#br0" timeOffset="84605.98">11522 6371 569 0,'-1'0'5'0,"-1"0"-5"0,2 0 0 0,-1 0-1 16,1-15-4-16,0 15 5 0,0 0-5 0,0 0 5 15,0 0 0-15,0 0 0 0,14 0 5 0,-14 0-5 16,0 0 5-16,17 0-5 0,-17 0 0 0,17 0 0 16,-7 0-10-16,-1 0 5 0,3 0-5 15,-3 0 0-15,2 0 11 0,2 0-1 0,1 0-4 16,0 0 0-16,1 0-1 0,-2 0 5 0,3 0 10 15,-2 0 0-15,4 0-21 0,0 0-25 0,-3 0-23 16,0 0-38-16,0 0-25 0,1 0 21 0</inkml:trace>
  <inkml:trace contextRef="#ctx0" brushRef="#br0" timeOffset="86060.51">12441 6267 268 0,'0'0'15'0,"0"0"6"0,0 0 11 0,0 0 6 16,0 0 3-16,0 0 0 0,0 0 0 0,0 0 8 15,0 0-1-15,0 0 2 0,0 0 0 0,0 0-8 16,0 0-8-16,0 0 6 0,0 0-6 0,0 0 10 15,0 0-17-15,0 0-5 0,0 0-6 0,0 0-5 16,0 0 19-16,0 0-4 0,0 0 9 16,0 0-10-16,0 0-14 0,0 0 4 0,0 0-9 0,0 0 8 15,0 0-13-15,0 0-3 0,0 0 7 16,0 0-14-16,0 0 17 0,0 0-7 0,14 0-6 16,-14 0 2-16,18 14-5 0,-10-14 13 0,5 0 0 15,0 0-4-15,5 11 5 0,-3-11-5 0,3 0 1 16,0 10 3-16,3-10-1 0,1 0-4 0,-4 0 0 15,2 0 5-15,0 0 0 0,0 0-5 0,-1 0 9 16,1 0 3-16,-3 0-5 0,0 0 5 0,0 0-12 16,-3-14-5-16,1 14 5 0,-6 0 3 0,1 0 7 15,-6-11-10-15,1 11 0 0,-3 0 3 0,0 0-4 16,2 0 10-16,-4-7 1 0,0 7-20 16,0 0-60-16,0 0-50 0,0 0-58 0,0 0-12 15,0 0 24-15,0-2-9 0,0 1 45 0,0-3 24 16</inkml:trace>
  <inkml:trace contextRef="#ctx0" brushRef="#br0" timeOffset="86389.26">12446 6517 354 0,'0'3'4'0,"0"-1"4"0,0 0 1 0,0-2-5 16,0 0 1-16,0 0-1 0,0 0-8 0,18 0 13 15,-18 0-5-15,0 0-3 0,19 0 5 0,-19 0 4 16,21 0 5-16,-10 0 6 0,3 0 7 0,-3 0-12 16,5 0 4-16,-3-13-2 0,3 13-9 0,0 0-9 15,2 0 5-15,-1 0-10 0,-3 0 10 0,-1 0 4 16,-1-4-9-16,-1 4 0 0,0 0 0 0,-1 0 0 15,-2 0 9-15,-1-4 8 0,2 4-12 0,-2-2 12 16,2 1-21-16,-2 0-5 0,-1 0 13 16,1-1-8-16,-2 2 4 0,-1 0-1 0,-1-1-32 15,-1 1-39-15,-2-1-23 0,0 0-49 0,2 0 27 16</inkml:trace>
  <inkml:trace contextRef="#ctx0" brushRef="#br0" timeOffset="87761.67">10507 6107 238 0,'0'0'9'15,"0"0"16"-15,0 0 4 0,0 0 19 0,0 0-4 16,0 0-1-16,0 0-5 0,0 0-8 0,0-6-2 16,0 6-9-16,0 0 4 0,0 0-5 0,0 0-17 15,-11 0 3-15,11 0-4 0,0 0-5 0,0 0 14 16,-9 0-14-16,9 0 5 0,-10 0-4 0,5 0 0 15,0 16 3-15,-2-16 5 0,-1 0-8 0,2 16-1 16,0-16 5-16,-2 12-4 0,-1-12 12 0,2 16 0 16,0-5-4-16,0-1-4 0,0 1 9 0,-1 2-1 15,1-1-4-15,0 1 0 0,2 1-4 0,-1 0 4 16,2-2-4-16,1 2 5 0,-1 0-6 16,4-3 6-16,0-1-1 0,0-1 1 0,0-2 0 0,0-1-5 15,0-2 5-15,0-1 0 0,20-2 0 16,-20 1 0-16,14-2 5 0,-14 0-15 0,21 0 22 15,-21 0-27-15,21 0 10 0,-9 0 16 0,-3 0-22 16,2 0 22-16,0 0-16 0,-1 0 0 0,1 0 0 16,-2-20 5-16,-1 20 1 0,0-15 0 0,2 15-6 15,-3-17 0-15,0 17 11 0,-3-19 6 0,2 9 22 16,-3 0 5-16,-1 1 15 0,0-2-1 0,-1 1-8 16,-1-1 4-16,0 1-22 0,0-1-19 0,0-2-1 15,0 2-18-15,0-2 1 0,-19 1 12 16,19-2-1-16,0 3-3 0,-18-3-5 0,18 4 5 0,-13 0-12 15,13-1 0-15,-10 2 4 0,10 2-18 0,-7 0-16 16,7 2-26-16,0 0-31 0,-7 3-17 16,7 0-2-16,0 1 16 0,0 1 12 0,0 0 1 15,0 0-24-15,0 0 5 0,0 0 20 0</inkml:trace>
  <inkml:trace contextRef="#ctx0" brushRef="#br0" timeOffset="88161.42">10629 6369 174 0,'0'1'11'0,"0"0"11"0,0-1 6 16,0 0-3-16,0 2-1 0,0-2-5 0,0 2 6 15,0 0 13-15,0 0-4 0,0 0 9 0,0 3-6 16,0 0-5-16,0 3-5 0,0 1-10 0,0 1 3 16,0 3-14-16,0-1-5 0,0 4 0 0,0-2-5 15,0 2 9-15,0 2 4 0,0-3-4 0,-15 1-13 16,15 0-33-16,0 0-22 0,-17 2-48 0,8-3-30 16,-2 0 32-16</inkml:trace>
  <inkml:trace contextRef="#ctx0" brushRef="#br0" timeOffset="90141.68">13528 6045 214 0,'0'-2'0'15,"0"1"5"-15,0-1 18 0,0-2 6 0,0 2 8 16,0 0 6-16,0 0-17 0,0 1 7 0,0 0-4 16,0 1-5-16,0 0 3 0,14 0-9 0,-14 0-8 15,0 0-6-15,0 0-3 0,0 0 3 0,0 0-4 16,0 0 9-16,0 0-6 0,0 0-3 15,0 0 9-15,0 0 4 0,0 17 5 0,0-17-1 16,0 12 0-16,0-12-13 0,0 21 9 0,0-8 0 16,0-1-5-16,0 1 9 0,0 2-3 0,0-1-14 15,-16 1 9-15,16 0-14 0,0 1 5 0,0-3 16 16,0 1-16-16,-11-2 10 0,11-1-9 0,0 0-13 16,0-4 18-16,0 1-11 0,0-7 10 0,0 4 7 15,0-4-1-15,0 0 6 0,0-1-11 0,0 0 11 16,0 0-6-16,0 0 0 0,0 0 10 0,0 0-6 15,0-17-10-15,0 17-10 0,21 0-6 16,-21-17-11-16,17 17 17 0,-17-14 15 0,23 14-10 16,-23-13-1-16,25 13-4 0,-10-10-1 0,-1 10 1 0,-1-8 10 15,-2 8-10-15,3-3-11 0,-3 3 10 16,1 0 1-16,-1 0 5 0,-1 0 5 0,2 0 1 16,-3 0-6-16,0 0-5 0,-3 17 5 0,2-17-5 15,0 0 11-15,-1 18-6 0,-1-18 0 0,-3 14 0 16,4-14-10-16,-1 16 15 0,-3-7-10 0,1-1 22 15,-2 1-11-15,1-1-5 0,-3 2 5 0,0-1-16 16,0-1 11-16,0 0 23 0,0 0-1 0,0-1-6 16,0 2 11-16,-25-2-18 0,25 3 6 0,-18-1 5 15,18-1-11-15,-25 2 6 0,12-1-2 16,-5 4-5-16,0-3 0 0,-2 1-10 0,-1 0 10 0,-1-1 10 16,0 1-6-16,3 0 35 0,-3 0-20 15,0-3-5-15,2 1-4 0,1-2-24 0,6 1 9 16,-3-3-4-16,1 1 9 0,4-3-4 0,-1 1-5 15,5-3 1-15,1 1-5 0,4 0 3 0,0-2 5 16,-1 0-13-16,3 0-6 0,0 0-18 0,0 0-30 16,0 0-19-16,0 0-13 0,0 0-29 0,0 0 9 15,0 0 3-15,0 0-6 0,0 0-10 0,0 0 16 16</inkml:trace>
  <inkml:trace contextRef="#ctx0" brushRef="#br0" timeOffset="90712.74">13555 6053 139 0,'0'0'13'0,"0"0"10"16,17 0 6-16,-17 0 14 0,21 0-10 0,-21 0-8 15,23 0-2-15,-9 0-8 0,-3 0 4 16,2 0 0-16,-3 0-4 0,2 0 4 0,-1 0-4 15,-1 0 0-15,-3 0 8 0,1-11-4 0,-3 11-5 16,2 0 3-16,-2 0-4 0,-1 0 0 0,0 0 0 16,1 0-12-16,-1 0 3 0,0 0 0 0,2 0-4 15,0 0 8-15,-1 0-3 0,1 0-9 0,4 0 17 16,-2 0-9-16,-1 0 5 0,2 0-1 0,0 0-8 16,0 0 0-16,-2 0-4 0,1 0 8 0,2 0-8 15,-1 0 21-15,-3 0-9 0,1 0-3 16,2 10 3-16,-2-10-34 0,0 0-20 0,-1 0-41 15,1 0-53-15,-2 0 2 0,1 0 24 0</inkml:trace>
  <inkml:trace contextRef="#ctx0" brushRef="#br0" timeOffset="91313.39">14160 6153 233 0,'4'0'-3'0,"-1"1"0"0,-2-1 8 15,1 0 2-15,-1 0 18 0,-1 0 4 0,0 0-3 16,0 0 8-16,0 0-1 0,0 0 5 0,0 0-4 15,0 0 8-15,0 0-10 0,0 0-13 0,0 0-1 16,0 0-13-16,0 0-9 0,-18 0 12 0,18 0-12 16,-18 0 0-16,18 14 8 0,-21-14-18 0,8 0 14 15,-1 16-1-15,-1-16-3 0,-1 12 7 0,3-5 1 16,2 1-9-16,-1 1 9 0,1-1-5 0,2 2 5 16,0-2 5-16,2 0-5 0,3 1 0 15,-1-1 1-15,1 3-2 0,0-1-3 0,1 0 4 16,1 0 5-16,2 2-5 0,0-1 1 0,0 1-4 15,0 1 0-15,0-2 4 0,0 2-5 0,22-2 6 16,-22 1-15-16,18-2-4 0,-18 0 9 0,18-1 4 16,-18-1 5-16,21-1 8 0,-8-1-3 0,1 0-1 15,1-3-5-15,1-2-3 0,-3-1 23 0,3 0-3 16,-2 0 10-16,0 0 5 0,-2 0-12 0,0 0-1 16,1-17-6-16,-4 17 17 0,0 0-5 0,1-18 9 15,-2 18-4-15,-3-14-17 0,-1 14-15 0,0-15-5 16,2 15 20-16,-4-17 1 0,2 10 21 0,-4-1 14 15,2 2-15-15,-2-2 11 0,0-2-6 16,0 1-12-16,0-1 6 0,0-1-3 0,0-2-20 16,-20 0 2-16,20-1-12 0,0-2-15 0,-20 3 19 15,20 0-2-15,-12 0-7 0,12 0 8 0,-13 3-2 16,13-1-17-16,-11 3-12 0,11 0-55 0,-9 3-36 16,9-2-28-16,-7 4-13 0,3-1 22 0,2 3 12 15,0-1 12-15,0 0 1 0,-4 0-23 0,4 2 24 16</inkml:trace>
  <inkml:trace contextRef="#ctx0" brushRef="#br0" timeOffset="91880.48">14586 6167 214 0,'0'0'18'0,"0"0"12"16,0 0 10-16,0 0 6 0,0 0-10 0,0 0-1 15,0 0-10-15,0-12-7 0,0 12-8 0,0 0-18 16,-22 0 12-16,22 0-9 0,0 0 1 0,-17 0 12 15,17 0-17-15,-15 0 17 0,5 0-4 0,0 0-12 16,-1 17 8-16,-3-17-5 0,4 0 4 0,-2 19 13 16,-1-19-4-16,1 15-13 0,2-7 9 0,-2 0-5 15,5 1-3-15,0 1 21 0,0 1-4 0,1 0-10 16,3 1 19-16,-3-1-13 0,4 3-10 0,-1-2 10 16,-1 1-14-16,2 0-3 0,-3 0 9 0,5-1 1 15,0 0 3-15,0-1 15 0,0 1-10 0,0-1 0 16,0 0-10-16,0-3-4 0,21 2 5 15,-21-1-1-15,0 0 9 0,20-2-8 0,-20 0 8 16,19-2 1-16,-7 1-6 0,2-1 10 0,-1-2-18 16,2 1 8-16,1-4 1 0,-2 0-10 0,2 0 14 15,-3 0-4-15,3 0-1 0,-3 0 10 0,-2-17-5 16,1 17 0-16,-3-13 12 0,0 13 1 0,-2-14 6 16,-2 14-5-16,-1-17-5 0,0 9-6 0,-2-3 6 15,1 1-1-15,-1 2-5 0,-2-2 1 0,0 0-7 16,0 0-5-16,0-3-2 0,0 2 5 0,0-3-11 15,-22 1 5-15,22 1 6 0,-16-3-15 0,16 1-2 16,-14 0-27-16,14 3-27 0,-18 1-12 0,18 0-14 16,-11 2 2-16,11 0-11 0,-11 2-24 15,11 1 19-15,-7 0 25 0</inkml:trace>
  <inkml:trace contextRef="#ctx0" brushRef="#br0" timeOffset="93509.44">14933 6165 328 0,'2'-4'-5'0,"0"3"-7"0,2 0 13 16,0-3-2-16,-3 2-2 0,0 2 14 0,1 0-12 15,-1 0 1-15,-1 0 4 0,0 0 1 0,0 0 8 16,0 0-8-16,0 0 5 0,0 19 0 0,0-19-3 16,0 15 7-16,0-15 5 0,0 20-5 0,0-9 9 15,0 3-1-15,0 0 1 0,0 1-5 0,0-1-9 16,0 2 4-16,-13-1-4 0,13-2 11 0,0 2-10 15,0-3-4-15,-9 1 1 0,9-2-11 0,0 0 9 16,0-1 1-16,0-1 3 0,0 1 5 0,0-2-4 16,0-1 0-16,0 0-1 0,0-3-4 15,0 2-1-15,0-4 1 0,0 1-5 0,13 0 5 16,-13-3 10-16,0 0-6 0,0 0 7 0,0 0-12 16,0 0-3-16,9 0-1 0,-9 0 5 0,9 0 1 15,-5-16-6-15,1 16 12 0,0 0-12 0,3-17 6 16,-1 17 0-16,-2-13-11 0,2 13 5 0,-1-13 0 15,1 4 0-15,0 2 6 0,-2 0-5 0,1-1-1 16,1 0-13-16,-3 1 13 0,5-1-6 0,-4-1-6 16,1 1 29-16,-1-1-23 0,4 0 23 15,-5 2-5-15,1-2-18 0,1 1 12 0,-3 0-23 0,1 5 11 16,0-3-6-16,-2 3 7 0,-1-1 5 16,2 2 5-16,-1 2 1 0,-2-2-12 0,0 2-5 15,2 0-5-15,-2 0 10 0,0 0 6 0,1 0 5 16,-1 0 0-16,0 0-5 0,0 0-5 0,2 18 0 15,-2-18 5-15,2 0 6 0,-2 17-1 0,0-17 0 16,2 15 1-16,-2-15-12 0,0 17 12 0,2-9-11 16,-2-1-1-16,0 1 18 0,0-1-12 0,3 0 5 15,-3-1 1-15,3 1-23 0,-1-1 6 0,1 0 11 16,-3 1 6-16,2 0-1 0,3-1-1 0,-3-2-4 16,1 1-5-16,-2-3 5 0,0 1 0 0,1-3 11 15,-2 2-5-15,5-2 12 0,-2 0 5 0,-1 0-23 16,3 0 0-16,4 0-5 0,-2 0 0 15,3 0 16-15,1 0 7 0,-2-22-12 0,1 22-5 16,4-14 0-16,-2 14-7 0,0-17 24 0,2 6-19 16,1 1-6-16,2-2 7 0,-1-1-7 0,3 0 12 15,-2 1 5-15,0-1-5 0,0 2 1 0,-2 0 5 16,-3 1 10-16,-3 4 6 0,-1 1-21 0,-1 2 16 16,-3 0-16-16,-1 2 0 0,-3 0 9 0,0 1-19 15,0 0 9-15,0 0-4 0,0 0 6 0,0 0 20 16,-17 18-15-16,17-18-10 0,0 18 0 0,-14-18 0 15,14 23 0-15,-13-10 10 0,13-1 1 0,-12-3-21 16,12 3 8-16,-12-1-1 0,12-1-1 0,-9 0-1 16,9 0 7-16,-7 1 0 0,5 0 5 15,0 2 5-15,0-3-10 0,0 1 0 0,2-1-4 16,-1-2 0-16,0-1 5 0,-1-2 1 0,2-1 4 16,0-3-4-16,0-1 1 0,0 0-1 0,0 0-1 15,0 0 10-15,0 0-4 0,19 0-5 0,-19 0-5 16,0 0-4-16,16-14 9 0,-16 14 4 0,14 0 0 15,-14-14 1-15,18 14-14 0,-11-12-5 0,1 12 9 16,2-14-4-16,-1 6 0 0,0 1 5 0,0-3-13 16,2 3 12-16,-1-3-2 0,1 0 9 15,2 0-1-15,-1-3-10 0,0 2 10 0,0-2-19 0,0 1 9 16,0-2-5-16,-1 0 2 0,-1 4 22 0,1-1-18 16,-1 2 1-16,-3 2-1 0,0 0-13 15,-2 2 10-15,-1 2 4 0,-1 0 1 0,0 1-9 16,-1 1 3-16,-2 1 10 0,2 0-23 0,-2 0 14 15,2 0-1-15,-1 0-4 0,0 0 15 0,0 0-15 16,1 0 12-16,-1 0-5 0,-1 17 0 0,1-17 9 16,-1 14-10-16,0-14 2 0,0 19 4 0,0-8 0 15,0 1 7-15,0 2-7 0,0-2 5 0,0 2-7 16,-16 1 4-16,16-4 0 0,0 1-6 0,0-3 6 16,-17-3-10-16,17 0 5 0,0 0 6 15,0-4-3-15,0-2 10 0,0 0 0 0,0 0 1 0,0 0 2 16,0 0-4-16,0 0-9 0,0 0-5 15,22-20 7-15,-22 20-13 0,14 0 18 0,-14-21-5 16,16 21-8-16,-5-18 6 0,-1 9-4 0,0-2 4 16,0-1-5-16,0 0 6 0,-1-1-12 0,0-1 10 15,-1 0-3-15,-1 0-2 0,0 1 1 0,0 0-3 16,-2-1 13-16,2 1-14 0,-2 1 9 0,0 2-9 16,-2 0-4-16,0 2 10 0,0 1 1 0,-2 0 4 15,2 4 0-15,-2-1-5 0,-1 3-4 0,1 0-5 16,2 0-5-16,-3 1 0 0,0 0 1 0,0 0 9 15,0 0 1-15,0 0 4 0,0 0-4 0,0 17 1 16,0-17 4-16,0 14 1 0,0-14 8 0,0 18-12 16,0-7 10-16,0 3-4 0,0 1-4 15,0 2 20-15,0 1-5 0,14 1 10 0,-14 1 9 16,0-1-12-16,13 1-8 0,-13 1-5 0,10-2 1 16,-10 0-8-16,11 1 4 0,-11-2 9 0,9 0-10 15,-1 0 15-15,-3-1-4 0,0-1-9 0,1-1-1 16,-1-1-8-16,1-2 8 0,-1-2-3 0,-3-2-3 15,1-2 5-15,-1-1 1 0,-1-4 7 0,0 1 0 16,-1-1-13-16,0-1-45 0,0 0-61 0,0 0-63 16,0 0-11-16,0 0 15 0,0 0 22 0,0-18 8 15,0 18-6-15,-18-14 21 0</inkml:trace>
  <inkml:trace contextRef="#ctx0" brushRef="#br0" timeOffset="93733.57">15675 6429 292 0,'-5'0'27'0,"0"-14"18"0,2 14 35 0,0 0 14 15,2 0 14-15,1-13-12 0,0 13-35 0,0 0-26 16,0-9-34-16,0 9-1 0,0-7-17 0,20 7 29 16,-20-7-18-16,19 5-10 0,-19-2 22 15,24 0-17-15,-8 0 11 0,2 0 12 0,-1 1-18 0,2 1 0 16,0 0 12-16,1 1-6 0,-3 0 11 0,0 1 1 15,0 0-24-15,-4 0 6 0,1 0-46 16,-5 0-49-16,-1 0-30 0,-2 0-71 0,-1 0 44 16</inkml:trace>
  <inkml:trace contextRef="#ctx0" brushRef="#br0" timeOffset="93865.29">16326 6400 1077 0,'23'13'0'15,"-4"-13"0"-15,-2 11-4 0,-8-11-6 0,-3 0-46 16,-1 0-70-16,0 0-47 0,-4 0-66 0,-1 0 26 16,0 0 70-16</inkml:trace>
  <inkml:trace contextRef="#ctx0" brushRef="#br0" timeOffset="96310.01">29538 5249 56 0,'-2'0'8'0,"1"0"13"0,0 0 10 16,1 0 3-16,-1 0-10 0,1 0-11 0,0 0-7 15,0 0 4-15,0 0 3 0,0 0 10 0,0 0-4 16,0 0 2-16,0 0-7 0,0 0-9 0,0 0 12 16,0 0-12-16,0 0 4 0,0 0 0 0,0 0-4 15,0 0 0-15,0 0 4 0,0 0 4 16,0 0-4-16,0 0 7 0,0 0-4 0,0 0-8 0,0 0-4 16,0 0-3-16,0-11 0 0,0 11 3 15,0 0 4-15,0 0-4 0,0 0 3 0,-12 0 1 16,12 0-1-16,0 0-7 0,0 0 5 0,0 0-5 15,0 0 8-15,0 0-3 0,0 0-1 0,0 0 1 16,0 0 4-16,0 0 15 0,0 0-3 0,0 0 8 16,0 0-4-16,0 0-5 0,0 0 1 0,0 0-5 15,0 0-8-15,0 0 4 0,0 0-4 0,0 0 0 16,0 0-4-16,0 0-4 0,0 0 4 0,0 0 4 16,22 0 0-16,-22 0-4 0,15 0 0 0,-15 0-8 15,19 0 8-15,-7 0 4 0,-12 0-4 16,18 0 0-16,-10 0 0 0,-1 0 8 0,-2 0 3 0,-5 0-3 15,5 0-8-15,-5 0 0 0,3 0-4 16,-3 0 4-16,2 0 1 0,-2 0-5 0,0 0 4 16,1 0 4-16,-1 0-1 0,1 0-2 0,-1 0-5 15,0 0 1-15,0 0 3 0,0 0-4 0,0 0 11 16,0 0-7-16,0 0-8 0,0 0 8 0,0 0-19 16,0 0-18-16,0 0-5 0,0 0-27 0,0 0-18 15,0 0-22-15,17 0 10 0,-17 0 23 0</inkml:trace>
  <inkml:trace contextRef="#ctx0" brushRef="#br0" timeOffset="97352.07">31592 5391 127 0,'0'0'3'0,"0"0"-2"0,0 0 4 16,0 0 7-16,0 0-1 0,0 0 1 0,0 0 0 16,0 0-6-16,0 0 7 0,0 0 0 0,0 0 0 15,0 0-4-15,0 0-7 0,0 0 14 0,0 0-11 16,0 0 3-16,0 0 3 0,0 0-17 0,0 0 2 16,0 0 6-16,0 0-2 0,0 0 1 15,0 0 6-15,0 0-7 0,0 0-4 0,0 0 4 0,0 0 1 16,0 0-3-16,0 0 7 0,0 0-5 15,0 0-3-15,-15 0 12 0,15 0 4 0,0 0 4 16,0 0 8-16,0 0-4 0,0 0-6 0,0 0-1 16,0 0-8-16,0 0-1 0,0 0 4 0,0 0-2 15,0 0-3-15,0 0-3 0,0 0-1 0,0 0-3 16,0 0 7-16,0 0-4 0,13 0 0 0,-13 11 11 16,0-11-8-16,15 0 4 0,-15 7-6 0,14-7-9 15,-5 4 8-15,0-4 0 0,0 5 0 0,0-3 4 16,0 0-4-16,1 1 3 0,0-1-7 0,-2 0 8 15,-1-1-8-15,1 1 4 0,-2 0-15 0,-1 0-62 16,0-1-30-16,-3 1-8 0</inkml:trace>
  <inkml:trace contextRef="#ctx0" brushRef="#br0" timeOffset="103546.13">25389 2338 70 0,'0'-3'9'0,"0"1"6"16,0-1 1-16,0 1 4 0,0 0-2 0,0 1 1 15,0 1-19-15,0-2 1 0,0 2-10 0,0 0 0 0,0 0 23 16,0 0-14-16,0 0-4 0,0 0-4 16,0 0-2-16,0 0 8 0,0 0 2 0,0 0-1 15,0 0 1-15,0 0 0 0,0 0 0 0,0 0-8 16,0 0 7-16,0 0-8 0,0 0 8 0,0 15 12 16,0-15-8-16,0 0 3 0,-17 17-4 0,17-17 1 15,0 12 1-15,0-12 9 0,0 10 8 0,0-10-18 16,-12 10-3-16,12-3-6 0,0-4 5 0,0 3 13 15,0 1 0-15,-9-1 4 0,9 2-17 0,-4-1 0 16,4 1 3-16,-2-1-3 0,-1 3 12 0,1-2-4 16,1 1 1-16,0 2 6 0,-1-3-19 15,0 2 7-15,0-1-4 0,0 1 4 0,1 0 12 16,-1 0-9-16,1 0-3 0,-1 0-4 0,0 0-1 16,0 0 9-16,0 2 8 0,0-2-13 0,1-1 5 15,-1 1-1-15,0 0-8 0,0 0 3 0,2 0 5 16,-2-1-8-16,2 0 4 0,-3 0 4 0,2-1-4 15,0 1 3-15,1-2-3 0,-1 2-5 0,-2-2 5 16,3 1 3-16,-1-1 5 0,-1 0-5 0,0-1 1 16,0 2-16-16,1 0 6 0,1 0 13 0,-2 1-8 15,2-1 12-15,0 0-4 0,0 1-4 0,0 0-7 16,0-2 3-16,0 3-4 0,0-2-1 0,0 1 13 16,0 0-13-16,0 1 4 0,0-2-8 15,0 1 4-15,0 1 9 0,0-1-1 0,0 0 0 16,0 0 0-16,0 0 0 0,0 0-4 0,0 0 0 15,0-1-8-15,0 2 12 0,0-2-4 0,0 1 8 16,0-3 0-16,0 2-12 0,0 0 8 0,0 0-5 16,0 1 1-16,0-1 4 0,0 3-4 0,0-4 4 15,0 2 0-15,0 0 0 0,0 0-4 0,0-1-4 16,0 1-1-16,0-1 0 0,0 0 8 0,0 0 1 16,0 0 4-16,0 0-4 0,0 2-5 0,0-3 0 15,0-1 5-15,0 1-8 0,0 0 12 16,0 0-5-16,0-1 0 0,0 1 9 0,0 0-10 0,0 0 0 15,0 2-17-15,0-1 17 0,0 0-4 16,0-1 5-16,0 0 12 0,0 1-17 0,0-3 4 16,0 3-1-16,0-1-3 0,0 0 4 0,0 0-8 15,0 0 8-15,0-1 9 0,0 1-10 0,0-1 5 16,0-2-4-16,0 3-5 0,0 0-4 0,0-1 9 16,0 2-4-16,0-1 4 0,0-1 9 0,0 2-5 15,0-1-9-15,16 0 1 0,-16 0 4 0,0 1-4 16,0 0 4-16,0 1-4 0,0-1 3 0,0 1-3 15,11 0 4-15,-11 0-5 0,0 0-7 0,0-1 12 16,5 2 0-16,-5-3 4 0,0 3 4 0,0-1-5 16,0 1 0-16,4 0-1 0,-4-1-3 0,0 0 5 15,1 1-1-15,-1 0-4 0,1-1 0 16,1 1-7-16,0 0 6 0,2-1 1 0,-2 1 4 16,-2-1-1-16,2-1-10 0,-2 0 10 0,2 1-11 15,-2 0 5-15,1-1 6 0,-1 1-11 0,0-1 11 16,1 1 4-16,-1 0-8 0,0 1 4 0,1-1 1 15,-1 0-1-15,0 1-3 0,0-2 3 0,0 2-4 16,0 0 1-16,2-1 3 0,-2 1-5 0,0 0 1 16,2 0 0-16,0 0 4 0,-2 0-8 0,0 2 4 15,2-1-5-15,-2 0 9 0,1 1 4 0,1-2 0 16,-2 2 5-16,2-1-8 0,-2 0 3 0,0 1-3 16,0-1-1-16,0-1-4 0,0-1 1 15,0 0-4-15,0 1 2 0,0 0 7 0,0 0-7 16,0-2 4-16,0 2-4 0,0 2 0 0,0-2 4 15,0 2 8-15,0 0-12 0,0 0-1 0,0 0 13 16,0-1-21-16,0-1 16 0,0 2 0 0,0-1-19 16,0-1 19-16,0 0 0 0,0 0 0 0,0 0 4 15,0 0-3-15,0 0-5 0,0-1-9 0,0 0 9 16,0 0 0-16,0 0-4 0,0-1 3 0,0 2-3 16,-11 0 3-16,11-1 1 0,0 1 4 0,0 0 3 15,0-1-11-15,0 0 4 0,0 2 0 16,0-2-5-16,0 2 5 0,0-1-1 0,0 0-4 0,0 0 4 15,0 0 0-15,0-1 0 0,0 1 0 16,0-1 0-16,0 0 4 0,0 0 0 0,0 0-4 16,0 1-8-16,0-2 4 0,0 1-4 0,0 0 7 15,0 0 12-15,0 0-8 0,0 1-3 0,0-2-1 16,0 1 1-16,0 1-1 0,0-2 8 0,0 3-3 16,0-1-5-16,0-1 9 0,0 1-9 0,0 0 5 15,0 0-1-15,0 1-4 0,0 0 5 0,0-1 0 16,0 1 8-16,0 0-17 0,0-2 8 0,0 1 0 15,0 1-13-15,0 0 14 0,0-1-1 0,0 1-4 16,0-2 0-16,0 1 0 0,0 0-8 16,0 0 16-16,0-2-3 0,0 1 4 0,0-1 11 0,0 0-18 15,0 1 5-15,0-1 4 0,0 0-9 16,0 1 0-16,0 1 9 0,0 1-18 0,0-1 13 16,0 0-13-16,0 0 5 0,0 2 4 0,0-2-12 15,0 0 20-15,0 0-4 0,0-1 12 0,0 1-8 16,0 0-8-16,0-1-13 0,0 0 9 0,0 1 3 15,0 0-7-15,0 0 19 0,0 0-19 0,0 0 0 16,0 1 11-16,0-2-3 0,0 3-5 0,0-2 12 16,0 1-3-16,0 0-5 0,0-1 8 0,0 1-3 15,0 0-5-15,0 1 0 0,0-1-7 0,0 0-1 16,0 1 9-16,0-1-5 0,0 1 12 0,0 0-8 16,0 0 4-16,0 0-1 0,0-1-3 0,0 0 8 15,0 1-4-15,0-1 4 0,0 0 0 16,0 0-12-16,0 1 4 0,0-2-1 0,0 1 1 15,0 2 16-15,0-3-13 0,0 2 1 0,0-1-8 16,0 1 4-16,0-2 0 0,0 3-1 0,0-2 9 16,0 2-9-16,0-2-8 0,0 3 4 0,0-2 9 15,0 1 0-15,0 1 8 0,0 0-4 0,0 1-13 16,0-1 0-16,0-1 5 0,0 1 0 0,0-1 5 16,0 1 4-16,-20-2-4 0,20 0-4 0,0 0-5 15,0-1 5-15,0 1-1 0,0 3-3 0,0-3 3 16,0 2 1-16,0-1 3 0,0 1 1 15,0 0 0-15,0 1-1 0,0 0-4 0,0 0 9 16,0 0-5-16,0 2-12 0,0-2 8 0,0 0-3 16,0-1 7-16,0 2 12 0,0-2-8 0,0 1-4 15,0-3 0-15,0 3-4 0,0-2-4 0,0-1 17 16,0 2-5-16,-16-1-8 0,16 0 8 0,0 0-8 16,0 1 5-16,0-1-5 0,-11 0 5 0,11 1 0 15,0 0-15-15,-5-1 20 0,5 1-5 0,-6-1-15 16,6 1 25-16,-3 1-20 0,-1-2 6 0,1 1 18 15,1 1-13-15,0 1-1 0,0-3-5 0,-1 2 1 16,0 1-1-16,2-1 16 0,-1 2-10 0,-1 0-6 16,1-2 1-16,0 2-10 0,0-1-1 15,0-2 10-15,0 1 0 0,1 0 5 0,0 0 10 16,0-1-11-16,1 1-10 0,-2-3 1 0,0 4 14 16,2 0-15-16,-2 1 6 0,1-3 5 0,-1 2-11 15,0 0 1-15,0-1 5 0,2 0-1 0,0-2 1 16,-1 1 4-16,-1-3 1 0,0 1-1 0,0 1 1 15,-1-4-5-15,1 2 4 0,0-1-4 0,2-2-10 16,-2 0 6-16,-1 0 4 0,2-1-5 0,0 0 0 16,1 0 10-16,-1-2-10 0,0 2 5 0,1-1 9 15,-1-1-4-15,0 1 4 0,1-2-5 0,0 1-3 16,0 0-2-16,0-2-3 0,-3 2 4 0,3-1 0 16,0-1 0-16,0 1 0 0,0-1 0 15,0 1 9-15,0-3-4 0,0 2-5 0,0-1 4 16,0 0-13-16,0 0 5 0,0-1 9 0,0 0-5 15,0 1 0-15,0-1 9 0,0 0-4 0,0 0-1 16,0 0 10-16,0 0-14 0,0 0 0 0,0 0 9 16,0 0-18-16,0 2 0 0,0-3 9 0,0 2-8 15,16 0 17-15,-16 0-4 0,0 1 0 0,11-1-10 16,-11 1 10-16,10 1 4 0,-4-1-5 16,1 1 9-16,-2 0-13 0,3 1-4 0,1-1 0 15,0 1 13-15,0-2-9 0,0 1 9 0,0 0-5 0,2 2-13 16,3-1 14-16,-3 0-9 0,0-1 4 0,-2 2 0 15,2 0-9-15,-1-1 14 0,1 0-10 16,2 0 1-16,-3-1-1 0,1 1 15 0,0-1-5 16,2 1-1-16,-1 0 1 0,-1 0-23 0,2 0 14 15,-2-1-1-15,3 1 10 0,-5-1-5 0,4 2 1 16,-3-1-6-16,1 0 1 0,1 0 13 0,0-1-4 16,-1 2 0-16,1-2 5 0,-1 1-10 0,2 0-4 15,1-1 8-15,-3 1-8 0,3-1 5 0,-3 1 12 16,0-2-8-16,1 1-5 0,-1 0-4 0,-1 1-14 15,0-1 9-15,1 0 0 0,-3 0 9 0,4 1 5 16,-1-2 5-16,-2 3 4 0,3-3-4 16,1 0 4-16,1 0-18 0,-1 0 5 0,1 0-1 15,-1 0-5-15,0 0 5 0,3 1 0 0,-3-3 1 16,1 2-1-16,2-1 1 0,-2 0-11 0,-1 1 6 16,3-3-6-16,-3 4 15 0,1-3-5 0,1 1-5 15,0-1 10-15,0 1-14 0,1 0 19 0,1 0-10 16,-1-1 5-16,2 0 0 0,0 2-5 0,2-3 0 15,-2 0-1-15,0 0 1 0,-2 0-9 0,0 0 14 16,1 0-10-16,-1 0 14 0,2 0 1 0,-4 0-10 16,3 0-5-16,2 0 0 0,1 0 0 0,-2 0 5 15,4 0 5-15,-4 0-9 0,4 0 4 0,-3 0 5 16,0 0 0-16,2 0-5 0,0 0-5 0,0 0 0 16,0 0 4-16,2 0 11 0,-1 0-1 0,0 0-4 15,3 0-10-15,-2 0-4 0,4 0 9 16,-2 0-4-16,1 0-1 0,3 0 0 0,-2 0-5 15,2 0 14-15,0 0 1 0,1 0 0 0,1 0 5 16,3 0-14-16,-3 0 13 0,0 0-5 0,1 0 1 16,0 0-10-16,1 0 0 0,1 0 5 0,0 0-9 15,-2 0 18-15,3 0-4 0,-3 0-5 0,2 0 4 16,-1 0-13-16,-1 0 0 0,-1 0 9 0,1 0-8 16,-1 0 13-16,-2 0 0 0,2 14-10 0,-4-14 9 15,3 0-4-15,-3 0 0 0,2 8-4 0,-2-8 8 16,1 0-4-16,0 7-4 0,-1-7 18 0,0 0-13 15,0 5 4-15,0-3-5 0,-2 0-5 16,2 0 1-16,-3-2 5 0,1 2 9 0,0 0-16 0,-1-1 11 16,-2 1 0-16,-2-2 0 0,2 0 9 15,-3 0-14-15,1 2 0 0,-1-1 1 0,-2-1-15 16,2 0 13-16,-2 0 6 0,0 0-10 0,2 1 10 16,-3-1-5-16,2 0-5 0,-1 0 1 0,0 0 4 15,2 0 9-15,-1 0-9 0,1 0-1 0,-2 0 6 16,0 0-25-16,2 0 25 0,-2 0-5 0,0 0 0 15,-1 0 10-15,0 0-11 0,2 0-4 0,-2 0 0 16,1 0 10-16,2 0-14 0,1 0 19 16,0 0-10-16,3 0 0 0,1 0 0 0,0 0 1 15,0 0 4-15,3 0-5 0,-2 0 0 0,1 0-10 16,-1 0 5-16,3 0 1 0,-1 0 8 0,3 11 6 16,-1-11-5-16,2 0-4 0,-1 0-1 0,4 9-8 15,0-9 13-15,-1 5-10 0,4-5 4 0,-1 2 5 16,1-1-9-16,2-1 9 0,2 0-9 0,-1 0 5 15,2 0 5-15,1 0-5 0,1 0 5 0,2 0-4 16,-1 0-10-16,2 0 4 0,-1 0 5 0,4 0 4 16,0 2 1-16,3-2-1 0,-2 0-4 0,-1 0 10 15,3 1-5-15,0-1 10 0,-1 0-5 0,0 0-5 16,-1 0 15-16,-1 0 0 0,1 0 3 16,2 0-1-16,-2 0-8 0,-2 0-1 0,3 0 0 0,-1 0-5 15,1 0 1-15,0 0-13 0,-1 0-1 16,0 0 8-16,-1 0-13 0,0 0 22 0,1 0-3 15,-2 0-7-15,-3 0 14 0,1 0-9 0,-3-14-4 16,0 14 0-16,-1 0 0 0,-1 0 0 0,1-10 1 16,-3 10-1-16,1-6-3 0,1 6-9 0,1-3 5 15,-2 3 3-15,3 0 0 0,-1 0 1 0,-2 0-1 16,2 0-3-16,-2 0 0 0,-2 0 4 0,-1 0 9 16,-4 0-1-16,0 0-8 0,-4 0 0 0,-2 0-4 15,-1 0 1-15,-5 0 11 0,-1 0-8 0,-2 0-4 16,-3 0 8-16,-2 0-7 0,-2 0 10 15,-2 0-2-15,0 0-1 0,-3 0 4 0,-2 0-7 16,-1 0 3-16,-1 0 4 0,-1 0 0 0,-2 0 0 16,0 0 4-16,0 0-14 0,0 0-3 0,0 0 12 15,0 0-10-15,0 0 1 0,0 0-6 0,0 0-26 16,0 0-33-16,0 0-43 0,0 0-27 0,0 0-19 16,0 0 17-16,0-12 6 0,0 12-19 0,-14-8 36 15</inkml:trace>
  <inkml:trace contextRef="#ctx0" brushRef="#br0" timeOffset="106974.44">25369 2403 84 0,'14'1'10'0,"2"1"-4"0,-1-1 15 15,0 1-6-15,0-1-13 0,0 0 8 0,1 1-17 16,4-2 13-16,-4 1 4 0,0 2-5 0,-1-2 0 16,1 1 1-16,-3-1 0 0,1 1 3 0,-3-1 5 15,0 2-8-15,-1-2-1 0,1 1-4 0,-2-1-4 16,2-1 4-16,0 3-1 0,1-2-2 0,-3 0 3 15,1-1 0-15,2 1 3 0,-1-1 5 0,0 1-5 16,-1 0-4-16,1-1 5 0,0 0-9 0,2 0 9 16,-1 0 9-16,3 2-13 0,-1-1 7 0,2 0-6 15,1 0-5-15,0 1 5 0,2 0-1 0,-1-2 9 16,3 4-9-16,-4-3-3 0,2 2 12 0,0-1-8 16,2 0 3-16,-1 0 8 0,0-1-16 15,1 4 8-15,1-3 1 0,-2-1-1 0,5 4 0 16,-2-3 1-16,1 1 3 0,1 1-7 0,-1-2 4 15,3 2 3-15,2-1-7 0,1 0 8 0,-1 1 0 16,2-3-9-16,1 1 9 0,1 0-5 0,3 1 9 16,1-2-5-16,-1 0 1 0,2 1-7 0,0-1 3 15,2 1 0-15,-1 1-4 0,1-3 19 0,0 2-16 16,1-1 8-16,-1 1-9 0,0 0-7 0,1-1 7 16,-3 1-3-16,3-1-1 0,-1 1-3 0,1 1 3 15,-1-2-4-15,0 2 13 0,1-1-5 0,-1 1-8 16,2 0 4-16,2-1 1 0,-2 2 3 0,3-2 1 15,-2 2-1-15,-1-1-4 0,4-1 9 16,-2 2 0-16,6-1 0 0,-1-1 3 0,-1 2-11 16,1 0-5-16,0 0 9 0,3-1-4 0,0 2 7 15,-1-2-3-15,1 3-9 0,2-2 4 0,-3 2-8 16,6-1 17-16,-2-1-1 0,2 2-7 0,-1-2 7 16,0 1-12-16,2 0-3 0,1 0 19 0,-3 0-12 15,3-1 4-15,-2 1 5 0,1-1-22 0,0 0 18 16,-3 0-1-16,-2 0 0 0,-1-1 5 0,0 0-5 15,-2 0-8-15,-1-1 13 0,-2 0-9 16,0 0 0-16,-1-1 16 0,1 0-20 0,-1 0 12 0,2-1-8 16,-4 0-8-16,2 0 12 0,-1 0-8 15,1 0 13-15,-1 0-9 0,0 0 4 0,-1 0-4 16,1 0 0-16,0 0 12 0,-1 0-16 0,1 0 13 16,-2 0-13-16,0-13-4 0,-2 13 12 0,0 0 0 15,0 0-4-15,-1 0-4 0,0 0-4 0,1-7-4 16,0 7 8-16,-2 0 12 0,3 0-8 0,-2 0 4 15,2 0 8-15,1 0-16 0,-2 0 8 0,1 0-8 16,0 0 0-16,1 0 8 0,1 0 0 0,-1 0 4 16,-1 0-12-16,1 15 0 0,-2-15 5 0,0 0-5 15,1 0 0-15,-1 13 0 0,0-13-4 0,0 7 8 16,1-7 4-16,0 5 12 0,-1 0-8 0,-2-3 0 16,1 2 0-16,0-1-20 0,-1 1 12 15,-2-1-8-15,2 0 5 0,-2 1 10 0,2-1-14 16,0 1 11-16,-2-1-8 0,2 0 0 0,-2 1 24 15,-1-1-13-15,-3 1-3 0,2-1-7 0,-1-2-5 16,0 2 4-16,-2-1 0 0,2 1 5 0,-1-1-5 16,1 1-4-16,0-1 12 0,0 1 4 0,-2 0-8 15,2-2 8-15,2 1-4 0,-2 0-8 0,1 0 8 16,0 0-8-16,-3 0 4 0,0 0 4 0,3-1-4 16,-3 1 4-16,-2-1-8 0,1 1 0 0,-1 0 4 15,-1-1 0-15,-1 0 0 0,1 1-4 0,-4 0 1 16,2 0-1-16,-1-1 0 0,1 1 12 0,0 0-12 15,-1 0 8-15,0-1-4 0,-1 2-4 16,2 0 4-16,-1-1-4 0,-3 0 12 0,2 1-8 16,-3-1 0-16,0 0-4 0,-2-1-4 0,-2 1 5 15,-3 0 3-15,-2 0 3 0,-1-1 1 0,-4-1-4 16,-2 2 4-16,-1-2 0 0,-2 0-12 0,-2 0 12 16,0 0 0-16,0 0-8 0,2 0 11 0,-2 0-7 15,-1 0 0-15,1 0 4 0,-1 0-8 0,0 0 4 16,0 0-3-16,0 0-5 0,0 0 15 0,0 0-3 15,0 0 0-15,0 0-4 0,0 0-7 0,0 0-1 16,0 0 8-16,0 0 4 0,0 0 0 0,0 0 3 16,0 0-14-16,16 0-1 0,-16 0 8 15,0 0-4-15,0 0 4 0,11 0 12 0,-11 0-12 16,0 0-1-16,0 0 5 0,0 0-11 0,0 0 3 16,0 0 0-16,0 0 0 0,0 0 8 0,0 0 0 15,0 0 0-15,0 0 0 0,0 0-4 0,0 0-4 16,0 0 0-16,0 0 4 0,0 0 0 0,18 0 0 15,-18 0 4-15,0 0-4 0,0 0-4 0,10 0 4 16,-10 0-4-16,0 0-4 0,0 0 4 0,0 14 4 16,0-14-7-16,0 0 11 0,0 0-4 0,0 0-8 15,0 0 16-15,0 0-12 0,0 0 4 16,0 8 7-16,0-8-11 0,0 7 8 0,0-2-8 0,0 1-11 16,0 1 19-16,0 0-8 0,0 1 11 15,0 1 8-15,0 1-16 0,0 0-3 0,0 2 0 16,-13-1 4-16,13 0 4 0,0 1-5 0,-10 1-3 15,10 1-4-15,-9-1 4 0,9 1 11 0,-7-1 0 16,2 1 1-16,5 1-9 0,-6 0 0 0,3 1 0 16,-1-3 1-16,0 2 0 0,2 1 0 0,1 0 0 15,-1 1 1-15,0 1 0 0,1 2-4 0,0-1 8 16,1 4-4-16,-2-2-1 0,1 1 8 0,0-2-7 16,1 1-5-16,-2-1-3 0,2 0-8 0,-1-1 15 15,-2-1-3-15,3 1 4 0,0-1 6 0,-2 0-18 16,2-1 15-16,-1 2-4 0,0-2-3 0,0 1 6 15,-1 1-3-15,-1-2 3 0,0 1 1 16,3 0-4-16,-4-1-8 0,2 2 4 0,0-1 4 16,1 2 0-16,-2-1 6 0,1 0-10 0,-1 2 3 15,0 2-4-15,1-2 1 0,-2 2 6 0,-1 1-3 16,2 1 8-16,-1-2-3 0,1 2-7 0,-1 1 8 16,0 0-4-16,0 2 1 0,-1-2 3 0,1 0-12 15,0 2 8-15,0 0-4 0,0 1 11 0,-1-3-3 16,0 0-5-16,0-1 4 0,0-1-7 0,0 0 14 15,1-1 0-15,-1 0 0 0,-1-1 3 16,-1-1-7-16,2 1-14 0,-2-2 11 0,1 1 4 0,1 0-8 16,-2-1 4-16,2 1-1 0,0-1-11 15,0-1 8-15,0 0 7 0,2 1-7 0,-1-2 9 16,-3 1 0-16,2-2 11 0,-1 4-5 0,0-2 0 16,0 1 0-16,-1-1-4 0,-1 0 14 0,2 1-11 15,0 1-1-15,1-2-9 0,-1 0-1 0,1 0 9 16,0-1-14-16,0 2 10 0,0 1-10 0,0-3-7 15,0 2 8-15,1 1-5 0,-1-2 5 0,1 1 9 16,-2 0-13-16,3 0 17 0,-1 1-8 0,-2-3 0 16,2 2 16-16,-3-1-24 0,2 0 3 0,0-1 2 15,0 1-9-15,0 1 20 0,0-3 1 16,0 1-8-16,-1 0 9 0,3 0-13 0,-1-2 13 0,-1 2 12 16,0-1 0-16,1 0-8 0,-1 0-8 15,-1 1-5-15,1-1 2 0,0 0-2 0,0 0-6 16,0 0 0-16,1-1-13 0,-1 2 9 0,2-1 7 15,-1 1 2-15,2 0 2 0,-2-1 8 0,2 0-10 16,1 0-7-16,-1 2 12 0,0-2-13 0,0 1 2 16,2 0 3-16,-3 1 1 0,1 0 0 0,0-1 12 15,-1 1-4-15,0 0-11 0,0-1 11 0,-2-1-1 16,0 1-2-16,1-2 10 0,-1 1-8 0,1 0-9 16,-1 0 5-16,1-1-1 0,-1 2-4 0,1-1 0 15,1 2-3-15,0-2 3 0,0 1 1 0,1 1 10 16,-1 1-2-16,0-1-1 0,0 0 8 15,-3 1-7-15,3-2 12 0,-1 3-2 0,-1-2 8 16,0 1-8-16,-1 1 0 0,1-1-11 0,-1 1-14 16,-1 0 10-16,3 1-6 0,-3 1 5 0,1-1 7 15,0 0-9-15,0 0-4 0,0-1 12 0,1 1-9 16,-3-1 5-16,2 1 5 0,-1-2-9 0,1 2 9 16,-1-1 6-16,-1 1-6 0,0 0 6 0,-1-1-6 15,2 0-3-15,-3-2 9 0,1 1-7 0,-1 1-1 16,2-4-2-16,0 1-4 0,0-1-4 0,1 1 1 15,1-1-1-15,-1 0-1 0,2-2 6 16,2 1 0-16,-3 0 0 0,3-1-3 0,0 2 6 16,-1-1-6-16,0 0 2 0,0-1-2 0,0 2 0 15,-2-1 2-15,2 1-1 0,-1-1 3 0,-1 0-14 16,1 0 6-16,1 0 4 0,1 0-1 0,1 1 4 16,-1 2 4-16,1-4-4 0,1 3-2 0,0 0 2 15,1-3-2-15,0 4 3 0,0-4-4 0,-1-1 7 16,1 0-7-16,0 0-1 0,-1-2 9 0,1 1-12 15,0-3 9-15,-1 0-3 0,1 2-5 0,-1-2 12 16,0-2-13-16,0 1 2 0,1-1 4 0,0-3-9 16,0 1 9-16,0-2-2 0,0 1-1 0,0-3 2 15,0 2 1-15,0-2 0 0,0-1 0 16,0 1 8-16,0 0-9 0,0-1-1 0,0-1 3 16,0 1-7-16,0-1 7 0,0 0 3 0,0 0-8 15,0 0 4-15,0 0 3 0,0 0-5 0,0 0 9 16,0 0 4-16,0 0-16 0,0 0 13 0,0 0-13 15,0 0-1-15,0 0 14 0,0 0-7 0,0 0 4 16,0 0-6-16,0 0-5 0,0 0-5 0,0 0 9 16,0 0 3-16,0 0-2 0,0 0 10 0,0 0-9 15,0 0-1-15,0 0 3 0,0 0-3 0,0 0 7 16,0 0-2-16,0 0 4 0,0 0-7 0,0 0-5 16,0 0-5-16,0 0 0 0,-13 0 9 0,13 0 3 15,-25-15 0-15,6 15-5 0,-6-13-43 0,-4 13-45 16,-4-19-47-16,-5 5-50 0,-4 0-4 15,1 2 6-15,-1-1 32 0,0 1 17 0,1-1 0 16,-1 0 7-16,-1 4 23 0</inkml:trace>
  <inkml:trace contextRef="#ctx0" brushRef="#br0" timeOffset="114790.41">3749 9861 341 0,'0'0'10'0,"0"0"9"0,0 0 9 0,0 0 13 16,0 0 2-16,0 0-4 0,1 0-1 15,-1 0-12-15,0 0 4 0,0 0 14 0,0 0-7 0,0 0 13 16,0 0 4-16,0 0 0 0,0 0 22 0,0 0-6 16,0 0-1-16,0 0-3 0,0 0-5 15,0 0 5-15,0 0-8 0,0 0-1 0,0 0-15 16,0 0-12-16,0 0 3 0,0 0-18 0,0 0-1 15,0 0-4-15,0 0-18 0,0 0 1 0,0 0 0 16,-14 0-7-16,14 0 5 0,0 0-2 0,0 0 0 16,-9 0 7-16,9 0 2 0,-5 0-5 0,5 0 4 15,-5 0-8-15,3 0 3 0,0 0 4 0,-1 0 2 16,0 0 2-16,1 0-3 0,-1 0 1 0,-1 0-5 16,0 0-1-16,-1 17 8 0,-1-17-3 0,-2 0 0 15,1 15 3-15,0-15 0 0,-1 12-3 0,-1-12-1 16,2 14 4-16,0-6 0 0,-2 0 3 15,0 0 8-15,1 0 0 0,-2 1-21 0,2-1 0 16,-1 1-3-16,1-1 0 0,0 0 13 0,1 0 4 16,0 0 0-16,0 0-8 0,0 0 12 0,-1 0-4 15,2-1-2-15,0 3 0 0,1-2-7 0,-1 1 3 16,1 0-3-16,-1 1 10 0,1-2-7 0,1 2 3 16,0-1 5-16,-1-1-7 0,1 1-1 0,1 0 0 15,-3-2-5-15,3 0 3 0,1 3 10 0,0-3-9 16,-1 1 13-16,2 0-14 0,0 1 4 0,-2 2 0 15,2-1-13-15,-1 1 25 0,1 0-13 0,-1 1 1 16,1-1 4-16,1 3-11 0,0-3 0 0,0 0 12 16,0-1-8-16,0 0 5 0,0-1 2 15,0 1-8-15,0 0 7 0,0-1-3 0,0 1-1 16,0 1 2-16,0-2-1 0,0 2-5 0,0-1 9 16,0-1-9-16,0 1 6 0,0-2-3 0,0 1-1 15,0 0 5-15,0 1-4 0,0-1 11 0,0-1-16 16,0 1 12-16,0-2-7 0,0 2 4 0,0-1 0 15,0 0-6-15,0-1 7 0,0-1-4 0,0 1 8 16,0-1-5-16,0 2-1 0,0-1-5 0,0 0 1 16,0 0 2-16,0 1-6 0,0-1 9 0,0-1 2 15,0 0-7-15,15 1 8 0,-15-1-15 0,0 1 5 16,0 0 8-16,0-1-11 0,13 0 7 0,-13 1-2 16,0-1 3-16,9 1 4 0,-9 0 0 15,8-1-3-15,-4-1-2 0,1 2 8 0,0 0-5 16,0-2 5-16,-3 1-10 0,3-1-4 0,-3 1 8 15,4 1-5-15,-2-1 7 0,-1 1 1 0,3 0-5 16,-1 1 2-16,0-1-1 0,0 1 0 0,2-1 10 16,-1 1-2-16,-1-1 1 0,1 0-1 0,0-1-7 15,0 0 1-15,-1 0 2 0,3 0-5 0,-2 2 1 16,0-3 5-16,0 1-7 0,0 1 9 0,1-1-1 16,0 0-6-16,1 0 2 0,-1 1 4 0,2-1 1 15,-1 0 7-15,1 0 0 0,1 0-5 0,-1 0-3 16,-1 0-3-16,2 0 4 0,0-1 0 15,-1-1-3-15,1 2-4 0,2 1 8 0,-2-4 2 16,-1 4-1-16,3-2 4 0,-2-2-8 0,3 2 8 16,-2-1 4-16,1-1 5 0,2 0-7 0,-1 0-2 15,5-2 0-15,-2 1-9 0,3-2 9 0,1 0-4 16,-1 0-6-16,1 0 5 0,-1 0-5 0,1 0 0 16,-2 0 5-16,1 0 2 0,-1 0 3 0,-1-17 0 15,0 17-4-15,-2 0-8 0,2-11 2 0,-1 11 3 16,-1-10-5-16,-1 10 6 0,1-10-6 0,-4 4-6 15,1-1 4-15,0 0 0 0,-2 0 3 0,4 0 5 16,-2 0-5-16,0-1 3 0,-1 0 0 0,2 1-2 16,1-2 1-16,-1 1 0 0,0-1-7 0,-2 1 2 15,1-2 3-15,-1 0-3 0,0 2 4 16,-2-1 1-16,2 0 1 0,-3-1-4 0,0 1 2 16,0 0 3-16,-3 0-6 0,2 1 4 0,-3 0 2 15,1 0-6-15,-2 1 4 0,1 1-4 0,-1 1 0 16,0-2 3-16,-1 3 0 0,0-2 2 0,1-1-5 15,-3 1-4-15,2 1-3 0,-1-2 8 0,1 2-3 16,-2-2 4-16,2 0 1 0,0 0-7 0,-2 0 4 16,3 0-1-16,-1 0 5 0,-2-1-5 0,4 1-2 15,-2 0 3-15,-1-2-5 0,1 1 9 0,1 1 0 16,-1-1-3-16,0 1 1 0,0-1-4 0,-1 1 1 16,0-2 3-16,1 2 2 0,0-1-2 0,-2 2-1 15,2-1-3-15,-2-1-1 0,1 1 6 16,0-1-3-16,0 0 7 0,-1 0-7 0,0 0-3 15,1-1 6-15,-1-1-8 0,0 1 10 0,0-1-4 16,0 0-4-16,0-1 9 0,0-1-4 0,0 0 5 16,0 2 3-16,0 1-5 0,0-1 2 0,0-1-8 15,0 0 7-15,0 1 2 0,0 1-5 0,-13-1 8 16,13-2-9-16,0 2 6 0,0-1 7 0,-8 0-1 16,8 0 0-16,-7 0-2 0,7 0-6 0,-7 1 1 15,3-1-1-15,0 1-3 0,-1-2 5 0,0 2-6 16,1 0-4-16,0-2 6 0,0 3-7 0,0-2 8 15,-1 1 1-15,1 1 0 0,-2-1 7 16,0 1 1-16,1-1 0 0,-2 2 0 0,1-2-5 16,0 2-4-16,-2-1 4 0,-1-1-8 0,1 1-3 15,1 0 3-15,-3 0-1 0,3-1 4 0,-4 2-7 16,2-1 3-16,1 1-4 0,0-1 2 0,-1 1 7 16,-2 0-3-16,2 0 1 0,1 0 1 0,-2 1 1 15,3-1-3-15,0 0 4 0,-1 0-3 0,1 1 5 16,1 0 2-16,1 1-1 0,-1 0-4 0,0 0-3 15,-2 0 4-15,3 1-1 0,-3 0 1 0,1 0-3 16,1 0 0-16,-3 0-5 0,0 1 6 16,2-1-3-16,-1 0 1 0,-1 0 1 0,0 1-4 15,1 1 3-15,-2-3-6 0,3 2 4 0,-1-1 1 16,0-2-1-16,-3 3 5 0,3-2-3 0,-1 2 3 16,0 0 0-16,-1-1 0 0,1 0-1 0,-3 1 2 15,3 1-2-15,0-1 3 0,-3 0-6 0,3 1-5 16,-1 0 6-16,-1-1-7 0,2 2 3 0,-2-1 3 15,0 1-6-15,1 0 2 0,-1 0 1 0,1 0 2 16,-2 1-4-16,1 1-3 0,-1-1 4 0,-1 1-7 16,0 0 7-16,-1 0 5 0,2 0-6 0,-2 0 4 15,2 19-16-15,-2-19-48 0,0 14-48 0,0-14-74 16,0 17-84-16,-2-17-44 0,3 18-7 16,1-6 22-16,-1-2 43 0,2 2 92 0</inkml:trace>
  <inkml:trace contextRef="#ctx0" brushRef="#br0" timeOffset="115647.53">3994 10124 217 0,'0'-1'1'0,"0"-1"4"0,0 0 1 0,0 0 10 0,0 0-8 15,0 0 13-15,0-1-8 0,0 1 3 16,0 0 14-16,0 0-14 0,0 0 21 0,0 0 4 15,0 0-4-15,0 1 4 0,0-1-5 0,0 1-8 16,9 1 11-16,-9-2-9 0,0 1 1 0,0-1 7 16,0 2-3-16,0-2 6 0,0 1 0 0,0 0-5 15,0 0-15-15,0 0 9 0,0 1-15 0,0 0-10 16,0 0 19-16,0 0-14 0,0 0 5 0,0 0 8 16,0 0-18-16,-11 0-10 0,11 0 5 15,0 0-14-15,0 0 0 0,0 0 14 0,0 0 0 16,0 0 5-16,0 18 5 0,-9-18-4 0,9 14-10 0,-4-3 1 15,2 1-4-15,-1 1 9 0,-1 4 1 16,1 0-6-16,0 2 2 0,-1 2-9 0,-1 0 8 16,2 0 7-16,-2 0 9 0,3 1-3 0,0 0-9 15,-1-2 0-15,3 2 0 0,0-2 5 0,-2 1 10 16,2 1-5-16,0-1-5 0,0-1 4 0,-2-2-4 16,2-1-9-16,-1-2 6 0,1-1-5 0,0-1 1 15,0-3 1-15,0 0-1 0,0-1 1 0,0-2 3 16,0 1 9-16,0-3-1 0,0 0 1 0,0-1-9 15,0-1-4-15,0-1-3 0,0 0 0 0,0-1 9 16,0-1 3-16,0 1-1 0,0-1 10 16,0 0-9-16,0 0 0 0,0 0-61 0,0 0-68 15,0 0-31-15,0 0-22 0,0 0 37 0,-17 0 12 16,17 0-19-16,-12-20 23 0</inkml:trace>
  <inkml:trace contextRef="#ctx0" brushRef="#br0" timeOffset="116526.74">3999 10061 137 0,'1'-4'10'0,"1"2"17"0,0-3 3 16,-1 2 9-16,1-1 7 0,-2 1-20 0,1 2 7 15,-1-2-8-15,2 2-8 0,-1-1 7 0,0 2-4 16,0-1 12-16,-1 0-1 0,1 1 4 15,-1 0-5-15,1 0 0 0,-1 0-8 0,0 0 14 16,0 0 20-16,0 0-3 0,0 0 0 0,0 0-23 16,0 0-19-16,0 0-11 0,-17 0 0 0,17 0 0 15,0 13 0-15,-14-13-9 0,14 0 4 0,-10 16-5 16,10-16 5-16,-13 16 15 0,4-6-4 0,4 1-6 16,-2 1-4-16,-1 1 5 0,1 1-10 0,0 0 16 15,0 1-12-15,2 2-14 0,0 0 31 0,-2-1-16 16,2 1 16-16,1 0 5 0,1-1-20 0,0-1 14 15,1-3-10-15,0-3-6 0,0 0 4 0,0-1-4 16,0-2 4-16,1-1 0 0,0-2 7 0,0-1 0 16,-1 0 5-16,0-1 5 0,2-1 1 15,0 0 5-15,0 0 6 0,0 0-12 0,0 0-8 16,0 0-18-16,0 0-9 0,0 0 14 0,0-18 3 16,0 18 12-16,0-14-7 0,17 14-6 0,-17-20-4 15,0 8 4-15,11-2 1 0,-11-1-5 0,12 2 0 16,-12-3 1-16,11 2-11 0,-6 2 6 0,0-2 9 15,1 2-4-15,-2 0 5 0,1 1 10 0,0 2-14 16,-1-1 9-16,0 2 5 0,-1 1-14 0,2-1 10 16,-2 2-5-16,-1 0-5 0,0 1 4 0,0 0-4 15,0 1-5-15,0 1 10 0,-1 1 0 0,0 0-5 16,-1-1 0-16,1 2 0 0,0 0 5 0,0 1 5 16,-1 0-6-16,2-2 1 0,-2 1-5 15,2 1 0-15,-1-1 5 0,1 0-5 0,0-1 0 16,3 1 5-16,-2-1-10 0,-1 2 10 0,3-1 0 15,-2 0-9-15,0 0 13 0,1-1 5 0,-1 0-4 16,1 2 5-16,1 0-1 0,-2-3-13 0,1 3 4 16,-2-1 0-16,1 0-5 0,-1-2 10 0,1 3-5 15,-2 0 0-15,1-2-1 0,-1 2-13 0,0 0 9 16,0 0-10-16,-1 0 5 0,1 0 10 0,0 0-10 16,3 0 20-16,-1 0-10 0,0 0-10 0,1 0 10 15,1 17-10-15,1-17 1 0,-1 0 24 0,1 15-10 16,-1-15 11-16,0 14 14 0,1-4-8 15,-1-2 19-15,-1 1-9 0,2 1 5 0,-1 1-1 16,-1 1-15-16,-1 0 0 0,2 1-14 0,-1-1-3 16,0 4 4-16,2-1 5 0,-1 0-3 0,1 2-22 15,0 0-56-15,-1-1-54 0,2 1-35 0,-1-1-10 16,0 1 13-16,-2-2-4 0,0 0 38 0</inkml:trace>
  <inkml:trace contextRef="#ctx0" brushRef="#br0" timeOffset="117726.57">3951 11051 246 0,'0'-1'11'0,"0"-1"11"0,0 1 6 0,0-3-4 16,0 3 8-16,0-2-16 0,0 0-3 0,0 0 11 15,0 2-17-15,0 0 9 0,0 0-1 16,0 1 0-16,0-1 4 0,0 1-9 0,0 0 0 15,0 0 0-15,0 0 0 0,0 0 9 0,0 0-1 16,0 0-8-16,0 0 13 0,0 0-14 0,0 0 9 16,0 0-13-16,0 0-14 0,0 0 0 0,0 0 4 15,0 12 14-15,0-12 1 0,0 0 12 0,0 9-2 16,0-9 5-16,0 14-3 0,0-6 12 0,0 2-6 16,0 1 6-16,0 1 0 0,0 3-3 0,0 1 10 15,0 1-1-15,0 3 12 0,0 1 22 0,0 5-4 16,0-1 5-16,0 3 3 0,0 0-24 0,0 1 0 15,0 2 0-15,0 1-3 0,0 1-8 0,0 1-11 16,0 2-7-16,0 0-15 0,0 1-3 16,0 0 2-16,0 0-8 0,0 0 6 0,0-2-7 15,0-3 3-15,-13 1 14 0,13-3-4 0,0-4 2 16,-13-2-7-16,13 0-12 0,-10-3 7 0,5-3 6 16,-1-1 1-16,1-2-2 0,0-3-11 0,1 1-9 15,1 0 5-15,1-2 8 0,0 0 4 0,2-2 4 16,0 1-14-16,0-1-48 0,0 2-50 0,0-2-66 15,0 1-59-15,0-1-15 0,0-1 13 0,0-1 20 16,0-2 14-16,0 0 60 0</inkml:trace>
  <inkml:trace contextRef="#ctx0" brushRef="#br0" timeOffset="119320.27">3956 9764 255 0,'-14'0'4'0,"14"0"7"0,0 0 7 0,0 0 6 16,0 0-5-16,0 0 3 0,0 0-11 0,0 0 3 15,0 0 5-15,0 0-4 0,0 0 4 0,0 0-1 16,0 0 0-16,0 0 1 0,0 0-1 0,0 0 4 16,0 0-4-16,0 0 4 0,0 0 8 0,0 0-13 15,0 0 5-15,0 0-9 0,0 0 5 0,0 0-6 16,0 0 7-16,0-9 0 0,0 9-9 0,0 0 6 15,0-7-16-15,0 7 11 0,0-5-6 0,0 1 0 16,0 0 5-16,0 1-5 0,0 0 6 16,0-1 9-16,0 0 1 0,0 0-1 0,0 1 11 15,0-3-5-15,0 4 5 0,0-3 9 0,0 1-19 16,0-1 9-16,0 0 3 0,0 0-18 0,0-2-4 16,0 1-11-16,0 0-7 0,0-4 9 0,0 1 9 15,0 0-8-15,0-2 0 0,0 0 4 0,0-1-13 16,0-2 9-16,0 1 14 0,0-2-16 0,0 0 8 15,0-1 0-15,0 2-10 0,0-2 13 0,12-1 20 16,-12 1 16-16,0 0 1 0,0-1 1 0,8 2-4 16,-8-2-26-16,0 0 0 0,3 1-2 0,-3-2-8 15,0 1-4-15,0-1 0 0,0-3-11 0,0 2 9 16,0-2 0-16,0-1-6 0,0-1 3 16,0-1-13-16,0 0 2 0,0 2 2 0,0-2 1 15,-16 1 11-15,16 1-2 0,0 2 3 0,0 0-1 16,0 4-8-16,0 1 7 0,-9 1 3 0,9 3 5 15,0 0 1-15,0 3 8 0,-4-1-8 0,2 1 6 16,2 3 3-16,-1-2-17 0,0 0 5 0,0 3-14 16,1-3-4-16,-1 3 8 0,1 1-5 0,0-2-2 15,-1 2 12-15,1 1-5 0,-1-2 2 0,1 4 6 16,-2-3-7-16,2 3-1 0,0 0 7 0,-1-1-4 16,1 1-4-16,0 0 8 0,0 0-6 15,0 0 7-15,-1 0 0 0,1 0-9 0,0 0 4 0,0 0-4 16,0 0-1-16,0 0 8 0,0 0-4 0,0 0 1 15,0 0-3-15,0 0-3 0,0 0 2 16,0 0 1-16,0 0 7 0,0 0-6 0,0 0-2 16,0 0 0-16,0 0-3 0,0 0 9 0,0 0 2 15,0 0-10-15,0 0 11 0,0 0-7 0,0 0-5 16,0 0 6-16,0 0-7 0,0 0 6 0,0 0 7 16,0-13-2-16,0 13-3 0,0 0-6 0,0 0 2 15,0-9-2-15,0 9 5 0,0 0 3 0,0-7-6 16,0 7 6-16,0-6-3 0,0 3-7 0,0 0 3 15,0-1-4-15,0 1 1 0,0 0 6 16,0-2 3-16,0 3 4 0,0-1-1 0,0 0 2 0,0 0-9 16,0 2 1-16,0-2 0 0,0 1 1 15,0 1 4-15,0 0 2 0,0-2-1 0,0 2-2 16,0-1 2-16,0 1-8 0,0 0 4 0,0-1 1 16,0 0-5-16,0 0 3 0,0 1-3 0,0-1 1 15,0-1 8-15,0 1-5 0,0 0 5 0,0 1-4 16,0-2-3-16,0 2-2 0,-13 1 5 0,13-2-2 15,0 1-3-15,0 1 6 0,0 0-13 0,0 0 10 16,0 0 0-16,0 0-2 0,0 0 7 0,0 0-9 16,0 0 3-16,0 0 3 0,0 0-7 0,0 0 1 15,0 0 0-15,0 0 0 0,0 0 4 0,0 0 3 16,0 0-4-16,0 0-1 0,0 0-2 0,0 0-4 16,0 0 1-16,0 0-7 0,0 0-27 15,0 0-76-15,0 0-106 0,0 0-51 0,0 0-30 16,0 0 24-16,0 0 107 0</inkml:trace>
  <inkml:trace contextRef="#ctx0" brushRef="#br0" timeOffset="123943.34">3904 8852 155 0,'0'-2'13'15,"0"1"1"-15,0-1 1 0,0-1 8 0,-2 2-17 16,2 0 5-16,0-2-1 0,0 1 0 0,-1-1 3 15,1 1-1-15,0 1 5 0,0-4-11 0,-2 4 4 16,2-2-1-16,0 1-8 0,0 0 12 0,0-1-4 16,0 2 0-16,0-3 4 0,0 1-12 0,0 0 4 15,0 0-1-15,0 2 1 0,0-2 0 16,0 1-1-16,0 1-3 0,0-1 12 0,0 0 4 0,0 1-3 16,0-3 4-16,0 1-13 0,0-1 4 15,0 1-8-15,0-2 3 0,0 0 5 0,0 1-10 16,0 0 14-16,0-2-5 0,0 2-8 0,0 0 0 15,0 0-4-15,0 1-4 0,0 0 6 0,0-1 7 16,0 2-1-16,0-2 6 0,0 0-1 0,0 0-4 16,0-1 0-16,0-1-13 0,0 1 9 0,0 0-4 15,0 0 4-15,0-1 8 0,0 1 1 0,0 1-1 16,0-3-1-16,0 2 1 0,0 0-4 0,0 1-1 16,0 0-4-16,0 0 5 0,0 1-9 0,0-2 8 15,0 4-4-15,0-2-8 0,0-1 4 0,0 1-8 16,0 2 8-16,0-1 8 0,0 0 0 15,0 1-4-15,0 0-4 0,0 0 4 0,0 1 0 16,0 0 4-16,0 0 0 0,0 0-4 0,0 0 1 16,0-1 3-16,0 1-9 0,0-2 1 0,0 2 0 15,0-1-5-15,0 0 14 0,0-1-9 0,0 0 0 16,11 0 4-16,-11-1 4 0,0 2 0 0,0-2 4 16,0 2-8-16,0-1-4 0,0 1 5 0,5 0-1 15,-5-1 4-15,0 1-4 0,0 0 4 0,0 1-12 16,3 0 12-16,-2-1-4 0,-1 1-4 0,1-1 4 15,0-2 0-15,1 2-4 0,0 1 4 0,1-3-4 16,1 2-3-16,2-3 3 0,-2 1 0 0,1 1 5 16,2-2-1-16,1 0 0 0,0 1-4 15,-1-1 12-15,0 1-11 0,3 0 15 0,-2-1-4 16,0 1-8-16,-1 1 8 0,1 0-12 0,-1-1 0 16,1 1 5-16,-1-1-5 0,1-1 4 0,1 2 4 15,0 0-8-15,1-2 4 0,-2 2-7 0,2-1-1 16,2-1 12-16,-1 1 0 0,1 2 0 0,1-3 0 15,-1 2-12-15,1 0 4 0,-1 1-3 0,-1-1-1 16,-1 1 8-16,-1 1 0 0,-2 0 4 0,0 0 0 16,3 0-1-16,-2 0-3 0,-1 0 4 0,6 0-4 15,-1 0-8-15,2 0 4 0,1 0 0 16,1 13 0-16,1-13 20 0,1 0-12 0,-1 0-4 0,2 0 11 16,-2 0-22-16,3 0 7 0,-1 0 8 15,-2 0-12-15,2 0 12 0,-2 0-8 0,0 0 0 16,0 0 8-16,1 0-8 0,-1 0 12 0,-1 0-4 15,1 0-8-15,-2 0 8 0,2 0 0 0,0 0-4 16,0 0 7-16,-1 0-7 0,3 0 0 0,-3 0 4 16,2 0-4-16,-1 0 0 0,-1 0-3 0,1 0-1 15,-2 0 0-15,1 0 4 0,-4 0 0 0,2 0 1 16,1 0-1-16,-3 0-8 0,0 0 8 0,0 0-1 16,-2 0 1-16,2 0 8 0,-2 0-5 0,-1 0-3 15,1 0 0-15,2 0 0 0,-3 13-4 0,1-13-1 16,0 0 5-16,0 14 0 0,3-14 0 0,-2 0 0 15,2 10 3-15,-4-10 1 0,2 0-4 0,1 6 8 16,-1-6-12-16,1 0-3 0,0 0 7 16,-2 3 0-16,0-3-4 0,2 0 11 0,-2 0-6 15,-2 0-5-15,1 0 12 0,-1 0-8 0,0 0-4 16,3 0 11-16,-3 0-7 0,-1 0-4 0,1 0 12 16,3 0-11-16,-2 0 2 0,1 0 5 0,1 0-4 15,0 0 4-15,1 0-8 0,3 0 4 0,-2 0-4 16,3 0-3-16,-2 0 10 0,3 0-7 0,-1 0 4 15,0 0 8-15,0 0-12 0,-1 0 4 0,-1 0 9 16,1 0-9-16,1 0 0 0,-2 0 4 0,1 0-12 16,1 0-3-16,-2 0 7 0,1-15-4 15,-1 15 8-15,0 0 12 0,-1 0-9 0,1 0 5 16,-3 0-4-16,0 0-12 0,2 0 12 0,-3 0-4 16,1 0-4-16,0 0 8 0,0 0-1 0,0 0-7 15,-1 0 4-15,0 0 0 0,0 0-8 0,1 0 16 16,-2 0 0-16,2 0-4 0,0 0 4 0,0 10-16 15,2-10 8-15,-1 0-4 0,0 0 8 0,2 0 3 16,-2 0-7-16,4 5 8 0,-2-5-16 0,1 0 4 16,-3 0 8-16,-1 4-8 0,1-3 8 0,-2-1 5 15,3 0-13-15,-4 0 4 0,1 0-4 0,-1 0-8 16,2 0 12-16,0 0 4 0,2 0 4 0,-3 0 4 16,-1 0-8-16,-2 0-4 0,1 0 4 15,-2 0 1-15,-1 0-1 0,-1 0-8 0,-2-13 1 16,0 13-2-16,-2 0 1 0,1 0 8 0,-1 0-4 15,0 0 0-15,0 0 5 0,0 0-6 0,0 0 1 16,0 0-8-16,0 0 4 0,0 0 4 0,0 0-4 16,0 0 16-16,0-6-16 0,0 6-4 0,0 0 8 15,0 0-4-15,0-4 8 0,0 4 8 0,0 0-8 16,14-1-12-16,-14 1 8 0,0-2-4 0,0 2 9 16,0-1-1-16,6 1-4 0,-6 0-4 0,0 0 0 15,0 0 0-15,0 0-1 0,0 0 1 0,0 0 4 16,0 0 4-16,0 0 0 0,0 0 0 15,0 0-12-15,0 0 1 0,0 0 3 0,0 0-1 16,0 0 9-16,0 0-4 0,0 0-4 0,0 0 8 16,0 0-4-16,0 0 8 0,0 0-8 0,0 0-5 15,0 0-3-15,0 0 4 0,0 0 8 0,0 0 8 16,0 0-8-16,0 13 4 0,0-13-12 0,0 0-5 16,0 0 13-16,0 13-12 0,0-13 7 0,0 8 1 15,0-8 0-15,0 11-5 0,0-5 13 0,0 0-4 16,11 3 0-16,-11 0 8 0,0 1-13 0,0 1-4 15,0 3 17-15,0 1-4 0,0 2-4 16,0-2 13-16,0 3-21 0,0-1 0 0,0 2 9 0,0-1-9 16,0-1-3-16,0 2 12 0,0-4-1 15,0 2 1-15,0-2 0 0,0 0 4 0,0-2-5 16,0-2 0-16,0 3 13 0,0-3-8 0,0 1 9 16,0 0 6-16,0 1-5 0,0 0-3 0,0 1-7 15,0 0-4-15,0 0 5 0,0 1 0 0,0 1-5 16,0 0 4-16,0-1-4 0,0 1 10 0,14 0-6 15,-14 0 10-15,0-1-9 0,0 0-5 0,0-2 0 16,0 1-13-16,8-3 14 0,-8 1-1 0,0 0 9 16,4-1 2-16,-4 0-1 0,0 0-5 0,0 0 1 15,2 0-1-15,0 0-9 0,-1-1 1 16,-1 2 4-16,2-2 15 0,0 2 8 0,-2 0 1 0,4 0-8 16,-2 1-11-16,1-1-4 0,-1 2 1 15,1-1 4-15,-1 0-4 0,-1 1 5 0,0 1-5 16,1-1 0-16,-1 1 1 0,-1 0-2 0,1-2 1 15,0-1-7-15,0 0-1 0,0 2 9 0,1-3-8 16,-1 2 9-16,0-2 0 0,3 3-4 0,-2-1 10 16,1 1-17-16,-1 0 12 0,0 0-1 0,2 0-4 15,-1 0 17-15,0-2-21 0,-1 1-2 0,0-2 11 16,1 2-9-16,-1-1 15 0,2-2-14 0,-2 1-4 16,0-2 0-16,-1 0-10 0,1 0 18 0,0-2-5 15,0 0 2-15,-2-2 2 0,0 2-7 0,2-2-4 16,-2 0 5-16,0 0 1 0,1-1-1 0,-1-1 8 15,0 1-8-15,0 0-1 0,2-2 2 16,-2 1 3-16,0-1 0 0,0 0-4 0,0 0 2 16,0 0-6-16,2 0 4 0,-2 0 7 0,0-2 1 15,0 2-5-15,0-1-2 0,0 0 0 0,0-1-5 16,0 1 8-16,0 0-4 0,0-1 0 0,0 1 4 16,0-1-7-16,0 0 14 0,0 1-5 0,0-1-6 15,0 0 7-15,0 0-6 0,0 0 3 0,0 0 4 16,0 0-8-16,0 0-2 0,0 0 2 0,0 0-4 15,0 0 5-15,0 0-1 0,0 0-4 16,0 0 4-16,0 0 7 0,0 0-3 0,0 0-3 16,0 0 0-16,0 0-5 0,0 0 11 0,0 0-7 15,0 0 4-15,0 0 0 0,0 0-4 0,0 0 0 16,0 0 0-16,0 0 0 0,0 0 1 0,0 0 9 16,0 0-9-16,0 0-5 0,0 0 0 0,0 0 1 15,0 0 4-15,0 0 2 0,0 0-3 0,0 0-2 16,-19 0-8-16,19 0 6 0,-17 0 3 0,7 15 4 15,-4-15 5-15,0 13-11 0,-6-13-2 0,-1 17 2 16,-4-6 6-16,-4 1-4 0,-1 4 6 0,-4 0-9 16,-2 1-6-16,1 1 11 0,1-2-10 0,1 1 10 15,4-1 4-15,3-2-3 0,6-1 3 0,1-2-12 16,5-1-4-16,1-2 0 0,5-2 2 16,3-1 1-16,2-1-9 0,2-2 1 0,1 0-3 15,0-1 11-15,0-1 12 0,0 2-4 0,0-1 7 16,21 1-6-16,-21-1-5 0,22 1 5 0,-8 0 0 15,4 0-4-15,0 0 7 0,3 0 5 0,3-1-8 16,-2 0 6-16,4 1-5 0,1-1-2 0,-2 0 1 16,3 1 0-16,-1-1 3 0,1 1-7 0,-1 0 1 15,-1 0-5-15,1 0 5 0,-4-1-5 0,1 0 3 16,-2 0 4-16,-2 0-9 0,-3 1 4 0,0-1 6 16,-2 1-5-16,1 0 9 0,-6 0 0 0,2 2-5 15,-2-1 5-15,-1 2-12 0,-1-1 7 0,-3 2 1 16,1 0-9-16,-3-2 5 0,-1 3 0 0,0-2-4 15,-2 2 10-15,0-1 8 0,0 1-4 16,0 1 0-16,0-1-4 0,-21 2-10 0,21 0 16 16,-17 0-5-16,17 0-2 0,-22 1 5 0,8 0-16 15,2-1 8-15,-2-1 4 0,-4 2-3 0,1-1 0 16,0 1 4-16,-3 0-3 0,0 1-7 0,-3 0 6 16,-3 0-4-16,1 2 5 0,-1-2 1 0,3 1-7 15,-4-1 9-15,4-2-13 0,-1 0 6 0,4-2-2 16,-1 1-1-16,6-4 9 0,0 1-4 0,0-2 8 15,3 0-8-15,3 0 4 0,1-1 2 16,4-1-4-16,1 0-1 0,-1-1-3 0,3 0 10 16,1 0-11-16,0 0 5 0,0 0-7 0,0 0-18 0,0 0 11 15,0 0-9-15,0 0 10 0,0 0-3 16,0 0-3-16,0 0 8 0,0 0-13 0,0 0 14 16,0 0 9-16,16 0-6 0,-16 0 11 0,11 0-1 15,-11 0-13-15,18 0 10 0,-7 0-6 0,3 0 1 16,0 0 9-16,1 0-1 0,1 0-3 0,3 0-2 15,-2 0-3-15,2 0-5 0,0 0 16 0,0 0-3 16,1 0 9-16,3 0-4 0,-2 0-17 0,1 0 4 16,0 0-5-16,-2 0 0 0,-1 0 14 0,0 0-1 15,-2 0-8-15,0 0 9 0,-2 0-10 16,-1 14 13-16,-4-14 4 0,1 0-16 0,-3 0 13 0,-2 11-18 16,0-11-4-16,-2 0 17 0,-2 0-5 15,0 5 1-15,-2-5 8 0,0 2-12 0,0 0-5 16,0-1 4-16,0 0 6 0,0 1 3 0,0 0 0 15,0 1-5-15,0-1-4 0,-19 0 4 0,19 2-3 16,0-1 4-16,-12 2 0 0,12-1-1 0,-10-1 5 16,10 2-1-16,-15 0 5 0,8 0-14 0,0 2 6 15,-2-2 4-15,0 1-5 0,-1 1 5 0,-1 0-1 16,0 0-4-16,0 1-4 0,-1-1 5 0,1 2-5 16,-1-1-9-16,3 1 10 0,-1 0 4 0,2 0-3 15,0 0 3-15,0 0 4 0,3 2-9 0,-2-1 9 16,0 1 0-16,3 1-8 0,1 0 0 0,0 1-4 15,1 0 5-15,1 1 0 0,0 0-1 0,1 1 11 16,0 1-1-16,0 1-9 0,0 0 5 16,0 0-14-16,0 2 2 0,0 2 14 0,0-1-4 15,0 3 2-15,0 1 9 0,0 2-20 0,0-1 8 16,0 2 6-16,0 0-14 0,0 0 24 0,0 2-12 16,0 0 1-16,-18-2 0 0,18 3-12 0,0 0 9 15,0 0-8-15,-11-1 11 0,11 0 3 0,0 0 6 16,-5-2 8-16,5 0 1 0,-3 1 10 0,3-1 5 15,0-1-1-15,-2-2-4 0,0-1-8 16,0-1-13-16,1 1 5 0,1-5-13 0,0 0 8 16,-1 0-6-16,-1-1-8 0,1-1 6 0,0 1-6 15,1 0 8-15,-3-2 2 0,3 2 5 0,-2-1 2 16,1 0-9-16,-1 0-3 0,2-2-6 0,-2 2-3 16,0-2-2-16,2 2 6 0,-1-5 5 0,1 3 15 15,-2-3 1-15,0 1-3 0,2-2-1 0,0 0-12 16,0-2 6-16,0-1 2 0,0 1 0 0,0-1-8 15,0-1 8-15,0-1-8 0,0 1-9 0,0-2 11 16,0-1-5-16,0 0 9 0,0-2 1 0,0 0-1 16,0 0-9-16,0-1-18 0,0 0-10 0,0 0-13 15,0 0-6-15,0 0 6 0,0 0 10 16,0 0 10-16,0 0 7 0,0 0 1 0,-14 0-6 16,14 0-11-16,0 0 2 0,0 0 13 0,0 0 12 15,0 0 4-15,0 0-5 0,0 0-1 0,0 0-5 16,0 0 5-16,0 0 21 0,0 0-22 0,0 0 12 15,0 0-1-15,0 0-9 0,0 0 7 0,0 0 3 16,0 0-5-16,0 0 5 0,0 0 4 0,0 0-13 16,0 0 4-16,0 0-9 0,0 0 4 0,0 0 9 15,0 0-4-15,0 0 11 0,0 0-6 0,0 0-5 16,0 0 0-16,0 0 0 0,0 0 0 0,0 0-11 16,0 0-11-16,0 0-27 0,0 0-35 0,0 0-38 15,0 0 1-15,0 0-13 0,0 0-1 0,0 0-19 16,0 0 16-16</inkml:trace>
  <inkml:trace contextRef="#ctx0" brushRef="#br0" timeOffset="129691.59">5972 8642 132 0,'0'0'11'0,"0"0"8"0,0 0 1 0,0 0 10 15,0 0-15-15,0 0-1 0,0 0-4 0,0 0-4 16,0 0-1-16,0 0 2 0,0 0 3 0,0-11 3 16,0 11-2-16,0 0 3 0,0 0 4 0,0 0-3 15,0 0 11-15,0 0-11 0,0 0 3 0,0 0-4 16,0 0-1-16,0 0-4 0,0 0-4 0,0 0-4 16,0 0-9-16,0 0 12 0,0 0-11 0,0 0 15 15,0-6 5-15,0 6-8 0,0 0 8 0,0 0-8 16,0 0 0-16,0 0 0 0,0 0 0 15,0 0-1-15,0-3 9 0,0 2 0 0,0 0-4 16,0 1-9-16,0-1 1 0,0 0-9 0,0 0 8 16,0-1 4-16,0 1-16 0,0-2 8 0,0 3 0 15,0-2-5-15,0 0 22 0,0-1-5 0,0 2-4 16,0-2 0-16,0 1-8 0,17 0-4 0,-17 0 4 16,0-1 13-16,0 1-9 0,0-1 8 0,12 1 1 15,-12 1-17-15,0-1 8 0,5 0 0 16,-5 1-8-16,3-1 8 0,-3 1-4 0,4-1 4 0,-2 2 4 15,-2-1-4-15,1 1 4 0,-1-1-11 0,2 1-5 16,-2 0 4-16,0 0 8 0,0 0 3 0,0 0 4 16,0 0-7-16,0 0-4 0,0 0 0 15,0 0-8-15,0 0 8 0,0 0 1 0,0 0 3 16,0 0 11-16,19 0 1 0,-19 0-8 0,13 0-5 16,-13 0 2-16,17 12-2 0,-17-12 1 0,16 0 1 15,-8 0-5-15,1 0 4 0,-1 0 4 0,2 0 0 16,0 0 0-16,0 0-4 0,1 0-5 0,-3 0 1 15,2 0 4-15,1 0 4 0,-1 0-4 0,-1 0 4 16,2 0-8-16,-2 0 4 0,1 0-4 0,2 0 4 16,-2 0 0-16,0 0-9 0,1 14 13 0,-1-14-4 15,1 0-4-15,1 0 8 0,-1 0-8 0,-1 9 0 16,2-9 16-16,0 0-12 0,-1 8 0 16,2-8 4-16,-1 5-8 0,2-5 4 0,-1 3 12 15,2-1-12-15,0-2 4 0,2 0-4 0,0 0-4 16,2 0 8-16,0 0 0 0,1 0-4 0,1 0-4 15,-2 0 4-15,3 0-8 0,-2 0 13 0,1-14-5 16,1 14 0-16,0 0-4 0,0 0 0 0,-5 0 8 16,3 0-4-16,-4 0 4 0,1-8 4 0,-1 8-16 15,-2 0 9-15,0 0 3 0,1 0-16 0,1 0 16 16,1 0-12-16,-1 0 8 0,2 0 8 0,-4 0-8 16,3 0 4-16,-2 0-4 0,1 0-4 0,-2 0 16 15,2 0-3-15,-2 0-9 0,0 0 4 16,0 0-12-16,1-13 0 0,-1 13 8 0,1 0 0 0,-1 0-4 15,1 0 16-15,-1 0-12 0,2-6 0 16,-1 6 4-16,1-2-8 0,1 2 5 0,-1-3-5 16,1 1 4-16,-1 0-4 0,1 0 4 0,1 0 4 15,-3 0 0-15,1 0-12 0,1 0 5 0,-1 0-5 16,0 0 5-16,-1 0 7 0,0 0-4 0,-1 0 0 16,1 1-8-16,-1 0 12 0,-2 0-4 0,0 1 8 15,-1 0-4-15,-1 0-8 0,1 0 8 0,-2 0-16 16,1 0 12-16,1 0 0 0,0 0-4 0,3 0 16 15,-1 0-16-15,3 0 8 0,-2 0-8 0,-1 0-8 16,2 0 20-16,-1 0-8 0,0 0 0 0,1 0 4 16,0 0-12-16,-1 0 5 0,2 0 10 0,0 0-3 15,-1 0 0-15,-1-11-4 0,0 11-8 16,-3 0 4-16,-1 0 4 0,1 0-3 0,-3 0 7 16,0 0 0-16,-1 0 0 0,1 0-4 0,-2 0 4 15,0 0-4-15,2 0-8 0,-1 0 12 0,-1-5-8 16,1 5 4-16,-1 0 4 0,0 0 0 0,1-3 0 15,0 2 8-15,2-1-12 0,-1 1 0 0,2 0 0 16,0 0-12-16,1 0 12 0,1 1 0 0,0-2-4 16,1 0 9-16,-1 1-2 0,-2-1 2 0,2 1-1 15,-2-1 0-15,-1-1 0 0,0 1 0 16,-2 2 0-16,0-2-16 0,-1 2 12 0,-3-1-4 0,1 0 0 16,1 1 20-16,-4 0-16 0,3 0 0 15,-2-2 4-15,0 1-8 0,1 1 8 0,-1 0 0 16,1 0-4-16,0 0-4 0,-1 0-4 0,1 0 0 15,0-2 4-15,1 2 4 0,-3 0 1 0,1 0-2 16,2 0 1-16,-1 0 4 0,-1 0 0 0,2 0-4 16,0-2 0-16,0 2-4 0,0 0 1 0,1-1 10 15,-1 1-3-15,0 0 0 0,1 0 0 0,0 0-8 16,-1 0-4-16,2-2 4 0,-1 2 8 0,-1 0-15 16,1 0 22-16,0 0-3 0,0 0-12 0,3 0 12 15,-1 0-8-15,0 0-4 0,0 0-4 16,2 0 12-16,-1 0-11 0,-1 0 11 0,-2 0-1 0,3 0-3 15,-3 0-4-15,-1 0 0 0,0 0 4 16,0 0-4-16,-2 0 4 0,0 0 4 0,0 0-8 16,-2 0 12-16,1 0 0 0,0 0-12 0,-1 0 12 15,0 0-15-15,0 0 7 0,0 0-4 0,0 0-4 16,0 0 11-16,0 0 1 0,0 0 4 0,0 0-4 16,0 0-4-16,0 0-3 0,0 0-6 0,0 0 13 15,0 0-4-15,0 0 0 0,20 0 0 0,-20 0-4 16,0 0 4-16,20 0-12 0,-20 0 12 0,14 15 3 15,-14-15-3-15,11 0 8 0,-11 0-4 0,11 0-9 16,-11 10-3-16,6-10 4 0,-6 0 0 16,3 0 1-16,0 0 6 0,-3 5 1 0,2-5-12 15,-2 0 8-15,0 0-7 0,0 0 7 0,0 0 8 16,0 0-8-16,0 3 8 0,0-3-12 0,0 2 0 16,15-1 7-16,-15 0-3 0,0 1 4 0,14 2 0 15,-14-3-1-15,14 1-3 0,-14 1 3 0,14 1-3 16,-8-3 4-16,1 1 0 0,-3-1-8 0,0 2 4 15,-1-3 0-15,-1 1 5 0,-1 0-1 0,0-1 13 16,0 0-12-16,-1 0 8 0,0 1 4 0,0-1-9 16,0 0 0-16,0 0 1 0,0 0-9 0,0 0-4 15,0 0 12-15,0 0-8 0,0 0 4 16,0 0 0-16,0 0-8 0,0 0 8 0,0 0-4 0,0 0-4 16,0 0-5-16,0 0 1 0,0 0 0 15,0 0 12-15,0 0 4 0,0 0-12 0,0 0 4 16,0 0-4-16,0 0 4 0,0 0 4 0,0 0 0 15,0 0-4-15,0 0-4 0,0 0 8 0,0 0-4 16,0 0 5-16,0 0-1 0,0 0-17 0,0 0 17 16,0 0 5-16,0 0-9 0,0 0 8 0,0 0-12 15,0 0-13-15,0 0 17 0,17 0-8 0,-17 0 12 16,0 0-4-16,0 0-4 0,0 0 8 0,0 0-8 16,0 0 8-16,0 15-4 0,9-15 4 0,-9 0 4 15,0 0-8-15,7 0 8 0,-1 0-8 16,3 0-4-16,-2 0 13 0,0 0-13 0,2 0 8 0,1 0 0 15,-1 0-4-15,0 0 0 0,0 0 0 16,-2 0 4-16,0 0-4 0,1 0-8 0,0 0 8 16,-3 0-8-16,0 0 8 0,-1 0 12 0,-1 0-12 15,0 0 5-15,0 0-10 0,-1 0 1 0,0 0 4 16,2 0-4-16,-1 0 8 0,-1 0-4 0,1 0 4 16,1 0 9-16,1 0-9 0,-1 0 4 0,1 0-8 15,0 0-8-15,1 0 4 0,-2 0-9 0,0 0 9 16,2 0 8-16,-1 0 0 0,2 0 9 0,-2 0-13 15,0 0-4-15,1 0 0 0,-1 0 0 0,0 0 4 16,1 0 4-16,-3 0-4 0,1 0 0 0,-1 0 0 16,2 0 0-16,-1 0 4 0,0 0-4 15,1 0 4-15,-1 0-8 0,0 0 0 0,1 0 12 16,2 0-4-16,-2 0 0 0,2 0 0 0,-1 0-8 16,-1 0-4-16,1 0 4 0,-1 0 0 0,-2 0 8 15,-1 0-8-15,1 0 8 0,-1 0 4 0,-1 0-16 16,1 0 20-16,-2 0-8 0,0 0-12 0,0 0 8 15,0 0-4-15,0 0 14 0,0 0 3 0,0 0-4 16,0 0 0-16,0 0-9 0,0 0 0 0,0 0 6 16,0 0-1-16,0 0-5 0,0 0 5 0,0 0-11 15,0 0 1-15,0 0 0 0,0 0 0 0,0 0 21 16,0 0-11-16,0 0 0 0,0 0-5 0,0 0-5 16,0 0 5-16,0 0 4 0,0 0 6 15,0 0-20-15,0 0 5 0,0 0 0 0,0 0-5 16,0 0 10-16,0 0 0 0,0 0-10 0,0 0 10 15,0 0 0-15,0 0 0 0,0 21 11 0,0-21-6 16,0 18 1-16,0-8 4 0,0 2 1 0,0 0-11 16,0 1 1-16,0 1-6 0,0-2 6 0,0 3 5 15,0 1 10-15,0 2-6 0,0 1-6 0,0 3 16 16,0 1-1-16,0 2-4 0,0 1 8 0,0 2-9 16,0 0-1-16,0-2-4 0,0 2-5 0,0-2 10 15,0 1-5-15,0-1 14 0,0-1-13 0,0-1 4 16,0-1 0-16,0-1-3 0,0-2 5 0,0-1 0 15,19-1 4-15,-19-1-6 0,0-1 5 16,17-1-9-16,-17-2 0 0,9 1 8 0,-9-1-7 16,10 1 0-16,-10-2-4 0,7 1 5 0,-7-2 3 15,6 0-3-15,-6 1-4 0,5-2-7 0,-3 1-3 16,0-1 8-16,1 0 9 0,-1-2-9 0,3 2 6 16,-3-2-5-16,1 1-5 0,1 0 11 0,-1 0-2 15,0 0-7-15,0 1 7 0,0 0-7 0,0 1 2 16,0-2 12-16,0 1-11 0,1 1 1 0,-2-1 0 15,3 0-4-15,-3 2 2 0,1-2 3 0,1 1-1 16,-2 2-4-16,1-2 4 0,-3 1-1 0,3-1-3 16,-2-1 1-16,1-1 2 0,-1 0 2 15,1 1-3-15,0-3 13 0,-1 2-6 0,1 2 11 16,-1-2 6-16,1 1-15 0,0 1 4 0,0 1-9 16,-2-1 2-16,1 0 5 0,0 0-1 0,-1 0-7 15,1-1 1-15,0-1-3 0,-1-1 1 0,2-1 1 16,-2 1 0-16,2-2-4 0,-1 0-4 0,1 0 4 15,-2-1-8-15,0-1 10 0,2 0 0 0,-2 0-5 16,3 0 4-16,-3-1-3 0,0 0-1 0,0 0 0 16,0 0 1-16,2 0-2 0,-1 0 1 0,-1-1 7 15,0 0-5-15,0 0-4 0,0-1-2 16,0 0 0-16,0 0 4 0,0-1 7 0,0 1 1 0,0-1-13 16,0 0 6-16,0 0-7 0,0 1 3 15,0-1 10-15,0 0-14 0,0 0 8 0,0 0-4 16,0 0 0-16,0 0 5 0,0 0-6 0,0 0-1 15,0 0 4-15,0 0-6 0,0 0 5 0,0 0 2 16,0 0-2-16,0 0 1 0,0 0 1 0,0 0 0 16,0 0-6-16,0 0 7 0,0 0-1 0,0 0-3 15,0 0 4-15,0 0-7 0,0 13 1 0,0-13 6 16,0 0-6-16,0 0 6 0,0 0-4 0,0 7 2 16,12-7 2-16,-12 0-4 0,0 4 1 0,0-4-1 15,0 3 1-15,0-3 0 0,0 3 3 16,0-1-6-16,0 0 6 0,0 1-3 0,0-1-3 15,0 1 2-15,0 1-3 0,0-1 8 0,0 2-4 16,7-2-2-16,-7 1 1 0,0 1 1 0,0-2 3 16,4 1 0-16,-4-1-2 0,0 1-3 0,0-1-2 15,2 2 6-15,-2-2-1 0,0 2-5 0,2 0 8 16,-2 0-8-16,1 1-2 0,-1 0 10 0,1 1-11 16,1-1 3-16,-2 0 5 0,1-1-8 0,0 2 7 15,2-1 6-15,-3-2-3 0,4 1 3 0,-3-1-5 16,3 1-3-16,-2-2 0 0,1 0 7 15,-1-1 1-15,0-1-4 0,-1 1 6 0,0-1-10 16,1-1 4-16,-2 1 1 0,0-1-3 0,1 0 10 0,0 0-5 16,-1 0 2-16,0 0-6 0,0 0-2 15,0 0 4-15,0 0 0 0,0 0 6 0,0 0-3 16,0 0 0-16,0 0-3 0,0 0-3 0,0 0 0 16,0 0-3-16,0 0 3 0,0 0 1 0,0 0-3 15,0 0 2-15,0 0 0 0,0 0 0 0,0 0-1 16,0 0-4-16,0 0 6 0,0 0-4 0,0 0 5 15,0 0 1-15,0 0-8 0,0 0 6 0,0 0 0 16,0 0 4-16,0 0 4 0,0 0-3 0,0 0-2 16,0 0-2-16,0 0-3 0,0 0 1 15,0 0-8-15,0 0 2 0,-19 0 1 0,19 0 3 16,-13 0 2-16,13 0 0 0,-19 0-3 0,7 0 1 16,-2 0 3-16,-1 16-2 0,-4-16 6 0,-1 13-4 15,1-13-2-15,-5 17-5 0,-1-7 0 0,0-1 6 16,2 2-2-16,-1-1 2 0,1 0-4 0,1-1-5 15,2-1 8-15,2 0-3 0,1 1 9 0,2-1-5 16,3-1-4-16,0 0 8 0,3-2-15 0,2 0 8 16,4-2-4-16,-3-1-7 0,4 0-2 0,1-1-4 15,1 0 0-15,0-1 1 0,0 0 7 0,0 0-2 16,0 1 0-16,0 0 2 0,0-1 3 0,0 2 2 16,0 0 2-16,0 0 1 0,0 0 2 0,18 1-2 15,-18 0 7-15,0-1-5 0,18 2 3 0,-9-2 0 16,1 1-5-16,4 0-7 0,-1-1 9 15,2 0 4-15,-1-1 2 0,4 0 5 0,-3 1-16 16,2-1 5-16,-1 0-3 0,0 1 1 0,0-1 9 16,0-1-5-16,0 2 4 0,-1 0-1 0,0 0-5 15,2 1-4-15,-3 1 4 0,2-1 3 0,-1 2-4 16,-1-2 6-16,-1 2-8 0,-1 0 7 0,2-3 1 16,-3 1 5-16,1-1-6 0,-2-1 0 0,-1-1 2 15,-1 2-14-15,-2 0 14 0,-2-2-12 0,0 0 3 16,-2 0 6-16,-1 2-11 0,-1-2 6 0,0 1-5 15,0 1 2-15,0-1 1 0,0 1 3 0,0 1-6 16,0 1-1-16,-17 0-4 0,17 0-1 16,0 0 0-16,-20 2-6 0,20-1 5 0,-18 1-4 0,8 1 0 15,-1 0 0-15,-5 2 1 0,1-1 4 0,-2 1-2 16,-3 0 14-16,-1 0 4 0,-1 0-5 16,-1 1 5-16,-2 0-6 0,1-1-4 0,-1 0 3 15,1 1 1-15,1 0 1 0,0-1 3 0,0 0-1 16,0 0 6-16,3-1-1 0,3 2 2 0,-1-3-6 15,2 1 2-15,1 1-5 0,0-2-9 0,3 0 13 16,1-2-18-16,2 0 9 0,1 0 2 0,1-2-14 16,2 0 7-16,2-1-3 0,3 0 5 0,0-2 7 15,0 0 8-15,0 0-7 0,0 0 9 16,0 0 0-16,0 0-5 0,19 0 4 0,-19 0-4 16,17 0-4-16,-17 0-3 0,22 0 6 0,-9 0-7 15,1-14 13-15,1 14 3 0,0 0-3 0,2 0 0 16,0 0-10-16,1 0 5 0,0 0 1 0,1 0 3 15,0 0 5-15,-1 0-8 0,3 0-1 0,-3 0-4 16,1 0-5-16,0 0 0 0,0 0 9 0,1 0 0 16,-4 0 0-16,2 0 9 0,-3 14-10 0,1-14 1 15,-2 0 7-15,-2 11-16 0,-1-11 10 0,-2 0-11 16,1 11 2-16,-3-11 8 0,-2 6-9 0,0-6 12 16,-3 7-7-16,0-3 4 0,-1-1 4 0,-1 0 0 15,0 3-5-15,0-1 4 0,0 0-3 0,0 0-4 16,0 0 8-16,0 0 1 0,-15 0-10 15,15 0 5-15,0-3 1 0,0 1-5 0,0-1 9 16,-12-1-9-16,12 1-5 0,0 0-1 0,-8 0-9 16,8-1 6-16,-8 0-6 0,3 0 10 0,-3 0 5 15,0 1-2-15,-1 0 1 0,0-2-9 0,-1 1-1 16,2 1 10-16,-1-1-11 0,-2 0 6 0,4 1 5 16,1 0 0-16,0 0 0 0,1 0 0 0,0 0-1 15,1 0-3-15,1-1 14 0,1 1-4 0,-2-1-1 16,1 1-5-16,1-1 10 0,1 0-6 0,-1 1 7 15,0-1-2-15,1 0-8 0,-1 1 4 0,1-1-6 16,-2 1 7-16,2 0-6 0,-2 0 4 0,1 1-3 16,-1 0 3-16,-1 0 1 0,1 2-4 0,-3-1 4 15,1 0-4-15,-1 1 8 0,1 1 1 16,0-1-10-16,0 2 0 0,0-3 0 0,0 2-4 16,-1 2 9-16,3-1-4 0,-1 0 5 0,1 0 4 15,1 1-9-15,0 1 10 0,0 0 0 0,1 2-1 16,-1-1 1-16,0 0 6 0,1 2-10 0,-2 0 0 15,2 1 21-15,-2-1-26 0,2 0 6 0,0 1 9 16,0 2-9-16,1 2 21 0,0-1 6 0,0 2 1 16,0 0-7-16,0 2 4 0,0 0-14 15,0 2-8-15,0 2 22 0,0 0-15 0,0 0 9 0,0 1-3 16,0 1-5-16,0 1 15 0,0 0-2 0,0 0 5 16,0-4-9-16,0 0-1 0,0 1 0 0,0-3 0 15,0 1-1-15,0-2-7 0,0-2 1 16,0 1 1-16,0-1-4 0,0 1 7 0,0 0-3 15,0-2-8-15,0 2 11 0,0-1 6 0,0 2-6 16,0 0 17-16,0 0-13 0,0 1-15 0,0 1 8 16,0 2-14-16,21-1 7 0,-21 3 6 0,0-1-12 15,0 1 9-15,17-1-2 0,-17 0-6 0,0-2 11 16,9-2-18-16,-9 1 7 0,0-1 6 0,0-3-11 16,6 1 7-16,-6-2-7 0,0 1-4 15,0-1 5-15,0 0 5 0,0-2-9 0,0 0 1 0,0 2-2 16,0-3 3-16,3 1 6 0,-2-1-1 15,0-1 5-15,0 0-10 0,-1 1 1 0,2-3-1 16,-2 2-5-16,1-4 8 0,0 2-1 0,0-2 7 16,0 0 0-16,0-1-7 0,2 0 8 0,-3 0-9 15,0-1 1-15,2-1-1 0,-2-1-3 0,0 1 10 16,1-2-5-16,1 0 3 0,-2-1-2 0,0-1-5 16,2 0-1-16,-2-1 1 0,0-1 4 0,0 2 1 15,0-2 4-15,0 0 0 0,0 0-9 0,0 0 2 16,0 0 4-16,0 0-2 0,0 0 2 0,0 0-1 15,0 1-5-15,0 1 4 0,0-1 1 0,0 0 4 16,0 1-4-16,0-1 0 0,0 1-3 16,0-1-1-16,0 0 2 0,0 1-3 0,0-2 4 15,0 1 3-15,0-1-6 0,0 0 7 0,0 0 2 0,0 0-8 16,0 0 6-16,0 0-19 0,0 0-40 16,0 0-29-16,0 0-46 0,0 0-66 0,0 2-44 15,0-2 1-15,0 0 6 0,-15 0-5 0,15 0 74 16,-13 0 31-16</inkml:trace>
  <inkml:trace contextRef="#ctx0" brushRef="#br0" timeOffset="133455.79">3918 11900 122 0,'0'-1'-6'16,"0"-2"7"-16,0 0 11 0,0 1-1 0,0-1 15 0,0 1-2 16,0 1-12-16,0-1 4 0,0 1-4 15,0 1-3-15,0-1 16 0,0 1-4 0,0 0-5 16,0 0 9-16,0 0-3 0,0 0 5 0,0 0-1 15,0 0-10-15,0 0 0 0,0 0 0 0,0 0 4 16,0 0 4-16,0 0-13 0,0 0 3 0,0 0-4 16,0 0-5-16,0 0 4 0,0 0 1 0,0 0-1 15,0 0 5-15,0 0-5 0,0 0 0 0,0 0 5 16,0 0-14-16,0 0 13 0,0 0-8 0,0 0-14 16,0 0 14-16,0 0-19 0,0 0 5 0,0 0 19 15,0 0-15-15,0 0 19 0,0 0-10 0,0 0-8 16,0 0 4-16,0 0 5 0,0 0 4 15,0 0-4-15,0 0 8 0,0 0-8 0,0 0 9 16,0 0-9-16,0 0 10 0,0 0-11 0,0 0-4 16,0 0 20-16,0 0-20 0,0 0-4 0,0 0-2 15,0 0-14-15,0 0 14 0,0 0 11 0,0 0-5 16,0 0 0-16,0 0-14 0,0 0 0 0,0 0 10 16,0 0 4-16,0 13 8 0,0-13-3 0,0 0-5 15,0 0 0-15,0 14-9 0,0-14 14 0,0 8-5 16,0-1 5-16,0 1 8 0,0 0-13 0,0 1-4 15,0 0 4-15,0 0 0 0,0 0 0 0,0 1 0 16,0-2-4-16,-14 1-5 0,14-1 13 0,0 0 5 16,0 1 5-16,0 0-9 0,0-1-5 15,0 3-5-15,0-1 0 0,0 0 5 0,0 0 0 16,0 1 4-16,-7-2-4 0,7 1 1 0,0 1-5 16,0-1 14-16,0 0-10 0,0 0 4 0,0 0 0 15,0 0-14-15,0-1 15 0,0-1-5 0,0 2 10 16,0-3-10-16,0 0 0 0,0-1 0 0,0 0-10 15,0 0 20-15,0 1-19 0,0-2 9 0,0 0 5 16,0 1-15-16,0 0 24 0,0-1-9 0,0 2-5 16,0-1 11-16,0 0-11 0,0 0 9 0,0 1-4 15,0 0 0-15,0-1-5 0,0-1 1 0,0 2-1 16,-15-1-10-16,15-1 15 0,0 1-10 16,0 1 5-16,0-2 5 0,0 1-15 0,0 0 10 15,0 1 0-15,0 0 10 0,0 0 0 0,0 1 0 16,0-1-15-16,0 0 5 0,0 1-5 0,0-2-5 15,0 0 21-15,-9 0-16 0,9-1 10 0,0 2 1 16,-5-2-6-16,5 0 0 0,0-1-5 0,-4-1 10 16,4 1-10-16,0-1 5 0,-2 0 10 0,2-2-20 15,0 2 15-15,-2-3-5 0,2 3-10 0,0-2 15 16,0 1-5-16,0 0 5 0,0 0 0 0,0 0-5 16,0 0 5-16,0 1-5 0,0-1 5 15,0 0 0-15,0 2-15 0,0-2 0 0,0 2-6 0,0-2 12 16,0 1 4-16,0-1 5 0,0 0 6 0,0 1-11 15,0-1 5-15,0-1-5 0,0 0 0 16,0 0 0-16,0-1 0 0,0 0 6 0,0 1-1 16,0-1-5-16,0 0 5 0,0 1-5 0,0-1 0 15,0 1 5-15,0 0-10 0,0 1 5 0,0-1-5 16,0 0 5-16,14 1 5 0,-14 0-5 0,0-1 16 16,0 0-10-16,0 2-6 0,9-3 5 0,-9 3-10 15,6-1 10-15,-6-1 6 0,5 0-6 0,0 2 1 16,0-1-1-16,0-1 6 0,1 0-11 0,0-1 6 15,1 3-6-15,0-2-10 0,0 0 10 0,0-1 0 16,2 1 5-16,0 0 5 0,1 0-5 0,2-1 6 16,-2 0-21-16,2 2 5 0,0-2 5 15,0 1-10-15,0-1 15 0,1 0-5 0,0 0 11 16,0 0-12-16,0 0 6 0,3 0 0 0,-1 0-10 16,2 0 4-16,-1 0 1 0,2-14 5 0,-2 14-5 15,1 0 0-15,1 0 5 0,0-11-10 0,1 11 4 16,-3-8 11-16,3 8-20 0,1-8 15 0,1 8-10 15,-1-7-6-15,-1 2 16 0,1 1-15 0,0 0 19 16,-2 0 6-16,1-1-11 0,0 2 1 0,-2 0-5 16,1-1-10-16,-1 0 10 0,-2 1-5 0,-1 0 0 15,1 1 10-15,-3 0-5 0,0 0 9 0,2 1 6 16,-4 0-15-16,2-2-5 0,0 1 0 0,0 1-4 16,1-2 9-16,-1 1 9 0,2 0 0 15,-1 1-14-15,0-1 10 0,3 1-9 0,-2-3-6 16,0 4 5-16,1-2-5 0,0 2 0 0,-1-1 0 15,1 0 20-15,-1 1-5 0,1 0 1 0,-1 0 9 16,2 0-25-16,-1 0 5 0,1 0 10 0,1 0-5 16,2 0 10-16,-2 0-11 0,2 0 1 0,1 0-5 15,-2 0 5-15,2 0 5 0,0 0-10 0,-1 0 5 16,0 0-5-16,-1 0-5 0,1 0 10 0,-1 0-5 16,0 0-5-16,0 0 20 0,-2 0-10 15,-1 0 15-15,-1 0 0 0,1 0-25 0,-3 0 5 0,3 14 1 16,-4-14-1-16,1 0 10 0,3 0 5 15,-3 12-10-15,1-12 5 0,-1 0 0 0,2 7-10 16,-1-7 1-16,1 5-10 0,0-5 14 0,-1 6 0 16,1-3-4-16,0 0 14 0,0 0-20 0,0 0 5 15,1 1 10-15,-1-1-5 0,-1 1 5 0,3 0-5 16,-2 0 6-16,1 0-1 0,-1 0-4 0,2-1 4 16,-1 2-10-16,2-2 6 0,-1 0 4 0,3 1 0 15,-2-1-9-15,0 0-1 0,2 1 0 0,-1 0 0 16,3-1 10-16,-2 1-4 0,0 0-6 0,3-1 6 15,0 2 0-15,-3-2 10 0,-1 2 5 16,0-2-10-16,1 2 0 0,2-1-5 0,-3 0 0 0,0-1 4 16,3 0 5-16,-1 1-15 0,2-2 5 15,0 1-10-15,-1-1 1 0,0 0 4 0,0 0 0 16,-1 2 5-16,2-3 0 0,-2 1 5 0,0 0-10 16,0 1 11-16,0-1 5 0,-2 1-4 0,0 1-1 15,1 0 4-15,-1 0-21 0,1 0 12 0,-2 1 4 16,2-1-4-16,-3 0 5 0,1 0-11 0,0 0 0 15,2 0 6-15,-1 0-1 0,-1-1 6 0,1 0 0 16,0-2-6-16,1 3 0 0,2-2 0 0,-3-1 5 16,2 1-11-16,2-1 12 0,-1 0-7 0,3-1-4 15,-3 2 0-15,0-1 5 0,1 0 6 0,0-1-12 16,2 1 6-16,-3 1 0 0,0-2-5 0,1 1 16 16,-2-1-6-16,4 0-11 0,-1 0 6 15,0 0-5-15,-3 0 11 0,2 0-1 0,-1 0 6 16,0 0-11-16,-1 0-11 0,-1 0 11 0,-1 0-10 15,0 0 16-15,-2 0 5 0,0 0-5 0,-2 0-1 16,3-13-5-16,-3 13 0 0,1 0 0 0,-1 0 6 16,1 0-12-16,1 0 5 0,-1 0-4 0,2 0-6 15,0 0 22-15,-2 0-10 0,2 0-7 0,-1 0 6 16,1 0-6-16,1 0 0 0,-2 0 12 0,2 0 9 16,-4-7-10-16,3 7 5 0,-2 0-5 0,2-4-20 15,-2 4 10-15,2 0 10 0,-1 0-10 0,0 0 10 16,0 0 0-16,2 0-16 0,-3 0 16 15,1 0 0-15,-2 0-5 0,1 0 7 0,-2 0-12 16,2 0 10-16,0 0-15 0,-2 0-1 0,1 0 6 16,1 0 0-16,1 0 15 0,-1 0-10 0,-1 0 15 15,1 0-25-15,-1 0 10 0,-1 0 10 0,2 0-20 16,-2 0 15-16,1 0-15 0,-1 0 0 0,0 0 15 16,0 0-5-16,-2 0 1 0,3 0-1 0,-2 0-5 15,1 0 10-15,-1 0 0 0,3 0 1 0,-3 11-6 16,2-11 6-16,0 0 9 0,-1 0-15 0,1 0 1 15,1 0-7-15,0 0-4 0,-1 0 15 0,1 0-6 16,-1 0-4-16,1 0 6 0,-1 0-1 0,1 0 0 16,-1 0 5-16,0 0 1 0,4 0-1 15,-1 0 12-15,2 0-6 0,0 0-12 0,3 0 11 16,-3 0-10-16,3 0 4 0,0 0 12 0,0 0-16 16,1 0 10-16,0 0-6 0,-3 0 0 0,2-16 1 15,-1 16-6-15,1 0 1 0,-2-13 4 0,2 13-4 16,-1 0 13-16,-2-13-8 0,3 13-11 0,-2-9 9 15,0 9-12-15,-1-8 13 0,-1 4-5 0,-2 1 6 16,0 0-5-16,-3 1 0 0,-1 0 4 0,0-1-5 16,-2 2 9-16,0 0-4 0,-1 0-4 0,-2-1 0 15,0 1 0-15,0-1-5 0,-2 1 6 0,1 1 3 16,-1-1-4-16,-1-1 4 0,-2 2-9 0,1 0 1 16,-1 0 0-16,-1 0 5 0,0-2 9 15,0 2 0-15,1 0-6 0,-2 0-5 0,0 0 0 16,0 0-8-16,0 0 13 0,0 0 0 0,0 0-3 15,0 0 3-15,0 0-13 0,0 0 0 0,0 0 9 16,0 0-9-16,0 0 19 0,0 0-10 0,0 0-1 16,0 0 15-16,0 0-20 0,0 0 11 0,0 0 1 15,0 0-11-15,15 0 4 0,-15 0 1 0,0 0-9 16,0 0 4-16,12 0-4 0,-12 0 5 0,6 0 4 16,-6 0 5-16,6 0-5 0,-3 0 1 0,-1 0 0 15,-1 0-2-15,1 0 11 0,0 0-11 0,-2 0 1 16,0 0 1-16,2 0 4 0,-2 0 0 15,0 0 5-15,0 0-1 0,0 0-4 0,0 0 9 16,0 0 0-16,0 0-5 0,0 0 1 0,0 0 0 16,0 0-1-16,0 0 1 0,0 0-6 0,0 0-4 15,0 0-3-15,0 0 3 0,0 0-3 0,0 0-1 16,0 0 3-16,0 0-7 0,0 0 12 0,-12 0-4 16,12 0-3-16,0 0 12 0,0 0-10 0,0 0 10 15,0 0 1-15,0 0-5 0,0 0-5 0,0 0 9 16,0 0-1-16,0 0-3 0,0 0 22 0,0 0-1 15,0 0 14-15,0 0 7 0,0 0-6 0,0 0-3 16,0 0-13-16,0 0-10 0,0 0-3 0,0 0-18 16,0 0 3-16,-7 0 0 0,7 0 3 15,0 0 5-15,0-12-6 0,-4 12 6 0,2-7-13 16,0 7 3-16,-1-6 8 0,1 1-1 0,0 0 4 16,-2 1-4-16,2-1-3 0,1 2-3 0,-1-2 9 15,-2 2 2-15,2-1 3 0,0 0 10 0,2 1-3 16,-2-1 10-16,1 1-6 0,0-1-8 0,0 1 2 15,1 0-13-15,0 0 6 0,-1 1-6 0,1-1-6 16,0 0 14-16,0 1-9 0,-1-1 5 0,0 1 4 16,0-1-15-16,1 1 10 0,-1-2-7 0,0 0 1 15,0 1 3-15,0-1-9 0,1 0 10 0,0 1-3 16,0-2 13-16,-1 1 14 0,0-1 3 0,1 2 8 16,0 0-14-16,-1-2-2 0,1 1-4 0,-1-1-7 15,1 3 1-15,0-3-2 0,0 3-7 16,0-2 1-16,0 0-1 0,0 1-6 0,0-1 1 15,0 1 0-15,0-2 5 0,0 3 3 0,0-1-4 16,0 1-8-16,0 0-3 0,0-1 5 0,0 2 1 16,0-1 8-16,0 0-1 0,0 0-8 0,0 1-1 15,0-2-2-15,0 1 2 0,0 1 2 0,0-1 3 16,0 0-5-16,0 1-15 0,0 0-18 0,0 1-30 16,0-1-30-16,0 1-33 0,11 0-13 0,-11 0-21 15,0 0-6-15,0 0 15 0,0 0 1 0,0 0 25 16,0 0 16-16,0 0 1 0,0 0-12 15,0 0 27-15</inkml:trace>
  <inkml:trace contextRef="#ctx0" brushRef="#br0" timeOffset="135594.96">5906 12025 155 0,'-1'-4'9'0,"0"1"9"0,0 0 0 0,0 0 9 16,0 0-13-16,0 0-4 0,0 0 0 0,1 1-10 15,0 0 5-15,0 0-5 0,-2 1 4 0,2-1-4 16,0 1 0-16,0-1 0 0,0 1-3 0,0 0 8 15,0 1 10-15,0-2-4 0,0 1 8 0,0 0 0 16,0 0-12-16,0 0 7 0,0 0-4 0,0-1 0 16,0 1 0-16,0-1 5 0,0 1 0 0,0-1-15 15,0 1 5-15,0 0-1 0,0 0-4 16,0-1 4-16,0 1 8 0,0 0-20 0,0-1-2 16,0 2-3-16,0-3-1 0,0 2 10 0,0 0 8 15,0-2 5-15,13 1-9 0,-13 2 4 0,0-1-13 16,0-2 8-16,0 2 1 0,0 1 0 0,0 0 4 15,6 0-4-15,-6 0 0 0,0-2 0 0,0 2 5 16,5 0-1-16,-5 0 1 0,1 0-10 0,0 0 0 16,0 0 1-16,-1 0-1 0,0 0 10 0,0-1 3 15,2 1-4-15,-2 0-8 0,0 0 7 0,0 0-11 16,0-1 4-16,3 1 8 0,-3 0-8 0,0 0 9 16,0-2-1-16,0 2-3 0,2 0-1 0,-2 0 0 15,0 0-4-15,0 0-1 0,0 0 9 16,0-1-8-16,2 1 7 0,-1-2-3 0,1 1-5 15,1-1 5-15,0 0-1 0,0-1 6 0,1 1-6 16,0 0 1-16,-1-1 4 0,2 0 1 0,-2 3 4 16,-1-1-9-16,-1 1-9 0,0-1 5 0,-1 1-5 15,2 0 9-15,-2 0 5 0,0 0 2 0,0 0 3 16,0 0 15-16,0 0-10 0,0 0 9 0,0 0-5 16,0 0-9-16,0 0 0 0,0 0 4 0,0 0 9 15,0 0-8-15,0 0 8 0,0 0-9 16,0 0-9-16,0 0-5 0,0 0 0 0,0 0-9 15,0 0 0-15,0 0 13 0,0 0-13 0,0 0 9 16,0 0-5-16,0 0-4 0,0 0 14 0,0 0-14 16,0 0 0-16,0 0 9 0,0 0-4 0,0 14 13 15,0-14-4-15,0 0-1 0,0 11 1 0,0-11-9 16,0 11 4-16,0-6 1 0,0 1-9 0,0 1 0 16,0 0 17-16,0 1-4 0,0 0 12 0,0 1 5 15,0 0-12-15,0 1-10 0,0 0 1 0,0 2 3 16,0 0 5-16,0 1 0 0,0-1-5 0,0 0 1 15,0 0 4-15,0 1 5 0,0 0-1 0,0-1 2 16,0 1-10-16,0 0 5 0,0-1-5 16,0 1-1-16,0-3 6 0,0 3-5 0,0-4 1 15,0 2 4-15,0-1 0 0,0 0-5 0,0 0 5 16,0-1-5-16,0 1 0 0,0-1-5 0,0 0 5 16,-17 1-5-16,17-2 0 0,0 2 10 0,0 0 0 15,0-2 10-15,0 2 4 0,0-2 1 0,0 0-5 16,0 2-9-16,0-1 4 0,0 0-5 0,0-1 9 15,0 1 1-15,0-1-18 0,0 2 8 0,0-3-4 16,0 1 0-16,0 1 3 0,0-1-3 0,0-1-9 16,0 0 4-16,0 1-4 0,0-1-1 15,0-2 13-15,0 1-12 0,0 0 3 0,0-3 6 0,0 2-6 16,0-1 10-16,0 0-5 0,0 0 0 0,0-1-4 16,0 0-1-16,0 1 10 0,17 0-9 15,-17-1 0-15,0 0 0 0,0 0-5 0,0-1 8 16,0 0-4-16,0 2 6 0,0-1-1 0,0 0-4 15,0-1 10-15,0 0-6 0,0-1-1 0,0 1-3 16,0 1-11-16,0-1 7 0,0-2-1 0,0 1 0 16,0 1 8-16,0-1-8 0,0 2-1 0,0-2 10 15,0 1-4-15,0-1 3 0,0 2 1 0,0-2-4 16,0 1-6-16,0-1 1 0,0 1-1 16,0 0 1-16,0 0 9 0,0-1-1 0,0 1 1 0,0 0 0 15,0 2-4-15,0-1-9 0,0 0 11 0,0 0-11 16,0 1 1-16,0 0 17 0,0 0-13 15,0 1 9-15,0-1 4 0,0 0-19 0,0 0 4 16,0-1 5-16,0 1-5 0,0 0 6 0,0-1 9 16,0-2-14-16,0 3 5 0,0-2 0 0,0 0 0 15,0 1 14-15,0-1-5 0,0 0 1 0,0 0-9 16,0-1 8-16,0 2-9 0,0-2 9 0,0-1-1 16,0 2-13-16,0-2 10 0,0 0-10 0,0 0 8 15,0 0 1-15,0 0 4 0,0 0 4 0,0 0-21 16,0 0-11-16,0 0-44 0,0 0-52 0,0 0-23 15,0 0-15-15,0 0-17 0,0 0-15 16,0 0 37-16</inkml:trace>
  <inkml:trace contextRef="#ctx0" brushRef="#br0" timeOffset="138110.91">6599 10157 321 0,'0'-2'18'0,"0"0"11"0,0 0 5 15,0 1 9-15,0-1-14 0,0 1-9 0,0 0 8 16,0-1-1-16,0 2-13 0,0-1 8 16,0 0-1-16,0 1-11 0,0 0 3 0,0 0-5 15,0 0-8-15,0 0 0 0,0 0 14 0,0 0-10 16,0 0-4-16,0 0 9 0,0 0-9 0,0 0 0 15,0 0 0-15,0 0 0 0,0 0 0 0,0 0-5 16,0 0 5-16,0 0 0 0,0 0-4 0,0 0 4 16,0 0 0-16,0 0-5 0,0 14 10 0,0-14-1 15,0 0-8-15,0 9 4 0,0-9 0 0,0 7-9 16,0-7 13-16,0 5-8 0,0-5 0 0,0 5 12 16,0-4-3-16,0 1-1 0,0-2-4 0,0 0 9 15,0 1 1-15,0-1 14 0,0 0 6 0,0 0-3 16,0 0-16-16,0 0-6 0,0 0-4 0,0 0-12 15,0 0 17-15,0 0-6 0,0 0 5 16,0 0 10-16,0 0-15 0,0 0 0 0,0 0-10 16,0 0-1-16,0 0 22 0,0 0-6 0,0 0-5 15,0 0 0-15,0 0-5 0,0 0 0 0,0 0 10 16,0 0 0-16,0 0-5 0,0 0 6 0,0 0 4 16,0-17-5-16,0 17-5 0,0 0-6 0,0 0 1 15,0 0-5-15,0-11 15 0,0 11 5 0,0 0-10 16,0 0 5-16,0 0-10 0,0-7 0 0,0 7 0 15,0 0-1-15,0 0 1 0,0 0 0 0,0 0-1 16,0 0 6-16,0 0-10 0,0 0 4 16,0 0 1-16,0 0-5 0,0 0 5 0,0 0 5 15,0 0 0-15,-18 16 0 0,18-16 0 0,0 0-5 16,0 16 5-16,0-16 0 0,0 17 0 0,-12-8 1 16,12 2-6-16,0 1-6 0,-10 0 11 0,10 1-5 15,-7-1 10-15,4 2 13 0,-4-4-13 0,4 2 6 16,-2 0-17-16,0-3 6 0,1 1 0 0,0-1-6 15,0-1 6-15,0 0-5 0,1 0-1 0,0-1 6 16,-1-2 10-16,2 0 1 0,2-1-6 0,-2-1-5 16,2 0 0-16,-1-2-5 0,1 1 5 0,0-2 0 15,0 0-5-15,0 0 5 0,0 0 11 0,0 0 0 16,0 0 0-16,0 0-5 0,15 0-11 0,-15-18 5 16,0 18-16-16,19 0 16 0,-19-16 6 15,18 16-12-15,-9-13 12 0,3 13-11 0,0-12 5 16,0 12 12-16,1-10-12 0,-1 10 1 0,0-6-7 15,2 4-5-15,-2 2 11 0,-1-3 0 0,0 3 0 16,-2 0 5-16,1 0-11 0,-2 0-5 0,0 0 10 16,0 0-10-16,0 0 22 0,-1 0-6 0,1 0-16 15,-2 0 11-15,-1 0-11 0,1 16 11 0,-3-16 5 16,1 0-11-16,-4 16 12 0,2-16-12 0,-2 16 11 16,1-7 0-16,-1-1 0 0,0 2 6 0,0-1-12 15,0 2 1-15,0 0-5 0,0-1 4 16,0-1 1-16,-18 1 5 0,18 1-5 0,0-2 5 0,-21 1 0 15,21-1-11-15,-18 1 11 0,18 0-5 16,-17-1-5-16,5 0 10 0,1 0-5 0,-1 1 10 16,1 0-1-16,-1-1-4 0,0 1 0 0,-2 0-10 15,1-2 10-15,1 1 5 0,1-1 5 0,-1 0-5 16,1-2-5-16,2 0 9 0,-2-1-14 0,3-1 5 16,2 0 5-16,-1-1-9 0,0-2 13 0,2 1 1 15,1-2-10-15,1 0 5 0,0 2 0 0,0-2-10 16,1 0 5-16,1 0-9 0,0 0-6 0,-1 0-40 15,0 0-26-15,1 0-17 0,0 0-22 16,0 0 22-16,-1-14 1 0,1 14-36 0,-1 0 20 16,1-11 23-16</inkml:trace>
  <inkml:trace contextRef="#ctx0" brushRef="#br0" timeOffset="138731.16">6552 10190 90 0,'0'0'-7'0,"0"0"2"0,0 0 1 15,0 0 4-15,0 0 4 0,0 0 0 0,0 0 1 16,0 0 1-16,0 0 9 0,0 0 2 16,0 0 4-16,0 0 8 0,17 0-8 0,-17 0 0 15,0 0-2-15,19 0-2 0,-19 0 12 0,14 0-4 16,-14-15 1-16,15 15-10 0,-9 0-2 0,0 0 6 16,-1-10-5-16,0 10 8 0,-2 0-7 0,2 0-5 15,-3-7 7-15,-1 7-7 0,0 0-1 0,0 0 7 16,0 0-8-16,-1 0 0 0,0 0-4 0,1 0-5 15,-1 0-9-15,1-2 1 0,0 2 8 0,1 0-9 16,-1 0 18-16,2 0-5 0,2 0-4 0,1 0 8 16,1 0-8-16,-2 0-4 0,5 0 4 15,-1 0-4-15,1 0 9 0,0 0 12 0,0 0 0 16,0 0-5-16,-2 0-3 0,1 0-5 0,-2 16-8 16,-1-16 4-16,-1 0 0 0,0 0-8 0,-1 0 8 15,2 9 0-15,0-9 4 0,0 0 5 0,-1 0-5 16,0 0-3-16,0 0-6 0,1 4 10 0,-2-4-5 15,1 0 13-15,0 0-14 0,0 0-40 0,-1 0-16 16,1 0-54-16,0 0-34 0,-3 0 35 0</inkml:trace>
  <inkml:trace contextRef="#ctx0" brushRef="#br0" timeOffset="139120.7">6986 10180 410 0,'2'0'-4'0,"-2"0"4"0,2 0-4 15,-2 0-5-15,0 0 4 0,1 0-4 16,-1 0 8-16,0 0 10 0,0 14 0 0,0-14 14 16,0 13-9-16,0-3 4 0,0 1 8 0,0 1-17 15,0 3 18-15,0-1-5 0,0 3-15 0,0 0 18 16,-16 2-10-16,16 1 1 0,0 1 8 0,0 1-1 16,-12 0-13-16,12 1 3 0,-7-2 0 0,7 2-13 15,-7-3 14-15,2-1 1 0,0-1-5 0,1-1 1 16,-1-1-6-16,1-2-10 0,-1 0 5 0,0 0-5 15,-1-3 5-15,4 0 5 0,-3-1-28 0,3-4-7 16,-1 1-27-16,1-1-23 0,-1-2 9 16,1-4-37-16,1 2-18 0,0-2 18 0</inkml:trace>
  <inkml:trace contextRef="#ctx0" brushRef="#br0" timeOffset="139646.82">7260 10236 274 0,'6'-2'4'0,"-3"1"-3"16,-1 0-8-16,-1 1 8 0,0 0-5 0,-1 0 8 16,0 0 8-16,0 0-9 0,0 0-2 15,0 0 5-15,0 0 15 0,0 17 4 0,0-17 10 16,0 0-1-16,0 15-4 0,0-15-10 0,-15 12 0 15,15-12-10-15,0 16-4 0,0-9 7 0,-15-1-8 16,15 1 1-16,-12 1-5 0,4-1-3 0,-2 1-1 16,-2 0 4-16,-2 1 4 0,2 2 1 0,-2 0 3 15,-2-1-3-15,-1 0-10 0,1 1 0 0,-1-1 5 16,2-1 0-16,-1-1-1 0,2 0 0 0,-2 1-3 16,4-4-10-16,2 2 9 0,0-1-4 0,1-1 16 15,2-2 5-15,2 0-8 0,-1-1 3 0,3-1-17 16,0 0 9-16,2-1 0 0,0 0 1 0,1 0-1 15,0 0 0-15,0 0 4 0,0 0-4 16,0 0-1-16,0 0 1 0,0 0-8 0,0 0 7 16,0 0 1-16,0 0-8 0,15-13 12 0,-15 13-9 15,0 0 1-15,0 0 4 0,9 0-13 0,-9 0 9 16,8 0-4-16,-8 0 9 0,10 0 0 0,-4 0-1 16,0 17 9-16,0-17-8 0,1 0 16 0,1 20-8 15,1-20 1-15,-1 17 7 0,0-17-7 0,1 17 3 16,0-9 0-16,1 1-4 0,1-1 4 0,-1 1-1 15,0-1-3-15,2-1-9 0,-2 0 0 0,-1 1 0 16,2-1-4-16,-2-1 4 0,-1 0 1 16,0 0 7-16,-2-1 0 0,1-3-3 0,-2 2-5 15,-1-1-4-15,-1-2-30 0,2 1-27 0,-3-1-32 16,0-1-71-16,0 0 34 0</inkml:trace>
  <inkml:trace contextRef="#ctx0" brushRef="#br0" timeOffset="142175">9308 10393 368 0,'0'0'10'0,"0"0"0"0,0 0 10 15,0 0 9-15,0 0-4 0,0 0 7 0,0 0-4 16,0-16-8-16,0 16-11 0,0 0 10 0,0 0-5 16,18-13-9-16,-18 13 18 0,0 0-23 15,18-9 0-15,-18 9 13 0,18-5-13 0,-9 5 19 16,0-4 16-16,2 4 6 0,-1-2-5 0,3 1-24 15,0 0-1-15,1 1-16 0,-1 0 5 0,-1 0 11 16,4 0-17-16,-3 0 12 0,-2 0-12 0,2 0 0 16,-2 0 11-16,-1 0-16 0,-1 0 17 0,0 0-12 15,0 16 1-15,-3-16 10 0,-1 0-5 0,-1 15 11 16,-1-15 4-16,-1 10-10 0,-1-10 0 0,-1 14 10 16,0-8-21-16,0 4-5 0,0-3 16 0,0 3-1 15,-20 0 6-15,20 0 4 0,-19 1-19 0,19-1-6 16,-20 1-4-16,20-1 15 0,-19 1 0 15,7-1-5-15,2 0 5 0,1-1-1 0,-2-1 1 16,4 1 4-16,0-1 1 0,-1 0-10 0,-1-1 9 16,3 0-13-16,0 0-1 0,1 0 5 0,1 0 0 15,1-1 9-15,1 0 6 0,-1 0-15 0,3-1 0 16,0-1 6-16,0 0-6 0,0 0 14 0,0 0 1 16,0-1-10-16,19-1 5 0,-19 2-5 0,0-2 5 15,20-1 9-15,-20 1-14 0,16 1 15 16,-16-1-5-16,20-2-5 0,-12 3 10 0,1-3-2 0,1 0-7 15,1 0 3-15,-1 0 5 0,0 0-9 0,0 0 4 16,0 0 0-16,1 0-8 0,-2 0-1 0,-1 0-4 16,0 0-5-16,-3 0 5 0,1 0-1 0,-2 0 15 15,-1-11-5-15,-1 11 4 0,-1 0-4 16,1 0-5-16,-2 0 10 0,1 0-24 0,0 0-46 16,0 0-39-16,1 0-43 0,-1-8-45 0,0 8 14 15,1-6 34-15</inkml:trace>
  <inkml:trace contextRef="#ctx0" brushRef="#br0" timeOffset="142670.85">9792 10488 260 0,'3'0'14'0,"0"0"7"0,-1 0 18 15,-1 0 10-15,1 0-4 0,-2 0 11 0,0-12-13 16,0 12 6-16,0 0-5 0,0 0-2 0,0 0-17 16,0 0-20-16,0 0 5 0,-15 0-11 0,15 0 1 15,0 0 5-15,-14 0-11 0,14 0-9 0,-14 0 21 16,6 0-1-16,-2 17-9 0,-1-17 4 0,2 0-6 16,-2 17 6-16,2-17-4 0,-1 13 9 0,0-5-14 15,1 1 4-15,1 0 9 0,1-1-8 0,0 0 8 16,1-1-12-16,0 1 12 0,3 1 0 0,1-1 0 15,0 0 1-15,2 0-9 0,-1 1 0 16,1-1 0-16,0 1 13 0,0-1-5 0,0-2 0 16,25 2 0-16,-25-2-9 0,19 0 15 0,-19-3 0 15,29 1 10-15,-14-1-15 0,2-1-15 0,1-2 15 16,0 0-20-16,2 0 20 0,-1 0 5 0,-1 0-9 16,-1 0 9-16,-2 0-10 0,1-18 0 0,-4 18 5 15,-1 0 0-15,-3-14 15 0,0 14 20 0,-3 0-1 16,-1-13 15-16,-2 13-14 0,0-10-1 0,-2 3-5 15,0 1-5-15,0-1 8 0,0 0-9 0,0-1 4 16,0-1-1-16,0 0-8 0,-23-1-4 16,23 0-9-16,-16 0-4 0,16-1 3 0,-17 1-9 0,17 1 1 15,-18 1 0-15,18 0-17 0,-17 1-43 16,10 1-41-16,1 1-50 0,6 2-9 0,-9 0 15 16,6 1 14-16,1 1-4 0,-2-1-3 0,2 1 32 15</inkml:trace>
  <inkml:trace contextRef="#ctx0" brushRef="#br0" timeOffset="143108.1">10200 10340 379 0,'1'0'11'0,"1"0"14"0,-2 0 5 15,1 0 10-15,-1 0-15 0,0 13-19 0,1-13 4 16,0 0-19-16,-1 0 10 0,2 0 22 15,-2 11-17-15,0-11 13 0,0 13 4 0,0-4-8 16,0 3 12-16,0 1 6 0,0 2 11 0,0 2-4 16,0 1 15-16,0 1 1 0,0 1-3 0,0 2-5 15,0-1-10-15,0 0-2 0,0-1-13 0,0 1 5 16,0-1-10-16,0-1-1 0,0-2-1 0,0 0-4 16,0-3-8-16,0 1 13 0,0-3-13 0,0-1 1 15,-18 0 12-15,18-1-22 0,0-1 16 0,0-1-5 16,-16-2 3-16,16 0-16 0,0-1-42 0,-12 0-40 15,12-3-57-15,-9-1-15 0,9-1 7 0,-7 0 14 16,2 0-3-16,-1 0 13 0,2 0 27 0</inkml:trace>
  <inkml:trace contextRef="#ctx0" brushRef="#br0" timeOffset="143463.18">10398 10479 474 0,'2'0'-4'0,"0"0"9"0,-2 14 1 0,0-14 13 15,0 0-5-15,0 0 3 0,0 0 5 0,0 0-18 16,0 0-4-16,-17 0-4 0,17 0 1 0,0 0 20 16,-18 0 9-16,18 0-12 0,-16 0-10 15,7 0-8-15,0 0-4 0,0 0 8 0,1 0-4 16,-1 0-1-16,-2 0 1 0,4 0 0 0,1 0 16 15,-1 0-7-15,-1 16 3 0,1-16 1 0,3 0 0 16,-3 19 4-16,4-19 9 0,-1 16 0 0,2-7 7 16,-1 3 6-16,3-2 11 0,0 2 8 0,0 0 1 15,0 1 2-15,0 0 0 0,21 0-1 0,-21 0-8 16,18 0-11-16,-18-1-6 0,23 1-9 0,-9-2 5 16,1 1-2-16,2 0-7 0,-2-1-5 0,2-2-12 15,1 0 3-15,-3 0-3 0,1-2 2 0,-2-1-33 16,-2-2-74-16,0 0-72 0,-2-2-49 0,-3-1-41 15,-1-1 42-15,-4 0 77 0</inkml:trace>
  <inkml:trace contextRef="#ctx0" brushRef="#br0" timeOffset="146778.91">2311 10822 322 0,'0'0'10'0,"0"0"14"0,0-2 13 0,0 1 17 15,0 1-9-15,0 0-1 0,0 0-14 0,0 0-5 16,0 0 8-16,0 0-12 0,0 0 3 0,0 0-6 15,0 0-4-15,0 0 15 0,0 0-4 0,0 0-10 16,0 0 5-16,0 0-10 0,0 0-5 0,0 0 5 16,0 0-11-16,0 0-3 0,0 0-1 0,0 0 5 15,0 17-10-15,-19-17 11 0,19 15 9 16,0-15 0-16,-17 23 0 0,17-10-9 0,-17 1 5 0,17 1-20 16,-15-1 15-16,15-1-6 0,-15 2-4 0,15-1 10 15,-7-1-10-15,7 0 9 0,-5-2-4 16,5 1-1-16,0-1 11 0,0-1 0 0,0-2 0 15,0 2 11-15,0-3-16 0,0-2-1 0,0 0-5 16,0 0-11-16,0-2 21 0,0 1-10 0,14-3 16 16,-14 1 6-16,0-2-11 0,0 1 5 0,0-1-1 15,0 0-9-15,0 0-1 0,8 0 5 0,-8 0-9 16,0 0 9-16,0 0 6 0,0 0-6 0,5 0 0 16,-3 0 0-16,0-13 0 0,2 13-6 0,-1 0 1 15,2 0 0-15,1-10-7 0,1 10 7 16,0 0-1-16,0-10 0 0,0 10-4 0,1-5-1 0,-1 3-4 15,1-1 4-15,0 0 6 0,-1 0-6 16,-1 2 6-16,0 0-5 0,0-1 5 0,-1 2-1 16,0-1-4-16,-2 1 5 0,1 0 0 0,0 0-10 15,-1 0 10-15,1 0-5 0,-2 0-11 0,3 0 22 16,-1 0-11-16,0 0 15 0,0 14 6 0,2-14-10 16,-1 0-1-16,0 15-20 0,0-15 6 0,2 14 5 15,-2-14 9-15,1 12 5 0,0-5 0 0,-1-1-6 16,1 1-5-16,-1 0 1 0,-1 0-6 0,-1 1 0 15,0-1 16-15,-1 1-16 0,-2 1 15 0,0-1-4 16,0 0-10-16,0 2 20 0,0 1-11 16,0-3 15-16,0 1-10 0,0 1 1 0,-16 0-1 15,16-1-4-15,0-1 5 0,-20-1 14 0,20 0-1 16,-13 1 1-16,13-2 9 0,-15 0-9 0,15 0-1 16,-16 1 3-16,6-2-4 0,2 0-5 0,-1 1 6 15,-1-2-1-15,0 0 12 0,1-1 7 0,-1 0-5 16,1 1 1-16,3-1-16 0,-2-2-6 0,0 0-15 15,2 1 0-15,1-2 3 0,0 1-5 0,-1 1 5 16,1-2 2-16,-1 0-5 0,4 0 4 0,-3 1 1 16,2-1-51-16,1 0-30 0,0 0-52 0,0 0-36 15,1 0 20-15,0 0-1 0,-1 0 31 0,1 0 10 16,-1 0-13-16,2-16-9 0,-1 16 16 0</inkml:trace>
  <inkml:trace contextRef="#ctx0" brushRef="#br0" timeOffset="147264.69">2306 10836 246 0,'0'-3'11'15,"0"0"13"-15,0 0 15 0,2 0 9 0,-2 1 1 16,0-1-13-16,1 1-14 0,-1 2-9 16,0 0-8-16,0 0-4 0,0 0 0 0,0 0 11 0,0 0-11 15,0 0 7-15,0 0 0 0,0 0-12 16,0 0 4-16,0 0-12 0,0 0 12 0,0 0 4 16,0 0 0-16,0 0 17 0,21 0-5 0,-21 12 1 15,17-12 12-15,-17 0-4 0,21 0-13 0,-10 0 1 16,2 7-9-16,0-7 0 0,-1 0 0 0,1 0-4 15,-1 0 4-15,2 0-8 0,-2 0 8 0,3 0 0 16,-4 0-8-16,-1 0 13 0,0 0-9 16,0 0 4-16,-1 0 0 0,2 0-46 0,-3 0-25 0,0-14-29 15,0 14-50-15,1 0 14 0,-2-12 31 0</inkml:trace>
  <inkml:trace contextRef="#ctx0" brushRef="#br0" timeOffset="148033.03">2747 10990 183 0,'0'0'18'16,"0"0"11"-16,0 0 4 0,0 0 20 15,0 0-5-15,0 0 5 0,0 0 4 0,0 0-9 0,0 0 8 16,0 0 0-16,0 0 7 0,0 0-4 0,0 0-2 16,0 0-20-16,-12 0-11 0,12 0 0 15,0 0-26-15,0 0 10 0,-10 0-5 0,10 0-6 16,-6 0 1-16,6 0-10 0,-8 0 5 0,3 0 0 16,0 0 6-16,-2 0-1 0,0 0-5 0,0 0 6 15,-1 17-10-15,-2-17 0 0,1 16-5 0,0-16 0 16,-1 20 16-16,-3-6 5 0,3-3 4 0,-1 3-1 15,1-4-11-15,0 2 4 0,0-1-9 0,1 0-5 16,2-2 5-16,4 0-5 0,-1-2 10 0,2 3 0 16,1-3-5-16,0 1 11 0,1-1-6 0,0 0 6 15,0-2-6-15,0 2-14 0,0 0 14 0,0 1-9 16,0 0 19-16,18 1 6 0,-18 0-6 0,0 0 0 16,16 0 1-16,-16-1-11 0,13 1-9 15,-13-3 15-15,15 0-10 0,-8 0 5 0,2-1 11 16,0-1-6-16,2-2-5 0,0-1 11 0,2-1-1 15,-1 0-6-15,1 0 6 0,3 0-5 0,-2 0 0 16,0-20-8-16,1 20-6 0,1-15-4 0,-3 15 14 16,1-17 10-16,-1 17-1 0,-1-17 1 0,-2 7-15 15,0 1 0-15,-3 0 0 0,1 1 21 0,-3-1-6 16,0 1 1-16,-1 0 5 0,-2-1 5 0,0 1 20 16,-1 0 6-16,-1-1 21 0,0 0 5 0,0 0-8 15,0-1-4-15,0 0-10 0,0 1-5 16,0-3 4-16,-17 0 0 0,17 0 5 0,0 1-22 15,-19-3-12-15,19 3-3 0,-14 1-10 0,14-1-4 16,-14 1-1-16,14 2 2 0,-11 0-6 0,11 1 9 16,-10 3-7-16,6-2-3 0,1 2-3 0,1 1-40 15,-1 0-51-15,1 1-60 0,0 0-63 0,1 0-26 16,0 1 16-16,1-1 21 0,0 2-2 0,0-2 62 16</inkml:trace>
  <inkml:trace contextRef="#ctx0" brushRef="#br0" timeOffset="148651.23">3119 11010 386 0,'1'0'6'0,"0"0"10"0,0 0 14 16,-1 0 1-16,0 0 7 0,0 0-10 0,0 0-13 16,0 0-6-16,0 0-17 0,0 0 8 0,-18 0 0 15,18 0 4-15,0 0 0 0,-17 0-13 16,17 0 1-16,-13 0-1 0,4 0 17 0,1 0 0 15,-1 15-4-15,1-15 0 0,-2 11-18 0,-1-11 9 16,2 15 13-16,-1-6-5 0,1 0 10 0,-2 0-4 16,1 2-18-16,0-2 5 0,1 1-8 0,1 0 9 15,-1 0 13-15,2 0-5 0,0-1-4 0,2 1-5 16,2 0-9-16,0-1 9 0,1 0 13 0,1-1 0 16,0 1 0-16,1 0 1 0,0 0-10 0,0 0-4 15,0 1 9-15,0-1-5 0,19 2 0 0,-19-2 1 16,0-1 3-16,21 2 1 0,-21-3-1 15,15 1 1-15,-15-1-5 0,20 0-4 0,-10-2 9 16,0 0 3-16,0 0-3 0,1-3 3 0,0-2-3 16,2 0-14-16,-1 0 5 0,0 0 0 0,0 0 8 15,-2 0 4-15,3-19 0 0,-3 19 5 0,-1 0-9 16,1-20 4-16,-3 20 5 0,-2-14 2 0,-1 14 15 16,-1-15 27-16,-1 6-3 0,0 1 0 0,-2 0-7 15,0-2-14-15,0 0-2 0,0 0-9 0,0-1-4 16,0 1 4-16,-18 0 0 0,18-2 6 0,0 1 7 15,-21-1-20-15,21 1-2 0,-18-1-2 0,6 1 0 16,3-1 3-16,-1 2-13 0,0 0-1 0,2 1-7 16,1 1-3-16,1 1-6 0,0 2-34 15,3 0-64-15,0 3-43 0,1 0-6 0,2-1-24 16,-2 2 8-16,2-1 43 0,0 2 20 0</inkml:trace>
  <inkml:trace contextRef="#ctx0" brushRef="#br0" timeOffset="149643.64">3373 11086 477 0,'4'0'9'16,"-1"0"-4"-16,-1-6-1 0,-1 6-8 0,0 0-5 15,0-5 4-15,-1 5-4 0,0 0 13 0,0 0-18 16,0 0 4-16,0 0 9 0,0 0 1 0,0 0 4 16,0 20 1-16,0-20-3 0,0 16-4 0,0-16 8 15,0 22 0-15,0-11-13 0,0 3 4 0,0 0 0 16,0 3 0-16,0-3 17 0,0 2-4 0,0-2-9 15,0 1-4-15,0-3-1 0,0 0-4 0,0-1 5 16,0-3-1-16,0-1 1 0,0 0 3 16,0-2 5-16,0 0-5 0,0-2 4 0,0 1 1 15,13 0-5-15,-13 0 5 0,0-2-5 0,0 1 0 16,10-1 8-16,-10 0-4 0,0-1-4 0,0 1 4 16,6-2-3-16,-6 0 0 0,0 0 7 0,3 0-3 15,-2 0-1-15,0 0 1 0,1 0-5 0,0-17 0 16,1 17 8-16,0 0 5 0,1-17-10 0,0 17 9 15,0-16-16-15,0 16 3 0,0-18-4 0,0 8 0 16,3-1 1-16,0 1-1 0,-1-1 17 0,0 1-13 16,1-1 5-16,-1 1-5 0,1 2-12 0,0 0 17 15,-2 1-5-15,-1 2-3 0,-1 0 8 0,0 3-17 16,-1 1 13-16,-2 1 0 0,1 0-5 0,0 0 10 16,-1 0-5-16,0 0 9 0,0 0 0 15,0 0 0-15,2 0-16 0,-2 21 3 0,0-21-5 16,0 15-3-16,0-15 21 0,0 21-8 0,0-21 0 15,0 20 0-15,0-8-8 0,0-1 3 0,0 0 1 16,0 1-1-16,-17-2 1 0,17 0 3 0,0 0 5 16,0-1-1-16,0-1 5 0,0 0-5 0,-10-2 0 15,10-1 0-15,0-2 0 0,0-1 0 0,0-1-4 16,0 0 0-16,0-1 4 0,0 0-12 0,0 0 8 16,0 0 0-16,0 0 0 0,16 0 8 0,-16 0-12 15,0-21 8-15,18 21-4 0,-18-13-9 16,17 13 17-16,-7-16-9 0,-1 16 1 0,2-17 12 15,1 9-21-15,-1-2 4 0,0 2 9 0,1-1-4 16,-2 1 4-16,-1 0-4 0,0 2-4 0,-3 1-5 16,-1 1 13-16,0 2 10 0,-3 2-10 0,-2 0 1 15,0 0 5-15,0 0 3 0,0 0 6 0,0 0 12 16,0 0 1-16,0 21-8 0,0-21-6 0,0 15-3 16,-17-15-10-16,17 20-5 0,0-9 5 0,-13 1-5 15,13 0-5-15,-11-2 5 0,11 3-6 0,-7-1 1 16,7 0 10-16,-9-1 0 0,5-1 1 15,4 1-1-15,-5-1-11 0,3-1 1 0,1-1 5 0,-1-1 0 16,2-1-9-16,0 1-15 0,0-3-16 0,0-1-14 16,0-1 6-16,0-1-10 0,0 1 2 15,0-2-8-15,0 0-14 0,19 0-19 0,-19 0 9 16,14 0 24-16</inkml:trace>
  <inkml:trace contextRef="#ctx0" brushRef="#br0" timeOffset="150194.84">3770 11330 286 0,'16'-15'31'16,"-2"1"15"-16,2 1 13 0,-3 0 2 0,1 0-28 15,-2 2-5-15,-1 0-5 0,-1 0 4 0,-2 2-8 16,-1 0-10-16,1 1 0 0,-1 0 0 0,-3 3 0 16,0-2 5-16,0 4-14 0,-2-1 0 0,0 4 0 15,-2-1-5-15,0 1 5 0,0 0 0 0,0 0 9 16,0 0-4-16,0 0 4 0,0 22 1 0,0-22 1 16,-16 18-1-16,16-18 6 0,-16 30-6 15,16-13 5-15,-19 2-4 0,19 0-7 0,-22-1-4 16,12 3 5-16,0-1 5 0,0 1-15 0,3-1 20 15,-3-2-15-15,3 0 0 0,0-1 10 0,2 2-20 16,0-4 5-16,1 0 6 0,0-1-1 0,1-4 10 16,1 0-10-16,2-3 5 0,0-2 5 0,0-2-4 15,0-3 9-15,0 0-4 0,0 0-1 0,0 0 0 16,0 0-5-16,21-20 5 0,-21 20-10 0,14-21-4 16,-14 7 3-16,21-2-4 0,-10 0 5 0,2-2 5 15,1-2-25-15,0 0 6 0,-1-1 5 16,3 0 0-16,-2 1 20 0,0-1-5 0,-1 1-10 0,-2 0 10 15,-1 2-10-15,-1 0 10 0,-1 1 1 16,-3 1-5-16,2 0 22 0,-4 3 40 0,1 0 34 16,-1 1 30-16,-1 2 5 0,-1 1-45 0,-1 1-23 15,1 2-32-15,-1 2-16 0,0 1 3 0,0 0-20 16,0 3-5-16,0-1-1 0,0 1-15 0,0 0 5 16,0 0 0-16,0 0-5 0,0 0 6 0,0 16 3 15,0-16 5-15,0 16 4 0,0-16 3 0,0 20 6 16,0-5-7-16,0 0 7 0,0 2-3 0,0 2 2 15,0 1 4-15,0 2-1 0,0 2 3 0,0 1-10 16,19 1 3-16,-19 2-5 0,18 0-2 16,-18 0 11-16,20-2 3 0,-11-1-2 0,2-1-2 0,-2-1 2 15,0-5-3-15,-1 0 6 0,-1-2-2 16,1-4-7-16,-2-2 6 0,0-1-2 0,-2-2-3 16,0-2-19-16,-2-2-64 0,-1 0-66 0,-1-2-41 15,1 1-23-15,-1-2 26 0,0 0 31 0,0 0 3 16,0 0-6-16,0 0 27 0</inkml:trace>
  <inkml:trace contextRef="#ctx0" brushRef="#br0" timeOffset="150407.32">3831 11526 1441 0,'-2'0'38'0,"2"0"9"16,0 0-1-16,0 0-4 0,0 0-47 0,0 0-3 15,20-21 2-15,-20 21 4 0,24-16 2 0,-10 16-10 16,5-17-2-16,0 17 4 0,1-11 8 0,3 11 3 16,0 0 6-16,-2 0-11 0,2 0 3 0,-2 0-16 15,-1 0-54-15,-2 0-57 0,-2 0-80 0,-1 0-34 16,-3 0 9-16,-2 0 17 0,-4 0 25 0,-2 0 51 16</inkml:trace>
  <inkml:trace contextRef="#ctx0" brushRef="#br0" timeOffset="155065.15">4280 8258 187 0,'0'0'12'15,"0"0"3"-15,0 0 8 0,0 0 12 0,0 0-12 16,-8 0 2-16,8 0-7 0,0 0-12 0,0 0 4 16,0 0-4-16,0 0-1 0,0 0 1 0,0 0-1 15,0 0 0-15,0 0 3 0,0 0-1 0,0 0-6 16,0 0 0-16,0 0-1 0,0 0 5 15,0 0 4-15,0 0 8 0,0 0 0 0,0 0-4 0,0 0 4 16,0 0-4-16,0 0 4 0,0 0 0 16,0 0-1-16,0 0-11 0,0 0-4 0,0 0-1 15,0 0-3-15,0 0 10 0,0 0-7 0,0 0 0 16,0 0-7-16,0 0 7 0,0 0-8 0,0 0 8 16,0 0 4-16,0 0-4 0,0 0 8 0,0 0-8 15,0 0 11-15,0 0-3 0,0 0 12 0,0 0 4 16,0 0-8-16,0 0 9 0,0 0 0 0,0 0-3 15,0 0 5-15,0 0-17 0,0 0-10 0,0 0 10 16,0 0-6-16,0 0 10 0,0 0-4 16,0 0-10-16,0 0 0 0,0 0-5 0,0 0 15 15,0 0-5-15,0 0-1 0,0 0 1 0,0 0-5 16,0 0 14-16,0 0-4 0,0 0 9 0,0 0 4 16,0 0-4-16,0 0-1 0,0 0-4 0,0 0-4 15,0 0-1-15,0 0 4 0,0 0-3 0,0 0-6 16,0 0 1-16,0 0-5 0,0 0 5 0,0 0-5 15,0 0-4-15,0 0 4 0,0 0-6 0,0 0 10 16,0 0-8-16,10 0 4 0,-10 0 5 0,0 0 0 16,7 0 4-16,-7 0-9 0,8 0-8 0,-5 0 8 15,-1 0 4-15,4 0 5 0,-1 0 4 0,-1 0-12 16,3 0-1-16,0 0 5 0,0 0-10 0,0 0 9 16,0 0-8-16,3 0 8 0,-2 0 12 15,1 0-16-15,-2 0 5 0,1 0-9 0,1 0 0 16,-2 0 4-16,0 0 4 0,0 0 1 0,1 0-4 15,-3 0-1-15,2 0 4 0,1 0-8 0,-3 0 8 16,2 0-5-16,-2 0 5 0,2 0 1 0,-1 0-10 16,0 0 6-16,-1 0-5 0,1 0 3 0,-1 0 1 15,1 0 13-15,2 0-13 0,-2 0 5 0,0-14-9 16,1 14-4-16,0 0 13 0,-1 0-5 0,1 0 8 16,-1 0-8-16,2 0 3 0,0-9-3 0,-2 9 0 15,1 0 4-15,-1-3-8 0,3 3 0 0,-2-3 4 16,-1 3 5-16,0 0-5 0,0 0 4 0,1-1-5 15,0-1 2-15,-2 2 0 0,2-1-5 16,-1 0 9-16,1-1-5 0,0 2 3 0,-1-2-3 16,1 2-3-16,2-1 3 0,-2 0 1 0,-1 0 3 15,0 0-8-15,0 0 0 0,0 1 4 0,1-2 4 16,-2 2 0-16,0-1 0 0,-1 1-8 0,1-1 0 16,0 1 4-16,-1-1-8 0,0 0 12 0,0-1-1 15,1 2 6-15,0 0 12 0,1-2-16 0,0 1 4 16,0 0-9-16,1 0 1 0,0 0 3 0,2-1 1 15,-1 0 3-15,0 2-16 0,0-2 8 0,1 0-8 16,-3 1 4-16,-1 1 3 0,1-1 5 0,-1 0 4 16,0 1-4-16,-2-1 3 0,0 1-7 15,-1 0-4-15,0 0-4 0,1 0 9 0,-1 0-4 16,0 0-2-16,1 0 13 0,-1 0-13 0,1 0 1 16,0 0 8-16,-1 0-8 0,1 0 9 0,1 0 7 15,-2 0-4-15,1 0-3 0,-1 0-5 0,0 0-5 16,-2 0 6-16,1 0 2 0,0 0 2 0,0 0-6 15,0 0-2-15,0 0 4 0,-1 0-2 0,0 0 2 16,0 0-1-16,0 0-8 0,0 0 13 0,0 0-6 16,0 0 5-16,0 0 4 0,0 0-8 0,0 0 9 15,0 0-5-15,0 0 0 0,0 0-12 0,0 0-36 16,0 0-47-16,0 0-32 0,0 0-9 0,0 0 7 16,0 0 29-16,0 0 11 0,0 0 3 15,0 0 17-15,0 0 6 0,0 0-11 0,0 0 5 16,0 0 10-16</inkml:trace>
  <inkml:trace contextRef="#ctx0" brushRef="#br0" timeOffset="155948.72">4764 8086 162 0,'-3'-4'5'0,"1"3"3"0,-1-3 10 0,1 2 5 16,1-1-1-16,-1 1 7 0,0 0-9 0,0 1 4 16,0-1 5-16,0 0-9 0,2 1-1 0,-1-1 8 15,0 0-20-15,0 1 24 0,1 0 3 0,-2 1-20 16,2-3 12-16,0 2-17 0,-2 0-3 0,2 0 7 16,-2 0-3-16,1-1-1 0,0 1-5 0,0 0 14 15,1-1 3-15,0 2-4 0,-3-1 9 0,1-1-17 16,2 2 9-16,-1-1 1 0,0 1-4 0,0-1 10 15,0 1 6-15,0-1 9 0,1 0 11 0,-1 1-5 16,1-1-11-16,0 1-5 0,0 0 4 0,0-1-10 16,0 1-1-16,0 0-4 0,0 0-10 15,0 0 5-15,0 0 0 0,0 0-1 0,0 0-5 16,0 0 5-16,0 0-9 0,0 0 0 0,0 0 1 16,0 0-4-16,0 0-1 0,0 0 4 0,0 0-4 15,0 0-5-15,0 0 13 0,0 0-16 0,0 0 8 16,0 0-4-16,0 0 0 0,0 0 7 0,14 0-7 15,-14 0 7-15,0 0-4 0,11 0-3 0,-11 0 4 16,11 0-4-16,-5 0-1 0,1 0 5 0,-1 15-5 16,2-15 5-16,0 0 0 0,0 0-2 0,-1 11-7 15,1-11 8-15,1 0 0 0,0 10 1 0,-1-10 8 16,1 7-6-16,0-7 6 0,0 6 0 16,0 0 5-16,0-2-9 0,-1-1-4 0,0 2-5 15,1-2 0-15,-1 2 5 0,-1-3-5 0,1 2 5 16,-1-1 4-16,0-2-4 0,0 3 5 0,0-2-2 15,0 1-4-15,2 1 5 0,-2-2-4 0,0 0 0 16,1 1 0-16,1 1-5 0,-2-2 5 0,-1-1-1 16,1 1 5-16,-1 0 0 0,1 1 0 0,-2 0-8 15,0-2-1-15,1 0 5 0,-4 1-4 0,2 0 8 16,-3-1 3-16,2 0-6 0,-2 0-5 0,-1 1 8 16,0-2-3-16,0 0 2 0,0 0 1 0,0 0-11 15,0 0 3-15,0 0 5 0,0 0-1 16,0 0-1-16,0 1 2 0,0-1-9 0,0 0 11 15,0 0 6-15,0 0-10 0,0 0 10 0,0 0-12 16,0 0 7-16,0 0-8 0,0 0 2 0,0 0 10 16,0 0-8-16,0 0 6 0,0 0-13 0,0 0 7 15,0 0-4-15,0 0 5 0,0 0 3 0,0 0-7 16,0 0 3-16,0 0 1 0,0 0 3 0,0 0-5 16,0 0-3-16,0 0-1 0,0 0 5 0,0 0 5 15,0 0 4-15,0 13-8 0,-17-13 6 0,17 0-4 16,0 14 0-16,-15-14 0 0,6 11-3 0,0-11 3 15,0 12-3-15,-3-5 4 0,-1 0-5 0,1 0-6 16,1 0 1-16,-2 0 6 0,1 0 0 16,-1 1 4-16,-2 0 3 0,1 1-12 0,-2-1 4 15,0 2-3-15,0 1-4 0,0-1 5 0,-1-1 4 16,2 1-1-16,0-2 4 0,4 0 4 0,1 0-8 16,2-2-1-16,2-3 5 0,1 0-24 0,3 1-46 15,2-2-33-15,0-1-48 0,0 1-6 0,0-1-1 16,0 2-21-16,0-2 18 0,21 1 30 0</inkml:trace>
  <inkml:trace contextRef="#ctx0" brushRef="#br0" timeOffset="157661.9">6367 8351 104 0,'8'-7'-3'0,"0"7"12"0,0 0 3 0,-3-6 4 15,0 3 11-15,0 1-7 0,0-2 1 0,0 2-3 16,-1-1 1-16,1 0 0 0,-2 0 1 0,0 0 3 15,0 0 4-15,-1-1-8 0,1 2-1 0,-2-2 13 16,0 1-8-16,-1 0 11 0,0 0-1 0,0 0-15 16,0 0 12-16,0 1-5 0,0 0 4 0,0 1 12 15,0-2-12-15,0 1 6 0,0 0-8 0,-15-1-21 16,15 1-2-16,0 0 6 0,0-2 0 16,-13 1 15-16,13 0-6 0,-9 2-14 0,9-3 0 15,-8 2-5-15,1 0-5 0,2 2 0 0,0-1 5 16,-2-1-5-16,0 2-4 0,-3 0 8 0,1 0-4 15,-1 0 5-15,-3 0 10 0,1 0-15 0,-2 0 0 16,0 0 5-16,0 0 0 0,-1 17 5 0,2-17-10 16,-2 0 0-16,2 12 5 0,0-12-5 0,1 8 15 15,1-8-11-15,-1 9-4 0,1-4 10 0,2 0-9 16,-3 0 4-16,3 0 0 0,-3 1-10 0,3 0 5 16,-1 1 1-16,0 0-1 0,-1-1 5 15,1 1-5-15,1 1 5 0,-1 0 5 0,2 0-1 0,-1 0 6 16,-1 1-5-16,3-1-10 0,0 2 1 0,-1-2 9 15,-2 3-5-15,3-1 5 0,0-2-5 0,-1 3-14 16,0-2 9-16,1-1-5 0,2 1 10 16,-1 0-5-16,4-1 1 0,-1 1 14 0,1-1-10 15,-1 0 10-15,3 1 1 0,-2-2-21 0,1 1 10 16,-1-1-5-16,2 1 0 0,-3-1 15 0,1 2-4 16,-1-4 14-16,1 3-14 0,1-2-11 0,0 1 16 15,1 0-10-15,0 0 5 0,0 0 25 0,0-2-15 16,0 2 0-16,0 0 6 0,0-1-26 15,0 1 4-15,0-2 2 0,0 2-2 0,0-2 11 0,14 2-5 16,-14 0-5-16,0 1 6 0,0-1 0 16,0-3-10-16,11 3 9 0,-11-3-5 0,8 2-7 15,-8-1 16-15,9 1-6 0,-4-1-5 0,2-1 11 16,-2 0-5-16,2 2 5 0,-3 1 4 0,4-3-9 16,0 2 5-16,-1-2-15 0,0 0 0 0,-1-1 18 15,4 2 5-15,-3-2 11 0,2-1-1 0,0 2-16 16,1-4-16-16,-1 2 4 0,3-1 10 0,3 0 4 15,-3-1 1-15,3 1-5 0,-2-1-5 0,1 0-5 16,2 0 6-16,-1 0 0 0,-1 0-1 0,2 0-3 16,-2 0 4-16,2-14-1 0,-2 14-4 0,2 0 9 15,-2-12-9-15,3 12 6 0,-3 0 4 0,2-14-13 16,-3 14 5-16,0-13 4 0,1 13-6 16,-3-12 12-16,2 7 12 0,-3-1 0 0,-1 0 12 0,1 0 25 15,-3-1 3-15,0 0 12 0,-2-2-5 16,0 3-14-16,1-2-16 0,-1-1-21 0,-3 0-2 15,2-1-14-15,-1 1 9 0,1-4-1 0,-1 1-3 16,1-3 1-16,0-2-3 0,-1 1 10 0,1-1 10 16,-1-2 6-16,-1 1-5 0,0-1-9 0,-2-2-12 15,0 3-4-15,0 0-24 0,0-1-51 0,-31 3-78 16,31 1-118-16,-37 4-49 0,9 1-7 0,-6 5-3 16,-6 3 114-16</inkml:trace>
  <inkml:trace contextRef="#ctx0" brushRef="#br0" timeOffset="159606.4">6600 7675 192 0,'2'-3'13'16,"-1"1"1"-16,-1 1 13 0,0 0 5 0,0 1-12 15,0 0 5-15,0 0-1 0,0 0-5 0,0 0 0 16,0 0-5-16,0 0-8 0,0 0-1 0,0 0 0 16,0 17-1-16,0-17 3 0,-15 12-5 0,15-12 1 15,0 20-5-15,-19-6-5 0,19 4 5 0,-15-2 8 16,15 4 8-16,-15 1-12 0,8 0 8 0,0 2-11 15,1-2 0-15,-3 1 11 0,4 0-4 0,-1 0 1 16,0-2-8-16,0-1 7 0,0-1-13 16,2-2 12-16,-1-1 0 0,0-2-9 0,3-2 17 15,-1-2-12-15,1-4-1 0,0-1 9 0,1-1-4 16,1-2 13-16,0-1 10 0,0 0-6 0,0 0 4 16,0 0-13-16,0 0-1 0,0 0-3 0,0-21-14 15,0 21 4-15,17-17 6 0,-17 17-10 0,0-24 4 16,18 11 5-16,-18-1-9 0,13 2 9 0,-13-2 10 15,15 0-9-15,-9 0 0 0,-1-1-9 0,0 1-9 16,-1-1 5-16,1-1 4 0,0 2 9 0,-3-1 4 16,2-1 0-16,-2 1-5 0,1 1-3 15,0 1-5-15,-1 0 4 0,-1 0-4 0,1 2 12 16,0 0 5-16,0 2-5 0,1 0 4 0,-1 1-2 16,-1 2-5-16,0 0 15 0,0 3 5 0,0 0-5 15,-1 1 0-15,0 2-15 0,0 0-15 0,0 0 4 16,0 0-8-16,0 0 8 0,0 0 6 0,0 0-9 15,0 0 4-15,0 0-5 0,0 16 11 0,0-16 4 16,0 14 5-16,0-14-15 0,0 19 0 0,17-9-5 16,-17 2 10-16,16 1 16 0,-16 2-15 0,21-1 20 15,-9 3-14-15,-1 1-12 0,1 1 22 16,0-1-10-16,1 2-1 0,0 0-1 0,-1 1-1 0,1-2-10 16,-3 0 15-16,0 1 0 0,2-3-4 15,-1 2-1-15,-2-2-10 0,0-3 10 0,-2 1 1 16,0-2-5-16,2-4 0 0,-1 0-26 0,-3-3-32 15,0-1-12-15,-2-2-26 0,0-2 6 0,-1 0-1 16,0 0-10-16,-2-1-6 0,0 0 15 0</inkml:trace>
  <inkml:trace contextRef="#ctx0" brushRef="#br0" timeOffset="159800.57">6522 8064 1014 0,'0'15'-9'0,"0"-15"-5"16,0 0 5-16,0 0 0 0,0 0 0 0,28 0 9 15,-28 0 1-15,32-19-10 0,-10 19 15 0,6 0-4 16,1-23-1-16,2 23-1 0,0-14-41 16,1 14-46-16,1-15-51 0,-1 15-22 0,-4-8-26 0,-3 8 31 15,0 0 47-15</inkml:trace>
  <inkml:trace contextRef="#ctx0" brushRef="#br0" timeOffset="178148.93">9100 8704 156 0,'0'0'5'0,"0"0"11"0,0-14 8 15,15 14 6-15,-15-10 5 0,0 10 4 0,0-8-5 16,7 8 2-16,-7-4-4 0,0 1-18 15,4 2 8-15,-4-1 0 0,0 1-1 0,2 0 10 16,-1 1-6-16,-1 0 5 0,0 0 0 0,0 0-11 16,1 0 6-16,-1 0-15 0,0 0 0 0,0 0 4 15,0 0-9-15,0 0 0 0,0 0 1 0,0 0 0 16,0 0-6-16,0 0 0 0,0 0-16 0,0 0 5 16,0 0 11-16,0 0 0 0,0 0 5 0,0 0 6 15,0 12-5-15,0-12 6 0,0 0 10 0,0 10-9 16,0-10 11-16,0 10-6 0,0-2 7 0,0-1 11 15,0 0-12-15,0 0 0 0,0 3-8 0,0 0-5 16,0 0 5-16,0 3 6 0,0-2 3 0,0 4 0 16,0 2 4-16,0 0 3 0,0 1-13 0,0 0 2 15,0 0-9-15,0 1 1 0,0-1 11 16,0-1 3-16,0 0-2 0,0 0 4 0,0-2-3 16,-13 1-4-16,13 0 8 0,0-3-9 0,0 3-4 15,0 0 0-15,0 0-8 0,0-2-4 0,0 1 2 16,0-1 2-16,0 0 2 0,0 0-3 0,0-1 1 15,0-1-5-15,0 0-1 0,0-1-2 0,0-1-4 16,0 0-1-16,0-1 4 0,0-1 4 0,0-1 1 16,0 0 0-16,0-1 0 0,0 0 2 0,0-1-2 15,0 0 7-15,0 0-7 0,0-1-3 0,0-1-4 16,0 1-2-16,10-1 1 0,-10-1-5 16,0 1 11-16,0-1-3 0,6-2 10 0,-6 1-5 15,0 0 0-15,0-1-2 0,0 0-5 0,0 0 7 16,0 1 3-16,0-1-3 0,0 0 0 0,0 0 3 15,0 0-4-15,0 0 0 0,0 0 0 0,0 0-1 16,0 0-15-16,0 0-21 0,0 0-24 0,0 0-43 16,0 0-23-16,0 0-25 0,0 0-11 0,0 0 18 15,-14 0 6-15,14-12 33 0,0 12-8 0,0 0-31 16,-9-11 25-16,9 11 17 0</inkml:trace>
  <inkml:trace contextRef="#ctx0" brushRef="#br0" timeOffset="179078.4">8956 9126 210 0,'-1'0'14'0,"0"0"6"16,-1 0 9-16,1-12 15 0,0 12-14 15,1 0 5-15,0 0-9 0,0 0-14 0,0 0 4 16,0 0-5-16,0 0-1 0,0-7 4 0,0 7 4 16,0 0-8-16,0 0 3 0,0 0-3 0,0 0-5 15,0 0 5-15,0 0-5 0,0 0 8 0,0 0-12 16,0 0 12-16,0 0-4 0,0 0-9 0,0 0 5 15,0 0-9-15,0 0 8 0,0 0-3 0,0 0 7 16,0 0 5-16,0 0-17 0,0 0 8 0,0 0 1 16,0 0-18-16,0 0 8 0,0 0 14 0,0 0-13 15,0 0 17-15,0 0 8 0,0 0-16 0,0 12 8 16,0-12-4-16,0 0-8 0,0 0 3 16,14 9 1-16,-14-9 5 0,0 7 4 0,0-7-4 15,12 6 0-15,-12-4-10 0,8 3 5 0,-8-2 6 16,9 3 5-16,-5-2 11 0,0 2-16 0,0-1 0 15,1 1 0-15,-1 0-6 0,2 0 16 0,-1 1 0 16,0 0-5-16,-1 1 1 0,3 0 0 0,-2 0 0 16,0 1 5-16,0 0 10 0,0 0-6 0,-2 0-10 15,4 0 10-15,-2 0-25 0,-1-1 15 0,0-1 5 16,0 3-15-16,0-3 10 0,0 1-19 0,0-1 0 16,1 1-5-16,0 0 9 0,-3-2 5 15,3 1-4-15,-2-2 3 0,0 0-4 0,-1 0 4 0,0-2-1 16,-1 0 6-16,0 0-9 0,0-2-5 0,-1 2 5 15,2-1-1-15,-1 0 0 0,0-1-5 16,1 0 10-16,-2-1-4 0,2 1-5 0,-1-1 13 16,-1 0-9-16,0 0 0 0,1 0 10 0,-1 0-10 15,0 0 5-15,0 0-5 0,0 0 5 0,0 0-5 16,0 0-4-16,0 0 8 0,0 0 0 0,0 0-4 16,0 0 5-16,0 0-10 0,0 0 7 0,0 0 12 15,0 0-4-15,0 0 5 0,0 0-14 0,0 0 0 16,0 0-2-16,0 0-3 0,0 0 8 0,0 0-4 15,0 0 5-15,0 0-10 0,0 0-10 0,0 0 11 16,0 0 4-16,0 0 14 0,0 0-5 0,0 0-2 16,0 0-7-16,0 0 0 0,0 0 19 0,0 0-13 15,0 0-9-15,0 0 17 0,0 0-19 16,0 0 10-16,0 0 5 0,0 0-24 0,0 0 9 16,0 0 3-16,0 0-3 0,0-17 9 0,0 17 3 15,0 0-4-15,0-15 3 0,0 15-10 0,15-14-2 16,-15 5 0-16,0 0 9 0,16-1 5 0,-16-1 3 15,14 2 8-15,-4-3 3 0,-3 1 1 0,3 0 2 16,-2-1-2-16,1 1-1 0,0 0-3 0,1 0 1 16,-2 0-5-16,0 1-7 0,0 1 4 0,-1 1-5 15,1 0-6-15,-3-1 1 0,1 2 1 0,-3 2-6 16,1-1 7-16,-2 2-11 0,-1 0 4 16,1 1 4-16,-2 0-10 0,0 2 6 0,0-1-20 15,1 2-46-15,-1-2-62 0,0 2-57 0,0 0-33 16,0 0 15-16,0 0 22 0,0 0 16 0,0 22 45 15</inkml:trace>
  <inkml:trace contextRef="#ctx0" brushRef="#br0" timeOffset="184569.94">9595 8874 73 0,'0'0'5'0,"0"0"-1"0,0 0 1 16,0 0 9-16,0 0-1 0,0 0-3 15,0 0-1-15,0 0 0 0,0 0-3 0,0 0 2 16,0 0 2-16,0 0-8 0,0 0 5 0,0 0 4 16,0 0 1-16,0 0 3 0,0 0 1 0,0 0-5 15,0 0 8-15,0 0 1 0,0 0-3 0,0 0 4 16,0 0 1-16,0 0-6 0,0-8-1 0,0 8 0 15,0 0 0-15,0-7 1 0,0 7 4 0,0-5-9 16,0 3 4-16,0 0 14 0,0-1 4 0,0 0 5 16,0 3 4-16,0-2-8 0,0 0 7 0,0 0 11 15,0 0-8-15,0 1 7 0,0 0-6 0,0 0 9 16,0 0-10-16,0 1 4 0,0 0-1 16,0 0-2-16,0 0 12 0,0 0-9 0,0 0 1 15,0 0-12-15,0 0-6 0,0 0 0 0,0 0-8 16,0 0 2-16,0 0-4 0,0 0 0 0,0 0-8 15,0 0-4-15,0 0 0 0,0 0-4 0,0 0 5 16,0 0-11-16,0 0-3 0,0 0-2 0,0 0-2 16,0 0 3-16,0 0 4 0,0 0 0 0,0 0 2 15,0 0 9-15,0 0-4 0,0 17 3 0,0-17-2 16,0 12-5-16,0-12-3 0,0 14 3 0,0-6 0 16,0 1 7-16,0 2-5 0,0-2-6 0,-11 3 3 15,11-2-7-15,0 2 11 0,-8-1 0 0,8 1-3 16,-6-2 5-16,6 3-7 0,-5-2-4 15,1-1 6-15,1 1-10 0,0 0 12 0,1-2-1 0,-2 3-6 16,2-3 5-16,1 2-8 0,-3 0 6 16,3 0 3-16,-2 0-1 0,1-1 4 0,0 1 1 15,-1 0-9-15,0-2 9 0,1 2-11 0,2 0 6 16,-2-1 9-16,2 0-10 0,0-1 10 0,0 1-17 16,-2 0 3-16,2 0 5 0,0 0-6 0,0-1 11 15,0-1-5-15,0 1-5 0,0-1 10 0,0 0-5 16,0-1 2-16,0 0-2 0,0-2-5 0,0 2 2 15,0-1-1-15,0 0 2 0,0 1 2 0,0 0-3 16,13 0 3-16,-13-1 11 0,0 1-4 0,0-1 0 16,0 0 0-16,7-1-8 0,-7-1-4 15,0 0 7-15,0-2-3 0,5 1 3 0,-5-2-2 16,2 2-2-16,0-2 0 0,0 0 1 0,-2 0 4 16,2 0 3-16,0-1-1 0,-1 0-3 0,1 1 1 15,-1-1 2-15,3 0 1 0,-1 2-3 0,1-2 3 16,1 0-3-16,1 0 3 0,0 0-2 0,3 0-4 15,-1 0 1-15,0 0 2 0,0 0-3 0,2 0 8 16,-1 0-9-16,1-15 3 0,0 15 9 0,-1 0-7 16,0-12 4-16,-1 12-6 0,0-11-4 0,0 11 1 15,-2-10 3-15,0 4-9 0,1 0-21 0,1 1-38 16,-1-2-37-16,1 0-30 0,1 0-21 0,-1 0-9 16,1-1 2-16,0 0 12 0,-1 2 12 0,-1-2 40 15,1 0 13-15,-3 1 5 0,1 0 2 16,0 2-47-16,-4 0 20 0</inkml:trace>
  <inkml:trace contextRef="#ctx0" brushRef="#br0" timeOffset="184957.41">9648 8508 733 0,'0'16'10'16,"-17"-16"1"-16,17 0-6 0,0 0 0 0,0 0-10 15,-11 0 0-15,11 0-16 0,0 0-12 0,0 0-33 16,0 0-29-16,0 0-12 0,0 0-28 0,0 0 12 15,0 0 30-15</inkml:trace>
  <inkml:trace contextRef="#ctx0" brushRef="#br0" timeOffset="186056.79">10072 9213 138 0,'1'0'-3'15,"-1"0"10"-15,0 0 5 0,2 0 12 0,-2 0 4 0,0 0-13 16,0 0 9-16,0 0-4 0,0 0 0 16,0 0 17-16,0 0-8 0,0 0-9 0,0 0 3 15,0 0 1-15,0 0-6 0,0 0-8 0,0 0 0 16,0 0-9-16,0 0 0 0,0 0 0 0,0 0 8 16,0 0-4-16,0 0 0 0,0 0 8 0,0 0-4 15,0 0 5-15,0 0-5 0,0 0 5 0,0 13-4 16,0-13 4-16,0 0 8 0,0 0 0 0,0 7 1 15,0-7-10-15,0 5 10 0,0-5-4 0,0 6-10 16,0-3 11-16,0 1 6 0,0 0-5 0,0-1 17 16,0 3-17-16,0-1-25 0,0 1 5 15,0 2-1-15,0-1 6 0,0 2 5 0,0-1 6 16,-10 2-11-16,10-2 0 0,0 2 1 0,0 1-6 16,-5-1 1-16,5 1 21 0,-3 0-6 0,3 1 6 15,-3-2 21-15,1 1-19 0,1 0 10 0,0-2-1 16,0 0-12-16,-1 0 1 0,2-1-6 0,-2 0-1 15,0-1-3-15,2-1 2 0,0 0-5 0,-2 0 1 16,2-2-5-16,0 0-5 0,-2-1 0 0,2 1-4 16,0-2-5-16,0 0 3 0,0 0 11 0,0-2-1 15,0 0 5-15,0 2-5 0,0-1-4 16,0-1-17-16,0 0-37 0,0 0-25 0,0 0-36 0,0 0-2 16,0 0-3-16,0 0-3 0,0 0-3 15,0 0-20-15,0-16 13 0,0 16 28 0</inkml:trace>
  <inkml:trace contextRef="#ctx0" brushRef="#br0" timeOffset="186402.54">10020 9285 165 0,'1'-3'4'0,"-1"-1"2"16,1-1 15-16,0 0 10 0,2 0-4 0,-3 2 18 15,3-1-15-15,-2-1 6 0,0 2-1 0,2-1-9 16,-3 2 4-16,0-1 4 0,2 1 13 0,-2-1-6 16,0 1 4-16,0 0 3 0,0 0 2 0,0 0 21 15,0 1 7-15,0 0-12 0,0 0 0 0,0 0-18 16,0 0-9-16,0 1-5 0,-14 0-14 15,14 0-10-15,0 0-5 0,0 0-1 0,0 0 0 0,-7 0 0 16,7 0 1-16,-8 0-7 0,1 20 7 16,-1-20 3-16,-3 16-2 0,1-16-9 0,-4 21-54 15,1-9-54-15,-4-1-27 0,0 3-20 0,-2 2 7 16,1-3 9-16,-3 2-21 0,1-1 34 0</inkml:trace>
  <inkml:trace contextRef="#ctx0" brushRef="#br0" timeOffset="205928">11781 8325 266 0,'0'0'9'0,"0"0"6"16,0 0 5-16,0 0 10 0,0 0 0 0,0 0 0 15,0 0 0-15,0 0 0 0,0-14 4 0,0 14-10 16,0 0 5-16,0 0 4 0,0 0-19 0,0-10 9 16,0 10 4-16,0 0-18 0,0-8 5 0,0 8 5 15,0-4-13-15,0 2 9 0,0 0 1 0,0 0-11 16,0 1 1-16,0 1-1 0,0 0-5 0,0 0 6 16,0 0 10-16,-16 0-22 0,16 0 12 0,0 0-1 15,0 0-16-15,0 0 27 0,0 0-22 0,0 0-10 16,0 0 21-16,0 0-15 0,0 18 26 0,0-18 0 15,0 18-21-15,0-5 16 0,0 3-16 16,0 2 16-16,0 3 16 0,0 3-31 0,0 1 17 16,0 1-1-16,16 2-14 0,-16-2 20 0,0 0-5 15,11 1-15-15,-11-2 15 0,0-4 6 0,11 1-17 16,-11-4 5-16,10 0-11 0,-10-4-5 0,7 0 22 16,-3-5 1-16,0-1-2 0,-2-2 1 0,1-2-2 15,-1 0-5-15,-1-3 0 0,0-1 11 0,-1 0-11 16,0 0-5-16,0 0 5 0,0 0 0 0,0 0 1 15,0 0 11-15,0 0 4 0,0 0-4 0,0 0 4 16,0 0 0-16,0 0-6 0,0 0-11 16,0 0 4-16,0 0-6 0,0-17-5 0,0 17 9 15,0-16-8-15,-19 16 3 0,19-23-1 0,0 12-9 16,-15-4 1-16,15 1 14 0,0 0-14 0,-15-2 14 16,15 0-7-16,-12-3-8 0,12 0 13 0,-11-1-10 15,11-2 7-15,-7-2-6 0,3 2 7 0,2-1 8 16,0-1-17-16,-1 0 1 0,3 2 0 0,0 2-8 15,0-1 18-15,0 1 3 0,0 2-8 0,0-1-3 16,0 2 3-16,0 0-7 0,18 0 8 0,-18 2 5 16,0 0-10-16,23 1 5 0,-23 0-7 0,15-1-2 15,-15 1-4-15,19-1 10 0,-11 1-1 0,1 0-5 16,2 1 15-16,-1-2-5 0,-1 3-1 0,2 3 5 16,-3 0-6-16,2 3-4 0,0 2-1 15,0 1 4-15,-1 1 5 0,-1 2 0 0,4 0-6 16,-3 0-4-16,5 0-5 0,-3 0 5 0,7 18 16 15,-4-18-1-15,4 0 4 0,-1 16-8 0,1-16-5 16,-2 0-1-16,0 14 4 0,-3-14 1 0,1 8 8 16,-5-8-7-16,-1 8-5 0,0-8 10 0,-4 10-1 15,-4-6 13-15,0 3-5 0,0 3-9 0,0 0-13 16,-20 1-20-16,20 3-24 0,-31 1-38 0,12 2-43 16,-1-2-13-16,-2 0-18 0,-1-1-8 0,1 0 6 15,-3-2 28-15</inkml:trace>
  <inkml:trace contextRef="#ctx0" brushRef="#br0" timeOffset="207251.13">12246 8540 472 0,'4'4'-9'16,"-1"1"4"-16,-1-4 0 0,0 1-5 0,0-2 9 16,0 0-3-16,0 0-1 0,3 0 6 0,-3 0 8 15,5 0-8-15,-2 0 4 0,2 0-5 0,1 0 1 16,0 0 5-16,0 0 9 0,1 0 0 0,0 0 0 16,0 0 5-16,0-15-4 0,-2 15 8 15,0 0-9-15,0-12 14 0,-1 12-10 0,-1-10-5 16,-1 10 21-16,-2-12-20 0,0 12 0 0,-2-13 11 15,0 7-15-15,0 1 16 0,0-2 1 0,0 0 4 16,0 0-10-16,0 0-17 0,0 1 16 0,-19 0-6 16,19-2 5-16,0 1-10 0,-23 0-11 0,23 1-9 15,-20 1-6-15,8-1 16 0,2 2-1 0,-4 3-4 16,3-1 5-16,1 2-15 0,0 0 4 0,0 0 1 16,4 0-5-16,-3 19 15 0,4-19-15 0,-2 19 0 15,3-19 10-15,0 22 5 0,-3-9 6 0,7 0 0 16,-1 1-5-16,1 1-1 0,0 0 1 0,0 1 0 15,0 1-5-15,0-1 5 0,19 2 1 16,-19-1-1-16,18 0 11 0,-18 1-16 0,19-2 12 16,-5 0 5-16,-2-1-11 0,1-3 4 0,3-3-11 15,-1 1-7-15,-1-3 17 0,-1-1 1 0,1-3 0 16,1 0 0-16,-2-1-12 0,-1-2 1 0,2 0 12 16,-5 0 6-16,0 0 6 0,-1 0-1 0,0 0-13 15,-2 0-6-15,1 0 5 0,0-20-6 0,0 20 7 16,-1-17-6-16,1 17-1 0,0-21 12 0,1 8-6 15,-2 1 5-15,0 1-10 0,-2-3-11 16,1 4 5-16,1-2 6 0,-5 3-4 0,3-3 9 16,-1 3-5-16,-1-1-5 0,0 3 15 0,0-1-9 15,0 2 0-15,-2 0 5 0,0 2-26 0,0 4 15 0,0-1 1 16,0-1-1-16,0 2 11 0,0 0-33 16,0 0-1-16,0 0 2 0,0 0-1 0,0 0 28 15,0 0 5-15,0 17-10 0,0-17 5 0,0 0 0 16,0 19 1-16,0-19-7 0,0 15 7 0,0-15 5 15,0 16-11-15,0-7 5 0,0 0 0 0,0 0-11 16,18-1 12-16,-18-2 11 0,16 2-18 0,-16-1 6 16,18-2-5-16,-7 0-1 0,0-1 13 0,1-2-7 15,-1 0-7-15,0-2 7 0,-2 0 0 0,2 0 6 16,-2 0 6-16,1 0-6 0,-3 0 5 0,3 0-17 16,-1-20 17-16,3 20-6 0,-3 0-11 15,1-18 12-15,2 18-7 0,-3-16-5 0,-1 16 11 16,2-15-5-16,-3 15-1 0,1-15 6 0,-1 7-5 15,-1 3 5-15,0-3-5 0,0 1 5 0,-1 2-6 16,-1 0 2-16,3-1-12 0,-4 2 5 0,-1 1 6 16,2 0 0-16,-2 2 11 0,1-1-11 0,-3 1-6 15,0 1-5-15,0 0-17 0,0 0 6 0,0 0 16 16,0 0-5-16,0 0 16 0,0 0-5 0,0 0-11 16,0 20 23-16,0-20-18 0,0 0 12 0,0 19-6 15,0-19-6-15,0 15 12 0,0-15-11 0,0 18 11 16,0-11-12-16,15 2-6 0,-15-2 18 0,0 1-12 15,12 0 0-15,-12-3 12 0,11 3-12 16,-11-3 6-16,11 0 7 0,-6-1-7 0,1 1 6 16,1-3 0-16,-1 0 0 0,2 0 1 0,0-2-1 15,1 0-13-15,0 0 13 0,-1 0-6 0,2 0 0 16,1 0 12-16,-1 0-7 0,-2-20 13 0,3 20-30 16,-1 0 5-16,-1-20-10 0,2 20 5 0,-2-17 29 15,2 17-23-15,-2-17 12 0,1 10-6 0,-2-3-12 16,3 1 23-16,-4 0-6 0,0 1-5 0,0 0 0 15,-1 0 6-15,-1 2-6 0,-1 0 0 16,1 3 11-16,-3-1 0 0,1 3 11 0,-3 0 11 0,0 1-11 16,0 0 0-16,0 0-11 0,0 0-16 15,0 0 10-15,0 0-9 0,0 0 10 0,0 0 5 16,0 15 0-16,0-15 1 0,0 0 6 0,0 18-2 16,0-18 3-16,0 17-2 0,15-8-9 0,-15 0 5 15,0 2 0-15,18-1-6 0,-18 1-1 0,16 0 2 16,-16-3-12-16,16 2 12 0,-6-4 5 0,-1 2-1 15,1-3-4-15,-1 0-1 0,-1-2 4 0,2-1-11 16,-1 0 11-16,2-2-29 0,-2 0-81 0,0 0-34 16,0 0-47-16,3-19-48 0,-4 19 43 0,1-19 38 15</inkml:trace>
  <inkml:trace contextRef="#ctx0" brushRef="#br0" timeOffset="208163.22">13446 8640 450 0,'-6'8'-1'0,"6"-4"1"0,0 0-5 16,0-3 4-16,0-1-3 0,0 0 14 0,21 0 0 16,-21 0-14-16,25-20 10 0,-25 20-9 0,29-16 0 15,-11 16 5-15,0-24-1 0,3 11-12 0,-2-3 8 16,4-1 5-16,-3-1-5 0,0 0 9 0,1-1 0 15,-3-1 0-15,-1 2 7 0,-1-1-3 0,-2-3-5 16,0 3 3-16,-4-3-7 0,-1 2-1 0,-2 0 5 16,0 1 1-16,-1 1 9 0,-1 0 26 0,-5 0 15 15,0 1 1-15,0 3 17 0,0 0-22 0,0 1-4 16,-19 1-6-16,19 2-25 0,-19 1-6 0,19 2-11 16,-23 0-5-16,23 4 0 0,-23-2 9 15,8 3-9-15,1 2 9 0,-1 0-5 0,-1 0-10 16,1 0 10-16,1 0-15 0,-2 24 6 0,2-24-1 15,3 21 1-15,-1-21 9 0,2 27-4 0,3-11 10 16,1 0 4-16,-1 1-9 0,1 0 4 0,-2 2-3 16,0 1-10-16,1 0 9 0,0 0-4 0,0-1 10 15,2 2-10-15,1 1 5 0,0 0 5 0,2 0-4 16,2 0-1-16,0 0 7 0,0-2-12 0,0 3-5 16,25-1 11-16,-25-1-23 0,17 1 23 0,-17-2 6 15,23 0-6-15,-10-2 6 0,1-2-1 0,1-5-12 16,-1 1 10-16,3-2 6 0,0-3-6 0,-2-1 0 15,3-3 6-15,-5 0-11 0,3 0-5 16,-5-1 6-16,3-2-6 0,-3 0 0 0,0 0 1 16,-1 0 4-16,-1 0 5 0,1-20 6 0,-2 20-1 15,1-14-5-15,-3 14-7 0,1-20 5 0,-3 8 1 16,4-1-5-16,-4 1 4 0,0-2 1 0,-4 2 0 16,0-2 5-16,0 2-21 0,0-1 16 0,0 2-5 15,0 0-6-15,-22 0 16 0,22 3-20 0,-20-1 26 16,20 3 10-16,-21 1-5 0,7 1 10 15,4 1-20-15,-2 0-4 0,-1 3-10 0,0 0 0 0,1 0 10 16,-1 0-10-16,0 0 20 0,3 0-20 0,-1 23-4 16,0-23-1-16,2 16-43 0,2-16-9 15,0 17-32-15,3-17-17 0,0 18 11 0,2-18 22 16,-2 17 1-16,2-17 19 0,2 13-7 0,0-6-21 16,0 0-2-16,0-4 9 0</inkml:trace>
  <inkml:trace contextRef="#ctx0" brushRef="#br0" timeOffset="208786.34">14185 8435 249 0,'6'-3'0'0,"-4"0"15"0,-2 2 19 0,2-2 12 16,-2 0 15-16,0 2 2 0,0-2-10 0,0 3-6 15,0 0-11-15,0-1-21 0,0-1-2 0,-24 1-12 16,24 1-1-16,-14 0 4 0,14-2-4 0,-20 2 8 16,11 0-12-16,-3 0 4 0,2 0 0 0,-1 0-9 15,-1 0 9-15,1 19 0 0,2-19-18 0,-4 15 18 16,4-15 0-16,-2 18-5 0,1-18 18 15,1 22-9-15,0-12-9 0,0 4 0 0,2 0 5 16,1-2-10-16,-1 3 15 0,1-1-2 0,3 2-8 16,1-2 14-16,0 0-14 0,2-1 14 0,0-2-9 15,0 1 9-15,0-1 5 0,18-2-9 0,-18 0 10 16,15-4-15-16,-15 0 5 0,23 0-5 0,-23-5 0 16,24 0 5-16,-12 0-10 0,1 0 10 0,0 0 0 15,0 0 1-15,-1-20 10 0,-1 20-10 0,-1-17-6 16,1 17-6-16,0-19 6 0,-2 19 5 0,-2-22 7 15,0 11-7-15,-1 0 6 0,3 0-17 0,-4 0 1 16,-1 0 5-16,-1 0-11 0,1 1 16 16,-2 0 0-16,0 0 11 0,0 3 1 0,-2-2 15 15,0 3 0-15,0 1 10 0,0 0 10 0,0 1-26 16,0 3 0-16,0-2-16 0,0 3-20 0,0 0-5 16,-15 0 9-16,15 0-3 0,0 0 4 0,0 0 10 15,0 0-15-15,0 0 5 0,-12 18 1 0,12-18 0 16,0 0 9-16,-6 20-9 0,6-20 10 0,-3 16-5 15,3-5-15-15,-2-2 10 0,2-1 5 0,0 2 7 16,0 0 13-16,0-2-9 0,0 2-11 0,0-2-16 16,0 0 5-16,19-1 5 0,-19-2 1 0,0 0 15 15,15 0 0-15,-15-2-34 0,14-3-30 0,-14 3-24 16,16-3-47-16,-10 0 2 0,5 0-15 0,-1 0-16 16,2-17 35-16</inkml:trace>
  <inkml:trace contextRef="#ctx0" brushRef="#br0" timeOffset="209661.97">14514 8440 359 0,'6'-5'12'0,"0"1"7"0,0-1 23 0,-3 0 14 15,-1-1-4-15,0 1 7 0,4 2-22 0,-4-1-4 16,-1 1-10-16,1 1-13 0,1 0 10 0,-3 1-15 16,0 1 6-16,0 0-1 0,0 0-10 0,0 0 11 15,0 0-16-15,0 0 0 0,0 0 5 0,-18 0-10 16,18 17 10-16,-18-17 5 0,18 14-5 15,-21-14 5-15,6 18-5 0,3-18-5 0,-2 20 5 16,2-10-5-16,3 0 5 0,-3-1-5 0,6 1-6 16,-1-2 17-16,2 1-5 0,1 0-1 0,1 2 0 15,1-1-17-15,2 0-9 0,0 1 6 0,0-1-5 16,0-1 11-16,0-2 9 0,27-2-5 0,-27-3 15 16,25 0-9-16,-25-2 8 0,29 0 6 0,-11 0-19 15,-4-21 14-15,4 21-14 0,-2-17-8 0,0 17 8 16,-1-21-9-16,-2 21 13 0,-1-22 5 0,0 22 1 15,-1-19 3-15,-3 8 1 0,-3 2 0 0,-1-1 0 16,-4 3-5-16,2-1-8 0,-2 3 8 0,0-1 4 16,0 0 1-16,0 2 13 0,0 1 5 0,0-1-1 15,0 4 11-15,0-2-9 0,-15 2-14 16,15 0-4-16,0 0-7 0,0 0-4 0,0 0 5 16,0 0 0-16,0 0-11 0,0 21 17 0,0-21-12 15,0 15 6-15,-9-15 6 0,9 19 0 0,0-7 43 16,0 0-5-16,0 3 2 0,0 0 5 0,0 1-20 15,0 1 14-15,0 2 7 0,0 0 17 0,0 6 20 16,21-3-9-16,-21 3-4 0,0 0-21 0,15 0-28 16,-15 0-1-16,0-1 18 0,13 0-8 0,-13-4-2 15,0 1 2-15,0-2-17 0,0-2-1 0,0 0 2 16,0-3-13-16,-27-1 2 0,27-1-4 16,-28-4-3-16,12 1-3 0,-5-3-8 0,3-2-26 0,-4-1-35 15,1-3-21-15,1 0-34 0,0 0-1 16,3 0 2-16,3 0 5 0,0-22 36 0,5 22 23 15,2-20 15-15,0 20 34 0,5-26-6 0,2 13 0 16,0-1 0-16,0-1-21 0,0 0-11 0,22-3-8 16,-22 3 10-16,25-1-8 0,-7 2-1 0,-2-2 8 15,2 1-19-15,1-1 7 0,3 1 7 0,-2-1 3 16,2 2 23-16,-2-1 13 0,3-2 8 0,-1 2 1 16,-2-1 8-16,1 3-8 0,-1-1 4 0,-1 0 4 15,-2 3-9-15,-4 1 14 0,1-3-13 0,-1 2 6 16,-5-1 14-16,2 2-17 0,-1 0 21 15,-2-2 3-15,-1 2 6 0,1-1 9 0,-2 1-4 16,2 0 8-16,-3 0-18 0,2 1 17 0,-4 1 4 16,4 1-21-16,-3 0 34 0,-1 1-6 0,0 1 10 15,-2 2 36-15,0 1 8 0,0-1 21 0,0 1 0 16,0 2-20-16,0-1-41 0,0 1-34 0,0 0-19 16,0 0-13-16,0 0 5 0,0 0 5 0,0 0 3 15,0 0 15-15,0 16-4 0,0-16 9 0,0 17 16 16,0-17-4-16,0 24 9 0,0-8-13 0,0 3-14 15,0 0-1-15,19 2-16 0,-19 0 9 0,14 2-5 16,-14-1-8-16,11-1 6 0,-11 0-2 0,12-4-5 16,-12-2 7-16,9-3-6 0,-9-1-6 0,4-3-18 15,-4-3-40-15,2-2-63 0,-2-3-97 16,0 0-31-16,0 0 1 0,3 0 30 0,-3-22 42 16,1 22 25-16,-1-29 35 0</inkml:trace>
  <inkml:trace contextRef="#ctx0" brushRef="#br0" timeOffset="209780.03">14928 8271 1442 0,'0'-6'20'0,"0"0"6"16,0 3 0-16,0-2-2 0,0 0-16 0,0 1-11 15,0 1-11-15,0 0-92 0,0 2-99 0,0 1-55 16,0-1-46-16,0 1 26 0,0 0 97 0</inkml:trace>
  <inkml:trace contextRef="#ctx0" brushRef="#br0" timeOffset="210826.88">15633 8222 124 0,'7'-7'13'0,"1"-1"15"15,-1 1 2-15,3-1 18 0,-3 1-12 0,-1 0 4 16,2 3 7-16,-2-2-7 0,-1 2 15 0,-3 1-12 16,2 2-1-16,-3-1-2 0,-1 2-8 0,0 0 5 15,0 0 1-15,0 0 3 0,0 0-5 0,0 0-5 16,0 0 5-16,0 17-17 0,0-17-4 0,-18 18-11 16,18-18-9-16,0 27-1 0,-17-8 6 15,17 0 5-15,-14 2-5 0,14 3 6 0,-12 1-6 0,6 3-19 16,1 1 21-16,-1 0 0 0,2 1-10 15,1-1 30-15,0-3-20 0,0 0 10 0,1-2 1 16,1-4 0-16,1-4 5 0,-1-2-6 0,1-2 15 16,-2-4-16-16,2-1 1 0,0-2-1 0,0-3-5 15,0-2 15-15,0 2 5 0,0-2-20 0,0 0 6 16,0 0-13-16,0 0-3 0,0-20 7 0,18 20-3 16,-18-20-13-16,0 6-19 0,18-2 3 0,-18 0-8 15,16-4 10-15,-16 1 0 0,13-1 5 0,-7-1 5 16,0-1 6-16,-1-1 15 0,0 0-10 0,-2 0 16 15,-1-1-5-15,2 2-5 0,-1 0 10 0,-1 2 0 16,0 1 1-16,0 2 5 0,0 3 14 0,0-1-14 16,0 2 0-16,-1 1-5 0,0 1-15 15,2 0 8-15,0 1 1 0,-1 2 0 0,-2 1 6 16,2 1-10-16,1 1-1 0,-3 1 5 0,2-1-9 16,-2 4-6-16,0 0-1 0,0 1-9 0,0 0 8 15,0 0-8-15,0 0 5 0,0 0 4 0,2 0 1 16,-2 0 24-16,1 19 10 0,1-19 9 0,0 20 10 15,2-20 9-15,-1 27 2 0,2-9 2 0,0 0-15 16,1 2-12-16,1 0-6 0,0 2-2 0,5 1-4 16,-3 1-2-16,1 1-9 0,3 0 4 0,0 0 2 15,0-1-3-15,-2 1 5 0,4-1-7 0,-3-2-7 16,1-1 1-16,-3-2 2 0,0-2-5 16,-2-1 11-16,0-4 6 0,0-1-12 0,-3-4-54 0,-1 0-55 15,-1-3-58-15,-1-1-26 0,0 0 11 16,-1-2 21-16,-1-1 16 0,0 0-21 0,0 0 43 15</inkml:trace>
  <inkml:trace contextRef="#ctx0" brushRef="#br0" timeOffset="211555.04">15645 8506 449 0,'-9'-7'10'0,"1"1"10"15,2-1 4-15,1 0 14 0,1 1-5 16,1-1-2-16,0 1-4 0,1 2-17 0,2-1 3 16,0 1-13-16,0 0-5 0,0 0 10 0,0 1-27 15,19-1 18-15,-19 0 0 0,19 0-5 0,-19 0 26 16,28 1-17-16,-12 0 4 0,3 0-4 0,1 2-4 16,0-2 0-16,3 3 4 0,0 0 4 0,1 0-4 15,-3 0 0-15,1-1-5 0,1 1 1 0,-3 0-5 16,1 0 9-16,-3 0 5 0,-1 0-5 0,-3 0 13 15,1 0-17-15,0 0-1 0,-4-18 10 0,-1 18-22 16,-1 0 17-16,0-15 0 0,-2 15-4 0,1-10 8 16,-2 10 5-16,-1-10-14 0,-1 4 1 0,0 6 0 15,-1-11-14-15,1 7 14 0,-4 0-9 16,2 0 8-16,-2-1-3 0,2 2 3 0,-2 1 5 16,0 0-4-16,0 0 4 0,0 2-5 0,0 0 1 15,0 0-5-15,0 0 5 0,0 0-5 0,0 0 5 16,0 0 8-16,0 0-8 0,0 16 4 0,0-16 4 15,0 0-9-15,0 21 9 0,0-21-4 0,0 20-4 16,0-9 8-16,0 1 0 0,0 2 3 0,0 0 5 16,0 4-16-16,0-1 3 0,0 0 5 0,0 2 0 15,0-2 17-15,0 0-3 0,0-3-9 0,0 0 0 16,15-1 5-16,-15-3 4 0,8-1 5 16,-8-2 2-16,7-2-5 0,-7-1 2 0,8-3-10 15,-8 1 16-15,0-2 6 0,0 0 5 0,4 0 1 16,-4 0-13-16,0 0-12 0,0 0-11 0,0-18 1 15,0 18 4-15,0-16-11 0,0 16-4 0,0-22 9 16,0 9-14-16,0 0 5 0,0 0 9 0,0-1-14 16,0-1 0-16,0 0 15 0,0 1-14 0,0 0 14 15,0 1 0-15,0 1-5 0,0 2 10 0,0 0-9 16,0 2-4-16,0 0-6 0,0 2-5 0,0 1 5 16,0 0 10-16,20 0-5 0,-20 0 14 0,17 0-4 15,-17 0-10-15,21 1 5 0,-9 0-10 0,0 0 5 16,1 0 5-16,-1 0 0 0,2 2-5 0,-1 0 5 15,0-1-5-15,1 0-1 0,-1 3 16 16,-2 0-5-16,1 0-6 0,-3 0 7 0,1 0-16 16,-3 0 5-16,-2 0 11 0,1 0-7 0,-2 0 11 15,0 0-10-15,-2 0 0 0,0 0 0 0,-1 0 1 16,0 0 4-16,0 0 5 0,-1 12-10 0,0-12 0 16,1 0-21-16,-1 0-52 0,0 0-26 0,0 0-44 15,0 0-55-15,0 0 47 0</inkml:trace>
  <inkml:trace contextRef="#ctx0" brushRef="#br0" timeOffset="212434.53">16392 8359 378 0,'8'0'4'0,"-8"0"6"0,0 0-4 16,7 0 15-16,-7 0 9 0,5 0-1 0,-2 0 8 15,-2 0-10-15,1-14 4 0,-1 14-5 0,-1 0 0 16,1 0 9-16,-1 0-16 0,0 0-1 0,0 0 7 16,0 0-15-16,0 0 0 0,0 0-5 0,0 0-10 15,0 0 5-15,0 0-10 0,0 0 10 0,0 18-10 16,0-18-10-16,0 15 25 0,-12-15-10 16,12 20 5-16,0-10 15 0,0 2-10 0,0 1 17 15,0 1 10-15,0 0-4 0,0-1 4 0,0 1 7 16,0-1 4-16,0-1 10 0,18 0 4 0,-18-1-6 15,15 0-4-15,-15-1-20 0,21-1-10 0,-21-1-1 16,22 0-19-16,-8-1 9 0,-1-1 1 0,2-2-10 16,1-3 18-16,-1 1-3 0,0-2-4 0,1 0 5 15,-2 0-11-15,0 0-4 0,0-18 1 0,-2 18-5 16,0 0 9-16,-2-20-4 0,-2 20-1 0,0-17 8 16,-2 17-3-16,-1-15 3 0,-1 6 0 0,-1-2-6 15,-1 2-2-15,1-2-11 0,-1 0 8 0,-2-1-5 16,0 1 0-16,3-1 20 0,-3 1-10 15,0 0 2-15,0 2 2 0,0 1-12 0,0 1 7 16,0 0 1-16,0 2 0 0,0 2 4 0,0 1-4 16,0 1 4-16,0 0-9 0,0 1 0 0,0 0-5 15,0 0-7-15,0 0 0 0,0 0 8 0,0 0-4 16,0 0 8-16,0 0 5 0,0 0-10 0,0 0 10 16,0 0-1-16,0 14 9 0,0-14 2 0,0 0 9 15,0 19-4-15,0-19 5 0,0 17 7 0,0-7-15 16,0 0 16-16,0 0 4 0,0 1-13 0,0-1 24 15,0 1-20-15,0-1-9 0,0 0 8 16,14 0-12-16,-14-1-2 0,0-2-6 0,0-2 7 0,11 1-4 16,-11 0-2-16,9-3 10 0,-9 2-10 0,5-3 3 15,-1 0-2-15,1-2-24 0,1 1-31 16,2-1-53-16,-1 0-43 0,3 0-33 0,5 0-2 16,-1-26 34-16,4 26 27 0,1-22 31 0,-1 8 10 15,2-1-16-15,3-1 17 0,-1 1 29 0,2-2 27 16,-2 2 43-16,-1 0 26 0,1 1 7 0,1-1 19 15,-2 3 5-15,-2-1-5 0,-2 3-2 0,-1-1-15 16,-3 2-4-16,0 1 7 0,-4 0-3 0,-2 1 7 16,0 2 10-16,-4 0 26 0,0 1 25 0,-2 1 43 15,0 0-1-15,-1 2-28 0,0 0-42 16,0 1-58-16,0 0-29 0,0 0-22 0,0 0 2 16,-19 0 1-16,19 0 4 0,-17 0 1 0,17 0-1 15,-20 19 1-15,20-19-1 0,-19 0-2 0,19 18-2 16,-16-18 7-16,16 14 2 0,-7-14-1 0,7 15 24 15,0-15 17-15,0 14 30 0,0-4 27 0,0 0 14 16,22 3-7-16,-22 0-16 0,21 2-7 0,-21 2-18 16,28 1-18-16,-28 0-10 0,24-1-13 0,-24 2-9 15,19-1 2-15,-19-1-4 0,11 0-1 0,-11-1-1 16,0-1 2-16,0 0 0 0,0-2-29 0,-25 1-56 16,25-4-92-16,-33 0-116 0,11-2-94 0,-3-2-19 15,0-3 33-15,-3-3 37 0,0 0 118 0</inkml:trace>
  <inkml:trace contextRef="#ctx0" brushRef="#br0" timeOffset="214320.99">17780 8431 837 0,'0'5'-5'0,"0"-1"0"0,0-1-11 0,0-2 11 16,0-1-6-16,0 0 1 0,0 0 10 0,0 0-40 16,0 0-4-16,0 0-22 0,0 0-27 0,0 0 9 15,0 0-14-15,0 0-5 0,0 0 5 16,0 15 18-16,0-15 28 0</inkml:trace>
  <inkml:trace contextRef="#ctx0" brushRef="#br0" timeOffset="214430.8">17780 8549 157 0,'0'1'0'0,"0"1"-4"0,0 2 5 0,0-3 4 16,0 1 5-16,0 0 3 0,0 1 0 0,0-2-28 15,0 1-34-15,0-1 0 0</inkml:trace>
  <inkml:trace contextRef="#ctx0" brushRef="#br0" timeOffset="-210247.49">12360 10522 445 0,'10'-6'4'0,"-4"0"-4"0,-1 0 4 0,1 0 1 16,-2-1-5-16,-1 1 5 0,2-1-10 0,0 3 6 15,1-2 3-15,-2 2-4 0,-1 2 5 0,-1-1-4 16,0 3 0-16,-2-1 9 0,2 1 1 0,-2 0 3 16,0 0 5-16,0 0-1 0,0 0 5 0,0 0 0 15,0 0 1-15,0 0 9 0,0 0 12 0,0 0-5 16,0 18-9-16,0-18-4 0,0 12-16 0,0-12 4 16,0 16 1-16,0-6-11 0,0 0 4 15,0 2-4-15,0 1-6 0,0 2 10 0,0-1-4 16,0 2 4-16,0 2 1 0,0 2-20 0,0-1 10 15,0 4 1-15,0-3 0 0,0 2 4 0,0 1 1 16,0 0 0-16,0-2 11 0,0 1 4 0,0-2-4 16,0-1 1-16,0 0 4 0,0-2-4 0,0-1-1 15,16-2-5-15,-16-2 5 0,0-1 6 0,21-2 9 16,-21-1-6-16,17-1-14 0,-8-3 9 0,3 0-12 16,-1-2 6-16,5 0 8 0,-3-1-10 0,5-1-4 15,-5 0-1-15,4 0-5 0,2 0-3 0,-1-17 8 16,-3 17-1-16,4-14-9 0,-6 14 8 15,1-18-17-15,1 18-33 0,-1-20-37 0,-5 10-29 16,5 0-19-16,-1-1 12 0,0 0 8 0,-1 1 11 16,-1 0 8-16,-2-1-12 0,0 1-21 0,-2 0 14 15</inkml:trace>
  <inkml:trace contextRef="#ctx0" brushRef="#br0" timeOffset="-209925.7">12623 9981 1661 0,'0'-5'3'0,"1"1"-5"16,-1-1-1-16,0-1-21 0,0-1-36 15,0 2-62-15,0 3-71 0,0 0-73 0,0 1-20 16,0 1-6-16,0 0 73 0</inkml:trace>
  <inkml:trace contextRef="#ctx0" brushRef="#br0" timeOffset="-208970.92">13196 10801 270 0,'3'-2'12'0,"-3"-4"15"0,2 4 5 16,0-3 5-16,2 2-2 0,-3-1-5 0,1 1-1 15,0 1-1-15,0-1-8 0,0 1-11 0,0 1-4 16,-2 1 0-16,0 0 7 0,0 0-7 0,0-1-1 15,0 1 0-15,0 0-8 0,0 0 8 0,0 0-8 16,2 0 12-16,-2 0 1 0,1 0 9 0,1 22 7 16,0-22-3-16,1 16 16 0,1-4 7 0,-2 0 10 15,1 3-2-15,-1 2-19 0,2 1-6 16,0 1-10-16,-1 1 2 0,-1 4 11 0,2 2-16 16,2 1 2-16,-4-1 2 0,4 0-7 0,-4 0 3 15,1 1 7-15,1-2-16 0,-2-1-4 0,0-1 8 16,0-3-9-16,-2 0 2 0,1-2 5 0,1-1-9 15,-2-2 9-15,0-2 1 0,0-2 3 0,0-3 6 16,0 1-13-16,0-4 4 0,0 2-8 0,0-4 0 16,0-1-6-16,0 0-33 0,0-2-38 0,0 0-52 15,0 0-23-15,0 0-5 0,-15 0-4 0,15 0 9 16,0 0 20-16,-11-19 35 0</inkml:trace>
  <inkml:trace contextRef="#ctx0" brushRef="#br0" timeOffset="-208724.03">13266 10843 638 0,'0'-4'8'0,"0"0"32"16,0 1 30-16,0 0 35 0,0-1 23 0,0 1-30 0,0 3-22 15,0 0-48-15,-21 0-32 0,21 0-5 0,0 0-3 16,-15 0 0-16,15 20 4 0,-20-20 6 16,9 17-20-16,-1-17-26 0,1 24-59 0,-3-10-29 15,5 2-14-15,-2-1 22 0,2 2 25 0,-2 2-24 16,2 0 6-16,-1 2 16 0</inkml:trace>
  <inkml:trace contextRef="#ctx0" brushRef="#br0" timeOffset="-205902.48">17947 8290 121 0,'0'-2'5'0,"0"0"18"15,0-1 5-15,0 1 15 0,0-2 4 0,0 2-13 16,0-1 0-16,0 1-10 0,0-3-4 0,0 3 3 16,0-3 1-16,0 0 3 0,0 1 4 0,0 1-13 15,0-2 4-15,0-1-4 0,0 2 0 0,14-1 8 16,-14-1-9-16,0 2 1 0,0-1-10 0,0 0 1 15,0 0 0-15,0 1 0 0,8-1-1 16,-8 2-4-16,0 1 1 0,0 0-10 0,0 0 5 16,0 0 5-16,0 2-1 0,0-3 0 0,0 3 6 15,0 0-19-15,0 0 9 0,0 0 4 0,0 0-9 16,0 0 9-16,0 0-12 0,0 0-5 0,0 0 9 16,0 0 0-16,0 0 8 0,0 0-4 0,0 0 0 15,0 14 0-15,0-14 0 0,0 14 4 0,0-14 1 16,0 20-5-16,0-6 4 0,0-1 0 0,0 4-8 15,0-2 8-15,0 2-8 0,0 1 23 0,0 1-15 16,0 0 21-16,0-1 5 0,0 2-19 0,0 1 30 16,17-1-26-16,-17 0-3 0,0-1-1 0,13 1-9 15,-13-1 4-15,10-2 1 0,-10 1-6 0,9-2 6 16,-9-1-1-16,8-1 0 0,-8-2 6 0,8 0-16 16,-6-2 5-16,1 0-5 0,-1-2 0 15,0-2 21-15,-1 1-22 0,1-2-1 0,-1-1-40 16,1 1-49-16,-1-4 0 0,-1 0-20 0,1 0 15 15,-1-1 14-15,2 0-24 0,-2 0 13 0,0 0 25 16</inkml:trace>
  <inkml:trace contextRef="#ctx0" brushRef="#br0" timeOffset="-205066.88">17900 8495 262 0,'-7'-2'0'0,"0"2"11"16,2-3 13-16,-2 3 2 0,2-4 13 0,1 2-18 15,1 1-5-15,1-1 2 0,1 0-13 0,1-1 4 16,0 2-5-16,0-2-4 0,0 0 8 0,21-1-3 16,-21 0-1-16,20 0-2 0,-20 0-5 0,25 0 21 15,-10 0-9-15,-1 1 4 0,0 0-3 0,3 1-13 16,-2-2 8-16,2 3 0 0,0 0-4 15,-2 1 3-15,2-3 0 0,-3 2 0 0,0 0 1 16,-3 1-1-16,2-1 0 0,0 0-4 0,-3 1 0 16,0 0 0-16,2-2-8 0,-3 0 13 0,1-1 3 0,0 1 0 15,-1-1-3-15,-2 1-5 0,3-2 4 16,-4-1-16-16,0 2 8 0,-2-2-4 0,0 1 0 16,0 0 17-16,-3 2-1 0,4-3 0 0,-3 1-8 15,-2 1-4-15,2 0-9 0,-2 0-9 0,0-2 9 16,1 3-1-16,-1-2 1 0,0 1 17 0,0 1-12 15,2 1 3-15,-2 0 9 0,0-1-13 0,0 2 5 16,0 0 0-16,0 0 0 0,0 0 4 0,0 0 4 16,0 0-8-16,0 0 3 0,0 0 5 0,0 0-4 15,0 0 4-15,0 0-7 0,0 0 2 0,0 15 1 16,0-15-4-16,0 0 4 0,0 14-12 16,0-14 7-16,0 14 5 0,0-7 4 0,0 1-1 0,0 1 1 15,0 0-1-15,0 1 0 0,0 1 0 16,0 1-4-16,0 0-3 0,0 1 3 0,0-2 0 15,0 2 13-15,16-1-1 0,-16-2-12 0,0 1 5 16,14-2-14-16,-6 0 6 0,-1-2 4 0,0-2-1 16,2 0 6-16,-2-2-1 0,2-1 0 0,1-1-3 15,1-1-5-15,-2 0 5 0,3 0-5 0,0 0 8 16,-1-23-7-16,3 23-6 0,-1-18 10 0,1 18-10 16,-2-21 10-16,2 21 0 0,0-22-9 0,-1 11 13 15,0-2-4-15,-1 2-4 0,0-1 4 16,-2-1 0-16,-3 2-5 0,-2-1 1 0,1 1 7 15,-4-2-12-15,3 1 16 0,-3 1 1 0,-2-1-8 0,0 2 3 16,0-1-4-16,0 1 13 0,0 0 5 16,0 2 5-16,0 1 8 0,0 1-5 0,0 2-4 15,0 1 0-15,0-1-18 0,-15 3 9 0,15 0-9 16,0 0-8-16,0 1 12 0,0 0-25 0,0 0 17 16,0 0 4-16,0 0-8 0,0 0 8 0,0 0-4 15,0 17-8-15,0-17 4 0,0 15 8 0,0-15-13 16,0 22 9-16,0-10 0 0,0 3-4 15,13 0 12-15,-13 0-4 0,0 2 4 0,0 0 0 0,12 2-4 16,-12-1 4-16,6 0-8 0,-6 3-5 0,9-2 5 16,-6-1-1-16,3 0 1 0,-3 0-1 0,1-2 1 15,1-1 4-15,-1-2-9 0,0-3 4 16,-1-1-18-16,-1-1-20 0,-2-5 0 0,2 2-15 16,-2-4 4-16,1 0 4 0,-1-1-11 0,0 0-16 15,0 0-16-15,1 0 11 0</inkml:trace>
  <inkml:trace contextRef="#ctx0" brushRef="#br0" timeOffset="-204570.11">18606 8452 350 0,'0'-5'4'0,"-12"4"2"0,12-2 8 0,-10 0 5 16,4 0 3-16,2 1-4 0,1 0-9 0,1 1 1 0,0 0-13 15,0 1 8-15,2 0 4 0,-2-2 0 16,2 2-5-16,0 0 5 0,0 0-1 0,0 0-11 15,0 0 8-15,0 0-5 0,0 0-4 0,0 0 8 16,0 0 8-16,0 0-12 0,0 0 8 0,22 0-4 16,-22 0-16-16,16 0 12 0,-16 0-4 0,22 0 0 15,-9 0 12-15,4 0-7 0,-2 0-5 0,1 0 9 16,2 0-5-16,5-19 4 0,-3 19 1 0,-1 0-9 16,0-15 8-16,-2 15-4 0,0-12 0 0,-3 12 0 15,0-12 1-15,-4 12 3 0,1-10-4 0,-4 5 8 16,-1 0-8-16,-1 1 1 0,-1-1 4 0,-1 1 7 15,1 0 1-15,-3 1 9 0,0 1-1 16,0-1 0-16,-1 1-4 0,0 0-12 0,0 1-1 16,0 0-8-16,0 0 8 0,0 1-12 0,0-1 8 15,0 1-9-15,0 0-7 0,0 0 15 0,0 0-3 16,0 0 0-16,0 0 4 0,0 0 0 0,0 0-4 16,0 0 4-16,-13 17 4 0,13-17-4 0,0 12 4 15,0-12-4-15,0 14-4 0,0-4 8 0,0 0-9 16,0-1 13-16,0 3-8 0,0 0 0 0,0-1-5 15,0 1 5-15,0 0 0 0,20-2-9 0,-20 0 17 16,15-1-16-16,-15-3 8 0,17 0 8 0,-17 0-8 16,18-3 0-16,-8 1 4 0,-1-4-22 0,0 1 0 15,2-1-14-15,-1 0-22 0,1 0 7 16,0 0-9-16,-2 0 0 0,3-21-2 0,-1 21-3 16,-1-15-9-16,-1 15 12 0,3-18 19 0,-3 7 10 15,0 1 18-15</inkml:trace>
  <inkml:trace contextRef="#ctx0" brushRef="#br0" timeOffset="-203883.62">19144 8371 68 0,'5'-12'8'0,"0"-2"4"15,-2 0 6-15,1 0-6 0,1-1 7 0,-2-1 1 16,2 1-6-16,0-2 25 0,-3 3-4 0,2-2 2 16,-2 1 10-16,-1-1-10 0,1 4-11 0,-1-2 7 15,-1 0 4-15,0 4 8 0,0-1 0 0,0 0-1 16,0 3-3-16,0-1-23 0,0 2 4 0,0 3-14 16,0 0-2-16,0 0-6 0,0 2-9 15,-12 1-4-15,12 1-1 0,0 0 5 0,0 0 13 16,0 0-4-16,0 0-4 0,0 0 8 0,0 22-16 15,0-22 12-15,0 17 4 0,-7-17-3 0,7 24 11 16,0-9-12-16,-4-1-4 0,4 3 0 0,0 2-4 16,0-1 13-16,-2 2-1 0,2 0 0 0,0 1 5 15,0-2-5-15,0 2 4 0,0-1 5 0,0-1 2 16,0-2-6-16,0 0 2 0,0-1-11 0,19-2 11 16,-19-2 9-16,0 0-9 0,14-1 20 0,-14-3-25 15,13 1-1-15,-13-3 11 0,15 0-20 0,-7-1 19 16,-1 1-9-16,0-3-1 0,0-1-5 15,0 1 6-15,1-3-1 0,0 2 5 0,-3-1 0 16,0-1-10-16,1 0 5 0,-3 0 5 0,1 0-9 16,-1 0 3-16,1 0-9 0,-1 0-4 0,-1 0 23 15,2 0-9-15,-1 0 0 0,3-15 0 0,-1 15-15 16,0 0 5-16,-1-13 4 0,0 13-10 0,1-11 6 16,-2 11-6-16,2-11 6 0,-2 4-6 0,-1 1 20 15,1 0-14-15,-2-1 5 0,1 1 5 0,-1 1-20 16,-1-1 15-16,0 1-5 0,0 2-4 0,0-2 13 15,0 1-4-15,0 2 5 0,0-3-5 0,0 3-11 16,0-2 6-16,0 1 0 0,0-1 5 16,0-1 1-16,14 1 4 0,-14 1-10 0,0 0 19 15,0 0-5-15,0 0-9 0,0-1 5 0,9 0-14 16,-9 3 5-16,0-1 4 0,0-1-1 0,0 1 11 16,0 0-16-16,0 1 6 0,0-2-5 0,0 2-5 15,0 0 0-15,0-1 5 0,-17 0 0 0,17 1-10 16,0-1 20-16,-16 2-5 0,16 0 4 0,-12 0 6 15,12 0-15-15,-11 0-5 0,11 0 5 0,-7 0-10 16,7 0 15-16,-6 0-1 0,6 0-3 0,-4 18-1 16,4-18 0-16,0 0 10 0,0 19 6 15,0-19 19-15,0 15-4 0,0-5-5 0,0-1-5 0,23 1 0 16,-23-1 0-16,20 1-1 0,-20-2 4 0,29 1-9 16,-15-1 0-16,3-1-10 0,-2-1 6 15,0-1-6-15,0 0 5 0,1 0 1 0,-1-1-11 16,-1-2 6-16,-2-1 0 0,0 1 4 0,1-2-14 15,-4 0-7-15,-1 0-41 0,-1 0-33 0,-2 0-12 16,-3 0-21-16,0-17 5 0,-1 17-13 0,-1-16 3 16,0 16 27-16</inkml:trace>
  <inkml:trace contextRef="#ctx0" brushRef="#br0" timeOffset="-203635.94">19073 8079 619 0,'-10'0'-5'0,"-1"0"-21"15,-1 0-20-15,5 0-10 0,-1 0-2 0,1 0 11 16,1 0 1-16,2 0-23 0,-2 0-23 0,1-15 10 16</inkml:trace>
  <inkml:trace contextRef="#ctx0" brushRef="#br0" timeOffset="-203458.98">18371 8104 1131 0,'-9'10'-5'15,"3"-10"-25"-15,1 4-39 0,3-4-25 0,-1 0-11 16,3 0-6-16,0 0 2 0,0 0-13 16,0 0-50-16,18 0 30 0</inkml:trace>
  <inkml:trace contextRef="#ctx0" brushRef="#br0" timeOffset="-202143.45">20376 8200 257 0,'10'-5'13'16,"0"0"20"-16,0 0 18 0,-3-2 14 0,0 4 4 15,-1-1-6-15,-2 1 4 0,-1 2 2 0,-1 1 2 16,-2-2-3-16,0 2-10 0,0 0-28 0,0 0-20 16,0 0-10-16,0 0-18 0,0 0 12 0,0 0 6 15,-16 0 4-15,16 18 0 0,0-18 1 0,-17 18-2 16,17-5-8-16,-15 2 9 0,4 2-9 16,-1 5 5-16,2-1-4 0,0 4 5 0,-1 1 4 15,-1 2 1-15,0-1 5 0,1 2-8 0,0-1 22 16,1-1-22-16,0-2 19 0,2-1 0 0,0-3-18 15,1-2 27-15,1-2-18 0,1-3 13 0,3-3 0 16,-1-1-9-16,1-4 15 0,2 0-5 0,0-3 1 16,0-2-1-16,0 0 1 0,0-1-1 0,0 0-2 15,0 0-3-15,0 0-7 0,0 0-11 0,0 0 1 16,19-20 3-16,-19 20-5 0,0-17 2 16,20 17-1-16,-20-24-7 0,19 10 6 0,-19-2-7 15,14 1-1-15,-14-3 2 0,12 1-11 0,-4-3 11 16,-3 2-8-16,2-1-8 0,-1-3 6 0,1 1-10 15,-2 0 10-15,2 0 8 0,-2 3-3 0,-1-2 8 16,1 3 5-16,0 0-5 0,-2 3 0 0,-1 0-7 16,2 3-2-16,-2 2 2 0,0 0 1 0,0 1 15 15,-1 2-1-15,-1 1-4 0,1 0 5 0,2 1-13 16,-2 0-5-16,-1 3 1 0,1 0-10 0,0 0 9 16,-1 0-12-16,1 1 3 0,-1 0 9 0,0 0-8 15,0 0 8-15,0 0 8 0,0 0-1 0,0 0 1 16,0 18 8-16,0-18-5 0,0 17 2 0,0-17-1 15,21 22 1-15,-21-8-9 0,0 1 1 16,20 0-1-16,-20 1 2 0,17 2-1 0,-7-1 13 16,-1 0-12-16,2 0 5 0,1 1 5 0,2 0-8 15,-1 0 3-15,1-1 3 0,0-2-3 0,4 3-4 16,-2-2 12-16,0-1-3 0,-1-2-4 0,0-1-1 16,-1-1 1-16,-1-1-9 0,-1-1 11 0,-5-1 4 15,1 0-7-15,-1-4 3 0,-2 2 0 0,-2-2-11 16,0 0 18-16,0-1-12 0,-2-1-62 0,-1 0-63 15,3 0-55-15,-2 0-2 0,-1 1 32 0,0-2 19 16,0 0-1-16,0 2 15 0</inkml:trace>
  <inkml:trace contextRef="#ctx0" brushRef="#br0" timeOffset="-201783.72">20330 8503 389 0,'-7'0'0'0,"1"0"10"0,2 0 4 0,-2 0 9 16,3 0 8-16,-1-17-9 0,1 17 5 15,1 0-4-15,2 0-1 0,0 0-1 0,-1-10-12 16,1 10 8-16,0 0-4 0,0 0 5 0,0 0 12 15,0 0-12-15,0 0 6 0,0 0-9 0,0 0-10 16,0 0 10-16,15-4-5 0,-15 4 10 0,0-3 0 16,14 0 5-16,-3 1-1 0,1-1-4 0,2 0 5 15,5 0-15-15,0-1 0 0,5 0-6 0,0 1 5 16,1 1 0-16,-3-1-5 0,3 0 10 0,-2 0-18 16,-1 2-1-16,-2 0-4 0,1-2 9 0,-3 2 5 15,-2 0 4-15,1 0 0 0,-3 0-8 0,-1 1-15 16,-2 0-55-16,-1-2-34 0,-1 1-53 0,0-2-51 15,-3 3 35-15,-1-1 38 0</inkml:trace>
  <inkml:trace contextRef="#ctx0" brushRef="#br0" timeOffset="-201609.99">21202 8520 1160 0,'11'8'-4'0,"-2"-1"5"0,-2-2 0 16,-3-3 4-16,-3 0 5 0,3 1-9 0,-1 0-8 16,1 0-84-16,0 1-50 0,1 1-38 0,-1-1-44 15,-1 2 19-15,2 0 49 0</inkml:trace>
  <inkml:trace contextRef="#ctx0" brushRef="#br0" timeOffset="-198491.3">14218 10678 62 0,'0'0'1'0,"0"0"10"0,0 0 13 16,0 0 4-16,0 0 5 0,0 0 7 0,0 0-2 16,0 0 4-16,0 0-8 0,0 0 1 0,0 0-6 15,0 0 0-15,0 0 7 0,0 0-4 0,0 0 0 16,0 0-5-16,0 0 5 0,0 0-6 0,0 0 9 16,0 0 15-16,0 0-3 0,0 0 7 15,0 0-3-15,0 0 0 0,0 0-1 0,0 0 3 16,0 0-10-16,0 0-9 0,0 0-3 0,0 0-13 15,0 0-3-15,0 0-2 0,0 0 4 0,0 0-3 16,0 0 10-16,0 0 2 0,0 0-5 0,0 0 4 16,0 0 1-16,0 0 2 0,0 0 5 0,0 0 3 15,0 0-4-15,0 0-2 0,0 0 4 0,0 0 3 16,0 0 4-16,0 0-9 0,0 0-14 0,0 0-9 16,0 0-5-16,0 0-6 0,0 0 11 0,0 0-8 15,0 0 3-15,0 0-1 0,0 0-9 16,0 0 4-16,0 0-4 0,0 0 8 0,0 0-1 15,0 0 1-15,0 0-2 0,0 0-5 0,0 0 6 16,0 0 0-16,0 0 5 0,0 0-1 0,0 0 2 16,0 0 0-16,0 0-2 0,0 0 2 0,0 0-2 15,0 0-3-15,14 0-2 0,-14 0 3 0,14 0-6 16,-14 0 6-16,15 0 3 0,-3 0-9 0,-2 0 12 16,1 0-9-16,1 0 5 0,1 0 4 0,-2 0-9 15,3 0 6-15,-3 0-6 0,0 0 2 0,3 0 1 16,1 0-1-16,1-10 2 0,-2 10-2 0,2 0 5 15,-1 0-4-15,3-5-1 0,2 5-2 0,-4-5 2 16,0 4 1-16,2-1-2 0,-2-2 3 0,-3 3-8 16,3-2 10-16,-3 0 1 0,1 2-4 0,-3-1 4 15,-2-1-4-15,0 1-1 0,-2 1 9 16,-1-1-11-16,0 1-2 0,-3 0 2 0,1 0-1 16,1 0-1-16,-3 1 4 0,-1-1-3 0,1 1 2 15,-2 0 3-15,0 0-5 0,0 0-1 0,0 0-3 16,0 0 4-16,2 0-3 0,-2 0 5 0,0 0-7 15,0 0-31-15,0-1-38 0,0 1-47 0,0 0-52 16,0 0-24-16,0 0 3 0,0 0 14 0,0 0 34 16,0 0 23-16,0 0 19 0,0 0-15 0,0 0 5 15,0 0 31-15</inkml:trace>
  <inkml:trace contextRef="#ctx0" brushRef="#br0" timeOffset="-197848.04">14191 10861 238 0,'0'0'9'16,"0"0"12"-16,0 0 12 0,0 0 11 0,0 0-4 15,0 0-2-15,0 0-4 0,0 0 0 0,0 0 16 16,0 0-4-16,0 0-1 0,0 0-10 0,0 0 0 16,0 0 1-16,0 0-9 0,0 0 10 15,0 0-16-15,0 0 0 0,0-11-5 0,0 11-1 16,0 0-4-16,0 0-11 0,0 0 14 0,0 0-9 16,0 0-5-16,0 0 10 0,0 0-14 0,0 0-6 15,0 0 19-15,0 0-10 0,0 0 10 0,16 0 10 16,-16 0-14-16,0-7-1 0,16 7 2 0,-16 0-11 15,17 0 5-15,-5-3 15 0,3 2-15 0,1 1 15 16,2 0 0-16,0 0-11 0,3 0 2 0,1-2-6 16,2 2 9-16,1-1-8 0,0 1 18 0,2 0 6 15,-3 0-10-15,1 0 13 0,2-1 4 0,2 1-13 16,-2 0 7-16,-2-1 0 0,0 0-8 0,-3 0 2 16,1-2-3-16,2 1-4 0,-6 1 0 15,2-1 0-15,-3 0-6 0,0-1 4 0,-2 1-5 0,-4 0 9 16,1 1 3-16,-2-1-6 0,-5 0 13 15,0 0-15-15,2 2 1 0,-4-1-3 0,0 1-6 16,-3-2 4-16,1 2-9 0,0 0 10 0,-2 0-3 16,0 0 0-16,0 0 4 0,0 0-29 0,0 0-50 15,0 0-47-15,0 0-67 0,0 0-34 0,0 0-1 16,0 0-24-16,-19 0 66 0</inkml:trace>
  <inkml:trace contextRef="#ctx0" brushRef="#br0" timeOffset="-191448.28">15908 9901 188 0,'0'0'13'0,"0"0"2"0,0-7 14 0,0 7 4 16,0 0-13-16,0-4 3 0,0 4-9 0,0-4 0 16,0 4-8-16,0-1 2 0,0 0 6 0,0 0 4 15,0 0 8-15,0 0-4 0,0 0 1 0,0 1 0 16,0-1 3-16,0 0 4 0,0 1-8 0,0-2-5 15,0 2 13-15,0 0-5 0,0-1 11 0,0 1-5 16,0-1-12-16,0 1 1 0,0-1-14 16,0 1 9-16,0-1-10 0,0 0-5 0,0 1 4 0,0 0-13 15,0 0 14-15,0-2-5 0,0 2 9 16,0 0-4-16,0 0-9 0,0-1 9 0,0 1 5 16,0 0 9-16,0-1 6 0,0 1 3 0,0 0-18 15,0 0 0-15,0 0 0 0,0 0-9 0,0 0 4 16,0 0 4-16,0 0-8 0,0 0 8 0,0 0-9 15,0 0 4-15,0 0 5 0,0 0-18 0,0 0 9 16,0 0-14-16,0 0-5 0,0 0 9 0,0 0 0 16,0 0 6-16,0 0 13 0,0 14-14 0,0-14 10 15,0 12-10-15,0-12-5 0,0 17 20 0,-15-7-10 16,15 2 10-16,0-1-5 0,0 2-5 16,-9-2 0-16,9 0 0 0,0 1 1 0,-7-1-1 15,7-1 0-15,-6 0-9 0,6-1 0 0,-3-1 10 16,1-1-10-16,0 0 14 0,2 1 0 0,0-3-5 15,-2-1 6-15,2 1-6 0,-2-1 11 0,2 0-16 16,0-1 19-16,0-1-4 0,0 0-6 0,0-1 11 16,0 0-24-16,0 0 19 0,0-1-10 0,0 0 5 15,0 0 10-15,0 0-20 0,0 0 14 0,17 0-9 16,-17 0 5-16,0 0 0 0,0 0-9 0,13 0 4 16,-13 0-5-16,10 0 9 0,0 0 0 0,-3-11-4 15,2 11-10-15,4 0 6 0,-1 0-5 0,0 0 9 16,3 0 4-16,-1 0-4 0,3 0 1 0,-1 0-6 15,0 0 1-15,-5 0 4 0,1 0 4 16,-1 17 2-16,-2-17-6 0,3 0-5 0,-3 12 1 16,-2-12-5-16,1 0 9 0,1 12-4 0,0-12-5 15,-1 10 5-15,0-6-1 0,-3 2 11 0,0-1 5 16,0-1-1-16,-2 2-4 0,-1 0-1 0,-2-1-5 16,2 0 1-16,-2-1 4 0,0 2-13 0,0 0 18 15,0-1-4-15,0 0-5 0,0 2 0 0,0-2-10 16,0 0 10-16,0 0-6 0,0 1 11 0,-15 1-15 15,15-1-5-15,0-2 21 0,-12 3-1 0,12-2 0 16,-14 0 1-16,7 3 4 0,-4-2-10 16,4 0 5-16,-3 1 0 0,-3-2-20 0,0 2 9 0,3-2 0 15,-3 0 10-15,-1 0-6 0,-1-1 1 16,-2 1 10-16,4-2-15 0,-1 2 20 0,-1-3-6 16,3 1-4-16,-2 0 5 0,2 1-5 0,0-3 0 15,1 1 0-15,1 0 0 0,-1-2 1 0,0 0 4 16,1 1 6-16,1-1 0 0,-2 0 4 0,1 0 1 15,3 0 3-15,-4 0 2 0,4 0-1 0,0 0-14 16,1 0-4-16,2 0 7 0,-1 0-4 0,3 0 5 16,-1 0-6-16,3 0-3 0,-2 0-1 0,2-11-5 15,0 11 1-15,0 0-24 0,0 0-52 0,-2 0-17 16,2-10-49-16,0 10-5 0,-2 0 21 16,2 0 2-16,0-5 23 0,-1 5-8 0,1 0-15 15,-1 0 26-15</inkml:trace>
  <inkml:trace contextRef="#ctx0" brushRef="#br0" timeOffset="-190580.23">15992 9824 198 0,'0'0'10'0,"-2"0"1"15,1 0 12-15,0 0-8 0,0 0 2 0,0 0-5 16,1 0-16-16,-2 0 8 0,0 0-17 0,1 0 6 15,-1 0 3-15,0 0 4 0,0 0 0 0,1 0-4 16,-1 0 8-16,1 0-4 0,-1 0-7 0,2 11 14 16,0-11-6-16,-2 0-5 0,2 0 19 0,0 0-15 15,0 0 5-15,0 0 5 0,-1 0-9 0,1 0 4 16,-1 0-4-16,1 0-1 0,-2 0 0 16,2 0-4-16,-1 0 8 0,0 0 0 0,0 0 0 15,-1 6 4-15,2-6-19 0,-2 0 3 0,0 3 1 16,1-1 8-16,1-2 11 0,-2 1-4 0,0 0 6 15,0-1 0-15,2 1 5 0,-1 0-4 0,0-1 3 16,1 1-12-16,-1-1 0 0,1 0 3 0,0 0-8 16,0 0 9-16,0 0-5 0,0 0 11 0,0 0-3 15,0 1-13-15,0-1 9 0,0 0-18 0,0 0 9 16,0 1 5-16,0 0-13 0,0-1 8 0,0 0-4 16,0 0 12-16,0 2-4 0,0-2 0 0,0 0 8 15,0 0-7-15,0 1 4 0,0 0 8 16,0 0-8-16,0 0 4 0,0 0 8 0,0 0-11 0,0 0 3 15,0 1 12-15,0 0-7 0,0-1 7 0,0 2 0 16,0-1-16-16,17 1 9 0,-17 0-4 16,0-1-4-16,17 1 6 0,-17-1-1 0,19 1-5 15,-7-1 5-15,2 0 9 0,-1-1-9 0,1 2 14 16,1-1-4-16,-1 0-10 0,2-2 9 0,-2 2-9 16,-2 0 4-16,2-1 5 0,0 0 3 0,2 0 0 15,0-1-12-15,-2 0 6 0,-2 0-3 0,2 0 5 16,-3 0 11-16,0 0-16 0,-2 0 4 0,0 0-9 15,-1 0-4-15,1 0 0 0,-3 0-5 0,1 0 0 16,-2 0 3-16,1 0-7 0,0 0 0 16,-2 0-5-16,-1 0-1 0,2 0 6 0,-1 0-3 15,-1 0 11-15,0 0-1 0,1 0-3 0,1 0-12 16,0 0-67-16,0 0-64 0,0 0-34 0,-1 0-28 16,3 0 14-16,-1 0 18 0,-1 0 39 0</inkml:trace>
  <inkml:trace contextRef="#ctx0" brushRef="#br0" timeOffset="-188942.7">15284 10742 353 0,'-3'0'0'15,"1"0"4"-15,-1 0 1 0,3 0 4 0,-1 0 0 16,-1 0-4-16,1 0-1 0,-1 0-4 0,1 0-5 16,0 0 5-16,-2 0 0 0,1 0-4 0,2 0 5 15,0 0-1-15,-1 0-3 0,1 0 7 0,0 0 0 16,-1 0 5-16,1 0 4 0,0 0 6 15,0 0 8-15,0 0-8 0,0 0 7 0,0 0-3 16,0 0-5-16,0 0-1 0,0 0-8 0,0 0-5 16,0 0-3-16,0 0-5 0,0 0 0 0,0 0 4 15,0 0 4-15,0 0 5 0,0 0-1 0,0 0-9 16,0 0-3-16,0 0 9 0,0 0-1 0,0 0 17 16,0 0 14-16,0 0-3 0,0 0 14 0,0 0 3 15,0 0-9-15,0 0 10 0,0 0-6 0,0 0-24 16,0 0-4-16,0 0-11 0,0 0-5 0,0 0 5 15,0 0-5-15,0 0 0 0,0 0 1 16,0 0-2-16,0 0 6 0,0 0-6 0,0 0-9 0,0 0 10 16,0 0 5-16,0 0-9 0,0 0 9 15,0 0-1-15,17 0-4 0,-17 0 5 0,14 0 0 16,-14 0 0-16,17 0 0 0,-2 0 0 0,-2 0 3 16,3 0-9-16,-1 0 1 0,5 0 9 0,-2 0-13 15,3 0 13-15,1 0 1 0,-3-14-10 0,2 14 9 16,0 0-4-16,-2 0 9 0,3-10 13 0,-2 10-4 15,-1-6-9-15,2 6 0 0,-1-5-10 0,-1 1 4 16,1 1 1-16,-1 0-9 0,2-1 0 0,-2 1 0 16,0 0 4-16,-1 1-5 0,-1 0 1 0,2-1-4 15,-1 1-4-15,-2 2 13 0,1 0-5 0,-2 0 5 16,1 0-1-16,0 0-8 0,1 0 0 0,-2 0 8 16,2 0 1-16,1 0-9 0,1 0 20 15,2 0-19-15,-3 0 7 0,0 0 8 0,2 0-20 16,-1 0 12-16,2 0-9 0,-3 0 6 0,1 0 3 15,0 0-5-15,1 0 6 0,2 0-6 0,-2 0 1 16,-2 0-3-16,0 0 3 0,0-11 0 0,-1 11 0 16,1 0 4-16,-4 0-8 0,1 0 1 0,-1 0 0 15,-1 0 3-15,0 0 0 0,0 0-1 0,-1 0 1 16,0 0-4-16,0 0 5 0,1 0 3 0,0 0-9 16,0 0 8-16,-1 0-8 0,2 0 5 0,-2 11 8 15,1-11-3-15,-2 0 8 0,1 0-9 0,-2 0 0 16,2 7-5-16,-1-7-7 0,0 0 4 0,-2 4 5 15,1-4-5-15,2 1 14 0,-3-1-9 16,2 2 0-16,-2-2 3 0,5 0-1 0,-3 0 4 16,1 0 0-16,-1 0 2 0,1 0-5 0,1 0 4 15,-2 0-7-15,2 0-4 0,-4 0 2 0,2 0 3 16,-1 0-2-16,-1 0 4 0,0-12-4 0,0 12-2 16,0 0 2-16,-1 0 0 0,-1 0 5 0,-2 0-8 15,3-7 0-15,-1 7 2 0,-1 0 12 0,-2-4-13 16,1 4 18-16,1 0-7 0,-1 0-16 15,1-1 23-15,-1 0-8 0,1 1 4 0,-1-1 16 16,1 1-6-16,0-1-4 0,0 1-4 0,1-1-13 16,-4 1-2-16,4-1 0 0,-4-1 10 0,2 2-6 0,0 0 3 15,-1 0-3-15,-1 0-8 0,1 0 4 16,1 0 5-16,0 0 2 0,-3 0-2 0,3 0 0 16,0 0-1-16,-1 0-9 0,0 0 3 0,2 0 7 15,0 0-8-15,-2 0 11 0,1 0 0 0,-3 0-4 16,3 0-2-16,-3 0-5 0,1 0 9 0,0 0-9 15,-3 0 8-15,4 0-1 0,-3 0-11 0,-1 0 14 16,2 0-6-16,0 0 1 0,-2 0 6 0,1 0-9 16,-1 0 5-16,0 0 5 0,0 0-4 0,0 0-2 15,0 0 3-15,0 0-4 0,0 0 3 16,0 0 1-16,0 0-1 0,0 0-36 0,0 0-44 0,0 0-53 16,0 0-63-16,0 0-17 0,-18 0-5 15,18 0-23-15,-18 0 65 0</inkml:trace>
  <inkml:trace contextRef="#ctx0" brushRef="#br0" timeOffset="-187011.74">15463 11276 27 0,'0'0'7'0,"0"0"5"0,0 0 0 16,0 0-3-16,0 0-8 0,0 0-5 0,0 0 1 15,0 0 3-15,0 0 0 0,0 0 9 0,0 0-9 16,0 0 4-16,0 0 1 0,0 0-16 0,0 0 14 16,0 0 1-16,0 0 1 0,0 0 1 15,0 0-7-15,0 0-6 0,0 0 6 0,0 0-3 16,0 0-1-16,0 0-2 0,0 0-6 0,0 0 0 16,0 0 3-16,0 0 1 0,0 0 1 0,0 0 6 15,0 0 2-15,0 0 4 0,0 0 0 0,0 0 0 16,0 0 6-16,0 0-3 0,0 0 7 0,0 0 5 15,0 0-5-15,0 0 3 0,0-14 2 0,0 14-13 16,0 0 4-16,0 0 3 0,0 0-13 0,0-10 12 16,0 10-16-16,0 0 4 0,15-7 3 0,-15 7-7 15,0-5 20-15,0 5-11 0,10-4 4 0,-10 1-4 16,0 1-12-16,8 0 21 0,-8 1-2 0,6-1 11 16,-6 1 5-16,6 0-12 0,-6 0 3 15,0 0-3-15,0 1-6 0,0 0 1 0,0 0-15 16,0 0 9-16,0 0-4 0,0 0-1 0,0 0 10 15,0 0-13-15,0 0-4 0,0 22 9 0,0-22-4 16,0 18-1-16,-18-18 21 0,18 23-20 0,0-10 3 16,-17 2 1-16,17-3-1 0,-10 2 1 0,10 0-1 15,-8-1 5-15,8-1-8 0,-7-1 8 0,7 0 8 16,-5-2 4-16,3 0 4 0,2-2 4 0,0-2-12 16,0 0 0-16,0 0-5 0,0-2-4 0,0-2 12 15,0 1-8-15,0-1 0 0,20-1 0 16,-20 0-9-16,12 0 5 0,-12 0-1 0,21 0-8 15,-7 0 8-15,-2-21-4 0,1 21-4 0,2 0 8 16,0-15-4-16,-1 15 4 0,-1 0-4 0,1-11 0 16,-3 11 0-16,0 0 0 0,2 0 0 0,-2 0 0 15,1 0 0-15,-3 0-4 0,1 0 9 0,-2 0-1 16,2 0-4-16,-1 0 5 0,-3 18-5 0,1-18 0 16,0 0 4-16,-2 15 1 0,0-15 3 0,0 14 1 15,-2-4-5-15,0-3 1 0,-2 2-9 0,0 1 8 16,-1 3-4-16,0-2 4 0,0 1 5 0,0 2-5 15,0-1-4-15,-18 1-5 0,18-1 5 0,0 0-4 16,-22-1 12-16,22 0 5 0,-16-1 0 0,16-2 0 16,-19 0 4-16,10-1-8 0,0-1-9 15,-1 0 14-15,0-1-8 0,-2-2-2 0,3 1 10 16,-1-1-24-16,-3-1 1 0,1-1 4 0,0 1-4 16,-4-1 13-16,3-2 6 0,-2 2-6 0,1-2 11 15,-2 0-15-15,5 0-6 0,-3 0 12 0,4 0-6 16,1 0 16-16,0 0-5 0,3 0-34 0,-1 0-15 15,4-16-22-15,-1 16-1 0,1 0 6 0,1-12-2 16,0 12-18-16,1-10-13 0,-1 10-12 0,2-11 11 16</inkml:trace>
  <inkml:trace contextRef="#ctx0" brushRef="#br0" timeOffset="-186512.01">15475 11250 223 0,'0'0'4'0,"0"0"-3"0,0 0-1 15,0 0 5-15,0-16-3 0,12 16-3 0,-12 0 6 16,9-14-1-16,-9 14-4 0,12 0 6 0,-5-12 4 15,-1 12 5-15,-1 0 4 0,1-8-1 0,-2 8 2 16,3-3-4-16,-2 3 5 0,0-3 14 0,0 2-4 16,0 1-5-16,-1 0-6 0,3 0 5 0,-2 0-6 15,0 0-1-15,1 0 14 0,1 0-23 16,1 0-13-16,-2 0 18 0,1 0-23 0,-1 0 1 16,2 14 17-16,-1-14-18 0,0 0 13 0,-1 0 10 15,0 0-6-15,1 10-7 0,-1-10-5 0,-1 0-5 16,1 6 5-16,-1-6 12 0,2 3 6 0,-2-1-14 15,2-1 4-15,0-1-4 0,1 1-22 0,1-1-11 16,-1 0-30-16,1 0-44 0,0 0-29 0,-1 0 23 16</inkml:trace>
  <inkml:trace contextRef="#ctx0" brushRef="#br0" timeOffset="-185638.05">16091 11461 333 0,'0'1'4'0,"0"-1"-4"0,0 2 4 15,0-2 9-15,0 0-8 0,0 0 16 16,0 0-7-16,0 0-17 0,0 0 8 0,0 0-12 15,0 0 11-15,0 0 9 0,0 0-3 0,0 0 4 16,0 0-9-16,0 0 4 0,0 0 0 0,0 0-9 16,0 0 5-16,0 0 0 0,0 0-1 0,0 0 0 15,0 0 9-15,0 0-13 0,0 0 4 0,17 0 9 16,-17 0-13-16,0 0 0 0,13 0 1 0,-13 0 3 16,15 0-7-16,-15 0 11 0,14 0 1 0,-5 0-13 15,1 0 13-15,-1 0 8 0,2 0-8 0,-1 0 0 16,1 0-4-16,2 0-9 0,0-13 8 15,-1 13 9-15,1 0 0 0,-3 0-5 0,4 0-8 0,-2-8 5 16,1 8 0-16,-2 0-1 0,1-4 9 16,0 4-13-16,1-3 8 0,-1 2 5 0,0-1-5 15,0 1 1-15,1-1-13 0,-1 0 0 0,0 0-1 16,0-1 5-16,0 1 9 0,0-1-1 0,-1 2-3 16,-2-1-5-16,2 1 0 0,-4-2-5 0,0 3 5 15,-1-1 9-15,0 0-5 0,-2 0-8 0,-3 1 8 16,1 0-8-16,0-1 0 0,-2 1 12 0,0 0-8 15,0-1-13-15,0 1-25 0,0 0-29 0,0 0-37 16,0-1-37-16,0 0 11 0,-17-2 24 0</inkml:trace>
  <inkml:trace contextRef="#ctx0" brushRef="#br0" timeOffset="-185298.81">16342 11301 296 0,'0'0'5'0,"0"0"5"0,-15 0 1 16,15 0 5-16,0 0-5 0,0 0-1 0,0 0-5 16,0 0-4-16,0 0 3 0,0 0-5 15,0 0 0-15,0 0 5 0,0 0-4 0,0 0-3 16,0 0 12-16,0 0-2 0,0 0 4 0,0 18 9 15,0-18-4-15,0 16 7 0,0-16 9 0,0 18 0 16,0-6-9-16,0 1 0 0,0 1-9 0,0 1-1 16,13 1 13-16,-13 1-9 0,0 3-8 0,0-2-5 15,0 2-4-15,7 0-4 0,-7 0 4 0,0-1 0 16,7-1 0-16,-3-3-1 0,0 1 14 0,-2-1-9 16,1-4 1-16,-2 1-1 0,1-3-8 0,-1-1 8 15,-1 0-26-15,0-1-19 0,0-1-30 0,0-2-30 16,0 2-45-16,0-2 23 0</inkml:trace>
  <inkml:trace contextRef="#ctx0" brushRef="#br0" timeOffset="-184408">16700 11173 522 0,'-3'0'14'0,"1"0"5"15,2 0 4-15,0 0 1 0,0 0-11 16,0 0-13-16,0 0 0 0,0 0 0 0,22 0-9 16,-22 0 14-16,19 0-5 0,-19 0 4 0,26 0 1 15,-11-14 4-15,2 14 1 0,1 0 4 0,-1 0 0 16,2 0 6-16,-1 0 1 0,-2 0-5 0,0 21 6 16,-2-21-11-16,0 0 0 0,-2 15-6 0,-2-15 6 15,2 0-17-15,-3 16 16 0,-1-16-4 0,2 9 4 16,-5-9 17-16,1 10-12 0,-3-10 1 0,-2 9-6 15,0-2-5-15,-1-1-1 0,0 3 1 0,0-1-1 16,-20 3 5-16,20 0-10 0,-16 1 10 0,16 0-10 16,-24 0 1-16,24 0-6 0,-25 0-3 0,25 1 9 15,-19-2-10-15,7 1 5 0,2-1 9 16,1-1-19-16,1 0 19 0,3-2 1 0,1 2 5 16,1 0 0-16,3-3 8 0,0 0 2 0,0 0-5 15,0-1 38-15,0 1-15 0,0-2 8 0,21 0-4 16,-21-1-19-16,17 0-1 0,-17 0-4 0,17-1 4 15,-17-2 0-15,23 1-9 0,-12-2 0 0,2 0-7 16,-1 0 2-16,2 0 1 0,0 0 4 0,-1 0 9 16,2 0-6-16,-3 0-4 0,-1 0-2 0,0-15-9 15,-1 15-1-15,0 0 9 0,-1 0-5 16,-2 0 4-16,-2 0-1 0,0-9 0 0,0 9-2 16,-3 0-6-16,0 0-1 0,2 0-2 0,-3-4 4 15,0 4-1-15,0 0-2 0,0 0-28 0,-1 0-45 16,1-2-58-16,-1 1-44 0,0 0-14 0,0-1 2 15,0 0-12-15,0-3 38 0,0-1 39 0</inkml:trace>
  <inkml:trace contextRef="#ctx0" brushRef="#br0" timeOffset="-183868.2">17390 11253 392 0,'2'-2'19'0,"-1"0"18"0,0 0 20 16,-1 0 17-16,0-1 15 0,0 1 7 0,0 1-18 16,0-2-14-16,0 2-37 0,0 0-23 0,0 0 1 15,0 0-5-15,-16 1 9 0,16 0-9 0,0 0-16 16,-13 0 0-16,13 0-4 0,-14 0 19 0,7 0 15 15,0 0-4-15,-1 21-6 0,-2-21-14 0,2 14 0 16,0-14 4-16,-1 15 10 0,-1-15-5 0,1 18 5 16,-1-8 1-16,0 0-10 0,1 2 15 0,0-2-10 15,1 3-6-15,1 0 15 0,0 1-9 0,2 1 4 16,1-1 15-16,2 1-19 0,0 2 19 16,2-3 0-16,0 1-18 0,0 0 18 0,0-2-12 15,0 0 3-15,19-2 9 0,-19-1-4 0,16-2-1 16,-16-2 0-16,22 1 0 0,-22-2 5 0,26-2 11 15,-12-1 2-15,-1 1 3 0,4-2 0 0,-3-1-1 16,3 2 6-16,-3-2 0 0,2 0-5 0,-2 0-11 16,3 0-3-16,-4 0-3 0,1-18-3 0,-1 18-4 15,-2 0-8-15,0-17 5 0,-1 17 3 16,-3-14 2-16,0 14 5 0,0-17 2 0,-3 9 12 16,-1 0-3-16,-2-2 9 0,0 2-3 0,-1-2-3 15,0 0-9-15,0 2-10 0,0-2-7 0,0 0-10 16,-27-2 0-16,27 2-1 0,-18 0 5 0,18 0-5 15,-26 0 4-15,10 0 0 0,3 0-26 0,-4 1-26 16,4 2-43-16,-2-1-63 0,4 3-49 0,0-2-25 16,2 2 9-16,2 2 15 0,3-1 10 0,-1 1 48 15,2 0 38-15</inkml:trace>
  <inkml:trace contextRef="#ctx0" brushRef="#br0" timeOffset="-182502.38">17855 10458 255 0,'-3'0'1'0,"1"0"10"0,2 0 5 15,-2 0 10-15,2 0 3 0,0 0-9 0,0 0 3 16,0 0-8-16,0 0-5 0,0 0 4 0,0 0-1 16,0 0 5-16,0 0 1 0,0-9-5 0,0 9 0 15,0 0 1-15,0 0-1 0,0 0 4 0,0-6-4 16,0 6 4-16,0 0-4 0,0 0 4 0,0 0 0 15,0 0-8-15,0 0 8 0,0 0-5 0,0 0-9 16,0 0 16-16,0 0-16 0,0 0-4 16,0 0-4-16,0 0-7 0,0 0 2 0,0 15 20 15,0-15 3-15,18 0-4 0,-18 16 4 0,0-16-4 16,25 18 16-16,-25-7-6 0,27 1 20 0,-11-1-11 16,1 3-9-16,3-1 13 0,-1-1-19 0,3 1-4 15,1 0 5-15,-2 0-6 0,3-1 9 0,-1 0-4 16,2-1-5-16,-1 0-13 0,1 0 5 0,-1-2 3 15,0 1 14-15,-1 0 5 0,0 0-9 0,-1-2 9 16,-2 0-17-16,-1 0 16 0,-2-1 4 0,-2 0 0 16,-1-1 7-16,-2-1-14 0,-2-1-6 15,0 0 0-15,-2-1-4 0,-2 0-4 0,-1-1 8 16,0 0-1-16,-3 0 0 0,1-2 4 0,-2 3-1 16,-1-2-6-16,0 0 1 0,0 1-3 0,0-2-2 15,0 3 3-15,0-1-1 0,0 0-6 0,0-2-4 16,0 3-3-16,0-1-8 0,0 0 9 0,0-1-19 15,0 0-40-15,-14 0-7 0,14-1-50 0,0 1-12 16,0-1 5-16,0 0-12 0,0 0 28 0,-8 0-12 16,8 0-19-16,0 0 27 0</inkml:trace>
  <inkml:trace contextRef="#ctx0" brushRef="#br0" timeOffset="-182182.91">18388 10553 329 0,'0'0'4'0,"-7"0"5"16,7 0 6-16,-7 0 4 0,7 0 5 0,-6 0-4 16,4 0-1-16,0 0 4 0,0 0-9 0,1 0 8 15,1 0-12-15,-1 0-5 0,-1 0 4 16,2 0-5-16,-1 0 5 0,-1 0-5 0,-1 0-3 0,0 0 4 15,-2 0 12-15,-2 0 0 0,0 0 13 16,-1 0-4-16,-3 16-9 0,-4-16-1 0,1 16-11 16,-3-5-5-16,-3 0 9 0,0 3-9 0,-4 0 5 15,0 2-1-15,-2 1-9 0,2 1 9 0,-4 1-13 16,-1 1 1-16,2 0 13 0,1 1 1 0,-1-1-7 16,1 2-21-16,2-3-32 0,0 1-28 0,2-1-6 15,2-1-4-15,1-1-9 0,1-1 5 0,4-3 21 16</inkml:trace>
  <inkml:trace contextRef="#ctx0" brushRef="#br0" timeOffset="-177924">4546 7568 102 0,'0'-3'8'0,"0"0"3"0,0 0 17 0,0-2 5 15,0 1 1-15,0 1 7 0,0-1-6 0,0 1-6 16,0-1 5-16,0 0-4 0,0 1-9 0,0-1 11 16,0 0 4-16,0 0-13 0,0 0 16 0,0 1 0 15,0-1-13-15,0 1 12 0,0 0-21 16,0-2-13-16,0 1 10 0,0 0-4 0,0-1 8 0,0 1 16 15,0 0-13-15,0 0 10 0,0-2-1 16,0 3-4-16,0 0-1 0,0-1 6 0,0 2 7 16,0 0-19-16,0 1 9 0,0 1-23 0,0 0-9 15,0 0 8-15,0 0-4 0,0 0 9 0,0 0-10 16,0 0-3-16,0 0-1 0,0 0-4 0,0 0-1 16,0 0 9-16,0 0-13 0,0 0 9 0,0 0 5 15,0 0 0-15,0 0 9 0,0 13-5 0,0-13 1 16,0 0-1-16,0 15 1 0,0-15-1 0,17 16 6 15,-17-7-5-15,0 2 4 0,0 1-5 0,0-1-3 16,13 1 0-16,-13 2 0 0,0-2 4 0,8 3 0 16,-8-2 1-16,5 1-5 0,-5 0-4 15,4 0 10-15,0 0-2 0,-3 0 3 0,3 0-2 16,-1-1 5-16,1 0-4 0,-1-1-1 0,1 0 10 16,-1 1-1-16,0-3-4 0,0 0-3 0,1 0-2 15,-1-1-2-15,1 0 7 0,-1 0 5 0,1-3 1 16,-1-1-7-16,2 1 5 0,0-2 0 0,-1 1-5 15,1-1-3-15,1-3 7 0,0 2 3 0,1-2-4 16,0-1 5-16,3 0-9 0,-2 0-7 0,0 0 11 16,1 0-7-16,1 0-6 0,-1 0 6 0,3-18-5 15,-1 18 0-15,0 0 9 0,3-21-10 0,-3 21 4 16,2-15-4-16,0 15-1 0,1-17 5 16,0 8-28-16,-3 2-22 0,-2 0-23 0,3 1-23 0,-4 0-5 15,-1 0-15-15,-2 1-17 0,0 1-21 16,-2-1-43-16,-3 0 15 0,0-1 36 0</inkml:trace>
  <inkml:trace contextRef="#ctx0" brushRef="#br0" timeOffset="-177519.45">4694 7225 400 0,'6'-2'-42'16,"-2"0"-58"-16,-2 2 0 0</inkml:trace>
  <inkml:trace contextRef="#ctx0" brushRef="#br0" timeOffset="-174170.85">19164 10281 158 0,'0'0'10'16,"0"0"3"-16,0 0 11 0,0 0 14 0,0 0-1 16,0 0 3-16,0 0-6 0,0 0-22 0,0 0-4 15,4 0 0-15,-4 0 13 0,6 0 10 0,-4 0 0 16,-1 0 13-16,1-15-5 0,0 15 9 0,1 0 4 16,-2 0-12-16,0 0-14 0,0 0 1 0,-1 0-10 15,0 0-6-15,0 0-6 0,0 0-4 0,0 0-7 16,0 0 1-16,0 0 4 0,0 0-10 0,0 0 6 15,0 0-1-15,0 0 1 0,0 0 5 16,0 0 6-16,0 19 16 0,0-19 7 0,0 15-1 16,0-5 4-16,0 4-17 0,0-2 0 0,0 4-6 0,0 0-1 15,0 1 0-15,0 1-5 0,0 1 5 16,0-1-9-16,0 0 0 0,0-1 5 0,-18-1-5 16,18-1 1-16,0-2-10 0,0-1 5 0,-11-2-1 15,11-1 6-15,0-2 9 0,0 0-10 0,0-4 7 16,0 2-6-16,0-3 1 0,0-1 9 0,0 1-10 15,0-1 10-15,0-1 0 0,0 0-5 0,0 0 10 16,0 0-15-16,0 0 0 0,23 0 9 0,-23 0-9 16,17 0 5-16,-17 0 10 0,22 0-20 0,-10 0 22 15,2 0-17-15,-2 0-9 0,3 0 9 0,-2 0-22 16,1 0 26-16,-2 0-5 0,0 0-8 16,0 0 13-16,0 0-9 0,-2 0 8 0,1 0 6 15,-2 0-13-15,1 0 9 0,-1 14-5 0,0-14 0 16,-1 0-1-16,0 11-8 0,-1-11 5 0,0 9-2 15,-1-9 10-15,-1 10 1 0,3-4-6 0,-5 0 6 16,1 1-1-16,-1 0-8 0,-1-2 4 0,0 2-1 16,0 0-3-16,-1-1 9 0,-1-1-5 0,2 0 0 15,-2 1 4-15,0-3-4 0,0 2 7 0,0-1-7 16,0 0 1-16,0 0-1 0,0 1-8 0,0-1 8 16,0 0-4-16,0 1 13 0,0 0-8 0,0 0 3 15,0 1 1-15,0-1-5 0,-19 0 8 0,19 0-3 16,-17 0-4-16,17 0-5 0,-21 0 4 0,10 0 0 15,-3-1 14-15,0 0-14 0,-1 0 5 16,-2-1-9-16,1 1 0 0,-4-2 9 0,1 0-5 16,1 0 5-16,-2 0-5 0,1-2 9 0,0 2-4 15,1-2-5-15,2 0-4 0,1 0 0 0,3 0 8 16,1 0 0-16,0 0 0 0,2 0-8 0,4 0 0 16,0 0 13-16,1 0-12 0,1 0-8 0,1 0-42 15,2 0-45-15,0 0-9 0,0 0-11 0,0 0 7 16,0-15 1-16,0 15-37 0,0 0 22 0</inkml:trace>
  <inkml:trace contextRef="#ctx0" brushRef="#br0" timeOffset="-173631.15">19191 10310 413 0,'-3'0'5'0,"3"-3"5"15,0 3 5-15,0-2-4 0,0 0-1 0,0 2-10 16,0-2-9-16,0 2 9 0,0 0-10 0,0 0 5 16,0 0 10-16,0 0-5 0,0 0 9 0,0 0-3 15,0 0-1-15,19 0 15 0,-19 0-5 0,15 0 5 16,-15 0 14-16,23 16-19 0,-10-16 9 0,0 0 0 15,2 0-23-15,0 0 14 0,2 11-10 16,0-11-9-16,1 8 13 0,1-8-4 0,1 9-18 16,1-5 27-16,0-1-5 0,3-3 1 0,0 2 24 15,0-2-13-15,0 0-4 0,1 0-5 0,-4 0-7 16,1 0-4-16,-3 0-7 0,-1 0 6 0,-6 0 6 16,-1 0-6-16,-1-13 6 0,-5 13-1 0,-2 0 23 15,-1 0 15-15,0 0 12 0,-2 0-1 0,0 0-22 16,0 0-12-16,0 0-10 0,0 0 0 0,0 0-10 15,0 0-16-15,0 0-37 0,-19 0-33 0,19 0-33 16,0 0-14-16,0 0 17 0,0 0-32 16,-10 0 13-16,10 0 29 0</inkml:trace>
  <inkml:trace contextRef="#ctx0" brushRef="#br0" timeOffset="-172915.84">19935 10455 87 0,'8'0'4'0,"-2"0"6"0,0 0 8 16,-2 0 7-16,1 0 4 0,-3 0 6 0,0 0 0 15,1 0 8-15,-3 0 6 0,0 0-1 0,0 0 4 16,0 0 4-16,0 0-17 0,0 0-7 0,0 0-6 16,0 0-17-16,0 0-5 0,-16 0 5 0,16 0-9 15,0 0 0-15,-16 0-4 0,16 0-9 0,-14 0 5 16,4 0-1-16,10 0 10 0,-17 0 3 0,8 12-9 15,-1-12 10-15,-1 0 3 0,1 11-3 0,-1-11-5 16,0 10-4-16,1-10 0 0,-2 11 5 16,2-5 3-16,-1 0-8 0,1 2 4 0,2-1-8 15,0 0 0-15,2 1 8 0,-2 0 0 0,3-2 9 16,0 3-5-16,3-1 5 0,-2-2-17 0,1 3 0 16,0-1 7-16,2 0-7 0,0 1 20 0,1-1-7 15,0 1 3-15,0 1 1 0,0-1-5 0,0 1 0 16,0 0 0-16,0 0-3 0,17-1-1 0,-17 1 4 15,0 0-4-15,17-1 4 0,-17 0-4 0,12-1 4 16,-12-1-4-16,15-1 9 0,-8 0 3 0,2-1-4 16,-1-1 9-16,3-1-9 0,-2 0 7 15,2-1 4-15,2-2-3 0,-1 0-1 0,2 0 5 16,0 0-10-16,1 0 0 0,0 0 5 0,2 0-15 16,-1 0 5-16,1-18 4 0,-1 18-4 0,0 0-5 15,0-17 5-15,-1 17-5 0,0-13 0 0,0 13 5 16,-3-14-5-16,1 14 0 0,0-15 0 0,-4 8 5 15,0-2 24-15,-3 2 11 0,0 1 13 0,-2-2 8 16,-1 2-9-16,-1-2 14 0,-2 1-11 0,0-1 0 16,0-1-10-16,0 0-28 0,0 0-3 0,-20-1-15 15,20-1-5-15,-17 0 4 0,17 1 0 0,-20 1-5 16,20-1-12-16,-20 0-22 0,8 1-28 16,3 1-14-16,1 1-6 0,1 0 2 0,-1 1-4 15,3 0 11-15,0 2 7 0,3 0-2 0,-2 1 21 16,2 0-16-16,1 2-17 0,1-1-33 0,-2 1 6 15,2 0 25-15</inkml:trace>
  <inkml:trace contextRef="#ctx0" brushRef="#br0" timeOffset="-172272.22">20328 10492 137 0,'5'7'-5'0,"2"-7"1"0,2 0-1 15,2 0 1-15,0 0 8 0,1 0 3 0,0 0-6 16,1 0 8-16,-2 0 0 0,-1 0 2 0,-1 0 12 16,-3 0 0-16,-1 0-1 0,0 0 8 0,-3 0 9 15,-2 0 4-15,0 0 12 0,0 0-9 0,0 0 4 16,0 0-18-16,0 0-13 0,0 0-5 0,0 0-22 15,-18 0 8-15,18 0 0 0,0 0 8 16,-18 0-3-16,18 0-9 0,-19 0 4 0,10 0-5 0,-1 0 14 16,-3 0-9-16,2 0 4 0,2 9-8 0,-1-9-4 15,-1 7 16-15,2-7-12 0,-1 7 5 16,2-3-1-16,0 0-8 0,0 1 8 0,-3-1 0 16,3 0-4-16,1 2 13 0,-1-2-1 0,1 3-7 15,1-2 3-15,2 2 0 0,1-1-4 0,-1 1 8 16,0 0-8-16,1 0 5 0,2 1-9 0,-3 0 0 15,2-1 4-15,-1 1 0 0,2-2 9 0,0 2-1 16,1-1 13-16,0 2-9 0,0-2-11 0,0 1 11 16,0 0-8-16,0-1 1 0,20 2 11 0,-20-1-8 15,17-1 1-15,-17 0-5 0,22 1 5 16,-22-1-13-16,26-1 9 0,-14-1 0 0,6 0-5 0,-4-1 10 16,3-1-5-16,0-1 0 0,0-1 5 15,3-1 0-15,-3 0-5 0,3 0 5 0,-2 0-10 0,0 0 5 16,-1 0 4-16,0-18-9 0,0 18 15 15,-1 0-5-15,-1-20-10 0,-3 20 15 0,0-15 5 16,1 15 10-16,-3-15 23 0,0 7 7 0,-3 2-8 16,-1-1 10-16,-1 0 3 0,0-1 4 0,-3 1 14 15,0 2 7-15,-2-3-6 0,0 1-14 0,0-1-6 16,0 0-25-16,0-1-4 0,-23 0-8 0,23 1-10 16,-18-2-4-16,18 0-7 0,-19 1-5 0,19-1-12 15,-17 1-22-15,8 0-32 0,-1 0-45 0,1 1-21 16,0 0-29-16,0 2-12 0,1-1 1 0,1 1 14 15,0 1 23-15,-2 1 17 0,3 1 10 16,1 1-31-16,0 2 28 0</inkml:trace>
  <inkml:trace contextRef="#ctx0" brushRef="#br0" timeOffset="-171470.05">21266 10560 150 0,'-5'1'5'0,"4"0"6"0,0-1 8 0,0 0 10 16,1 0 4-16,0 0 0 0,0 0 9 0,0 0-1 15,0 0 0-15,0 0 3 0,0 0-8 0,0 0-5 16,0 0-1-16,0 0-8 0,0 0 3 0,0 0-8 16,0 0-4-16,0 0 0 0,0 0-8 0,0 0 7 15,0 0-7-15,0 0-5 0,0 0 0 0,0 0 4 16,0 0-4-16,0 0 4 0,0 0 0 15,0 0-4-15,0 0 13 0,0 0-4 0,17 0-5 0,-17 0 1 16,0 0 5-16,16 0 0 0,-16 0 5 0,18 0-10 16,-8 0-4-16,3 0 14 0,-1 0 4 0,1 0-4 15,1 0 5-15,0 0-1 0,1 0-9 16,0 0 6-16,1 0 3 0,1 0-9 0,0 0 5 16,2 0 8-16,-1 0-14 0,1 0-8 0,-1 0 9 15,2 0-9-15,-1 0-1 0,-1 0 14 0,1 0-14 16,-3 0 5-16,0-12-5 0,0 12-1 0,0 0 1 15,-5 0-4-15,0-6 9 0,-4 6-5 0,0 0 5 16,-2-2-2-16,-1 2-3 0,0 0-4 0,-3 0-10 16,0 0 5-16,1 0-29 0,-2 0-27 0,0 0-32 15,0 0-27-15,0 0 15 0,0 0 2 0,0 0 11 16,0 0-13-16,0 0 16 0</inkml:trace>
  <inkml:trace contextRef="#ctx0" brushRef="#br0" timeOffset="-171128.67">21353 10776 430 0,'-3'5'-4'0,"1"-3"5"16,0 1 5-16,2-3-9 0,0 0 3 0,0 0 0 15,0 0 1-15,0 0 7 0,0 0 1 16,0 2 0-16,0-2-4 0,15 1 16 0,-15-1 9 16,0 1 4-16,19 1 8 0,-19-1-4 0,20-1 12 15,-8 1 6-15,1 0-4 0,0 1-2 0,1-2-10 16,-1 1-15-16,1-1 8 0,-1 0-9 0,-1 0-1 16,2 1 8-16,-4 0-22 0,1-1 5 0,0 0-18 15,1 1 5-15,0-1 3 0,-1 2-4 0,0-2 13 16,3 0-13-16,-4 0 4 0,1 2-3 0,0-2 3 15,-1 0-8-15,-3 0-4 0,1 0 13 0,-3 0-37 16,-1 2-46-16,-1-2-47 0,-1 0-49 0,-1 1-14 16,0-1 5-16,-1 0 52 0</inkml:trace>
  <inkml:trace contextRef="#ctx0" brushRef="#br0" timeOffset="-151560.5">22330 10312 305 0,'0'-2'5'0,"0"-3"6"0,0 3 6 15,0-1 4-15,0-2 0 0,0 3-5 0,0 1-6 16,0-1-1-16,0 1-8 0,0 0 8 0,0-1 1 16,0 2-5-16,0 0 8 0,0 0-12 0,0 0 4 15,0 0 9-15,0 0-8 0,0 0 4 0,0 0 8 16,0 0-12-16,0 0 8 0,0 0 0 0,0 0-10 15,0 0 10-15,0 0-10 0,0 0-4 16,0 0 0-16,0 0-1 0,0 14-3 0,0-14 8 16,0 0 5-16,0 11-4 0,0-11 9 0,0 16-4 15,0-4 0-15,0-1-4 0,0 2 7 0,0 3 5 16,0 4 5-16,0-1-6 0,0 2-9 0,0 0 11 16,0 1-9-16,0 1 9 0,0 0 9 0,0-1-14 15,0 0-5-15,-16-1 0 0,16 1-8 0,0-1 8 16,0 0-5-16,0-2 6 0,-14 0-1 0,14 0-4 15,0-1 4-15,0-1-8 0,-7-1 8 0,7-1-3 16,0-2 0-16,0 1 13 0,0-3-4 0,0-1 8 16,0 1 10-16,0-4-6 0,0 0 1 15,0-2-10-15,0 0-17 0,0-1 1 0,0 0 2 16,15-2-3-16,-15 0 17 0,0 0-10 0,0-1-12 16,0-1-23-16,0 1-44 0,0-1-44 0,0 0-21 15,10 0-3-15,-10 0-9 0,0 0-4 0,0 0 25 16</inkml:trace>
  <inkml:trace contextRef="#ctx0" brushRef="#br0" timeOffset="-150844.52">22971 10407 216 0,'0'-4'4'0,"0"1"6"0,0 0 13 0,0 0 7 15,0 1-1-15,0 0 0 0,0 0-14 16,-17-1-6-16,17 1-5 0,0 0-4 0,-19 1-4 16,19 0 0-16,-22 1 0 0,11 0 0 0,0 0 13 15,1 0-5-15,-2 0-3 0,-2 0 0 0,-1 18-8 16,1-18-4-16,1 0 13 0,-4 21 3 0,1-21-4 16,0 18 4-16,0-18-4 0,0 21-9 0,3-13 6 15,-2 2 12-15,5 0-5 0,0-1 4 0,0 2-12 16,1-1 0-16,3 0 1 0,1 0 5 0,-1 0 14 15,3 0-3-15,-1 2-5 0,2-1 0 0,1 1 0 16,0 1-4-16,0 1 3 0,1-1 0 0,0 1-3 16,0 0-5-16,0 2 1 0,0-1-9 15,18-2 8-15,-18 2 4 0,14-2 7 0,-14 0 0 16,21 0-7-16,-10-1-1 0,3-2 1 0,-2 0-3 16,1-3-2-16,1 1 9 0,0-1-7 0,1-2 7 15,-1-1 0-15,0 1-8 0,-2-4 0 0,-2-1 4 16,3 0 1-16,-3 0-8 0,3 0 11 0,0 0-4 15,1 0 0-15,1-22 7 0,0 22-11 0,5-14-3 16,-2 14-11-16,-1-18 3 0,1 18 8 0,-2-20-1 16,0 10 12-16,-2-1-1 0,1 0-11 0,-4 0 8 15,2 0 7-15,-3-1 5 0,-1 1-8 16,-2-2 7-16,1 0-3 0,-4 0 0 0,0 0 19 16,-1-1-2-16,-2 0 15 0,-1 0 6 0,0 1 3 15,0-1 0-15,0 1-5 0,0-1-1 0,-23 3-1 16,23-1-9-16,-17 0-18 0,17 1-8 0,-22 1-10 15,9 0-4-15,0 1-5 0,1 1 5 0,-1 0-4 16,1 1 8-16,3 2 3 0,-1 0-12 0,1 0-2 16,1 2-33-16,2 0-19 0,-1 1-27 0,0 0-23 15,0 2 14-15,1 0 7 0,-2 0 12 0,1 0 9 16,4 0-26-16,-1 0-11 0,1 0 17 0</inkml:trace>
  <inkml:trace contextRef="#ctx0" brushRef="#br0" timeOffset="-150196.06">23540 10439 159 0,'3'0'10'0,"2"0"12"0,-2 0 7 0,-1 0 16 15,0 0-3-15,-2 0-12 0,0 0 2 16,0 0-21-16,0 0 2 0,0 0-5 0,0 0-4 16,-20 0 1-16,20 0-9 0,0 0 8 0,-19 0-3 15,19 0-1-15,-19 12 4 0,19-12 0 0,-20 0-11 16,11 10 8-16,-1-10-5 0,-4 8 1 0,2-8 11 15,-3 9-8-15,2-4 5 0,-2 2-4 0,1-1 4 16,-3 1-1-16,2 1 0 0,2-1 0 0,-2 1-7 16,3-1 0-16,0 2-1 0,2-2-2 0,1 1 3 15,0 0 8-15,2 1-4 0,1-1 7 16,1 1-4-16,0 1 0 0,-1 0-3 0,4 0 4 0,0 1 12 16,0 0-8-16,2-1 7 0,0 2-7 15,0-1-4-15,0 2 6 0,0-2-3 0,19 0-3 16,-19 2-1-16,14-3-4 0,-14 1 11 0,22 0 0 15,-12-1-4-15,5-1 1 0,-1-1-12 0,4 1 4 16,-1-2 7-16,2-1-3 0,3-3 0 0,-1 1 0 16,3-1-11-16,3 0 11 0,-2-3-8 0,1 0 12 15,-1 0 0-15,-2 0-4 0,-1 0 11 0,0 0-19 16,-5-15 4-16,-4 15 0 0,1 0-7 0,-4-14 7 16,-1 14 1-16,-2 0-8 0,-1-16 11 0,-2 16 4 15,-1-13 8-15,1 6 11 0,-2-2-8 0,-1 1 1 16,0-2-3-16,0 0 2 0,0-1 18 0,-1-2 9 15,0 1 13-15,0-2 5 0,0-2-18 16,0-1-9-16,0-1-9 0,-23-2-12 0,23-1 4 16,-20 0-14-16,7 0-7 0,-2-3 3 0,2 2-8 15,-1 0 9-15,0 1-5 0,-1 3-17 0,2 1-12 16,2 2-26-16,-1 2-37 0,7 2-12 0,-4 4-8 16,3 0-3-16,1 3 12 0,2 2-35 0,-3-2 16 15,3 4 27-15</inkml:trace>
  <inkml:trace contextRef="#ctx0" brushRef="#br0" timeOffset="-148767.79">24340 10350 160 0,'0'-1'10'0,"0"-2"22"0,0 1 6 16,0-1 5-16,0 1 0 0,0-1-17 0,0 1 2 15,0 1-4-15,0 1 3 0,0 0-9 0,0-1 0 16,0 1-4-16,0 0-9 0,0 0-1 0,0 0-12 15,0 0 3-15,0 0-3 0,0 0 4 0,0 0 9 16,0 0-1-16,0 0-2 0,0 18 0 0,0-18-9 16,0 17 13-16,0-4 0 0,0 0 3 15,0 2 2-15,0 3-5 0,0 0-1 0,0 2 5 0,0 0 3 16,0 1-5-16,0-1 9 0,0-1-9 0,16 2 5 16,-16-4-8-16,0 0 6 0,0-1 1 15,0-1 3-15,12-1 7 0,-12-2-10 0,0-1 3 16,9-3-12-16,-9 2 6 0,8-3-1 0,-8 0 2 15,4-2 7-15,-2 0-3 0,1 0 8 0,-1-3 1 16,0 0-1-16,1 0-4 0,-1-1-9 0,1-1 0 16,2 0 0-16,-1 0-4 0,0 0-1 0,1 0-8 15,1 0 4-15,1-18 5 0,2 18-1 0,-1 0 9 16,0-20-13-16,2 20 1 0,-1-17 3 0,-1 17-4 16,-2-19 1-16,4 10-1 0,-5-1-8 0,0 0 0 15,2 0 13-15,-4 1 4 0,4-1 0 16,-3-1-4-16,0 1-1 0,-1 0-12 0,-1 0 13 0,0 0-5 15,0 0-16-15,0 1 12 0,-2-1 0 16,1 1-1-16,1 1 14 0,-2-1-4 0,3 2-14 16,-2 0 10-16,0 2-5 0,4-2-1 0,-3 3 1 15,-1 0 0-15,2 0 4 0,-2 2 0 0,-1 1-5 16,2-1-5-16,-2 2-4 0,0 0 0 0,0 0 14 16,0 0-5-16,0 0 0 0,0 0 14 0,0 0-14 15,0 0 9-15,0 17 5 0,0-17-18 0,0 0 13 16,0 20 0-16,0-20-4 0,0 16 0 0,0-6-1 15,0-2-9-15,0 3 15 0,0-1-1 0,0 0-9 16,0 1 9-16,0-2-17 0,0 1 8 0,0 0 14 16,0-1-5-16,0-1 0 0,0 1 4 15,0-1-16-15,0-2 8 0,0 1 9 0,17-1-14 16,-17-1 14-16,0-1 0 0,0 2-14 0,13-3 5 16,-13 1 5-16,0-3-9 0,12 2 9 0,-12-1-1 15,11-1-8-15,-6-1 4 0,1 0 5 0,1 0-5 16,0 0 4-16,2 0-8 0,-4 0 4 0,3 0 0 15,0 0 0-15,1-17 5 0,1 17-9 0,-1 0 8 16,3-15-8-16,-2 15 4 0,2-12-4 0,0 12 4 16,-1-15 0-16,3 9 5 0,-2-4 4 15,0 3-4-15,2-1 0 0,-2-1-5 0,2 1 0 0,-3-1-4 16,0 1 8-16,-2 0-3 0,1 1-6 0,-2 0 1 16,-1 0-4-16,0 3 4 0,-5 1 4 15,2 0 4-15,-2 1 1 0,-1 0-5 0,1 2-5 16,-2 0 0-16,0 0-9 0,0 0 14 0,0 0-1 15,0 0-4-15,0 0 13 0,0 0-8 0,0 17 9 16,-18-17-14-16,18 14 5 0,0-14-5 0,-17 22-4 16,17-8 17-16,-13-3-8 0,13 3 8 0,-12-1-13 15,12 1-3-15,-9-1-1 0,4 1 0 0,3-2 22 16,-3 1-4-16,3-1 0 0,0 0-4 0,-1-1-5 16,3 0 1-16,0-1-1 0,0-1-14 0,0-1-12 15,0-1-15-15,0-2-11 0,0-1-2 16,0-1 9-16,0-2 7 0,0 0-1 0,19-1 2 0,-19 0-12 15,15 0-9-15,-15 0-3 0,23-21-13 16,-10 21-12-16,0-17 15 0,1 17 13 0</inkml:trace>
  <inkml:trace contextRef="#ctx0" brushRef="#br0" timeOffset="-148130.52">25233 10392 230 0,'2'-6'13'15,"3"3"7"-15,-3 0 17 0,0 1 5 0,-2 1-9 16,0 0-10-16,0 1-5 0,0 0-5 0,0 0-8 16,0 0 3-16,0 0-15 0,0 0 3 15,0 0 5-15,0 0 0 0,0 0 12 0,0 21-8 16,0-21-4-16,-18 17 8 0,18-17-16 0,0 21 8 16,-15-9-7-16,15 3-3 0,-13 0 7 0,13 2-4 15,-16 2 18-15,7 1-7 0,1 2 0 0,-3 3-4 16,0 0-1-16,-1 1-4 0,1 0 4 0,-1 0 0 15,1-2-7-15,5-2 10 0,-4-3-7 16,4-2 4-16,2-3-5 0,1-4 1 0,1-2 8 0,2-2 0 16,-1-2 15-16,1-3 1 0,0 1-5 0,0-2-3 15,0 0-15-15,0 0-5 0,22 0-2 0,-22 0 10 16,17-25 11-16,-17 25-7 0,25-19 3 0,-12 19-22 16,1-24-4-16,0 9 3 0,1 0 0 15,0 0 14-15,-1-4-7 0,-2 1 4 0,2-2 4 16,-4 0-3-16,0-1 6 0,1 0 4 0,-5 0-11 15,1 2 15-15,-1-2-3 0,-1 2 0 0,-2 1 13 16,1 0-8-16,-3 3 4 0,3-2 4 0,-4 4-4 16,2 1-4-16,-2 0-3 0,2 1-5 0,-2 2 1 15,2 1-5-15,1 3 8 0,-3 0-8 0,2 1 0 16,-2 2 4-16,2 0-17 0,-2 1 9 0,0 1-4 16,0 0 4-16,0 0 8 0,4 0-8 0,-4 0 16 15,2 0-8-15,-1 0-11 0,2 19 12 0,1-19-20 16,-2 16 15-16,2-16 9 0,1 20-4 15,-3-7 12-15,2 1-8 0,-1 0 16 0,3 2 3 16,-1 0 10-16,-3 1-9 0,0 0 3 0,1 1 0 16,-1-1-13-16,0 0 17 0,1 0-9 0,-2 1-1 15,-1-1 8-15,3 1-3 0,-1-1-2 0,2 0-3 16,-2-1-4-16,0 1-9 0,2 0 1 0,-2 0 0 16,4 0-13-16,-1-1 6 0,1 0-6 0,2-1-1 15,-2 0 10-15,3 0-1 0,-2-4 1 0,2 0 3 16,-2-2-16-16,-3-2-14 0,2-1-26 0,-1-2-36 15,-2-1-3-15,-1-1-10 0,2-1 3 0,-4-1 11 16,0 0-6-16,0 0-26 0,0 0-20 0,0 0 2 16,0 0 25-16</inkml:trace>
  <inkml:trace contextRef="#ctx0" brushRef="#br0" timeOffset="-147883.39">25244 10646 690 0,'0'0'9'0,"16"0"1"0,-16 0-1 0,0-2 5 16,20 1-9-16,-20-1-1 0,18 2-4 0,-3 0 5 16,0 0-5-16,2 0 4 0,2 0 1 0,4 0-10 15,0 0 5-15,4 0-4 0,0 0 4 16,0 0 0-16,-2 0 9 0,1 0-5 0,-1 14 1 15,-2-14-30-15,-3 0-29 0,-2 0-15 0,-2 0-12 16,-3 0 8-16,1 0-10 0,-5 0-13 0,-1 0-14 16,-3 0 22-16</inkml:trace>
  <inkml:trace contextRef="#ctx0" brushRef="#br0" timeOffset="-147075.61">22765 11318 350 0,'-3'0'-1'0,"3"0"1"0,0 0 5 0,0 0 3 16,0 0-8-16,0 0 0 0,0 0 8 0,22 0-12 16,-22 0 5-16,14 0 8 0,-14 0-3 0,23 0 9 15,-23 0 15-15,24 0 1 0,-10 0-5 0,2 0 4 16,2 0-9-16,3 0 8 0,0 0-5 0,6 0 4 16,0 0-3-16,3 0-13 0,1-20 10 0,3 20-4 15,-1 0 5-15,0-22-4 0,1 22-9 0,1-23-5 16,-2 11 5-16,3-2-10 0,-4 1 1 0,0 0 4 15,0 0-14-15,-2 0 19 0,-3 1-9 0,-2 2-1 16,-3 0 6-16,-4 2-11 0,1 1 11 0,-6 2-5 16,0 1-1-16,-5 1 6 0,-1 2 4 15,-4-1-4-15,0 2-1 0,-3 0-10 0,0 0 0 16,0 0-1-16,0 0-15 0,0 0-28 0,0 0-29 16,-17 0-19-16,17 0-29 0,0 0-19 0,-22 0 23 15</inkml:trace>
  <inkml:trace contextRef="#ctx0" brushRef="#br0" timeOffset="-146814.33">22371 11714 363 0,'-4'3'8'0,"4"-3"2"16,0 0 8-16,0 0 10 0,31 0-4 0,-11 0-5 16,7-27 0-16,9 27-5 0,9-27 16 0,11 10 11 15,7-4 8-15,10-1-4 0,7-1-7 0,5 0-22 16,0 0-2-16,-2 1-4 0,-1 1-14 0,-6 3 8 16,-6 2-13-16,-7 3-17 0,-8 2-44 0,-7 0-43 15,-6 2-69-15,-7 1 22 0</inkml:trace>
  <inkml:trace contextRef="#ctx0" brushRef="#br0" timeOffset="-138073.7">12558 12898 189 0,'0'0'10'0,"0"0"5"0,0 0 9 0,0 0 9 15,0 0-9-15,0-15 9 0,0 15-21 0,0 0 7 16,0-16-3-16,0 16-10 0,0-12 13 0,0 12-3 16,0-15 8-16,14 8 0 0,-14 2 8 0,0-2-8 15,0-1-1-15,0 2 0 0,0 0 6 0,0-1 4 16,0 2 1-16,0 0 2 0,0 1-4 0,0 0-20 15,0 1 0-15,0-1 0 0,0 1-6 16,0 1 23-16,0-2-7 0,0 1-4 0,0-2-1 16,0 1-16-16,0 2 16 0,0-2-11 0,0 1-11 15,0 1 22-15,0-1-12 0,0 1-5 0,0 2 0 16,0 0-6-16,0 0-16 0,0 0 16 0,0 0-6 16,0 0 6-16,13 0 16 0,-13 0 6 0,0 0 12 15,9 17-13-15,-9-17-4 0,11 17-6 0,-4-17 14 16,0 23 5-16,0-8 4 0,3 2 5 0,0 2-1 15,1-1-15-15,-4 3 13 0,4 1-5 0,-2 1-18 16,2 1 13-16,1 0-16 0,-1 1 1 0,-2-1 8 16,2 2-8-16,0 0 1 0,2-2-5 0,-1 1-2 15,1 0-1-15,-1 0 5 0,-1-1 4 0,0 0-3 16,3-3 1-16,-4 2-6 0,1-3 5 16,1-1-5-16,-1-2 4 0,1-2 1 0,-3-2 0 15,0 1 12-15,2-4 0 0,-2-2-6 0,-2 1-8 16,1-4 3-16,0 0-3 0,-2-1 5 0,1-1 3 15,-3 0-1-15,1-2 3 0,-1 0-2 0,1 0 3 16,-3-1-8-16,0 0-3 0,-1 0 10 0,1 0-9 16,0 0 5-16,0 0 3 0,0-19-9 0,0 19 2 15,0-17-6-15,1 5 0 0,1-2 3 0,-2-2 1 16,3 0 1-16,-2-3 0 0,3-2-1 16,-2-1-5-16,3-1-4 0,0-1-7 0,2-1 7 0,0 0 1 15,0-2 2-15,1 0 8 0,2 1-7 16,1-2 6-16,-1 0 8 0,3 1 2 0,-3-1 0 15,1 1 8-15,1 1-11 0,-1 0 9 0,-2 1 2 16,-1 1-11-16,-1 2 9 0,-1 1-4 0,0 2-4 16,-2 1 2-16,-3 2-5 0,1 4-12 0,-2 2 2 15,0 2 2-15,1 1-2 0,-3 1 2 0,0 3-22 16,0 3-61-16,0 0-73 0,0 0-63 0,0 0-4 16,0 0 17-16,0 0 36 0,0 0 7 0,0 0 21 15</inkml:trace>
  <inkml:trace contextRef="#ctx0" brushRef="#br0" timeOffset="-137582.17">13427 13365 301 0,'0'-8'18'0,"2"-1"2"15,-2 1 5-15,1 2 7 0,1-2-5 0,0 1 13 16,0 1 9-16,-2 1-1 0,2 1 3 0,-2 1-2 16,0 1 7-16,0 1-5 0,0 1-17 0,0 0-12 15,0 0-22-15,0 0 5 0,0 0 0 16,-15 0 1-16,15 0-5 0,0 17-17 0,0-17 6 16,0 16 11-16,0-16-1 0,-9 26 7 0,9-11 6 15,0 5-16-15,0 1 40 0,0 2-1 0,-9 0-7 16,9 3 14-16,0 1-36 0,0 0 10 0,0-1-9 15,0-1-15-15,0-1 0 0,0-3 1 0,0 0 10 16,0-2-5-16,0-3 10 0,0 0-14 0,0-3 4 16,0-1 6-16,0-3-1 0,0 0 5 0,0-2-3 15,0 0 3-15,0-2-14 0,-13 1-28 0,13-2-27 16,0-1-31-16,0-1-14 0,0-1 16 0,0 0-46 16,0-1-33-16,0 0 20 0</inkml:trace>
  <inkml:trace contextRef="#ctx0" brushRef="#br0" timeOffset="-137336.39">13373 13350 400 0,'-4'-2'10'0,"2"-1"15"16,-3-2 10-16,1 5 19 0,2-2-11 0,0 1-9 15,0 1-15-15,2-2-14 0,-4 2-14 0,2 0 9 16,2 0-5-16,0 0 0 0,0 0 14 0,-2 0-14 16,2 0 14-16,0 16-9 0,-2-16 4 15,2 15 0-15,-2-15-4 0,-1 21-5 0,3-8-22 0,-4 2-35 16,0 0 3-16,-3 0-51 0,-3-2-21 16,-2 2 35-16</inkml:trace>
  <inkml:trace contextRef="#ctx0" brushRef="#br0" timeOffset="-135753.66">9762 9805 191 0,'-14'0'5'0,"14"0"15"0,0 0 9 0,0 0-3 16,-11 0 8-16,11 0-11 0,0 0-17 0,-4 0 9 15,4 0-6-15,-2 0-7 0,2 0 17 0,-1 0-4 16,1 0-3-16,0 0 3 0,0 0-1 0,0 0 10 16,0 0-6-16,0 0-3 0,0 0 4 0,0 0-5 15,0 0 10-15,0 0 8 0,0 0 0 0,0 0-5 16,0 0-9-16,0 0 11 0,0 0-8 0,0 0 5 15,0 0 0-15,0 0-5 0,0 0 5 16,0 0-15-16,0 0 5 0,0 0-11 0,0 0 0 16,0 0 6-16,0 0-6 0,0 0 0 0,0 0-15 15,0 0 10-15,0 0 5 0,0 0 1 0,0 0 9 16,0 0 5-16,0 0-10 0,0 0 1 0,0 0-1 16,0 0-5-16,0 0 11 0,0 0-7 0,0 0 1 15,0 0-5-15,0 0-10 0,0 0 0 0,0 0-1 16,0 0 1-16,12 0 5 0,-12 0-5 0,11 0 1 15,-11 0-6-15,16 0 10 0,-5 0 9 0,-1 0 0 16,0 0 5-16,3 0-14 0,-1 0 5 0,0 0 0 16,3 10-5-16,-3-10 10 0,2 0-4 15,0 0-6-15,2 0 10 0,-3 0-9 0,3 0-1 16,-2 0 5-16,2 0-10 0,-3 0 11 0,-1-15-1 16,2 15 0-16,-4 0-5 0,0 0 5 0,-2 0-4 15,-3-10-11-15,-1 10 20 0,-1 0-10 0,-1 0 1 16,0 0 13-16,-2 0-1 0,0 0 2 0,0 0-5 15,0 0 3-15,0 0-26 0,0 0-37 0,0 0-17 16,0 0-62-16,0 0-4 0,0 0 5 0,0 0-15 16,-18 0-7-16,18 0 23 0</inkml:trace>
  <inkml:trace contextRef="#ctx0" brushRef="#br0" timeOffset="-135445.34">9885 9680 338 0,'0'-2'15'0,"0"0"11"0,0 1 14 0,0 0 15 16,0-1-15-16,0 0-6 0,-1 2-9 0,1 0-20 15,-1 0 4-15,1 0 5 0,-1 0-9 0,1 0 5 16,-1 0 4-16,1 0-23 0,0 0 4 15,0 0 14-15,0 0-23 0,0 0 19 0,0 0 4 16,0 0-9-16,0 15 0 0,0-15 1 0,0 16-1 16,0-5-13-16,0 1 18 0,0 2 4 0,0 1-4 15,0 1 8-15,0 0-9 0,0 2-3 0,0 1-1 16,0-2 0-16,0 1 5 0,14-1-28 0,-14 0-22 16,0-1-20-16,0-1-38 0,0-2-13 0,8 1-2 15,-8-2 19-15</inkml:trace>
  <inkml:trace contextRef="#ctx0" brushRef="#br0" timeOffset="-134353.45">9607 11564 126 0,'0'0'5'0,"0"0"0"16,0 0 5-16,0 0 0 0,0 0 4 0,0 0-1 16,0 0-7-16,0 0 5 0,0 0-8 0,0 0 9 15,0-11 13-15,0 11 0 0,0 0 4 0,0 0 0 16,0 0-4-16,0 0 0 0,0 0-5 0,0 0-3 16,0 0 3-16,0-6-4 0,0 6 3 0,0 0-1 15,0 0-4-15,0 0-4 0,0 0-9 16,0 0 4-16,0 0-9 0,0 0 13 0,0 0 5 15,0 0-9-15,0 0 9 0,0-4-9 0,0 4 4 16,0 0 4-16,0 0 5 0,0 0-1 0,0 0 26 16,0 0-4-16,0 0 7 0,0 0 0 0,0 0-20 15,0-1-4-15,0 1-7 0,0 0 6 0,0 0-11 16,0 0 1-16,0 0-11 0,0 0 0 0,0 0-5 16,0 0 10-16,0 0 15 0,0 0 5 0,0 0 15 15,0 0-9-15,16 0-7 0,-16 0-13 0,22 0-5 16,-8 0 3-16,0 0-3 0,2 0 8 0,0 0-10 15,2 0 1-15,-1 0-1 0,0 0 1 0,0 0 4 16,1 0 4-16,-2-13-13 0,1 13 1 0,0 0-9 16,-3 0-45-16,1-10-34 0,-3 10-47 15,0 0-24-15,1-7 24 0,-2 7-7 0,-1-4-5 16,2 0 32-16</inkml:trace>
  <inkml:trace contextRef="#ctx0" brushRef="#br0" timeOffset="-133329.27">10872 10585 179 0,'1'-3'5'0,"1"1"14"0,-2 0 7 16,0 0 13-16,2 0-8 0,-2 2-10 0,0-2 3 0,0 2-8 15,2 0 2-15,-1 0 0 0,0 0-8 16,0 0 0-16,-1 0-2 0,0 0-7 0,0 0-1 15,0 0-8-15,0 0 8 0,0 0 0 0,0 0 5 16,0 0 0-16,0 0-4 0,0 0 9 0,0 14 4 16,0-14 5-16,17 0 0 0,-17 11 0 0,0-11-9 15,0 10 8-15,12-3 0 0,-12-1-1 0,0 2 1 16,13 0 3-16,-13 0-3 0,11 3-1 0,-5-1-8 16,2 0-13-16,-1 1 9 0,0 2-5 0,2-1 12 15,-1 1 1-15,-1-2-13 0,-2 2 10 0,1-1-5 16,-1-1 1-16,-2-1 9 0,2 0-10 15,-2-2 0-15,-1 0 1 0,2-3-12 0,0 0 12 16,-1-2-1-16,0 2 0 0,-1-4 11 0,3 0-11 16,-4 1 16-16,1-2-4 0,-2 0 4 0,3 0 0 15,-3 0 0-15,2 0 10 0,-1 0-11 0,-1 0 14 16,2 0-10-16,2-15 0 0,0 15 4 0,-3-14-13 16,5 14-1-16,-2-18 9 0,-1 7-4 0,3-1 13 15,-2 0 3-15,0-1-8 0,1-1 10 0,1 1-8 16,-1-1 1-16,0-1-4 0,0 2-6 0,-1-2-14 15,-2 0 0-15,1 0 3 0,-1 1-8 0,0-1 16 16,2 1-8-16,-1 1-12 0,-1-1 10 0,1 0-8 16,0 2-6-16,0-1 11 0,-2 2-9 15,3 0 6-15,-2 2-4 0,-1 0-15 0,1 2-60 16,1 1-66-16,-2 2-54 0,1 0-23 0,0 3 17 16,1-1 7-16,1 2 57 0,-2 0 34 0</inkml:trace>
  <inkml:trace contextRef="#ctx0" brushRef="#br0" timeOffset="-132936.31">11369 10771 301 0,'1'0'-1'0,"-1"0"6"16,0 0 5-16,0 0 10 0,0-16 14 0,0 16 9 15,0 0 0-15,0 0-5 0,0 0-5 0,0-10-10 16,0 10 4-16,0 0 0 0,0 0-18 0,0 0 4 16,0 0-9-16,0 0-8 0,0 0 0 0,0 0-1 15,0 0 5-15,0 0 0 0,0 0 13 0,0 0-4 16,0 20-14-16,0-20 14 0,0 17-5 15,0-6 10-15,0 3-1 0,0 1 2 0,0 2-1 0,0 1-8 16,0 2 15-16,0 2-9 0,13 1-1 16,-13-2-10-16,0 3-6 0,0-3 6 0,0 0-6 15,7-2-1-15,-7-1 7 0,0-4-1 0,0 1 0 16,0-5 25-16,0-2-7 0,0-1-18 0,0-2 18 16,0-3-64-16,0-1-25 0,0-1-20 0,0 0-52 15,0 0 2-15,0 0 10 0,0-24 31 0</inkml:trace>
  <inkml:trace contextRef="#ctx0" brushRef="#br0" timeOffset="-132721.74">11381 10751 319 0,'0'-5'6'0,"0"0"13"0,0 0 6 0,0 1 1 15,9 0-1-15,-9 1-5 0,0 2-9 0,0-2 7 16,0 2 5-16,0 1-9 0,0 0 7 0,0 0-7 16,0 0-14-16,0 0 0 0,0 16 0 0,-18-16-9 15,18 17 3-15,-19-17-18 0,19 22-35 0,-26-7-45 16,8 0-24-16,0 2 20 0</inkml:trace>
  <inkml:trace contextRef="#ctx0" brushRef="#br0" timeOffset="-130192.39">14430 13076 140 0,'-8'0'8'16,"4"0"10"-16,-1 0 9 0,1 0 5 0,-1 0 1 16,3 0-9-16,-3 0-4 0,3 0-1 0,0 0-9 15,0 0 3-15,2 0 0 0,-1 0 17 0,-1 0-14 16,-2 0-3-16,2 0 1 0,-2-8-18 0,-1 8 17 15,-2 0 4-15,4 0-9 0,-3-5-3 16,1 5 3-16,-1-4-20 0,2 4 16 0,-3 0-8 16,0 0-3-16,1-1 7 0,1 1-4 0,0 0 4 15,-1 0 8-15,0 0 4 0,0 0-12 0,0 0-3 16,1 0-1-16,-1 0 8 0,-1 0 5 0,0 14 11 16,3-14-2-16,-1 0-4 0,0 0-1 0,-2 0 0 15,3 0-4-15,0 0 8 0,2 0 0 0,-1 8 5 16,1-8-5-16,2 0-1 0,-2 0-3 0,2 0 0 15,0 0 6-15,0 0-4 0,0 0 0 0,0 3 0 16,0-3-5-16,0 0-5 0,0 2 10 16,0-2 0-16,0 0 10 0,0 0 14 0,0 0 9 0,23 0 5 15,-23 2-1-15,19-2 4 0,-5 1-11 16,3 0-13-16,2 0-5 0,-1-1 3 0,2 1 2 16,3-1 5-16,3 2 6 0,-3-2-11 0,2 0-4 15,0 0 5-15,-1 0-12 0,4 0-6 0,-1 0 4 16,-4 0-5-16,0 0 1 0,0 0 3 0,-2-17-2 15,-4 17-6-15,1 0 0 0,-5 0-3 0,1-12-4 16,-1 12-1-16,-4 0 6 0,0-7-5 0,-2 7-2 16,-2 0 1-16,-1-4-3 0,-2 4-2 0,0 0 4 15,1 0-4-15,-2 0 0 0,-1 0-38 0,0 0-54 16,0 0-41-16,0 0-66 0,0 0 0 0,0 0 28 16,0 0 26-16,0 0 26 0,0 0-9 15,0 0 10-15,0 0 18 0</inkml:trace>
  <inkml:trace contextRef="#ctx0" brushRef="#br0" timeOffset="-129812.95">14290 13379 322 0,'-7'4'25'0,"1"-2"20"0,0 0 24 16,5-2 9-16,-2 0 11 0,1 0 2 0,2 0-7 15,0 0 10-15,0 0-30 0,0 0-37 0,0 0-11 16,0 0-16-16,22 0 4 0,-22 0 20 0,21-15 0 15,-7 15 9-15,-1 0-4 0,4 0-1 0,2 0 3 16,1-10-14-16,5 10-4 0,2 0-3 0,-3-7-9 16,1 7-5-16,1 0 5 0,2-5 3 0,-1 3-1 15,0 2 10-15,-4-1-9 0,1 0 0 16,-4 1 1-16,0 0-13 0,-4-1 4 0,2 1-38 16,-5 0-61-16,1 0-38 0,-3 0-34 0,3 0-19 15,-5 0 1-15,2 0 29 0,0 0 34 0</inkml:trace>
  <inkml:trace contextRef="#ctx0" brushRef="#br0" timeOffset="-128080.81">15661 12894 153 0,'7'-5'9'0,"-7"1"12"16,0 0 17-16,0-2 14 0,0 3-8 0,0-2-12 15,0 2-8-15,0-2-5 0,0 3-9 0,0 0 7 16,0 1-16-16,0-1-5 0,0 2 4 0,0 0 1 16,0 0 16-16,0 0 6 0,0 0 13 0,0 17-16 15,0-17 0-15,3 20-1 0,-3-7-5 0,2 3 12 16,-1 2-8-16,0 1 7 0,-1 2-4 16,0 1 11-16,0 1 4 0,0 2-15 0,0-1 4 15,0-1-10-15,0 1 1 0,0 0-6 0,-18-1 6 0,18 0-10 16,0-2 9-16,-17 0 1 0,17-3-15 15,0 0 5-15,-15 0-4 0,15-1-1 0,0-2 10 16,-12 0-10-16,12-2-4 0,0-1 4 0,-4-1-4 16,4 0 9-16,0-2-5 0,-4-1 10 0,4 0 0 15,0-3-16-15,0 1 11 0,0-3-16 0,0 1-34 16,0-1-20-16,0-1-35 0,0-2-29 0,0 0-4 16,0 0-22-16,0 0 25 0</inkml:trace>
  <inkml:trace contextRef="#ctx0" brushRef="#br0" timeOffset="-127457.66">16072 12985 92 0,'3'-3'9'0,"-1"0"14"0,0-3 6 0,1 1 18 16,-3 1 0-16,0-1 1 0,0 3-7 0,0-1-4 16,0-1-17-16,0 2-11 0,-17 0 4 0,17 1-17 15,0 1 8-15,-19 0-4 0,19 0 0 0,-17 0 4 16,7 0-4-16,-2 0 4 0,-1 0-3 0,2 0-5 15,-2 20 9-15,-1-20-16 0,2 15 7 0,-2-15-3 16,2 17 3-16,-2-7 8 0,3 0 0 0,0 1 4 16,0 0-3-16,0 1 3 0,1 2-11 0,1-1 0 15,1 0-2-15,0 1 9 0,1 2 3 0,1-2 0 16,1 2 0-16,2 0-7 0,1 0-1 0,1 1 9 16,0-2-5-16,1 2 10 0,0-1 8 15,0 0-4-15,0-3 4 0,0 1 1 0,23-1-13 16,-23-1 4-16,16-2-4 0,-16-1-9 0,23-1 9 15,-8-1 4-15,0-2 1 0,3-3-1 0,0-1-13 16,3-1-4-16,2 0 9 0,-1 0-5 0,0 0 14 16,0 0-10-16,-1-19-3 0,2 19-1 0,-2-18 0 15,0 18 9-15,-2-21-5 0,0 9 1 0,-2 0-1 16,1 0 6-16,-4-1-1 0,0 2 10 0,-3-3 6 16,-1 3-10-16,-2-3 20 0,-1 3 4 0,0-3 5 15,-4 3 15-15,1-3 7 0,-1 2 10 16,-2-1 0-16,-1 1-4 0,0-1-10 0,0 2-12 0,0-3-2 15,-18 3-10-15,18-1-10 0,-19 0-8 16,19 1-13-16,-21-1 1 0,21 1-3 0,-24 1-3 16,12 0-4-16,-1 0 1 0,1 3-11 0,2-1-21 15,0 1-27-15,1 3-47 0,1 1-32 0,0 1-26 16,3-1-11-16,2 1 17 0,0 2 10 0,2 0-6 16,0 0 25-16,0 0 28 0</inkml:trace>
  <inkml:trace contextRef="#ctx0" brushRef="#br0" timeOffset="-127237.64">16725 12980 12 0,'-20'0'7'15,"20"0"-10"-15,0 0 0 0</inkml:trace>
  <inkml:trace contextRef="#ctx0" brushRef="#br0" timeOffset="-126895.23">16676 12980 30 0,'0'0'2'0,"-12"0"1"0,12 0-1 16,-14 0-2-16,6 0 2 0,1 0 4 15,-1 0 3-15,-1 17 13 0,-1-17-11 0,-1 0 16 16,0 19-5-16,-1-19-3 0,-1 17 11 0,0-7-15 15,0 0 3-15,-1 1-7 0,2 1-5 0,-1 1-2 16,1-2 5-16,0 3 7 0,2-1-7 0,0 1-1 16,1 0-4-16,2 0-4 0,-1 1 12 0,4 1 4 15,-1-1-5-15,3 0 2 0,1 2-1 0,1-2 0 16,0 0 18-16,0 0 0 0,0-2 1 16,21 0 2-16,-21-1-5 0,21-2 22 0,-21 0-5 0,29-3 7 15,-11-2-9-15,1-2-22 0,1-3 5 0,1 0-16 16,3 0 11-16,-2 0 5 0,2-20-1 0,0 20 0 15,-1-22 4-15,0 22-16 0,-1-26 1 0,0 12 5 16,-1 2-15-16,-5-3 19 0,3 2 5 16,-5 0 17-16,1-1 18 0,-6 3 1 0,-1-3 9 15,-3 3-11-15,-2-1-7 0,1 1-3 0,-4 0-11 16,0 0-9-16,0-1-14 0,0 1-8 0,-29 1-9 16,29-2-1-16,-28 2-1 0,9 0 1 0,3-1 0 15,-1 1-2-15,-4 2 2 0,6 0 0 0,-1 0-16 16,3 4-49-16,-1-2-49 0,3 3-56 0,0 0-28 15,1 1 9-15,4-1 6 0,0 3-12 0,0-2 35 16,2 0 39-16</inkml:trace>
  <inkml:trace contextRef="#ctx0" brushRef="#br0" timeOffset="-124802.43">17355 12925 299 0,'3'-5'0'0,"-1"0"5"0,-1-1 4 0,1-1 1 16,0 1 8-16,0 1 0 0,1 1-8 0,-1 1 11 15,0 0-11-15,0 2-5 0,-1 0 4 0,0-1-8 16,-1 2 8-16,1 0 0 0,0 0 4 0,-1 0-4 16,0 0 4-16,0 0 10 0,0 0 4 0,0 0 12 15,0 0-12-15,0 19-10 0,0-19-4 0,0 16-20 16,0-16 11-16,14 22 0 0,-14-6-7 0,0-1 19 15,0 2-12-15,0-1 0 0,0 3 9 0,0 1-25 16,0 0 12-16,0 1 4 0,0-1-12 0,0 1 11 16,0 0-7-16,0 0 4 0,0 0 8 15,0-2-4-15,0 1-4 0,0-2-1 0,0-2 1 16,0 1 0-16,0-2 4 0,0-1-4 0,0-2 4 16,0 0 4-16,0-3 5 0,0 0 2 0,0-1-33 15,0-1-15-15,0-3-40 0,0-1-40 0,0-2-11 16,0-1-12-16,0 0 37 0</inkml:trace>
  <inkml:trace contextRef="#ctx0" brushRef="#br0" timeOffset="-124222.24">17741 12960 253 0,'3'-2'9'15,"-1"2"14"-15,-1-3 14 0,0 2 9 0,1-2 3 16,-2 3-13-16,0 0-17 0,0 0-2 0,0 0-13 16,0 0 4-16,0 0-3 0,0 0-9 0,0 0 4 15,0 0-4-15,0 0 12 0,-17 0-8 0,17 0 4 16,0 17-3-16,-19-17-13 0,19 14 12 0,-15-14 9 15,6 16-5-15,-1-6 8 0,1 3-8 16,-1-2-16-16,2 2 4 0,0 1-4 0,2 0 12 16,1 1 0-16,-2-1 8 0,4 0 8 0,1 1-4 15,1 0 4-15,1-1 1 0,0 0-1 0,0-1 1 16,0 0-1-16,0-1-3 0,23-1-1 0,-23-1 5 16,20-1-4-16,-6-1-5 0,0-1 0 0,3 0-2 15,0-2-6-15,-3-2 9 0,4 0 7 0,-1-2-6 16,-1 0-5-16,-1-1 10 0,0 0-10 0,-1 0-5 15,1 0 25-15,1 0-5 0,-5-20-6 0,1 20 11 16,-1 0-15-16,1-20-5 0,-6 20 9 16,0-17-5-16,-2 17 9 0,0-20-8 0,-1 11-1 15,-1-1 4-15,1-1-5 0,-3 0-8 0,0 0 9 16,0 0-8-16,0-1-1 0,0 1 13 0,0-2-12 16,0 1 13-16,-22-1-1 0,22 2 15 0,0-3 3 15,-18 3-16-15,18 0 0 0,-12-1-10 0,12 1 0 16,-16 2 9-16,7-1-5 0,-1 0-5 0,-1 3 1 15,1-1-4-15,0 1 0 0,-1 0-4 0,2 0-8 16,1 2 3-16,1 0 4 0,-1 0 0 0,-1 1 12 16,2 1-8-16,-4-1-3 0,2 2-7 0,-3 2-56 15,0-1-32-15,2 1-39 0,0 0-28 0,0 0 1 16,3 0-9-16,0 0 39 0</inkml:trace>
  <inkml:trace contextRef="#ctx0" brushRef="#br0" timeOffset="-123775.65">17709 12544 350 0,'-7'0'5'0,"7"0"14"0,-7 0 13 16,7 7 5-16,0-7-5 0,0 0-18 15,0 0-4-15,0 0-1 0,0 0 13 0,0 0 3 16,21 0-11-16,-21 0-9 0,19 0-9 0,-19 0 9 16,23 0-5-16,-9 0 0 0,1 0 4 0,-1-12-4 15,0 12 5-15,3 0 11 0,-1 0-16 0,0 0-4 16,-1 0 4-16,-1 0-12 0,0 0-10 0,-3 0-14 15,-1 0-22-15,-1 0-35 0,-1 0-33 0,-2 0 15 16</inkml:trace>
  <inkml:trace contextRef="#ctx0" brushRef="#br0" timeOffset="-123065.95">18171 12318 390 0,'0'0'5'0,"0"0"20"0,0 0 14 15,0 0 8-15,0 0 7 0,0 0-13 16,0 0-12-16,0 0-9 0,0 0-12 0,0 0-12 0,17 0 8 16,-17 0 0-16,22 0 0 0,-7-17 8 0,2 17-8 15,2 0 5-15,-1 0-5 0,-1-10 5 16,2 10 1-16,-2 0-15 0,-2 0 5 0,-3 0 0 16,-2 0-5-16,0 0 15 0,-1 0-5 0,-3 20-5 15,-2-20 0-15,0 0 0 0,-3 17 0 0,-1-17 5 16,0 13 5-16,0-13-5 0,0 16 0 0,-20-7-5 15,20 0 5-15,0-1-1 0,-24 1 1 0,24 0-24 16,-20-1-16-16,20-1-13 0,-19-1 0 0,19 0 19 16,-19-1 16-16,9 0 8 0,1-2-3 0,1 0 3 15,3 1-3-15,1-2 1 0,1 2 6 0,3-3-11 16,0 1 0-16,0-1 16 0,0-1-4 0,0 0 8 16,0 0 0-16,22 0-12 0,-22 0 8 15,20 2 0-15,-20-2 5 0,28 0 3 0,-13 0-4 16,1 0 1-16,2 0-1 0,-2 2 4 0,0 0-4 15,0-1-3-15,-2 2 11 0,-2 1-3 0,-1-1 18 16,-2 2 4-16,-4 0-22 0,1 1 12 0,-3-1-20 16,-3 1 10-16,0 1 15 0,0 0-30 0,0 1 10 15,0 1-14-15,-25-1 5 0,25 2 10 0,-27 2-10 16,8 0 16-16,0 1-26 0,-1-1 10 0,-1 2-28 16,-2-2-51-16,2 1-11 0,-2-1-32 0,0-1-6 15,3-1-4-15,0-1 20 0</inkml:trace>
  <inkml:trace contextRef="#ctx0" brushRef="#br0" timeOffset="-122081.89">18768 13126 351 0,'0'0'18'16,"0"0"14"-16,0 0 20 0,0 0 5 0,0-7 6 15,0 7-1-15,0 0-10 0,0 0 5 0,0 0-1 16,0 0-9-16,0 0-9 0,0 0-2 0,0 0-22 16,0 0 0-16,0 0-5 0,0 0-9 0,0 0 4 15,0 0-8-15,0 0 4 0,0 0 5 0,18 0 4 16,-18 0 4-16,19 0 0 0,-9 17 5 0,2-17-4 16,1 13 17-16,0-13 4 0,2 17-8 0,0-8 8 15,1 2-8-15,-1 1 1 0,0-2 2 16,-1 2-8-16,3 0 1 0,-3-1-7 0,1 0 10 15,-3-1-9-15,2 0-1 0,-1-1 2 0,-1 0-17 16,-1-2 2-16,-1-1-1 0,-2 0-4 0,-2-1 12 16,1 0-5-16,-4-3-4 0,1 1 1 0,-2 1-13 15,-2-1-17-15,0-2-42 0,0 2-50 0,0 0-52 16,0-2-5-16,0 1 14 0,0-2 16 0,0 0 9 16,0 0-4-16,-21 0 23 0</inkml:trace>
  <inkml:trace contextRef="#ctx0" brushRef="#br0" timeOffset="-121818.45">19057 13110 461 0,'0'-1'16'0,"0"0"26"0,0 0 11 0,0 1 14 15,0-2-12-15,0 2-25 0,0 0-2 0,0 0-19 16,0 0-9-16,-22 0-4 0,22 0-6 0,-14 17 1 15,14-17 4-15,-20 17 6 0,8-17-11 16,-2 22 15-16,1-8-9 0,-3 1 9 0,2 2 5 16,-2 1-10-16,1 0 10 0,0 3-9 0,0-2-5 0,0 2 4 15,1-2-4-15,0 1 10 0,1 2-11 16,3-5 5-16,-2 2-20 0,2-1-29 0,3-3 1 16,-4-1-31-16,5 0 47 0,-1-4-60 0,2-2-19 15,1-1 1-15,0-4-21 0</inkml:trace>
  <inkml:trace contextRef="#ctx0" brushRef="#br0" timeOffset="-119740.79">19594 13011 150 0,'-11'0'12'0,"11"0"10"0,-9 0 5 0,9 0 13 16,-5 0-4-16,5 0-1 0,-3 0-2 0,1 0-10 16,2 0-5-16,0 0-4 0,0 0-1 0,0 0-1 15,0 0 5-15,0 0 3 0,0 0-3 0,0-9-1 16,0 9 0-16,19 0-11 0,-19 0 7 0,16-5 4 16,-16 5-12-16,28-3 4 0,-12 3-4 0,0-2 0 15,3 1 4-15,0 1-4 0,0 0 0 0,-1 0-8 16,-2 0 5-16,-1 0 3 0,-2 0-8 0,1 0 8 15,-5 0-4-15,0 17 3 0,-2-17-2 0,-1 0-9 16,-2 14 1-16,-1-14 3 0,-2 12 5 16,-1-12-1-16,0 16 0 0,0-7-8 0,0 0 12 15,0 4 7-15,-22-1-4 0,22 0-3 0,-17 1-4 16,17 1-4-16,-23 0 4 0,23 0 7 0,-23 0-11 16,12-1 4-16,-1 0-1 0,1 0-3 0,2-1 7 15,0 0-3-15,2-2-4 0,2 1 3 0,1-2 1 16,1 1 0-16,1-2 7 0,2 1-11 0,0-2 3 15,0 1 5-15,0-2-4 0,0 0 13 0,0-1-5 16,23 0 5-16,-23-1 8 0,18 1 6 0,-18 0 15 16,22-2 2-16,-10-1 1 0,2-1 9 15,-1 0-10-15,2-1-6 0,-1 0-5 0,3 0-1 16,-2 0-1-16,4 0 1 0,-3-20-3 0,2 20-24 16,-2 0 3-16,0-20 0 0,-1 20-9 0,-2 0 8 15,-2-15 2-15,-3 15-2 0,1 0 2 0,-4-8-5 16,-1 8-4-16,-1 0-4 0,-2 0 8 0,0 0 0 15,0 0 2-15,-1 0-6 0,0-5 1 0,0 5 3 16,0 0-31-16,0 0-32 0,0-2-62 0,0 0-36 16,0 0-5-16,0-1-3 0,0 0 1 0,0-1 28 15,0 0 30-15</inkml:trace>
  <inkml:trace contextRef="#ctx0" brushRef="#br0" timeOffset="-119194.17">20356 13058 216 0,'4'-3'14'15,"-4"-1"19"-15,1 1 16 0,-1-2 5 0,0 1-3 0,0 1-22 16,0 0-16-16,0 0-9 0,-16 1-11 16,16 0 3-16,0 1-4 0,-15 1 4 0,15 0 8 15,-17 0-8-15,17 0 4 0,-19 0 4 0,7 0-11 16,-3 19 11-16,0-19-4 0,-3 0 0 0,3 22 4 16,-2-22-12-16,0 19 4 0,1-19 0 0,0 22-3 15,4-11 10-15,-1 1-3 0,1 0 0 0,3 2 14 16,0 0-15-16,1 0 4 0,3 0 0 0,1 3-11 15,2-2 19-15,2 2 8 0,0 0 0 0,0-1 4 16,0 1-3-16,0-1-4 0,23-1-4 0,-23-2 0 16,20 0-8-16,-20-2 0 0,28-1-3 15,-11-1-1-15,-1-3 8 0,4 0-3 0,-1-3 3 16,2 0 1-16,-2-2 0 0,-2-1 13 0,0 0-1 16,0 0 12-16,-2 0 6 0,0 0-3 0,-2-17 5 15,0 17 3-15,2 0 10 0,-2-21 2 0,0 21 10 16,-1-17 9-16,-3 17-2 0,0-19-2 0,-3 10 0 15,-1 0-8-15,0 0-3 0,-3 0 7 0,-2 0-6 16,0 0-7-16,0 0-4 0,0 0-16 0,0-1-6 16,0 0-11-16,0 0-9 0,-22-1-4 0,22 1-2 15,-18-3-3-15,18 3-9 0,-22-3-21 0,11 1-40 16,0 1-45-16,-2-1-43 0,2 1-35 16,2 1-17-16,3 1-2 0,-1 0 14 0,4 2-3 15,3 1 41-15,-4-1 48 0</inkml:trace>
  <inkml:trace contextRef="#ctx0" brushRef="#br0" timeOffset="-118487.75">21033 12989 446 0,'0'0'16'0,"2"0"13"15,-2 0 12-15,0 0 4 0,1 0-12 0,-1 0-9 16,0 0-24-16,0 0 0 0,0 0-4 0,0 0-3 15,0 0 11-15,0 0-4 0,0 0 0 0,0 16 4 16,0-16 0-16,0 18-4 0,0-7 4 0,-14 3 3 16,14 1 15-16,0 1-2 0,0 2 16 0,-12-1 1 15,12 2-4-15,0 1 19 0,0 1-14 0,-6-2 0 16,6 1 13-16,0-1 0 0,0-1 9 0,0-1 5 16,0-1-19-16,0-1-13 0,-3-1-6 15,3-1-16-15,0-1 1 0,0-1-1 0,-1-2 4 0,0 2-3 16,0 0-3-16,0-4-2 0,-1 3-7 0,2-3 5 15,-1 2-3-15,-1-2 5 0,0-1-2 16,2-1 4-16,0-2-21 0,0 0-51 0,-3-1-53 16,3-1-65-16,0-1-20 0,0 0 21 0,0 0 15 15,0-18 1-15,0 18 41 0</inkml:trace>
  <inkml:trace contextRef="#ctx0" brushRef="#br0" timeOffset="-117994.58">21370 13083 398 0,'2'-3'12'0,"0"-1"9"0,-1 1 16 16,-1-2 0-16,0 1-8 0,0-1-5 0,0 2-16 15,0-2 0-15,0 4-4 0,-18-2 0 0,18 1 0 16,0 0-4-16,-13 1 4 0,13 0-8 0,0 1-4 15,-14 0 8-15,14 0-7 0,-13 0 6 0,7 0-2 16,-2 0-5-16,0 0 8 0,-1 18-3 0,1-18 6 16,-1 0 1-16,-1 21-1 0,0-21-3 0,3 20 0 15,-3-10 0-15,1 2 4 0,1 1-8 0,1 2 4 16,-1-1 7-16,3 2-15 0,0-1 15 16,1 0 0-16,1 1 1 0,3 0 17 0,0-1-5 15,0-1 5-15,0-2-4 0,17 1-7 0,-17-1 20 16,23-2 1-16,-23-2 10 0,29-1 4 0,-10-2-19 15,0-2-6-15,1-1-9 0,2-2-5 0,-1 0 9 16,0 0 19-16,0 0 17 0,-3 0 8 0,0-17 11 16,-1 17-7-16,-3 0-12 0,-2-18 7 0,1 18-7 15,-3-15-6-15,-1 15-2 0,1-18-7 0,-5 8-8 16,2-1 2-16,-1-1-4 0,-1 0 3 0,1 0 3 16,-3 0 2-16,-2-1 13 0,1 1 5 0,-1 0-9 15,-1-1-9-15,0 3-16 0,0-3-11 0,0 2-7 16,0-1 1-16,-19 2 0 0,19 0-10 0,0 1 8 15,-19 0-7-15,19 1-5 0,-13 1-42 16,13 0-58-16,-11 1-66 0,11 1-69 0,-8-1-19 16,8 2 1-16,-8-1 42 0,8 0 26 0,-2 1 12 15,2 0 54-15</inkml:trace>
  <inkml:trace contextRef="#ctx0" brushRef="#br0" timeOffset="-117210.2">21603 12457 274 0,'0'3'8'16,"0"-3"12"-16,0 0 5 0,0 0 12 0,0 0-7 15,0 0-4-15,24 0-1 0,-24 0-8 0,22 0-3 16,-8 0-4-16,2 0-5 0,0 0 4 0,2 0 0 16,1 0 2-16,-1 0 5 0,0 0-7 0,-2 17-2 15,-1-17 1-15,-2 0 0 0,-1 16-1 0,-2-16 5 16,-3 12-8-16,-2-12-8 0,-2 11-1 0,-2-11 1 15,-1 13 4-15,0-7 7 0,0 0 1 0,0 2-4 16,-26 0-4-16,26-1-9 0,-24 1 5 0,24 0 3 16,-27-3 1-16,27 2 8 0,-25-2 1 0,25 0-10 15,-16-2 6-15,16 0-1 0,-12-1-9 16,12 0 5-16,-6 0-4 0,6-2-9 0,0 1 9 16,0-1 4-16,0 1 4 0,0 0 9 0,0 1 0 15,18 0 4-15,-18 1 5 0,19 2-9 0,-19-1 0 16,22 1 6-16,-8 3-8 0,0 0 15 0,-2 0-4 15,1-1-6-15,-4 2-4 0,-1-3-6 0,-1 3 4 16,-2-2 5-16,-5-3 0 0,4 1-6 0,-4 1 1 16,0-2-15-16,0 3 19 0,0 1 0 0,-30 0-5 15,30 1-4-15,-29 1-21 0,7 0-35 0,0-1-38 16,-2 0-22-16,-2 1-23 0,-3-1-27 16,-1-1 27-16,0 2 31 0</inkml:trace>
  <inkml:trace contextRef="#ctx0" brushRef="#br0" timeOffset="-115409.08">14252 14589 284 0,'0'0'14'0,"0"0"14"0,0 0 18 15,0 0 0-15,0 0-9 0,0 0-10 0,0 0-12 16,0 0-1-16,0 1-5 0,0-1 5 0,0 1 0 16,0-1 0-16,0 0 9 0,0 2-18 0,0-1 0 15,0-1 8-15,0 0-3 0,0 0 12 0,0 0 5 16,0 0-8-16,0 0-1 0,0 0 5 0,0 0-13 16,0 0 9-16,0 0-9 0,0 0-5 15,0 0 18-15,0 0-14 0,0 0-4 0,0 0-10 16,0 0 1-16,0 0 0 0,0 0 9 0,0 0 9 15,0 0-14-15,0 0 19 0,0 0-9 0,0 0 0 16,0 0 0-16,0 0-4 0,0 0 4 0,0 0-5 16,0 0 9-16,0 0-8 0,0 0 4 0,0 0 14 15,18 0-4-15,-18 0 5 0,0 0 10 0,13 0-10 16,-13 0 5-16,18 0 4 0,-6 0-5 0,1 0 4 16,1 0-8-16,-1 0-6 0,0-14 0 0,5 14-6 15,-2 0 0-15,0 0 8 0,0 0 0 16,-1 0-3-16,3-9-1 0,0 9-8 0,0 0-9 0,-2 0 8 15,-2 0 0-15,0-5-4 0,-2 5 6 16,0 0-4-16,-4 0 9 0,4 0-1 0,-4 0 0 16,-1 0-1-16,0 0-4 0,0 0 5 0,0 0 1 15,-3 0-1-15,1 0-8 0,-2 0 12 0,-2 0-11 16,1 0 7-16,0 0 1 0,-2 0-9 0,0 0 7 16,0 0-6-16,0 0 1 0,0 0-5 0,0 0-7 15,0 0-40-15,0 0-31 0,0 0-41 0,0 0-41 16,0 0 1-16,0 0-17 0,0 0-5 0,0 0-24 15,-13 0 6-15,13 0 46 0</inkml:trace>
  <inkml:trace contextRef="#ctx0" brushRef="#br0" timeOffset="-114677.8">14353 14800 392 0,'0'1'9'0,"0"-1"14"0,0 0 1 15,0 0 9-15,0 0-4 0,0 0-10 0,0 0 4 16,0 0 0-16,-11 0-5 0,11 0-5 0,0 0-3 16,0 0-5-16,0 0 9 0,0 0-5 0,0 0 14 15,0 0-4-15,0 0 0 0,0 0 19 0,0 0-18 16,0 0 19-16,0 0 1 0,0 0-5 0,0 0 10 16,0 0-10-16,0 0-4 0,0 0-1 0,0 0-1 15,0 0-6-15,0 0-3 0,0 0-6 0,0 0-4 16,0 0-5-16,0 0 0 0,0 0 0 15,0 0-6-15,0 0-2 0,0 0-1 0,0 0 4 16,0 0-4-16,0 0 8 0,0 0 0 0,0 0-11 16,0 0 19-16,0 0-8 0,0 0-4 0,0 0 4 15,0 0-2-15,0 0 13 0,0 0 8 0,0 0 9 16,0 0-9-16,0 0-4 0,0 0-4 0,0 0-5 16,0 0 2-16,0 0 1 0,0 0-9 0,0 0 1 15,0 0-5-15,0 0-4 0,0 0 11 0,0 0-3 16,0 0 1-16,0 0-2 0,0 0-2 0,0 0 3 15,0-15 9-15,0 15 7 0,0 0 4 0,0 0 5 16,0 0 7-16,0 0 1 0,0 0-2 0,0 0-3 16,0 0-10-16,0 0 1 0,0 0 2 15,0 0 0-15,0 0-5 0,0 0 0 0,15 0-3 16,-15 0 2-16,0 0 0 0,21 0 0 0,-21 0 6 16,17-14 1-16,-5 14 9 0,-1 0 7 0,3 0 0 15,-1 0 0-15,5-9-6 0,-1 9-7 0,2-8-1 16,-2 8-2-16,2-7-2 0,-1 2-4 0,-2-1-5 15,2 1-2-15,-3-3-6 0,1 2-2 0,0-1-1 16,-3 1 0-16,-1 1 1 0,-4 0 2 0,3 2-3 16,-6 1-6-16,0-1 5 0,-3 3-5 0,-2 0-1 15,0 0 3-15,0 0-5 0,0 0-4 0,0 0 6 16,0 0-4-16,0 0 5 0,0 0-2 0,0 0-17 16,0 0-45-16,0 0-60 0,-12 17-66 0,12-17-59 15,0 0-16-15,0 10 12 0,0-10-12 16,-13 9-3-16,13-9 59 0</inkml:trace>
  <inkml:trace contextRef="#ctx0" brushRef="#br0" timeOffset="-108517.62">15320 14414 324 0,'0'0'14'0,"0"0"11"15,0 0 10-15,0 0 6 0,0 0-10 0,0 0-4 16,0 0-11-16,0 0 14 0,-17-10-4 0,17 10 4 15,0 0 0-15,0 0-15 0,0 0 0 0,0 0 1 16,0 0 4-16,-11 0-9 0,11-9 10 0,0 9-21 16,0-4 6-16,0 4 10 0,-8-3-11 0,8 0 6 15,0 2-5-15,-3 1-6 0,2-2 5 16,-3 0 1-16,3 2-6 0,-1-3 11 0,1 1-16 0,-2 1 15 16,-1 1-10-16,4-2-10 0,-2 2 21 0,1-2-11 15,0 1 5-15,-3 0 0 0,4-1 1 0,-2 1-11 16,2 0 5-16,-1-1-5 0,-2 0 10 15,3 0 17-15,-2 1 12 0,2-1-6 0,-1 1-10 16,1 1 1-16,0-6-7 0,0 5 5 0,0-2-4 16,0-2-1-16,0-1 0 0,0-1 1 0,25-1-10 15,-25 1-6-15,28 1-16 0,-13-3 19 0,4 1 7 16,1 0 2-16,-1 2 5 0,3-2-15 0,-2 4-4 16,2-3-5-16,-2 2 20 0,2 3-4 0,-2 1-6 15,0 1 1-15,-1 0-5 0,-2 0-5 0,0 0 5 16,-3 0 0-16,-1 18 5 0,-1-18 1 0,-1 0 8 15,-2 18 3-15,-1-18-20 0,0 16 13 0,-2-6-14 16,-1 4-4-16,-1-1 10 0,-2 5 0 0,-2-2 4 16,0 3 10-16,0 0-5 0,0 0-14 0,0 0-8 15,0-1 13-15,-20 0 5 0,20-1 1 16,0-1 19-16,-22 0-24 0,22-1-9 0,-16-2 19 16,16 2-14-16,-21 0 10 0,10-3-1 0,-1 2-9 15,0-2 4-15,-4 1-9 0,3 1 0 0,-1-2 0 16,-3-1 4-16,3 1 1 0,-2-2 4 0,-1 0-4 15,4-1-9-15,0-1 9 0,0 0 5 0,1-2-1 16,0 2 6-16,2-2-5 0,2-2 1 0,0 1-1 16,0-1-5-16,1-2 1 0,2 1-5 0,1-2 9 15,1 1 9-15,3-2-8 0,0 1-1 0,0-1 5 16,0 0-10-16,0 0 5 0,0 0-1 0,0 0-9 16,0 0 1-16,0 0 18 0,0 0 6 0,23 0-15 15,-23-15 10-15,23 15-9 0,-9 0 0 16,1-12 4-16,2 12 10 0,3 0-4 0,1-11-1 15,0 11 1-15,0-5 0 0,3 5 4 0,0-5 6 16,-1 3 24-16,0 1 10 0,1 0 4 0,0 0 6 16,-1 0-12-16,-2 0-8 0,-1 1 1 0,-1 0 1 15,-2-1 1-15,-2 1-3 0,-4 0-4 0,1 0-10 16,-3 0 3-16,-3 0-8 0,-1 0-9 0,-2 0 3 16,-2 0-12-16,0 0-5 0,-1 0 3 0,0 0-6 15,0 0 6-15,0 0-2 0,0 0 7 0,0 0-8 16,0 0-20-16,0 0-43 0,0 0-53 0,0 0-63 15,0 0-39-15,0 0-1 0,0 0-4 16,0 0-19-16,0 0 25 0,0-19 46 0</inkml:trace>
  <inkml:trace contextRef="#ctx0" brushRef="#br0" timeOffset="-107189.86">16183 14348 140 0,'0'0'15'0,"14"-12"15"0,-14 12 2 16,0 0 20-16,13 0-11 0,-13 0-7 0,10-8 12 16,-7 8-15-16,2 0-5 0,-1-5-5 0,0 5-4 15,-1 0-6-15,-1 0 1 0,0 0 4 0,-1 0-5 16,1 0 6-16,-1 0 4 0,0 0 0 0,-1 0 1 16,0 0 5-16,0 0-6 0,0 0 17 15,0 0 0-15,0 0 1 0,0 0 7 0,0 0-11 16,0 0-7-16,0 0-10 0,0 0-7 0,0 0-11 15,-16 0 0-15,16 0-6 0,0 0 6 0,-14 0 0 16,14 0 0-16,-17 0 10 0,8 0-5 0,-2 0-1 16,-1 13 0-16,1-13-5 0,-3 0 0 0,1 14-4 15,1-14 10-15,0 10-6 0,1-10-4 0,-3 13 10 16,2-6-16-16,-1 0 15 0,2-1 0 0,1 2-5 16,-6 0 5-16,3 1-10 0,0 2 5 0,0 0-5 15,1 0 0-15,-3 2 5 0,3-1-1 0,0 1 6 16,1-1 0-16,0 1-9 0,3-1 9 0,-1-1-10 15,3-1 1-15,2 1 9 0,0-1-13 16,0 1-1-16,2-1 0 0,2 0 5 0,0 0 4 16,0 1 11-16,0-1 4 0,0 3-14 0,0 0 5 15,0-1-4-15,0 2-6 0,0 0 11 0,19-1-5 16,-19 0 9-16,0 0 0 0,14-1-9 0,-14-1-5 16,13 1 11-16,-13-3 1 0,15 2 15 0,-7-4 25 15,1 1 0-15,0-3 9 0,3 0-6 0,-2-2-14 16,0 0 2-16,4-1-2 0,-2-1-9 0,1-1-5 15,1 0-8-15,-3 0-9 0,0 0 8 16,2 0-3-16,0 0-12 0,1 0 4 0,-2-18-4 0,2 18 5 16,-2 0 4-16,4-19-1 0,1 19-4 15,-1-15 1-15,-1 6-2 0,1-2-2 0,-2 0 6 16,2 2-4-16,0-4-3 0,-1 1 7 0,-2 0-10 16,0-2 1-16,-1-1 7 0,-1 1-6 0,0 1 5 15,-2-1 0-15,-4 2 11 0,2 0 2 0,-2 0 19 16,-2 3 6-16,-1-1 4 0,-2-1 6 0,0 4-18 15,0-1 4-15,0 2-27 0,0-3-3 0,-19 3 3 16,19-2-15-16,-16 1 7 0,16 0-3 0,-20 0-4 16,20-2 9-16,-22 3 2 0,10-3 3 0,-1 0-7 15,1 2 2-15,1-3-13 0,0 2-31 0,0 0-30 16,1 0-41-16,2 1-29 0,0-1-20 0,2 2 1 16,2-2 8-16,1 4 20 0,2 0 7 0,0-2-13 15,1 3-35-15,0-1 20 0</inkml:trace>
  <inkml:trace contextRef="#ctx0" brushRef="#br0" timeOffset="-106569.21">16766 14380 297 0,'7'0'9'0,"-2"0"26"0,-1 0 16 0,-3-15 16 16,1 15-9-16,-2 0-10 0,0 0-11 0,0 0-26 16,0-10 9-16,0 10-4 0,0 0 0 0,0 0-6 15,0 0 11-15,0-8-11 0,-20 8-5 0,20-3 16 16,0 3-26-16,-20-3 0 0,20 3 5 0,-18 0 0 15,8 0-1-15,-5 0 1 0,3 0-5 0,-3 19 0 16,1-19 10-16,-2 17 0 0,2-17-5 16,-1 22 0-16,0-9-11 0,3 1 6 0,-3 0 15 15,3 1-10-15,0-2 0 0,2 3 5 0,-1-2-10 16,2 1 5-16,2-2 10 0,2 0-15 0,0 0 14 16,1 1-4-16,2 0-5 0,1-1 5 0,1 1-4 15,0-1 9-15,0 1 0 0,0 2 0 0,0-2-9 16,19-1 4-16,-19 1-5 0,16 0 11 0,-16-3-1 15,21 1 5-15,-21-2 6 0,26-3-6 0,-11 0 1 16,0-2-10-16,2-3 10 0,0 1-6 0,2-3 5 16,-2 0 4-16,0 0-8 0,1 0 5 0,1-19-1 15,0 19 6-15,-2-17-1 0,0 17 1 0,0-21 9 16,-1 8-1-16,0 1-7 0,0-2-2 0,-3 2-9 16,-1-3 1-16,-3 2 22 0,1 1 5 0,-3-1 10 15,-2 1 16-15,0 2 6 0,-3-2 11 16,1 2 17-16,-3 0-17 0,0 2-2 0,0-2-6 15,0 3-20-15,0-2-6 0,-23 0-12 0,23 0-19 16,-21 1-8-16,21 0 4 0,-24-3-7 0,10 0 4 16,-1 0-7-16,1-1-8 0,-1 3-1 0,2-3-13 15,1 0-31-15,0 0-20 0,3 0-24 0,-1 4-27 16,3-1-7-16,2 3-26 0,1-2-14 0,-1 3-12 16,4 1 0-16,1 3 4 0,0-1-12 0,0 2-1 15,0 0 42-15</inkml:trace>
  <inkml:trace contextRef="#ctx0" brushRef="#br0" timeOffset="-105792.09">17203 14377 122 0,'7'-4'23'0,"-1"-3"26"0,0 3 9 0,-1 0 21 16,2 0-18-16,-4 0-14 0,1 2 0 0,-2 0-4 15,-1 0 4-15,-1 2-5 0,0 0-6 0,0-1-16 16,0 1-14-16,0 0-1 0,0 0-5 0,0-2 0 16,-18 2 5-16,18 0 0 0,0-2-5 0,-17 2 5 15,17 0-5-15,-19 0 0 0,19 0 0 0,-19 0-15 16,8 0 20-16,-2 0-5 0,0 21 0 0,-2-21 15 16,1 15-15-16,-2-15-5 0,1 22 5 0,0-11 0 15,-3 0 5-15,3 2-5 0,0 0 5 0,1-1-11 16,1 3 2-16,1-2 4 0,2 0-5 0,3-1 0 15,0 2 5-15,2 0-5 0,1-1-4 16,4 1 23-16,0-3-14 0,0 4 15 0,0-2-1 16,0-1-24-16,22 2 20 0,-22-1-14 0,25-1 9 15,-25 0 20-15,32-2-15 0,-14-1 10 0,3 0 5 16,1-3-14-16,-1-2 4 0,2-2 6 0,1-2 4 16,0 0 0-16,0 0 0 0,-1 0 5 0,-2 0-10 15,-1-23-9-15,-1 23 5 0,0-16-9 0,-5 16 4 16,1-20 7-16,-2 9-3 0,-2-1 4 0,-1-1-8 15,-1 0 13-15,-1-1 9 0,-3 0 9 0,1 1 16 16,-2 0 4-16,-3 0-2 0,-1 1 1 16,0 0 4-16,0-1-5 0,0 1-8 0,0 1-6 15,0-2-9-15,-23 1-6 0,23-1-4 0,0 2-13 16,-22 0-12-16,22-2-8 0,-17 3 4 0,17-2-6 16,-17 1-31-16,9 2-20 0,1 0-22 0,-3 0-30 15,5 2-8-15,-1 0-31 0,1 2-17 0,2 0 16 16,1 2-15-16,0 0 3 0,2 2-27 0,0 0 23 15</inkml:trace>
  <inkml:trace contextRef="#ctx0" brushRef="#br0" timeOffset="-105002.02">17918 14247 507 0,'3'-7'20'16,"-1"2"10"-16,-1-1 16 0,0 0 20 0,-1 1-14 15,1 1-11-15,-1-1-14 0,1 2-17 0,0 1 0 16,-1-1-10-16,0 3 5 0,0-1-5 0,0 1-15 16,0 0 10-16,0 0 6 0,0 0 0 15,0 0 11-15,0 18 5 0,0-18 2 0,0 17 5 16,0-17-12-16,19 24 10 0,-19-11-6 0,0 3-8 16,14 0 17-16,-14 1-7 0,0 2-14 0,15 1 15 15,-15 0 5-15,7 1-4 0,-7 0 22 0,10 0-10 16,-5 0 1-16,2-1-11 0,-2-2-10 0,2 2-4 15,-2-1-8-15,2-2 14 0,0 1-4 0,0-1-5 16,0 0 7-16,0-2-16 0,2 0 8 0,-2-1 2 16,0-1-2-16,1 0 10 0,0-3-3 0,-1-1 7 15,1 0-10-15,-1-2 13 0,-2-2-2 0,2-1 4 16,-2-2 8-16,0 0-14 0,-1-2 2 0,-1 0-3 16,1 0-9-16,1 0-3 0,0 0-1 0,-1 0 1 15,1-21 2-15,0 21 1 0,1-16-2 16,0 16-2-16,-1-18-6 0,-1 18 3 0,1-21-3 15,0 8 0-15,0 0 0 0,-1 0-2 0,1 0 3 16,-1-2 1-16,-1 0 0 0,0 1 7 0,0-3-4 16,-1 1-3-16,0 0 7 0,0-2-8 0,-1-1 6 15,1 0-7-15,-1-1 4 0,0-2 11 0,3 1-8 16,-4-2 24-16,2 4 25 0,0-2 7 0,-1 1 21 16,1 1 2-16,0-1-18 0,-2 2-8 0,2 2-6 15,-1 0-23-15,0 0-17 0,-1 0-10 16,1 4-9-16,0 2 5 0,-1-1 1 0,0 4-21 15,1 0-39-15,-1 4-57 0,0-2-60 0,0 2-44 0,0 2 18 16,0 1 18-16,0 0 30 0,0 0 11 16,0 0-31-16,0 0-16 0,20 20 35 0</inkml:trace>
  <inkml:trace contextRef="#ctx0" brushRef="#br0" timeOffset="-103685.53">18531 14500 174 0,'1'0'26'0,"0"-20"7"0,0 20 22 0,1 0 15 15,0-15-22-15,-2 15 5 0,2-14-4 0,-2 14-9 16,2-14 4-16,-2 7-5 0,1-2-14 0,-1 2-1 16,0-2-14-16,0 3 0 0,0-3-10 0,0 3 0 15,0 1 5-15,0-1 1 0,0 1 4 16,0 2-5-16,0 2-5 0,0-1-5 0,0 2-6 0,-16 0 1 16,16 0 15-16,0 0-5 0,-16 25 5 15,16-25 0-15,-14 19-5 0,14-19 5 0,-14 26-10 16,14-11 0-16,-14 0 0 0,7 2 4 0,1-2 6 15,0 1 0-15,1 3-6 0,1-2-8 0,0 2 4 16,1-2 5-16,-2-1 0 0,3 1 5 0,1 0-5 16,1-1 0-16,0-2 10 0,0-1 10 0,0-4 5 15,0-1 4-15,0-1 12 0,19-1 6 0,-19-4 23 16,0-1-3-16,0 0-11 0,13-1-11 0,-13 0-28 16,10 0-2-16,-10 0-6 0,11-22-5 0,-4 22 4 15,0-18-3-15,0 18-5 0,0-22 5 0,0 11 1 16,0-2 8-16,-1 0 18 0,1 2-7 0,-2-1 17 15,-1 0 0-15,-1 2-10 0,-1-3 12 16,0 2-21-16,-2 1 4 0,0 1-5 0,0 0-17 16,0-2 13-16,0 4-22 0,0-1-2 0,0 0 7 15,0 1-5-15,0 1 5 0,-16-1-2 0,16 5-6 16,0 0-7-16,0-2 5 0,-11 3-8 0,11 1 13 16,0 0 1-16,0 0 3 0,0 0 2 0,0 0-14 15,0 0 6-15,0 19-4 0,0-19 2 16,0 0 7-16,0 21-7 0,-5-21 1 0,5 15 2 0,0-15-1 15,0 18 0-15,0-9-6 0,0 0-2 0,0 1-7 16,19-4 2-16,-19 2 0 0,16-2-3 0,-16-1 6 16,23 1 4-16,-11-2 8 0,1-1 6 0,2-1-2 15,4-2-5-15,1 0 0 0,1 0 2 16,1 0 8-16,3 0-7 0,4 0-6 0,-2-19 4 16,2 19-4-16,-3 0 1 0,-2-22 13 0,-1 22-1 15,-1-21-7-15,-2 8 12 0,0 1-12 0,-1-3-3 16,-2-1 7-16,1 1-12 0,-3-2 13 0,1 1-1 15,-2-2-13-15,-1 0 12 0,-1-1 4 0,1 0-12 16,0 2 21-16,-3-2-11 0,0-1-6 0,-3 1 5 16,0 1-9-16,0-2 5 0,-4 0-13 0,-1 0 5 15,-2-2-1-15,0 1 2 0,0 0 8 0,0 1 5 16,0-1-7-16,0 3 5 0,-22 0 1 0,22 2 2 16,0 2 17-16,-17 3-4 0,17 2 1 15,0 3-14-15,0 3-6 0,-11 1-5 0,11 1-9 16,0 1 11-16,0 0-4 0,0 0 9 0,-7 0 10 15,7 20-6-15,-7-20-4 0,4 22-2 0,-1-8-4 16,0 1 1-16,1 3 10 0,1 4-5 0,-2-1 1 16,2 3-3-16,-1 2 11 0,0-2-4 0,1 5-10 15,0-1 14-15,1-2-20 0,1 1 4 0,0-1 21 16,0-3-4-16,0-1 9 0,0-2 1 0,20-1-1 16,-20 0 5-16,15-3-4 0,-15 1-1 0,21-3-4 15,-21 0-10-15,24 1 4 0,-10-2-3 0,0-1 3 16,0-2-4-16,1-2-1 0,0-1 3 15,0-2-4-15,0-3 6 0,1-1-9 0,-1-1 7 16,1 0-10-16,-2 0 4 0,1 0 4 0,-1-24-3 16,1 24 10-16,-1-21-14 0,1 21-2 0,-2-24-20 15,0 9-28-15,2 1-5 0,-2-3-9 0,-1 0 0 16,-1 1 4-16,-1-4 10 0,1 3 3 0,-1-4 5 16,-2 3 22-16,2-1-11 0,-5 1 14 0,2 1 4 15,-3 0-5-15,0-2 22 0,-1 2-10 0,-2 0 4 16,-1 0 6-16,0 2-1 0,0-1 1 0,0 1-9 15,0 1 5-15,-17 2 0 0,17 1 10 0,0 0 29 16,0 3-3-16,-15-1 10 0,15 4 4 0,0-1-8 16,0 2-2-16,0 0-15 0,0 2-14 0,0 0-8 15,0 2-13-15,0 0 3 0,0 0 8 16,0 0-8-16,-7 0 13 0,7 0-7 0,0 0-1 16,0 25 11-16,0-25-12 0,0 22 6 0,0-9-6 15,0 3 4-15,0 3 7 0,-14 2 8 0,14 0 5 16,0 4-9-16,0 2-6 0,0 3 9 0,0 2-6 15,-10 1 8-15,10-2 13 0,0-1-5 0,0 1 11 16,0 0-8-16,0-5 1 0,0-4-11 0,0-1-10 16,19-2-3-16,-19-4-3 0,0-1 4 0,0-3 6 15,12-1-7-15,-12 0 3 0,0-3-3 0,0-3-3 16,9 0 2-16,-9 1-36 0,0-3-39 0,0-2-36 16,0 0-36-16,6 0-7 0,-6 0 20 15,0 0-7-15,0 0-29 0,0 0-20 0,0 0 19 16</inkml:trace>
  <inkml:trace contextRef="#ctx0" brushRef="#br0" timeOffset="-103453.04">19351 14510 553 0,'-5'-9'15'16,"1"-1"19"-16,1 1 31 0,2-2 27 0,1-1 12 15,0 3 21-15,0-1-24 0,0-1-15 0,0 0-18 16,22 1-33-16,-22 0 10 0,19 1 2 15,-19 0 3-15,27-1 1 0,-12 0-10 0,2-2-24 16,1 4 3-16,0-2-2 0,3 0-17 0,0 2 15 16,-2 1-13-16,0 0-13 0,1 4 9 0,-2 0-34 15,-2 1-37-15,-2 2-37 0,-2-1-37 0,-3 1-2 16,-1 0 4-16,-3 0 25 0,-1 0 15 0,-1 0 6 16,-3 0-28-16,0 0-36 0,0 0 20 0</inkml:trace>
  <inkml:trace contextRef="#ctx0" brushRef="#br0" timeOffset="-102677.77">16411 15358 417 0,'11'9'-4'16,"-11"-9"8"-16,9 0 0 0,-1 0 9 0,1 0 9 15,5 0-4-15,1-20-13 0,5 20-5 0,2-23-4 16,4 23-1-16,3-26 9 0,2 12-5 0,2-3 8 16,2 1-4-16,3-2 10 0,-2 2 3 0,0 0-12 15,-2-1 0-15,-2 3 4 0,-3-1-8 16,-1 1 4-16,-3 2 40 0,-4 0-10 0,-1 2 1 0,-2 2 5 16,-6 2-35-16,2 0-10 0,-3 1-41 0,-5 2 25 15,0 1-27-15,-3 1-12 0,-3 0-6 16,0 0-85-16,0 1 21 0</inkml:trace>
  <inkml:trace contextRef="#ctx0" brushRef="#br0" timeOffset="-102458.29">16470 15512 344 0,'0'0'13'0,"24"0"15"0,-7 0 0 16,5 0 5-16,3-28-4 0,6 28-9 16,6-27 6-16,5 9-8 0,3 1-6 0,3-3-4 15,0 1-12-15,1 1 3 0,0 0-4 0,-3-1-13 16,-2 3-2-16,-5-1-25 0,-4 1-16 0,-3 0-22 16,-3 4-33-16,-5-1 24 0</inkml:trace>
  <inkml:trace contextRef="#ctx0" brushRef="#br0" timeOffset="-101283.62">14202 16480 281 0,'-2'0'23'16,"0"0"23"-16,0 0 16 0,2 0 13 0,-1 0-18 16,1 0-6-16,0 0 6 0,0 0-9 0,0 0 12 15,0 0-13-15,0 0-4 0,0 0 9 0,0 0-6 16,19 0 4-16,-19 0-15 0,24 0-1 0,-8-17-4 15,3 17 2-15,2 0 13 0,0 0-3 0,3-17 5 16,-1 17-13-16,4-10 0 0,0 10-1 0,-2-12-2 16,1 12 17-16,-1-10-7 0,-3 4-5 15,3 1-2-15,-4-1-12 0,-4-1-2 0,3 0-1 16,-5 0-2-16,0 0-12 0,-4 0 0 0,1 0-5 16,-3 0-3-16,-1 2 9 0,1 0-7 0,-6 0-6 15,3 3-25-15,-4-1-47 0,0 1-41 0,-1 2-55 16,-1 0-21-16,0 0 9 0,0 0 4 0,0 0 14 15,0 0-14-15,0 0 36 0</inkml:trace>
  <inkml:trace contextRef="#ctx0" brushRef="#br0" timeOffset="-101033.48">14252 16694 288 0,'0'7'15'16,"0"-2"26"-16,0 2 11 0,21-4 5 0,-21-3-10 16,27 0 3-16,-27 0-1 0,32 0-6 0,-12 0 13 15,1-19-28-15,3 19-10 0,3 0 6 0,1-17-31 16,0 17 8-16,2-17-2 0,2 17 12 0,-2-16 0 16,-2 7-1-16,-1 0-4 0,-5-2-12 0,-4 1 6 15,2 2-17-15,-6 1 11 0,-2 1-17 0,-1 0-23 16,-3-1-7-16,0 4-22 0,-4-2-19 15,2 2-7-15,-3 1-29 0,-1 0 15 0</inkml:trace>
  <inkml:trace contextRef="#ctx0" brushRef="#br0" timeOffset="-99989.65">15442 16183 362 0,'0'-8'5'0,"0"4"5"0,0 0 14 0,0-1 5 16,0-1 9-16,0 0-2 0,19 0-1 0,-19 0 1 15,16 0-10-15,-16 1-4 0,19 0-4 16,-3 0 0-16,-1 1 1 0,2 2-1 0,2 1-8 16,-1 1 1-16,1 0 5 0,0 0 10 0,-1 0 5 15,0 0 5-15,-2 23-6 0,-1-23-20 0,-2 15 4 16,-1-15-9-16,-2 17 0 0,-1-17 10 0,-1 16-10 15,-3-16-4-15,-1 17 3 0,-2-7-4 0,0 0 5 16,-2-1 4-16,0 2-13 0,0 1 4 0,0 1 0 16,0 0 5-16,-23 3-9 0,23-2-2 0,-22 3-18 15,22 0-16-15,-29 1 15 0,14 1-5 16,-2 0 15-16,-2 0 10 0,2 0 0 0,-4 0-5 0,5-2 5 16,-3 1 6-16,1-2-17 0,2 0 22 15,-1-1-12-15,3-1 7 0,-1-2 16 0,3-1-11 16,1 0-1-16,2-1-16 0,1-3-6 0,4 1-5 15,0-4 4-15,-1-3 13 0,5 2-1 0,0-3 12 16,0 1 5-16,0 0-5 0,0 1 12 0,20-2 5 16,-20 0-5-16,18 2 27 0,-18-2-10 0,31 0 15 15,-15 0 10-15,5 0-17 0,1-17 24 0,2 17-13 16,4 0 3-16,-2-22 3 0,3 22-21 0,0-17 4 16,0 17-7-16,0-13 0 0,-2 13 3 0,-2-12-21 15,-3 12-3-15,-4-9-11 0,-2 9-3 0,-4-6 6 16,-3 6-2-16,0-3 6 0,-5 2-3 0,-2 1-7 15,-1 0-1-15,-1 0-12 0,0 0-14 16,0 0-37-16,0 0-24 0,0 0-50 0,0 0-28 16,0 0-6-16,0 0-6 0,0 0 22 0,0 0-1 15,0 17 15-15,0-17 30 0</inkml:trace>
  <inkml:trace contextRef="#ctx0" brushRef="#br0" timeOffset="-99262.6">16545 16138 260 0,'0'-4'5'0,"0"1"16"0,0 1 9 16,0-4 19-16,0 2 4 0,0 1 7 0,0 0 0 15,0 1-10-15,0 1-10 0,0 0-13 0,0 1-19 16,0 0-8-16,0 0 0 0,0 0-13 0,0 0 9 15,0 0-13-15,0 0 4 0,0 21 9 0,0-21 8 16,0 22 9-16,0-6 5 0,0 2-10 0,0 2 12 16,-12 4 3-16,12 2 18 0,0 3 4 15,-9 2-2-15,9 1 10 0,-10 0-8 0,6 3 14 16,-1-1-12-16,-1 0 0 0,0-1 0 0,0-1-13 16,-2-4-4-16,2 0-13 0,0-3-13 0,-1-3 2 15,1-2-10-15,0-3 9 0,-1-2 14 0,2-3-17 16,1-4 16-16,-1 0-4 0,2-2-15 0,1-3 12 15,1-3-24-15,1 0-79 0,0 0-71 0,0 0-35 16,0 0-18-16,0-20 38 0,0 20 20 0,0-17 34 16</inkml:trace>
  <inkml:trace contextRef="#ctx0" brushRef="#br0" timeOffset="-98809.73">16814 16264 196 0,'13'-1'6'16,"-1"0"16"-16,-4 1 7 0,-2-1 5 0,-2 0 11 16,-1 1-11-16,0 0 3 0,-3 0-9 0,0 0-14 15,0 0-1-15,0 19-4 0,0-19-1 0,0 17-7 16,-19-17-6-16,19 20-2 0,-18-6 6 0,18-1 1 16,-22 0 0-16,6 3 7 0,1-2-3 0,-4 1-5 15,0 1 8-15,-1 0-13 0,-1-1-3 0,-1-1 21 16,0 0-13-16,0 0 0 0,-2 0 9 15,1-3-13-15,3 0 0 0,-1-3 14 0,0 0-5 16,4-3-4-16,-1-1 9 0,4-3-13 0,1 0 4 16,2-1 5-16,2 0 5 0,3 0 9 0,1 0 1 15,3 0-1-15,1 0-14 0,1-16 9 0,0 16-9 16,0 0 0-16,0 0 8 0,23-14-21 0,-23 14 8 16,19 0 14-16,-19-10 0 0,24 10 13 0,-9 0 7 15,-1 0-13-15,3 0 16 0,-1 0 13 0,3 0-16 16,0 20 17-16,0-20-6 0,0 19 11 0,1-19 34 15,-1 24-1-15,1-12-4 0,-1 1-14 0,-1 1-13 16,1 0-5-16,-3-3 10 0,1-1-4 0,-2 1-10 16,-1-2-13-16,-2-2-11 0,-1 0-6 0,-1-1-3 15,-1-1 1-15,-2-1-6 0,-1 1-7 16,-1-1-5-16,-1-3 7 0,-1 1-16 0,-1-1-31 16,2 0-42-16,-1-1-69 0,1 0-69 0,1 0-27 15,1 0 18-15,0 0 7 0,1-18 21 0,1 18 58 16</inkml:trace>
  <inkml:trace contextRef="#ctx0" brushRef="#br0" timeOffset="-98205.97">17234 16173 568 0,'2'-6'17'0,"-2"1"24"0,1 1 22 15,-1-1 9-15,0 0-2 0,0 2-24 0,0 0-21 16,0 3-10-16,0 0-30 0,0 0 10 0,0 0 5 15,0 0 15-15,0 0 19 0,0 0-19 16,0 21 4-16,0-21-10 0,0 20 0 0,0-6 5 16,17 1-9-16,-17 2 4 0,0 1 2 0,16 3 18 15,-16 1 9-15,12 1 9 0,-12 1 13 0,12-1 7 16,-5 2 2-16,-1 0-6 0,0-1-9 0,2 0-12 16,-1-1-4-16,-1 0-8 0,0 2-12 0,-1-2-7 15,1-1-2-15,1 1-6 0,-3-4 8 0,1-2-2 16,-2-1-1-16,1-3 6 0,2-4-4 0,-2-1 2 15,1-3-2-15,-2-2 7 0,1-2 6 0,1 0 0 16,0-1 2-16,-1 0-6 0,4 0 1 0,-2 0-5 16,1-20 2-16,1 20-2 0,3-21-5 0,-4 7 11 15,3-2-8-15,1-3 6 0,-1 0 4 16,2-3-6-16,1-1-1 0,0 0-5 0,1-2-5 16,1 1 0-16,1 0 4 0,-2-2 3 0,4 1-3 15,-4 2 8-15,3-2 5 0,-1 1 4 0,-1 0-1 16,-2 2-1-16,0 0-7 0,0-1-1 0,-1 3 1 15,-1-1-6-15,-3 3-2 0,1 0-6 0,-2 1 2 16,2 2-7-16,-4 1 7 0,0 2-3 0,-3 3-2 16,1 1-1-16,-1 1-23 0,-2 2-23 0,0 0-38 15,0 3-34-15,0-1-44 0,0 3-51 0,0 0-21 16,0 0-29-16,0 0 10 0,0 0 19 0,0 17-11 16,0-17 67-16,0 16 51 0</inkml:trace>
  <inkml:trace contextRef="#ctx0" brushRef="#br0" timeOffset="-96945.65">17977 16538 365 0,'4'0'5'0,"-4"0"5"0,4 0 1 15,-3 0 1-15,3-25-6 0,-2 25 0 0,-1-22 9 16,1 22-9-16,-1-26 4 0,-1 12-13 0,1 1-4 16,-1-1 7-16,0 0-3 0,0 0 0 0,0 1 4 15,0 2 0-15,0-1 0 0,0 2 13 0,-14 0-5 16,14 3 0-16,0 3 8 0,0-2-13 0,-15 4-4 16,15 2 4-16,0 0-12 0,-13 0 7 0,13 0-7 15,-13 0-5-15,5 19 8 0,0-19 0 0,-2 20 8 16,-1-20 1-16,2 26-1 0,-2-11-4 0,1 1 4 15,0 1 4-15,0 3-14 0,3 0 9 0,-4 3-9 16,4 1-5-16,-1 1 18 0,-1 1-14 0,4-3 11 16,1 0 2-16,1-1-4 0,1-2 16 15,2-1 9-15,0-3 4 0,0-3-9 0,0-3 18 16,0-2-15-16,20 2 11 0,-20-5 38 0,0 1 15 16,0-4 30-16,15-1-3 0,-15-1-26 0,0 0-27 15,16 0-30-15,-16 0-7 0,11-20-12 0,-3 20-6 16,-1-19 7-16,2 19-15 0,-1-23 6 0,-3 9 2 15,1-1-17-15,1-1 13 0,-2 0-9 0,-1-2 2 16,1 0 6-16,-2-1-1 0,1 1 6 0,-2 0-7 16,-1 1 2-16,1 2-4 0,-2-1 8 0,0 3-5 15,0 1 0-15,0 2 9 0,0 1-11 0,0 2 1 16,0 1 4-16,-15 2-21 0,15 1 6 0,0 2-2 16,0 1-13-16,0 0 17 0,0 0-1 15,0 0 6-15,0 0 5 0,-10 0-4 0,10 18 1 16,0-18-4-16,0 15 7 0,0-15 1 0,0 18-5 15,0-18 8-15,0 21-7 0,0-11-1 0,0 2 10 16,0 0-12-16,0 1 0 0,18 0 0 0,-18 0-5 16,15 0 9-16,-15-4 8 0,18 1 4 0,-5-1-6 15,3-2 10-15,2-3-10 0,-1-1-1 0,4-3-5 16,0 0-5-16,0 0 4 0,5 0 9 0,-2-20-2 16,1 20-1-16,2-24 1 0,-1 8-6 0,0-1 5 15,1-2 6-15,-2-1-2 0,1 0-2 0,-1-2 4 16,-4 1-21-16,1 0 4 0,-2 0 8 0,-4 0 2 15,1 0 12-15,-5 1-3 0,1 1-11 0,-2 0 4 16,-3 0 8-16,1 0 3 0,-2-1 6 16,-1 1 0-16,-1 2-14 0,-1-2 2 0,-1-1 2 15,-3 3-7-15,0-2 6 0,0 2-10 0,0 1-4 16,0 0 3-16,0 0-12 0,-17 3 16 0,17 1-11 16,0 2-1-16,-18 1 8 0,18 1-19 0,-15 5 13 15,15 0-7-15,-15 3-2 0,15 0 9 0,-16 0 8 16,7 0-5-16,0 26 8 0,1-26-6 0,0 28-6 15,-1-11 0-15,0 2 5 0,2 0 4 0,0 2-4 16,-1 1 5-16,2 0 0 0,1 3-4 0,2 0 2 16,0 1-1-16,1 1-5 0,2 1 9 15,0 0-11-15,0 1 13 0,0 0-1 0,0-1-8 0,0-1 11 16,25-1-7-16,-25-1 10 0,18-1-2 16,-18-1 3-16,25-3 6 0,-11-1 7 0,3 0 7 15,-2-4 4-15,3-2-10 0,-1-2-11 0,1-4 14 16,0-1-19-16,-2-2 14 0,3-3-5 0,-5-1-13 15,2 0 8-15,0 0-9 0,3-28-4 0,-1 28-2 16,0-29-5-16,0 8 6 0,1 2 2 0,1-2-3 16,1-1 3-16,-5 1-4 0,3 0-3 0,-3-1 1 15,-2 1-4-15,1 0-13 0,-3-1-11 0,-2 0-11 16,0 0-2-16,0 2 5 0,-2-1-3 0,-2 1 9 16,-1 0 7-16,-1 0-13 0,1 2 29 0,-3 0 0 15,0-1 2-15,-1 2 14 0,-1 0-12 16,0-1 8-16,0 2-7 0,0 0 4 0,0 1 1 15,0 3-2-15,-17 0 4 0,17 0 4 0,0 4-2 16,0 1-6-16,-13 1 7 0,13 3 1 0,0 2-5 16,0-1-10-16,0 2 1 0,-7 0-1 0,7 0 1 15,0 0 16-15,0 0-1 0,-6 20-3 0,3-20 7 16,1 23 2-16,0-9 0 0,-1 3 4 0,0 1 8 16,1 2 3-16,0 1 1 0,1 2-10 15,-1 2-2-15,0 0-7 0,0 3-2 0,-1 2 9 0,1 1 3 16,2 1 2-16,0 1-3 0,0-1 2 15,0 2-5-15,0-1-1 0,0-1 5 0,0 0-5 16,22-4 3-16,-22-1-9 0,0-2-5 0,20-2 5 16,-20-4-6-16,12-2 7 0,-12-2-3 0,0-6-1 15,12-1-1-15,-12-1-4 0,0-4 8 0,0-1-30 16,5-2-70-16,-5 0-49 0,0 0-84 0,0 0-32 16,0 0 42-16,0 0 19 0,0-22 36 0,0 22 30 15,0-19 27-15</inkml:trace>
  <inkml:trace contextRef="#ctx0" brushRef="#br0" timeOffset="-96749.53">18650 16376 774 0,'-7'0'10'0,"1"0"6"0,2 0 10 16,0 0 6-16,4 0 13 0,0 0 19 0,0 0-5 15,0 0 3-15,32 0-20 0,-32 0-23 0,35 0-2 16,-11 0-17-16,3-16 5 0,0 16-6 0,2-12 0 15,-3 12 5-15,1-11-17 0,0 11-6 0,-1-15-47 16,-3 9-43-16,-4-1-27 0,1 1-25 0,-3-1 19 16,-3 1 3-16,-2 0-7 0,-2 0 35 0</inkml:trace>
  <inkml:trace contextRef="#ctx0" brushRef="#br0" timeOffset="-96069.77">15680 17380 424 0,'0'1'-1'0,"17"-1"1"0,-17 0 10 16,22 0 1-16,-1 0 1 0,-1-23 14 0,3 23 3 15,10-24 1-15,1 24 12 0,6-29 9 0,1 12-19 16,4-2 5-16,3 0-13 0,2-1-19 0,2 1-6 16,-2 0 1-16,-1 1 0 0,-3 1-5 0,0 0 15 15,-5 3 0-15,-7 1-5 0,-2 1-5 0,-5 4-19 16,-6-1-23-16,-4 3-2 0,-4 1-13 0,-6 2 15 16,-3 2 6-16,-4 1-26 0,0 0-28 0,0 0-36 15,-26 18 10-15</inkml:trace>
  <inkml:trace contextRef="#ctx0" brushRef="#br0" timeOffset="-95877.93">15794 17601 905 0,'26'4'11'0,"-26"-4"29"15,31 0 37-15,-9 0 31 0,5-35-2 0,6 15-9 16,7-3-33-16,8-5-21 0,5 1-13 0,6-4-15 15,-1 1-18-15,1-1-16 0,-1 2-40 0,0 2-50 16,-3 1-46-16,-5 3-48 0,-3 2 4 0,-5 1-5 16,-5 2-5-16,-3 5 53 0</inkml:trace>
  <inkml:trace contextRef="#ctx0" brushRef="#br0" timeOffset="-73721.16">762 1871 129 0,'0'0'6'0,"0"0"-4"0,0 0 16 15,0 0 12-15,0 0-17 0,0 0 10 0,0 0-16 16,0 0-13-16,0 0 12 0,0 0-6 0,0 0-4 16,0 0 4-16,0 0-4 0,0 0 4 15,0 0 6-15,0 0-6 0,0 0 5 0,0 0-5 16,0 0-1-16,0 0 2 0,0 0 5 0,0 0 1 16,0 0 6-16,0 0-1 0,0 0-8 0,0 0 7 15,0 0-9-15,0 0 0 0,0 0 3 0,0 0-4 16,0 0-1-16,0 0 5 0,0 0 0 0,0 0 1 15,0 0 0-15,0 0 1 0,0 0 4 0,0 0-9 16,0 0 4-16,0 0-9 0,0 0 4 0,0 0 6 16,0 0 0-16,0 0 10 0,0 0-10 0,0 0 4 15,0 0-4-15,0 0-6 0,0 0 10 0,-14 0-9 16,14 0 4-16,0 0 10 0,0 0-19 0,0 0 15 16,0 0 4-16,0 0-5 0,0 0 14 15,0 0-14-15,0 0 10 0,0 0 10 0,0 0-10 16,0 0 24-16,0 0 0 0,0 0 4 0,0 0 11 15,0 0-20-15,0 0-13 0,16 0-2 0,-16-19 7 16,18 19-6-16,-6-22 18 0,1 9 5 0,3-1 9 16,2 0 13-16,0 1 7 0,2-3 1 0,0 2-15 15,0 2 11-15,1 0-23 0,1 0-6 0,1 3-12 16,-3 0-15-16,-2 1 3 0,0 1-10 0,-5 1 8 16,1 3 8-16,-1-1-5 0,-2 1-6 0,0 2-4 15,-1 0-14-15,-4 1-2 0,5 0 1 0,-6 0 1 16,2 0 9-16,-3 20-5 0,1-20 6 0,-3 21 6 15,-1-8-12-15,2 4 5 0,-3 2-14 0,0 2-3 16,0 3 3-16,0 1 3 0,-24 1 8 16,24 3 3-16,-18 1-5 0,18 0-4 0,-18-1 0 15,18 0-5-15,-16 0 10 0,16 0 6 0,-15 1-5 16,15-1-8-16,-12-1-2 0,12-1-3 0,-9 1-1 16,4-2 15-16,1-2-3 0,-1-1-2 0,3-1 2 15,2-5-10-15,0 0 4 0,0-1 1 0,0-3 2 16,0-3-3-16,0-1-2 0,0-4 1 0,20 1 4 15,-20 0 3-15,0-4 3 0,21 1 0 0,-21-2-2 16,19 1 5-16,-6-1-1 0,0-1 9 0,2 0 9 16,-1 0 15-16,4 0 8 0,-2 0 10 15,2-17-7-15,-1 17-11 0,3-16 2 0,-1 16-6 16,1-18 6-16,0 5 6 0,1 2-5 0,-4-4-4 16,4 2-4-16,-4-2-1 0,0 3-8 0,0-1-4 15,-5 3-4-15,-1 2-11 0,-2 1 5 0,-2 1-2 16,-3 3 3-16,0 0 6 0,-2 2-2 0,-2 1 0 15,0 0-9-15,0 0-4 0,0 0-7 0,0 0-1 16,0 0-2-16,0 0-4 0,0 0-16 16,0 0-29-16,0 0-31 0,0 0-43 0,0 0-43 0,0 0-57 15,0 0-79-15,0 0-52 0,0 0 7 0,-13 0 34 16,13 0 73-16,0-16 99 0</inkml:trace>
  <inkml:trace contextRef="#ctx0" brushRef="#br0" timeOffset="-73033.58">1690 2124 1725 0,'2'5'2'0,"-2"0"11"0,0-3 10 16,0 0 9-16,0-2-2 0,0 0-9 0,0 0-15 15,0 0-11-15,0 0-9 0,0 0-64 0,0 0-79 16,0 0-123-16,0 0-43 0,0 0 15 0,0 0 20 15,0 0 108-15,0 0 55 0</inkml:trace>
  <inkml:trace contextRef="#ctx0" brushRef="#br0" timeOffset="-72129.12">2204 1383 354 0,'0'-2'15'15,"0"-1"18"-15,0 3 15 0,0 0 11 0,0-1 4 16,0 1-11-16,0 0-17 0,0 0 4 0,0 0-21 16,0 0 8-16,0 0 0 0,0 0-7 15,0 0 6-15,-13 0-13 0,13 0 0 0,0 0 1 16,0 0-13-16,0 0 0 0,0 0 7 0,-9 18-7 15,9-18-5-15,-9 12-1 0,3-12-5 0,2 19-1 16,0-8 13-16,-1 0 13 0,1 3-20 0,0 1 7 16,1 2 7-16,-2 2-12 0,-1-1 17 0,5 3 6 15,-4 2-13-15,3 0-2 0,-1 1 1 0,1 1-12 16,2-1 12-16,0 0 6 0,0 1-7 0,0-3 13 16,0-1-6-16,0-1-17 0,0 1 5 0,17-4-10 15,-17 0-2-15,0 0 7 0,20-3 5 16,-20 1 7-16,12 0-6 0,-12-2 7 0,16-2-1 0,-16 0-6 15,15-2 12-15,-6-1 0 0,-3-3-6 16,1 1 6-16,-1-4 5 0,-1 2 6 0,1-3 32 16,-2-1 3-16,0 0 3 0,-1 0 7 0,0 0-41 15,0 0-3-15,-1 0-20 0,0-17-12 0,1 17 10 16,0-14-1-16,-1 14-5 0,0-17 1 0,-1 6 1 16,3-1-7-16,-2 0 8 0,1-1 5 0,-2 0-7 15,0-1 4-15,0-1 1 0,-1 0 1 0,0-1 10 16,0 0-14-16,0-1 4 0,0 1-11 0,0-1-3 15,0-2 18-15,0 2-20 0,0 0 11 16,0 0-5-16,-17 0 14 0,17-1 3 0,0 2-16 16,0 0 5-16,0 2-13 0,0-1 7 0,0 1 11 0,0-1-12 15,0 3 5-15,0 1 17 0,0 1 20 16,0-1 26-16,0 3-2 0,0 1-3 0,0 0-8 16,0 4-15-16,0-2-8 0,0 3-4 0,0-1-7 15,0 2-4-15,0-2 1 0,0 2-6 0,0-1-14 16,0 2-7-16,0-1 2 0,0 1-10 0,0 0 13 15,0 0 3-15,0 0-9 0,0 0 14 0,0 0-2 16,0 0 5-16,0 21 5 0,0-21-12 0,0 16 4 16,0-16 12-16,0 24-12 0,0-10 18 0,18 1-6 15,-18 1-14-15,16 1 13 0,-7 2-1 0,1 1 4 16,1 2 10-16,0 0 7 0,1-1-4 0,1 1 4 16,-1-2 5-16,2 1-4 0,-4-3-2 0,1-2-8 15,2-1-9-15,-1-2-1 0,-3-1-4 16,3-1 1-16,-3-1 1 0,0-2-2 0,3 0 3 15,-5 1-6-15,1-2-1 0,0 0-61 0,-2-1-91 16,-1 0-103-16,-3-1-67 0,3 0 23 0,-3-2 8 16,-2-1 106-16,0 0 64 0</inkml:trace>
  <inkml:trace contextRef="#ctx0" brushRef="#br0" timeOffset="-71224.4">2632 1308 346 0,'2'-12'-9'0,"-2"3"11"0,0 0 11 15,0 0 7-15,0-2 11 0,0 1-2 0,-24 1-15 16,24 1-7-16,0-1 8 0,-21 1-14 0,21 0 4 16,-19 0 1-16,19 2 5 0,-14-2 14 15,14 2 4-15,-16-2 24 0,7 2-8 0,0 0 32 16,-2 0 24-16,-2 0 2 0,-2 0 30 0,-2 1-14 16,-3 0-6-16,1 1-12 0,-1 0-31 0,-2 1-36 15,2 3-9-15,-2 0-18 0,1 0-7 0,0 0 6 16,1 0-16-16,-2 0 4 0,1 16-3 0,0-16-3 15,1 16 10-15,1-16-3 0,0 20 1 0,1-7 12 16,1 1-14-16,0-2 6 0,4 2 2 0,0-1-11 16,-1 1 11-16,3-1-3 0,-1 1 0 0,2-1-2 15,0 2-2-15,1-1-1 0,1 1 1 0,1 2 5 16,1-2-3-16,1 2 5 0,0 2-1 16,3-1-7-16,-1 2 13 0,1-1-9 0,0 3-3 0,2-1 12 15,0 1-11-15,0-1 4 0,0 1 5 16,0-1-3-16,0 3-1 0,19 0-3 0,-19 0 2 15,0 0-5-15,16 1 4 0,-16 0 1 0,12 1 7 16,-12-1-5-16,10-2-3 0,-10-2 8 0,10 1-4 16,-3-3 4-16,-2-1 3 0,0 1-7 0,0-1 6 15,-2-1-6-15,2 0 0 0,0-2-7 0,-1-1-6 16,0-1 9-16,1 0 10 0,-1-1 0 0,0-2-3 16,0 0 6-16,-1-1-7 0,3-1 5 0,-1 1 11 15,-2-1-2-15,2-1 6 0,0 1 1 0,0 1-6 16,2-4 4-16,-2 2-13 0,2 0 2 0,-1-1-3 15,3 0-3-15,1 0 5 0,-1 0 5 16,1 0 2-16,2-2-2 0,0 0-5 0,3-2 0 16,-2 1 0-16,5-1 6 0,-3-1 11 0,3-1 1 15,1 0 2-15,-1 0 14 0,2 0 1 0,-2 0 10 16,3 0 7-16,-1 0-4 0,3 0-14 0,-1-19-11 16,-2 19-13-16,-2 0-10 0,1-16 5 0,1 16-2 15,-2-13 6-15,1 13-1 0,-5-12 0 0,1 12 2 16,2-14-10-16,-2 7 0 0,-1 1-2 15,-2-2 3-15,2 0 1 0,-2 0-2 0,0-1-1 0,-1-2-4 16,-1 1 1-16,1-3-1 0,-1-1 4 0,0-1 6 16,0-2 0-16,-2 0 2 0,1-5 4 15,1 0 0-15,-3-2 8 0,2-2-6 0,-2-3-4 16,1-1-5-16,-3-2-9 0,0-2 2 0,-2-2-2 16,-1 1-3-16,0-4-3 0,-2 0-1 0,0 0 3 15,0 0 0-15,0 1 18 0,0 0 19 0,-24 1 14 16,24 0 26-16,-17 3 10 0,17 0-7 0,-26 3 2 15,10 1 2-15,2 3-11 0,-5 0-9 0,0 1-24 16,-1 4-27-16,-3 0-16 0,3 3-6 0,0 2-2 16,-1 2-27-16,1 4-75 0,0 0-84 0,2 2-99 15,0 4-135-15,-1 2-160 0,2 3-20 0,-3 0 29 16,-2 0 161-16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1:41:44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1789 1984 150 0,'0'0'15'0,"0"0"8"0,0 0 28 16,0 0 14-16,0 0-20 0,0 0-2 0,0 0-35 15,0 0-7-15,0 0 30 0,0 0-9 0,0 0 14 16,0 0-6-16,0 0-26 0,0 0 10 0,0 0-4 16,0 0 5-16,0 0 19 0,0 0 66 0,0 0 1 15,0 0-15-15,0 0-21 0,0 0-54 16,0 0 5-16,0 0 23 0,0 0 30 0,0 0 10 0,0 0 15 15,0 0-2-15,0 0-18 0,0 0-15 16,0 0-22-16,0 0-4 0,0 0-10 0,-13 0-10 16,13 0-5-16,0 0-4 0,0 0 1 0,0 0-1 15,0 0 13-15,0 0 7 0,0 0 3 0,0 0 8 16,0 0 2-16,0 0 4 0,0 0 0 0,0 0 7 16,0 0-7-16,0 0-4 0,0 0-1 0,0 0-10 15,0 0-12-15,0 0-5 0,0 0-11 16,0 0-6-16,0 0 4 0,13 0-5 0,-13 0-5 0,0-9 2 15,12 9 0-15,-4-10 5 0,2 5 5 0,4 0 2 16,0 0-1-16,1-1-2 0,5 0 2 0,-1 1-2 16,0 1 3-16,2 0 2 0,0 0-2 15,-1 2 2-15,-1 0-3 0,2 1-3 0,-4-1 1 0,2 2 1 16,-3 0 1-16,2 0 2 0,-5 0 0 16,1 0-6-16,-2 0 7 0,0 0-6 0,-3 17-1 15,-2-17 1-15,-1 0 3 0,-3 21 7 0,-2-21-5 16,-1 23 9-16,0-10-11 0,0 4-2 0,0 2 7 15,-20 1-10-15,20 2 6 0,-20 0-2 0,20 2 1 16,-26-1 5-16,26 0 0 0,-26 0-4 0,14-1-6 16,1 1 0-16,-3-3 2 0,6-2-3 0,-2 2 6 15,0-2-2-15,0 0 6 0,4-3 2 0,-1-2-6 16,-1 1 0-16,2-3-11 0,1 1 3 0,1-3 2 16,0 0 2-16,2-2-2 0,-1-1 2 15,3 1 3-15,0-3-1 0,0-1 3 0,0-2 0 16,0 1 0-16,0-1 1 0,0-1-1 0,0 0 2 15,17 0 1-15,-17 0-4 0,0 0 11 0,20 0-9 16,-20 0 4-16,21-17 3 0,-8 17-3 0,1 0 1 16,3-20-5-16,-3 20 6 0,3-18-2 0,-2 8 4 15,4 1 7-15,-7 1-1 0,4-1 4 0,-3-1 4 16,0 0-10-16,-4 4 2 0,0 0-5 0,-1 1-2 16,-3 1 4-16,-3 1-6 0,3 2 0 0,-5 1-3 15,1 0 4-15,-1 0-6 0,0 0-1 0,0 0 6 16,0 0-7-16,0 0 2 0,0 0-2 0,0 0-18 15,0 0-34-15,0 0-57 0,0 0-68 16,0 0-69-16,0 0-41 0,0 0-10 0,0 0 39 16,0 0 28-16,0 0 45 0,0-16 67 0</inkml:trace>
  <inkml:trace contextRef="#ctx0" brushRef="#br0" timeOffset="267.79">2391 2373 1423 0,'3'4'23'0,"-1"-3"18"0,0-1 30 16,1 0 29-16,1 0 9 0,0 0-14 0,0 0-29 15,0-21-33-15,0 21-34 0,1 0 6 0,0-17-6 16,3 17 1-16,-5 0 0 0,4-15-30 0,-2 15-59 16,0-11-98-16,0 11-114 0,-3-10-59 0,1 4 8 15,-3 1 49-15,3-1 116 0</inkml:trace>
  <inkml:trace contextRef="#ctx0" brushRef="#br0" timeOffset="1068.1">2796 2189 366 0,'5'0'6'0,"-3"0"12"0,2 0 26 0,0 0 11 15,2 0 5-15,0 0 9 0,1 0-37 0,2-23 0 16,2 23 3-16,0-19-11 0,2 19 13 0,3-25-12 15,-3 13-7-15,3-3-12 0,1 3 18 0,0-3 6 16,-2 0-1-16,2 1 17 0,-3-1 3 0,1 1 11 16,-2 0 9-16,-1 0 7 0,-1 1 6 15,-3-1-2-15,2 2 6 0,-4 0-11 0,-1 1-11 0,-2 0-4 16,0 1-16-16,-2 0-10 0,-1 2-14 16,0 0-6-16,0 0 6 0,0 2-5 0,0-1 2 15,-16 0 5-15,16 2-9 0,0 2 5 0,-18-1-3 16,18-1-3-16,0 3-1 0,-16-1-5 0,16 1-3 15,-15 2-15-15,8 0 0 0,0 0 0 0,-3 0 1 16,1 0 13-16,-1 17-6 0,-3-17-1 0,3 17 1 16,-1-17-1-16,-2 22 5 0,4-9-2 0,-4 2 2 15,3 0 1-15,1 2-10 0,0-1 3 0,1 2 3 16,1 1-4-16,2 1 4 0,0 0-3 0,2 0 5 16,0 1-2-16,1 3 1 0,0 0 7 15,2 1-8-15,0 0 7 0,0 1-7 0,0-1 5 16,0 1-5-16,0-1-3 0,24 0 14 0,-24-3-10 15,16-2 2-15,-16 1 1 0,18-4 1 0,-18-2 2 16,21-1 0-16,-11-2 2 0,1-3-8 0,-1 1-1 16,0-1 1-16,2-2 3 0,0 0-6 0,-2-3 3 15,2-1 9-15,-1-2-5 0,1-1 8 0,-2 0 1 16,2 0-10-16,-1 0 5 0,-1 0-8 0,1-22 2 16,0 22 0-16,0-18 3 0,-1 18 5 0,1-19 3 15,-2 19 2-15,2-23-8 0,-2 10-3 16,-1 1-1-16,-2 0 2 0,0-1 1 0,-3-1 2 0,-1 1 2 15,-2 0-6-15,0 0 3 0,0 1 12 16,0 2-8-16,-18-2 9 0,18 1 5 0,-17 1-2 16,17 1 14-16,-23 1-9 0,23 1-9 0,-26 2-6 15,11 0-8-15,2 1-2 0,-3 2-4 0,2 0-3 16,0 2-33-16,0 0-51 0,0 0-57 0,1 0-91 16,1 0-37-16,-2 0-10 0,2 18 29 0,0-18 75 15,0 17 24-15,2-17 35 0,0 22 2 0,2-11 19 16</inkml:trace>
  <inkml:trace contextRef="#ctx0" brushRef="#br0" timeOffset="1855.74">3217 1710 388 0,'-23'-10'10'0,"23"-2"17"0,-17 3 16 0,17-1 7 15,-17-1-1-15,17 0 7 0,-24 0 16 0,13 1 35 16,1-1 15-16,-1 3 15 0,1 2-14 0,0 0-24 15,0 0-8-15,-2 2-41 0,5 0-21 0,-2 3-11 16,1-2-22-16,-1 1 3 0,-1 0-4 0,3 0-3 16,-3 2 3-16,1 0-6 0,1 0 15 0,-4 0-7 15,0 0 3-15,1 19 7 0,-3-19-18 0,2 22 14 16,0-7-3-16,-3 0-4 0,1 3 8 0,-2 2-7 16,2 1-2-16,-2-1 8 0,1 3-7 0,-1 0 2 15,-1 1-5-15,2-1 8 0,0 2-4 0,-1 0 3 16,3 1 7-16,-2-2-11 0,4 0 2 0,-1-2 0 15,4 2-1-15,1-1 11 0,0 0 5 16,5 0 1-16,-1 0-1 0,0 1-8 0,3 0-3 16,-2 1 0-16,2 2 2 0,0 2-3 0,0 1 4 15,0-1 2-15,19 0-6 0,-19-2 10 0,0 1-6 16,22-3-3-16,-22-2 8 0,17-3-18 0,-17 0 12 16,19-4-4-16,-9 1 6 0,1-1 14 0,0-2-7 15,0 0 0-15,0 0-8 0,1-2-12 0,-1-1 1 16,1 1 0-16,1-1 1 0,0 1 3 0,-1-2 9 15,-1 0 2-15,4 1-5 0,-3-3 0 0,1 0 0 16,-1-1-6-16,0-1 5 0,0 0 2 0,0-3-5 16,-2-1 5-16,0 0 9 0,-1 0-2 15,1-1 0-15,0-1 18 0,-1 0-15 0,-1 0 18 16,3 0-6-16,-1 0-17 0,0-23 13 0,4 23-16 16,-2-19 0-16,4 5 7 0,-1 0-8 0,3-4 3 15,-1-1 10-15,6-4-5 0,0-2 10 0,1-1 5 16,1-1 4-16,1-1-4 0,0-2-2 0,-3 0-1 15,0 0-6-15,-5 1 18 0,0 1-5 0,-3-2 0 16,-3 0 3-16,-1 1-6 0,-2 0 8 0,1 1-3 16,-3 1-1-16,-2-1-4 0,-2 1 0 0,-3 3 5 15,0-1 8-15,0 1 14 0,0 0 8 0,-25 4 7 16,25-1-12-16,-21 1-14 0,4 4-16 0,0-3-19 16,-5 4-5-16,0-1-7 0,-1 1 1 15,0 0-2-15,-6 1-4 0,2 0-6 0,2 0-34 16,0 0-38-16,2 1-29 0,4 0-27 0,-1 4-27 15,4-1-62-15,-1-1-117 0,4 2-61 0,1 2-5 16,3 0 31-16,-1 1 150 0</inkml:trace>
  <inkml:trace contextRef="#ctx0" brushRef="#br0" timeOffset="22498.04">27252 4515 104 0,'0'0'5'0,"0"0"4"16,0 0 5-16,0 0 1 0,0 0 4 0,0 0-3 16,0 0-10-16,0 0 8 0,0 0-3 0,0 0 5 15,0 0 5-15,0 0-5 0,0 0-1 0,0 0 0 16,0 0-5-16,0 0 10 0,0 0-1 0,0 0-16 15,0 0 13-15,0 0-10 0,0 0-16 0,0 0 23 16,0 0-8-16,0 0-9 0,0 0 8 16,0 0 5-16,0 0 0 0,0 0-13 0,0 0 12 0,0 0-25 15,0 0 8-15,0 0 17 0,0 0-3 16,0 0 13-16,0 0-10 0,0 0-3 0,0 0 4 16,0 0-13-16,0 0-4 0,0 0 4 0,0 0-4 15,0 0 22-15,0 0-2 0,0 0-2 0,0 0-9 16,0 0-13-16,0 0 21 0,0 0-4 0,0 0 12 15,0 0-7-15,0 0-10 0,0 0 14 0,0 0-4 16,0 0 8-16,0 0-4 0,0 0-5 0,0 0-13 16,0 0 14-16,0 0 8 0,0 0 0 0,0 0 9 15,0 0-13-15,0 0-9 0,0 0-1 0,0 0 10 16,0 0 4-16,0 0-4 0,0 0 5 0,0 0-3 16,0 0-5-16,0 0 11 0,0 0-11 0,0 0 6 15,0 0 4-15,0 0-4 0,0 0 10 16,0 0-11-16,0 0 10 0,0 0 1 0,0-15-6 15,0 15 14-15,0 0-24 0,0 0 4 0,0 0-5 16,0 0-20-16,0 0 5 0,0 0-4 0,0 0 4 16,0 0-5-16,0 0 14 0,0 0-4 0,0 0 0 15,0 0 5-15,0 0-4 0,0 0-7 0,0 0 1 16,0 0 4-16,0 0-10 0,0 0 6 0,0 0-6 16,0 0 2-16,0 0 8 0,0 0-3 0,-19 0-1 15,19 0 5-15,0 0 0 0,0 0-5 0,-13 0 16 16,13 0-6-16,-12 0-15 0,12 12 15 15,-10-12-11-15,10 0 6 0,-9 0 1 0,5 8-1 16,-1-8-5-16,0 5-5 0,3-5 21 0,-5 5-6 16,5-1 10-16,-4-3-11 0,3 1-9 0,-1 0 10 15,-1 0-14-15,2 0 14 0,-1 0-5 0,0 2-5 16,1-4 11-16,-1 2-11 0,2-1 5 0,-2 1 5 16,2 0-5-16,0-1 6 0,-2 1-12 0,0-1-3 15,2 1 4-15,2-1 5 0,-3 2 5 0,2-3-5 16,-2 1 4-16,1 0-14 0,2 0 15 0,0 1-4 15,-2-1-6-15,2 1 5 0,0 0-11 0,-2 1 16 16,2-1-15-16,0 1 11 0,-2 0-11 0,2-1-5 16,0 2 15-16,-3-1-5 0,3 0 16 15,-2 0-1-15,-3 0-15 0,5 1 11 0,-2-2-6 16,0 2-10-16,-3-1 10 0,5-1 0 0,-2 2 1 16,2-3 4-16,0 4 6 0,-4-3-11 0,4 1 0 15,0-1 5-15,0 3-10 0,-2-4 11 0,1 2-12 16,-1 1 6-16,2-2 5 0,-2 0-16 0,2 1 12 15,0-1-17-15,-2 1 17 0,2 2-6 0,0-3 5 16,0 1 6-16,0 1-17 0,0-2 17 0,0 1-6 16,0 0-1-16,0-1 2 0,0 0-1 0,0 1 0 15,0-2-5-15,0 1 5 0,0 0 0 0,0 0 1 16,0-1 5-16,0 1 5 0,0 0-10 0,0-1 9 16,0 1-5-16,13 1-5 0,-13-1 1 0,0-1-6 15,0 1 5-15,9 0 1 0,-9 0-7 16,0 0-10-16,0-1 5 0,9 2 6 0,-9-1 11 15,0 1 6-15,3-1-6 0,-3 1-5 0,0-1-1 16,2 2 12-16,0-1-6 0,-2 0-1 0,2 1 7 16,0-1-4-16,3-1 3 0,-1 2 1 0,0-3-6 15,2-1-1-15,-4 1 7 0,4-1 4 0,1 1 6 16,-1-1-11-16,-1 0 0 0,0 0-5 0,2 0-10 16,-3 0 15-16,3 0-5 0,-1 0-6 0,1 0 11 15,-2 0-6-15,-1 0 1 0,3 0 4 16,-1 0-5-16,0 0-1 0,0 0 1 0,1 0 0 15,-1 0 0-15,0 0 0 0,2 0 4 0,-3 0-4 16,1 0-6-16,-2 0-4 0,3-16 4 0,1 16 0 16,-2 0 6-16,0 0-1 0,-3-11-3 0,3 11 7 15,-1 0 7-15,0 0-5 0,-1-7 0 0,0 7 10 16,-1-4-8-16,-1 4 23 0,0-4 6 0,2 3-9 16,-2-2 3-16,1 0-9 0,-1 0-7 0,1 1 15 15,-1 0 4-15,2-1 0 0,-3 0 2 0,1 0-14 16,0 0-2-16,-2 0-19 0,2 0 0 0,0-2-5 15,-2 1 2-15,3 0 14 0,1-2-5 16,-2 1-3-16,0 0 0 0,0-2-4 0,3 2-2 0,-4 0 16 16,3-1 2-16,-2 2 7 0,-2-3 12 15,2 2-6-15,-1-2 3 0,1 3 4 0,0-2-4 16,-2-1-4-16,0 2-1 0,0 0 3 0,0-1 7 16,2 0 1-16,-2 0-4 0,0 0 0 0,0 0-6 15,0 1-4-15,0-1-3 0,0 0-15 0,0 1-7 16,0-2-4-16,0 0-3 0,0 0 1 0,-15-1-18 15,15 2-38-15,0-2-44 0,-21 0-61 0,21 1-63 16,-19 0-57-16,9-1-33 0,-6 2 16 0,5 0 8 16,-4 0 73-16,-2 1 78 0</inkml:trace>
  <inkml:trace contextRef="#ctx0" brushRef="#br0" timeOffset="25013.61">27101 3974 111 0,'0'-1'0'0,"0"-1"6"0,0 1 6 15,0-1 9-15,0 2 2 0,0 0-5 0,0 0 10 16,0 0-15-16,0 0 4 0,0 0 5 0,0 0-10 16,0 0 6-16,0 0-1 0,0 0-5 0,0 0-5 15,0 0 5-15,0 0-15 0,0 0 5 0,0 0 8 16,0 0-9-16,0-1 5 0,0 0-1 0,0 1-15 16,0-1 17-16,0-1-2 0,0 1-4 0,0 0 15 15,0 0-6-15,0 0-4 0,0 1 0 0,0-2-11 16,0 1 1-16,0 0 0 0,0 1 4 0,0-1 1 15,0 0 4-15,0-1 5 0,0 2-5 16,0-1-1-16,0 1-9 0,0-1 0 0,0 1 5 16,0 0-5-16,0 0 1 0,0 0 9 0,0 0-5 15,0 0 10-15,0 0-6 0,0 0-9 0,0 0 10 16,0 0-10-16,0 0 5 0,0 0 5 0,0 0-15 16,0 0 15-16,0 0-5 0,0 0 0 0,0 0 5 15,0 0-10-15,0 0 9 0,0 0 1 0,0 0-10 16,0 0 6-16,0 0-11 0,0 0 10 0,0 0 5 15,0 0 0-15,0 0 0 0,0 0-15 0,0 0 15 16,0 0-10-16,0 0 5 0,0 0 4 16,0 0-4-16,0 0-5 0,0 0 10 0,0 0-4 0,0 0-6 15,0 0 10-15,0 0-9 0,0 0-1 16,0 0 5-16,0 0-5 0,0 0 1 0,0 0 4 16,0 0 5-16,0 0 5 0,0 0-4 0,0 0 4 15,0 0-10-15,0 0 1 0,0 0 3 0,0 0-4 16,0 0-4-16,0 0 9 0,0 0-5 0,0 0 10 15,0 0 5-15,0 0-14 0,0-12 9 0,0 12-14 16,0 0 10-16,0 0-1 0,0 0-4 0,0-7 10 16,0 7-11-16,0 0 10 0,0-4 5 0,0 4-14 15,0-3 9-15,0 2-9 0,0-1-1 0,0 2 15 16,0-1-14-16,0 0 9 0,0 1 0 16,0-2-5-16,0 2 5 0,0 0-4 0,0 0-1 15,0-2 0-15,0 2 10 0,0 0-1 0,0-1 6 16,0 1 0-16,0-1-4 0,0 1 0 0,0 0-4 15,0 0 7-15,0 0 4 0,0 0 1 0,0 0-18 16,0 0 0-16,0 0-18 0,0 0 1 0,0 0 16 16,0 0-5-16,0 0 6 0,0 0-6 0,0 0-12 15,0 0 0-15,0 0 0 0,0 0 12 0,0 14-12 16,0-14 6-16,0 0 6 0,0 16-5 0,0-16 24 16,0 14-13-16,0-7 0 0,-6 1-13 0,6 3 6 15,0 0 7-15,-7-1-13 0,2 3 13 16,3-1-12-16,-3 1 0 0,1 1 12 0,-5-1-12 0,0-1-6 15,4 1 17-15,-1-1-22 0,1 0 28 16,-3-2 6-16,0 1-18 0,2 0 13 0,4-1-18 16,-3-2 1-16,-1 1-1 0,3-2 1 0,-4 1 5 15,3-1 10-15,1 0-10 0,-1-1 6 0,0 1-1 16,2-1-22-16,1-2 23 0,-1 2-1 0,0-2-16 16,2 1 17-16,-2-3-12 0,2 2 11 0,0-3 6 15,-2 1-6-15,2-1-4 0,0 1-1 0,0-2 5 16,0 0-5-16,0 0 11 0,0 0-16 0,0 0 10 15,0 0 6-15,0 0-5 0,-2 0 15 0,2 0-15 16,0 0-1-16,0 0 1 0,0 0-11 16,0 0 0-16,0 0 5 0,0 0-5 0,0 0 5 0,0 0 6 15,0 0-6-15,0-15 6 0,0 15-1 16,0-10 0-16,0 10 6 0,0-12-6 0,0 5 1 16,13 0-16-16,-13-1-1 0,0 1 1 0,0-1 0 15,6 1 10-15,-6-1-10 0,0 1 15 0,7-2-11 16,-2 1 12-16,-3 1 10 0,2-1-15 0,-3 1 10 15,1 0-16-15,2-1-5 0,-2 1-1 0,1 0 6 16,-1 0 0-16,2 0 0 0,1-1 16 0,-2 0-10 16,3 1 5-16,-2-1-6 0,1-1-5 0,-1 0-1 15,0 0 7-15,-1 0 6 0,2 1-7 0,-1-1 1 16,-2 3 6-16,1 0-7 0,1 2 7 0,-2 0-1 16,0 1-7-16,3 1 0 0,-5 0 7 15,2 0-1-15,0 0-5 0,3-1-6 0,-5 1-12 16,0-1 12-16,3 0-6 0,-3-1 23 0,0 0 12 15,0 1-29-15,0 1 18 0,0 0-18 0,0-1-5 16,0 2 22-16,0 0-11 0,0 0 6 0,2 1-6 16,-2 0-5-16,0 0 5 0,0 0-6 0,0 0 0 15,0 0 11-15,0 0-5 0,0 0 0 0,0 0-6 16,0 0-5-16,0 0-7 0,0 0 18 0,0 0 0 16,0 0-6-16,0 0 6 0,0 0-12 0,0 0 6 15,0 0 0-15,0 0 12 0,0 0-6 0,0 0 0 16,0 0 0-16,0 0-6 0,0 11 6 15,0-11 1-15,0 0-1 0,0 8 18 0,0-8-7 16,0 6-11-16,0-6 1 0,0 7-25 0,0-4 13 0,0 0 16 16,0 4 6-16,0-1 0 0,0 0-5 15,0 0-13-15,0 3-4 0,17 1 5 0,-17 0 11 16,0 2 5-16,12-3-4 0,-12 2 4 0,0 0-10 16,13 1-6-16,-13-1 17 0,12 1-6 0,-6 0 5 15,1 0 11-15,-3-1-17 0,3 1 6 0,0 0-5 16,-2-3-5-16,1 2 10 0,1-1-4 0,-3-1 8 15,0 0-5-15,2-2 1 0,-2 0 0 16,0 2-4-16,-1-3-1 0,1 1 4 0,-2-1 1 16,2 0-6-16,-1-1 1 0,-1 2-9 0,1-3 4 0,1 2-5 15,-2-1 5-15,1-2 4 0,-1 1-8 16,0 0 9-16,0-1 0 0,-2 0 0 0,2-1 0 16,1-1-1-16,-3 0 1 0,0 0-5 0,0 0 0 15,0-1 1-15,0 0 0 0,0 0 0 0,0 0 17 16,0 0-13-16,0 0 4 0,0 0-3 0,0 0-10 15,0 0 23-15,0 0-9 0,0 0 4 0,0 0-4 16,0 0-19-16,0 0-20 0,0 0-43 0,0 0-35 16,0 0-26-16,0-14-9 0,0 14 10 0,0 0-16 15,0-17 20-15,0 17 34 0</inkml:trace>
  <inkml:trace contextRef="#ctx0" brushRef="#br0" timeOffset="25512.87">27002 4150 214 0,'0'0'3'16,"0"0"-6"-16,-16 0 8 0,16 0 6 15,0 0 1-15,0 0 13 0,0 0-8 0,0 0-1 16,0 0-9-16,0 0-3 0,0 0 5 0,0 0-9 16,0 0 4-16,0 0-7 0,0 0-5 0,0 0 7 15,0 0 1-15,0 0 0 0,0 0 8 0,0 0-12 16,0 0 15-16,0 0 13 0,0 0-2 0,0 0 14 16,0 0 0-16,0 0 3 0,0 0 9 0,0 0 3 15,0 0 1-15,0 0-8 0,0 0-8 0,0 0-4 16,0 0-9-16,0 0 4 0,0 0-4 0,0 0-12 15,0 0 5-15,0 0 5 0,16 0 0 0,-16 0 6 16,0 0-1-16,0 0-20 0,13 0 0 0,-13 0 10 16,15 0-10-16,-4 0 9 0,0 0 7 0,0 0 3 15,0-10 11-15,3 10 10 0,-1-8-5 16,0 8 6-16,3-8-4 0,-3 2-15 0,2 3 12 16,0-1-17-16,3 0 1 0,-5 0-1 0,3 1-4 15,-7-1-5-15,0 3-4 0,1-1 2 0,-2 1-19 16,-3 0 7-16,-1-1 1 0,-2 1-7 0,3 1 10 15,-3-1 0-15,-1 1-8 0,-1-1 4 0,0 1 1 16,0 0-9-16,0 0 1 0,0 0-11 0,0 0-66 16,0 0-60-16,0 0-59 0,0 0-26 0,0 0 20 15,0 0-3-15,0 16 62 0</inkml:trace>
  <inkml:trace contextRef="#ctx0" brushRef="#br0" timeOffset="31914.44">27424 5268 55 0,'0'0'9'0,"0"0"9"0,0 0 6 15,0 0 8-15,0 0-5 0,0 0-8 0,0 0-9 16,0 0-4-16,0 0 0 0,0 0 0 0,0 0-4 15,0 0 2-15,0 0-3 0,0 0 0 0,0 0 3 16,0 0 0-16,0 0-4 0,0 0-1 0,0 0 5 16,0 0-3-16,0-15 0 0,0 15 1 15,0 0 2-15,12 0-3 0,-12 0 8 0,0 0 4 16,0 0-3-16,0 0 0 0,0 0 1 0,0 0-6 16,0 0 1-16,0 0-5 0,0 0-1 0,0 0 1 15,0 0 4-15,0-7 4 0,0 7-5 0,0 0-8 16,0 0 7-16,0 0 5 0,0-3-11 0,0 3 15 15,5-2-12-15,-5 1-3 0,0-1 16 0,2 0-8 16,-2 2 0-16,0-1 4 0,2-1-3 0,-2 1-1 16,2 0 13-16,0-1-8 0,-2 1 0 0,2-1 3 15,-2 1-15-15,2-1 3 0,0 1 5 0,-2-1 3 16,2 0 8-16,-2 0-8 0,2 0-1 16,-2 1-11-16,2-1-1 0,-2 0 8 0,0 0 0 15,2 1-4-15,-2-1 5 0,2 1-5 0,-2-1 0 16,0 1 0-16,2-1 0 0,-1 1 4 0,-1 0-4 15,1 0 4-15,-1 0-3 0,0 0-1 0,0 0 4 16,1 1 10-16,-1 0-1 0,0 0-9 0,0 0 1 16,0 0-4-16,0 0 3 0,0-1 5 0,0 1 0 15,0 0-5-15,0 0-4 0,0-2 9 0,0 2-1 16,0 0 5-16,0-1-9 0,0 1-4 0,0-1-4 16,0 0 9-16,0 0 3 0,0 0 1 0,0-1-5 15,0 1-4-15,0 0-8 0,0-1 12 0,0 1 1 16,0-1-10-16,0 1 18 0,0 1-9 0,0-2 5 15,0 1 3-15,0 0-3 0,0 0-5 0,0 1 0 16,0-1 10-16,0 1 1 0,0 0 9 16,0 0-4-16,0 0-10 0,0 0 1 0,0 0-6 15,0 0 5-15,0 0 6 0,0 0-6 0,0 0-5 16,0 0 0-16,0 0 9 0,0 0-8 0,0 0 4 16,0 0 5-16,0 0-10 0,0 0 10 0,0 0-15 15,0 0 10-15,0 0-5 0,0 0 5 0,0 0 19 16,0 0-19-16,0 0 9 0,0 0 0 0,0 0-10 15,0 0 5-15,0 0-13 0,0 0 4 0,0 0-4 16,0 0 13-16,0 0-1 0,0 0 1 0,0 0-5 16,0 0-13-16,0 0 13 0,0 0-18 15,0 0 13-15,0 0 1 0,0 0-9 0,0 0 8 16,0 0-3-16,0 0 3 0,0 0 5 0,0 0-5 16,0 0 0-16,0 0-3 0,0 0-2 0,0 0 1 15,0 0 0-15,0 0 4 0,0 0-8 0,0 0 12 16,0 0-4-16,0 0-3 0,0 0 12 0,0 0-12 15,0 0 13-15,0 0-9 0,0 0-13 0,0 0 17 16,0 0-14-16,0 0 18 0,0 0-1 0,0 0-25 16,0 0 5-16,0 0-4 0,0 0-1 0,0 0 14 15,0 0 3-15,0 0-4 0,0 0 0 0,0 0-1 16,0 0-3-16,0 0-6 0,0 0 5 16,0 0-4-16,0 0 9 0,0 0 4 0,0 0 1 15,0 0 8-15,0 0-14 0,0 0-7 0,0 0-1 16,0 0 0-16,0 0 10 0,0 13 7 0,0-13-3 15,0 0-1-15,0 0-12 0,0 0 4 0,0 10 4 16,0-10-4-16,0 0 9 0,0 5-5 0,0-5 4 16,0 4 0-16,0-3-4 0,0 1 0 0,13-1-4 15,-13 1 0-15,0-1 15 0,0 0-11 0,0 1 17 16,0-1-13-16,0 0-17 0,0 0 22 0,0 0-21 16,0 0 8-16,0 0 8 0,0 0-5 0,0 0 6 15,0 0-6-15,0 0 6 0,0 0-14 0,0-1 10 16,0 1-1-16,0 0 0 0,0 0 5 0,0 0-5 15,0 0 5-15,0 0-2 0,10 0-3 16,-10 0-5-16,0-1 9 0,0 3-8 0,0-2 5 16,0-1 3-16,0 2-3 0,0-1 0 0,0 1 3 15,0-2-5-15,0 3 1 0,0-2-4 0,0 0 8 16,0 1-4-16,0-1-4 0,0 1 4 0,0-2-7 16,0 2 3-16,0-1 4 0,0 1 4 0,0-2-4 15,0 1 8-15,0 2-3 0,0-1-10 0,0-1 13 16,0 0-11-16,0 1-6 0,0 0 14 0,0 0-4 15,0-1-2-15,0-1 9 0,0 2-4 0,12-1-4 16,-12 0-8-16,0 1 0 0,0-1-5 0,0-1 6 16,0 2 8-16,0-2 4 0,0 1 3 15,0 0-13-15,0 0 9 0,0 1 0 0,0 0-7 16,0-1 4-16,0-1-1 0,0 2 0 0,0-1 0 16,0 2 4-16,0-2-9 0,0 0 4 0,0 1 6 15,0-1-4-15,0 2 5 0,0-2-10 0,0 1 4 16,0-1 5-16,0 0-1 0,0 1 0 0,0-1-3 15,0 1-6-15,0 0 14 0,0-1-8 0,0 1-5 16,0 0 13-16,0-1-13 0,0 1 13 0,0 0 5 16,0-1-9-16,0 1 7 0,0 0-7 0,0-1 4 15,0 1 0-15,0-1-12 0,0 1 0 0,0 0 4 16,0-1 0-16,0 1 6 0,0 0 1 16,0-1-8-16,0 1 1 0,0-1 0 0,0 1-1 15,0 0 1-15,0 0-5 0,0 0-1 0,0 0 11 0,0-1 3 16,0 2-5-16,0-1 2 0,0 0-6 15,0 2 5-15,16-2 13 0,-16 2-10 0,0-1-3 16,0-1-7-16,0 0 3 0,0 2 14 0,0-2 1 16,0-1 2-16,0 0-5 0,0 1-13 0,0 0 17 15,0-1-8-15,0 1-8 0,0-2 3 0,0 2-17 16,0-1 9-16,0 2 11 0,0-3-6 0,0 1 7 16,0-1-3-16,0 2-4 0,0-2 2 0,0 2-3 15,0-1-4-15,0 1 0 0,0 0 4 0,0-1 0 16,0 0 6-16,0 1-5 0,0 1-1 15,0-2-7-15,0 0 8 0,0 1-2 0,0-1 5 16,0 2 1-16,0-3-8 0,0 1 0 0,0 1-3 16,0-2 5-16,0 2 7 0,0-1 1 0,0 0-2 15,0 2-1-15,0-2-11 0,0 0 1 0,0 1 11 16,0 1 0-16,0-3 8 0,0 2-2 0,0 0-16 16,0 1 8-16,0-1-6 0,0-1 1 0,0 1 8 15,0 0-12-15,0 0 2 0,0 0 4 0,0 0 1 16,0 0 4-16,0 0-6 0,0 0-2 0,0 1 0 15,0-2 0-15,0 1 6 0,0 0-2 16,0 0-2-16,0-1-2 0,0 0 3 0,0 2-5 16,0-1 7-16,0 0 3 0,0 1-4 0,0-1 8 15,0 0-9-15,0 1 3 0,0 0 6 0,0-1-15 16,0 1 7-16,0 0-7 0,0 0-3 0,0 0 14 16,0-1 0-16,0 1-4 0,0-3 3 0,0 3-4 15,0-1-11-15,0 0 12 0,0 1-4 0,0-1 0 16,0 0 8-16,0 1-3 0,0 2-8 0,0-3 7 15,0 1-1-15,0-1-6 0,0 0 16 0,0 1-11 16,0-2 3-16,0 1 4 0,0 0-10 0,0 0 6 16,0 0-6-16,18 1 7 0,-18 0-4 0,0 1 1 15,0 0 6-15,0-1-7 0,0 1 2 0,0 0-4 16,0 0-6-16,0-1 7 0,0 1 3 16,0-3-1-16,0 2 7 0,0 0-7 0,0-1 0 15,0 0 1-15,0 0-1 0,0-1 0 0,0 2-1 16,0 0 1-16,0-1 3 0,0 0-8 0,0 2 8 15,0-1-3-15,0 1-3 0,0-1 9 0,0 0-7 16,0 2 6-16,0-3-1 0,0 2-5 0,0-1 1 16,0 0-7-16,0-1-1 0,0 1 11 0,0-1 1 15,0 2-6-15,0-3 6 0,0 1-4 0,0 0-1 16,0 1 7-16,0-3-6 0,0 3 1 0,0-1-5 16,0 1 5-16,0-1-2 0,0-1-1 0,0 1 2 15,0 2-3-15,0-3 0 0,0 1 0 0,0 0 6 16,0-1-3-16,0 1 7 0,0-1-4 0,0 0-4 15,0 1 4-15,0-1-7 0,0 0-3 16,0 0 11-16,0 0-1 0,0 0-4 0,0-1 15 16,0 1-19-16,0-1 3 0,0 1 3 0,0-1-11 15,0 0 12-15,0 0-2 0,0 0 9 0,0 0-9 16,0 0 9-16,0 0-13 0,0 0-6 0,0 0 6 16,0 0 0-16,0 0 4 0,0 0 7 0,0 0 2 15,0 0-19-15,0 0 14 0,0 0-11 0,0 0 10 16,0 0 2-16,0 0 0 0,0 0 9 15,0 0-21-15,0 0 13 0,0 0-6 0,0 0-10 16,0 0 14-16,0 0-1 0,0 0 0 0,0 0 5 0,0 0 1 16,0 0-3-16,0 0 0 0,0 0-2 15,0 0-17-15,0 0-41 0,0 0-44 0,0 0-67 16,0 0-33-16,0 0-2 0,0 0-3 0,0-14 3 16,0 14 50-16</inkml:trace>
  <inkml:trace contextRef="#ctx0" brushRef="#br0" timeOffset="33105.33">27497 5255 92 0,'0'-2'6'16,"0"2"8"-16,0-1 6 0,0 0 5 0,0 0 6 15,0 1-7-15,0-1 4 0,0 1-7 0,0-1-10 16,0 1 4-16,0-2-8 0,0 2-2 0,0 0 1 15,0 0 4-15,0-1 1 0,0-1 15 0,0 2-2 16,0 0-6-16,0 0 18 0,0 0-17 0,0 0 4 16,0 0 4-16,0 0-17 0,0 0 8 0,0 0-8 15,0 0-5-15,0 0-4 0,0 0-1 16,0 0 13-16,0 0-13 0,0 0 4 0,0 0 0 16,0 0-13-16,0 0 5 0,0 0 4 0,0 0-5 15,0 15 5-15,0-15 9 0,-12 10-18 0,12-10 0 16,0 14 5-16,-11-7-1 0,11 3 9 0,-11-3 0 15,7 3-13-15,-2-2 8 0,0 0 14 0,1 1-1 16,-1-1 0-16,1 0-13 0,-2-1-12 0,3 0 4 16,-1 1 4-16,1 1 5 0,0-2 4 0,-1 1 0 15,1 0 4-15,-3 0-9 0,5 0-4 0,-5-1 0 16,5-2 5-16,0 1 5 0,-1-2-1 16,-1 0-4-16,2-2-4 0,0 1-1 0,2-2 1 15,0 0 8-15,-1 0 1 0,1-1-1 0,0 1 5 16,0-1-8-16,0 0 4 0,0 0 8 0,0 0-7 15,0 0 12-15,0 0-4 0,0 0-4 0,0 0 13 16,0 0-19-16,0 0 1 0,0 0-14 0,0 0 0 16,0 0 14-16,0 0-5 0,0 0 18 0,0-15-18 15,0 15-4-15,0 0 13 0,0-11-18 0,11 11 18 16,-11-9-9-16,0 9-4 0,0-11 4 0,7 5-5 16,-7-2 5-16,6 1-4 0,-3 0 4 0,2-2-4 15,-1 3 4-15,1-2 0 0,-1 1 0 0,0-1 5 16,1 1-5-16,-1 0 0 0,1 2-5 0,0 0 1 15,-3 0 9-15,4 0-1 0,-3 0-4 16,1 0 5-16,-2 1-10 0,2 1 5 0,-2-2 4 16,2 3 1-16,-2-2-1 0,0 1-4 0,0 0 14 15,-1 0-14-15,1 1 0 0,0-1 4 0,-2-1-4 16,0 2 10-16,2-1-6 0,0 1 6 0,-2-1-5 16,3 2 6-16,-1-3-6 0,0 2-5 0,-2 0-5 15,2-1 5-15,-2 1 10 0,3-1-15 0,-1 0 5 16,-2-1-5-16,2 2 0 0,0 0 10 15,-1-1 6-15,0 2-6 0,0 0 0 0,1-1-5 0,-2 1 5 16,2 0-10-16,-2 1 0 0,0 0 5 0,0 0 0 16,0 0 0-16,0 0 10 0,0-1 5 15,0 1-10-15,0 0 10 0,0 0-15 0,0 0-5 16,0 0 0-16,0 0 0 0,0 0 10 0,0 0-5 16,0 0-5-16,0 0 5 0,0 0-10 0,0 0 5 15,0 0 14-15,0 0-9 0,0 0 0 0,0 0-5 16,0 0-5-16,0 0 10 0,0 0 5 0,0 0 0 15,0 0-10-15,0 0 5 0,0 0-4 0,0 13 9 16,0-13 5-16,0 0-15 0,0 0 10 0,13 11-10 16,-13-11 0-16,0 7 20 0,0-3-4 0,10 0 19 15,-10 2 6-15,7-2-15 0,-7 2 19 0,6 1-15 16,-2-2 9-16,-1 1-5 0,2-1-19 16,-3 1 1-16,2 0-14 0,0 0 4 0,-1 0 5 0,-1-1-1 15,2 1-4-15,-1-1 1 0,1 0 3 16,-2 0-4-16,1 1 9 0,1-1 0 0,-1 1-14 15,1-2-47-15,-2 2-64 0,2-1-52 0,-1-1-55 16,-1 2 11-16,2-3 61 0</inkml:trace>
  <inkml:trace contextRef="#ctx0" brushRef="#br0" timeOffset="36847.19">27777 5483 36 0,'0'0'0'0,"0"0"8"0,0 0 1 0,0 0 5 16,0 0-1-16,0 0-11 0,0 0 8 0,0 0-3 16,0 0 0-16,0 0 7 0,0 0-9 0,0 0 9 15,0 0 9-15,0 0-13 0,0 0 9 0,0 0-5 16,0 0-12-16,0 0 16 0,0 0-7 0,0 0 0 15,0 0 5-15,0 0-1 0,0 0 1 0,0 0-1 16,0 0 1-16,0 0-6 0,0 0 2 0,0 0-1 16,0 0 0-16,0 0-4 0,0 0 7 0,0 0-9 15,0 0 4-15,0 0 1 0,0 0-18 0,0 0 17 16,0 0-3-16,0 0-6 0,0 0 4 16,0 0-12-16,0 0 8 0,0 0 4 0,0 0-3 15,0 0-1-15,0 0-9 0,0 0 10 0,0 0 3 16,0 0-4-16,0-15 5 0,0 15-14 0,0 0 14 15,0 0 5-15,0 0-1 0,0 0 15 0,0 0-10 16,0-8-8-16,0 8-1 0,0 0 0 0,0 0 0 16,0-4 0-16,0 4 5 0,0-2-5 0,0 1-5 15,0 0 9-15,0 0-9 0,0 1 6 0,0-1-1 16,0 0 0-16,0 0 0 0,0 0 0 0,0 1 9 16,0 0 0-16,0-1-1 0,0 0 1 0,0 0-14 15,0 0 5-15,0 1 5 0,0-1-6 0,0 0 10 16,0 1 4-16,0-2-4 0,0 1-5 0,0 1-9 15,0-1 0-15,0 0-9 0,0 0 20 16,0 0 3-16,0 1-3 0,0 0 9 0,0-2-14 16,0 1 5-16,0 1-6 0,0 0 1 0,0 0 15 15,0 0-10-15,0 0 5 0,0 0-11 0,0 0-21 16,0 0 11-16,0 0 10 0,0 0 1 0,0 0 9 16,0 0-20-16,0 0-5 0,0 0 10 0,0 0-10 15,0 0 20-15,0 0-10 0,0 0 0 0,0 0-6 16,0 0 1-16,0 0 5 0,0 0-5 0,0 0 5 15,0 0 5-15,0 0-10 0,0 0 5 0,0 0 0 16,0 0 0-16,0 0 5 0,0 0 6 0,0 0 5 16,0 0-16-16,0 0 6 0,0 12 0 0,0-12-1 15,0 0 16-15,0 0-10 0,0 9 0 16,0-9-10-16,0 7 16 0,0-7 4 0,0 7-5 16,0-3 6-16,0 1-16 0,0-1 10 0,0 0 1 15,0 1 5-15,0-1 5 0,0 0-10 0,0 3-4 16,0-2-2-16,0 0-4 0,0 2 5 0,0-2 3 15,0 2-3-15,0-2-2 0,0 0 1 0,0 0-2 16,0 0 4-16,0-2-5 0,0 2 3 0,0-1 5 16,0 1-18-16,0 0 4 0,0 1-8 0,0 0 5 15,0 0 9-15,0 1-4 0,0 0 12 0,0-2-8 16,0 3 8-16,0-2 6 0,0-2-17 16,0 2 11-16,0 1-8 0,0-1-5 0,0-2 16 15,0 1-15-15,0 1 0 0,0-1 3 0,0 1-10 16,0-1 1-16,0 0 6 0,0 0-2 0,0-1-6 15,0 2 7-15,0-3 3 0,0 1-7 0,0-1 5 16,0 0-1-16,0 0-6 0,0-1 7 0,0 1-4 16,0-2 0-16,0 1 0 0,0 0 1 0,0-1 2 15,0 0-3-15,0 1 9 0,0-2-7 0,0 2-2 16,0 0 3-16,0 0-1 0,0-1-2 0,0 2 0 16,0-2 5-16,0 0 0 0,0 1 5 0,0-1 9 15,0 0-16-15,0 0-1 0,0 1 5 0,0-1-5 16,0 1 13-16,9-1-1 0,-9 0-7 15,0 0 2-15,12 2-2 0,-8-2-1 0,-1 0 4 16,1-1 1-16,0 0-3 0,2 1-2 0,-1 0 3 16,2-1-3-16,0 0 1 0,-2 0 1 0,3 0-5 15,0 0-4-15,-2 0 1 0,-1 0 1 0,-1 0 6 16,4 0-3-16,-2 0 7 0,0 0-4 0,-3 0-10 16,1 0 9-16,0 0-8 0,1-15-4 0,-1 15 9 15,1 0-7-15,0 0 2 0,-3 0-32 0,4-10-38 16,-5 10-54-16,2-5-81 0,-2 5-13 0,1-7-7 15,-2 2-4-15,0-2 42 0,0-1 52 0</inkml:trace>
  <inkml:trace contextRef="#ctx0" brushRef="#br0" timeOffset="37169.89">27763 5249 1006 0,'-4'0'-4'0,"2"0"0"0,1 0 0 0,1 0-5 15,0 0 0-15,0 0-2 0,0 0-23 0,0 0-37 16,0 0-28-16,0 0-32 0,17 0-18 0,-17 0-24 16,0 0 35-16</inkml:trace>
  <inkml:trace contextRef="#ctx0" brushRef="#br0" timeOffset="38904.19">28047 5682 87 0,'0'0'0'0,"0"0"4"15,0 0-2-15,0 0 15 0,0 0-14 0,0 0 0 16,0 0 11-16,0 0-17 0,0 0 15 0,0 0 0 16,0 0-3-16,0 0-5 0,0 0 0 0,0 0-4 15,0 0-5-15,0 0 5 0,0 0-5 0,0 0 1 16,0 0 0-16,0 0-4 0,0 0 5 0,0 0 6 16,0 0-3-16,0 0 4 0,0 0 4 0,0 0-4 15,0 0 0-15,0 0-4 0,0 0-4 16,0 0-4-16,0 0 4 0,0 0 5 0,0 0-1 15,0 0 3-15,0 0 5 0,0 0-3 0,0 0-1 16,0 0-7-16,0 0-4 0,0 0 3 0,0 0 4 16,0 0 12-16,0 0-4 0,0 0 6 0,0 0 0 15,0 0-12-15,0 0 3 0,0 0 0 0,0 0-5 16,0 0 4-16,0 0 0 0,0 0 0 0,0 0-8 16,0 0-7-16,0 0 7 0,0 0-4 15,0 0 8-15,0 0 8 0,0 0-4 0,0 0 0 0,0 0-4 16,0 0 0-16,0 0 1 0,0-15 4 15,0 15 4-15,0 0 5 0,0 0-4 0,0 0-5 16,0 0 1-16,0 0 0 0,0 0-9 0,0 0 0 16,0 0 11-16,0 0-7 0,0 0 12 0,0 0-4 15,0 0-17-15,0 0 4 0,0 0 4 0,0 0 5 16,0 0 3-16,0 0 1 0,0 0-13 0,0 0 5 16,0 0-1-16,0 0 4 0,0 0-4 0,0 0 4 15,0 0-3-15,0 0-5 0,0 0 13 0,0 0-8 16,0 0 8-16,0 0-8 0,0 0 5 0,0 0-1 15,0 0-4-15,0 0 13 0,0 0-18 0,0 0 5 16,0 0 8-16,0 0-9 0,0 0 14 0,0 0-9 16,0 0-4-16,0 0 9 0,0 0-5 0,0 0 10 15,0 0-5-15,0 0-9 0,0 0 14 16,0 0-14-16,0 0 8 0,0 0 10 0,0 0-14 16,0 0 13-16,0 0-9 0,0 0-4 0,0 0-4 15,0 0-5-15,0 0 8 0,0 0-3 0,0 0 3 16,0 0-4-16,0 0 0 0,0 0 1 0,0 0-5 15,0 0 9-15,0 0-5 0,0 15-3 16,-8-15 11-16,8 0-3 0,0 9-9 0,-6-9 17 0,2 0-17 16,2 10 4-16,-2-10 5 0,1 6-13 0,-1-2 13 15,1-1-10-15,-2 0 1 0,1 1 5 0,3-2-9 16,-2 1 8-16,2-1 4 0,0 1-4 0,-2-2 8 16,3 0-3-16,0 1-9 0,0-1 0 0,0-1 0 15,0 3 4-15,0-3 12 0,0 2-3 16,0 0-5-16,0-1 0 0,0 1-12 0,0 0 9 15,0-1-5-15,0 1 0 0,0 0 13 0,0 2 0 16,0-2-5-16,0 0 0 0,0 3-8 0,0-3 4 16,16 1 9-16,-16 1 0 0,0-1-5 0,9-1 0 15,-9 0 1-15,6 1-5 0,-6-2 8 0,7 1 1 16,-7 1 0-16,4-2-5 0,-1 0-8 0,0 1 4 16,1 2-4-16,1-3 9 0,-3 1 3 0,2-1-4 15,-2 1 0-15,4 0-4 0,-3 0 1 0,3-1-5 16,-2 1-1-16,0 0 5 0,1 0-4 0,-2 0 4 15,0-1 4-15,-1-1-4 0,2 2 5 16,-4-2-5-16,3 0 4 0,-3 1-4 0,0-1 0 16,0 0 4-16,0 0-8 0,0 2 8 0,0-2 5 15,0 0-5-15,0 0 18 0,0 0-9 0,0 0 1 16,0 0 4-16,0 0-7 0,0 0 14 0,0 0 1 16,0 0 5-16,0 0 9 0,0 0-10 0,0 0-1 15,0 0-14-15,0 0-9 0,0 0 9 0,0 0-10 16,0 1 9-16,0 0 0 0,0 0-9 0,0 1 4 15,0 0-4-15,0 2-5 0,-22 0 0 0,22 2 5 16,-18 1-5-16,5 0 9 0,-4 1-9 0,0 1 1 16,-1 0-11-16,0-1-43 0,-2 1-23 15,1-1-29-15,-1-1-4 0,2 1 8 0,-1-1 0 16,5 0-46-16,-5 0 18 0</inkml:trace>
  <inkml:trace contextRef="#ctx0" brushRef="#br0" timeOffset="46025.81">4549 2848 415 0,'1'-5'9'0,"0"-1"1"0,-1-1 10 0,0 2 0 15,0-3-4-15,0 1 9 0,0 0 5 0,0 1 14 16,0 0-1-16,0 0-3 0,0 0 3 0,0 1 9 16,0 2 17-16,0-1 0 0,0 1-1 0,0 1-4 15,0 0-2-15,0 1 17 0,0 1-8 0,0-2-5 16,0 1-8-16,0 1-10 0,0-1-7 0,0 1-3 15,0 0-9-15,0 0-2 0,0 0-9 0,0 0 0 16,0 0-10-16,0 0-8 0,0 0 4 0,0 0-11 16,0 0-1-16,0 0-4 0,0 0-5 0,0 0 0 15,0 0 14-15,0 0 2 0,0 14 7 0,0-14 8 16,0 0-11-16,0 17-2 0,0-8 1 0,0 2-7 16,0 0 10-16,0 2-4 0,0 2 2 15,0 0 0-15,0 0-5 0,0 4 10 0,0-1-3 16,0 1-2-16,0 3-4 0,0 0 0 0,0 2 0 15,0 1 0-15,0-1 11 0,0 1-1 0,0-2-2 16,0 1 6-16,0-3-9 0,0 0-3 0,0-1 1 16,0-2-8-16,0-2 11 0,0-2 3 0,19 1 5 15,-19-3 13-15,0 0-12 0,14-1 0 0,-14-2 1 16,11 0-9-16,-11-2 7 0,17-1 2 0,-10 0-1 16,1-2 1-16,2 1 0 0,-1-2-4 0,1-1-9 15,-1 1 6-15,2-1-4 0,0-1 5 0,-2-1 3 16,1 0-8-16,-2 0 4 0,0 0-6 0,1 0 10 15,0 0 0-15,-2-18-6 0,0 18 2 16,1-14-6-16,0 14-3 0,-1-18-10 0,0 18-28 16,1-20-40-16,-1 7-49 0,-2 1-61 0,0 0-40 15,0 0-12-15,2 0 2 0,-2-1 36 0,-3-1-5 16,2-1 53-16</inkml:trace>
  <inkml:trace contextRef="#ctx0" brushRef="#br0" timeOffset="46293.92">4413 2575 1686 0,'15'-4'-8'0,"-15"3"4"16,9-3-3-16,-9 0 0 0,0-2 12 0,10 2-11 15,-10 0-3-15,7 1-23 0,-7 1-78 0,3-2-75 16,-3 4-78-16,0 0-34 0,1 0-7 0,0 0 77 16,-1 0 84-16</inkml:trace>
  <inkml:trace contextRef="#ctx0" brushRef="#br0" timeOffset="47564.18">5102 3141 164 0,'2'0'5'0,"1"-7"3"0,0 7 5 0,0-6 1 16,-1 6 5-16,1 0 3 0,-1 0-5 0,0 0-6 16,1 0-4-16,1 0-6 0,-2 0-5 0,0 0 10 15,-1 0 0-15,1 0 16 0,0 0 12 0,0 17-5 16,0-17 5-16,-1 0-11 0,-1 12-11 0,0-12 10 15,0 0-11-15,0 11-5 0,0-11 16 0,0 8-21 16,0-8 10-16,0 10-4 0,0-4-21 0,-19 1 20 16,19 3-5-16,0 0 0 0,-17-1 15 0,17 1-11 15,-13 1-4-15,13-3-1 0,-9 2-9 0,9-3 5 16,0 0-10-16,0 1 5 0,-5-2 9 0,5 0 0 16,0-1 10-16,0 0-5 0,0-2 0 15,0 1-14-15,0-1 9 0,0 0 10 0,0-1-5 16,0 0 14-16,0 0-19 0,0-1 6 0,0 1-6 15,0 1-9-15,0-1 18 0,0-1-13 0,19 2 13 16,-19-1-4-16,0 0-9 0,20 2 4 0,-20-1-9 16,17-1 9-16,-17 1-5 0,13-1 5 0,-13 1 0 15,13 0-5-15,-7-2 15 0,-1 2-10 0,1-2-5 16,-1 2 1-16,1-2 5 0,-2 1-6 0,0-1 10 16,-1 1 0-16,0 0-19 0,-1 0 19 0,0-1 0 15,-1 1 20-15,0 2 24 0,0-3 21 0,1 2 12 16,-2 3-21-16,0 0-9 0,0 0-35 0,0 1-17 15,0 1 11-15,0 1 0 0,0 0 12 16,-22 0 3-16,22-1-4 0,0 0-6 0,-17-1 0 0,17 0 0 16,-10-1 8-16,10-1-14 0,-11 1 0 15,11-3-14-15,-8 1 6 0,8-1 19 0,-9-2-5 16,6 0-1-16,1 1-10 0,-4-1-19 0,1-1-62 16,0 0-40-16,0 0-34 0,-1 0-21 0,1 0 21 15,-2 0-12-15,2 0 29 0,1 0 30 0</inkml:trace>
  <inkml:trace contextRef="#ctx0" brushRef="#br0" timeOffset="48047.54">5485 3059 505 0,'0'8'-10'16,"0"-8"10"-16,0 0-5 0,0 6 0 0,0-6 16 15,18 0-10-15,-18 0 14 0,13 0 6 0,-13 0 0 16,20 0-1-16,-9 0-4 0,3-17-1 0,-1 17-5 15,2 0 0-15,0 0-5 0,-1-13-5 0,3 13 0 16,-3 0 5-16,1-8-5 0,0 8 0 16,-1-5 0-16,0 5-5 0,-1-6 10 0,-2 4 1 15,-1-1-1-15,-1 0-10 0,-1 1 5 0,-3 0-10 16,0 2 5-16,-2-3 5 0,-2 3-45 0,0 0-17 16,-1-3-63-16,0 3-28 0,0-2 35 0</inkml:trace>
  <inkml:trace contextRef="#ctx0" brushRef="#br0" timeOffset="48311.17">5540 3224 313 0,'0'4'5'0,"0"-2"2"0,0 1 5 16,0-3 8-16,21 0 4 0,-21 0 5 0,16 0 0 15,-16 0 3-15,21 0-4 0,-9 0-1 0,1 0 5 16,0 0-16-16,0-14-1 0,2 14-4 0,-3 0-21 16,2 0 10-16,-3 0 0 0,0-8 5 0,1 8 5 15,-4 0-5-15,0 0-5 0,1 0-10 16,-2 0 10-16,-2 0 0 0,1 0 5 0,-1 0 0 0,1-5 0 16,-1 5-10-16,-2 0-28 0,-1-3-34 15,0 2-49-15,-1 0-30 0,3 1 22 0</inkml:trace>
  <inkml:trace contextRef="#ctx0" brushRef="#br0" timeOffset="48745.21">6225 3153 971 0,'4'3'-6'0,"-2"0"1"16,4-3-1-16,-2 0 5 0,-1 0-5 0,4 0 11 15,-2 0 0-15,3 0-5 0,2 0 5 0,-1-20-5 16,2 20-1-16,2 0 6 0,-2 0 5 0,4-12-10 16,-2 12 0-16,0 0-16 0,0 0 17 15,-1 0-7-15,1 0 1 0,-4 0 22 0,1 0-18 16,-1 0 13-16,-1 0 0 0,-2 0-17 0,0 0 5 15,0 0 0-15,-2 0 0 0,1 0-7 0,0 0-73 16,-3 0-42-16,2 0-29 0,-1 0-31 0,-1 0 14 16,0 0 43-16</inkml:trace>
  <inkml:trace contextRef="#ctx0" brushRef="#br0" timeOffset="50231.9">6840 2843 230 0,'0'0'1'15,"0"0"11"-15,0-1 10 0,0 0 10 0,0 1 9 16,0-2-6-16,0 1-13 0,0 1 4 0,0-2-1 16,0 2-9-16,0-1 13 0,0 0-5 0,0 0-13 15,0-1 13-15,0 2-5 0,0 0 0 0,0 0 13 16,0 0-9-16,0-1 0 0,0 1-9 0,0 0-3 16,0-2 0-16,0 2 6 0,0-2 6 0,0 1-6 15,0-1 5-15,0 0-10 0,0 1 5 0,0-1-6 16,0 1 6-16,0 1-1 0,0-1-10 0,0 1 4 15,0 0-5-15,0 0 1 0,0 0-12 16,0 0 1-16,0 0-5 0,0 0 9 0,0 0 1 16,0 0-6-16,0 0 0 0,0 0 1 0,0 0 10 15,0 0 0-15,0 0 1 0,0 14-5 0,0-14 5 16,0 0 5-16,0 18 17 0,0-9 4 0,0 1-4 16,0 1 9-16,17 2-4 0,-17 2 1 0,0 0 14 15,13 3-9-15,-13-1-1 0,9 2 10 0,-9 0-15 16,10 3 7-16,-10-2-1 0,10 1-14 0,-4 2 10 15,-1-3 9-15,0 0 0 0,-1-3-5 0,0 1-2 16,0-1-4-16,0-2 6 0,-1 0 2 0,2-4 5 16,-2 1-11-16,2 1-10 0,-3-1 2 15,1-3-8-15,0 1 1 0,-1-2-4 0,0-1-7 16,0 0 1-16,-1 0-7 0,0-2 1 0,1 0-2 16,0 1-2-16,-1-2 3 0,0-1 1 0,0 2 2 15,-1-3 1-15,1 0 1 0,0 1-3 0,-1-1-8 16,0-1-36-16,0 0-45 0,1 0-67 0,-1-1-72 15,0 0-39-15,0 0-12 0,0 0 30 0,0 0 32 16,0 0 27-16,0 0 56 0</inkml:trace>
  <inkml:trace contextRef="#ctx0" brushRef="#br0" timeOffset="50903.58">7231 2749 422 0,'0'0'0'16,"0"0"-5"-16,0 0 1 0,0 0-4 0,0 0-1 16,0 0 14-16,0 0-4 0,-20 0 13 0,20 14-4 15,0-14-5-15,-16 0 5 0,16 15-1 0,-15-15-4 16,15 16 5-16,-15-8-6 0,6 1-8 0,1 1 26 16,1 0-17-16,-1 3 9 0,1-2 5 0,0 1-18 15,0-1 17-15,0 3-4 0,2 0 0 0,-1 0 4 16,2 0-4-16,-1 1 9 0,2-1-13 0,1 3-1 15,0-2 0-15,2 2-13 0,-2-3 31 0,2 2-11 16,0 0-16-16,0 0 22 0,0-1-9 0,0 1 0 16,0-1 32-16,0-1-18 0,19-2-8 0,-19 1 7 15,0-3-14-15,20 0 5 0,-20 0-5 16,17 0-1-16,-17-3 1 0,16 0-1 0,-8 1 6 16,2-1-12-16,-1 0-5 0,0-1-6 0,1-2 12 15,0-2-1-15,1 1 0 0,-1-1 1 0,0-1-17 16,0-1 29-16,3 0-12 0,-3 0 1 0,0 0 6 15,1 0-23-15,-2 0 17 0,-1 0-1 0,1-15-1 16,-2 15 8-16,-1 0-2 0,0-15-4 0,-1 15-10 16,0-13 4-16,1 13 2 0,-2-15 5 0,-2 15 31 15,1-13 4-15,-1 5 8 0,-1 0 20 16,0-2-4-16,0-1 7 0,-1 3 9 0,0-4 7 0,0 1 9 16,0 0 9-16,0 3-8 0,0-1-21 0,0 2-25 15,-20-1-22-15,20 1-16 0,0 2-5 16,-17 0-9-16,17 1-7 0,-16 1 2 0,16 0-4 15,-17 0 4-15,6 3-2 0,2-2 1 0,0 2 5 16,1 0-8-16,-2 0-1 0,3 0-41 0,0 0-43 16,0 0-52-16,-1 19-36 0,1-19-43 0,0 15-17 15,-2-15 13-15,1 20 10 0,0-10 54 0,2 0 12 16,-2 2 15-16,1-2 33 0</inkml:trace>
  <inkml:trace contextRef="#ctx0" brushRef="#br0" timeOffset="51815.66">7719 2791 439 0,'2'-4'4'0,"-1"1"-4"0,-1 1 1 0,0 0-5 0,0-1-1 16,0 1 0-16,0 1 4 0,0 0-4 15,0 1-12-15,0 0 12 0,0 0-3 0,0 0 18 16,0 0 4-16,0 24 0 0,0-24 0 0,0 26 0 15,0-11 3-15,0 4-7 0,-21 3 9 0,21 1-4 16,0 3-2-16,-18 1 20 0,18 2-20 0,-11-1-4 16,11 1 10-16,-9 0-9 0,9-3 22 0,0-3 6 15,0-1-2-15,0-4-5 0,0-3-6 0,0-2 6 16,0-2-11-16,0-3 5 0,0-2 6 0,0 0 0 16,15-3 5-16,-15 0-5 0,0-3-6 0,0 0-11 15,0 0 22-15,0 0-2 0,0 0-21 0,9 0 6 16,-9 0-23-16,0-21 1 0,7 21 13 0,-7 0-10 15,5-22 8-15,0 22-11 0,-3-21 0 16,1 10-6-16,-1-4-5 0,1 1-4 0,0-3 8 16,-1 0 12-16,-1-1 5 0,0 0 5 0,0-1-15 15,1 0-1-15,-1 1-8 0,0-1 10 0,0 0 5 16,0 2-10-16,1 0 6 0,-1 1-1 0,0 1 2 16,2-1 9-16,-1 3 9 0,1 1 16 0,-1 0 21 15,0 2 6-15,2 1-2 0,-3 0-14 0,2 2-11 16,-1-1 11-16,-1 2-4 0,-1 1 2 0,2 1-8 15,-1 1-7-15,-1 1-15 0,1 0-3 0,-1 1-10 16,0 1 2-16,0 0-13 0,0 0-2 0,0 0 6 16,0 0-27-16,0 0 26 0,0 0-1 0,0 0 2 15,0 14 16-15,0-14-13 0,0 12 0 16,0-12 5-16,0 15-2 0,0-5 0 0,0 1 6 16,0 0-9-16,20 3 1 0,-20-1 8 0,12 2-9 15,-12 0 11-15,15 2 0 0,-5 1-1 0,1 1 0 16,1 0 1-16,0 1 0 0,0 1 2 0,3-1-1 15,-1 2 1-15,1-2-9 0,-1 0 11 0,1-1 0 16,-2-2-5-16,3-2 3 0,-2 0-12 0,-2-1 7 16,1-1-2-16,-2-2 3 0,-1-1-5 0,-2-1 1 15,-1 0 5-15,-2-1 1 0,0-1 3 16,-3-2-8-16,1-1-10 0,-1 1-28 0,-2-2-40 0,0 1-38 16,1-3-40-16,-1 2-38 0,0 1-4 15,0-4-3-15,0 0-7 0,0 0 20 0,0 0 45 16</inkml:trace>
  <inkml:trace contextRef="#ctx0" brushRef="#br0" timeOffset="52119.18">7647 3037 630 0,'0'0'-5'0,"0"0"5"0,0 0 0 15,0 0-10-15,20 0 15 0,-20 0-14 0,22-20 4 16,-22 20 20-16,29 0-10 0,-12-14 38 0,4 14 0 16,0-9-15-16,1 9 0 0,1-9-28 0,0 9-1 15,-2-7 7-15,0 7-12 0,-2-3 18 0,-3 3-6 16,-1 0-6-16,-2 0 12 0,0-2-17 0,-4 2 5 15,0-2 6-15,0 1-6 0,-1 1 0 0,0 0-45 16,-3 0-38-16,0-1-16 0,-1-1-35 0,2-1-24 16,-2 2 38-16</inkml:trace>
  <inkml:trace contextRef="#ctx0" brushRef="#br0" timeOffset="52851.33">7187 3730 171 0,'0'-18'4'0,"15"18"-8"0,-6 0 9 0,4-21 7 0,-1 21 11 15,2-18 15-15,2 9-3 0,1 0 4 0,1 0-20 16,1 0 9-16,-2 0-8 0,1 1-17 16,-2 0 16-16,1-1-27 0,-3 2 13 0,-2 0 4 15,-1 2-13-15,-2 0 8 0,-1 1-8 0,0 0 4 0,-4 2 0 16,0-1 0-16,-2 1-4 0,-1 2-3 15,-1-1-19-15,1 1-18 0,-1 0-37 0,0 0-17 16,0 0 19-16</inkml:trace>
  <inkml:trace contextRef="#ctx0" brushRef="#br0" timeOffset="53087.26">7216 3840 461 0,'0'3'0'0,"0"0"6"0,0-3-5 16,18 0 6-16,-18 0-1 0,15 0 10 0,-15-17 11 15,25 17 3-15,-10-17 1 0,-1 17-16 0,3-18-18 16,0 18-6-16,1-20 5 0,-2 20 4 0,1-17 10 16,-2 6 4-16,0 3-14 0,-2 2-5 0,-2 0 5 15,-3 1-9-15,0 0-11 0,-3 1-10 0,1 1-25 16,-2 1-12-16,-4 1-2 0,1-1-18 0,1 2-7 15,-2 0 13-15</inkml:trace>
  <inkml:trace contextRef="#ctx0" brushRef="#br0" timeOffset="74214.6">12886 4492 162 0,'0'1'23'0,"0"1"6"0,0-2 17 0,0 0 15 15,0 0-18-15,0 0 4 0,0 0-3 0,0 0-5 16,0 0-1-16,0 0 0 0,0 0-6 0,0 0 1 16,0 0 6-16,0 0 7 0,0 0 2 15,0 0-4-15,0 0 5 0,0 0-12 0,0 0-10 16,0 0 5-16,0 0-5 0,0 0-7 0,0 0 9 16,0 0-14-16,0 0-6 0,0 0 1 0,0 0-9 15,0 0 13-15,0 0 1 0,0 0 10 0,0 0-6 16,0 0-4-16,0 0-5 0,0 0-6 0,0 0 6 15,0 0-10-15,0 0 4 0,0 0 1 0,0 0-5 16,0 0 8-16,0 0-8 0,0 0 4 0,0 0 5 16,0 0-9-16,0 0 0 0,0 0-1 0,0 0-3 15,0 0 3-15,0 0 6 0,0 0-8 16,0 0 2-16,0 0-3 0,0 0-1 0,0 0 4 0,0 0 2 16,0 0-1-16,0 0 9 0,0 0-5 15,0 0 4-15,0 0-8 0,0 0-10 0,0 0 2 16,0 0 0-16,0 0 12 0,0 0 2 0,0 0 3 15,0 0-9-15,0 0 0 0,0 0-1 0,0 0 0 16,0 0-8-16,0 0 9 0,0 0 5 0,0 0-9 16,0 0 18-16,0 0-19 0,0 0-4 0,0 0 10 15,0 0-10-15,0 0 14 0,0 0-1 0,0 0-1 16,0 0 10-16,0 0-1 0,0 0-7 0,0 0 1 16,0 0-6-16,0 0 4 0,0 0 0 0,0 0 0 15,0 0 0-15,0 0-7 0,0 0 7 0,0 0 0 16,0 0 0-16,0 0 0 0,0 0 0 15,0 0 0-15,16 0-3 0,-16 0 4 0,0 0 3 16,0 0-4-16,0 0 0 0,0 0-4 0,11 0 2 16,-11 0-1-16,7 0 7 0,-7 15 2 0,7-15-6 15,-3 0 14-15,0 0-5 0,1 0 0 0,1 0 0 16,0 7-14-16,0-7 4 0,1 0 5 0,1 0-4 16,-3 3 0-16,4-1-4 0,-2-2-4 0,2 2 8 15,-1-2 2-15,0 1-1 0,0 1 1 0,1-2 3 16,-1 0-2-16,1 0 1 0,-1 0 2 0,1 0-7 15,0 0 3-15,0 0-2 0,0 0-5 0,-1 0 5 16,0 0 2-16,-1 0-2 0,1 0 3 0,2 0-6 16,-3 0 2-16,1 0 0 0,-1 0 2 15,2 0 6-15,0 0-3 0,0 0 2 0,0 0 1 16,0 0-3-16,2 0 2 0,1 0-1 0,-3 0-8 16,4-15 6-16,-1 15-10 0,-2 0 2 0,1 0 7 15,-1-10-3-15,-1 10-1 0,-1 0-1 0,-1-7-6 16,0 7-1-16,-2 0 8 0,-1-2-2 0,-2 2-4 15,3 0 4-15,-1-2 2 0,-2 2 2 0,0-1 4 16,4 1-4-16,-4-2-5 0,4 2 1 0,-3 0 3 16,3 0-5-16,-2 0-1 0,4-2 3 15,-4 2-4-15,1 0 9 0,1 0-5 0,-1 0-2 0,1-1 5 16,-1 1-2-16,0-1-4 0,-1 1 0 16,2 0-2-16,-1 0-2 0,-1-1 11 0,-2 1 6 15,4-1-16-15,-4 1 5 0,2 0 5 0,-2 0-6 16,3-1 6-16,-1 1-5 0,3 0-3 0,0 0 0 15,0 0 13-15,1 0-4 0,-1-1-13 0,0-1 14 16,2 2-6-16,-2 0 0 0,-1-1 15 0,-1 0-23 16,2 0 11-16,-3-1-5 0,3 0-2 0,-1 2 13 15,-1-1-14-15,2 0 8 0,0-1 0 0,2 2-6 16,-1-2 0-16,2 2 4 0,-1-2-3 0,1 0 2 16,0 2-2-16,-1-2-2 0,2 2 1 0,-5-1-1 15,4-1 7-15,-1 1-3 0,1-1 6 0,-2 2 0 16,1-1-5-16,-1 0 1 0,2 1-5 15,-3-1 1-15,3 0 3 0,-3 1 2 0,3 0-6 0,-4 0 7 16,1-1-8-16,1 0 4 0,-2 0-1 16,4 1-3-16,-5-1 4 0,3 0-6 0,-3 1 5 15,3-1 2-15,0 1-3 0,-3 0 8 0,1-1 1 16,1 1-12-16,-2 0 12 0,-1 0-9 0,1 0-4 16,-1 0 13-16,2 0-13 0,-3 0 8 0,2 0 1 15,1 0-3-15,-1 0 4 0,-1 0-7 0,0 0 2 16,1 0-2-16,0 0 3 0,0 0 0 0,3 0-1 15,-1 0 1-15,-3 0-6 0,6 0 4 0,-4 0-3 16,1 0 4-16,0 0 3 0,0 0 1 0,1 0-4 16,-1 0 3-16,-1 0-2 0,1 0 1 15,1 0 3-15,-2 0-8 0,1 0 4 0,-1 0 2 16,2 0 2-16,-2 0 3 0,-1 0-2 0,1 0-2 16,1 0-2-16,-3 0 2 0,3 0-5 0,0 0-4 15,-1 0 8-15,-1 0-2 0,-1 0 1 0,2 0 3 16,-2 0 0-16,0 0-8 0,-2 0 9 0,-1 0-7 15,0 0-4-15,0 0 7 0,1 0-4 0,-2 0 4 16,0 0-2-16,2 0 0 0,-2 0-1 0,2 0 3 16,-2 0 3-16,0 0 0 0,0 0-3 0,0 0-2 15,0 0 2-15,2 0-1 0,-2 0 7 0,1 0-7 16,0 0-1-16,0 0-3 0,0 0 0 0,0 0 6 16,2 0-4-16,-3 0 1 0,0 0-2 0,2 0 1 15,-2 0 1-15,0 0-3 0,0 0 2 0,0 0 5 16,2 0 0-16,-2 0 2 0,3 0-5 15,-2 0 0-15,0 0 0 0,3 0-1 0,-4 0 2 16,2 0-4-16,0 0-4 0,3 0 10 0,-3 0 1 16,0 0-4-16,0 0 8 0,1 0-9 0,-2 0-1 15,0 0 2-15,0 0 0 0,0 0 1 0,-1 0-5 16,0 0 7-16,0 0-9 0,1 0 5 0,1 0 2 16,0 0-5-16,-2 0 9 0,0 0-2 0,0 0 1 15,0 0 2-15,0 0-3 0,0 0-3 0,0 0 1 16,0 0-2-16,0 0-1 0,0 0 5 0,0 0 3 15,0 0-1-15,0 0-4 0,0 0 0 16,15 0-4-16,-15 0 1 0,0 0 4 0,0 0-3 16,0 0 2-16,0 0 4 0,0 0-7 0,0 0 3 15,8 0-5-15,-8 0-3 0,0 0 0 0,0 0 0 16,6 0 9-16,-6 0 4 0,2 0 0 0,-2 0-3 16,3 0 5-16,-3 0-12 0,2 0 7 0,-2 0 4 15,0 0-13-15,2 0 7 0,-2 0-8 0,2 0 0 16,0 0 3-16,-2 0 4 0,2 0 7 0,0 0-5 15,-1 0 2-15,1 0-4 0,1 0-4 0,-1 0 1 16,1 0-5-16,0 0 5 0,0 0-2 0,1 0 9 16,-4 0-4-16,5 0-2 0,-3 0 0 15,0 0-3-15,0 0 8 0,0 0-8 0,2 0 4 0,-1 0-1 16,-2 0 2-16,1 0 6 0,2 0-2 16,-2 0-3-16,1 0 1 0,1 0 2 0,-2 0-9 15,4-11 15-15,-2 11-8 0,0 0-2 0,1 0 9 16,-1 0-15-16,0 0 6 0,0 0 2 0,1 0-3 15,-2 0 7-15,3-6 0 0,-3 6-5 0,1 0-5 16,-1-4 4-16,-1 4 0 0,-2-1 3 0,0 1 0 16,2-1-3-16,-2 1-5 0,0 0 1 0,0 0 9 15,0 0-8-15,0 0 5 0,0 0 1 0,0 0-8 16,0 0 3-16,0 0-4 0,0 0-2 0,0 0 7 16,0 0 0-16,0 0 1 0,0 0 3 0,0 0-6 15,0 0 3-15,0 0-2 0,0 0 0 16,0 0 0-16,0 0 1 0,0 0 3 0,0 0-6 15,0 0 2-15,0 0-1 0,0 0 3 0,0 0 6 16,0 0-8-16,0 0-3 0,0 0-2 0,0 0 1 16,0 0 8-16,0 0 1 0,0 0 1 0,0 0-5 15,0 0 2-15,0 0 3 0,0 0 0 0,0 0-1 16,0 0 1-16,0 0-8 0,0 0 4 0,0 0 0 16,0 0 3-16,0 0-2 0,0 0 2 0,0 0-2 15,0 0 3-15,0 0 2 0,0 0-1 0,0 0-1 16,0 0 0-16,0 0 0 0,0 0 2 15,0 0 6-15,0 0-6 0,0 0 8 0,0 0-9 16,0 0-4-16,0 0 1 0,0 0-2 0,0 0-2 16,0 0 5-16,0 0-3 0,0 0-3 0,0 0 7 15,0-12-7-15,0 12 5 0,0-12-4 0,0 12 2 16,0-13-3-16,0 4-2 0,0-1 8 0,0 2-4 16,0-3 3-16,0 0 3 0,0 0-6 0,0-1 5 15,0 1-6-15,0-2-3 0,0 1 5 0,0-1-1 16,16 2 6-16,-16-1-3 0,0 2-4 0,0 0-5 15,13 0 4-15,-13 1-2 0,0 1 2 0,0-1 5 16,7 2-5-16,-7 0 11 0,0 0-2 0,0 3-6 16,0-1 8-16,0 0 6 0,0 2 6 0,0 1 8 15,0 0-1-15,0 2-8 0,0-2-7 0,3 2-7 16,-3 0-8-16,0 0-4 0,0 0-1 16,0 0-4-16,0 0 1 0,0 0 1 0,0 0 2 15,0 0-1-15,0 0 5 0,0 15 1 0,0-15 2 16,0 13 7-16,0-13-3 0,0 20-4 0,0-7-3 15,0 1 3-15,0 1-1 0,0 2 2 0,15 3 9 16,-15-1-6-16,0 2 6 0,0 1 2 0,10 0-2 16,-10-1 3-16,0 2-3 0,0 0-3 0,7-1 5 15,-7-1-7-15,5 0 6 0,-5-1 4 0,5 0-2 16,-3-1 10-16,0 0-4 0,1-1-1 0,-3-1 1 16,4-1-3-16,-2 0 2 0,2-1-4 15,-1-3-2-15,1 0-9 0,-1 1 4 0,2-2-2 16,-1 0-1-16,-2-2 7 0,2-2-5 0,1-1-1 15,-4 0 0-15,2-1-1 0,2-2 1 0,-5-2 5 16,2-1 1-16,-2 0-3 0,2 0 3 0,0 0-4 16,-1 0 2-16,-1 0 5 0,0 0-1 0,0 0-3 15,0 0-1-15,0 0-8 0,0 0-1 0,0 0 1 16,0 0 1-16,0-15 5 0,0 15-2 0,0 0 1 16,0-17-5-16,0 17-2 0,0-15-1 0,13 7 4 15,-13-1 2-15,0 0 5 0,0-1-8 0,13-1-2 16,-13 1-3-16,0-4 0 0,9 2 7 15,-9-3-3-15,5 1 6 0,-5-3-6 0,7 0-1 16,-2 1 1-16,-3-1-3 0,4 2 5 0,-3-2-2 16,1 0 1-16,3 1 0 0,-3 0-3 0,4 1 6 15,-4 0-4-15,2 1 2 0,-1-1-2 0,1 1-3 16,1 0 5-16,-2 0-2 0,-1 0 2 0,0 1-2 16,1-1 2-16,0 1-2 0,0-1 1 0,-1 2 4 15,0-1-5-15,1-1 2 0,-1 2 2 0,-2 1-6 16,1 0 6-16,0 1-2 0,-2 1-1 0,3 0-5 15,-1 2-3-15,-1 0 1 0,0 2 0 0,0 0 10 16,-1 2-5-16,1-1 0 0,-2 3-2 0,0-1-3 16,2 2-4-16,-2 0 0 0,0 0-6 15,0 0 8-15,0 0-1 0,2 0 5 0,-2 0 3 0,1 0 2 16,0 18 2-16,2-18-6 0,-1 18 5 16,2-18-3-16,3 25 2 0,-2-9 5 0,2 2 0 15,-1 0-6-15,3 4 5 0,0 0-5 0,-2 1 2 16,2 1 1-16,0-1-1 0,0 0 5 0,-2 1-5 15,2-2 4-15,0-1-2 0,-3-2 1 0,1 0 9 16,-2-3-3-16,0 0-3 0,1-1-1 0,1-1-7 16,-3-3 0-16,1 0 4 0,-1-1 5 0,0-1-1 15,2-1-6-15,-3-2 6 0,0 1-14 0,2 0 5 16,-1-1 8-16,-3-2-9 0,2 1 9 0,0-2-6 16,-1 1-3-16,1-1 6 0,-1-1-5 0,0 2 2 15,0 0 5-15,0-2-7 0,0 3 9 16,0 0-3-16,0-2 0 0,1 3-1 0,-1-2-3 15,0 0 2-15,1 0-6 0,0 0 5 0,-2-1-1 16,1-2 7-16,0 2 3 0,1-3-1 0,-3 0 3 16,2 0-5-16,-2 0-1 0,0 0 1 0,2 0-7 15,-1 0 3-15,1-17 1 0,0 17-7 0,3 0 5 16,0-22-6-16,-2 22-5 0,5-22 2 0,-2 7-15 16,1 3-6-16,-3-4 4 0,4-1-3 0,1-1 10 15,-2 0 9-15,0-3-6 0,-1 2 5 0,2-2 3 16,-1-2-6-16,1 1 7 0,-3-1 4 0,3 2 1 15,0-1 4-15,-3 1-9 0,-1 1 1 0,3 0-1 16,-2 1 1-16,1 1 5 0,-2 2-1 16,-1 0 0-16,1 1-1 0,0 2 2 0,-2 0 0 15,1 2-6-15,1 1 6 0,-2 2-3 0,1 1-1 16,-3 1 6-16,4 1-8 0,-4 3 8 0,1-1-7 16,-1 1-5-16,0 2-2 0,0 0-4 0,0 0 0 15,0 0 1-15,0 0 4 0,0 0 3 0,0 0 3 16,0 0 6-16,0 22 4 0,0-22-4 0,0 15 4 15,0-15-11-15,0 24 2 0,0-9-2 0,0 0 1 16,0 2 10-16,15 0-5 0,-15 2 1 16,0 1 1-16,14-2-1 0,-14 1-2 0,9 2 2 15,-9-1-3-15,11-1-1 0,-7 1 3 0,3-1 2 0,-3-1 2 16,-1 0 3-16,2-3-9 0,-2 1-1 16,-1-2 0-16,1-2-2 0,-1 1 12 0,0-3 0 15,4 1 3-15,-2-2-7 0,-1 0-4 0,0-1 2 16,0-1-10-16,1-1 9 0,0-2-3 0,0 1 3 15,0-2 0-15,-2 0-1 0,3-1 3 0,-3 0-3 16,2 1 8-16,-4-1-5 0,3-2-3 0,1 2 7 16,-3-2-4-16,2 1 2 0,-3-1 2 0,0 0-8 15,0 0 4-15,0 0 1 0,0 0 0 0,0 0-1 16,0 0-3-16,0 0 0 0,0 0 3 0,0 0 5 16,0-15-2-16,0 15-3 0,17 0-1 15,-17 0-5-15,0-12 3 0,0 12-1 0,0-8-1 16,14 8-3-16,-14-10 5 0,10 4 2 0,-10 0 0 15,8 1 4-15,-3-1-12 0,-1 1 8 0,0 0-6 16,2 0 3-16,-4 1 3 0,3 0-6 0,-1 1 5 16,0-1-2-16,-1 1 2 0,1 0-1 0,0-1-2 15,1 1-8-15,0-1 3 0,2 1 3 0,-2 0-3 16,2-1 10-16,1 1-4 0,-1 2-3 0,-1-3 8 16,2 2-2-16,0 1 2 0,-3-1-5 0,1 0-3 15,0 2 2-15,1-2-4 0,-2 2 9 0,2-1-2 16,3-1-5-16,-3 1 5 0,3 0-6 15,0-2 6-15,1 2 4 0,2-1-3 0,-1-2 0 16,-1 3-4-16,2 0 2 0,0-1-4 0,-2 1 5 16,-1 0-4-16,0 0-1 0,-1 0 8 0,-2 1-4 15,-1 0 3-15,-1-2-6 0,1 2-1 0,2 0 8 16,-3 0-5-16,1-1 5 0,-1 1-8 0,0 0-1 16,1-1 3-16,1 1 1 0,-3-1 1 0,4 1-2 15,-1 0 2-15,1 0 4 0,-1 0 0 0,1 0-3 16,0 0 3-16,1 0-7 0,-2 0 4 0,0 0-3 15,1 0 2-15,1 0-3 0,-2 0 2 0,0 0 3 16,-1 0-1-16,0 0 4 0,2 0-4 0,-2 0 2 16,0 0-6-16,1 0 3 0,1 0 1 0,-1 0 3 15,0 0-3-15,2 0-1 0,1 0-3 16,0 0 0-16,0 0 1 0,2 0 5 0,-2 0 1 16,1 0 2-16,2 0-4 0,-2 0-4 0,0 0 1 15,1 0-1-15,-1 0 7 0,0 0-2 0,0 0-2 16,-2 0-1-16,2 0 0 0,-2 0 4 0,1 0-3 15,1 0 2-15,-1 0-6 0,-1 0-5 0,1 0 8 16,1 0 2-16,0 0 0 0,-1 0 5 0,-1 0-9 16,0 0 2-16,0 0 0 0,2 0-1 0,-2 0 6 15,0 0-5-15,4 0 7 0,-2 0-6 0,0 0-1 16,-1 0 2-16,1 0-1 0,-2 0 9 0,0 0-4 16,-1 0 3-16,0 0-7 0,0 0-5 15,-3 0 4-15,3 0-5 0,-1 0 5 0,1 0 3 16,0 0-5-16,0 0 5 0,1 0-2 0,0 0-1 15,0 0 9-15,0 0-2 0,1 0 2 0,-1 0 7 16,-2 0-2-16,0 0 2 0,2 0 0 0,-2-13-8 16,0 13-1-16,-1 0-4 0,0 0-2 0,1 0 2 15,-2 0-3-15,2 0 2 0,0-6 2 0,1 6 0 16,-1 0-5-16,1 0 1 0,1-3-1 0,1 3 0 16,1-2 4-16,0 1 2 0,0 1-2 0,0-1-2 15,0 0 1-15,1-1-2 0,-1 1-2 0,1-1 3 16,-1 1-2-16,-1 0 1 0,0-1 4 15,-2 0-3-15,1 1 2 0,-2 0-3 0,2 0-4 16,-3 1 0-16,0-1 0 0,0 1 0 0,-1 0 3 16,2 0 0-16,0-2 3 0,-2 2 1 0,0 0-1 15,0 0-4-15,2 0 6 0,-1 0-5 0,0 0 0 16,-1 0 11-16,3 0-1 0,0 0 11 0,-1 0 15 16,1 0 15-16,-1 0 2 0,2 0 4 0,-2 0-6 15,-1 0-16-15,0 0-5 0,0 0-7 0,0 0-4 16,-1 0-4-16,2 0-5 0,-1 0-6 0,-1-12-6 15,0 12-1-15,-1 0 5 0,0 0-2 0,1 0-2 16,-1-6 2-16,-1 6-5 0,1 0 1 0,-1 0 4 16,2 0 0-16,-1 0-1 0,0 0 3 15,1 0-2-15,-1 0-3 0,1 0 5 0,3 0 0 0,-1 0 0 16,-1 0-2-16,0 0 5 0,-1 0-3 16,2 0-2-16,-4-3-6 0,-2 3-32 0,0 0-27 15,-1 0-31-15,0 0-30 0,0 0-27 0,0-1-47 16,0 1-81-16,0 0-83 0,0 0-6 0,0-1-10 15,0 1 98-15,0 0 123 0</inkml:trace>
  <inkml:trace contextRef="#ctx0" brushRef="#br0" timeOffset="78291.59">16846 4481 68 0,'0'-12'8'0,"0"12"5"0,0 0-8 15,0 0 5-15,0 0-5 0,0 0 0 16,0 0 10-16,0 0 1 0,0 0 8 0,-12 0-7 16,12 0 2-16,0 0-3 0,0-6 0 0,0 6 7 15,0 0-8-15,0 0 3 0,0 0-4 0,0 0-4 16,-8-3 7-16,8 3-7 0,0 0-7 0,0-2 3 16,-3 2 4-16,3-1 0 0,0 0 0 0,0 0-1 15,-1 0-4-15,0 0 0 0,1 0 5 0,0 0-6 16,0 0 1-16,0 1 1 0,0-1-1 0,0 0 5 15,0 0-9-15,0 0 12 0,0 1-4 0,0-1-9 16,0 1 17-16,0-1-16 0,-14 0 3 0,14 1 5 16,0-1-8-16,0 1 12 0,0-1 0 15,0 1 1-15,0 0-1 0,0 0 1 0,0-2-1 16,-10 1-8-16,10 1 8 0,0-1 0 0,0 1 0 16,0 0 8-16,0-1-8 0,0 1-4 0,0 0-1 15,0 0 1-15,0 0-5 0,0 0 1 0,0 0 5 16,0 0-4-16,0 0-1 0,0 0 6 0,0 0-6 15,0 0 16-15,0 0-5 0,0 0 9 0,0 0-4 16,0 0-16-16,0 0 15 0,0 0-14 0,0 0-1 16,0 0 4-16,0 0-8 0,0 0-7 0,0 0 11 15,0 0 0-15,0 0 5 0,0 0 0 0,0 0 1 16,0 0 14-16,0 0 5 0,0 0 14 0,0 0-4 16,0 0-7-16,0 0-9 0,18 0 4 15,-18 0-5-15,0 0 0 0,14 13 0 0,-14-13-5 16,12 0-1-16,-12 0-9 0,14 0 1 0,-14 0 2 15,14 0-2-15,-6 0-1 0,-3 6 8 0,2-6-13 16,1 0 1-16,0 0-3 0,-2 3 2 0,-1-3 1 16,0 0 8-16,2 0 0 0,-2 0-8 0,1 0 6 15,-1 0-14-15,1 1 12 0,0-1-11 0,-1 0 3 16,3 0 4-16,-3 0-8 0,1 0 7 0,0 0 1 16,-2 0 0-16,0 0 1 0,1 0 3 0,1 0-9 15,-1 0 1-15,1 0 3 0,-1 0-3 16,1 0 9-16,-1 0-8 0,0 0 3 0,0 0-3 15,1 0-6-15,-1 0 6 0,1 0-1 0,1 0 0 0,-2 0 0 16,2 0 2-16,-1 0 0 0,1 0-2 16,0 0 1-16,2 0 7 0,-1 0-9 0,1 0 13 15,-1 0-4-15,2 0-4 0,1 0 0 0,-2 0-8 16,0 0 10-16,0 0-10 0,1 0 8 0,-3 0-8 16,1 0-3-16,-2 0 4 0,-2 0-1 0,1 0 8 15,-1 0-6-15,0 0 2 0,0 0 0 0,0 0 3 16,-1 0-1-16,-1 0 1 0,2 0-7 0,-1 0 4 15,0 0 8-15,-1 0-6 0,1 0 9 0,0 0-18 16,1 0 1-16,-3 0 5 0,3 0 0 16,-2 0 3-16,1 0 4 0,-1 0-1 0,1 0-6 0,-1 0 5 15,2 0-6-15,0 0 1 0,-3 0 6 16,4 0-6-16,-2 0 0 0,-1 0 1 0,0 0 0 16,0 0 4-16,0 0 7 0,-1 0-3 0,1 0-8 15,-1 0-1-15,1 0-1 0,-1 0-5 0,1-12 10 16,0 12-6-16,1 0-4 0,-1 0 6 0,1 0-2 15,-1 0 6-15,1 0-1 0,-3 0 1 0,2 0-2 16,0-6-5-16,-1 6 4 0,1 0 0 0,0-3-4 16,0 3 11-16,0 0-3 0,1-2-4 0,-1 1 3 15,0 0-13-15,1 1 7 0,0-1 7 0,0 1-8 16,-1-1 10-16,-2 0-6 0,2 0-7 0,1 1 4 16,-3 0 3-16,2 0-4 0,0-1 0 15,-2 1 8-15,1 0-1 0,1 0 0 0,-2 0 4 16,0 0-7-16,2 0 0 0,-2 0-7 0,2 0 4 15,-1 0-1-15,-1 0-2 0,2 0 10 0,-2 0-5 16,1 0 8-16,0 0-8 0,-1 0 4 0,1 0 0 16,0 0-7-16,0 0 8 0,-1 0-9 0,3 0 3 15,-2 0 7-15,0 0-9 0,0 0 5 0,0 0 2 16,0 0-7-16,0 0 5 0,0 0 0 16,0 0-8-16,1 0 10 0,-1 0-7 0,0 0 8 0,1 0-1 15,-2 0-7-15,1 0 4 0,0 0-5 0,-1 0 5 16,0 0 0-16,0 0 4 0,1 0-1 15,-1 0-3-15,0 0 7 0,0 0-9 0,0 0-1 16,0 0 6-16,0 0-11 0,0 0 11 0,0 0-3 0,0 0-2 16,0 0 7-16,0 0 1 0,0 0 1 15,0 0 0-15,0 0 1 0,0 0-7 0,0 0 0 16,0 0-1-16,0 0-3 0,0 0 7 0,0 0 4 16,0 0 1-16,0 0 4 0,0 0-2 0,0 0 0 15,0 0-4-15,0 0-9 0,0 0-4 0,0 0 1 16,0 0 6-16,0 0 5 0,0-16-1 0,0 16-3 15,0 0-1-15,0-16-5 0,0 16 3 0,0-15 3 16,0 8-1-16,0-1 2 0,0-2-3 16,0 1-5-16,0 0 2 0,0 0-2 0,0-1 1 15,0 1 7-15,16-1-1 0,-16 1 6 0,0 1 5 16,0-1 9-16,0 1 13 0,7 1 2 0,-7 0 0 16,0 0-7-16,0 2-15 0,4 0 3 0,-4 0-5 15,2 2-6-15,-1 0 6 0,-1 1-9 0,0 0 3 16,0 2-7-16,0-1 4 0,1 1 0 0,-1 0-7 15,0 0 1-15,0 0-15 0,0 0-3 0,0 0 0 16,0 0 2-16,0 0 7 0,0 0 4 0,0 0 2 16,0 0 6-16,0 16 1 0,0-16 1 0,0 14 1 15,0-14-7-15,0 21 5 0,0-8 0 0,15 0 0 16,-15 2 2-16,0 1-1 0,13 2-5 0,-13-1 5 16,10 0-3-16,-10 2-5 0,10-2 7 0,-10 2-8 15,8-1 9-15,-3-1-4 0,1-1 1 16,-3 1 0-16,4 1-3 0,-2-1 5 0,1 0 2 15,-1 1-2-15,1-1-1 0,0 0-1 0,1-1 1 16,-2-3 3-16,1 0-3 0,-1-3 6 0,0 0-4 16,0-3 6-16,-2-2-5 0,0-1-2 0,-1-2 3 15,0-1-3-15,-2 0 10 0,2-1 3 0,-2 0-3 16,0 0 0-16,0 0 9 0,0 0-10 16,0 0 2-16,0 0-1 0,0 0-12 0,0 0 2 0,0 0-2 15,0-22 4-15,0 22-4 0,0-17 3 0,0 17-3 16,0-25-5-16,0 13 2 0,0-3-1 0,0 0 6 15,0 0-2-15,0-1 0 0,0 0-5 0,14 0-1 16,-14 1 2-16,0-2 2 0,10 2 3 16,-10 1 1-16,8-1-1 0,-8 2-9 0,7 0 7 15,-3 2 1-15,2-1 0 0,-1 2 7 0,-2 0-1 16,1-2-5-16,0 4 4 0,-2-1 3 0,3-1-3 16,-3 3 8-16,2-1 4 0,-1 0-4 0,0 0 5 15,1 2 1-15,-2-2-7 0,1 1 1 0,1-2-3 16,0 4-3-16,0-3 1 0,1 1 0 0,-1 2 1 15,0 0 1-15,2 0-5 0,-4 0-1 0,0 1-3 16,1 1-3-16,-1 0 2 0,-2 1-1 16,0 0 2-16,1 2-4 0,1-1-2 0,-2 1 1 15,2 0-9-15,-2 0-4 0,0 0-1 0,0 0-1 16,0 0 10-16,0 0 9 0,3 0 4 0,-3 0 2 16,2 0-4-16,0 20-4 0,2-20 3 0,0 15-2 15,2-15 0-15,0 22 4 0,2-10 1 0,-3 3 1 16,-1 2-1-16,1 1 0 0,2 1-5 0,1 0 3 15,-2-1-2-15,0 3 2 0,1-3 1 0,0 1-3 16,3-2 9-16,-2-1-4 0,-1-2 1 0,0 1 4 16,1-2-11-16,-1 0-4 0,-1-2 7 0,-1 3-7 15,0-5 6-15,0 2 4 0,-1-2-7 0,-1-1 0 16,2 0 2-16,-2 1-1 0,-1-1 8 0,2-2-1 16,-1 0-3-16,0-1 1 0,1 0-7 0,-2-2 7 15,1 1 0-15,-1-2 4 0,-1-2 0 16,1 0-3-16,0 0 3 0,1 0-3 0,-1 0 1 15,1 0 1-15,0 0-1 0,4 0-2 0,-2 0 1 16,2 0-1-16,-1-17-1 0,-1 17 3 0,2 0-6 16,0-14 1-16,-1 14-6 0,1-13-1 0,-2 13-2 15,0-16-8-15,0 7 2 0,-1-1-4 0,2 0 3 16,-3-1 8-16,1-1-4 0,-2-1 4 0,1 0-3 16,2 1-4-16,-3-2 4 0,1-1-1 0,0 0 5 15,-1 0 7-15,1-1 1 0,0 1 2 0,0 0-3 16,0-1 0-16,0 3-4 0,0-1 0 0,1 1 10 15,-1 1-2-15,-1 1 15 0,2 0 7 16,1 1-1-16,-2 1 6 0,0-1-12 0,0 2-2 0,-1-2-5 16,1 0 0-16,-1 2-4 0,-1 0-4 15,0-1 4-15,1 0-6 0,-1 1-1 0,1 2 4 16,-1 0-5-16,0 2-1 0,0 1 4 0,0 0-5 16,1 2-7-16,-2 0-5 0,0 1-6 0,0 0-3 15,0 0 6-15,0 0 1 0,0 0 9 0,0 0 3 16,0 0 1-16,0 20 4 0,0-20 1 0,0 19 1 15,0-19-2-15,0 25-1 0,0-10-8 0,0 1 4 16,0 2-3-16,0 0 2 0,14 1 9 16,-14 1-7-16,0-1 8 0,0 0-3 0,14 1-2 15,-14-1 1-15,8-1-4 0,-8 0 5 0,8-1-1 16,-8 0-3-16,7-1 5 0,-2 1-3 0,-1-2 0 16,-1 0 7-16,2 0-3 0,-1-2-4 0,2-1 1 15,-1 1-3-15,0-3 3 0,2-2 3 0,-3 0 0 16,1-3-1-16,1 0-1 0,-3-1 1 0,0-1 0 15,1-3 6-15,-2 1 3 0,0 0-1 0,1-1 2 16,-1 0-12-16,2 0 0 0,2 0-2 0,-1 0 0 16,1-19 11-16,1 19-1 0,0-15-2 0,1 15-1 15,0-18-13-15,-1 7-11 0,-1 0-7 0,0 1-7 16,0-2-8-16,-1-1 5 0,0 2 8 16,-1-2 5-16,0 2 16 0,-1 2 2 0,1 0 1 0,-1 0 1 15,-3 3 1-15,3 0-5 0,-2 1 6 16,0 2-2-16,-1 0-3 0,0 1 11 0,0 0-9 15,0 2 0-15,2 0-5 0,-2-1-2 0,1 1 3 16,-1 0-3-16,0 0 3 0,0 0 1 0,0 0-11 16,0 0 8-16,0 0-2 0,0 0 4 0,0 0 1 15,0 0 3-15,0 0 8 0,0 0-15 0,0 0 18 16,19 0-3-16,-19 0-1 0,23 0 7 0,-10 0-10 16,2 0 1-16,3 0-3 0,-1 0 6 0,3 0-3 15,-2 0 0-15,1 0-2 0,2 0 3 0,-3 0 3 16,1 0 2-16,-4 0-5 0,1 0-6 0,-2 0 2 15,0 0-3-15,1 0 4 0,1 0 0 16,-2 0-3-16,3 0 3 0,2 0 2 0,0 0 0 16,2 0 2-16,-3 0-3 0,2 0 2 0,-2 0 2 15,3 0 3-15,-1 0 9 0,1 0 5 0,-3 0 1 16,3 0 7-16,-1 0-1 0,1 0-4 0,-1 0 0 16,0 0-7-16,0 0-4 0,-2 0-10 0,1 0-5 15,-1 0 2-15,1 0-5 0,-3 0 6 0,2 0-2 16,-2 0-1-16,0 0-1 0,0 0-1 0,1 0 5 15,0 0-6-15,0 0 1 0,-3 0 1 0,4 0 1 16,-2 0 4-16,2 0 2 0,-1 0-6 16,-1 0 3-16,0 0-2 0,-1 0-4 0,2 0 10 0,-2 0-5 15,0 0 1-15,-1 0 0 0,0 0-5 16,-1 0-2-16,-3 0 1 0,1 0 2 0,-4 0 2 16,-2 0 3-16,1 0-4 0,-1 0 0 0,0 0 2 15,-3 0-5-15,1 0 4 0,-1 0 6 0,2 0-1 16,-1 0 3-16,0 0 3 0,-1 0-5 0,1 0-3 15,-1 0 4-15,3 0-2 0,-2 0 2 0,0 0 2 16,-1 0 0-16,2 0-5 0,0 0 2 0,-1 0-5 16,1 0-1-16,-1 0 8 0,0 0-8 0,1 0 3 15,-1 0-21-15,-3 0-43 0,0 0-32 0,0 0-74 16,0 0-114-16,0 0-96 0,0 0-34 0,-24-16-6 16,24 16 134-16</inkml:trace>
  <inkml:trace contextRef="#ctx0" brushRef="#br0" timeOffset="80299.7">16460 4505 89 0,'0'-3'-3'16,"0"-1"1"-16,0-1 9 0,0 2 9 0,0-1 13 15,-7 1 3-15,7 1-8 0,0-1-5 0,0 1-12 16,-3 1-1-16,1 0 7 0,0 0-7 0,2-1 7 16,0 2-4-16,-1 0 0 0,1 0-5 0,-2 0 1 15,2 0 3-15,0 0-11 0,0 0 9 0,0 0-1 16,0 0 9-16,0 0 2 0,0 0 6 0,0 0-5 16,0 0-11-16,0 0 0 0,0 0 3 15,0 0-4-15,0 0-1 0,0 0-7 0,0 0 0 16,0 0 2-16,0 0 1 0,0 0 7 0,0 0-11 15,0 0 3-15,0 0 1 0,0 0-8 0,0 0 8 16,0 0 0-16,0 0-4 0,0 0 11 0,0 0-3 16,0 0-11-16,0 0 12 0,0 0-13 0,0 0 12 15,0 0 9-15,0 0 1 0,0 0 20 0,0 0-8 16,0 0 4-16,0 0 0 0,0 0-4 0,0 0-1 16,0 0-4-16,0 0-8 0,0 0 0 0,0 0-9 15,0 0 0-15,0 0 5 0,0 0-9 16,0 0 4-16,0 0 1 0,0 0-5 0,0 0 4 0,0 0-4 15,0 0 0-15,0 0 4 0,0 0-8 16,0 0 8-16,0 0 4 0,0 0-4 0,0 0 0 16,0 0-12-16,0 0 0 0,0 0-1 0,0 0 9 15,0 0 5-15,0 15-1 0,0-15-9 0,0 0 1 16,0 19 0-16,0-19-1 0,0 16 14 0,0-5-9 16,0-1 4-16,0 2 10 0,0 1-5 0,0 0 16 15,0 1 21-15,0 0-13 0,0 1 10 0,0 0 0 16,0 1-19-16,0 0-6 0,0 0 1 0,0 1-10 15,0-3 9-15,0 1 9 0,0-1-11 0,0 1 11 16,0 1-15-16,0-1-9 0,0 0 8 0,0-1-8 16,0 2 4-16,0 1 4 0,0 0 1 15,0-2 1-15,0 1 3 0,0 1 10 0,0-1-1 16,0 1 4-16,0 0 0 0,0-1-5 0,0-1-4 16,0 2-9-16,0-2 4 0,0-1 4 0,0-1 3 15,0 1 2-15,0-2-2 0,0-1-5 0,0 0 3 16,0 0 3-16,0-1 5 0,0 0 7 0,0-2-2 15,0 3 0-15,10-2-6 0,-10-1-3 0,0 2-7 16,10-2-2-16,-10 1 4 0,4-1-8 0,-1 1 3 16,-1-1-6-16,1 0-2 0,-1 0-2 0,0 0-3 15,1 0 5-15,-1 0-12 0,0-2 6 0,-1 0-2 16,-1 1 4-16,2 0 4 0,-2 0-5 0,2-1 5 16,1 0-8-16,-2 1 10 0,0 1-5 15,1 0-5-15,0-1 5 0,-1 1-11 0,0 0 9 16,0 1 4-16,0-1-5 0,-1-1 3 0,1 0-4 15,-1 0-7-15,1 1 6 0,-1-1 4 0,1 1-2 16,0-1 8-16,0-1-4 0,0 1 1 0,-1-1 5 16,1 1-9-16,0-1-2 0,-1 1-5 0,1-1-3 15,-1-1 10-15,0 1 2 0,0-1 1 0,1 1 1 16,-1-2-3-16,0 1-4 0,0-3 5 0,1 5 0 16,-1-2 1-16,0 0-3 0,0 0 1 0,0-1-8 15,0 2 3-15,0-1 1 0,0-1 4 0,0 1 0 16,0-2 1-16,1 0 0 0,-1 1 0 0,0 0 2 15,0-1 0-15,0 2-2 0,0-1-6 16,0 1 4-16,0 1-2 0,0-1-4 0,0 0 4 16,0 0 0-16,0 1-4 0,0 0 12 0,0 0-2 15,0 0 0-15,0-2 4 0,0 2-8 0,0 2-5 16,0-2 3-16,0 0-1 0,0-1 0 0,0 2 2 16,0 0-2-16,0-2-1 0,0 0 4 0,0 2 2 15,0-2-2-15,0 0 4 0,0 0-2 0,0 0 0 16,0-1-4-16,0 1-3 0,0 0 3 0,0-1-3 15,0 1 8-15,0-1 1 0,0 0-5 0,0 0 4 16,0-1-3-16,0 1-1 0,0-1 3 16,0-1-1-16,0 1-6 0,0-1 8 0,0 0-9 15,0-1 4-15,0 1 3 0,0 0-7 0,0-1 8 16,0 2-2-16,0-2-4 0,0 2 6 0,0-2-2 16,0 2 1-16,0-1 2 0,0 0-7 0,0 2 4 15,0-2-1-15,0-1 3 0,0 1-1 0,0-1-3 16,0 0 7-16,0-1-6 0,0 2 6 0,0-2 0 15,0 0-5-15,0 0 7 0,0 0 0 0,0 0-1 16,0 0 0-16,0 0 3 0,0 0 1 0,0 0-2 16,0 0 5-16,0 0-6 0,0 0 1 0,0 0 5 15,0 0-6-15,0 0-2 0,0 0-26 0,0 0-65 16,0-14-79-16,0 14-89 0,0 0-55 0,0-10-2 16,-18 10 13-16,18-12 62 0,0 3 76 15</inkml:trace>
  <inkml:trace contextRef="#ctx0" brushRef="#br0" timeOffset="82063.02">16503 5677 200 0,'1'0'0'0,"1"0"10"0,1 0 14 0,-1 0 10 15,0 0 6-15,1 0 0 0,1 0-13 16,2 0-6-16,-4 0-4 0,1 0-1 0,1 0 9 16,-2 0-10-16,0 0 9 0,0 0 5 0,0 0-9 15,-2 0 31-15,1 0 12 0,-1 0-1 0,0 0 20 16,0 0-7-16,0 0-6 0,0 0 4 0,0 0 3 16,0 0-2-16,0 0-3 0,0 0-8 15,0 0-14-15,0 0-19 0,0 0-7 0,0 0 0 0,0 0-14 16,0 0 3-16,0 0-9 0,0-17-12 0,0 17 10 15,-13 0-6-15,13 0 2 0,0 0 0 0,0-10-6 16,-10 10 2-16,10 0 2 0,-7 0 1 16,7 0 0-16,-8-7 0 0,3 7 4 0,0 0-2 15,-2-2 2-15,0 2 0 0,0 0-3 0,0 0 2 16,-2 0-4-16,1 0 1 0,-2 0 4 0,1 0-4 16,-1 0 3-16,0 0 0 0,0 0-4 0,-2 0 8 15,2 0 1-15,-3 14-9 0,2-14 5 0,-1 0-1 16,-3 13-9-16,1-13 12 0,1 9-6 0,-1-9-4 15,-1 10 8-15,3-10 3 0,-1 12-4 0,-1-8-1 16,3 2 1-16,-2-1 0 0,0 1 5 0,1 0-1 16,-1 0-2-16,1 0-3 0,-2 0-5 0,1-1 13 15,1 0-7-15,3 2 1 0,-1-1 2 0,-1 1-7 16,2-2 1-16,0 1 2 0,1 1 2 0,-2 0 0 16,0-2 10-16,-1 1-10 0,0 0-1 15,-1 0 1-15,3 0-12 0,-3-1 4 0,4 1 5 16,0-1 2-16,0 1 4 0,0 0 4 0,-1 1-4 15,4-1-4-15,-5 0 6 0,4 1-2 0,-1-1 0 16,1 1-6-16,-1 0 2 0,1 0 1 0,1-1 0 16,-1 0 4-16,3 1 4 0,-1 0 0 0,0-1 7 15,-3 2 6-15,4-2 0 0,-1 2 0 0,-2 1 0 16,3-2 6-16,-1 2-1 0,-1-1-1 0,1 2-2 16,0 0 2-16,1-1 2 0,0 0 0 0,1-1 4 15,-1 0-9-15,1 1-11 0,0-1 0 0,-2 0-5 16,3-1-1-16,-1 2 6 0,0-1 2 15,-2-3-7-15,3 4 7 0,0-1 2 0,-1-1-4 16,2 1 3-16,0-1-3 0,-1 2-5 0,1 0 2 16,0 0 0-16,0 1 0 0,0 1 4 0,0-1 2 15,0 0-2-15,0 1-4 0,0 0-4 0,0-1-1 16,0 0 5-16,0 0-2 0,18 2 3 0,-18-2-6 16,0 1-4-16,0 0 3 0,12 0 7 0,-12-1-1 15,0 3 2-15,11-3 2 0,-11 2-7 0,7 2-2 16,-2-3 4-16,1 3-2 0,-1 1 8 0,2 0 12 15,0-1-3-15,-2-1 9 0,1 1-2 0,0-2 3 16,2-1 11-16,-3 0-3 0,2-2 3 16,0-1-2-16,-1 0-6 0,1 0 2 0,2-2-6 15,-2 1-2-15,1 0-3 0,0 1-6 0,0-1-3 16,0-1-2-16,4 1-4 0,-2-1 1 0,-1 2-2 16,2-2-3-16,2-1 4 0,-3 1 0 0,1 0 5 15,0 1 3-15,-1-2 1 0,3 0-2 0,-1-1 2 16,2 0-1-16,-2-1-3 0,4-2 0 0,0 2-6 15,2-2-4-15,-1 0-3 0,1 0-3 0,-1 0 4 16,2-1 1-16,0 1-2 0,-2-1 6 0,1 1-9 16,0-1 4-16,0 0-1 0,-2 0-1 0,2 0 3 15,-1 0 0-15,0 0 4 0,0 0-5 0,0 0 3 16,-1 0-2-16,1 0-3 0,-1 0 5 16,0-15-2-16,1 15-1 0,-1 0-1 0,0-13-5 0,0 13 1 15,1 0 4-15,-2-14-3 0,2 14 2 16,-3-10-1-16,3 10-6 0,-4-11 5 0,1 6 4 15,0-1-3-15,2 1 3 0,-3 0-2 0,1 0-2 16,-1-2 0-16,0 0 0 0,-2 1 3 0,2 1-1 16,-1-2 0-16,-1 2-3 0,3-3-3 0,-3 2 0 15,2-2 4-15,1 1 0 0,0-1 0 0,-1 1 2 16,-2-2 0-16,-1 1 4 0,1 0-4 0,0 1 0 16,-2 0-4-16,2-1 1 0,-4 1 5 0,4 0-2 15,1 0-2-15,-1-1 2 0,-2 1 0 0,2 0 2 16,0-1 2-16,0-1 0 0,-1 2-1 0,-1-1 7 15,-1 3 3-15,1-2-5 0,-1 0 4 16,-1 0-4-16,-1 0 2 0,1 0 2 0,0 1-3 16,-1-2-2-16,-1-2-1 0,1 0 5 0,-2 0-2 15,3 2-3-15,-5-1-3 0,1 0-1 0,2 1-3 16,-2-1 6-16,0 0 4 0,0 1-4 0,-1 0 4 16,2-1 0-16,-1 1-2 0,0-1 6 0,-1 2-1 15,0 0 0-15,0 0-1 0,0 1 1 0,0-1-7 16,-2 1-1-16,2-2 1 0,-2 3-4 0,0-1 1 15,0-1 0-15,1 0-6 0,-1 1 2 16,0-1 1-16,0 0-1 0,0 0 1 0,0 0-3 0,0 1 2 16,0 0 0-16,0-1 1 0,0 0-1 0,0 1 0 15,0 1-2-15,0-2 4 0,0 0-2 16,0 0 0-16,0 0 1 0,0 1-3 0,0-1-3 16,-15-1 5-16,15 1-2 0,0-1 2 0,0 0 2 15,-12 0-2-15,12 0-1 0,0 0-1 0,-7 0 2 16,7 1-3-16,-5-1 1 0,2 2 2 0,-1-1-6 15,0 1 2-15,2 0 4 0,-2 1-1 0,1 0 1 16,0-2 0-16,-1 3-4 0,1-2-3 0,-1-1 7 16,-2 3-3-16,2-2-1 0,-1 1 8 0,-2-1-4 15,1 0 2-15,1 0-2 0,-2 0 0 0,0 0 1 16,0 1 0-16,1 0-3 0,0-2-1 16,-1 0-2-16,2 2-3 0,-1 0 7 0,0-2-3 0,1 1 1 15,-3 1 6-15,1-1-5 0,0-1 2 16,1 3-3-16,-1-1-1 0,0 1 1 0,1-1 1 15,-1 1-1-15,1 1 1 0,0 0-7 0,1-1 3 16,1 1 0-16,-1 0 1 0,1 1 3 0,-1-1-3 16,-2 1 4-16,0 0-1 0,0 0 2 0,-2 0-3 15,-2 1 2-15,1 0-1 0,-1-1 2 0,-1 0 2 16,-1 1 0-16,-1-1-1 0,2 1-3 0,-4 0 4 16,3-2-2-16,0 1-1 0,-2 0 2 0,1 1-3 15,1-1 0-15,1 0 0 0,-2 0-2 0,2 1 3 16,-1-1 1-16,-1-1-2 0,0 1 2 15,0 0 1-15,1 1-2 0,-2-2 3 0,1 1 1 16,-1 1-4-16,3 0 3 0,-2 1-2 0,2-1-3 16,0-2 3-16,0 2-5 0,2 1 3 0,1-1 1 15,-2 0 1-15,4 1 1 0,-2 0-3 0,1 0-2 16,-1 0-25-16,-1 0-44 0,1 0-50 0,-2 0-55 16,0 0-45-16,0 0-59 0,-3 0-90 0,2 0-63 15,-2 18 2-15,-1-18 21 0,2 14 140 0</inkml:trace>
  <inkml:trace contextRef="#ctx0" brushRef="#br0" timeOffset="85251.88">16403 6722 172 0,'2'-6'18'16,"0"1"6"-16,0 1 0 0,-1 1 14 0,0-1-12 0,1 1 5 16,-1 1-1-16,0 1-8 0,-1 0-1 15,1 1-1-15,-1-1 4 0,0 1 0 0,0 0-6 16,0 0-7-16,0 0 4 0,0 0 4 0,0 0 0 15,0 0 8-15,0 0 14 0,0 0-9 0,0 0 17 16,0 0 6-16,0 0-17 0,0 0 5 0,0 0 4 16,0 0-10-16,0 0 5 0,0 0 13 0,0 0-19 15,0 0 3-15,0 0-8 0,0 0-12 0,0 0 8 16,0 0-8-16,0 0 5 0,0 0-5 0,0 0-10 16,0 0 4-16,0 0-8 0,0 0 0 0,0 0 9 15,0 0-4-15,0 0 11 0,0 0 5 0,0 0-1 16,0 0 7-16,0 0-4 0,0 0-4 15,0 0 6-15,0 0-7 0,0 0-8 0,0 0 2 16,0 0-11-16,0 0 8 0,0 0-4 0,0 0-5 16,0 0 8-16,0 0-11 0,0 0 6 0,0 0 5 15,0 0-9-15,0 0 6 0,0 0 6 0,0 0 3 16,0 0 5-16,0 15 1 0,0-15-9 0,0 0 8 16,0 11-3-16,0-11 0 0,0 10-4 0,13-10-8 15,-13 6-1-15,0-1-9 0,0 0 4 0,0 0 4 16,10 0-2-16,-10 1 0 0,0-1 6 0,6 1-8 15,-6 0 2-15,3 1 4 0,0-2-7 0,-1 1-1 16,0 0 6-16,-1 0-4 0,1 0 5 0,-1-2-1 16,2 3-2-16,-1-2 1 0,-1 0-3 15,0-2 5-15,0 3-4 0,0-3 0 0,1 3 3 16,-1-2-5-16,0 0 5 0,0 1 5 0,3 1 4 16,-3 1 10-16,1 1-5 0,0-1-4 0,0 3-7 15,1 0-8-15,-1-1 4 0,0 3-5 0,1-3 0 16,-2-2 5-16,1 2-6 0,0-1 2 0,-1-2 1 15,0 2-5-15,0-3 2 0,0 1 0 0,0 0 3 16,1 0-3-16,-1 0-1 0,-1 0 1 0,2-1-1 16,-2 1 4-16,1 1 0 0,1-1 2 0,-1-1-4 15,0 3 0-15,0-2-1 0,0-1 6 0,1 0-5 16,-2 0 0-16,1 0-1 0,0 0 0 0,-1-3-4 16,4 1 1-16,-2 1 5 0,-2 1-2 15,2-2 9-15,-1 2-1 0,1 0-1 0,-2-1-7 16,2 2-2-16,-2 0 1 0,2-2-6 0,-1 1 6 15,0 1 2-15,-1 2 1 0,1 1 3 0,1-2-5 16,-1 1-1-16,-1 2-3 0,1 0 2 0,0 0 4 16,-1 0 1-16,1-1 5 0,-1 0-8 0,0 0 5 15,0 0-5-15,0-1-1 0,0 1 2 0,0-2-5 16,0 0 3-16,0 1-1 0,0-2 2 0,0-1 2 16,0 1 4-16,0-2-5 0,0 1-1 0,0 0 4 15,0 0-9-15,0 1 14 0,0-1 1 16,0-1-6-16,0 2 4 0,0-1-8 0,0 0 4 15,0 0 4-15,0 0-1 0,0-1-3 0,0 1-4 16,0-2-2-16,0 1 2 0,0 0 0 0,0 0 0 16,0 1 0-16,0 0 3 0,0 1-2 0,0-1 3 15,0 3-5-15,0 0-3 0,0 0 2 0,0 2 2 16,0-1-1-16,0 1 2 0,0-1 2 0,-13-1-6 16,13-1 7-16,0 0-5 0,0-2-3 0,0 1 10 15,-5-2-4-15,5 1-1 0,0-1 1 0,-7 1-8 16,6-2 6-16,-1 0 3 0,1 1-2 0,0-2 1 15,0 2 3-15,0 0-5 0,1 0-2 0,-1-2 4 16,0 2-7-16,0 1 2 0,-1-2 3 0,1 3 2 16,-1-2 2-16,1 0 2 0,-1-1 4 15,1 1-12-15,0 0 4 0,-1 0 0 0,2 0-5 16,-1-1 8-16,0 0-5 0,0 0 3 0,1 0-2 16,0 0-6-16,0-2 9 0,-1 3-6 0,-1-3 3 15,2 0 3-15,0 0-4 0,-2 1 0 0,2-2 1 16,0 1 2-16,0-1-3 0,-2 0 4 0,2 0-4 15,0 0 2-15,0 0-1 0,0 0-1 0,0 0-17 16,-1 0-70-16,-1 0-94 0,0 0-111 0,-3 0-84 16,0 0-3-16,-1 0 6 0,-3 0 112 0</inkml:trace>
  <inkml:trace contextRef="#ctx0" brushRef="#br0" timeOffset="90924.18">13005 4562 153 0,'0'0'16'15,"0"0"14"-15,0 0-4 0,0 0 10 0,0 0-7 16,0 0-12-16,0 0-2 0,0 0-8 0,0 0-2 16,0 0-1-16,0 0 9 0,0 0-5 0,0 0-3 15,0 0 4-15,0 0 0 0,0 0 4 0,0 0 1 16,0 0-5-16,0 0 5 0,0 0 0 16,0 0 8-16,0 0-4 0,0 0 5 0,0 0 12 0,0 0-5 15,0 0 13-15,0 0 11 0,0 0-12 16,0 0 12-16,0 0-4 0,0 0-14 0,0 0 9 15,0 0-12-15,0 0-4 0,0 0-5 0,0 0-19 16,0 0 0-16,0 0-5 0,0 0-8 0,0 0 17 16,0 0-14-16,0 0 9 0,0 0-5 0,0 0 1 15,0 0-6-15,0 0 2 0,0 0 3 0,0 0-8 16,0 0 9-16,0 0-9 0,0 0 4 0,0 0-5 16,0 0 6-16,0 0-5 0,0 0 4 0,0 0 10 15,0 0-15-15,0 0 10 0,0 0-4 0,0 0-5 16,0 0 4-16,0 0-5 0,0 0 5 15,0 0 0-15,0 0 10 0,0 0 4 0,0 0-4 16,0 0 0-16,0 0-4 0,0 0 9 0,0 13-1 16,0-13-9-16,0 0 5 0,0 14-14 0,0-14-9 15,0 14 10-15,0-7 9 0,14 1 0 0,-14 2 9 16,0-1-4-16,0 1-14 0,0 0 5 0,6 1 10 16,-6-1 5-16,0 1-11 0,0 0 6 0,5 0-20 15,-5-1 15-15,0 1 10 0,2-2-10 0,0-2 14 16,0 3-23-16,0-1 5 0,-2-1 5 0,3 1 0 15,0-1 1-15,-3 3-5 0,2 0 0 0,0 1 4 16,-2-2 0-16,2-1 6 0,0 1-6 0,-1-2-4 16,1 3 0-16,0-2 0 0,0 0 9 0,0-1 1 15,-2 1 0-15,2 0-5 0,0-1 1 16,1 2-6-16,-3-2 5 0,4 2 0 0,-1-1-6 16,-3-1 2-16,2 0 4 0,0 1-6 0,1-1 7 15,-1-1 7-15,0 1-16 0,0-1 13 0,-2 2 0 16,2-2-9-16,-1 1 14 0,1-1-14 0,0-1 8 15,0 1-3-15,0-1-2 0,-2 1 2 0,2 0-9 16,0 0 4-16,0-1 0 0,0 1 8 0,-2 0 4 16,2 0-9-16,-2 0 2 0,2 0-5 0,0-1-4 15,-2 1 14-15,2 0-2 0,-2 0 0 16,2-1 0-16,-1 0-8 0,-1 0 9 0,2 0-12 0,-2 0 0 16,0 0 0-16,2 0-5 0,0 0 17 0,-2 0-13 15,2 1 8-15,-2-1-3 0,2 1-1 16,-2-2 13-16,2 2-8 0,-2 1 1 0,0-1-4 15,0 0 3-15,0-2 5 0,0 2 2 0,0 0-4 16,0-2-8-16,3 0-4 0,-3 0-2 0,0 0 6 16,3 0-3-16,-3 2 9 0,0-3-2 0,0 1-2 15,0 1 3-15,0 1-8 0,0 0 5 0,0 1 0 16,2-1 1-16,-2 1-5 0,0 2-4 0,2-3-1 16,-2 3 9-16,0-1 5 0,0 1 7 0,2 1-3 15,-1 0-17-15,1-1 5 0,0 1 0 0,-2 0 0 16,2 0 5-16,-2-1 4 0,2 1-4 15,-2-1-1-15,0 0 3 0,0-1-11 0,0 2-1 16,0-2 11-16,0 2-5 0,0 0 5 0,0 0-4 16,2 1-4-16,-2 0 3 0,0 1-3 0,0 1 9 15,0-1-9-15,0 1 1 0,2 0 8 0,-2 0-9 16,0 0 5-16,0-1 4 0,0 1-4 0,1-1 0 16,-1-2 2-16,0 2-9 0,0-2 8 0,0 0 2 15,2 1-10-15,-2-1 8 0,0 0-8 0,0 0 8 16,0 0 5-16,2-1-1 0,-2 2-3 0,0-1-5 15,2-2-4-15,-2 1 1 0,0 1-4 0,0-1 9 16,2 0-1-16,-2 1 0 0,3 0 20 0,-3-1-20 16,2 1 9-16,-2 0-1 0,3 0-8 0,-3-1 0 15,0 1-2-15,0 0-1 0,2-1 0 0,-2-1 5 16,2 2 7-16,-2 1-3 0,2-3-2 16,0 2 2-16,0 0-4 0,-1-1 1 0,1 1-5 15,-2-1 2-15,2 2-5 0,0-2 6 0,-2 2 4 16,0 1 5-16,2-1-2 0,-2 2-9 0,2-1 7 15,-2 0-6-15,0 1-2 0,2-1-1 0,-1 0 5 16,-1-1 3-16,0 1 0 0,0-1 1 0,3 0-6 16,-3-3 2-16,2 2-3 0,0-1 10 15,-2 1-13-15,2-1 6 0,-2 1 11 0,2-1-5 0,-1 2-2 16,-1 1-14-16,0-1 4 0,0 0-7 0,0 1 16 16,0 0 4-16,0 0 0 0,2 0 4 0,-2 0-16 15,2-2-1-15,-2 3 1 0,0-3 6 16,2 1 2-16,0 0 5 0,-2 0-7 0,0-1 2 15,0-1-6-15,0 1-4 0,0 1 3 0,2-3-7 16,-2 2 12-16,0-1-3 0,0-1 0 0,0 1 0 16,0 0-1-16,0 0 3 0,0-1-1 0,0 1 3 15,0-2-5-15,0 2 1 0,0-1-2 0,0 0-1 16,0 1 5-16,0 0 2 0,0-1-4 0,0 2 3 16,0-1-3-16,0 0-1 0,0-1 6 0,0 1 1 15,0 0-1-15,0 2 2 0,0-3-1 0,0 2 4 16,0-1-6-16,0 0-5 0,0 0 1 15,0 0-2-15,0 2 5 0,0-2 6 0,0 1 1 16,0 0-7-16,0 1 2 0,0 2-4 0,0-3-2 16,0 1 8-16,0 2-2 0,0-3 0 0,0 2-5 15,0-2 5-15,0 1-3 0,0 1-6 0,0 0 11 16,0-2-14-16,0 1 14 0,0-3 3 0,0 1-6 16,0 1-1-16,0-1-1 0,0 1-1 0,0-1 1 15,0 1 8-15,0 0-8 0,0-1 2 0,12 3 4 16,-12-2-7-16,0 1 3 0,0-2 1 0,0 1-3 15,0-1-1-15,0 0-3 0,0 0-2 0,0 1 2 16,0-1 5-16,0-2 2 0,0 2-3 0,0 1-2 16,5-2 1-16,-5-1-7 0,0 0 5 0,0 1 6 15,4-1-4-15,-4 0 4 0,2 0 3 16,-2 0-8-16,0 1 5 0,0-1-2 0,2 0-4 16,-2 0-2-16,0 0 11 0,0-2-3 0,0 3 1 15,0-1 5-15,0 1-14 0,0-2 6 0,0 2 2 16,0-1-5-16,0-2 8 0,0 0-8 0,0 1 5 15,0 0-2-15,0-2 0 0,0 1-2 0,0 0-1 16,0 0 0-16,0 0-6 0,0 0 10 0,0-1-2 16,0 2 3-16,0-2 5 0,0 1-7 0,0-2-1 15,0 1 0-15,0 2 0 0,0-3-2 0,0 3 1 16,0-1 0-16,0-1-11 0,0 2 7 0,0-2 2 16,0 2 1-16,0-3 7 0,0 2-7 0,0-2 2 15,0 1-7-15,0-3 0 0,0 4 3 16,0-3-4-16,-11 0 7 0,11 1 4 0,0 0-4 15,0-2 2-15,0 1 6 0,0 1-4 0,0-1 5 16,0 0-5-16,0 0-10 0,0-1 3 0,0 0 2 16,0 1 0-16,0-2 4 0,0 2-1 0,0-1-1 15,0 0 5-15,0-1-10 0,0 0 3 0,0-1-3 16,0 1 0-16,0 0 8 0,0 1-4 0,0-1-1 16,0-1-2-16,0 1 0 0,0 1 2 0,0-1 4 15,0 0-1-15,0 0-5 0,0 1 3 0,0 0-2 16,0-2 3-16,0 2-2 0,0 1-2 15,0-1 4-15,0-2-5 0,0 3 4 0,0-2 0 16,0 1-7-16,0 0 4 0,0 1 2 0,0 0-1 16,0-2 3-16,0 2 5 0,0 0-6 0,0 1 1 15,13 0 0-15,-13-3 0 0,0 3-1 0,0-1 0 16,0 0-1-16,0 1 4 0,0-2-5 0,0 0 5 16,0 0 0-16,0 0-7 0,0 0 1 0,0-1 1 15,0 1 1-15,0-1-1 0,0-1 2 0,0 1-2 16,0-1-3-16,0 1 8 0,0-1-1 0,0 0-7 15,0 0 11-15,0 0-9 0,0 0 3 0,0 0 2 16,0 1-8-16,0-1 4 0,0 1 1 0,0-1 4 16,0 0 1-16,0 2-5 0,0-1 6 15,0 2-5-15,0-3-4 0,0 2 12 0,17-1-5 16,-17 0-6-16,0 1 10 0,0-2-6 0,10 2 1 16,-10-1 11-16,0-1-8 0,9 1 1 0,-9-1-3 15,4 0 2-15,-1 0 6 0,2 0-3 0,-3 0 3 16,0 0-1-16,0 0 0 0,1 0 0 0,1 0-2 15,-2 0 0-15,0 0-13 0,-2 0 8 0,2 0 5 16,-1 0-1-16,1 0 3 0,-2 0-6 0,0 0-7 16,0 0 6-16,0 0 3 0,2 0-2 0,-2 0 0 15,0 0-2-15,0 0-2 0,0 0 4 0,0 0 6 16,0 0-3-16,0 0 1 0,0 0-4 0,0 0 4 16,0 0 2-16,0 0-3 0,0 0 2 0,0 0-8 15,0 0 1-15,0 0 1 0,0 0 0 16,0 0 1-16,0 0-2 0,0 0 2 0,0 0-6 15,0 0-2-15,0 0 4 0,0 0-2 0,0 0 4 16,0 0 0-16,0 0-7 0,0 0 2 0,0 0-1 16,0 0 5-16,0 0 0 0,0 0-1 0,0 0 0 15,0 0 4-15,0 0-3 0,0 0 2 0,0 0-2 16,0 0-3-16,0 0 1 0,0 0 6 0,0 0 2 16,0 0-3-16,0 0 2 0,0 0-6 0,0 0 0 15,0 0 0-15,0 0 1 0,12 0-1 0,-12 0-1 16,0 0-1-16,0 0 1 0,0 0 2 0,9 0-2 15,-9 0 2-15,8 0 1 0,-8 0-3 16,8-14 0-16,-6 14 0 0,4 0 3 0,-3 0-5 16,1 0 2-16,0-10 3 0,1 10-4 0,2 0 6 15,-2-7-2-15,3 7 0 0,-4-3-3 0,3 3-4 16,1-5 4-16,2 2 0 0,-3 1-4 0,3 0 3 16,-2 1 1-16,-1-1-4 0,2 0 7 0,-2 2-2 15,2-2 2-15,-1 0-3 0,1 0 3 0,-1 1-1 16,0-1-3-16,-1-1 5 0,-1 3-3 0,2-3-3 15,-4 2-1-15,1-2 3 0,1 2-2 0,-4 0 2 16,5-1-2-16,3 1 1 0,-4 1-1 0,1-3 3 16,-1 3 1-16,2-2-3 0,-2 2 1 0,0-1-1 15,-3-1 0-15,-1 2 2 0,2-1-1 16,1 1 0-16,0 0-3 0,-1-1 0 0,-1 1 6 16,1 0-2-16,2 0-1 0,-1 0 1 0,-1-2-1 15,4 2 0-15,-2 0 5 0,0-2-5 0,1 1-4 16,1 1 0-16,0-1 1 0,-1 0 4 0,-1-1-1 15,1 1 8-15,2 1-5 0,-2-1-5 0,2-1 3 16,-3 1-6-16,4 0 7 0,-3 1 1 0,1-1-2 16,0 1 0-16,0-1 1 0,-1-1-1 0,2 2 2 15,0-1-2-15,0 1-2 0,0-1 4 0,2-1-2 16,-2 1-5-16,0 1 4 0,0-1-7 0,3-1 7 16,-2 1 4-16,-1 0-6 0,1 0 6 15,1 1-7-15,2-2 2 0,-2 1 2 0,1-1 1 16,-1-1 0-16,0 3-2 0,2-3 0 0,1 3 1 15,-3-3 2-15,3 3 0 0,-3-2-4 0,0 1-2 16,5 0 1-16,-5 0 2 0,1 0 1 0,1-2-2 16,1 3-3-16,-1-1 0 0,-2-1 4 0,1 2 1 15,0 0 0-15,2 0 3 0,-3 0-7 0,0 0-1 16,1 0 2-16,-1 0-2 0,0 0 10 0,3 0-3 16,-3 0 0-16,5 0-2 0,-1 0-2 0,1 0 0 15,-2 0 2-15,2-1 0 0,-3 1-3 0,1-1 1 16,-1 0 0-16,0 0 0 0,3 1 2 15,-5-1 2-15,3 1-4 0,2 0-2 0,2-1 1 16,-3 1 3-16,4-1 1 0,-3 1 3 0,1-1-6 16,3 1 1-16,-2 0 0 0,1 0-4 0,-1 0 10 15,1-3-8-15,4 3 1 0,-1-1-3 0,-1-1 3 16,1 2 3-16,1-2-6 0,0 1 6 0,1 0-3 16,0-1-3-16,-1 0 10 0,-2 1 0 0,2 1-5 15,0 0 1-15,-1-2-2 0,-1 1-4 0,-1 1 6 16,2 0-4-16,-1 0 0 0,-1 0 4 0,4 0-2 15,-4 0-5-15,3 0 6 0,0 0 0 16,0 0-1-16,-2 0 7 0,-1 0-7 0,-1 0-4 0,-1 0 2 16,0 0-5-16,-1 0 7 0,1 0 2 0,-2 0-4 15,2 0 9-15,3 0-7 0,-3 0-3 16,0 0 7-16,2 0-6 0,-2 0 1 0,0 0 6 16,2 0-7-16,-2 0 1 0,-1 11 0 0,1-11-3 15,-1 0 3-15,-1 0-3 0,0 0 4 0,-2 7 0 16,2-7-1-16,-2 0 4 0,0 0-3 0,-1 2 0 15,0-2 4-15,0 2-6 0,0 0 4 0,-1 0 0 16,0 0-7-16,1-1 5 0,0 2 4 0,0-2-7 16,0 0 6-16,1 0-1 0,0 0-2 0,-1-1 2 15,1 1-1-15,0-1 0 0,-1 1-5 0,0-1 5 16,2 0-1-16,-2 0 0 0,0 0-1 0,2 0 1 16,-3 0-1-16,1 0 0 0,0 0 1 15,-1 0-3-15,-1 0 2 0,0 0 1 0,1 0 0 0,1 0 0 16,-1 0 2-16,2 0 0 0,-2 0 1 15,0 0-3-15,3 0 2 0,-3 0 0 0,-2 0 0 16,0 0-1-16,1 0-2 0,1 0-2 0,1 12-1 16,-1-12 7-16,3 0-1 0,0 0 2 0,3 0-3 15,1 0 1-15,-1 0-1 0,1 0-5 0,-3 0 6 16,2 0-1-16,0 0-4 0,-2 0 7 0,3 0-5 16,-5 0 1-16,2 0-1 0,-2-12-5 0,0 12 6 15,1 0-4-15,-3 0 8 0,0 0 0 0,-1 0-1 16,3 0-2-16,-5 0-5 0,3 0 4 15,-1-6-1-15,1 6 2 0,-1 0 2 0,2 0-6 16,-1 0 6-16,0 0-4 0,1 0-1 0,-1 0 1 16,1 0-2-16,-1 0 3 0,1-3 0 0,-2 3-1 15,0 0 1-15,1 0-3 0,0 0-2 0,0 0 8 16,-2 0-4-16,2 0 3 0,-1 0 3 0,2 0-6 16,-1 0 2-16,0 0-2 0,0 0 1 0,3 0 0 15,-3 0 1-15,4 0-2 0,-2 0 4 0,2 0 1 16,-1 0-8-16,2 0 4 0,-1 11-5 0,1-11 2 15,-2 0 7-15,1 0-3 0,-3 0 0 0,2 0-1 16,-1 0-4-16,2 0 7 0,0 0-5 0,-1 0 0 16,1 0 4-16,2 6-4 0,0-6 8 15,2 0-2-15,-3 0-1 0,1 0-3 0,1 0 2 16,-1 0 0-16,2 0-3 0,-3 0 1 0,3 0-2 16,-2 0 1-16,-2 0 1 0,1 0-2 0,0 0 1 15,0 0-3-15,-1 0 5 0,-1 0 5 0,-1 0-6 16,2 0-1-16,-2 0-2 0,1 0 2 0,0 0 2 15,0 0 1-15,0 0 4 0,1-12-4 0,-1 12-3 16,1 0 4-16,1 0-10 0,0 0 4 0,-1 0 0 16,2 0 4-16,-1 0 0 0,-2 0-1 0,2 0 0 15,-3 0-2-15,3 0 2 0,-4 0-1 0,0 0 1 16,2 0 1-16,0 0-2 0,1 0 4 0,0 0 1 16,0 0-6-16,0 0 5 0,-1 0-1 15,-1 0-5-15,1 0 7 0,-1 0 0 0,0 0-5 16,1 0 5-16,1 0-4 0,0 0-1 0,2 0 1 15,2 0 1-15,-4 0-1 0,4 0 0 0,-4 0-3 16,1 0 1-16,-2 0 1 0,2 0-6 0,-3 0 8 16,2 0-1-16,-1 0 0 0,2 0 6 0,-2 0-8 15,2-13 4-15,-1 13-1 0,0 0 3 0,0 0-1 16,2 0-1-16,1 0-5 0,-3 0 2 0,2 0 1 16,-1 0 0-16,0 0 2 0,0 0-4 0,2 0-2 15,-1-6 0-15,-2 6-1 0,3 0 5 0,-2 0 0 16,2 0-1-16,0 0 4 0,-1 0-2 15,3 0-1-15,-1 0 1 0,1 0-1 0,0 0-1 16,4 0 1-16,-3 0 2 0,0 0 1 0,-1 0-3 16,-1 0 1-16,-1 0-3 0,2 0 5 0,-2 0-4 15,0 0 1-15,-1 0 1 0,-1 0-4 0,6 0 5 16,-3 0-3-16,2 0 6 0,0 0-5 0,-1 0 4 16,-1 0-1-16,2 0-4 0,-2 0 5 0,-1 0-5 15,1 0 4-15,-1 0 0 0,0 0-3 0,1 0 1 16,-4 0-3-16,2 0 3 0,1 0 5 0,-1 0-3 15,2 0 3-15,-2 0-1 0,1 0-6 0,1 0 6 16,-1 0-3-16,2 0-1 0,0 0 4 0,-1 0-3 16,0 0 2-16,2 0-2 0,-3 0 2 0,3 0-3 15,-1 0 2-15,-1 0-2 0,1 0 0 16,0 0 0-16,0 0-3 0,-1 0 3 0,-2-10-3 16,0 10 2-16,1 0-2 0,-1 0 0 0,1-5 3 15,-2 5-3-15,1-3 3 0,0 2 1 0,1 0-3 16,1 0 5-16,-2 0-3 0,-1 1-3 0,3-2 2 15,-4 2-4-15,3-2 4 0,-1 0 2 0,2 1-1 16,-1 0 6-16,1 0-3 0,0 0-1 0,-2-1-4 16,2 1-4-16,0 0 4 0,-1-1 3 0,0 1 6 15,-1 0 3-15,-2-1 5 0,0 0 0 0,0 2 1 16,-1-2-3-16,-3 1-6 0,3 0-3 0,-4 0-3 16,1-1 4-16,0 2-3 0,-1 0-3 0,-1-2 1 15,0 2 0-15,-1-1 2 0,0-1-2 0,1 2-2 16,-3-1 3-16,0 0-4 0,0 1 5 15,0 0 0-15,-2 0-2 0,-1 0 3 0,0-2 2 16,-1 2-1-16,-1 0-2 0,-1 0 2 0,0-1-3 16,-1 1 1-16,1 0 3 0,-1 0-7 0,0 0 4 15,0 0-9-15,0 0-14 0,0 0-40 0,0-1-83 16,0 0-101-16,-16-1-81 0,16-1-40 0,0-1 36 16,-16-1 46-16,16-1 44 0,-14-3 84 0</inkml:trace>
  <inkml:trace contextRef="#ctx0" brushRef="#br0" timeOffset="93988.75">19319 4550 26 0,'0'0'-1'0,"0"0"4"0,0 0-4 0,0 0 1 16,0 0 5-16,0 11 0 0,0-11 11 0,0 0 11 15,0 0 4-15,0 0 15 0,0 0-10 16,0 0 2-16,0 0 2 0,17 0-15 0,-17 0 12 15,0 0-16-15,0 0-2 0,0 0-4 0,0 0-9 0,0 0 9 16,0 0-2-16,9 0 5 0,-9 0-8 16,0 0 8-16,0 0-8 0,0 0-8 0,0 0 19 15,0 0-12-15,0 0 5 0,0 0 3 0,0 0-8 16,0 0 0-16,0 0 0 0,0 0 4 0,0 0 0 16,0 0 13-16,0 0-4 0,0 0 0 0,0 0 11 15,0 0 2-15,0 0 5 0,0 0 2 0,0 0-7 16,0 0-14-16,0 0 4 0,0 0-1 0,0 0-9 15,0 0 5-15,0 0-5 0,0 0-4 0,0 0-1 16,0 0 4-16,0 0-4 0,0 0 0 16,0 0 0-16,0 0-6 0,18 0 0 0,-18 0 10 0,0 0-4 15,16 0 3-15,-16 0-3 0,13 0-9 16,-13 0 12-16,12 0-4 0,-12-11 5 0,11 11-2 16,-11 0-8-16,9 0-8 0,-3 0 4 0,-3 0 1 15,2 0-1-15,-1 0 0 0,4 0 0 0,-3 0 4 16,0 0-3-16,0 0 8 0,-1 0-8 0,3 0 3 15,-1 0 4-15,1-6-8 0,-1 6 0 0,0 0-9 16,1 0 4-16,1 0 1 0,-1 0 12 0,2 0-4 16,-4 0-7-16,3 0 7 0,-4 0 0 0,1 0 0 15,0 0 5-15,0 0-5 0,-1 0-11 0,-1 0 3 16,2 0 4-16,0 0 5 0,0 0-2 0,1 0 12 16,1 0-11-16,2 0-4 0,1 0 14 15,1 0-7-15,0 0 7 0,0 0 7 0,1 0-12 16,1 0-4-16,-2 0 11 0,0 0-8 0,0 0 2 15,-4 0 1-15,1 0-15 0,0 0 5 0,-3 0 1 16,0 0 1-16,-1 0-2 0,0 0-1 0,-1 0 0 16,3 0-4-16,-2 0 7 0,-1 0-3 0,2 0 1 15,0 0 4-15,-1 0-7 0,2 0 4 0,0 0-3 16,1 0 1-16,-2 0 4 0,1 0-7 0,0 0 7 16,1 0-5-16,-1 0 2 0,-1 0-1 15,-1-8-3-15,1 8 3 0,-1 0-1 0,0 0 5 16,-1 0-4-16,0 0-3 0,-1 0 7 0,1 0-2 0,0 0 7 15,0 0-10-15,-1 0 5 0,2 0-11 16,-1 0-1-16,2 0 6 0,-3 0-2 0,1 0 4 16,1 0 8-16,-2 0-2 0,1 0-5 0,1 0-1 15,-2 0-8-15,1 0 9 0,0 0-2 0,0 0 1 16,0 0 4-16,0 0-7 0,0 0 1 0,0 0 5 16,-1 0-10-16,1 0 8 0,-1 0 4 0,0 0-1 15,0 0 3-15,0 0-7 0,-1 0-5 0,2 0-6 16,1 0 3-16,-2 0 8 0,1 0 7 0,-1 0 1 15,0 0 8-15,0 0-11 0,0 0-5 0,0 0 4 16,-2 0-8-16,1 0 12 0,-1 0-5 0,1 0-2 16,-1 0-2-16,1 0-2 0,-1 0 0 0,2 0 6 15,-2 0 1-15,0 0-5 0,0 0 8 16,2 0-10-16,-2 0 8 0,0 0 19 0,0 0-3 16,0 0 9-16,0 0-1 0,0 0-23 0,0 0 3 15,0 0-2-15,0 0-7 0,0 0 2 0,0 0-7 16,0 0-6-16,0 0 1 0,0 0-1 0,0 0 7 15,0 0-2-15,0 0 1 0,0 0-4 0,0 0 6 16,0 0 3-16,0 0-3 0,0 15 5 0,0-15-5 16,0 13 3-16,0-3-3 0,0 1 3 0,0 2-3 15,0 0-4-15,0 4 1 0,0 2 7 0,13 1 1 16,-13 2 3-16,0-1 0 0,0 0-5 0,0 1-9 16,0-1 6-16,0-3 3 0,0 1 3 15,0-3 0-15,0 1-7 0,0-1 5 0,0-1-1 16,0 0 5-16,0-2-4 0,0 1-4 0,0 0-3 15,0-2 4-15,0 1 11 0,0-1 0 0,0 1 1 16,0-2-2-16,0 0-4 0,0-1-1 0,0 2-1 16,0-2-10-16,0 1 5 0,0-1 5 0,0 0-5 15,0-1 12-15,0 1 1 0,0-2-5 0,0 1 4 16,0-1-9-16,0 0 1 0,12 1 5 0,-12-1 1 16,0 0-2-16,0 1-1 0,0-1-3 0,7 2 4 15,-7-1-3-15,0 1 5 0,0 0-3 16,6 0 2-16,-6 0 0 0,4 0-4 0,-4 2 4 0,0-1-9 15,1-2 7-15,1 2-2 0,0-1 1 16,-2 0-1-16,2 0 5 0,-2-1-4 0,4 0 5 16,-3 0 2-16,1-1-6 0,-2 0 7 0,3 1-8 15,-2-2 3-15,0 0 6 0,1 2-9 0,-2-2-2 16,2 0 2-16,-2-2-5 0,1 2 9 0,0 0 2 16,-1-1-1-16,0 0-6 0,2 1-2 0,-2 0-2 15,1 0-1-15,0 1 1 0,0 1 2 0,0-1 4 16,0 1 1-16,0 0 7 0,0 1-2 0,1 1-4 15,-1 0-4-15,1-2-4 0,0-1 8 0,-2 1 2 16,1 0 11-16,2 0 0 0,0 0-6 0,-1-1 3 16,-1 0-7-16,1 1 4 0,0-1-1 0,2 2-8 15,-3-3 3-15,1 0-8 0,-1 0 2 16,1 1-1-16,-2-1 3 0,2 0 2 0,0 3 1 16,-1-3 1-16,2 1 1 0,-2 1-4 0,1 0 1 15,0 0 2-15,0 1 1 0,-1 0 0 0,1-1 7 16,0 1-1-16,1 0-8 0,-1 0 0 0,0 0-4 15,-1-1 6-15,3 1-2 0,-4 0 2 0,2 0 3 16,-2 1-5-16,3 0 1 0,-2 0 3 0,0 0-9 16,1 2 2-16,-1-1 0 0,0 2-3 0,0-2 3 15,1 1-5-15,-1 0 5 0,0 0 2 0,0 2 1 16,0-2 0-16,-1 0 0 0,1-1-2 0,0 2 6 16,1 0-2-16,-2-1 1 0,1-1 3 0,-1 1-4 15,1 0 11-15,-1-1-3 0,1 2-2 16,-1-2-4-16,1 2-6 0,0-1 0 0,0-1 0 15,-1 2 2-15,1-1 0 0,-1 1-2 0,1-2-4 16,-1 2 8-16,0 1-5 0,0 0 0 0,0 1 5 16,0-2-9-16,0 1 7 0,1-1 1 0,0 1-4 15,-1-1 0-15,1 0-4 0,-1 0 3 0,0 1-1 16,1 0-1-16,-1 2 7 0,2 0-5 16,-2 0 1-16,0 0 1 0,0 0-6 0,0-1 3 0,0 1 4 15,0-2 1-15,0-1 2 0,0-1-5 0,0 0 0 16,0 1 2-16,0-1-4 0,0-1 5 0,0 0-8 15,0-1-1-15,0 1 3 0,0 0-2 16,0-2 6-16,0 2-2 0,0-1-2 0,0 1 0 16,0 0-1-16,0 0 2 0,0-1 7 0,0 1-3 15,0-1 1-15,0 1-4 0,0 0-3 0,0-1 5 16,0 0 0-16,0 0 0 0,0 1-4 0,0-1-2 16,0 1 0-16,0-2 1 0,-11 0 2 0,11 0-1 15,0 1 5-15,0 0-5 0,0 0-2 0,-7-1 3 16,7-1-4-16,0 2 3 0,0 0-1 0,-3 1 4 15,3-2-2-15,-2 2 3 0,1 0 3 0,0-1-12 16,-1 3 4-16,0-3-1 0,2 2 3 16,-1-1 4-16,0-1-7 0,0 2 0 0,1-3 0 0,0 1 2 15,0-2 4-15,0-2-4 0,0 2-2 16,0 0 4-16,0 0-3 0,0-1 8 0,0 0-6 16,0 0-2-16,0 2 3 0,0-1-6 0,0 2 4 15,0 0 2-15,0 0 0 0,0 0 2 0,0 0-3 16,-11 1-3-16,11 0 1 0,0-1 0 0,0 0 4 15,0-1-2-15,0-1 0 0,0 1-2 0,0 0 2 16,-8 0-1-16,8-1-1 0,0 1 3 0,0-1-4 16,0 0 2-16,0 2 3 0,0-1 0 0,-5-2-5 15,5 2 6-15,-2 1-5 0,0 0-3 0,2-1 5 16,-2-1-3-16,2 2 4 0,-1 0 3 0,0 1-1 16,1-2-1-16,0 0-3 0,-1 0-2 0,0 0 2 15,0 0 1-15,1 0-1 0,-1 1 1 16,-1 0-3-16,2-2 1 0,-1 1 2 0,-1 0 1 15,1-1 1-15,0 0-2 0,-2 0 2 0,3-1 0 16,0 1-1-16,-2-1-1 0,2-1-3 0,0 1 5 16,0-1-3-16,-2 0 2 0,2-2-3 0,0 0-1 15,0 0 4-15,0 0-3 0,0-1 4 0,0 0 1 16,0-2 2-16,0 1-2 0,0-2 0 0,0-1 1 16,0 0-4-16,0 0 6 0,0 0-1 0,0 0 1 15,0 0-2-15,0 0 0 0,0 0 0 0,0 0-5 16,0 0-1-16,0 0-10 0,0 0-38 0,0 0-41 15,0 0-78-15,0 0-102 0,0 0-85 0,0 0-27 16,0 0-12-16,-18 0 85 0,18 0 120 16</inkml:trace>
  <inkml:trace contextRef="#ctx0" brushRef="#br0" timeOffset="95928.64">14328 3585 383 0,'0'-3'10'0,"0"1"19"0,0 0 13 16,0-2 9-16,0 1 15 0,0-1-2 0,0 1 7 16,0-1 11-16,0 1-16 0,0 0-15 0,0 1-11 15,0 0-20-15,0 1-15 0,0 0 4 16,0 1-18-16,0 0-6 0,0 0 5 0,0 0-10 0,0 0 10 16,0 0 5-16,0 0 0 0,0 0 0 15,0 0 9-15,0 16 0 0,0-16 1 0,0 17 0 16,0-17-5-16,0 24-4 0,0-11-5 0,16 4 13 15,-16-1-7-15,0 2-2 0,0-1 12 0,0 1-10 16,11-1-1-16,-11 0 6 0,7 0-5 0,-7-3 10 16,4 1-6-16,3-3 5 0,-5-1 0 0,0-1-10 15,-1-1 4-15,1-3 5 0,0-1 6 0,-2-1-1 16,0-2 16-16,0 0-5 0,0-2 4 0,0 0 6 16,0 0-2-16,0 0-4 0,0 0-16 0,0-16 8 15,0 16-15-15,0-17-1 0,0 17-4 0,0-24-5 16,0 10 11-16,0-5 3 0,0 2 1 0,0-3-12 15,-20-1-2-15,20-2-3 0,0 0 9 0,0-1 5 16,-13 2-9-16,13 0 6 0,0 0-1 16,0 2 5-16,0 3 13 0,0 2 14 0,0 1 4 15,0 1 3-15,22 2 0 0,-22 1-17 0,0 1-1 16,16 0-7-16,-16 0-8 0,15 1 6 0,-15 1-10 16,16 1-2-16,-4 2 0 0,-2-2-11 0,2 3 3 15,-1 0 8-15,0 2-4 0,-2 0 4 0,2 1 0 16,0 0-8-16,-2 0 11 0,1 0-5 0,1 0 4 15,0 16-3-15,0-16-13 0,-2 0-3 0,0 15-9 16,0-15-9-16,-4 11 1 0,1-11 8 0,-3 9 12 16,-1-9 9-16,-2 8 5 0,2-8 5 15,-2 9-10-15,0-5 5 0,0-1 8 0,0 1-13 16,0 0 9-16,0 1 0 0,0-1-4 0,-21 0 12 16,21 0-8-16,0 1-4 0,-21 0 0 0,21 0 1 15,-21-1 3-15,8 1-1 0,1 0 1 0,1 0-10 16,-5 0 1-16,3 0 5 0,0 1-8 0,-1-1 4 15,3 1 4-15,0 0-1 0,2 1 1 0,0-2-5 16,4 1-8-16,-2 1 1 0,5-2 3 0,-1 1 10 16,3-1-5-16,0 0-1 0,0 0 2 0,0 0-6 15,0 2 5-15,0-2 4 0,0 2 1 0,0-2 0 16,0 0 8-16,0 0 1 0,0 2-6 0,0-3 6 16,0 2-1-16,21-1 13 0,-21 1 14 0,19-1 8 15,-19-1 7-15,24 2-8 0,-13-2-2 16,-2 0-1-16,2 0 3 0,3-1-3 0,-5 0-3 15,2-2-15-15,-4 3-14 0,2-4-6 0,-2 3 5 16,-1-3 3-16,1 2 0 0,-4-2 3 0,1 1-5 16,-2-1 1-16,0 0-2 0,-2 0-2 0,0 0-1 15,0 0 1-15,0 0-5 0,0 0-11 0,0 0-27 16,0 0-65-16,0 0-66 0,0 0-62 0,0 0-25 16,0 0 26-16,0 0 16 0,0-15 41 0,0 15 49 15</inkml:trace>
  <inkml:trace contextRef="#ctx0" brushRef="#br0" timeOffset="96761.25">14683 3584 173 0,'0'0'5'16,"11"-2"11"-16,-11 1 1 0,0 0 16 0,0 1-4 16,0 0-9-16,0 0-1 0,0 0-9 0,0 0 0 15,0 0-6-15,0 0 0 0,0 0-8 0,0 0-4 16,0 0 8-16,0 0 4 0,0 0-9 0,0 0 13 15,0 0-3-15,0 0-5 0,0 0 4 0,0 0 0 16,0 16 0-16,0-16-8 0,0 9 12 0,0-9-12 16,0 13 1-16,0-4 7 0,16-1 1 0,-16 1-1 15,0 2 4-15,0 0 4 0,11 1-8 0,-11-1 8 16,0 2-4-16,7-1 1 0,-7 1-1 0,4-2-8 16,-4 1 3-16,5 0-4 0,-3-2 6 15,-1-1-6-15,0 1 9 0,0-2-8 0,0-1 0 16,0 0 13-16,-1-1-17 0,0 0 13 0,2-1-4 15,0-1-5-15,-2 0 14 0,1-1-5 0,-1-1 0 16,1 0 0-16,-1-1-9 0,0 1-4 0,1-2 4 16,-1 0 8-16,0 1-3 0,1-1-5 0,-1 0-4 15,0 0 0-15,0 0 9 0,0 0-1 0,0 0 9 16,0 0-8-16,0 0-5 0,0 0 9 0,0 0 1 16,0 0-14-16,0 0 5 0,0-13 4 0,0 13-18 15,0 0 18-15,0-15-5 0,0 15 1 0,0-16 8 16,0 7-12-16,0 0 3 0,0-1-3 0,0-1 3 15,0-2 1-15,0 1 3 0,-12-1-8 16,12-1 0-16,0 0 9 0,0-1-17 0,0 1 9 16,-10-1-1-16,10 1 4 0,0 2 1 0,-3 0 7 15,3 1-8-15,0 2 0 0,0 0 4 0,0 3-8 16,0 1 13-16,0 0-9 0,0 1 13 0,0-1 0 16,0 2-4-16,0 0 8 0,0 0 5 0,17 1-5 15,-17-1-4-15,0 1 0 0,0 0-18 0,13 1 5 16,-13-1 0-16,11 1-8 0,-11 0-1 0,9 1 1 15,-4 0 8-15,1 0 0 0,1 0 8 0,0 0-3 16,2 0-5-16,0 0 8 0,1 0 1 0,-2 16 4 16,1-16-5-16,-1 0 2 0,0 14-5 15,0-14 0-15,-3 12 1 0,3-12-6 0,-5 10 10 16,4-10 0-16,-4 8-4 0,-1-8-6 0,0 6 0 16,-2-6 5-16,0 5 5 0,0-4 6 0,0 2-1 15,0-1-10-15,0 1 5 0,0 1 6 0,-19-2-11 16,19 3 10-16,-15-2-5 0,15 0-14 0,-22 1-1 15,22-1 1-15,-23 1-11 0,12-3 15 0,0 1-10 16,-3 0-27-16,4 1-16 0,-3-1-27 0,3-2-17 16,1 2 11-16,2-1 6 0,0 0-7 0,1 2-10 15,1-3 11-15</inkml:trace>
  <inkml:trace contextRef="#ctx0" brushRef="#br0" timeOffset="97108.94">15025 3564 346 0,'0'-2'5'0,"0"0"18"0,2 1 15 0,-2 1-1 16,0-1-4-16,0 0-9 0,0 1-10 0,0 0 0 15,0 0-1-15,0 0-13 0,0 0 0 16,0 0 0-16,0 0 1 0,0 0 2 0,0 0-7 16,0 0 0-16,0 0-1 0,0 0 1 0,0 0 0 15,0 14 4-15,0-14-4 0,0 13 8 0,0-13 4 16,0 17 0-16,0-8 0 0,0 1-8 0,0 2 0 16,0-1 4-16,14 1 9 0,-14 0 0 0,0 0-1 15,0 0-7-15,11 0-10 0,-11-1 5 0,0 1 9 16,0 0-5-16,0-1 9 0,0 0-5 0,0-1-12 15,6 0 13-15,-6-2-38 0,0 1-38 0,4-1-43 16,-2-2-53-16,-2-1 32 0</inkml:trace>
  <inkml:trace contextRef="#ctx0" brushRef="#br0" timeOffset="98751.35">17515 3661 247 0,'0'-2'14'0,"0"-2"15"16,0 2 10-16,0-2 10 0,0 1 0 0,0 0 2 16,0 1 11-16,0-1 11 0,0 2 7 0,0-1 7 15,0 1 8-15,0-1-6 0,0 0 7 0,0 2-16 16,0 0-21-16,0 0-23 0,0 0-23 0,0 0-17 15,0 0-2-15,0 0-3 0,0 0-17 16,0 0 20-16,0 0-20 0,0 0 22 0,0 0 3 16,0 17-7-16,0-17 13 0,0 14-8 0,0-14 0 15,0 21-4-15,0-7 0 0,0 0 9 0,0 1 6 16,14 1 1-16,-14 2-5 0,0-2-4 0,0 1-1 16,11 0 0-16,-11-1-1 0,0 0-4 0,0-2 10 15,7-1 2-15,-7-3 2 0,5 0 6 0,-5-1-9 16,4-1-3-16,-3-2 2 0,0-1 5 0,0-2-8 15,-1 0 6-15,0-1 2 0,0-1-7 0,0-1 12 16,0 0 4-16,0 0-2 0,0 0-2 0,0 0 3 16,0 0-12-16,0 0-3 0,0 0 3 0,0-19-7 15,0 19 2-15,-15-17 5 0,15 17-1 16,0-24-5-16,0 11 8 0,-12-2-7 0,12-2-5 0,0 0 9 16,-8-1 0-16,8 0-8 0,-3-2 6 15,3 1-8-15,0 0-12 0,0-1 15 0,0 3-11 16,0-1 4-16,0 1 9 0,0 2-11 0,19 2 4 15,-19 0 3-15,0 1-7 0,19 1 17 0,-19 2-6 16,15 1 10-16,-15 0 12 0,14 1-8 0,-14 1 12 16,16 1-12-16,-10 1-11 0,1 0 2 0,0 0-2 15,-2 2 0-15,3-2 2 0,-1 2-4 0,-2 1-2 16,2-1-2-16,1 2-4 0,-2 0 2 0,2 0 2 16,-1 0-5-16,0 0 7 0,1 0-4 0,-1 0 1 15,0 0 4-15,0 17 2 0,-1-17-3 0,-2 0-2 16,1 0-8-16,-1 13 4 0,-2-13 4 0,1 0-8 15,0 10 15-15,-2-10-7 0,1 7-1 16,-2-7-3-16,0 6 0 0,0-2 11 0,0 0 2 16,0-1 12-16,0 1-11 0,0 1-10 0,0-1 1 15,-17 1 3-15,17 1-1 0,0-1 5 0,-16 0-4 16,16 0-5-16,-15-1 4 0,15 0-7 0,-14 2 0 16,14-3 0-16,-14 2 11 0,9 0-3 0,-1 0 1 15,-1 0-4-15,2 1-12 0,-1 0 7 0,-1 1 4 16,2-1 4-16,-1 0 1 0,2 1-6 0,0 0 2 15,1-1-5-15,1 1 4 0,0-1 0 0,0 1-4 16,-1-1 8-16,2 0-8 0,-1-1 4 16,2-1 0-16,0 2 1 0,-1-2 20 0,1-1-3 0,0 2-4 15,0-2-4-15,0 0-13 0,0 2 5 0,17 1 19 16,-17-3 10-16,16 2-3 0,-16 0 15 16,17-1-15-16,-5 0-9 0,0-1 8 0,0 0-12 15,0-1-3-15,0 1 5 0,2-2-10 0,-2 0 1 16,-4 0-3-16,-2-1 8 0,3 0-8 0,-5 0 0 15,1 0 2-15,-2 0-28 0,-2 0-42 0,1 0-45 16,-1 0-66-16,1 0-28 0,-1 0 28 0,1-18-10 16,3 18 28-16,-2 0 33 0,1-14 21 0</inkml:trace>
  <inkml:trace contextRef="#ctx0" brushRef="#br0" timeOffset="99839.51">17877 3721 232 0,'0'0'5'0,"0"0"10"0,0 0 4 0,0 0 1 15,0 0-6-15,0 0-17 0,0 0-1 0,0 0-1 16,0 0 6-16,0 0 2 0,0 0-3 0,0 0 1 15,0 0-5-15,0 0 0 0,0 0 4 0,0 0-1 16,0 14 6-16,0-14 7 0,0 0-3 0,0 17 1 16,0-17 0-16,0 15 5 0,0-8 3 0,12 3 5 15,-12 2 4-15,0-1-4 0,9 1-6 0,-9 1-3 16,0 1-1-16,6 0 1 0,-6 0-4 0,4-1 9 16,-2 0-10-16,0 0-5 0,-1-1 15 0,0-2-20 15,2-1 6-15,-2-1-1 0,0-2-14 0,0-2 9 16,0-1 1-16,-1-1 10 0,1-1-4 15,0 1 4-15,0-2-14 0,0 0-1 0,-1 0 20 16,0 0-25-16,0 0 19 0,0 0-3 0,0 1-6 16,0-1 15-16,0 0-10 0,0 0 5 0,0 0-10 15,0 0 10-15,0 0 0 0,0 0-10 0,0 0 0 16,0-16 1-16,0 16-1 0,0 0 0 0,0-19 5 16,0 19-5-16,0-15 6 0,0 6-6 0,0-1 10 15,0 2 17-15,0-1 0 0,0-1 11 0,0 0-10 16,0-2-22-16,15 2 0 0,-15 0-7 0,0 0 11 15,9-1 1-15,-9 1-17 0,0-1 5 0,9 4-15 16,-9-2 5-16,7 1 21 0,-4 1-10 0,1 2 11 16,0-3 10-16,1 4-5 0,-1-1 15 0,1 0-6 15,0 0-9-15,0 1-1 0,2 1-15 16,0-1 0-16,-1 1-6 0,0 1 6 0,-1 0 0 16,3 2 5-16,-2-1 5 0,0 1-14 0,-2 0 4 15,-1 0 0-15,1 0 5 0,2 0 0 0,-4 0 5 16,1 0-10-16,-1 0 1 0,0 16 3 0,-1-16-4 15,1 0 1-15,0 0-6 0,-2 14 11 0,0-14 0 16,0 10 0-16,0-10 4 0,0 10-4 0,0-10 0 16,0 8 5-16,0-3-4 0,0 1-6 0,0 0 5 15,0-2 5-15,-18 0 15 0,18 1-10 0,0 0-1 16,-17-1-3-16,17 0-21 0,-13 0 10 0,13 0-5 16,-16-1 0-16,8 1 4 0,2-3 5 0,-2 1-20 15,0-1-39-15,1 0-22 0,2-1-41 16,-2 0-14-16,2 0 12 0,2 0-17 0,1 0-15 15,1 0 26-15,1 0 26 0</inkml:trace>
  <inkml:trace contextRef="#ctx0" brushRef="#br0" timeOffset="100411.92">18201 3767 344 0,'0'0'1'0,"0"0"20"0,0 0 10 15,0 0 14-15,0 0 21 0,0 0-18 0,0 0-2 16,0 0-9-16,0 0-18 0,0 0 5 0,0 0-4 16,0 0-10-16,0 0 1 0,0 0 0 15,0 0-5-15,0 0 5 0,0 0 11 0,0 0-6 16,0 0-5-16,0 0 17 0,0 0 9 0,0 0 21 16,0 0 9-16,0 0-1 0,0 0-13 0,0 0-5 15,0 0 4-15,0 0-5 0,14 0-6 0,-14 0-8 16,12 0-8-16,-12 0-3 0,15 0-16 0,-5 15 6 15,-3-15-2-15,1 0-5 0,-1 0 8 0,0 12-12 16,1-12-7-16,-4 0 3 0,1 8 0 0,0-8-2 16,-3 6 9-16,0-2-5 0,-1-1-3 0,1 1 1 15,-2 1 5-15,0-1-7 0,0 2 3 0,0-1 2 16,0 1-1-16,0 1 2 0,0 0 2 0,-17-1-4 16,17-1-6-16,0 0 8 0,0 0-6 0,0 0 3 15,-12-2 2-15,12 0-4 0,0-2 7 16,0 0 11-16,0 0 13 0,0-1 31 0,0 0 35 15,0 0 30-15,0 0-1 0,21 0-25 0,-21 0-40 16,19 0-40-16,-5 0-9 0,3 0-6 0,0 0 1 16,4-14-13-16,-2 14-24 0,-2 0-36 0,2 0-47 15,-2-12-42-15,0 12-53 0,-6 0-37 0,0-6-1 16,-3 6-5-16,1 0 5 0,-4-4 66 0,-5 4 50 16</inkml:trace>
  <inkml:trace contextRef="#ctx0" brushRef="#br0" timeOffset="106293.18">13829 8816 99 0,'-8'-5'4'0,"8"1"24"0,-3 1 9 16,3-1 6-16,0 1 6 0,0 0-17 0,0 1 5 16,0 0-14-16,0-1 13 0,0 3-5 0,0-1-4 15,0 0 12-15,0 1-19 0,0 0 4 0,0 0 0 16,0 0-1-16,0 0 1 0,0 0 0 0,0 0-5 16,0 0-5-16,0 0 6 0,0 0-11 0,0 0 1 15,0 0 1-15,0 0-11 0,0 0 11 0,0 0-11 16,0 0-15-16,0 0 15 0,0 0-11 0,0 15 16 15,0-15 15-15,0 17-15 0,0-3 1 0,0 2-17 16,0 3 0-16,0 3 5 0,0 2 11 0,0 1 0 16,0 2 1-16,0 0-1 0,0-1-20 0,0-1 10 15,0 0 0-15,0-2-6 0,0 0 26 16,0-3-19-16,0 0 9 0,14-4-5 0,-14 0-5 16,0-2 14-16,0-1-4 0,0-1 11 0,0-3-6 15,0 0 0-15,0-2-9 0,0-2-6 0,0-1 0 16,0-1 5-16,0 0 10 0,0-2 0 0,0-1 11 15,0 0 15-15,0 0 14 0,0 0 5 0,0 0-19 16,0 0-8-16,0-17-8 0,0 17-1 0,0-17 12 16,-13 17-17-16,13-23-2 0,0 8 1 0,0-1-4 15,-10-1 3-15,10-2-7 0,-7-1-9 0,7-1 1 16,-6-1-4-16,3-2 5 0,1 1 0 0,0-4 8 16,0 1-8-16,2 0-1 0,0-1 2 0,0 2-12 15,0 0 17-15,0 1 16 0,0 4 17 0,20-1 11 16,-20 3 6-16,0 2-13 0,25 4 9 15,-25-1-3-15,20 1-16 0,-9 2-3 0,1-1-22 16,1 2-2-16,0 2 4 0,1-1-3 0,-1 0-7 16,-1 1-1-16,1 3-2 0,-2 1-2 0,3 3 7 15,-3 0-6-15,0 0 4 0,0 0-1 0,-2 0-2 16,1 0 7-16,0 19 0 0,-3-19-2 0,2 0 7 16,1 18-11-16,-2-18 5 0,-1 0 2 0,3 14-10 15,-4-14 8-15,0 0 0 0,-1 10-8 16,-1-10 12-16,-2 6-6 0,0-2-9 0,-2 0 15 0,0 0-9 15,0 3 14-15,0 0 1 0,0 3-6 16,0-2 10-16,-23 3-10 0,23 1 3 0,-21 0-1 16,3 2-2-16,3 0-4 0,-6 0 3 0,-2-1 2 15,-1 0-53-15,-1 1-58 0,-2-4-72 0,0 0-48 16,2-1 13-16,-2-1 33 0,3 0 38 0,-1-2-13 16,1 0 35-16,1-1 28 0</inkml:trace>
  <inkml:trace contextRef="#ctx0" brushRef="#br0" timeOffset="107492.86">13901 9042 227 0,'0'-2'1'16,"0"1"2"-16,0-2 5 0,0 0 14 0,0 2 2 16,0-2-5-16,0 0-5 0,-13 2-1 0,13 0-7 15,0-3 11-15,0 2 5 0,0 0-12 0,0 0 9 16,0-2 0-16,0 1 4 0,0-1 4 0,0 2 4 15,0-1 0-15,0 1 0 0,0-1 4 16,0 1-4-16,0 0 0 0,0 1 2 0,0-1-3 16,0 2-5-16,0 0 0 0,0-1-10 0,0 1 1 15,0 0-6-15,0 0-10 0,0 0 0 0,0 0 0 16,0 0 0-16,0 0 4 0,0 0-9 0,0 0 0 16,0 0 0-16,0 0-10 0,0 0 15 0,0 0-10 15,0 0 0-15,0 0 15 0,0 14-5 0,0-14 5 16,0 0 5-16,0 16-11 0,0-16 6 0,0 16 5 15,0-8 9-15,18 0 15 0,-18 2-4 0,15-2 18 16,-15 1 0-16,19 0-13 0,-8 0 15 16,0-1-26-16,5 1-1 0,-3-2 7 0,3 0-16 0,-1 0-2 15,4-1-3-15,-4 0-9 0,3-3-3 16,-1 2 13-16,-2-2-14 0,1 0-4 0,-1-2-15 16,1 0-32-16,-3-1-15 0,-2 0-11 0,3 0-6 15,-5 0 8-15,0 0 2 0,1 0 8 0,-2-16 11 16,-1 16-7-16,-3 0 7 0,3-19-10 0,-2 19-2 15,-1-15 5-15,-2 15 10 0,2-16 11 0,-1 7 22 16,-3 1 10-16,2 1 9 0,0-1 8 0,-2 0 11 16,3 1 18-16,-3 1 12 0,0 0 15 0,0 1-22 15,0-1 7-15,0 1-13 0,0-1-10 0,0 3 13 16,0-1-22-16,0 1 4 0,0 1 1 0,-18-1-1 16,18 1-1-16,0 1-4 0,0 0-12 15,0 0-5-15,0 1-5 0,0 0-4 0,-10 0 9 16,10 0-4-16,0 0 8 0,0 0 1 0,0 0-1 15,0 20 0-15,0-20 0 0,-4 17 9 0,4-17 4 16,0 24 13-16,0-9 8 0,0 2-12 0,0 0-1 16,0 3-12-16,0 1-9 0,0-1 12 0,18 3 2 15,-18 1 5-15,0-1-11 0,0-1-2 0,11-1-12 16,-11 1 2-16,0-2 15 0,0-3 0 0,12 0-6 16,-12-1 1-16,0-3-5 0,0 0-1 0,6-3 17 15,-6-2-12-15,0-2 17 0,0-1-5 16,0-1-7-16,0-3 18 0,0 2-23 0,0-3 28 15,0 0 16-15,0 0 3 0,0 0 1 0,0 0-28 16,0 0-7-16,0-17-10 0,0 17 3 0,0-15-8 16,0 15 4-16,0-22-4 0,-18 10 5 0,18-1 7 15,0-1-17-15,0-2 4 0,-11 2 0 0,11-3-12 16,0-1 21-16,-8 1-17 0,8-2 4 0,0 1 5 16,-10-1-16-16,10 2 18 0,-2 0 7 0,2 1 10 15,0 0 14-15,0 2 2 0,0 2-9 0,0-1 4 16,0 2 0-16,22 0-5 0,-22 3-8 0,17-2-10 15,-17 3-1-15,21 0-9 0,-21 2 6 0,23 3 4 16,-14 0-14-16,2 0 13 0,-2 2-4 0,0 0 3 16,0 0 5-16,-2 0-5 0,0 18 0 15,-1-18-3-15,-1 17-2 0,-1-17-3 0,1 18-3 16,-3-18 5-16,0 19 0 0,1-8-4 0,-1-2 7 16,-2 0-6-16,0 0 1 0,0 0 6 0,0-2 5 15,0 0-5-15,0 0 3 0,0 1-4 0,-27-1-6 16,27-1 12-16,-20-1-2 0,6 0-5 0,-2-1 1 15,3-2-35-15,-5-1-60 0,3-1-75 0,-1 0-50 16,2 0-12-16,4 0 17 0,0 0 27 0,1-17 19 16,2 17 39-16</inkml:trace>
  <inkml:trace contextRef="#ctx0" brushRef="#br0" timeOffset="108177.01">14562 9100 144 0,'0'0'6'0,"0"0"12"16,0 0 6-16,0 0 8 0,0 0-1 0,0 0-16 15,0 0 4-15,0-13-4 0,0 13 4 0,0 0 8 16,0 0-3-16,13 0-1 0,-13 0 5 0,0-8-4 15,0 8 4-15,0 0 7 0,0 0-4 0,11 0 17 16,-11-4-5-16,0 4 13 0,0 0 5 0,0 0-11 16,0-1 15-16,0 1-35 0,0 0-15 0,0 0-5 15,0 0-15-15,0 0 4 0,0 0-4 0,0 0-4 16,0 0-5-16,0 0 9 0,0 0 9 0,0 18 0 16,0-18 6-16,12 15-5 0,-12-15-5 15,0 21 5-15,11-8-14 0,-11-1 4 0,0 4 2 16,11 0-6-16,-11 1 20 0,7 1-10 0,-7-1-5 15,7 1 10-15,-5 0-4 0,0-1 4 0,-2-1 5 16,2-2-5-16,0-1-9 0,-2 0-1 0,0-3 5 16,0-1 10-16,0-2-10 0,0-1 5 0,0-1-1 15,0-2-9-15,0 1 20 0,0-1 4 0,0-3-25 16,0 3-28-16,0-2-60 0,0 0-38 0,-15-1-1 16,15 0-7-16,0 0 8 0,0 0 9 0,-13 0 21 15</inkml:trace>
  <inkml:trace contextRef="#ctx0" brushRef="#br0" timeOffset="108438.14">14621 9103 391 0,'0'-1'9'0,"0"1"10"0,0 0 13 16,0-1 4-16,0 1-10 0,0 0-13 0,0 0-17 15,0 0 0-15,0 0-4 0,0 0 12 0,0 0-4 16,-14 0-4-16,14 0 8 0,0 22-8 16,-13-22 3-16,13 17 9 0,-17-17 1 0,6 20-10 15,3-8 9-15,-4-1-12 0,1 0 0 0,0 1 12 16,1-3-13-16,0 0 5 0,2 0-5 0,-3-1-3 16,5 0 8-16,1-1 4 0,1-2-23 0,1 1-15 15,1-5-42-15,2 3-57 0,0-3 22 0</inkml:trace>
  <inkml:trace contextRef="#ctx0" brushRef="#br0" timeOffset="108830.9">14993 8975 405 0,'4'0'9'0,"-1"13"18"0,1-13 18 16,0 0 22-16,1 0 26 0,2 0 18 0,0 0 0 0,3 0-10 15,1 0-18-15,1 0-8 0,1-15-3 16,4 15 9-16,1 0-11 0,1 0-17 0,0-12-11 16,0 12-16-16,-1 0-7 0,-1-9-14 0,0 9-1 15,-2-5-3-15,-2 5 5 0,-1-4-2 0,0 4 3 16,-5-3-1-16,3 2-8 0,-2 1 6 0,-3 0-5 16,-1-2-3-16,-1 2-22 0,-2-1-37 0,0 1-53 15,-1 0-54-15,0 0 0 0,0 0-6 0,0 0 13 16,0 0 11-16,0 0-32 0,0 0 42 0</inkml:trace>
  <inkml:trace contextRef="#ctx0" brushRef="#br0" timeOffset="109093.49">15031 9123 516 0,'0'3'26'16,"0"-1"33"-16,0 0 59 0,0-2 33 0,0 0-8 15,21 0-16-15,-21 0-58 0,15 0-16 0,-15 0-15 16,26-16-1-16,-11 16 15 0,3 0-11 0,-1-12 13 16,3 12-5-16,-2 0-16 0,-3-11-4 0,0 11-14 15,-2-7-14-15,1 7 9 0,-4-5-5 0,-1 5 6 16,-1-3-4-16,-2 3-9 0,-1-2 4 0,3 2-13 16,-3-2-4-16,-2 2-27 0,-1 0-29 0,0 0-30 15,-1 0-19-15,-1 0-14 0,2 0-27 16,-2 0 14-16,0 0 0 0,0 0 17 0,0 0 26 15,0 0-19-15,0 0-7 0,0 13 28 0</inkml:trace>
  <inkml:trace contextRef="#ctx0" brushRef="#br0" timeOffset="112377.78">15936 8383 346 0,'0'-2'9'0,"0"-1"9"0,0-1 13 15,0 1 9-15,0-1-5 0,0 0 0 0,0 0-10 16,0-1-3-16,0 2 3 0,0-1 0 0,0 1 14 16,0-1 5-16,0 0-12 0,0 3 10 0,13-1-8 15,-13 1-5-15,0 0 10 0,0 0-15 0,0 1 4 16,0 0-4-16,0 0-1 0,0-1-14 0,0 1-4 15,0 0 0-15,0 0-6 0,0 0 6 0,0 0-6 16,0 0 1-16,0 0-5 0,0 0 9 0,0 0-17 16,0 0-1-16,0 0 10 0,0 0-10 0,0 0 4 15,0 0 6-15,0 0-5 0,0 12 4 16,0-12 10-16,0 0-9 0,-17 13 8 0,17-13 5 16,0 13-4-16,-14-6 8 0,14 4-17 0,-15-1-9 15,9 2 5-15,1 1 9 0,-1 0 0 0,0 1 5 16,-3 0-1-16,2 0-17 0,2 1 9 0,-1-2 4 15,2 2 0-15,-2-1 4 0,2-3-8 0,1 3 4 16,1-1-4-16,0 1-5 0,0-2 9 0,2 1-15 16,0-1 17-16,0 0 3 0,0 2 1 0,0-3 5 15,0 0-15-15,0 1 4 0,0-1-4 0,0-1 0 16,0-2 15-16,16 1-1 0,-16-2 5 0,0 0 20 16,18-1-5-16,-18 0 28 0,16-1 13 15,-7-1-6-15,0 0-6 0,3-1-19 0,-2 1-8 16,1-2-14-16,0-2 8 0,0 0-5 0,-1 0-13 15,0 0 4-15,0 0-8 0,-1 0 1 0,-1 0 8 16,-1-18-12-16,0 18 8 0,-2 0 5 0,-1 0 2 16,0-11 9-16,-2 11-2 0,3 0-8 0,-3 0 4 15,0-9 0-15,1 9-3 0,1-5-3 0,-3 5 1 16,1-7 3-16,1 2-2 0,-2 0 0 0,0-1-4 16,0-1-5-16,-1 2-1 0,0-3 2 0,0 1-9 15,0-1 8-15,0 0-1 0,0 0-5 0,0 1 6 16,-17 0-11-16,17-1 2 0,0 3 1 15,-15-1-2-15,15-1 0 0,-13 1 1 0,4 2 1 16,9-1-2-16,-15 1 3 0,6 2-2 0,2-2-2 16,0 2-1-16,1 0-2 0,1 0 0 0,1 1-1 15,-1 0-2-15,-1 1 6 0,2 0-2 0,-1 0 2 16,0 0 8-16,-2 0-4 0,0 0-5 0,-1 0 7 16,2 19-7-16,-2-19 1 0,1 0 9 0,-1 18-18 15,1-18 10-15,2 12 2 0,0-12-9 0,2 11 13 16,-1-11-5-16,3 12-13 0,-2-7 7 0,1 1-20 15,1-1-33-15,0 0-25 0,-1 0-39 0,1 0-29 16,0 1-18-16,0 0 4 0,0 1 2 16,1-3 19-16,-1 1 7 0,-1-1-13 0,2 1 38 0</inkml:trace>
  <inkml:trace contextRef="#ctx0" brushRef="#br0" timeOffset="112981.73">16329 8498 271 0,'3'-2'10'15,"-1"2"24"-15,0 0 5 0,-2 0 9 0,1 0 3 16,-1 0-19-16,0 0-13 0,0 0-1 0,0 0-8 15,0 0-2-15,0 0 9 0,0 0-21 0,0 0 4 16,-13 0-13-16,13 0 9 0,0 0 8 0,0 0-8 16,-14 0 4-16,14 0 0 0,-10 0 4 0,3 0 0 15,0 0-1-15,0 0-3 0,-1 12 0 0,1-12 0 16,-2 0 4-16,2 0-8 0,0 10 3 0,0-10-3 16,2 7 8-16,-1-7-4 0,1 8-4 0,-1-2 7 15,2-2-16-15,-1 2 4 0,2 1 9 0,0 1-9 16,0-2 17-16,0 2 3 0,1 2-8 15,1 0 5-15,0 0-22 0,1 1 13 0,0-1-8 0,0 1 3 16,0 1 18-16,0 0-13 0,0-2 9 16,0 0 5-16,18-1-13 0,-18 0 13 0,0-1 11 15,16-1-9-15,-16-2 13 0,13-1-8 0,-13-1-5 16,15 0 5-16,-7-1 2 0,-1-2 0 0,2 0-10 16,2 0 5-16,-2 0-12 0,0 0-5 0,2 0 17 15,0 0-28-15,-1 0 11 0,1 0 11 0,-3 0-17 16,0 0 23-16,-2-15-6 0,1 15-17 0,-3 0 12 15,0-15 10-15,-1 15 0 0,-1-10 26 0,-1 10 0 16,1-12-5-16,0 5 3 0,-2 0-6 0,0 0-6 16,0-1 0-16,0 0-6 0,0-1-5 15,0-1-5-15,0-1-5 0,0 0-9 0,0 2-5 16,0-2 1-16,-18 1 0 0,18 0 14 0,0 0-6 16,-13 1 6-16,13 3-10 0,-10-1 2 0,10 1-5 15,-7 1 0-15,7 2-9 0,-10-2-4 0,5 2-10 16,2 3-38-16,-1-2-3 0,-1 1-37 0,1 0-17 15,-1 1 25-15,0 0-11 0,2 0 4 0,0 0-24 16,-1 0 13-16,2 0 28 0</inkml:trace>
  <inkml:trace contextRef="#ctx0" brushRef="#br0" timeOffset="113652.58">16648 8568 315 0,'0'1'6'0,"0"-1"14"0,0 0 10 15,0 0 0-15,0 0 4 0,0 0-5 0,0 0-1 16,0 0-1-16,0 0-8 0,0 0-6 0,0 0-8 16,0 0 4-16,0 0 4 0,0 0 1 0,0 0-5 15,0 0-5-15,0 0-4 0,0 0 4 0,13 0 1 16,-13 0 4-16,0 0-1 0,13 0-12 0,-13 21 13 16,13-21-9-16,-6 14 9 0,1-14 9 15,0 20 7-15,1-20 0 0,0 19-3 0,0-10 1 16,3 0-17-16,-2 0 17 0,-1-1-1 0,1-1-5 15,-2 0 5-15,1 0-16 0,-2-3-5 0,-2 1 5 16,0-3 0-16,-1 2 0 0,-1-2 5 0,0-1-6 16,-1 1-15-16,0-1 10 0,-1-1-11 0,0 0-29 15,-1 0-10-15,0 0-44 0,0 0-21 0,0 0-18 16,0 0-30-16,0 0 39 0</inkml:trace>
  <inkml:trace contextRef="#ctx0" brushRef="#br0" timeOffset="113925.47">16812 8541 206 0,'0'0'5'16,"0"0"9"-16,0 0 0 0,0 12 1 0,0-12-11 15,0 0-4-15,0 0 0 0,0 0 4 0,0 11 1 16,-20-11-1-16,20 7-3 0,0-2 7 0,0 0 7 15,-17 0-3-15,17 3 8 0,-11-2-16 0,11 3-13 16,-11-1 13-16,11 0-5 0,-13 0 9 16,6 2 18-16,3-1-22 0,-1 0 12 0,0 0-17 15,-1-1-1-15,1 1 10 0,2-2-18 0,-2 1 19 0,2-1-14 16,0-2 0-16,2 1 8 0,-3-2 1 16,2-1-30-16,0-1-26 0,1 0-44 0,0-1-5 15</inkml:trace>
  <inkml:trace contextRef="#ctx0" brushRef="#br0" timeOffset="114359.01">17201 8449 329 0,'0'0'6'0,"0"0"9"0,0 0 5 0,0 0 5 15,0 0-10-15,0 0-9 0,0 0 2 0,0 0-7 16,0 0 7-16,0 0-5 0,0 0-3 0,0 0-1 15,0 12-3-15,-18-12 7 0,18 0-11 0,0 13 4 16,0-13-1-16,0 10 9 0,-13-2 7 16,13-2-7-16,0 0 12 0,0 1-11 0,-7 0 9 15,7 1 26-15,0-1-4 0,0 2 13 0,0-2 6 16,0 1-6-16,0 1 11 0,0-2 3 0,20 1-6 16,-20-3 0-16,0 1-6 0,20 0-20 0,-20-1-15 15,17-1 0-15,-5 0-14 0,-3-1 4 0,0-2 5 16,0 2-10-16,1-1-2 0,-2-2-15 0,0 1-46 15,-2-1-22-15,1 0-34 0,-2 0-21 0,0 0 10 16,-1 0-54-16,0 0 33 0</inkml:trace>
  <inkml:trace contextRef="#ctx0" brushRef="#br0" timeOffset="114673.93">17390 8436 519 0,'0'0'4'0,"-16"0"9"0,16 0 8 16,0 14-3-16,0-14-2 0,0 0-16 0,0 0-8 15,0 0-1-15,0 0 1 0,0 0 8 0,0 9-4 16,0-9 12-16,0 10-8 0,0-4 4 0,0 1 4 16,-16 1-4-16,16 0 0 0,0 2 9 15,0 2 8-15,-17-1 7 0,17 0 14 0,-10 1-13 16,10 0-13-16,-10 3 0 0,3-2-4 0,2 0 5 15,0 0 5-15,1 0-10 0,-1-1-11 0,1 0-6 16,1-1 16-16,1-1-10 0,0-1 16 0,-2 1-10 16,4-1-11-16,-3-2 10 0,3-2-16 0,-2 0 10 15,0-1 6-15,2 1-1 0,-2-1 5 0,0-1 1 16,-1 1-17-16,1 0-50 0,-1 0-28 0,1 1-35 16,-1-1-32-16,0-3-12 0,1 1 29 0</inkml:trace>
  <inkml:trace contextRef="#ctx0" brushRef="#br0" timeOffset="115158.57">17608 8523 437 0,'1'-3'14'0,"-1"1"23"15,0 2 9-15,0-3 9 0,0-1 4 16,0 3-22-16,0-1 1 0,0 0-4 0,0-1-8 16,0 3-11-16,0-2 0 0,0 2-11 0,-17-2-14 0,17 1 10 15,0 1-10-15,-15 0 0 0,15 0 10 16,-10 0-5-16,10 0 5 0,-11 0 0 0,4 0-5 16,2 0 5-16,-2 17 1 0,2-17 4 0,1 0-15 15,-2 16 10-15,2-16-10 0,0 13 0 0,1-13 21 16,-3 16-21-16,4-8 15 0,1 0 1 0,-1 0-6 15,2 0 16-15,0-1-20 0,0 1 10 0,0-1 10 16,0 0 17-16,17-2 26 0,-17 2 4 0,0 0-4 16,18-2-2-16,-18 0 4 0,18-2-7 0,-18 1 11 15,20-3-14-15,-10 1-7 0,0-2 2 0,1 0-13 16,-1 0 2-16,0 0 0 0,0 0-4 0,-2 0-1 16,-1 0 5-16,-1-17 0 0,2 17-1 15,-3 0-3-15,0-19-8 0,-1 19-7 0,-1-18-9 16,-1 9 3-16,2-2-6 0,-1 1 2 0,-2 0-2 15,1 0 0-15,-2-2-1 0,2 3 2 0,-2-1 1 16,0 2-5-16,0-1 0 0,0 2-9 0,0-1 1 16,0 3-6-16,-23-1-20 0,23 0-67 0,-18 3-73 15,18-1-51-15,-19 1-34 0,6 1 39 0,1 1 43 16,-3-1 11-16,1 2 13 0,-2 0 31 0</inkml:trace>
  <inkml:trace contextRef="#ctx0" brushRef="#br0" timeOffset="116794.91">15981 9150 86 0,'0'0'9'0,"0"0"10"16,0 0 5-16,0 0 4 0,0 0-8 0,0 0-2 15,0 0 3-15,0 0-6 0,0 0 7 0,0 0-8 16,0 0 1-16,0 0 11 0,0 0-12 0,0 0 4 16,0 0 1-16,0 0 5 0,0 0 7 0,0 0 4 15,0 0-9-15,0 0-12 0,0 0 12 0,0 0-5 16,0 0 4-16,0 0-1 0,0 0-11 0,0 0-5 16,0 0-3-16,0 0 7 0,0 0 5 0,0 0-1 15,0 0 15-15,0 0-3 0,0 0-4 0,0 0 1 16,0 0-11-16,0 0 5 0,0 0 1 15,13 0 3-15,-13 0 6 0,0 0-14 0,18 0 5 16,-8 0 4-16,0 0-5 0,1 0 9 0,-1 0-5 16,2 0 0-16,0 0-1 0,2 0 0 0,3 0 3 15,-2 0-8-15,2 0-9 0,2 0 5 0,1 0-8 16,-1 0 9-16,1 0 11 0,-1 0 4 0,1 0 9 16,-2 0 7-16,0 0-8 0,1 0-6 0,-1 0-3 15,1-10-10-15,0 10-1 0,-1 0-5 0,1 0-6 16,-2 0-2-16,2-7 3 0,-3 7 0 0,2 0-1 15,-2 0-5-15,-1 0 0 0,0 0-3 0,1 0-1 16,-4 0 5-16,0 0-2 0,1 0 0 0,0 0 3 16,-2 0 0-16,1 0 1 0,1 0 3 15,-1 0-4-15,1 0 1 0,1 0 0 0,0 0 6 0,0 0-3 16,1 0-3-16,1 0 1 0,-1 0-6 16,3 0 11-16,-2 0-3 0,1 0-3 0,1 0 1 15,-3 0-7-15,4 0 1 0,-4-12 0 0,1 12-5 16,-2 0-1-16,2 0 4 0,-5-9 1 0,2 9 5 15,1 0 3-15,-2 0-4 0,1-7 0 0,1 7-2 16,1-4 1-16,1 2 0 0,2 0-1 0,0 0 0 16,2-1 4-16,-1 1 11 0,0-1 8 0,0 1 12 15,2-1 3-15,-4 0-2 0,2-1 3 0,0 3-14 16,-2-3-5-16,1 2-8 0,-2 0-4 16,1 0 1-16,-2 0-3 0,0 1 2 0,-1 0-6 0,1 1 2 15,0-1 4-15,-1 0 5 0,3 1 2 16,-3 0 0-16,1 0 5 0,1 0-3 0,0 0 10 15,-3 0 6-15,4 0-6 0,-3 0 3 0,0 0-4 16,0 0-2-16,0 0 3 0,-1 0-2 0,1 0-3 16,1 0-3-16,-1 0-4 0,-2 0-3 0,2 0 2 15,0 0-5-15,-1 0 0 0,0 0-1 0,-2 0-4 16,0 0 1-16,-2 0-1 0,1 0 0 0,-3 0 3 16,1 0-4-16,-2 0 3 0,0 0-3 0,0 0-7 15,-1 0 11-15,0 0-7 0,1 0 4 0,0 0 3 16,-2 0-4-16,1 0 0 0,0 0-4 15,-1 0-2-15,3 0 0 0,-2 0 1 0,-1 0 3 16,-1 0 4-16,-1 0-7 0,0 0 6 0,0 0-1 16,-2 0-11-16,1 0 1 0,-1 0-15 0,0 0-17 15,0 0 1-15,0 0-26 0,0 0-41 0,0 0-57 16,0 0-89-16,-14 0-61 0,14 0 1 0,-14 0 13 16,3 0 20-16,1 0 90 0</inkml:trace>
  <inkml:trace contextRef="#ctx0" brushRef="#br0" timeOffset="117921.98">16138 9350 141 0,'6'-5'13'0,"-4"1"10"0,0 1 19 16,1-1-2-16,0 1 0 0,-2 1-6 0,0 0-18 16,0 1 2-16,-1 1-9 0,0 0-4 0,0 0-5 15,0 0 1-15,0 0 3 0,0 0-9 0,0 0 1 16,-17 0-1-16,17 0 1 0,0 0 7 16,-17 15 4-16,17-15-3 0,-12 0-10 0,12 16 10 15,-10-16-6-15,10 14 4 0,-10-14 1 0,10 17-17 16,-7-7 17-16,3 0-9 0,1 1 8 0,0 2 19 15,-1 1-8-15,-1 1 17 0,2 0-9 0,-1 1-6 16,0 1 0-16,3-1 2 0,0 2-9 0,0 0-2 16,0 0 1-16,1-1-10 0,0 2 5 0,0-2 3 15,0-2-3-15,0-1-1 0,17 0 21 0,-17-3 5 16,0 0-1-16,0-2 5 0,17-3-4 0,-17 1 11 16,0-2 11-16,16-2 6 0,-16-1-4 0,14 0-20 15,-2-2-10-15,0 0-6 0,0 0-14 0,2 0 8 16,0 0-4-16,0 0 0 0,-1-20-10 15,2 20 6-15,-4 0 0 0,1-18 0 0,0 18 14 16,-1-13-14-16,0 13 10 0,-3-15 0 0,-1 15 10 16,-1-15 9-16,1 8 5 0,-2 0-5 0,-3 0-4 15,-1 0-14-15,1-1-10 0,0 1 6 0,-2 0-1 16,0 0 0-16,0 0-1 0,0 2-10 0,0-2 8 16,0 2 2-16,-23 1-6 0,23 0 5 0,-19 1-13 15,19 2 4-15,-22 0 2 0,22 1 1 0,-23 0-5 16,11 0-5-16,-1 0 6 0,1 0 4 0,0 0 0 15,0 0 5-15,1 19-1 0,0-19-8 0,2 0 8 16,-1 19-5-16,1-19 0 0,1 13 0 0,2-13 0 16,1 12 5-16,2-12-9 0,0 13-4 15,-2-7-4-15,3-1-34 0,2 2-23 0,0-2-27 16,0 0-21-16,0-1 7 0,0 0-2 0,0 0 7 16,0-1-30-16,0-2 14 0,0-1 28 0</inkml:trace>
  <inkml:trace contextRef="#ctx0" brushRef="#br0" timeOffset="118401.96">16559 9612 268 0,'2'0'10'0,"0"0"23"0,-1 0 3 0,2 7 13 15,-3-7-4-15,0 0-15 0,0 0-2 0,2 0-18 16,-2 0 0-16,3 0 9 0,-1 0-1 0,2 0 1 15,-1 0 4-15,4 0-18 0,-1 0 4 16,0-11 0-16,2 11 0 0,0 0 5 0,-1 0-5 16,1-9 5-16,-2 9-5 0,1 0-9 0,1-6 21 15,-5 6-11-15,1-3 2 0,-1 3 3 0,1 0-14 16,-4-1 10-16,2-1 0 0,-1 1-6 0,-1 1 1 16,0 0 5-16,0 0-6 0,0-1 1 0,0 1-12 15,0 0-10-15,0 0 11 0,0-1 4 0,0 1-4 16,0-1 5-16,0 0-22 0,0 0-19 0,-15-1-7 15,15 1-5-15,0 0 11 0,0 0 4 0,-10 0 18 16,10 0 4-16,0 1-9 0,-6-2 9 0,6 2-5 16,-6 0-5-16,2 0 4 0,1-2-9 0,-1 2 4 15,1 0-6-15,-3 0-18 0,2 0-10 16,1 0-7-16,0 0 12 0</inkml:trace>
  <inkml:trace contextRef="#ctx0" brushRef="#br0" timeOffset="118858.22">16596 9535 189 0,'0'-4'11'15,"0"4"11"-15,12-3 6 0,-12 3 6 0,0-2 0 16,0 2-11-16,0-1 3 0,0 1-9 0,0 0-11 16,0 0 4-16,0 0-4 0,0 0-1 0,0 0 4 15,0 0-9-15,0 0-5 0,0 0-4 0,0 0 4 16,0 0 5-16,-17 0 4 0,17 0 5 0,0 0-18 16,-19 0 5-16,19 0 5 0,-16 0-5 15,7 0 5-15,1 0-5 0,0 0-12 0,1 18 13 16,-3-18 3-16,3 0 1 0,1 15 4 0,0-15-5 15,-2 10 1-15,3-10 5 0,0 13 0 0,0-13-5 16,2 12 4-16,0-5-8 0,-1 0 4 0,1 0 0 16,1 1 1-16,1 0 14 0,1-2-1 0,0 2 6 15,0 1 3-15,0-4 8 0,0 2-8 0,0 0 20 16,0-1-3-16,22 1 12 0,-22 0 24 0,0-2 3 16,22 0 6-16,-22 0-13 0,19-1-10 0,-7-1-19 15,-1-1-7-15,2-1 0 0,-1-1 2 0,0 0-4 16,2 0 8-16,-2 0-12 0,-1 0-8 15,0 0 7-15,-1 0-6 0,-2 0-11 0,0-18 8 0,0 18-9 16,-3 0 1-16,0-15 9 0,-1 15-13 16,1-10 3-16,-3 10-8 0,0-14 2 0,0 7 4 15,-1 0-2-15,-1-1 2 0,0-1-4 0,0-1-3 16,0 1-6-16,0-1 6 0,0-1-4 0,-23-2 5 16,23 2 4-16,-16-1-3 0,16 1-2 0,-19 1-4 15,19 0-2-15,-19 2-10 0,19 0 8 0,-15 2-3 16,15 0-10-16,-10 2-46 0,10 2-70 0,-7 0-69 15,3 2-35-15,0 0 20 0,3 0 28 0,-3 0 13 16,1 0 47-16,0 0 29 0</inkml:trace>
  <inkml:trace contextRef="#ctx0" brushRef="#br0" timeOffset="119192.99">16841 9576 380 0,'0'0'15'0,"0"0"34"16,0 0 0-16,0 0 15 0,0 0-3 15,0 0-25-15,0 0 9 0,0 0 3 0,0 0-8 16,0 0 4-16,0 0-15 0,0 0-12 0,0 0 5 15,0 0-6-15,0 0 6 0,22 0 10 0,-22 0-1 16,21 0-4-16,-11 0 9 0,2 0-15 0,2 0-10 16,3 0 4-16,-2-12-8 0,3 12-2 0,1 0 5 15,-3 0 1-15,4 0-7 0,-2 0 1 0,0 0 0 16,-1 0-9-16,-4 0 8 0,-2 0-8 0,-2 0-21 16,-1 0-39-16,-3 0-49 0,-1 0-25 0,-3 0-15 15,-1 0 3-15,0 0-17 0,0 0 23 0,0 0 30 16</inkml:trace>
  <inkml:trace contextRef="#ctx0" brushRef="#br0" timeOffset="119477.64">17013 9434 486 0,'0'-1'0'0,"0"1"0"0,0 0 5 0,0 0 0 15,0 0-1-15,0 0-4 0,0 0-1 0,0 0 0 16,0 0-4-16,0 0 4 0,0 16 0 0,0-16-9 16,0 15 23-16,0-15 5 0,0 21-4 0,0-10 24 15,0 2-19-15,0 1 2 0,0-1 8 16,0 3-5-16,0 1 6 0,0-1-10 0,0 3-10 16,0 1-5-16,0-1-5 0,0 1 5 0,0-3 1 15,0-2-1-15,0-1 5 0,0-2 0 0,0-2-5 16,0-1 0-16,0-3-21 0,0-2-35 0,0 0-18 15,0-1-32-15,0-2-11 0,0-1-24 0,0 0 17 16,0 0 27-16</inkml:trace>
  <inkml:trace contextRef="#ctx0" brushRef="#br0" timeOffset="119869.85">17236 9383 544 0,'1'0'18'0,"1"0"24"16,-2 0 27-16,0 0 5 0,2 0-14 0,-2 0-29 0,0 0-31 16,0 0-5-16,0 0-5 0,0 0 4 15,0 0 7-15,0 0-1 0,0 0 1 0,0 16-1 16,0-16-5-16,0 14 1 0,0-14 10 0,0 20-10 16,0-8 15-16,0 3-9 0,0-1-11 0,0-1 10 15,0 0 5-15,15-2-7 0,-15 1 18 0,0-2-12 16,19 0-16-16,-19-3 22 0,19 0-16 0,-9 0 4 15,0-4 12-15,2 2-22 0,0-3-23 0,-1-1-19 16,0-1-36-16,1 0-20 0,-1 0-15 0,1 0-29 16,-1 0 24-16</inkml:trace>
  <inkml:trace contextRef="#ctx0" brushRef="#br0" timeOffset="120131.46">17496 9419 389 0,'0'-2'10'16,"0"-1"20"-16,-16 2 13 0,16-2 32 0,0 1 1 15,0 2 2-15,0 0-14 0,-11 0-42 0,11-1-17 16,0 1-26-16,0 0 5 0,0 0 11 0,0 0 11 16,-5 0 5-16,5 0-6 0,-5 17 6 0,1-17-10 15,1 18 5-15,-3-18 6 0,2 24-4 0,0-9 21 16,-1 1 4-16,0 2-1 0,0 2-1 16,1 2-18-16,-2-2 0 0,3 2-6 0,-1 0-5 0,1 0 15 15,1 0-19-15,2-2 1 0,-2-1 10 16,1-1-15-16,0-2 15 0,-1-3-5 0,2 1 1 15,-1-4 4-15,0-2-4 0,0-1 13 0,0-2-9 16,0 0-4-16,1-4-29 0,-1 1-45 0,0-2-51 16,1 0-48-16,0 0-36 0,0 0 6 0,0 0 56 15</inkml:trace>
  <inkml:trace contextRef="#ctx0" brushRef="#br0" timeOffset="120561.88">17700 9524 338 0,'9'-8'7'0,"-2"2"11"0,-2 1 21 16,2-1 15-16,-2-1-2 0,0 1-1 0,-3 1-12 16,0 0-9-16,-2 2-6 0,0 0-10 0,0 0-5 15,0 2 8-15,0-1-1 0,0 0 11 0,0 1-10 16,-21 0 5-16,21 0-6 0,0 1-10 0,-21 0 6 15,21 0-28-15,-20 0 5 0,20 0 11 0,-15 0 0 16,5 22 6-16,3-22 12 0,0 15-23 0,0-15 0 16,0 14-1-16,2-14 1 0,1 15 20 15,-1-7-4-15,2 1-1 0,1 2-4 0,0 0 4 0,2 0 5 16,0 1 12-16,0 0 14 0,0 0-4 16,0-1 18-16,21 0 31 0,-21-1 0 0,18-2 9 15,-18 1 0-15,20-1-22 0,-20-2-21 0,21-2 1 16,-9 0 11-16,1-1 10 0,-1-2 20 0,2-1-13 15,-4 0-29-15,1 0-12 0,-2 0-20 0,-2 0-2 16,-2-21 11-16,-2 21-15 0,1-16 6 0,-2 16-5 16,-1-20-12-16,-1 9 7 0,0-2-12 0,0 0 4 15,0-1-4-15,0 1-1 0,0-1 6 0,0 1-6 16,-22 0-3-16,22-1-13 0,-18 3-68 0,18 0-87 16,-28 2-90-16,16 1-65 0,-6 1 10 0,2 3 38 15,-1 2 31-15,3 0 77 0</inkml:trace>
  <inkml:trace contextRef="#ctx0" brushRef="#br0" timeOffset="121773.48">18139 8973 299 0,'0'1'12'0,"0"-1"1"16,0 1 23-16,0 0 10 0,0-1 1 0,0 0 19 15,0 0-8-15,0 0 5 0,0 0 11 0,0 0-1 16,0 0 3-16,0 0 11 0,0 0-15 0,0 0-19 16,0 0-8-16,13 0-27 0,-13 0 0 0,0 0-9 15,0 0-5-15,0 0-5 0,0 0-7 0,0 0 8 16,0 0-1-16,0 0 2 0,0 0-2 0,0 0 1 16,0 0 0-16,0 0 5 0,0 0 14 15,0 0 12-15,0 0 12 0,0 0 11 0,0 0-2 16,0 0 10-16,0 0-6 0,0 0-4 0,0 0 1 15,0 0-15-15,17 0-8 0,-17 0-3 0,10 0-18 16,-10 0-2-16,17 0 1 0,-7-15-6 0,2 15 11 16,0 0-6-16,1 0 2 0,3 0 5 0,-2 0 10 15,2-10 7-15,0 10 3 0,0 0 5 0,2-6-5 16,0 6-1-16,1-4 6 0,-2 2 5 0,1-1 1 16,0 0 6-16,2 2-7 0,-3-2-5 0,0 0-9 15,-2 1-9-15,-2-2-2 0,1 1-10 16,-2 1-2-16,-3 1 0 0,-2-3-8 0,1 2 0 0,-4 1 1 15,0-2 2-15,-2 2 0 0,0 1 3 16,-2 0-3-16,1-2-4 0,-1 2 0 0,0 0-14 16,0 0-26-16,0 0-45 0,0 0-66 0,0 0-99 15,0 0-79-15,-16 0-34 0,16 0 7 0,0 0 47 16,-14 0 107-16</inkml:trace>
  <inkml:trace contextRef="#ctx0" brushRef="#br0" timeOffset="122074.46">18298 9097 572 0,'0'1'17'0,"0"-1"42"0,0 1 54 15,0 0 36-15,0-1 12 0,0 0-23 0,0 0-53 16,0 0-32-16,0 0-17 0,0 0-8 0,19 0 9 15,-19 0-6-15,15-15-3 0,-15 15-8 0,21 0-1 16,-9 0 10-16,4 0-12 0,-1 0 12 0,1 0-6 16,1 0-3-16,1 0 9 0,1 0-15 0,-2 0 2 15,1 0-3-15,-3 0-8 0,4 0 1 0,-3 0-4 16,1 0-3-16,-3 0 2 0,-1 0-23 0,-2 0-39 16,-1 0-54-16,-1 0-61 0,-4 0-42 15,-1 8 5-15,-3-8 12 0,1 0 21 0,-1 6-7 0,-1-6 23 16,0 7 43-16</inkml:trace>
  <inkml:trace contextRef="#ctx0" brushRef="#br0" timeOffset="126240">19249 8501 153 0,'-12'0'18'15,"12"0"18"-15,0 0 6 0,0 0 13 0,0 0-4 16,0 0-13-16,0 0 11 0,-8 0 0 0,8 0-13 16,0 0 29-16,0 0-1 0,0 0 6 0,0 0 32 15,0 0-10-15,0 0-2 0,0 0 6 16,0 0-21-16,0-11-12 0,0 11-14 0,0 0-10 15,0 0-16-15,0 0-2 0,0 0 13 0,0 0-6 16,0 0 8-16,0 0-3 0,0 0-14 0,0-4-8 16,19 4-1-16,-19 0-11 0,13 0 5 0,-13 0-1 15,23 0-6-15,-9 0 9 0,2 0-5 0,0 0-2 16,0 0 1-16,1 0-2 0,0 0-2 0,-2 0 2 16,1 0 5-16,-2 0-5 0,-3 15 4 15,0-15 1-15,-1 0 0 0,-2 0 1 0,-3 9-4 16,1-9-5-16,0 0-9 0,-1 5-1 0,-1-5 0 0,-2 6-7 15,-2-2 6-15,1 0 11 0,-1 2 3 16,0 0 8-16,0 3-6 0,0 0-3 0,-25 1-5 16,25 2 9-16,-18-1 9 0,18 1-7 0,-24 1 1 15,11-1-1-15,1-1-9 0,0 3 0 0,-1-2 2 16,2-1-4-16,-2-1 6 0,4 0 2 0,1-1 6 16,0-2-6-16,1 0-2 0,2-4 5 0,1 1-13 15,1 0 16-15,3-1-6 0,-2-1-6 0,2 1 6 16,0-1-12-16,0 1 7 0,0 1 9 0,0-1 3 15,0-1-1-15,0 2-3 0,0-1 9 0,16-2-12 16,-16 3 7-16,0-2 5 0,21-1-14 0,-21 1 6 16,22-2-2-16,-10 2-3 0,2-2 2 15,-2 0 6-15,3 0-12 0,-1 0 13 0,-5 0-7 16,2 0-8-16,-2 0 18 0,-2 0-14 0,0 0 7 16,-1 0 4-16,-1 0-7 0,-1 0 0 0,0 0 11 15,0-12-4-15,0 12-2 0,-1 0 3 0,-2 0-8 16,1 0-4-16,0 0 8 0,-1-9 0 0,0 9-24 15,1 0-35-15,-1-4-70 0,0 1-56 0,1 1-43 16,0-1 5-16,0 0 31 0,-2 1-26 0,0-1 64 16</inkml:trace>
  <inkml:trace contextRef="#ctx0" brushRef="#br0" timeOffset="126843.11">19599 8479 395 0,'0'-1'10'0,"0"-2"17"0,0 1 14 0,0-1 20 15,0 2 8-15,0 0-8 0,0 1-13 16,0-1-20-16,0 1-18 0,0 0-20 0,0 0 15 0,0 0-10 15,0 0-10-15,0 0 15 0,0 0-20 16,0 0 10-16,0 0 10 0,0 0 0 0,0 0-4 16,0 21 9-16,0-21 5 0,0 16-15 0,0-16 14 15,0 22-9-15,0-9-5 0,23-3 16 0,-23 3-11 16,16-1-5-16,-16 0 10 0,20 0 1 0,-20-1-1 16,21-2 17-16,-10-1-11 0,0-1-11 0,-1 0 11 15,0-4-16-15,0 1 5 0,0-2 5 0,-3-1-11 16,3-1-15-16,-3 0-9 0,2 0-19 0,0 0 6 15,1 0 16-15,0-22-8 0,-2 22 13 0,2-17 5 16,-2 17 4-16,1-16 14 0,-2 16 4 0,0-18-9 16,-1 9 5-16,-2 1 4 0,0 0 0 15,-1 0 4-15,-2 0 9 0,-1 1-5 0,1 2 1 16,-1-1-1-16,0 1 0 0,0 2-1 0,0 1 5 16,0 0 4-16,0 0-16 0,0 1-5 0,0 1-13 15,0 0 1-15,-13 0 7 0,13 0-7 0,0 0 12 16,-11 0 4-16,11 21-13 0,-7-21 21 0,7 13-8 15,-11-13-5-15,5 20 9 0,-1-9-17 0,1 2 9 16,0 1-5-16,-1 2 4 0,0 1 0 0,0 3 5 16,1-2 5-16,2-1-10 0,-1 0 15 0,0 0 0 15,1 2-9-15,-2-4 15 0,3 1-15 0,1-4 1 16,-1 1 9-16,0 2-15 0,2-4 21 0,-1 0-16 16,1-3 0-16,0-1 0 0,0 0-5 15,1-2 0-15,-2-1 5 0,1-1 6 0,0 0-11 16,1-1 0-16,-1-1-44 0,0-1-22 0,0 0-24 15,1 0-39-15,0 0-22 0,0 0 24 0</inkml:trace>
  <inkml:trace contextRef="#ctx0" brushRef="#br0" timeOffset="127375.88">20015 8526 448 0,'5'-3'8'0,"-1"-2"10"0,-2 2 21 0,0-2 13 16,0 3-4-16,-1 0-6 0,0-1-10 0,0 1-13 16,-1 2 0-16,2 0-3 0,-2 0-11 0,0 0-1 15,0 0 1-15,0 0-5 0,0 0-5 0,0 0 0 16,0 0 0-16,0 0 5 0,0 0 0 0,0 0 10 15,0 0-10-15,0 0 0 0,-18 0-5 16,18 16 5-16,0-16-5 0,-18 0 0 0,18 15 10 0,-12-15-19 16,12 13 9-16,-11-13 10 0,3 15-10 15,4-7 20-15,-2 1-15 0,1-1-10 0,2 2 16 16,1-1-5-16,0 2 4 0,0 2-5 0,2-2 1 16,0 0-6-16,0 1 11 0,0 0 5 0,0-1-10 15,22 1 5-15,-22-3-5 0,17-1 16 0,-17 0-6 16,15-2-6-16,-15-2 12 0,17-1-5 0,-17-2 37 15,15-1 6-15,-7 2 16 0,-1-2 3 0,0 0-7 16,0 0 3-16,2 0-9 0,-3 0-4 0,1 0-20 16,-2 0-5-16,1 0-5 0,0-21-12 0,-3 21 1 15,1-14 0-15,1 14-8 0,-1-18-4 0,-2 8 4 16,2 0-5-16,-2-2 1 0,0 1 3 0,-1-2-4 16,1 1 0-16,-2-1-4 0,0 1 5 15,0 1 5-15,0-3-3 0,0 3 9 0,0 0-8 16,-17 1-4-16,17 1-2 0,0 3-6 0,0-2 0 15,-16 4-5-15,16 0-22 0,0 1-61 0,0 1-57 16,-8 1-56-16,8 1-7 0,0 0 29 0,0 0 23 16,0 0 5-16,-4 0 14 0,4 0 34 0</inkml:trace>
  <inkml:trace contextRef="#ctx0" brushRef="#br0" timeOffset="127856.72">20334 8495 375 0,'5'0'6'0,"2"0"17"0,-1 0 17 16,-2-16 18-16,0 16 7 0,0 0 0 0,-1 0-1 15,1 0-13-15,-4 0 1 0,0-10-13 0,0 10-9 16,0 0-1-16,0 0-15 0,0 0-9 0,0 0-5 15,0 0-5-15,0 0 0 0,0 0 0 0,-15 0 5 16,15 0-5-16,0 0-4 0,-19 0 9 0,19 0 1 16,-14 0 4-16,14 17-1 0,-16-17-3 15,9 0-6-15,0 17-4 0,-1-17 5 0,-2 14-10 16,2-6 6-16,1-1-2 0,1 3 11 0,0-1 4 16,3 2-4-16,1 1 5 0,1-1 1 0,1 3 5 15,0-2-6-15,0 2 6 0,0-2-5 0,20 1 5 16,-20-1 5-16,20 0 1 0,-20-3-1 0,21-1 7 15,-21 0 24-15,27-1 3 0,-13-3 23 0,-1-1 7 16,1-2-8-16,3-1 1 0,1 0-18 0,-4 0-2 16,2 0-4-16,-3 0-4 0,-1-19 3 0,0 19-15 15,-4 0 1-15,-1-19-12 0,-1 19-8 0,0-19 4 16,-1 19-11-16,-3-21 2 0,-2 10-2 0,2-1-4 16,-2-1-3-16,0 2 4 0,0-1-3 15,0 1-8-15,-25-1 2 0,25 1 1 0,-18 0-11 16,18-1-38-16,-25 2-80 0,25 1-68 0,-23 1-54 15,11-1 6-15,-2 4 38 0,1 0 24 0,0 0 8 16,1 4 31-16,3-1 42 0</inkml:trace>
  <inkml:trace contextRef="#ctx0" brushRef="#br0" timeOffset="128939.24">19130 9082 111 0,'-3'0'0'16,"1"0"16"-16,0 0 13 0,2 0 6 0,-1 0 9 15,1 0-7-15,0 0-4 0,0 0 5 0,0 0 7 16,0 0 0-16,0 0 3 0,0 0-1 16,0 0-8-16,0 0-5 0,0 0 0 0,0 0 6 15,0 0-3-15,0 0 0 0,0 0-7 0,0 0-10 16,0 0-6-16,0 0-4 0,0 0 0 0,0 0-10 16,0 0 0-16,0 0 14 0,0 0 5 0,0 0 10 15,15 0 13-15,-15 0-4 0,12 0-5 0,-12 0 8 16,17 0-9-16,-4 0-5 0,0 0 3 0,3 0-9 15,0 0 4-15,4 0-5 0,-1 0-3 0,2-14 5 16,2 14-4-16,3 0 3 0,1 0-1 16,-1-11-5-16,5 11-2 0,-1 0 4 0,5-10-5 15,0 10-3-15,2-8 4 0,0 4 3 0,0 0 10 0,-2-1 4 16,2 1-3-16,-3 0-3 0,-1-1-13 16,-3 2-11-16,-1-1 2 0,-3-1-1 0,-2 3 7 15,1-1 0-15,-3 1 0 0,0-1-4 0,-3 2-2 16,3-1 5-16,-3 0-1 0,2 1 0 0,0 0-1 15,2-1-4-15,-2-1 1 0,4 0-8 0,-2 1 5 16,3-3 3-16,1 2 1 0,-2-1 1 0,0 0 2 16,-1 0-5-16,2 0-7 0,-2-1 4 0,-1 1-2 15,-1 0 1-15,0 1 4 0,-3 0 0 0,1 0 0 16,-2 1 11-16,-2 1 10 0,-3 0-1 0,-2 1 5 16,-1 0-9-16,0 0-5 0,-3 0 11 15,0 0-7-15,0 0 3 0,-1 0 2 0,0 0-6 16,2 0 7-16,-1 0-9 0,1 0 1 0,1 0-3 15,-1 0-6-15,-2 0 6 0,2 0-7 0,-1 0 0 16,-4 0-1-16,1 0-2 0,-2 0-4 0,0 0 4 16,-2 0-4-16,0 0 3 0,0 0 1 0,0 0-13 15,0 0 5-15,0 0 4 0,0 0 3 0,0 0 6 16,0 0-6-16,0 0-33 0,0 0-40 0,0 0-45 16,0 0-55-16,0 0-28 0,0 0-33 0,0 0-3 15,0 0 5-15,0 0 4 0,0 0 73 0</inkml:trace>
  <inkml:trace contextRef="#ctx0" brushRef="#br0" timeOffset="129971.38">19678 9268 210 0,'1'0'8'0,"-1"0"18"16,2 0 1-16,0 0 9 0,0 0-8 0,0-17-8 15,-1 17-1-15,1 0-4 0,-1 0 3 0,1 0 0 16,-1-11 0-16,1 11 0 0,-1 0 0 0,0 0-4 16,-1 0 7-16,2 0-12 0,-2 0-5 15,0 0-8-15,0 0-5 0,0 0 5 0,0 0 0 16,0 0 7-16,0 0-7 0,0 0 8 0,0 0 0 15,0 0-8-15,0 0-4 0,0 14 7 0,0-14-4 16,0 13-3-16,0-13 11 0,0 18-3 0,0-8-1 16,0 2 13-16,0 2 5 0,0 1 0 0,0 2-1 15,0 1 5-15,-14 2-9 0,14-1-4 0,0 3 0 16,0-2 1-16,0-1-5 0,-8-2-9 0,8 0 10 16,0-3-9-16,0 0-1 0,-4-5 15 0,4 0-10 15,-3-2 9-15,3 0-8 0,0 0-1 0,0-4 9 16,0 0-18-16,0-2 18 0,0 1-38 15,0-2-25-15,0 0-41 0,0 0-63 0,0 0 28 0</inkml:trace>
  <inkml:trace contextRef="#ctx0" brushRef="#br0" timeOffset="130487.64">19983 9220 449 0,'2'0'8'0,"-1"-1"14"0,-1 1 13 0,0-1 13 16,0 0-1-16,0 1-9 0,0 0-12 0,0 0-4 16,0 0-7-16,0 0-5 0,0 0 0 0,0 0-10 15,0 0-10-15,0 0 5 0,0 0-5 0,-17 0 0 16,17 0 15-16,-14 15-10 0,14-15 5 0,-20 12 10 15,8-12-10-15,2 16 0 0,-2-7 5 0,3 0-10 16,-1 3 5-16,2-2 6 0,-1 1-1 0,2 0 0 16,1 2 11-16,-1 1 0 0,2-1 11 0,3 1 0 15,-2-2-4-15,3 0 5 0,1 2-5 0,0-3 10 16,0 0 5-16,0-1 5 0,0 0 19 0,0-3 1 16,20 2 2-16,-20-3-2 0,14 0-29 15,-14-2 2-15,19-1-3 0,-19 0-8 0,18-3 1 16,-8 0-10-16,1 0-4 0,-2 0 0 0,2 0 2 15,-2 0 8-15,-1 0 8 0,1-20 8 0,1 20 6 16,-2-15 2-16,-1 15-2 0,1-19 1 0,-2 9 1 16,1-2-13-16,-2 1-12 0,0-3-13 0,-1 2-6 15,0-1-2-15,-2 0 3 0,0 0-4 0,-2-1 2 16,0 1-5-16,0 0 2 0,0 1 3 0,0 0-4 16,0 1 5-16,0 1-3 0,-17 0 0 0,17 3-1 15,0-1-1-15,0 2-5 0,0 1-3 0,-14 0-31 16,14 2-59-16,-9 0-74 0,9 1-49 0,-9 0-21 15,4 2 28-15,-1 0 64 0,-2 0 12 16,3 0 26-16,-1 0-16 0,1 0 10 0,1 0 40 16</inkml:trace>
  <inkml:trace contextRef="#ctx0" brushRef="#br0" timeOffset="131019.17">20211 9248 391 0,'2'0'18'0,"0"10"13"0,-2-10 10 16,0 0 12-16,0 0-21 0,0 0-6 0,0 0-9 15,0 0-4-15,0 0 22 0,0 0-18 0,0 0-17 16,0 0 5-16,0 0-20 0,0 0 7 0,0 0 20 15,0 0-20-15,0 0-5 0,0 0 22 0,-14 0-13 16,14 16 12-16,0-16-4 0,-17 0-12 0,17 13 8 16,-13-13 0-16,13 12 8 0,-12-5-12 0,5-2 3 15,3 1-3-15,-1 1-5 0,0 0 13 0,2-1 1 16,0 2 4-16,0 0-10 0,1 1 6 16,-1 2-15-16,2-1 6 0,0 0 8 0,1 4-8 0,0-1 28 15,0-1-19-15,0 1 4 0,0 0 11 16,19-1-14-16,-19 0 23 0,0-1 12 0,19-3 0 15,-19 0 10-15,14-1 0 0,-14-2 19 0,16-2 9 16,-16-2 4-16,14 0 10 0,-6-1-8 0,0 0-13 16,-1 0-13-16,2 0-12 0,-1 0-14 0,3 0-3 15,0 0 0-15,-1-21 0 0,1 21 2 0,-1-18-3 16,0 18 3-16,-1-24 3 0,-2 24 4 0,-2-23 7 16,-1 11-1-16,-1-1 0 0,-2 1-6 0,0 0 4 15,-1 0 0-15,0-1-3 0,0 0-9 0,0 0-10 16,-18 1-9-16,18 1-9 0,0-2 1 15,-20 2-4-15,20 3-5 0,-15-2 0 0,15 3-6 16,-16 0-30-16,16 3-57 0,-14 0-70 0,5 1-79 16,4 1-29-16,-2 1 2 0,2 0 36 0,0 1 52 15,1 0 19-15,-1 0 0 0,3 0 33 0,-1 0 31 16</inkml:trace>
  <inkml:trace contextRef="#ctx0" brushRef="#br0" timeOffset="131800.64">21006 8876 327 0,'0'0'18'16,"0"0"11"-16,0 0 17 0,0 0 19 0,-12 0-2 16,12 0 15-16,0 0-3 0,0 0 3 0,0 0 12 15,0 0-1-15,0 0-9 0,0 0 4 0,0 0-29 16,18 0-15-16,-18 0 7 0,0 0-25 0,23 0 8 15,-23 0 6-15,19 0-13 0,-8 0 8 0,1 0-6 16,5 0-8-16,-4 0 0 0,1 0-7 0,-1 0-5 16,2 0-8-16,0 0 5 0,-2 0-3 0,-2 0 7 15,-1 0-5-15,0 0-1 0,-1 0-25 0,-2 0-37 16,-2 0-38-16,0 0-64 0,-1 0-27 0,-2 0-14 16,-2 0-25-16,0 0 21 0,0 0 54 15</inkml:trace>
  <inkml:trace contextRef="#ctx0" brushRef="#br0" timeOffset="132023.47">20994 9045 487 0,'0'4'17'0,"15"-2"17"15,-15 0 12-15,12-2 1 0,-12 0-8 0,15 0-13 16,-4 0-1-16,3 0 13 0,-1 0-3 15,3 0-10-15,-3 0-11 0,1 1-9 0,-1 1-9 0,-2-1 13 16,0-1 1-16,-1 2-15 0,-1-2 14 16,-1 1-28-16,0 0-29 0,-2-1-16 0,1 0-31 15,3 0-15-15,-3 0 9 0,-2 0-11 0,0 0-10 16,-1 0 34-16</inkml:trace>
  <inkml:trace contextRef="#ctx0" brushRef="#br0" timeOffset="133279.84">21444 8794 313 0,'-2'3'5'0,"0"-3"10"0,0 0 9 16,2 0 11-16,0 0 3 0,0 0 5 0,0 0-5 16,0 0-10-16,0 0-1 0,0 0-12 0,25 0 3 15,-25 0-9-15,22 0 0 0,-9 0 9 0,3 0-8 16,0-12 28-16,1 12 8 0,2 0 1 0,0 0 1 15,2 0-1-15,-2 0-16 0,1 0-9 16,-1 0 8-16,-1 0-11 0,1 0-9 0,-4 0 0 16,-1 0 0-16,-2 0-11 0,-2 16 4 0,-1-16 5 15,-3 0-10-15,-2 0-3 0,-1 14 9 0,-2-14-8 16,0 10-1-16,-1-10 10 0,0 14-10 0,0-7 8 16,0 1 5-16,0 2-10 0,-21-1 9 0,21 1 0 15,-16-1-7-15,16 2 4 0,-23 0 0 0,10 0-13 16,2 0 15-16,-3-1-7 0,1 1-4 0,2-1 8 15,-2 1-8-15,2-1 4 0,2-1-3 0,1-2 7 16,1 2-11-16,0-2 7 0,3 1 1 0,2-1 0 16,0 0-5-16,1 0 9 0,1-3 0 15,0 1 0-15,0 1 5 0,0-3-9 0,0 2 5 16,0-1-5-16,0 1 5 0,23-3 0 0,-23 1 4 16,14 0-4-16,-14 0 12 0,18 0 5 0,-6-2 12 15,0 1-4-15,-1-2 5 0,2 0 2 0,1 0-5 16,-1 0 13-16,1 0-9 0,-2 0-2 0,2 0-3 15,-4 0-15-15,0 0 10 0,0 0-5 0,-3 0-4 16,-1 0 3-16,-2-14-10 0,-1 14-10 0,-1 0-2 16,0 0-5-16,0 0-25 0,0 0-48 0,2-7-62 15,-4 7-59-15,4-5-25 0,-3 5 16 16,1-6-1-16,0 2 39 0,0-1 48 0</inkml:trace>
  <inkml:trace contextRef="#ctx0" brushRef="#br0" timeOffset="133803.28">22156 8756 484 0,'1'0'18'0,"-1"0"6"16,0 0 9-16,0 0 5 0,0 0-19 0,0 0-10 16,0 0-8-16,0 0-6 0,0 0 0 0,0 0 10 15,0 0-14-15,0 0 5 0,-15 0 4 0,15 0-8 16,0 22 13-16,-18-22-1 0,18 14-12 0,-15-14 17 15,6 19-8-15,-1-19-5 0,1 22 8 0,-2-11-12 16,-1 2 4-16,1-1 5 0,1 0 4 0,0-1-5 16,1 1 5-16,0-1-5 0,0-1 0 0,2-1 4 15,2-1 5-15,-1 0-5 0,3-1-8 16,0-1 5-16,2-1 3 0,1-1 0 0,0 0 13 16,0-1 19-16,0 0 7 0,0 0 13 0,0 0 11 15,0-1-14-15,19 1-6 0,-19 0 4 0,0-1-19 16,17 0-1-16,-17-1 0 0,17 1-5 0,-17-1 4 15,19 1-9-15,-8-2 1 0,2 0-9 0,-1 0 4 16,5 0-8-16,-4 0-2 0,4 0 2 0,-3 0-16 16,2 0 3-16,-1-15 4 0,1 15 1 0,-2 0 7 15,-3 0 3-15,2-13-22 0,-3 13-27 0,-2 0-26 16,-1 0-39-16,-3-9-22 0,1 9-5 0,-3 0-16 16,-2-6 6-16,0 6-31 0,0-4 24 15,0 1 42-15</inkml:trace>
  <inkml:trace contextRef="#ctx0" brushRef="#br0" timeOffset="134128.41">22227 8744 598 0,'0'0'9'0,"0"0"-4"15,0 0 4-15,0 0 0 0,0 0-9 16,0 0-4-16,0 0-1 0,0 0 5 0,0 0-4 16,0 14 4-16,0-14 1 0,0 15-5 0,0-6 9 15,0 3 4-15,0 3 0 0,0 2 9 0,0 0 0 16,0 3 15-16,-18 0 0 0,18 1 6 0,0 2-5 16,0 0-5-16,-12 0 3 0,12 1 0 0,0-1 4 15,-10 0-12-15,10-1 2 0,-7-1-12 0,7-2-4 16,-6-1 0-16,3-1-9 0,0-2 5 0,1-1 3 15,0-1 5-15,1-2-9 0,-1 0 4 0,-1-1-4 16,1-2-17-16,0-1-59 0,0-1-58 0,0-2-43 16,1-1-24-16,1-1 4 0,0-2 48 15</inkml:trace>
  <inkml:trace contextRef="#ctx0" brushRef="#br0" timeOffset="135112.78">22406 9072 543 0,'0'3'12'0,"0"-1"8"0,0-2 1 16,0 1 4-16,0-1-9 0,0 0-3 0,0 0 3 16,0 0-8-16,0 0 0 0,0 0 5 0,0 0-3 15,20 0-1-15,-20 0 1 0,17 0-5 0,-17 0 0 16,21 0 5-16,-9 0-15 0,0 0 0 0,1 0 10 15,-1 0 0-15,0 0 10 0,0 0-1 0,0 0-4 16,0 0-1-16,-2-16 6 0,-1 16-5 0,0 0-5 16,-1-11 10-16,-3 11-1 0,1-9 10 15,0 9-6-15,-4-11-13 0,4 4 4 0,-4 0-17 16,0-2 8-16,-1 2 4 0,-1-2-3 0,0-1-10 16,0 0-5-16,0-1 6 0,0 0 0 0,0-2 14 15,0 0-5-15,-17 0 4 0,17-3-3 0,0 0-6 16,-15 0 5-16,15 0 1 0,-12 0-10 0,12-1 15 15,-10 2-1-15,10-1-9 0,-7 3 14 0,7 3-5 16,0 1 5-16,0 3-6 0,0 0 0 0,0 3 1 16,0 0 5-16,0 3 20 0,0-1-10 0,0 1 10 15,0 0-6-15,0 0-16 0,0 0 1 0,0 0-10 16,19 0 10-16,-19 0 5 0,18 0 1 16,-5 0 9-16,0 0-15 0,1 0 3 0,1 0 13 15,0 0-10-15,1 0 4 0,-1 0-12 0,0 19-4 16,0-19 3-16,1 0-8 0,-6 19 3 0,2-19-4 15,-1 12 1-15,-2-12 0 0,0 11 0 0,-3-11 4 16,-2 11 0-16,0-5 5 0,-2 0-10 0,0-1-1 16,-1 0-7-16,1 3 4 0,-2-2 5 0,0 1 4 15,0 0-4-15,0 0-5 0,0 1 8 0,0-1-4 16,0 0 8-16,-16 2 2 0,16-2-5 0,0 1 0 16,-16-3-3-16,16 2-2 0,0 0 1 0,-11 0-8 15,11 0 9-15,0 0-1 0,-10 0-5 0,10 0 9 16,0-1-12-16,0 1 5 0,0 0 1 0,0 0 10 15,0-1 2-15,0 1-2 0,0 0 12 16,0-1-11-16,22-1 2 0,-22 1 5 0,0 0-11 16,22-2 6-16,-22 0 18 0,15-1 11 0,-15-1 26 15,15-1 13-15,-15 1-3 0,13-2 3 0,-6 0-11 16,1 0-9-16,2 0-4 0,-3 0-13 0,0 0-6 16,3 0-10-16,-1 0-12 0,-1-18-4 0,0 18-9 15,-1 0 3-15,-1 0 2 0,-1-12-4 0,0 12-3 16,-2 0-12-16,1 0-40 0,-2-9-49 0,-1 9-50 15,0 0-62-15,-1 0-41 0,0-5-3 0,0 5 5 16,0 0 5-16,0-2 67 0,0 0 51 0</inkml:trace>
  <inkml:trace contextRef="#ctx0" brushRef="#br0" timeOffset="137108.38">15179 3554 144 0,'0'0'14'0,"0"0"8"0,0 0 7 0,1 0 10 16,-1 0-8-16,1 0 3 0,-1 0 0 0,0 0 7 16,0 0 7-16,0 0-8 0,0 0 4 0,0 0-17 15,0 0-13-15,0 0-1 0,0 0-5 16,0 0 5-16,0 0-4 0,0 0-5 0,0 0-4 16,0 0-4-16,0 0 4 0,0 0 0 0,0 0 0 0,0 0 0 15,0 0 4-15,0 0-4 0,0 0-4 16,0 0 8-16,0 0-8 0,0 0 4 0,0 0 8 15,0 0-16-15,0 0 4 0,0 0 4 0,0 0-5 16,0 0 14-16,0 0-5 0,0 0 5 0,0 0-13 16,0 0 4-16,0 0 0 0,0 0-4 0,0 0 12 15,0 0 1-15,0 0-5 0,0 0 0 0,0 0 0 16,0 0-12-16,0 0 12 0,0 0 1 0,0 0 3 16,0 0 9-16,0 0 16 0,0 0 6 0,0 0 7 15,0 0 4-15,0 0 9 0,0 0 17 16,0 0 9-16,0 0 10 0,0 0-2 0,0 0-17 0,0 0-15 15,0 0-14-15,15 0-22 0,-15-16-13 16,13 16-6-16,-5 0 0 0,2-12-3 0,4 12-5 16,-2-10 8-16,0 10-3 0,2-13-7 0,-1 6 13 15,1 2-9-15,0-1 0 0,1-1 5 0,-4 3-3 16,1-2 3-16,-4 1 3 0,0 1-6 0,-1 0 4 16,-1 1-1-16,-2 0-8 0,-2-1 6 0,0 2-4 15,-1 0-1-15,0 0-1 0,0 2 0 0,-1 0-4 16,0 0 0-16,0-1-29 0,0 1-50 0,0 0-68 15,0 0-63-15,0 0-18 0,0 0 13 0,0 0 11 16,0 0 56-16,0 0 49 0</inkml:trace>
  <inkml:trace contextRef="#ctx0" brushRef="#br0" timeOffset="137432.75">15248 3612 239 0,'0'1'19'16,"0"0"24"-16,0 1 17 0,0-2 10 0,0 0-8 0,0 0-17 16,17 0-5-16,-17 0-6 0,0 0-12 0,21 0-1 15,-21 0-12-15,17 0 5 0,-17-14-10 16,11 14 6-16,-11 0-1 0,12 0 1 0,-12 0 10 15,7 0 0-15,-7 0 1 0,7 0-11 0,-2-7 16 16,-3 7-16-16,1 0 6 0,1-4 3 0,1 4-14 16,0-5 10-16,-1 3-6 0,2-2-4 0,1 1-4 15,1-1 4-15,-1 0-10 0,-1-1 5 0,1 2 0 16,2-1-35-16,-2 0-5 0,-1 0-37 0,1 1-13 16,-1-1-9-16,1 0-12 0,-1 0 0 0,-1-1-18 15,1 0 35-15</inkml:trace>
  <inkml:trace contextRef="#ctx0" brushRef="#br0" timeOffset="138274.94">15461 3112 332 0,'-3'0'1'0,"3"0"10"0,0 0 11 0,0 0 10 15,0 0 4-15,0 0-6 0,0 0-11 0,0 0-9 16,21 0 4-16,-21 0-9 0,0 0 5 0,19 0 9 16,-19 0-9-16,21 0 9 0,-11 0 1 0,4 0-6 15,-1 0 5-15,2 0 0 0,-1 0 6 0,1 0-11 16,-2 0 7-16,0 0 1 0,0 0-16 0,-2 0 11 16,0 0-16-16,-2 0-1 0,-1 0 16 0,0 0-16 15,-2 0 5-15,-1 10 6 0,0-10-16 16,-2 0 11-16,0 0-12 0,-1 8-10 0,-2-8 10 15,2 5 1-15,-1-2 11 0,-1 3 0 0,0-1 0 16,0 0 0-16,0 0 1 0,0 0-7 0,0 2-6 16,-16 1 5-16,16 0 0 0,0 0 1 0,-17 0-1 15,17 1-4-15,-12 2 4 0,12 0 12 0,-14 0-12 16,14-3 6-16,-14 2-11 0,10-1-16 0,-1 1 16 16,0-1 1-16,2 0 5 0,0-1 15 0,1-2-4 15,0 3-17-15,1-2 17 0,-1-1-17 0,2-1 1 16,0 0 10-16,0-1-15 0,0 1 9 0,0-1 6 15,0-1-10-15,0-1 10 0,0 1-10 0,0 0 5 16,0-2 11-16,0 0-11 0,0 1 16 0,0-1-5 16,13-1 20-16,-13 0 5 0,0 0 10 0,0 0-4 15,11 0-12-15,-11 0 0 0,9 0-6 16,-5 0 0-16,3 0-10 0,1 0-4 0,-2 0-13 16,1 0 3-16,1 0 1 0,2-15 3 0,-3 15 2 15,1 0-2-15,-2 0 7 0,3-12-5 0,-2 12 8 16,-2-7-7-16,0 2-7 0,1 0 2 0,0 2-10 15,-1-1 9-15,0 0-5 0,-1 1 8 0,1-1 5 16,-3 1-8-16,1 1-1 0,1 1-4 0,-4-1 4 16,4 1 0-16,-4 0-20 0,0 1-57 0,0-1-60 15,0 0-30-15,0 0-6 0,0-1-3 0,0-1 27 16,0 0 32-16</inkml:trace>
  <inkml:trace contextRef="#ctx0" brushRef="#br0" timeOffset="138779.93">15990 3019 432 0,'2'-3'18'16,"-2"-1"11"-16,2 4 18 0,-2-3-9 0,0 3-15 16,0 0-5-16,0 0-18 0,0 0 5 0,0 0-10 15,0 0 9-15,0 0-9 0,0 0 9 0,0 0 9 16,0 0-22-16,0 16 9 0,0-16 0 0,-16 13 0 16,16-13-5-16,0 17 4 0,-15-8-8 0,15 2-1 15,-10 1 14-15,10-1 0 0,-9 1 0 0,1 0 5 16,3 0-10-16,0-1-14 0,0 0 20 0,-1 1-10 15,1-1 15-15,-2-1 0 0,1-1-14 0,1 1 5 16,1-1-6-16,-1 1 10 0,1-2-5 0,0 1-8 16,2-1 12-16,0-1-8 0,1-2 4 0,-1 1 0 15,2-2-13-15,0-1 17 0,0 0-3 16,0-1 3-16,0 0 15 0,0-1 5 0,0 1 11 16,0 0 21-16,0 0-13 0,22-1-10 0,-22 0-6 15,18 1-21-15,-18-2 10 0,22 1-10 0,-8-1 5 16,-2 0-1-16,4 0-14 0,-3 0 4 0,-1 0-5 15,2 0 1-15,-2 0 5 0,-1-16 5 0,0 16 0 16,-2 0-1-16,-1 0 6 0,-1-13 0 0,-2 13 0 16,0 0-10-16,-2-12-1 0,-1 12-11 0,0-6-33 15,-1 2-22-15,-1-2-40 0,0 2-34 0,0-1 1 16,2 0-19-16,-2 0 34 0</inkml:trace>
  <inkml:trace contextRef="#ctx0" brushRef="#br0" timeOffset="139095.04">16074 3009 372 0,'0'-3'10'15,"0"1"10"-15,0 0 0 0,0 2 5 16,0 0-15-16,0 0-14 0,0 0 4 0,0 0 0 15,0 0 4-15,0 0 4 0,0 0-4 0,0 0-5 0,0 22-5 16,0-22-4-16,0 17 9 0,0-17 0 16,0 23 8-16,0-9 9 0,0 2 7 0,0 0-11 15,0 1 22-15,0 0-5 0,0 1-9 0,0 3 15 16,0 0-24-16,0 2 4 0,0 0-1 0,0-1 1 16,0 3 0-16,0-1-5 0,0 0-4 0,17-2-12 15,-17-2 11-15,0-2 1 0,0-1-6 0,15-2 10 16,-15-1-4-16,0-2-1 0,11-1-28 0,-11-2-68 15,0-1-83-15,0-4-14 0,0 1 33 0</inkml:trace>
  <inkml:trace contextRef="#ctx0" brushRef="#br0" timeOffset="141807.31">16308 3318 225 0,'0'0'9'0,"-6"1"3"0,6 0 9 15,0-1 5-15,0 0-10 0,0 0 5 0,0 0-6 16,0 0-1-16,0 0-7 0,0 0 2 0,0 0 6 16,0 0-9-16,0 0 16 0,0 0-3 0,0 0-5 15,0 0-4-15,0 0 0 0,0 0-9 0,0 0 4 16,0 0 13-16,0 0 1 0,0 0 9 15,0 0-14-15,0 0 0 0,0 0-4 0,0 0-14 16,0 0 13-16,0 0 4 0,0 0-8 0,0 0 13 16,0 0-4-16,0 0-10 0,0 0 1 0,0 0-5 15,0 0-4-15,0 0 13 0,0 0 5 0,0 0 10 16,0 0 12-16,0 0-3 0,0 0 0 0,0 0 0 16,13 0-17-16,-13 0-5 0,0 0 5 0,15 0-10 15,-15 0 5-15,16-15-11 0,-6 15 5 0,-1 0-5 16,2-11-9-16,0 11 4 0,2-10-4 0,0 10 5 15,-1-10 20-15,2 3 1 0,-1 0-11 0,0 1 0 16,-1 2-6-16,-2-2-6 0,0 0 12 0,-4 3-6 16,0-2-4-16,0 2 16 0,-3 0-17 0,-1 0 21 15,2 1-11-15,-4 1-9 0,2 0 19 16,-2 0-14-16,0 1 9 0,0 0 0 0,0 0-14 16,0 0 4-16,0 0-10 0,0 0 10 0,0 0 0 15,0 0-5-15,0 0 6 0,-20 0-1 0,20 0 6 16,-12 0-1-16,12-18 1 0,-19 18-10 0,9 0 0 15,-1-13-7-15,0 13 16 0,0 0-6 0,-1-12-5 16,1 12 15-16,-1-10-15 0,1 10 10 0,1-12 15 16,-2 5-19-16,2 0 4 0,0-3 4 0,0 3-14 15,2-1 20-15,1 1-10 0,1 1 5 0,1 0 0 16,0 0-9-16,4 2 15 0,-1-1-25 0,0 0 18 16,2 0 1-16,0 0-6 0,0 0 5 15,0 0 1-15,0 0-10 0,0 0 11 0,0 0-2 16,0 0-12-16,0 1 8 0,0-1-8 0,15 0 13 15,-15 0 0-15,0 0-1 0,0-1 14 0,13 2-9 16,-13-1-1-16,13-2-3 0,-7 1-18 0,2 0 12 16,1-1-4-16,1-1 12 0,0 1 6 0,2-1-6 15,-1 0 1-15,0 0-7 0,1 0 7 0,1 1-4 16,-3 1-4-16,1 0-1 0,-2 1-7 0,-1 2-12 16,-3 0 7-16,0 3 0 0,2-2 0 0,-4 1 15 15,0 1-2-15,0 0-8 0,0 0-3 0,0 0-1 16,1 0 8-16,0 0 5 0,1 0 3 15,-1 0-11-15,1 16 4 0,1-16 0 0,-2 0 0 16,1 0 2-16,-2 13-11 0,2-13 4 0,-2 8 0 0,-2-8-4 16,1 8 4-16,0-8 0 0,-2 9 5 15,1-5 5-15,-1 2-1 0,0 0 1 0,0 0-18 16,0 0 9-16,0 2 4 0,0-1-8 0,0 2 17 16,0-1-5-16,0-1-7 0,0 3 7 0,0-2-2 15,0 1-9-15,0 0-2 0,0 0 11 0,0-1-5 16,0 0 8-16,0 0 1 0,0-1-6 0,0 0 0 15,0-1-3-15,0-1-1 0,14 1-4 0,-14-2 4 16,0 2 3-16,14-1 1 0,-14-2 5 0,9-1 9 16,-9 3-4-16,14-4 4 0,-9 1 0 15,2-1-9-15,-1 0-6 0,-1 1 5 0,1-1-5 16,1-1 9-16,-4 0 0 0,3 0 0 0,-3 0-1 16,2 0-12-16,-2 0 8 0,0 0 1 0,1 0 4 15,-2 0 22-15,1-15 9 0,-2 15 16 0,1 0 1 16,0 0-14-16,-1 0-12 0,0-11-22 0,1 11 2 15,0 0-4-15,0-11-3 0,1 11 4 0,-1-6-15 16,4 2 1-16,-2 0 6 0,1 0-3 0,0 0 8 16,1 0 0-16,0 0-6 0,0 0-2 0,1 2-2 15,0-1-3-15,1 1-20 0,-2 0-29 0,1 1-39 16,-2 0-35-16,2 1-19 0,1 0-23 16,-4 0 2-16,2 0 9 0,-2 0 0 0,1 0 5 15,-2 0 35-15,-2 18 31 0</inkml:trace>
  <inkml:trace contextRef="#ctx0" brushRef="#br0" timeOffset="151797.9">13883 11113 248 0,'0'0'11'0,"0"0"6"16,0 0 6-16,0 0 10 0,0-1-4 0,0 1 3 15,0-1-4-15,0 0 3 0,0 0 0 0,0 0-4 16,0 0 9-16,0 0-10 0,0 0 9 0,0 1 5 16,0-1 2-16,0-1 13 0,0 0-4 0,0 0 13 15,0 1 5-15,0-2 12 0,0 1 8 0,0 0-9 16,0 1 6-16,0-2-18 0,0 2-5 16,0 0-19-16,0 0-7 0,0 0-10 0,0 1-23 15,0 0 3-15,0-2-13 0,0 2 3 0,0 0 11 16,0 0-9-16,0 0-2 0,0 0-14 0,0 0-1 15,0 0 3-15,0 0 6 0,0 0 6 0,0 0 6 16,14 14 1-16,-14-14-5 0,0 16 4 0,0-4-4 16,0 2 7-16,0 1-5 0,0 5-3 0,0-1 4 15,0 5-9-15,0-2 11 0,0 2 4 0,0-1-9 16,0 1 9-16,0-1-8 0,0-2-3 0,0 0 3 16,0-3 1-16,0 1-5 0,0-3 7 0,0-1-8 15,0-3-5-15,0 0 15 0,16-1-1 16,-16-1 1-16,0-1-2 0,0-2-3 0,0 0-6 0,0-1 13 15,0-2 0-15,0-1-2 0,8-1 5 16,-8 0-9-16,0-2 13 0,0 0-2 0,0 0 7 16,0 0-1-16,0 0-14 0,0 0 2 0,0 0-3 15,0-20-3-15,0 20 3 0,0-16-4 0,0 16-4 16,0-25 5-16,0 11 1 0,-15-3-3 0,15-2 1 16,0-1-1-16,-12-2 6 0,12-2-3 0,-8 1-2 15,8-4 3-15,-9 1-13 0,9-1 7 0,-5 1 4 16,5 1 2-16,0 3-6 0,0-1 10 0,0 2-3 15,0 1-8-15,20 1 19 0,-20 2-7 0,18 0 6 16,-18 1 9-16,20-1-9 0,-20 1-3 0,25 1-7 16,-11 0-4-16,-1 3-1 0,0 0 0 15,1 2 1-15,-3 1-4 0,1 2-5 0,-1 3 2 16,0-1-8-16,-2 3-1 0,-2 2 2 0,0 0 10 16,-1 0 3-16,2 0 4 0,-4 0 5 0,2 20-12 15,-1-20 3-15,-1 17 6 0,-2-17-2 0,2 22 3 16,-3-10 1-16,-1 1-7 0,0 1 0 0,0-1 2 15,0 1 5-15,0-1-1 0,-22 1-2 0,22 1-1 16,-19-3-2-16,19 1 4 0,-22 0-3 0,9 0 2 16,-2 0-3-16,2-2-1 0,-1 0 6 0,-1 1-14 15,2 0 7-15,-3-3-3 0,5-1-12 16,-3 0-7-16,5-3-16 0,-2 1-7 0,0-2 7 0,2 1 5 16,2-2 0-16,1 0-4 0,-2 0-15 15,0 0 0-15,4 0 7 0,-1 0 4 0,-1 0 14 16,4-1 4-16,-4 1 10 0,4 0 10 0,0-1-5 15,0 1 4-15,2-1-4 0,0 0 0 0,0-1 14 16,0 2-9-16,0 0 0 0,0 0-4 0,0 1-2 16,0 0 7-16,0 1 2 0,0 0 2 0,0 2-1 15,20-2 9-15,-20 2-3 0,15 1 5 0,-15 1-6 16,19-3 1-16,-8 1-5 0,3 0 5 0,1 0 0 16,1-1 4-16,-1-1-5 0,4-1-5 0,0 0 6 15,2-1-9-15,-1 0 9 0,0-1 5 0,1-2-10 16,1 0 6-16,-2 0-2 0,-2 0-3 0,2 0 8 15,-2 0-9-15,0 0-4 0,-4 0-10 16,-1-20-20-16,-1 20-15 0,-4 0-10 0,2-17-2 16,-1 17 4-16,-3-14 10 0,0 14 11 0,0-16 7 15,2 8 5-15,-5 1 6 0,1 1 9 0,0-2 14 16,-2 1-1-16,0 0 0 0,-1 0-4 0,-1 0-5 16,0 0-4-16,0 1 9 0,0-1 4 0,0 1-4 15,0 0 0-15,0 0 4 0,0 2-4 0,0-1-4 16,0 2 9-16,0-1-19 0,0 3 5 0,0-2 4 15,0 2 5-15,0 1 0 0,0 0-5 0,0 0 1 16,0 0 0-16,0 0-1 0,0 20 1 0,0-20-4 16,0 18 4-16,0-18 5 0,0 21 4 15,0-7-5-15,0 1-3 0,0 1-1 0,0 2 9 16,-16 0 4-16,16 1-9 0,0 1 13 0,0 0-17 16,0 1 8-16,0 0 5 0,0 0-13 0,0 0-1 15,0-1 5-15,0-1 0 0,0 0 4 0,0-2 4 16,0-2-4-16,0 1-9 0,0-1 1 0,0-4 4 15,0 0-5-15,0-3 14 0,0 0 0 0,0-2-9 16,0-3 4-16,0 1 5 0,0-3-5 0,0-1 10 16,0 0-5-16,0 0-4 0,0 0 8 0,0 0-4 15,0 0 5-15,0-17 1 0,0 17-10 0,0-16 1 16,0 16-1-16,0-24-10 0,0 9 10 0,0 1 5 16,0-3-5-16,0-3 5 0,0 2-4 15,0-3 9-15,0 1 0 0,0-3-5 0,0 1 1 16,0-1-21-16,0-1 6 0,0 2 10 0,0 0 1 15,0 2 10-15,0 2 15 0,0 1-4 0,0 4 15 16,0 1 4-16,0 2-7 0,0 1 10 0,0 3-15 16,0 0-9-16,0 1-15 0,0 2-7 0,16 1 10 15,-16 1-2-15,0 1 5 0,16 0-5 0,-16 0-12 16,17 0 8-16,-7 0-13 0,1 21 5 0,-1-21-2 16,3 16 1-16,-3-16 13 0,2 19-6 0,1-19 5 15,-2 21-4-15,-1-10-4 0,-1 0 0 0,3-1-3 16,-2 0-5-16,-3-1 8 0,-2 1 8 0,-2-1 4 15,-2 0 5-15,-1-1-8 0,0 1-3 0,0-1-4 16,0 1 8-16,-27-2 4 0,27 0-5 16,-25 1 0-16,25-2-9 0,-32 0-3 0,13-1-2 15,0-2 6-15,2-1-58 0,-3 0-53 0,-1-2-49 16,3 0-47-16,-2 0 27 0,7 0 38 0,-1 0 12 16,1 0-8-16,1 0 23 0,5-19 15 0</inkml:trace>
  <inkml:trace contextRef="#ctx0" brushRef="#br0" timeOffset="152367.14">14539 11335 549 0,'0'0'26'0,"0"0"31"0,0 12 16 0,0-12 24 0,0 0-15 15,0 0-36-15,0 0-10 0,0 0-15 16,20 0-5-16,-20-21 14 0,18 21 8 0,-18 0-7 15,27-12-6-15,-13 12-1 0,-1 0-19 0,2-9-6 16,-2 9 9-16,1 0-4 0,-4 0 0 0,1 0 0 16,-2 0 1-16,0 0-9 0,-2 0 6 0,0 0 1 15,-3 0-9-15,0 17 5 0,1-17-2 0,-4 0 5 16,1 15 2-16,-2-15-9 0,0 12 3 0,0-12 0 16,0 15 1-16,0-8 4 0,0 2 0 0,-21 0-1 15,21 1-2-15,-16-1 5 0,16 1-10 0,-16-2 9 16,16 4 0-16,-20-3 7 0,20-1-3 0,-17 1-8 15,10-1-8-15,0-1-12 0,0 1 9 0,3-2 3 16,4 0 8-16,-2-1 8 0,0-1-12 16,1-1 1-16,1 0 7 0,0 0-4 0,0-1 18 15,0 0 3-15,0-1 27 0,0 0 22 0,0-1 19 16,16 1 6-16,-16-1-18 0,16 0-15 0,-16 0-30 16,15 0-8-16,-15 0-17 0,23 0-11 0,-12 0 7 15,3 0-3-15,-1 0 6 0,-1-16-6 0,-1 16 6 16,1 0-19-16,-1 0-13 0,-3-12-29 0,0 12-54 15,0 0-39-15,-1-7-53 0,-1 7-18 0,-1 0 18 16,-1-7 24-16,0 7 24 0,1-6 2 0,-2 3 31 16</inkml:trace>
  <inkml:trace contextRef="#ctx0" brushRef="#br0" timeOffset="152726.1">15243 11246 543 0,'2'0'18'15,"1"0"25"-15,-2 0 27 0,4 0 26 0,-2-17-7 16,3 17 2-16,1 0-18 0,-1-14 4 0,4 14 3 16,1 0-4-16,-2-12 9 0,3 12-12 0,1-6 1 15,1 6-11-15,-1-5-12 0,-1 2-10 0,4-1-6 16,-3 1-12-16,3-1-2 0,-1 2-7 0,-1-1-11 16,0-2 8-16,1 3-5 0,1-3 1 0,-3 2 0 15,0-1-4-15,-5 1-3 0,2 1-9 0,-3-1-37 16,-2 1-63-16,-2 1-63 0,0 1-61 0,-3 0-15 15,0 0 2-15,0 0-15 0,0 0 60 16,0 0 53-16</inkml:trace>
  <inkml:trace contextRef="#ctx0" brushRef="#br0" timeOffset="152933.95">15286 11383 655 0,'0'3'4'15,"0"-2"26"-15,0-1 26 0,0 0 10 0,24 0-4 16,-24 0-10-16,21-23-17 0,-6 23-8 0,-1 0 8 16,0-19-24-16,4 19-1 0,-4 0-1 0,0-17-14 15,2 17 19-15,-1 0-23 0,-2-10 0 16,2 10 4-16,-3 0-34 0,-2-8-17 0,2 8-41 16,-3-3-28-16,1 3 3 0,-1-2-5 0,-2 0-2 15,-1 0-3-15,0-1 23 0</inkml:trace>
  <inkml:trace contextRef="#ctx0" brushRef="#br0" timeOffset="155198.82">15992 10726 184 0,'-3'0'17'0,"0"0"15"0,1 0 4 16,2 0 6-16,-1 0 3 0,0 0-9 0,0 0 13 16,0 0-1-16,0 0-1 0,1 0 7 0,-1-14-7 15,-1 14 10-15,0 0 4 0,2 0 15 0,-2 0-4 16,2 0 4-16,-1 0-8 0,1-8-11 0,-1 8 16 16,1 0-10-16,0 0-7 0,0 0-8 0,0 0-7 15,0 0 5-15,0 0 0 0,0-4-7 0,0 4-16 16,14 0-8-16,-14-1-8 0,0-1-3 0,20 2 3 15,-10-3-9-15,0 1-3 0,3 2 4 0,-2-2-9 16,1 1 8-16,1-1-2 0,-2 2 4 0,3-1 0 16,-4 1 3-16,2 0-1 0,1 0-3 15,-2 0 3-15,1 0-2 0,-4 0-6 0,0 0-3 16,-4 0 4-16,1 0-8 0,-1 0 5 0,-3 0 4 16,-1 14 0-16,0-14 3 0,0 0 9 0,0 10-7 15,0-10 3-15,0 12 1 0,-19-4-7 0,19 0 6 16,0 1-3-16,-22 0-1 0,22 1 5 0,-17-1 0 15,17 1-4-15,-17-1-2 0,17 0 0 0,-12 0-5 16,4 1 5-16,4 0 4 0,-3 0-2 0,2-2 2 16,0 2-10-16,0 0 2 0,-1-1 5 0,2 0-5 15,0-1 13-15,-1 1-14 0,2-1 0 0,1 0 5 16,2-1-4-16,0-2 13 0,0 2 2 0,0-2-5 16,0 0 0-16,0 0 6 0,0-2-5 15,0 0 6-15,23 0 2 0,-23-3-2 0,0 1 1 16,14-1-2-16,-14 0 4 0,13 0 1 0,-13 0 6 15,16 0 7-15,-6 0-1 0,2-15-4 0,1 15-3 16,2 0 0-16,-3-15-5 0,0 15 2 0,-2 0-1 16,-1-12-10-16,-2 12 2 0,-1-8-5 0,1 8-3 15,-2-7 6-15,-1 7-5 0,-1-5-2 0,0 2 6 16,0 1-6-16,-1 1-1 0,-1-2-24 0,0 3-40 16,0-1-41-16,-1-1-68 0,1 1-50 0,-1 0-23 15,2-1 4-15,-2 0 19 0,1-1 7 0,0 0 58 16,0-1 39-16</inkml:trace>
  <inkml:trace contextRef="#ctx0" brushRef="#br0" timeOffset="155723.23">16358 10781 347 0,'6'-5'12'0,"0"2"6"0,-1-1 9 15,-1 0 16-15,2-1-7 0,-4 1-1 0,3 0 3 16,-3 1-16-16,1 1 3 0,0 0 8 0,-3 0 7 15,0 0 5-15,0 1 6 0,0 0-21 0,0 1-5 16,0 0 3-16,0-1-13 0,0 1 13 0,0 0-9 16,0 0-10-16,0 0-3 0,0 0-2 0,0 0-8 15,0 0-9-15,-17 0 12 0,17 0-3 16,0 0 3-16,-12 0 15 0,12 0-18 0,-13 0 0 16,13 0 0-16,-13 18-6 0,5-18 10 0,0 0 4 15,1 16-17-15,-2-16 8 0,1 11-4 0,-1-11 6 16,1 17 8-16,0-9-5 0,-1 1 5 0,2 0-9 15,2 0 9-15,-2 0-14 0,2 1 0 0,1 0 14 16,1-1 1-16,2 0 4 0,1 0 5 0,0 0-14 16,0-2 0-16,0 1 9 0,0-1-4 0,22-1-5 15,-22-1 0-15,18 1-5 0,-18-2 10 0,24 2-6 16,-9-3 1-16,0 0 9 0,1-1-10 0,0-1 6 16,2-1 8-16,1 0-5 0,-1 0 9 0,-1 0 6 15,0 0 3-15,0-16 11 0,-1 16-6 0,-1 0 20 16,-2-18 0-16,0 18 4 0,-4-14 9 15,-1 14-5-15,-2-12-4 0,0 12-20 0,-3-13-13 16,-2 6-6-16,0 0-15 0,-1 1 4 0,0-1 1 16,0-1-8-16,0 1 10 0,0-1-6 0,-18 1-2 15,18-1 10-15,0 2-8 0,-23-3 19 0,23 4 5 16,-15-2-8-16,15 0 4 0,-15 2-13 0,15-1-5 16,-14 0-4-16,14 2-2 0,-10-1 4 0,10 2-4 15,-8-1 5-15,5 2-8 0,0-1-71 0,1 1-71 16,1 0-68-16,-1 1-48 0,2 0 21 15,-2 0 45-15,2 0 3 0,0 1 41 0,0 0 46 16</inkml:trace>
  <inkml:trace contextRef="#ctx0" brushRef="#br0" timeOffset="156226.93">16691 10716 400 0,'3'0'17'0,"0"0"9"16,0 0 13-16,-3 0 26 0,2 0-10 0,-2 0 1 16,0 0-13-16,0 0-19 0,0 0-9 0,0 0-6 15,0 0-4-15,0 0-5 0,0 0 5 16,0 0-5-16,0 0 5 0,0 0-5 0,0 0-5 16,0 0 5-16,-14 0-5 0,14 0 0 0,-12 0-5 15,12 15 6-15,-17-15-11 0,8 0 20 0,-1 16 5 16,1-16-15-16,-1 14 19 0,0-14-18 0,3 13-1 15,0-6 0-15,2 0 0 0,0-1-5 0,-1 0 5 16,4 2 0-16,1-1 0 0,0 0 20 0,0 0-20 16,1 3 10-16,0-2 0 0,0 1-20 0,0 1 20 15,0 0 1-15,0 0 4 0,0 1-5 0,23-1 1 16,-23-1-11-16,0 0-5 0,19-1 21 16,-19 1-6-16,17-1 16 0,-8-1-10 0,2 0 0 0,-2-3 5 15,3-1 0-15,-1 1 16 0,-2-1 16 0,0-1 22 16,1-2 10-16,-1 0 10 0,-2 0-6 15,-1 0-14-15,1 0-7 0,0 0-19 0,-2 0-21 16,2-18 0-16,-2 18-5 0,1 0 5 0,-2-17 13 16,0 17-5-16,0-12-9 0,-2 12-5 0,0-11-5 15,-2 11-11-15,0-14 4 0,0 7 6 0,0 0-7 16,0-2 8-16,0 1-5 0,0-1-15 0,-19-1 12 16,19 1-9-16,0 0 3 0,-18-1 1 0,18 2-9 15,-13-2 3-15,13 3-18 0,-11 0-37 0,11 1-38 16,-9 2-67-16,9-1-30 0,-7 3 0 0,7 0 2 15,0 1 39-15,-2 1 6 0,2 0 7 16,-3 0 38-16</inkml:trace>
  <inkml:trace contextRef="#ctx0" brushRef="#br0" timeOffset="156574.14">16940 10766 522 0,'0'0'29'0,"0"0"38"16,0 0 45-16,0 0 34 0,0 0-19 0,0 0-38 16,0 0-44-16,0 0-32 0,0 0-18 0,0 0 6 15,0-16-2-15,0 16-3 0,0 0 8 0,17 0-9 16,-17 0 1-16,15 0-9 0,-15 0 2 0,23 0 8 15,-12 21-4-15,6-21 8 0,-3 15 8 0,2-15-16 16,1 19 12-16,-1-19 10 0,0 20-6 16,0-11 10-16,-2 1-9 0,-1 0 4 0,-2-2-7 0,1 0 7 15,-2-1 3-15,-2-1-15 0,0-1 7 0,-3-1-1 16,-1-2-2-16,0 2 6 0,-2-3-11 0,-1 0-1 16,1 0-8-16,-2-1-46 0,0 0-57 0,0 0-47 15,0 0-32-15,0 0 17 0,0 0 22 16,0 0-4-16,0 0 39 0</inkml:trace>
  <inkml:trace contextRef="#ctx0" brushRef="#br0" timeOffset="156857.75">17218 10767 488 0,'0'0'29'0,"-15"0"17"0,15 0 20 0,0 0-6 15,-11 0-28-15,11 0-18 0,0 0-23 16,0 0 4-16,-6 0 0 0,6 0 0 0,0 0 5 16,0 0 0-16,-3 0 0 0,3 0 0 0,-4 19 0 15,1-19 5-15,0 0-11 0,-2 17 1 0,1-17 0 16,-1 14-5-16,0-14 10 0,-2 17 0 0,0-8 0 16,-1 1 0-16,2 0 10 0,-1 0-4 0,0 1 4 15,-2-1-4-15,4 1-17 0,-2 0 22 0,0-2-16 16,-1 1 10-16,2 0 6 0,0-2-40 0,-1 1-9 15,2-2-29-15,-2-1-34 0,3-2-2 0,2-1-26 16,0 0 13-16,2-3 33 0</inkml:trace>
  <inkml:trace contextRef="#ctx0" brushRef="#br0" timeOffset="157677.4">17502 10676 468 0,'0'0'-5'0,"0"11"5"15,-17-11-8-15,17 0 0 0,0 0 0 0,0 0 4 16,-16 8 8-16,16-8 0 0,0 5 4 0,-12-1-12 15,12 1 0-15,-9 0 3 0,9 0 5 0,-6 0-4 16,6 0 0-16,0 0-4 0,0 1 4 0,0-2 16 16,0 1 1-16,0 0 9 0,0 0 4 0,0 1-3 15,17 0-1-15,-17-1-4 0,0 2-5 0,19 1-9 16,-19 0 9-16,13 0 0 0,-13 0-4 0,12 1 0 16,-12-1-9-16,13 2 1 0,-8-2 0 0,0 1 21 15,0 0 5-15,0 0 0 0,-1 0-5 16,0-1 0-16,-1-1-9 0,-3-1 14 0,2 0 8 15,-2-2-22-15,0 0 27 0,0-1-23 0,0-1 0 16,0 0 13-16,0 2-14 0,0-3 0 0,0 2-9 16,-21 0-1-16,21 0-14 0,-17-2 10 0,17 0-3 15,-23 2-3-15,23-3 9 0,-25 0-9 0,14 0 0 16,-2 0-10-16,1 0-54 0,0 0-49 0,1 0-39 16,2-22-27-16,1 22 0 0,1-14 6 0,1 14 41 15</inkml:trace>
  <inkml:trace contextRef="#ctx0" brushRef="#br0" timeOffset="158009.62">17452 10668 640 0,'0'-2'-5'16,"15"-1"5"-16,-15-2 18 0,15 0 9 0,-6 1 10 16,0-2 16-16,4 2-3 0,0-1 19 0,1 1 18 15,0 2 12-15,-2-1-2 0,3 2-8 16,-1 0-13-16,1 1-25 0,-4 0-9 0,2 0-9 16,-3 0-13-16,-3 0-1 0,2 0-2 0,-1 0-12 15,-3 19 6-15,0-19-10 0,3 0 2 0,-3 13 6 16,1-13-7-16,0 0 5 0,-3 12 0 0,2-12-9 15,0 7 8-15,-3-7-4 0,1 4-4 0,-1-4 12 16,1 5-6-16,-3-5-6 0,3 2-47 0,-3-1-100 16,0-1-89-16,0 0-64 0,0 0-29 0,1 0 80 15,-1 0 91-15</inkml:trace>
  <inkml:trace contextRef="#ctx0" brushRef="#br0" timeOffset="158473.64">17896 10676 657 0,'0'0'18'0,"0"0"31"0,2 4 33 16,-2-4 24-16,0 0-6 0,0 0-22 0,0 0-45 16,0 0-19-16,0 0-9 0,0 0-12 0,0 0 18 15,0 0-1-15,0 0-14 0,0 0 0 0,0 0 4 16,-18 0-12-16,18 0 19 0,0 0 0 15,-21 0-18-15,21 17 14 0,-17-17-3 0,8 0 0 16,0 12 7-16,0-12-14 0,0 11 0 0,2-11 4 0,2 12 0 16,0-5 8-16,-2 0-5 0,4 0 1 15,-1 1 4-15,1 0 5 0,1 2 3 0,-1 0-3 16,-1 1-9-16,1 0 9 0,1 2-16 0,0-3 7 16,2 3 10-16,0 0-11 0,0-1 10 0,0 1-2 15,0-2-3-15,0-1-3 0,0 0 13 0,21-1 31 16,-21-2 30-16,15-1 36 0,-15-1 16 0,16-1-7 15,-16-1 1-15,21-1-15 0,-8 0-16 0,0-2-16 16,0 0-29-16,0 0-19 0,-1 0-8 0,0 0-7 16,-1-18-4-16,-1 18 1 0,-1-14-6 15,1 14 4-15,-4-18-9 0,0 18 3 0,-3-22 2 16,2 10-5-16,-2-1 1 0,0-1 1 0,-3-1-2 16,0 1-1-16,0-2 1 0,0 0-4 0,0 0-2 15,-27 1-4-15,27-1-12 0,-24 1-55 0,9 2-52 16,1-1-72-16,-2 4-71 0,1 1-14 0,-2 2-1 15,3 1 27-15,-2 2 23 0,2 2 52 0,-4 2 56 16</inkml:trace>
  <inkml:trace contextRef="#ctx0" brushRef="#br0" timeOffset="162529.57">15935 11352 248 0,'0'1'5'0,"0"-1"9"0,0 0 6 16,0 0 8-16,0 0-2 0,0 0-2 0,0 0-6 16,0 0-3-16,0 0 8 0,0 0-5 0,0 0-4 15,0 0-1-15,0 0-7 0,0 0 11 0,0 0 8 16,0 0 4-16,0 0 1 0,0 0-1 0,0 0 0 16,0 0 12-16,0 0 4 0,0 0-2 0,0 0 20 15,0 0-10-15,0 0 8 0,0 0-5 0,0 0-13 16,0 0-3-16,0 0-13 0,0 0 4 15,0 0-1-15,0 0 0 0,0 0-5 0,0 0-1 0,0 0-2 16,0 0 6-16,0 0 1 0,0 0-1 16,0 0-2-16,18 0-9 0,-18 0 4 0,0 0 2 15,0 0 6-15,0 0-3 0,13 0-1 0,-13 0-5 16,0 0-4-16,12 0 4 0,-12 0-5 0,10 0 3 16,-10 0-9-16,9 0 1 0,-3 0 3 0,-2 0-5 15,1-11 3-15,-1 11 1 0,1 0-1 0,1 0-4 16,1 0 0-16,0-7-8 0,0 7-3 0,-2 0 6 15,2-5 0-15,1 3 3 0,-3 0 1 0,-1 1-4 16,-1 1 2-16,1-3-6 0,-2 3-1 0,1-2 2 16,-1 0-8-16,3 2 12 0,-2 0 0 15,2-1-1-15,1-1 4 0,-2 2-13 0,2-1 7 16,2 0 0-16,-1 1-3 0,0-2 5 0,-1 1-5 16,2 1 2-16,-1 0 3 0,2-2 1 0,-2 2 2 15,3 0-2-15,-2-3 0 0,1 3-1 0,1-2 2 16,-1 0-3-16,-1 1 3 0,0-1 4 0,1 2 0 15,0-2 0-15,-2 0-3 0,0 1 0 0,1 0-7 16,-1 1 2-16,0-1-3 0,0 0-2 0,1 0 6 16,-3 1 1-16,3-1 5 0,-1 1-1 0,0-2-5 15,0 2 0-15,0 0-1 0,2-1 0 0,1 0 2 16,-2-1 2-16,1 1-9 0,-1 0 9 0,2 0-8 16,-1-2 1-16,-2 2 8 0,0 1-8 15,1-1 4-15,-3 1-2 0,2-1 3 0,-2 0-3 16,0 0 2-16,2 1-2 0,-1 0-2 0,0-2 4 15,1 2-1-15,2 0 0 0,-1 0 5 0,0-1-4 16,1 0-1-16,1 0 0 0,0 1-3 0,-2-1 2 16,1-1 0-16,-1 1 5 0,-1 1-1 0,1 0-1 15,-1-1 1-15,-1 1-7 0,-1 0 0 0,2 0 3 16,0 0 1-16,-1 0-1 0,1 0 2 0,-1 0 1 16,2 0-3-16,-1 0 6 0,2 0-7 0,-1 0 3 15,0 0 1-15,1 0-1 0,-1 0 2 0,0 0-4 16,0 0 1-16,2 0 1 0,-1 0 6 0,-1 0-5 15,2 0 2-15,-2 0-3 0,1 0-5 0,0 0 3 16,-1 0 1-16,-2 0 6 0,1 0-5 16,1 0-1-16,-3 0 3 0,3 0-7 0,-2 0 5 15,2 0 1-15,0 0-7 0,2 0 0 0,-2 0 7 16,0 0 0-16,2 0 2 0,0 0 4 0,-1 0-6 16,1 0 1-16,-2-10 8 0,-1 10-2 0,0 0-2 15,1 0-1-15,-3 0-2 0,2 0 5 0,-1-6 4 16,1 6 4-16,2 0-5 0,0-5-3 0,1 4-3 15,1-2-2-15,-1 1 2 0,0 0-4 0,2 1 3 16,-2-1-5-16,-1 1 0 0,2-1 0 16,-2 1-7-16,0 0 3 0,-2 0-3 0,1 0 9 15,-1-1 2-15,1 2-4 0,-3-1 5 0,3 0-14 16,-2 1 10-16,0-1-1 0,1 1-2 0,1 0 12 16,1-2-7-16,-1 2 1 0,1-1 2 0,0 1-3 15,1-2-3-15,-1 2 2 0,2-1-5 0,-1-1 0 16,1 1 2-16,1 0 2 0,-2-1 5 0,1 0-2 15,1 1 0-15,-3-1-4 0,2 0 0 0,0 1-2 16,-2-1 2-16,1 0-2 0,2 1 1 0,-3 1-2 16,-1-2 1-16,2 1 2 0,-1 0 2 0,-2 1-2 15,1-2-1-15,0 2-2 0,-1 0 0 0,-1 0 4 16,1 0 1-16,1 0 0 0,-2 0-3 0,-1 0 3 16,1 0-4-16,1 0 3 0,-3 0 2 15,2 0-5-15,1 0-3 0,-3 0 1 0,2 0 4 0,0 11-1 16,1-11 6-16,-1 0-1 0,1 0-5 15,1 0 4-15,-1 8-2 0,2-8 3 0,-1 0 1 16,1 3 1-16,2-3 3 0,-1 2-1 0,-1-1-2 16,3 0 1-16,0 1 4 0,-2-2 7 0,1 0 6 15,-1 0-3-15,1 1-2 0,-1-1-8 0,-2 0-4 16,-1 0-1-16,2 0-4 0,0 0-2 0,0 0-2 16,-1 2 4-16,-1-2-1 0,0 0 4 0,3 0 2 15,-3 0-8-15,3 1 6 0,-4-1-5 0,2 0-1 16,-1 0 5-16,2 0-4 0,-3 0 5 0,-1 0 1 15,1 0 4-15,2 0-1 0,-2 0 3 0,1 0 4 16,0 0-4-16,3 0 2 0,-1 0-9 16,0 0-4-16,0-15 1 0,1 15-1 0,2 0 1 15,0 0 0-15,-2 0-2 0,1-10-2 0,1 10 2 16,-1 0 1-16,0-4-2 0,0 4 3 0,0-4-3 16,-1 2 0-16,0 1-1 0,-1-1 3 0,1 0 2 15,-1 2 1-15,0-3 4 0,0 1-2 0,0 1 1 16,1-2 0-16,-1 2-1 0,-1 0-4 0,0 0-2 15,-1 0-1-15,0 0 0 0,-2 1 2 0,-1-1 2 16,1 1-2-16,-2-2-1 0,0 2 1 16,0 0-1-16,0 0 1 0,0 0-1 0,-1-1-2 15,1 0 1-15,2 1-1 0,-3-1 4 0,3 0-4 16,-2 0 4-16,0 1 0 0,0 0-2 0,1 0 7 16,-1 0-8-16,0 0 1 0,0 0-1 0,-1 0-3 15,1 0 5-15,0 0-1 0,1 0 0 0,-3 0 3 16,1 0-5-16,0 0 3 0,-2 0 1 0,3 0-3 15,-2 0 8-15,-1 0-3 0,0 0-1 0,0 0 3 16,0 0-4-16,0 0 3 0,0 0-4 0,0 0-4 16,0 0-4-16,0 0-28 0,0 0-31 0,0 0-58 15,0 0-87-15,0 0-84 0,0 0-62 0,0 0-18 16,0 0 19-16,0 0 109 0</inkml:trace>
  <inkml:trace contextRef="#ctx0" brushRef="#br0" timeOffset="167825.07">16189 11717 81 0,'0'0'4'0,"0"0"5"0,0 0 8 0,0 0 5 16,0 0-4-16,0 0 2 0,0 0-1 15,0 0 4-15,0 0 2 0,0 0 1 0,0 0-3 16,0 0-3-16,0 0 7 0,0 0-9 0,0 0-4 15,0 0-1-15,0 0-12 0,0 0 4 0,0 0 0 16,0 0-1-16,0 0 0 0,0 0 4 0,0 0-7 16,0 0 0-16,0 0 7 0,0 0-12 0,0 0 11 15,0 0-7-15,0 0 0 0,0 0 4 0,0 0-7 16,0 0 7-16,0 0-4 0,0 0 1 0,0 0 12 16,0 0 1-16,0 0-1 0,0 0 5 0,0 0-5 15,0 0 0-15,0 0 0 0,0 0 9 0,0 0-17 16,0 0 4-16,0 0 4 0,0 0 0 0,0 0 17 15,0 0-9-15,0 0 0 0,0 0 1 16,0 0 2-16,0 0 10 0,0 0 5 0,0 0-4 16,0 0 9-16,0 0 5 0,0 0-10 0,0 0-5 15,0 0-6-15,0 0-14 0,0 0 0 0,0 0-1 16,0 0-3-16,0-15 8 0,0 15 0 0,0 0 0 16,0 0-9-16,0 0 4 0,0 0 0 0,0 0 4 15,0 0 4-15,0 0-8 0,0 0-5 16,0 0-1-16,0 0 2 0,0 0-5 0,0 0 0 0,0 0-7 15,0 0 4-15,0 0 3 0,0 0-4 0,0 0 4 16,0 0-6-16,0 0-1 0,0 0-1 0,0 0 8 16,0 0 1-16,0 0-2 0,0 0 6 0,0 0-13 15,0 0 0-15,0 0 3 0,0 0-3 16,0 0 4-16,0 0 1 0,0 0-4 0,0 0 3 16,0 0 4-16,0 0 0 0,0 0-1 0,0 0 0 15,0 0-10-15,0 0 3 0,0 0-4 0,0 0 8 16,0 0 4-16,0 0-8 0,0 0 0 0,0 0 8 15,0 0-4-15,0 0 7 0,0 0 1 0,0 0-12 16,0 0 0-16,0 0 1 0,0 0 6 0,0 0 1 16,0 0 0-16,0 0-2 0,0 0-6 0,0 0-8 15,0 0 4-15,0 0 1 0,0 0 4 0,0 0 7 16,0 0 5-16,0 0-2 0,0 0-7 16,0 0 5-16,0 0-6 0,0 0-6 0,0 0 6 15,0 0 1-15,0 0 8 0,0 0-16 0,0 0 11 0,0 0-7 16,0 0-2-16,0 0 17 0,0 0-6 15,0 0-2-15,0 0-3 0,0 0 0 0,0 0-4 16,0 0 0-16,0 0 3 0,0 0-3 0,0 0 4 16,0 0 4-16,0 0-4 0,0 0 5 0,0 0-10 15,0 0 1-15,0 0 3 0,0 0-3 0,0 0 9 16,0 0-5-16,0 0-4 0,0 0 4 0,0 0 0 16,0 0 5-16,0 0-5 0,0 0 0 0,0 0-8 15,0 0 3-15,0 0 9 0,0 0-4 0,0 0 8 16,0 0-16-16,0 0 1 0,0 0 7 0,0 0-8 15,0 0 17-15,0 0-5 0,0 0-1 16,0 0 1-16,0 0-5 0,0 0 0 0,0 0-2 16,0 0-1-16,0 0 7 0,0 0-2 0,0 0-4 15,0 0 3-15,0 0-4 0,0 0 0 0,0 0 11 16,0 0-4-16,0 0-2 0,0 0 3 0,0 0-8 16,0 0 4-16,0 0 4 0,0 0-8 0,0 0 5 15,0 0 2-15,0 0-7 0,0 0 11 0,0 0-4 16,0 0-7-16,0 0-1 0,0 0 2 0,0 0 3 15,0 0 5-15,0 0-1 0,0 0-8 0,0 0 1 16,0 0-1-16,0 0 5 0,0 0 3 0,0 0-4 16,0 0 7-16,0 0-2 0,0 0-2 15,0 0 2-15,0 0-12 0,0 0 10 0,0 0 5 0,0 0-8 16,0 0 7-16,0 0-7 0,0 0-1 16,18 0 5-16,-18-13-1 0,0 13 4 0,23 0-4 15,-23-11 11-15,19 11-9 0,-9 0 0 0,1-7 4 16,0 7-4-16,0-5 1 0,-1 5-2 0,1 0-5 15,-2 0-6-15,-1 0 5 0,-1 0 6 0,1 0-6 16,-2 0 5-16,1 0-2 0,-2 0-9 0,-1 0 11 16,1 0-2-16,-1 15-1 0,-1-15 4 0,1 0-4 15,-1 0-8-15,-1 12 1 0,0-12 5 0,0 8 1 16,-2-8 7-16,0 11 8 0,0-4-12 0,0 1 4 16,0 0 1-16,0 3-4 0,-21 0 0 15,21 1-3-15,-15 0-3 0,15 0 0 0,-19 1 3 16,19-1 0-16,-18 0-7 0,18 1 9 0,-17-2 1 15,8 0-3-15,2-1 13 0,0-2-10 0,1 0-2 16,-1-2 2-16,3 1-9 0,-1-2 3 0,2 0 1 16,0-1 0-16,0 1-1 0,2 1-2 0,-2-2 1 15,2 2 2-15,1-1 5 0,-1-1 0 0,1 1 0 16,0-1-7-16,0-1 5 0,0-1 7 0,0 2-4 16,0-2 16-16,0-2 8 0,0 3 23 0,20-2 23 15,-20 0-6-15,0 0-3 0,21-1-23 0,-21 0-7 16,17 0-2-16,-7 0-4 0,0 0-3 0,1 0-2 15,2 0 8-15,-3 0-2 0,1 0 1 16,1 0-2-16,-1 0-13 0,1 0 0 0,-1-14-4 16,-1 14-7-16,-2 0 6 0,0 0-5 0,1-10-7 15,-4 10 4-15,0 0-3 0,-2-9 3 0,1 9 3 16,-2-5 1-16,0 5 0 0,-1-3-3 0,-1 3 0 16,1-1-20-16,-1 1-40 0,0-1-47 0,0-1-73 15,0 1-71-15,0-1-47 0,0-1-1 0,0-1 17 16,0 1 29-16,0-2 86 0</inkml:trace>
  <inkml:trace contextRef="#ctx0" brushRef="#br0" timeOffset="168295.33">16661 11759 445 0,'10'-7'9'0,"1"1"19"16,-2-1 20-16,0 0 24 0,-4-1 24 0,3 3 2 15,-3 1-16-15,-2 0-14 0,-1 3-30 0,-1 1-8 16,-1 0 2-16,0-2-14 0,0 2-4 0,0 0-14 16,0 0-8-16,0 0 4 0,-16 0 0 0,16 0-5 15,0 0 5-15,-24 0 5 0,24 19 0 0,-22-19 9 16,9 13-4-16,-1-13-4 0,0 18-5 0,-1-9 1 16,2 2-10-16,-2 0 1 0,2 0 7 15,2 0-5-15,1 1 15 0,2-3 0 0,0 1-13 16,4 1 9-16,-1 0-9 0,4-3 5 0,-1 0 14 15,2-1-9-15,0 0 12 0,0 2-11 0,0-3 8 16,19-1 15-16,-19 0 0 0,17 2 23 0,-17-2-5 16,24 0 6-16,-10 0-11 0,1 0-9 0,3-3-2 15,-1 1-1-15,0-3 11 0,1 0 0 0,0 0 3 16,-1 0-2-16,-2 0 12 0,0 0-4 0,-2-20-6 16,-3 20 1-16,-1 0-5 0,0-15 0 0,-4 15 3 15,1 0-8-15,-3-9-13 0,-1 9 2 16,0 0-12-16,1-13-3 0,-2 8 0 0,-1-2-6 0,0-1 2 15,0-1 0-15,0 1-3 0,0-3-2 16,0 0 2-16,-18 1-2 0,18 0-3 0,0 1-2 16,-15-1 0-16,15 0 3 0,0 3-25 0,-16 0-45 15,16 0-46-15,-7 3-66 0,7 0-30 0,-5 0-17 16,5 2 7-16,-7 0 34 0,5 0 14 0,2 1 4 16,0-1 36-16,0 0 31 0</inkml:trace>
  <inkml:trace contextRef="#ctx0" brushRef="#br0" timeOffset="168763.72">16942 11723 317 0,'3'-1'18'0,"2"0"15"16,0-3 16-16,0 2 6 0,-2 1-5 0,1-1-2 15,-2 2-5-15,-1 0 11 0,1-1 6 0,-2 1-2 16,0 0-13-16,0 0-20 0,0 0-10 0,0 0-11 15,0 0-13-15,0 0 9 0,0 0-10 0,0 0 6 16,-17 0 14-16,17 0-10 0,0 15-4 0,-12-15-6 16,12 0 1-16,0 14 5 0,-10-14 9 15,10 13 5-15,-12-5-5 0,7 0-4 0,-3 0-1 0,0 1-9 16,-1 1 5-16,2-1 5 0,-2-1-5 0,3 2 0 16,1-1 0-16,1 1-1 0,1 2 1 15,2-2 5-15,1 0 6 0,0-2 0 0,0 2-1 16,0-3 10-16,19 1 10 0,-19-2 5 0,14 0 5 15,-14 0 9-15,17 0-10 0,-17-1-1 0,18 2 23 16,-18-3-10-16,19-1 12 0,-10-2 16 0,1 1-2 16,-2-2-1-16,3 0 6 0,0 0-15 0,-1 0-13 15,1 0 0-15,-1-17-16 0,-2 17-1 0,0 0 1 16,-2-17-2-16,1 17-1 0,-2 0-3 0,-3-16-7 16,0 16-7-16,-1-13-2 0,-1 13-5 0,0-15-5 15,0 6 1-15,0-2-2 0,0 3 0 0,0-4 5 16,0 2-6-16,-18 0 4 0,18 0-6 0,0-1 2 15,-18 1-2-15,18 0-6 0,-15 2 4 0,15 0-21 16,-14 0-51-16,14 2-56 0,-11 2-69 16,11 0-59-16,-8 2-11 0,8 0 13 0,0 0 10 15,0 1 45-15,0 1 65 0</inkml:trace>
  <inkml:trace contextRef="#ctx0" brushRef="#br0" timeOffset="169093.37">17208 11833 598 0,'0'2'44'0,"0"-2"38"0,0 0 49 15,0 0 14-15,0 0-40 0,0 0-36 0,0 0-46 16,0-20-23-16,0 20 4 0,21 0-2 0,-21 0 1 16,16 0 8-16,-16-12-9 0,19 12 0 0,-8 0 2 15,3 0 1-15,0 0-8 0,-1 0 3 0,2 0-7 16,0 0 4-16,1 0 11 0,0 0-8 16,-1 0 0-16,-2 0 4 0,-4 0 1 0,3 0-4 15,-5 0 3-15,1 0-3 0,-5 0-15 0,2 0-30 16,-3 0-44-16,1 0-56 0,-1 0-21 0,-2 0 0 15,2 0-19-15,-2-12 16 0,0 12 31 0</inkml:trace>
  <inkml:trace contextRef="#ctx0" brushRef="#br0" timeOffset="169382.15">17393 11658 538 0,'0'0'8'0,"0"0"4"0,0 0 1 16,0 0 0-16,0 0-17 0,0 0-8 0,0 0 3 16,0 0 5-16,0 0 8 0,0 0 4 0,0 0-5 15,0 0-11-15,-12 22 7 0,12-22-3 0,0 17 4 16,0-17 11-16,-11 22-11 0,11-8 7 0,-5 1 1 16,5 2 1-16,-5 1 13 0,5 2 5 0,-2 0 1 15,2 0-5-15,0-2-14 0,0 0-9 0,0-3 0 16,0 1 5-16,0-3 12 0,0-1-12 0,0-4 0 15,0 3 1-15,0-4-11 0,0 0 16 0,0-2-6 16,14-1-10-16,-14-1-20 0,0-1-37 0,0-1-28 16,0-1-17-16,0 0-15 0,8 0-5 15,-8 0 28-15</inkml:trace>
  <inkml:trace contextRef="#ctx0" brushRef="#br0" timeOffset="170106.02">17637 11686 519 0,'4'-5'21'16,"-2"0"32"-16,1-2 49 0,-1 2 37 0,1-1 1 15,-1 0-11-15,-1 1-49 0,0 0-33 0,1 2-27 16,-1 0-21-16,-1 1 1 0,1 1-13 0,-1 1 1 16,0-1-5-16,0 1-3 0,0 0 12 0,0 0 8 15,0 0 4-15,0 0 0 0,0 20-7 0,0-20-8 16,0 15-3-16,0-15 20 0,0 18-7 0,0-6 3 15,0-1 0-15,0 3-12 0,0-2 16 0,0 1 2 16,0 1 4-16,0-1-9 0,0 1-9 16,0-2 8-16,0-1-3 0,0 1-1 0,0-3 8 15,0 0-8-15,0-1 3 0,0-2 8 0,0-1-7 16,0 0 9-16,0-3-6 0,0-1 14 0,0 0 4 16,0-1-10-16,0 0 13 0,14 0-24 0,-14 0 0 15,0 0 4-15,7-17-13 0,-7 17 1 0,11 0 0 16,-2-20-10-16,0 20 1 0,0-21 2 0,3 11-3 15,-1-1-3-15,-1 0 4 0,0 1 5 0,1 0 0 16,-3 1 16-16,1 1 1 0,-2 2-8 0,0 2 0 16,0 0-7-16,-2 1-1 0,3 1 1 15,-3 2 8-15,1 0-13 0,0 0 5 0,-1 0 3 16,2 0-3-16,-2 0 12 0,2 0-7 0,-1 16 3 16,1-16-3-16,-1 0 4 0,0 13 0 0,-1-13 0 15,-1 10 4-15,0-10-8 0,-1 12-2 0,-1-5 3 16,1-2-7-16,-1 3 6 0,-1-1 4 0,-1 0 1 15,0 0 0-15,0 3 0 0,0-3 6 0,0 1-11 16,0 0 10-16,-20 2 1 0,20-1-15 0,-14 0 18 16,14-1-18-16,-15-1-1 0,15 1 16 15,-16 1-19-15,7-2 17 0,-1 1 1 0,1-1-4 0,0 1 10 16,-1 1-1-16,1-1-6 0,0 1 2 16,0-2-5-16,0 1-12 0,2-3 9 0,-2 1-5 15,1 0 4-15,-2-1 14 0,2-1-4 0,-1-1 0 0,4 0-4 16,-3-2-5-16,3 0-44 0,0 0-35 15,2-1-49-15,0 0-35 0,0 0 5 0,3 0-4 16,0-17-11-16,0 17 37 0</inkml:trace>
  <inkml:trace contextRef="#ctx0" brushRef="#br0" timeOffset="170498.69">17666 11651 572 0,'0'-2'17'0,"0"-3"22"0,0 2 21 0,0-1 24 16,0-2 15-16,0 1-23 0,0 0-15 0,19-1-7 16,-19 0-15-16,0 1 13 0,20 0 8 0,-20 2 2 15,14-3-3-15,-14 3-8 0,17-1 4 16,-17 1-16-16,14 0-6 0,-6 1-3 0,-1 0-16 16,0 0-1-16,-2 0-7 0,1 1-5 0,2 1 4 15,2 0-4-15,-3 0-1 0,4 0 3 0,-1 0-1 16,3 0-1-16,-2 0 7 0,2 0-8 0,-3 0-22 15,0 17-29-15,0-17-35 0,1 0-46 0,0 0-31 16,-4 0-23-16,2 9-16 0,-3-9 12 0,1 0-21 16,-2 0 51-16,1 0 45 0</inkml:trace>
  <inkml:trace contextRef="#ctx0" brushRef="#br0" timeOffset="170994.13">18132 11622 379 0,'4'1'18'0,"1"-1"9"16,-1 1 25-16,1-1 5 0,1 0-10 0,-1 0 4 16,-1 0-16-16,1 0 11 0,-3 0 6 0,0 0-7 15,0 0-5-15,-1 0-2 0,0 0-18 0,-1 0 3 16,0 0-13-16,0 0-5 0,0 0 18 0,0 0-9 15,0 0 4-15,0 0-5 0,0 0-12 16,-15 0-6-16,15 0 5 0,-15 0-3 0,15 0 3 16,-18 0-8-16,7 17 8 0,1-17-3 0,-1 12-5 15,0-12 8-15,2 14-4 0,0-8-1 0,1 1 1 16,1 1 4-16,1-2-3 0,2 0 8 0,-1 1 1 16,2 1 0-16,1-1-5 0,-1 3-4 0,3-2 8 15,0 1-7-15,0 1 17 0,0 2-7 0,0 0-5 16,18-1 9-16,-18 2-9 0,19-2 14 0,-19-1 10 15,26 1 5-15,-13-3 23 0,1 0 11 0,2-2-5 16,0 0 22-16,0-2 4 0,-3 0 4 0,1-1 17 16,0-1-3-16,-2-2-13 0,-2 0-10 15,0 0-28-15,-2 0-17 0,-1 0-17 0,0-19-11 16,-1 19-1-16,-3-15-3 0,1 15 3 0,-1-18-2 16,-1 18 0-16,0-21-2 0,-2 8-6 0,0 1 2 15,0-3 1-15,0 0 1 0,0-1-2 0,0 1-1 16,0-3 3-16,-22 4-4 0,22-2-4 0,-14 3-14 15,14 0-48-15,-14 2-57 0,14 1-69 0,-13 1-81 16,13 2-23-16,-11 1 10 0,11 1 28 0,-9 2 34 16,3 0 65-16</inkml:trace>
  <inkml:trace contextRef="#ctx0" brushRef="#br0" timeOffset="172277">18626 11014 260 0,'0'0'14'0,"0"0"14"16,0 0 2-16,-3 0 9 0,2 0-10 0,0-13-6 15,0 13-8-15,1 0-10 0,0 0 9 0,0 0-4 16,0 0 8-16,0 0 0 0,0 0-8 0,0 0-1 15,0 0 1-15,0 0 4 0,0 0 4 0,0 0 9 16,0 0 9-16,0 0 1 0,0 0 1 0,0 0 3 16,0 0 11-16,0 0 4 0,0 0 6 15,0 0-12-15,0 0-6 0,0 0 0 0,0 0-2 0,0 0 0 16,0 0-12-16,0 0 1 0,0 0-16 0,0 0-1 16,0 0-1-16,0 0-8 0,0 0 9 15,0 0 3-15,0 0 5 0,0 0 7 0,0 0 4 0,0 0 4 16,0 0 16-16,0 0 8 0,0 0 6 15,0 0 5-15,0 0-5 0,0 0-20 0,0 0-18 16,0 0-9-16,0 0-17 0,0 0 0 0,16 0 4 16,-16-17 2-16,21 17 3 0,-6 0 3 0,2 0 7 15,1 0-4-15,0 0-2 0,2-10-4 0,-1 10 0 16,0 0-3-16,-3 0 10 0,-1 0 3 0,0 0 2 16,-1 0-1-16,-1 0-3 0,0 0 1 0,-1 0-4 15,-1 0 7-15,0-7 0 0,0 7-4 16,-2-3-3-16,1 0-6 0,0 1-8 0,-2 0 0 0,1-2-3 15,-2 2 1-15,-1 1 3 0,0-2-1 16,-2 3 1-16,1-2-2 0,-4 1-3 0,2 1-3 16,-3 0-3-16,0 0-27 0,0 0-37 0,0 0-77 15,0 0-112-15,0 0-100 0,0-1-23 0,0 0 5 16,0 1 93-16,-19 0 125 0</inkml:trace>
  <inkml:trace contextRef="#ctx0" brushRef="#br0" timeOffset="172589.65">18693 11110 328 0,'0'1'5'0,"0"0"20"0,0 0 7 0,0-1 15 16,0 0 9-16,0 0-19 0,0 0 17 0,0 1 1 15,0-1 26-15,0 0 34 0,0 0 20 0,0 1 26 16,17-1-5-16,-17 0-1 0,11 1-16 0,-11-1-19 16,16 0-27-16,-3 0-20 0,0 0-13 0,3 0-6 15,-2 0-1-15,2 0 2 0,1 0-8 0,1 0-9 16,-1 0-8-16,1 0-19 0,-2 0-7 0,-2 0-7 16,1 0 2-16,-2 0 1 0,-2 0-2 0,1 0-17 15,-4 0-47-15,-1 0-60 0,0 0-90 16,-1 0-78-16,-2 0-33 0,-2 0-2 0,1 0 25 15,-3 0 65-15,0 0 76 0</inkml:trace>
  <inkml:trace contextRef="#ctx0" brushRef="#br0" timeOffset="178269.48">19477 10479 202 0,'0'-1'9'0,"0"-1"18"0,0 0 4 0,0 0 6 15,0 0-9-15,0 1-8 0,0 0 0 0,0-1-1 16,0 0 9-16,0 2-9 0,0-3 13 0,0 2 8 16,0-1-1-16,0 1 5 0,0-1-10 0,0 1 3 15,0-1-5-15,0 1 7 0,0-1 11 16,0 0-8-16,0 2 3 0,0-2 5 0,0 1-11 16,0-1 0-16,0 2-6 0,0 0-5 0,0 0-5 15,0-2 5-15,0 2-1 0,0 0-7 0,0 0 4 16,0-1-1-16,0-1-1 0,0 2 2 0,0 0-4 15,0 0 6-15,0-1-5 0,0 1 4 0,0 0 7 16,0 0-15-16,0 0 6 0,0 0-7 0,0 0-9 16,0 0 3-16,0 0-8 0,0 0-2 0,0 0-3 15,0 0 0-15,0 0-8 0,0 0-9 0,0 0 3 16,0 0 3-16,0 0 7 0,0 0 9 16,0 0-4-16,0 21-2 0,0-21 3 0,0 12-6 0,0-12 7 15,0 19 0-15,0-9-1 0,0 1 4 0,0 1-4 16,0 0-1-16,0 0 1 0,0 0 6 15,0 3 0-15,0-2-6 0,0 2 4 0,0-1-7 16,0 1 4-16,0 0 3 0,0 1-6 0,0-2 10 16,17 1-6-16,-17-2 4 0,0 1 5 0,0-2 1 15,11 1-6-15,-11-2 7 0,0-1 4 16,0 0 2-16,8-2 10 0,-8 0-7 0,0-3-6 0,0 2-3 16,3-2 3-16,-1-2-2 0,0 0 3 0,-1 1-5 15,-1-2-2-15,0-1-1 0,2 1-5 0,-2 0 9 16,0-2-7-16,0 0 5 0,0 0 6 0,0 2-9 15,0-2 3-15,0 0 1 0,0 0-2 0,0 0 1 16,0 0 3-16,0 0-5 0,0 0-3 16,0 0-8-16,0 0-76 0,0 0-94 0,0 0-81 15,0 0-61-15,0-14 16 0,0 14 41 0,0 0 80 16</inkml:trace>
  <inkml:trace contextRef="#ctx0" brushRef="#br0" timeOffset="178939.17">19786 10524 271 0,'4'-1'13'16,"-4"0"13"-16,2 0 10 0,-1-1 1 0,1 1-5 16,0 0-9-16,-2 0-5 0,0 0 4 0,0 1-9 15,0 0 0-15,0 0 0 0,0 0-5 0,0 0-3 16,0 0-4-16,0 0 7 0,0 0 1 0,0 0-1 16,0 0 12-16,0 0-20 0,0 0-3 0,0 0 15 15,0 0-12-15,0 0 5 0,0 0 3 16,-13 0-16-16,13 0 0 0,0 0 4 0,0 0 0 15,-11 0 8-15,11 0 0 0,-11 0 0 0,2 15 0 16,2-15-3-16,-1 0-1 0,0 10 4 0,-1-10-4 16,-1 10-4-16,2-10 8 0,-1 10-4 0,0-3-4 15,1 0 12-15,0-1-8 0,-2 3-4 0,4-2 12 16,0 1-15-16,-2 0 3 0,1 0 8 0,1 0-12 16,2 0 8-16,-1 0 0 0,3-1-7 0,2 2 7 15,-2-1 8-15,2 0 0 0,0 1 0 0,0-1 3 16,0 0-2-16,19-1-1 0,-19 1 8 0,16 0-8 15,-16-1 5-15,20 0 0 0,-20-1-4 0,21-1 13 16,-9 1 2-16,-1-1 0 0,1-1 5 16,0-1 10-16,-2-1 13 0,-1 1 31 0,2-1 11 15,-4-1 5-15,-1-1-3 0,1 0-17 0,-1 0-10 16,-1 0-16-16,0 0-22 0,-1 0-14 0,1 0-4 16,-1-17-12-16,2 17 8 0,-2 0-11 0,0-16 8 15,0 16-1-15,1-14-6 0,-3 5 11 0,2 1-10 16,-3-2-2-16,4 1 4 0,-3-1-1 0,0 0-3 15,0-1 7-15,-1 0 0 0,-1 0 0 0,0 0-1 16,0 0-1-16,0 1-1 0,0 0 0 0,0 0 3 16,0 1-4-16,0 1 0 0,0 0 0 0,-17 1-5 15,17 2 0-15,0-2-1 0,0 2-5 16,-12 0-7-16,12 0-39 0,0 3-56 0,0-1-63 16,-9 1-34-16,9 0 21 0,-7 2 28 0,7-1 34 15,-5 1 19-15,1 0-36 0,0 0 25 0</inkml:trace>
  <inkml:trace contextRef="#ctx0" brushRef="#br0" timeOffset="179610.31">20105 10525 292 0,'2'0'17'0,"0"3"10"0,-1-3 13 0,0 0 9 16,0 0-9-16,1 0-1 0,-1 0-6 0,0 0-11 16,0 0 0-16,1 0 7 0,-2 0-16 0,1 0 4 15,0 0-5-15,-1 0-12 0,1 0 4 0,0 0 5 16,0 0-5-16,0 0 0 0,2 0 9 0,-2 0-3 15,0 0-1-15,0-12 11 0,0 12-15 16,-1 0 10-16,0 0-6 0,0 0-13 0,0 0 8 0,0 0-18 16,0 0 14-16,0 0 9 0,0 0-14 15,0 0 10-15,0 0-5 0,0 0-10 0,-16 12 15 16,16-12 0-16,0 0 4 0,-14 0-14 0,14 8-5 16,-15-8 10-16,15 8-14 0,-12-8 14 0,6 9 5 15,-2-5-9-15,3 1 4 0,-1 1 0 0,0 0-1 16,1 0-4-16,-1 0 0 0,0 1 5 0,1 1 0 15,0 0 0-15,3 0 0 0,-3-1-5 0,3 1 1 16,0 0 8-16,1 0 6 0,1 1-1 0,0-1-4 16,0 0 0-16,0 1-5 0,0-1 10 15,21-1 5-15,-21 0 8 0,18 0 11 0,-18 0-5 16,25-1 8-16,-12-1-1 0,1-1-8 0,1-1 22 16,-1 0 0-16,3-1 7 0,0-1 26 0,-4-1-11 15,0 0 8-15,-1 0-1 0,0 0-10 0,-1 0-1 16,-2 0-18-16,0 0-13 0,-3 0-8 0,1-20-16 15,-1 20 8-15,-1 0-3 0,-1-15-2 0,0 15 2 16,-2-10-7-16,0 10 0 0,-2-12-7 0,0 5-3 16,0 1 3-16,0-1-2 0,0-1 0 0,0 0 6 15,0-1-9-15,0 0 4 0,-19-1-5 0,19-1 0 16,0 1 1-16,-19-1-2 0,19 0 5 0,-14 0-5 16,14 1 5-16,-12 2 0 0,12-1-3 15,-8 2 3-15,8 0-4 0,-7 2-6 0,4 1-3 16,1 1-39-16,-2 0-48 0,2 1-60 0,1 0-57 15,1 1-16-15,-1 1 14 0,-1-1 30 0,2 1 28 16,0 0-5-16,0 0 30 0,0 0 34 0</inkml:trace>
  <inkml:trace contextRef="#ctx0" brushRef="#br0" timeOffset="180142.36">20484 10505 323 0,'3'0'14'15,"0"0"26"-15,-2 0 9 0,-1 0 4 0,2 0-5 16,-2 0-22-16,0 0-8 0,0 0 3 0,0 0-8 16,0 0-8-16,0 0 8 0,0 0-9 0,0 0-4 15,0 0 8-15,0 0-4 0,0 0 0 0,-15 0 0 16,15 0-3-16,0 0-10 0,-15 0 5 0,15 0 0 15,-12 0 0-15,12 0 8 0,-16 0-4 0,5 0 0 16,2 0-3-16,-2 0-5 0,1 16 8 0,0-16 4 16,2 0-4-16,-4 15 8 0,4-15-12 0,0 13 0 15,0-5 13-15,2-1-9 0,0 1 0 16,3-2 0-16,1 3-4 0,0-1 4 0,0 1 8 16,2 0-4-16,0-1 0 0,0 2-4 0,0 0 0 15,0-1 4-15,0-1 0 0,0 2 0 0,0 0 1 16,0-3 3-16,0 2 5 0,25-2 14 0,-25 0 11 15,20-1 10-15,-20-1 10 0,25 0 15 0,-13-1 4 16,2-1 3-16,-2-1 5 0,0-2-6 0,-1 1-15 16,0-1-9-16,1 0-14 0,-3 0-14 0,0 0-11 15,2 0-4-15,-2-16 2 0,-2 16-5 0,0 0 6 16,1-14 6-16,-2 14 0 0,1-12-8 16,-3 12 5-16,-1-12-1 0,-1 12-8 0,1-14 7 0,-2 6 0 15,-1 1-18-15,0-2 3 0,0 1-3 16,0-1-6-16,0 0 6 0,0 0-1 0,-20-1 5 15,20 0 2-15,0 0 1 0,-17 1-7 0,17-1-1 16,0 3-6-16,-15 0 4 0,15 2-39 0,0-1-68 16,-11 3-59-16,11-1-54 0,0 3 8 0,-5 0 16 15,5-1 16-15,0 2 7 0,0-1 40 0</inkml:trace>
  <inkml:trace contextRef="#ctx0" brushRef="#br0" timeOffset="180645.42">20790 10516 418 0,'3'0'29'0,"-1"0"27"0,0 0 27 0,1 0 10 16,3-16-5-16,-4 16-21 0,1 0-8 0,-3-12-6 15,2 12-24-15,0 0-8 0,0 0-11 0,-2-9 3 16,0 9 0-16,0 0-4 0,0 0-14 0,0 0-12 16,0 0 3-16,0 0 13 0,0 0 1 15,0 0 4-15,-19 0-13 0,19 0 4 0,0 0-5 16,-19 15 5-16,19-15 9 0,-15 0-14 0,15 14 14 16,-15-14-5-16,15 11 0 0,-13-11 9 0,7 13-4 15,3-6-9-15,-1 1 4 0,-1 0-4 0,3 1-8 16,0 1 8-16,1 0-5 0,0 1 15 0,1 1 12 15,0 0-13-15,0 1 9 0,0-1-13 0,20 0-4 16,-20-1 18-16,18-3-9 0,-18 2 3 0,24-2 6 16,-11-1 0-16,0-3 8 0,4 1 18 0,-2-2 15 15,2-1 27-15,1-1 22 0,-3-1 2 0,1 0-7 16,-2 0-9-16,-1 0-24 0,-1 0-15 0,-1 0-7 16,-1-21-20-16,-3 21 0 0,-1-14-7 15,0 14-4-15,-1-16 0 0,-2 16-7 0,-1-20 3 16,1 11-2-16,-3-1-1 0,0-2-4 0,0 1 2 15,0-1-4-15,0 0-3 0,-19-1 2 0,19 1-11 16,-16 1 3-16,16-3-23 0,-20 4-42 0,7-1-52 16,2 2-46-16,-2 2-47 0,-1 0-6 0,1 2 13 15,-2 2 17-15,4 1 15 0,-3 2 2 0,1 0 44 16</inkml:trace>
  <inkml:trace contextRef="#ctx0" brushRef="#br0" timeOffset="182630.18">19358 11119 252 0,'-3'0'20'0,"3"0"3"0,0 0 20 16,0 0 19-16,0 0-11 0,0 0 2 0,0 0-9 15,0 0-6-15,0 0 11 0,0 0-10 0,0 0 12 16,0 0-3-16,0 0-20 0,0 0 16 0,0 0-17 16,0 0-11-16,0 0 6 0,0 0-6 0,0 0 5 15,0 0 0-15,0 0-5 0,0 0 9 0,0 0-10 16,0 0 6-16,0 0 13 0,0 0-5 0,0 0 1 15,0 0-6-15,0 0-4 0,0 0 0 16,0 0 4-16,0 0 4 0,0 0-9 0,0 0-6 16,0 0 0-16,0 0-5 0,0 0 1 0,0 0-12 15,0 0-5-15,0 0 13 0,0 0-5 0,0 0 8 16,0 0 8-16,0 0-15 0,0 0 13 0,0 0-3 16,0 0-14-16,0 0 10 0,0 0-4 0,0 0 3 15,0 0 10-15,0 0-10 0,0 0 4 0,0 0-1 16,0 0 4-16,0 0 15 0,0 0-2 0,0 0 2 15,0 0 1-15,16 0 7 0,-16 0 2 16,10 0 10-16,-10 0 1 0,13 0-1 0,-5 0 4 16,-1 0 0-16,1 0-5 0,2 0-7 0,-1 0 0 0,0 0-5 15,0 0 0-15,-1 0-9 0,-1 0-11 16,2 0-11-16,2 0-2 0,-2 0-2 0,2 0 0 16,3 0 2-16,0 0 4 0,0 0-10 0,1 0 5 15,2 0-2-15,-1 0-7 0,2 0 10 0,-1 0-4 16,-3 0 2-16,1 0 2 0,2-14 2 0,-1 14-4 15,-1 0 2-15,-1 0 2 0,0 0-4 0,0 0 5 16,1 0-1-16,-2-10-5 0,1 10 3 0,0 0-2 16,-1 0 2-16,-2-6 0 0,1 6-2 0,-1-2 0 15,-1 1 2-15,0 1-5 0,1 0 5 0,-2 0-2 16,0-1-2-16,0 1 6 0,0 0-7 0,0 0 6 16,1-1-4-16,-1 1 2 0,1 0 2 0,0-1-3 15,3 1 4-15,-2-1-4 0,2 1 5 0,-1-2-4 16,0 2 2-16,1-2 2 0,0 1-4 15,0-1 3-15,0 0-2 0,1 1 2 0,-2-2-5 16,-1 1 7-16,2 0-3 0,-1 1 2 0,2-2 0 16,-3 2-10-16,2-1 8 0,-2 2-4 0,2-3 4 15,-2 3 1-15,-1-2-4 0,1 2 1 0,0-2-1 16,-2 1 3-16,-1 1-1 0,1-2-2 0,0 1 1 16,-1 1-1-16,-1-1-3 0,-2-1 3 0,1 2 0 15,-1-1 1-15,-1 1-2 0,0 0 0 0,1 0 1 16,-1 0-2-16,1 0 7 0,2 0-3 0,-1 0-3 15,1 0 6-15,1 0-12 0,3-1 5 0,-1 1 5 16,0 0-7-16,2 0 8 0,0 0-1 16,1 0-4-16,-1 0 1 0,1 0 2 0,-1 0-4 15,-2 0 3-15,1 0 2 0,1 0-2 0,-1 0 3 16,-2 0-6-16,2 0 0 0,-1 0 0 0,0 0 0 16,2 0 5-16,-4 0-1 0,3 0-2 0,-1 0 1 15,1 0 2-15,-1 0-1 0,1 0 2 0,2 0-7 16,-2 0 2-16,1 0 0 0,0 0-2 0,1 0 10 15,0 0 1-15,0-14-1 0,-1 14 9 0,-1 0-10 16,2-9-4-16,-3 9 4 0,2 0-6 0,-2-7 3 16,0 7 3-16,2-4-10 0,-3 2-1 15,0 0 4-15,0 1-4 0,1 0 9 0,-1 0-1 0,0 0-5 16,2 0 4-16,-2 1-5 0,1-1 3 16,2 1 2-16,-3-1-3 0,0 1 6 0,2 0 0 15,0 0 2-15,-1 0 2 0,1-1-2 0,-1 0 1 16,1 1-5-16,2-1 0 0,-2-1-1 0,1 1 1 15,3 0-1-15,0-2-1 0,1 2-1 0,1-2-1 16,-1 1 4-16,0 0 1 0,-1 0 0 0,0 0 2 16,-3 1 0-16,-1-2 2 0,2 2 1 0,-3 0 2 15,-1-1 9-15,1 2-7 0,1-2 2 0,-4 1-1 16,0 1-10-16,-2 0 8 0,-1 0-3 0,-2 0-4 16,0 0 3-16,0-2-5 0,-2 2 1 15,1 0-3-15,-1 0 0 0,0 0 0 0,0 0-3 16,0 0 3-16,0 0 0 0,0 0-3 0,0 0-1 15,0 0 3-15,0 0-10 0,0 0-22 0,0 0-33 16,0 0-56-16,0 0-65 0,0-1-84 0,0 1-54 16,0 0-32-16,0 0 23 0,0 0 19 0,0 0 92 15</inkml:trace>
  <inkml:trace contextRef="#ctx0" brushRef="#br0" timeOffset="185171.21">19797 11353 178 0,'0'1'9'0,"0"-1"9"0,0 0 1 16,0 1 4-16,0-1-5 0,0 0-8 0,0 0 5 15,0 0-3-15,0 0-3 0,0 0 4 0,0 0-3 16,0 0 7-16,0 0 1 0,0 0-1 0,0 0 1 16,0 0-1-16,0 0 13 0,0 0 0 0,0 0 12 15,0 0 3-15,0 0 14 0,0 0 6 0,0 0 16 16,0 0 1-16,0 0-8 0,0 0-10 0,15 0-27 15,-15 0-10-15,13 0-17 0,-4 0 3 16,1-13-8-16,1 13 4 0,1 0 8 0,0 0-8 16,2 0 12-16,-1-10-5 0,2 10-3 0,-1 0 4 15,0 0-1-15,-1 0 0 0,1 0-8 0,-2 0 3 16,-2 0-11-16,1 0-7 0,-1 0 7 0,-2 0-3 16,-2 0 6-16,1 0-4 0,-1 15-5 0,-1-15 2 15,0 0-15-15,-3 0 14 0,1 10 0 0,-1-10 0 16,2 0 8-16,-3 12-10 0,-1-12 7 0,0 10 7 15,0-4-1-15,0 1-3 0,0 0 0 0,0 1-7 16,0 0 5-16,0-1 6 0,0 1-6 0,-17-2-1 16,17 1 1-16,0 0 2 0,0 0 1 0,0-2 0 15,-9 2 1-15,9-1-5 0,0 0-4 16,-7 0 5-16,7 0-6 0,-6 0 1 0,6-1 5 16,-5 1 2-16,1 0 1 0,3-1-1 0,-1 0 0 15,0 2-3-15,0-2-4 0,0 0 5 0,1 0 4 16,0 0-8-16,1 0 11 0,-1-2-20 0,1 1 2 15,-2-1 3-15,1 0-7 0,1-1 17 0,0 0-7 16,0-2 4-16,0 1 4 0,0 0 7 0,0 0 4 16,0-1-11-16,0 0-5 0,0 2-5 0,0-2-4 15,0 0 19-15,0 0 3 0,0 0 1 0,15 0 20 16,-15 0-2-16,15 0 13 0,-15 0 7 16,18 0-14-16,-5 0 5 0,-1 0-10 0,1 0-2 0,1 0 3 15,1-16-8-15,0 16-8 0,-2 0-2 16,2-11 1-16,-4 11 0 0,-1 0 5 0,1-10 4 15,-4 10-9-15,-1 0 1 0,-3-7-4 0,0 7-8 16,0-2-1-16,0 2-3 0,-2-2 1 0,-1 2-2 16,0 0 2-16,0 0-7 0,0 0-1 0,0 0-19 15,0-1-37-15,0 1-36 0,0 0-59 0,0-1-36 16,0 1-18-16,0-1 4 0,0 0 11 0,0-1-7 16,0 1 34-16,0-2 37 0</inkml:trace>
  <inkml:trace contextRef="#ctx0" brushRef="#br0" timeOffset="185951.91">20319 11325 330 0,'0'-3'13'0,"0"1"14"0,0 0 13 16,2-1 4-16,-2-1 4 0,0 3-10 0,0-1 4 15,0-1 14-15,0 1 2 0,0 0 16 0,0-1 1 16,2 1-8-16,-2 0-14 0,0 1-11 0,2 0-14 16,-2 0-14-16,0 1-6 0,0 0-13 0,0-1-5 15,0 1-8-15,0 0 4 0,0 0 9 0,0 0-7 16,0 0 20-16,0 0-4 0,0 18-5 0,0-18-4 16,0 14 0-16,0-14-5 0,0 18 10 15,0-18 8-15,0 19-4 0,0-9 9 0,0 0-17 16,0-1 3-16,0-1-8 0,0-1 5 0,0 0 7 15,0-1-3-15,0-1 13 0,0-1-17 0,0-1 4 16,0-1 10-16,0 1-14 0,0-1 17 0,0-1-4 16,0 1-5-16,18-2 1 0,-18 1-9 0,14-1 4 15,-14 0 0-15,19 0 8 0,-8 0 0 0,2 0-8 16,0 0 4-16,0 0-9 0,0-16 5 0,-1 16 5 16,0 0-9-16,2 0 4 0,-3 0-4 0,1-12-1 15,-1 12 1-15,-2 0 3 0,2 0-3 0,-1 0 1 16,-1 0-1-16,0 0 0 0,-1 0 9 0,0 0-10 15,0 0 5-15,1 0 0 0,0 0-1 16,-2 0 5-16,0 12-8 0,-1-12 4 0,0 0-9 0,-2 0 5 16,1 10 4-16,-3-10-4 0,0 0-5 15,1 9 0-15,-2-9 8 0,0 6-3 0,-1-2 8 16,0 1 8-16,0-1-8 0,0 2-4 0,0-1 5 16,0-1-13-16,0 1 8 0,0 0-5 0,-16 0 5 15,16 0 0-15,0-1-4 0,0 1 8 0,-15 0 0 16,15 1 1-16,-10 0 3 0,3-2-3 0,-3 3-8 15,2 0 8-15,-2 0-5 0,-1-1 5 0,-1 1 0 16,-1 1-9-16,0-1 0 0,0 0 3 0,0 0 6 16,1 0 7-16,0-2-3 0,0 0-5 15,3 0-3-15,0-1 0 0,0-1-1 0,2 0 9 16,1-1-9-16,1 0-3 0,2-1 3 0,1-1 1 16,0 0 8-16,2 0-1 0,0 0-22 0,0 0-47 15,0 0-45-15,0 0-25 0,0 0-16 0,0 0-5 16,0 0-12-16,0-19 24 0</inkml:trace>
  <inkml:trace contextRef="#ctx0" brushRef="#br0" timeOffset="186460.75">20341 11327 454 0,'-5'-2'0'0,"-1"0"10"0,3 1 12 16,-1-1 3-16,4 0 1 0,-2-1-2 0,2 3-19 0,0-1-1 15,0 0 0-15,0 1-12 0,0 0 16 16,0-2-4-16,0 2-4 0,0 0 4 0,0 0 0 16,0 0 5-16,0 0-5 0,0 0 17 0,0 0-1 15,0 0 7-15,0 0 17 0,0 0 8 0,0-1-8 16,0 1 8-16,0 0 1 0,0 0-10 0,0-2-2 16,0 2-21-16,0-1-11 0,0 1-13 0,0-2 0 15,16 2 8-15,-16-2 0 0,0 2 5 0,19 0 5 16,-19 0 4-16,22-2 3 0,-11 2-7 0,1 0 7 15,4-1 1-15,2-1 12 0,1 2 11 0,1-2 1 16,0-1-6-16,1 2-6 0,-2-2 8 0,0 0-5 16,0 2 8-16,-1 0-2 0,-5 0-5 0,-2 0-3 15,-1 1-4-15,-3 0-2 0,-2 0-12 16,0 0-7-16,-2 0-6 0,-2 0-7 0,1 0 2 16,1 0 1-16,-3 0-3 0,2 0 1 0,-1 0-23 15,0 0-45-15,0 0-60 0,1 0-72 0,0 0-19 16,-1 0-4-16,2 0 26 0,-1 0 29 0,0 0-3 15,0 0 51-15</inkml:trace>
  <inkml:trace contextRef="#ctx0" brushRef="#br0" timeOffset="187001.99">20928 11300 437 0,'4'10'17'0,"-1"-10"22"0,1 0 12 0,-2 0 12 16,1 0-7-16,-1 0-3 0,0 0-16 0,-2 0-17 15,0 0-15-15,0 0 0 0,0 0-4 0,0 0 3 16,0 0 6-16,0 0-15 0,0 0 10 0,0 0 0 16,0 0-1-16,0 0 1 0,0 0-1 0,-15 0-9 15,15 0 0-15,0 0-4 0,-18 0 0 0,18 0 8 16,-17 0-4-16,7 0 0 0,1 12 0 15,-1-12 5-15,-1 0 0 0,-1 14-4 0,2-14 4 0,0 13-10 16,1-7 10-16,0 1 5 0,1 0-20 16,2 1 20-16,1-1-1 0,0 1-13 0,2-1 23 15,0 1-14-15,0 1-5 0,3 0 15 0,0-1-6 16,0 2 1-16,0 0 0 0,0-1-1 0,0 1-8 16,0-1 4-16,17 0 0 0,-17 0 5 0,0-1 14 15,25-1-19-15,-25 0 10 0,20 0-6 0,-8-2-12 16,-1 0 22-16,1-2 19 0,0-1 27 0,2 1 40 15,-2-2 17-15,0 0-4 0,0-1-3 0,0 0 4 16,2 0-1-16,-2 0-13 0,0 0-9 0,1 0-29 16,-3-17-17-16,-1 17 2 0,1 0-8 15,-1-17 4-15,-1 17-4 0,0-14-2 0,-2 14 6 0,2-15 0 16,-4 6 6-16,1 1 7 0,0 0-8 16,0-2-6-16,-3 0-11 0,-1 2-13 0,-1-2-4 15,2 1-9-15,-2 0-5 0,0-1 0 0,0 1-7 16,0 1-5-16,0 0-6 0,0 0-35 0,-20 1-41 15,20 1-56-15,-16 0-61 0,16 3-39 0,-20-1-15 16,5 2 4-16,0 2 39 0,-1 0 30 0,-3 0 31 16,-1 0 12-16,0 0-7 0,-5 18 42 0</inkml:trace>
  <inkml:trace contextRef="#ctx0" brushRef="#br0" timeOffset="203169.57">21761 10888 116 0,'0'0'0'0,"0"0"1"0,0 0 12 15,0 0-3-15,0 0 9 0,0 0-2 0,0 0-4 16,0 0 3-16,0 0-8 0,0 0 1 0,0 0-7 16,0 0 3-16,0 0 3 0,0 0 1 0,0 0 0 15,0 0-1-15,0 0-7 0,0 0 4 0,0 0 0 16,0 0 4-16,0 0 11 0,0 0-10 0,0 0 3 15,0 0-3-15,0 0-12 0,0 0 18 0,0 0-8 16,0 0 0-16,0 0 0 0,0 0-16 0,0 0-3 16,0 0-3-16,0 0 18 0,0 0-3 0,0 0 10 15,0 0 1-15,0 0-8 0,0 0 4 16,0 0 4-16,0 0-3 0,0 0-4 0,0 0 7 16,0 0-10-16,0 0 7 0,0 0-4 0,0 0 1 15,0 0 6-15,0 0-3 0,0 0-5 0,0 0 4 16,0 0-8-16,0 0 4 0,0 0 3 0,0 0-11 15,0 0 4-15,0 0-3 0,0 0-1 0,0 0 12 16,0 0-8-16,0 0 4 0,0 0-3 0,0 0 3 16,0 0 9-16,0 0-1 0,0 0 5 0,0 0-8 15,0 0 8-15,0 0 7 0,0 0-7 0,0 0 3 16,0 0-12-16,0 0-12 0,0 0 9 16,0 0-13-16,0 0 8 0,0 0 0 0,0 0 4 15,0 0 0-15,0 0 0 0,0 0 0 0,0 0-4 16,0 0 4-16,0 0 0 0,0 0 8 0,0 0 10 15,0 0 5-15,0 0 5 0,0 0-3 0,0 0 0 16,0 0 0-16,0 0-10 0,0 0 1 0,0 0-11 16,0 0 1-16,0 0-1 0,0 0 5 0,0 0-9 15,0 0-1-15,0 0 1 0,0 0-9 0,0 0 9 16,0 0 4-16,0 0-9 0,0 0 13 0,0 0-8 16,0 0-1-16,0 0 15 0,0 0-6 0,0 0 22 15,0 0-9-15,0 0-3 0,0 0 0 0,0 0-9 16,0 0 9-16,0 0 10 0,0 0-12 0,0 0 3 15,0 0-7-15,0 0-12 0,0 0 11 16,0 0-4-16,0 0-4 0,0 0 10 0,0 0-10 16,0 0 0-16,0 0 7 0,0 0-11 0,0 0 3 15,0 0-8-15,0 0 2 0,0 0 0 0,0 0 4 16,0 0 7-16,0 0 3 0,0 0 4 0,0 0 8 16,0 0 5-16,0 0-1 0,0 0 10 0,0 0-4 15,0 0-5-15,0 0-5 0,0 0 3 0,15 0-2 16,-15 0 2-16,0 0 4 0,0 0-3 0,11 0 5 15,-11 0-1-15,10 0 2 0,-10 0-9 0,10 0-7 16,-6 0 3-16,1 0-7 0,3 0 2 0,-3 0-1 16,1 0-5-16,0 0-5 0,-1 0-3 15,2 0-2-15,-1 0-3 0,0 0 4 0,-1 0 1 16,1 0-4-16,0 0 2 0,-2 0-1 0,0 0-1 16,1 0-1-16,-1 0-2 0,0 0 4 0,0 0-3 15,0 0-3-15,1 0 8 0,-2 0-8 0,2 0 4 16,-2 0 1-16,2 0-3 0,0 0 0 0,-1 0 2 15,3 0 4-15,-2 0-8 0,-1 0 4 0,1 0-3 16,0 0-1-16,-1 0 9 0,0 0-5 0,-1 0 1 16,0 0 0-16,0 0-1 0,1 0 3 0,-2 0-5 15,0 0 3-15,2 0-2 0,-2 0 2 0,0 0 1 16,1 0-2-16,0 0 5 0,0 0-5 16,-2 0 0-16,2 0 1 0,-3 0-4 0,2 0 3 15,-1 0 0-15,0 0 3 0,1 0-2 0,-1 0-1 16,1 0 4-16,0 0-3 0,-1 0 2 0,-1 0-7 15,1 0 2-15,-1 0 1 0,0 0 1 0,0 0 5 16,0 0-5-16,0 0-2 0,0 0-4 0,0 0 0 16,0 0-2-16,0 0-9 0,0 0-24 0,0 0-39 15,0 0-51-15,0 0-42 0,0 0-31 0,0 0-24 16,0 0 4-16,0 0 10 0,0 0 14 0,0 0 11 16,0 0 41-16,0 19 42 0</inkml:trace>
  <inkml:trace contextRef="#ctx0" brushRef="#br0" timeOffset="203906.06">21759 11111 148 0,'0'0'6'0,"0"0"17"16,0 0 1-16,0 0 10 0,0 0 4 0,0 0-16 0,0 0 4 16,0 0-2-16,0 0-8 0,0 0-1 0,0 0-3 15,0 0 4-15,0 0 4 0,0 0 4 0,0 0 8 16,0 0-8-16,0 0 9 0,0 0 0 0,0 0-1 16,0 0-4-16,0 0-5 0,0 0-5 15,0 0-3-15,0 0-6 0,0 0 2 0,0 0-5 0,0 0 5 16,0 0 5-16,0 0-10 0,0 0 15 15,0 0-10-15,0 0 11 0,0 0 10 0,0 0-5 16,0 0 5-16,0 0 9 0,0 0-15 0,0 0 14 16,0 0 5-16,0 0-20 0,0 0 9 0,0 0-10 15,0 0-5-15,0 0 5 0,0 0 3 0,0 0 0 16,0 0-9-16,0 0-1 0,0 0 1 0,0 0-8 16,0 0 8-16,0 0-4 0,0 0 3 0,0 0 1 15,0 0 5-15,0 0 8 0,0 0 2 0,0 0-1 16,0 0-5-16,16 0-5 0,-16 0-13 0,0 0 11 15,20 0 0-15,-20 0-4 0,19 0 3 16,-7 0-14-16,0 0 1 0,0-14 2 0,5 14-4 16,-2 0 1-16,-1 0-7 0,4 0 2 0,-4-10-1 15,2 10 5-15,0 0-2 0,-3-5-5 0,-1 5 8 16,-3 0 0-16,-2 0 2 0,2 0 4 0,-3 0-7 16,-1-4 2-16,-4 4-1 0,2 0 4 0,-1 0 2 15,0 0 2-15,0 0 6 0,-1 0-4 0,-1 0 6 16,0 0-11-16,1 0 1 0,-1 0 2 0,0 0 0 15,0 0 6-15,0 0-11 0,0 0-3 0,0 0-8 16,0 0-3-16,0 0 5 0,0 0 1 0,0 0-11 16,0 0-30-16,0 0-49 0,0 0-71 15,0 0-57-15,0 0-33 0,0 0 4 0,0 0 23 16,0 0 0-16,0 0 61 0,0 0 41 0</inkml:trace>
  <inkml:trace contextRef="#ctx0" brushRef="#br0" timeOffset="207250.03">22589 10737 311 0,'5'-2'9'0,"0"1"17"0,-1-1 10 15,2-2 11-15,-1 2-4 0,-2-2-6 0,4 1 15 16,-4 0-5-16,1 1 1 0,-1-1 19 0,-1 1-4 15,0 0 14-15,0 2 16 0,0-3-6 0,-1 3 4 16,0-1-14-16,-1 1-17 0,1 0-19 0,-1 0-21 16,0 0-10-16,0 0-4 0,0 0-3 15,0 0-3-15,0 0-1 0,0 0-6 0,0 0 4 16,0 0-5-16,0 0 1 0,0 0 2 0,0 0-13 16,0 0 11-16,0 0-1 0,0 0 2 0,0 0 11 15,0 0-5-15,0 0 0 0,0 0 3 0,-21 16-7 16,21-16 4-16,0 0 1 0,-18 17 3 0,18-17 0 15,-13 15-6-15,13-6-4 0,-18 0 3 0,18 2 1 16,-20-1 7-16,11 0-4 0,-2 1-8 0,1 0 9 16,0-1-8-16,1 1 9 0,-2 0-1 0,2-1-8 15,2 1 8-15,-1-1 0 0,-1-1 1 0,1 2 3 16,1-2-8-16,2 0 0 0,-4-2 3 0,4 1-1 16,1-2 1-16,0 0 0 0,1 1-9 0,1-4 6 15,1 1 2-15,0-1 4 0,1-1-3 16,0 0 2-16,0 1 2 0,0-3-4 0,0 1 16 15,0 0-1-15,0 1 7 0,0-1 7 0,17 1-2 16,-17-1-1-16,15 0-5 0,-15 0-3 0,21 1-5 16,-8 0 1-16,1-2 1 0,3 0-5 0,-2 0 9 15,2 0-6-15,1 0 1 0,-3 0 0 0,4 0-10 16,-5 0 3-16,2 0-1 0,-4 0 3 0,0 0 15 16,-1 0 2-16,-2-14 4 0,-1 14-5 0,-1 0-11 15,-2 0-3-15,-1 0-1 0,1 0-6 0,-3-9 1 16,0 9-8-16,1 0-6 0,-3 0 8 0,2 0-19 15,0 0-29-15,-1-7-41 0,1 7-61 16,-2-4-41-16,3 1-17 0,0 1-7 0,-2-3 22 16,0 3 15-16,-1-4-9 0,0 2 52 0</inkml:trace>
  <inkml:trace contextRef="#ctx0" brushRef="#br0" timeOffset="207661.45">22719 10712 297 0,'0'-4'14'0,"0"0"25"16,0 0 20-16,9 1 20 0,-9-1 1 16,0 1-7-16,0 2-20 0,0-1-11 0,0 1-14 15,0 0-19-15,0 1 0 0,0 0-9 0,0 0 0 16,0 0-9-16,0 0 4 0,0 0-4 0,0 0 4 15,0 0 10-15,0 18-9 0,0-18 4 0,0 15 13 16,0-15 28-16,0 20 28 0,0-8 28 0,0 1 11 16,0 0-4-16,0 2 1 0,0-1-10 0,0 3-21 15,0-2-4-15,0 2-22 0,0 1-19 0,0 0 5 16,0 0-20-16,0-1-4 0,12 3 9 0,-12 0-14 16,0 0 3-16,0-1 6 0,0 1-7 15,0-1 1-15,8-1-2 0,-8-1-4 0,0 0 4 0,0-1-2 16,0-1-3-16,0 0 1 0,0 0-7 15,0-2 12-15,0 1 2 0,0-2-2 0,0 0 1 16,0-1-10-16,0-1 1 0,0-1 4 0,0-1 4 16,0-2 0-16,0 0-2 0,0 0-6 0,0-2-11 15,0-2-61-15,0 2-72 0,0-2-88 0,0-2-49 16,0 0 6-16,0 0 3 0,0 0 61 0,0 0 56 16</inkml:trace>
  <inkml:trace contextRef="#ctx0" brushRef="#br0" timeOffset="208230.82">23111 10810 311 0,'8'-7'21'16,"1"1"14"-16,-2 1 20 0,0-1 13 0,-1 0-10 16,-1 1 6-16,-3 1-10 0,0 0 5 15,0 1-11-15,-2 0-11 0,0 0-14 0,0 1-28 16,0 0 1-16,0 1-10 0,0 0 0 0,-19 0 5 16,19 0 5-16,0 1-1 0,-21 0 9 0,8 0-4 15,0 0 0-15,-2 0 0 0,-2 0-4 0,-1 17 9 16,-1-17-1-16,-2 0-9 0,1 22-4 0,1-22 0 15,0 19-8-15,1-19 12 0,3 20 10 0,0-9 0 16,4-1-10-16,2 0 10 0,3 1-5 0,1 0-4 16,2 0 19-16,1 0-10 0,1 0 1 0,1 0 18 15,0-1 2-15,0 2 9 0,0-2 5 0,0 0 1 16,21 1 13-16,-21-1-4 0,23 2 2 16,-8-2-8-16,3-1-15 0,2-2 7 0,1 0 6 0,3 1 10 15,0-2 12-15,-2-2 1 0,0 0 3 0,0-4-7 16,-3 0-1-16,-1 0-3 0,-1 0-2 15,-3 0-1-15,-3 0 2 0,0 0-14 0,-2 0-12 16,1-17-4-16,-2 17-14 0,-1 0 9 0,0-20 5 16,0 20 5-16,-2-16 4 0,2 6-6 0,-4-2 4 15,1 0-5-15,-2-1-5 0,-1 1-4 0,-1-3-9 16,0 1-1-16,0-1-9 0,0 0 0 0,-19 0-2 16,19 0-4-16,-15 1 5 0,15 0-6 0,-18 3-1 15,18-1-27-15,-17 3-35 0,17 1-36 16,-16 2-51-16,16 1-44 0,-12 1-35 0,12 0-30 0,-9 2 10 15,4 1 37-15,1 0 31 0,1 1 18 16,0 0 41-16,0 0 32 0</inkml:trace>
  <inkml:trace contextRef="#ctx0" brushRef="#br0" timeOffset="209175.04">23542 10957 508 0,'0'2'12'0,"-14"0"34"0,14-1 19 15,0-1 5-15,0 0-16 0,0 0-29 16,-9 0-15-16,9 0-10 0,0 0 0 0,-4 0 0 15,4 0-5-15,-6 0-5 0,5 0 15 0,-1 0-10 16,-2 0 0-16,1 0 10 0,1 0-10 0,-2 0 5 16,1 0 1-16,0 0-6 0,3 0 5 0,-2 15-10 15,1-15 5-15,1 0 10 0,0 0 0 0,0 8 39 16,0-8 25-16,0 0 36 0,0 6 24 0,0-6 9 16,0 4-7-16,20-1-16 0,-20-1-11 0,18 1-29 15,-18-1-16-15,19 0-21 0,-5-1-15 16,-1 0-5-16,2-1-6 0,1 0-7 0,1 0-1 0,0 0-3 15,1 0 4-15,-2-19 4 0,-2 19-7 16,0 0 1-16,0-19 3 0,-5 19 2 0,0-14 4 16,-1 14-3-16,-2-15-6 0,-1 15 0 0,0-14 0 15,-2 4 2-15,-3 2-2 0,1-1-4 0,-1-1-3 16,0-1 0-16,0-1-1 0,0-1-1 0,-20 0 1 16,20-2-18-16,0 0-16 0,-21 0-10 0,21 0-7 15,-13 0 25-15,13 2 6 0,-12 0 19 0,12 2 1 16,-10 1-4-16,10 2 5 0,0 3-3 0,-5-1 6 15,5 2-6-15,0 0 5 0,0 1-4 0,0-2-2 16,0 0 4-16,23 1 2 0,-23 1 12 0,21-2 6 16,-5 2 9-16,-1-1 11 0,3 1-1 0,2 1-3 15,5 1-1-15,-3-1-11 0,2 2 0 0,-1 0-7 16,0 0-5-16,-2 0 1 0,-3 0-9 16,0 0 0-16,-2 0 2 0,-2 0-5 0,-4 0 2 15,0 0 1-15,-3 0-2 0,-1 0-4 0,-2 15 0 16,1-15 1-16,-3 0 0 0,-2 10 1 0,0-10 2 15,3 9 3-15,-3-9-1 0,0 14 4 0,0-6-2 16,0 2-3-16,-21 0 6 0,21 1-8 0,0-1 4 16,-23 2-1-16,23-1-2 0,-19-1 2 0,19 0-3 15,-17 0 3-15,17 2 1 0,-17-2-2 0,10 0-1 16,7 0-4-16,-9 0 3 0,9 2 5 0,0-2 0 16,0 0 4-16,0 0 0 0,0 0-7 15,0-2 4-15,21-1 0 0,-21-1 0 0,23-1 5 16,-8 1-2-16,1-3-1 0,3-1 3 0,3 1-7 15,-2-3 0-15,3 0 7 0,0 0 3 0,1 0 15 16,-3 0 9-16,1 0 2 0,-2 0 0 0,-2-19-13 16,0 19-2-16,-5 0-14 0,0-15-6 0,-3 15 0 15,-2-12-2-15,-1 12-2 0,-1-8-11 0,-3 8-35 16,-1-8-62-16,-1 8-99 0,-1-5-115 0,0 5-26 16,0-4 14-16,0 4 30 0,-22 0 124 15</inkml:trace>
  <inkml:trace contextRef="#ctx0" brushRef="#br0" timeOffset="209717.37">22765 11453 766 0,'0'0'-5'0,"21"0"1"16,-9 0 9-16,4 0 5 0,2-25 13 0,6 25 5 15,1-22-23-15,4 22 5 0,3-20-14 0,-1 20-5 16,0-18 19-16,3 18-15 0,-2-15 5 0,-4 15 5 16,1-11-9-16,-3 11 4 0,-3-10 5 0,-5 10-9 15,0-9 8-15,-6 6-4 0,-3 1-24 0,0 1-11 16,-6-1-20-16,0 2-16 0,-3 0-11 0,0 0-39 15,0 0-35-15,0 0 20 0</inkml:trace>
  <inkml:trace contextRef="#ctx0" brushRef="#br0" timeOffset="209875.11">22859 11534 335 0,'-1'7'40'0,"0"-1"40"15,1-2 43-15,0-4 27 0,0 0-35 0,24 0-31 16,-24 0-47-16,38 0-23 0,-11-21-10 0,5 21-4 15,4-17-5-15,4 17 0 0,0-19-37 0,0 19-45 16,-2-20-19-16,-2 10-34 0,-4 1 2 0,-3 1-9 16,-5 1 14-16,-5 0 31 0</inkml:trace>
  <inkml:trace contextRef="#ctx0" brushRef="#br0" timeOffset="211900.98">18595 3691 181 0,'0'0'10'0,"0"-6"6"0,0 6 6 0,0 0 0 16,0 0-1-16,0-3-1 0,0 2 3 0,0 0-1 16,0 1 1-16,-17-1-5 0,17-1-12 15,0 2 8-15,0-1-4 0,0 1-3 0,0-1 7 16,0 1-8-16,0 0 0 0,0 0 16 0,0 0-9 15,0 0 9-15,0 0 4 0,0 0-3 0,0 0 8 16,0 0 1-16,0 0-10 0,0 0-13 0,0 0 5 16,0 0-14-16,0 0 9 0,0 0 4 0,0 0-18 15,0 0 10-15,0 0-10 0,0 0 5 0,0 0 9 16,0 0-5-16,0 0-4 0,0 0 0 0,0 0 0 16,0 0 0-16,0 0 5 0,0 0-10 0,0 0 1 15,0 0 4-15,0 0 6 0,0 0 9 0,0 0 5 16,0 0 6-16,0 0-4 0,0 0 19 0,0 0 10 15,0 0 4-15,0 0 23 0,0 0-10 16,0 0 2-16,0 0-7 0,0 0-6 0,0 0-14 16,0 0-17-16,0 0-4 0,18 0-14 0,-18 0 4 15,0 0-4-15,12 0 4 0,-12 0 1 0,0 0 6 16,12 0 6-16,-12-9-7 0,0 9-3 0,8 0-8 16,-8 0-6-16,5-6 4 0,-2 6 6 0,1-4-10 15,3 1 10-15,0 1-1 0,-1 0-17 0,1-2 14 16,0 1-8-16,1-1-8 0,-1 1 16 0,-2 0-7 15,1-1 4-15,-2 3 6 0,0-2-17 0,1-1 5 16,-2 2-2-16,0 1-10 0,-1 0-11 0,0-2-21 16,0 3-26-16,-1 0-26 0,0-1-24 0,-1 1-43 15,0 0-5-15,0 0-1 0,0 0 8 16,0 0-5-16,0 0 31 0</inkml:trace>
  <inkml:trace contextRef="#ctx0" brushRef="#br0" timeOffset="212209.6">18645 3768 289 0,'0'0'11'0,"0"2"24"0,0-2 15 0,0 0 10 16,12 0 15-16,-12 0-10 0,0 0 13 0,0 0 26 15,0 0-12-15,0 0-3 0,0 0-9 0,0 0-31 16,0 0-6-16,18 0-6 0,-18 0-13 0,0 0 6 16,21 0-3-16,-21-13 5 0,15 13 2 0,-6 0 2 15,-1 0-4-15,1 0-5 0,-1-7-6 0,0 7-11 16,-2 0-5-16,0-5-1 0,-1 5 0 0,2 0 4 16,-3-3-4-16,-2 2-10 0,1-1-23 0,-1 2-48 15,-2-1-34-15,2 1-35 0,-2 0-36 16,0 0 11-16,0 0 0 0,0 0-3 0,0-1 24 0,0-1 28 15</inkml:trace>
  <inkml:trace contextRef="#ctx0" brushRef="#br0" timeOffset="213001.48">19103 3407 236 0,'1'-2'8'0,"0"1"6"0,0 1 4 15,0-2 10-15,0 1-12 0,-1 1 0 0,1-1-6 16,-1 1-4-16,0 0 2 0,0 0-7 0,0 0-1 16,0 0 0-16,0 0-8 0,0 0 8 0,0 0 3 15,0 0-7-15,0 0 7 0,0 0-11 0,0 0-1 16,0 0 6-16,0 0-1 0,0 16-3 0,0-16 4 15,-14 0 5-15,14 15-1 0,0-15 17 0,-13 15-8 16,13-5 0-16,-12 0-5 0,5-1-4 0,1 1-4 16,0 0-1-16,-2 0 5 0,2-2 8 15,2 1 3-15,-3 0-7 0,2-1 3 0,0 0-12 16,0-1 0-16,0 0 0 0,1 0-4 0,1-1 12 16,1 0-4-16,-1 0 4 0,1 0-4 0,2-2-4 15,-2 3 3-15,1-3 6 0,1 1 3 0,0-1-4 16,0 0 0-16,0-2-8 0,0 1 5 0,0-1 0 15,0 1 17-15,0-3 11 0,0 2 11 0,0 0 14 16,0-1-9-16,0-1-1 0,17 2-2 0,-17-2-3 16,0 1 6-16,17 0 16 0,-17 1 0 0,15-2 2 15,-6 0-13-15,2 0-11 0,-1 0-11 16,2 0-16-16,-1 0 11 0,-1 0-5 0,1 0 0 16,-3 0-9-16,0 0-9 0,1 0-4 0,-2-14 0 15,-2 14 13-15,-1 0-1 0,0 0 0 0,-1 0-7 16,0 0-1-16,0 0-7 0,-1 0 3 0,0 0 8 15,2-9-17-15,-2 9-17 0,-1 0-24 0,1 0-28 16,2 0-23-16,-3 0-2 0,2 0-11 0,0-5-4 16,-2 4 14-16,1-1-38 0,-1 1 31 0</inkml:trace>
  <inkml:trace contextRef="#ctx0" brushRef="#br0" timeOffset="213421.57">19181 3364 445 0,'0'0'-9'15,"0"-1"10"-15,0 1-9 0,0 0 4 16,0 0 9-16,0 0-6 0,0 0 5 0,0 0-4 16,0 0-4-16,0 0 0 0,0 0 0 0,0 15 4 15,0-15 1-15,0 16-5 0,0-16 18 0,0 20-16 16,0-7-1-16,0 2 9 0,18 0-5 0,-18 3 14 16,0-1 12-16,0 3-4 0,0-1 0 0,13 1 12 15,-13-1 5-15,0 0 0 0,0 1 1 0,0-4-2 16,0 1-8-16,0-3 17 0,0 0-16 0,0-2 4 15,0-1-20-15,0 0-10 0,0-1 9 0,0-1-13 16,0-2 9-16,0 2-10 0,0-1 6 16,0 2-1-16,0-4 4 0,0 2-3 0,0-1-6 15,0 1 0-15,0-1-4 0,15-1 14 0,-15 1-11 16,0 0-32-16,0-2-39 0,0 0-53 0,10-1-26 16,-10-1-20-16,0-1 7 0,0 0 43 0</inkml:trace>
  <inkml:trace contextRef="#ctx0" brushRef="#br0" timeOffset="-214432.89">19530 3419 100 0,'2'0'13'0,"-2"0"10"0,2 0 2 15,0 0 8-15,-1 0-9 0,-1 0-4 0,2 0 3 16,-2 0-7-16,1 0 0 0,-1 0 4 0,0 0-4 16,0 0 8-16,0 0 0 0,0 0-4 15,0 0 13-15,0 0-4 0,0 0-1 0,0-10 0 16,0 10-4-16,0 0-1 0,0 0 0 0,0 0 0 15,0 0-10-15,0 0-8 0,0-6 4 0,0 6-13 16,0 0 8-16,0 0-3 0,0 0-15 0,0 0 14 16,0 0-9-16,-13 0 13 0,13 0 5 0,0 0-14 15,0 0-3-15,-11 0 3 0,11 0-8 0,-13 0 13 16,8 0 0-16,-2 0 1 0,1 0 7 0,-2 16-8 16,2-16 13-16,1 0-17 0,1 0 4 0,-1 12 5 15,1-12-19-15,-4 7 15 0,3-7-6 0,1 8 6 16,-2-4 7-16,1 1-12 0,-3 1 9 15,2-1-5-15,-1 2-5 0,0-2 14 0,2 4-9 16,-4-3 0-16,3 1 5 0,1 0-14 0,0 2 0 16,0-1-4-16,1-3 9 0,-1 2 0 0,3 0 0 15,1-1 12-15,-1 0-20 0,-1-1 24 0,3-1-3 16,-1 1-14-16,0 0 18 0,0-1-26 0,1 0 13 16,0 0 9-16,0-2-9 0,0 3 13 0,0-2-9 15,0 3 1-15,21-3 4 0,-21 1-5 0,0 0-8 16,20 0 8-16,-20-1 1 0,21-1 4 0,-10 1 18 15,-1 0-7-15,1 1 21 0,-2-2 10 0,2-1 6 16,-4 1 14-16,0-2-6 0,0 0-15 16,1 0 3-16,1 0-11 0,-4 0-11 0,3 0 0 0,-1 0-12 15,2 0-11-15,-4 0-3 0,2 0 4 16,1-15-5-16,-3 15 9 0,1 0 0 0,-3 0-5 16,1-13 8-16,-1 13-8 0,1-8 1 0,-1 8-5 15,-3-12 1-15,5 6 3 0,-5-1-1 0,3-1 3 16,-1-1-7-16,-2 0-5 0,2 0-2 0,-1-3 4 15,-1 2 2-15,0 0 6 0,0-2 9 0,0 2-4 16,0 1-8-16,0-1 4 0,0 2-8 0,0 1 10 16,0 0 17-16,-16 0-10 0,16 3 3 0,0 0-15 15,0 0-8-15,-10 1 3 0,10 0-5 0,-8 0 9 16,8 1-17-16,-10-1-21 0,2 1-44 16,2 0-55-16,0 2-50 0,-1 0-17 0,1 0 4 0,-2 0 12 15,3 0 11-15,-4 0 36 0</inkml:trace>
  <inkml:trace contextRef="#ctx0" brushRef="#br0" timeOffset="-212977.49">19766 3591 138 0,'0'0'1'0,"0"0"1"0,0 0 0 15,0 0 1-15,0 0-3 0,0 0 4 16,0 0 4-16,0 0-12 0,0 0 5 0,0 0 0 0,0 0-9 16,0 0 25-16,0 0 2 0,0 0-8 0,0 0 17 15,0 0-12-15,0 0 0 0,0 0 7 16,0 0-12-16,0 0 8 0,0 0-9 0,0 0-5 15,0 0 4-15,0 0-13 0,0 0 13 0,0 0-6 16,0 0-6-16,0 0 2 0,0 0 2 0,0 0-1 16,0 0 0-16,0 0 4 0,0 0-12 0,0 0 8 15,0 0 3-15,0 0-3 0,0 0 0 0,0 0 1 16,0 0-1-16,0 0 4 0,0 0-3 0,0 0-1 16,0 0 0-16,0 0-9 0,0 0 9 0,0 0 0 15,0 0 0-15,0 0 0 0,0 0 0 0,0 0 1 16,0 0-1-16,0 0 0 0,0 0 8 0,0 0-8 15,0 0 0-15,0 0 5 0,0 0-4 16,0 0 12-16,0 0-8 0,0 0-1 0,0 0 4 16,0 0-3-16,0 0-5 0,0 0 1 0,0 0-5 15,0 0 4-15,0 0 8 0,0 0-8 0,0 0-4 16,0 0 0-16,0 0 0 0,0 0 20 0,0 0-8 16,0 0-8-16,0 0 1 0,0 0-22 0,0 0 21 15,0 0-9-15,0 0 13 0,0 0 0 16,0 0-4-16,0 0 8 0,0 0 0 0,0 0 1 0,0 0-9 15,0 0-9-15,0 0 9 0,0 0-8 0,0 0 0 16,0 0 12-16,0 0-20 0,0 0 23 0,0 0-10 16,0 0-2-16,0 0 5 0,0 0 1 15,0 0 11-15,0 0-8 0,0 0 1 0,0 0 3 0,0 0-16 16,0 0 4-16,0 0-1 0,0 0-11 16,0 0 20-16,0 0-4 0,0 0 8 0,0 0 1 15,0 0-5-15,0 0 4 0,0 0 1 0,0 0-6 16,0 0-7-16,0 0-8 0,0 0-4 0,0 0 4 15,0 0 16-15,0 0 4 0,0 0 9 0,0 0-1 16,0 0-16-16,0 0 3 0,0 0-11 0,0 0-8 16,0 0 16-16,0 0-4 0,17 0-14 0,-17 0-6 15,0 0-29-15,0 0-41 0,0 0 12 0</inkml:trace>
  <inkml:trace contextRef="#ctx0" brushRef="#br0" timeOffset="-211063.26">19777 3654 181 0,'0'0'9'0,"0"0"13"0,0 0 5 0,0 0 6 15,0 0-8-15,0 0-9 0,0 0 4 0,0 0-9 16,0 0 0-16,0 0 3 0,0 0-8 0,0 0 9 16,0 0 5-16,0 0-5 0,0 0 4 0,0 0 4 15,0 0 4-15,0 0 1 0,0 0 0 0,0 0-5 16,0 0 4-16,0 0 4 0,0 0 7 0,0 0-16 15,0 0-2-15,0 0-9 0,0 0-21 0,0 0 21 16,0 0-11-16,0 0 5 0,0 0 6 0,0 0-6 16,0 0-16-16,0 0 11 0,0 0 0 0,0 0 0 15,0 0 16-15,0 0-16 0,0 0 11 0,0 0-11 16,0 0 10-16,0 0-10 0,0 0-5 16,0 0-6-16,0 0 1 0,0 0 25 0,0 0 1 15,0 0 11-15,11 0-6 0,-11 0-31 0,13 0 16 16,-5 15-1-16,2-15-4 0,-1 0 19 0,1 0-14 15,-1 0 4-15,3 0-5 0,-3 0-4 0,0 0 4 16,1 0 0-16,-2 0-11 0,-1 0 11 0,-2 0-5 16,2 0-5-16,-2-16 10 0,1 16 0 0,-3 0-1 15,1-11 7-15,-1 11-1 0,-1-8-5 0,0 8-10 16,-1-12 5-16,-1 7 0 0,0-2-5 16,0 0 14-16,0-1-13 0,0-1 3 0,0 0 2 15,0-1-11-15,0 0 0 0,-19-1 6 0,19-1 4 16,0 2 5-16,-16-2 5 0,16 0-9 0,0 0-11 15,-12 2 6-15,12 0-6 0,-9 1 15 0,9 0 6 16,-7 2-6-16,7 0 1 0,-3 1 5 0,0 1 10 16,2 1 14-16,1 0 6 0,0 1-5 0,0 0-1 15,0 1 0-15,0 0-15 0,0 0-9 0,0 0-7 16,0 0-13-16,0 0 14 0,0 2 3 0,21-3-13 16,-21 2 0-16,13 1-1 0,-13-1-3 0,19 1 13 15,-8 0-4-15,0 0-5 0,0 0 10 0,1 0-10 16,-1 0 9-16,0 0 1 0,-1 0-10 0,1 15 9 15,-2-15-5-15,-2 0 4 0,-1 0 0 16,1 0-7-16,-1 12-1 0,-1-12 0 0,-2 7-4 16,1-7 8-16,-1 7-9 0,-1-3 1 0,2 2 4 15,-3-1-9-15,0 1 22 0,-1 1 0 0,1 1-4 16,-1-1 4-16,0 3-13 0,0-2-4 0,0 1 8 16,0 2-3-16,0-2 9 0,0 1-6 0,-19-1-3 15,19-1 0-15,0 1-6 0,0-1 6 0,0-1 8 16,-9 0-3-16,9-2-1 0,0 0-1 0,0 1-3 15,0-2 13-15,0 0-4 0,0-1 5 0,0 0-10 16,21 1 11-16,-21-3-5 0,16 2 7 0,-16 0 10 16,22-2-8-16,-9-1 7 0,0 0-3 0,1 0 8 15,-2 0 3-15,3 0-2 0,-1 0 3 16,-4 0-13-16,-1 0-13 0,-1 0 2 0,-1-15-11 16,-1 15-36-16,-2 0-58 0,-2 0-77 0,1 0-66 15,-1 0-58-15,-2-8 63 0</inkml:trace>
  <inkml:trace contextRef="#ctx0" brushRef="#br0" timeOffset="-197433.48">16408 6024 112 0,'0'0'0'0,"0"0"10"0,0 0 0 0,0 0 0 16,0 0 9-16,0 0-9 0,0 0 0 0,0 0 2 15,0 0-12-15,0 0 4 0,0 0 4 0,0 0-3 16,0 0 9-16,0 0 0 0,0 0 0 15,0 0 5-15,0 0-1 0,0 0-1 0,0 0-3 0,0 0-5 16,0 0 10-16,0 0-5 0,0 0 4 16,0 0-1-16,0 0-11 0,0 0 0 0,0 0 4 15,0 0 4-15,0 0-9 0,0 0-4 0,0 0 3 16,0 0-8-16,0 0 9 0,0 0 7 0,0 0-12 16,0 0 9-16,0 0-5 0,0 0 0 0,0-15 1 15,0 15-1-15,0 0 1 0,0 0 0 0,0 0 0 16,0 0-5-16,0 0 22 0,0 0-10 0,0 0 5 15,0 0 0-15,0 0-21 0,0 0 9 0,0 0-1 16,0 0 5-16,0 0 0 0,0 0 8 16,0 0 4-16,0 0 0 0,0 0 5 0,0 0-14 15,0 0-7-15,0 0-5 0,0 0 10 0,0 0-10 16,0 0 5-16,0 0 5 0,0 0-20 0,0-11 20 16,0 11-10-16,0 0 5 0,0 0 10 0,0-7-5 15,0 7 1-15,0 0-6 0,0-5 0 0,0 5-5 16,12-2 15-16,-12 1 5 0,0 0 9 0,0 0 1 15,0-1-1-15,0 1-10 0,0-1 0 0,0 0 0 16,0 1-3-16,0-1 9 0,0 1-1 0,6-1 0 16,-6 1 3-16,0 0-1 0,0-1-3 0,0 2 7 15,0-1-5-15,0 1-4 0,3-1-1 0,-3 1 5 16,0 0-1-16,0-1-3 0,0 1-4 0,0 0-6 16,0 0-2-16,0-1 5 0,0 1-11 15,0 0-6-15,0 0 3 0,0 0-3 0,0 0 10 16,0 0-7-16,0 0 0 0,0 0-7 0,0 0 7 15,0 0 4-15,0 0 4 0,0 0 3 0,0 0-4 16,0 0 1-16,0 0 5 0,0 0-1 0,0 0 9 16,0 0 3-16,0 0-9 0,0 0 1 0,0 0-11 15,0 0 1-15,0 0 5 0,0 0-7 0,0 0 2 16,0 0-5-16,0 0-8 0,0 0 13 0,0 0-2 16,0 0-1-16,0 0 4 0,0 0-11 0,0 0-3 15,0 0 6-15,0 0-3 0,0 0-2 0,0 0 9 16,0 0-10-16,0 0 2 0,0 0 5 15,0 0-11-15,0 0 10 0,0 0-3 0,0 0-8 0,0 0 9 16,0 0-4-16,0 0 2 0,0 0 7 16,0 0-9-16,0 0-4 0,0 0-1 0,0 0 9 15,0 0-2-15,0 12 8 0,0-12-3 0,0 0-5 16,0 7 14-16,0-7-12 0,0 7 8 0,0-1-3 16,0-2-3-16,0 2 1 0,0-1 4 0,0 1-7 15,0-1 0-15,0 2 11 0,0-3-12 0,0 3 8 16,0-1-4-16,0 1-5 0,0-2 15 0,0 1-8 15,0 0 8-15,0-1 7 0,0 2-5 0,0-2 11 16,0 1-2-16,0 0-3 0,0 0 2 16,0 0 4-16,0 1-5 0,0-1 3 0,0 0-3 15,0 1-8-15,0-2 15 0,0 2-11 0,0-2-1 0,0 0-2 16,12 0-12-16,-12 1 7 0,0-2-2 16,0 1 1-16,0-1 8 0,0 1-11 0,0 0 4 15,0-1-1-15,0 2-10 0,0-1 4 0,7 0 4 16,-7 0-3-16,0-1 4 0,0 0-2 0,3 0-5 15,-3 0 0-15,0 0 8 0,0 0-4 0,1 0 6 16,-1-1-6-16,0 1-1 0,1 0 0 0,-1-1-2 16,1 1 6-16,-1-1-7 0,0 1 13 0,1-3-7 15,-1 4 4-15,0-3-6 0,0 1-7 0,0 2 1 16,0-3 3-16,0-1-3 0,0 1 7 16,0 1-5-16,0-2-4 0,1 0 10 0,-1 2-14 15,1-2 15-15,-1 2-1 0,0-1-3 0,0 2 11 16,1-1-8-16,-1 0-5 0,0 2-2 0,1-2 2 15,-1 2-5-15,1-1 11 0,-1 1-1 0,3-1-6 16,-3 0 7-16,0-1-3 0,1-1-2 0,-1-1 4 16,0 0 3-16,1 0-7 0,-1 0 2 0,0 0 0 15,0 1-5-15,1 0 3 0,-1-1-1 0,0 1 4 16,0 0 1-16,0-1-3 0,0 1 6 0,0-1-7 16,0 1-3-16,0 0 2 0,0-1 1 0,0 0 1 15,0 1 7-15,0-1 0 0,0-1-3 0,0 1-2 16,0-1-2-16,0 0-3 0,0 2 3 15,0-2 2-15,0 0 0 0,0 0-3 0,0 0 6 16,0 0-4-16,0 0-3 0,0 0 4 0,0 0-3 16,0 0 5-16,0 0-2 0,0 0 1 0,0 0 0 15,0 0-3-15,0 0 4 0,0 0-2 0,0 0-1 16,0 0 3-16,0 0-43 0,0 0-43 0,0 0-67 16,0 0-79-16,0 0-32 0,0 0-2 0,0 0 24 15,0-15 25-15,0 15 33 0,-16 0 46 0</inkml:trace>
  <inkml:trace contextRef="#ctx0" brushRef="#br0" timeOffset="-196441.43">16420 6076 107 0,'0'-2'17'0,"0"-2"11"0,6 0 13 0,-6 1 1 15,5 0-9-15,-5 0-5 0,5-1-14 16,-2 1-9-16,-1-1-3 0,0 0-1 0,1 2-3 15,2-3 20-15,-2 2-5 0,1-1 1 0,0 1 9 16,0-1-9-16,-1 3 10 0,0-2 3 0,-2-1-3 16,1 2 4-16,0 2 11 0,-1-1 5 0,-1-1-2 15,0 2 1-15,0-1-5 0,0 1-4 0,0 0 0 16,0-1-8-16,0 1-12 0,0 0-4 0,0-2 0 16,0 2 4-16,0-1-9 0,0 1-9 0,0 0 4 15,0 0 0-15,0-1 0 0,0 1 0 0,0 0-5 16,0 0-10-16,0 0 20 0,0 0-10 15,0 0-10-15,0 0 10 0,0 0-14 0,0 0 14 16,0 0 10-16,0 0-5 0,-22 0-5 0,22 16 0 16,0-16 0-16,-20 0 0 0,20 18 5 0,-21-18 1 15,10 17-6-15,-1-7 0 0,0 1 5 0,2-2 10 16,-2 2 1-16,1-1-6 0,0 0-5 0,2 0-10 16,1-1 6-16,-1 0-1 0,1-1 5 0,0 0 1 15,2-1-6-15,1 0 5 0,1-1-10 0,0 0 10 16,0-2 5-16,3-1-5 0,1 0 16 15,-1-2-11-15,0 1 0 0,1-2 6 0,0 2-6 0,0-2 6 16,0 0-1-16,0 0 10 0,0 0-9 0,0 0 10 16,0 0 5-16,0 0-15 0,0 0 14 15,0 0-15-15,0 0-10 0,14-13 10 0,-14 13-6 16,0 0 1-16,11-9-5 0,-11 9-1 0,9-10-5 16,-9 4 5-16,11 2 9 0,-7-3-8 0,0 2 5 15,1-2-5-15,0 0 0 0,1 0 4 0,-1 0 0 16,0 0-10-16,-1 0 10 0,1 0 0 0,0-1 5 15,-2 2 9-15,1-1-4 0,-1 2 9 0,0-2 0 16,-1 1 4-16,0 1 0 0,0-1-10 0,0 1-13 16,1-1-4-16,-1 0 4 0,1 2 5 0,1-1 8 15,-1 0-4-15,0 0 7 0,-1 1-7 0,0 1 8 16,1-1-1-16,-2 1-8 0,0 1-1 0,-1 0-11 16,1 0 8-16,0 1-11 0,0 0 7 0,-1-1-1 15,0 2-3-15,0 0 7 0,0 0-8 16,0 0-2-16,0 0-2 0,0 0-6 0,0 0-1 15,0 0-5-15,0 0 13 0,0 0-5 0,0 0 5 16,0 0 13-16,0 0-9 0,0 0 13 0,0 16-2 16,20-16 9-16,-20 0-3 0,0 14 0 0,18-14 11 15,-18 9-3-15,15-9-1 0,-15 10 7 0,15-3-10 16,-8-3 3-16,4 2 6 0,-3-1-10 0,0 0 13 16,2 1-11-16,-1 0 3 0,-1-2 2 0,-1 1-7 15,1 0-5-15,-1-1-2 0,-1-1-4 0,1 1 2 16,-2-1 0-16,0-1-7 0,-1 1-1 15,0-1-7-15,0 0 8 0,-2 0 6 0,0-1-6 0,-1-1 5 16,-1 1-3-16,1 0-10 0,-1-1 8 16,0 1-2-16,0-1-1 0,1 0-6 0,0 0 3 15,-1 1 5-15,0-1-2 0,2 1 8 0,-2 0-32 16,2 0-47-16,-2 1-54 0,0-1-65 0,0 1-51 16,2-1-13-16,-1 0 20 0,2-1 6 0,1 1 55 15,-3-1 52-15</inkml:trace>
  <inkml:trace contextRef="#ctx0" brushRef="#br0" timeOffset="-195093.42">17389 6246 228 0,'0'0'15'0,"0"0"1"0,0 0 5 0,0 0 6 16,0 0-4-16,0 0-1 0,0 0-1 0,0 0-5 16,0 0-5-16,0 0-10 0,0 0 5 0,0 0-6 15,0 0 1-15,0 0 12 0,0 0-8 0,0 0 5 16,0 0-5-16,0 0 0 0,0 0 1 0,0 0-1 16,0 0 5-16,0 0 0 0,0 0 9 0,0 0 1 15,0 0-1-15,0 0 10 0,0 0-6 0,0 0 15 16,0 0 0-16,0 0 8 0,0 0 2 0,0 0-4 15,0 0 5-15,0 0-26 0,0 0 3 16,0 0-4-16,0 0-7 0,0 0 11 0,0 0-21 16,0 0-9-16,0 0 4 0,0 0-10 0,0 0 16 15,0 0 4-15,0 0-15 0,0 0 16 0,0 0-12 16,0 0-5-16,0 0 11 0,0 0-15 0,0 0 5 16,0 0 11-16,0 0-1 0,0 0-5 0,0 0 10 15,0 0-5-15,0 0-9 0,0 0 8 0,0 0 1 16,0 0 5-16,0 0 6 0,0 0 5 0,0 0-6 15,0 0 0-15,0 0 15 0,0 0-10 0,0 0 5 16,0 0-5-16,0 0-6 0,0 0 5 0,0 0 7 16,0 0-3-16,0 0-4 0,0 0 5 0,0 0-10 15,0 0 9-15,0 0-2 0,0 0-1 16,0 0-6-16,0 0 3 0,0 0 7 0,0 0 0 16,0 0 11-16,0 0-1 0,0 0-3 0,0 0 9 15,0 0 7-15,0 0 3 0,0 0 2 0,12 0-8 16,-12 0-11-16,10 0-8 0,-10 0-5 0,17 0-3 15,-9 0 0-15,1 0-5 0,3 0-1 0,-3 0 0 16,0 0-2-16,1 0 2 0,-1-11-2 0,0 11-2 16,-1 0-5-16,0 0 0 0,-2 0 0 0,0 0 2 15,0-5-1-15,1 5 1 0,0 0 2 0,-2 0-3 16,1 0 5-16,-1 0-2 0,2 0-5 16,-2 0 6-16,-1 0-4 0,1 0-3 0,0 0 4 0,-2 0-1 15,0 0-1-15,0 0 5 0,0 0-4 16,0 0-1-16,0 0-1 0,-1 0-5 0,-1 0 1 15,1 0 0-15,1 0 3 0,-1 0 3 0,-1 0 1 16,1 0 2-16,-2 0-5 0,2 0-5 0,0 0-19 16,2 0-24-16,-4 0-35 0,2 0-41 0,0 0-41 15,-2 0-51-15,3 0-24 0,0 0-15 0,-2 0 18 16,2 0-12-16,-1 0 59 0</inkml:trace>
  <inkml:trace contextRef="#ctx0" brushRef="#br0" timeOffset="-194520.8">17936 5950 429 0,'0'0'-4'0,"0"0"13"0,0 0 0 0,0 0 0 0,0 0 0 16,0 0-17-16,0 0 12 0,0 0-4 0,0 0-5 16,0 0 9-16,0 0-12 0,0 13 4 15,0-13 4-15,0 0 4 0,0 14-4 0,0-14 12 16,0 16 14-16,0-6 5 0,0 2 17 0,0 1 0 15,0 1 21-15,0 3 18 0,0-2-8 0,0 3 4 16,-14 0-20-16,14 0 7 0,0 4-4 0,0-2-9 16,0-1-5-16,0 2-35 0,0 0 3 0,0 0-9 15,0-3 1-15,0 2-1 0,0-4-5 0,0-2 4 16,0 0-2-16,13-2-3 0,-13-1 5 0,0-1-3 16,0-2-1-16,0-2 1 0,0 1-7 0,0-2 4 15,0-1 0-15,0-1-5 0,0 0-4 0,0-3 0 16,0 1-50-16,0-1-52 0,0 0-57 0,0 0-46 15,0 0 10-15,0 0-3 0,0 0 31 16,0 0 42-16</inkml:trace>
  <inkml:trace contextRef="#ctx0" brushRef="#br0" timeOffset="-193789.75">18294 5949 428 0,'2'-4'13'16,"-2"0"14"-16,2 0 5 0,-2 1 12 0,0 1-4 15,0-1-14-15,0 1 3 0,0 2-20 0,0-2-9 16,0 2 4-16,0 0-8 0,0 0 12 0,0 0-3 16,0 0-5-16,0 0-5 0,-14 0 1 0,14 0 4 15,0 20 9-15,-19-20-1 0,19 15-4 0,-15-15 0 16,4 19 1-16,1-9-1 0,1 0 6 0,-1 2-1 16,1-2 12-16,0 3 4 0,0-2 6 15,1 1 5-15,1 1-6 0,0-1 6 0,0 0-10 16,3-2-6-16,-2 3-13 0,2-2-1 0,0 1 0 15,1-2 1-15,1 1 0 0,0 2-10 0,1-3 10 16,1 2 10-16,0 1-10 0,0-3 15 0,0 0-16 16,0 0-8-16,0 0 9 0,0-1-15 0,0 0 21 15,0-2-8-15,0-2 7 0,0 2 5 0,13-1-16 16,-13 2 10-16,0-4-8 0,0 3 4 0,9-4-10 16,-9 3 5-16,0 1-1 0,10-2 1 0,-10 0 13 15,7-1-9-15,-3-1 0 0,0-1 4 16,2 1-2-16,0-2-2 0,0-1 19 0,0 0-14 0,1 0-1 15,0 0-10-15,2 0-10 0,-1 0 4 16,0 0-4-16,2 0 14 0,-1 0 0 0,1 0-1 16,0 0 0-16,2 0-1 0,-3-18-19 0,3 18 4 15,-1-14 6-15,-2 14 1 0,3-16 14 0,-4 16 0 16,0-16 0-16,-2 16 3 0,1-13-5 0,-2 7-3 16,-3-1 10-16,1 0-5 0,-1 0 14 0,-2 2 12 15,2-2 9-15,-2 1 12 0,0 1 12 0,0-1 12 16,0 1 3-16,0 0 0 0,0 0 0 0,0 0-9 15,0 0 5-15,-22 0-3 0,22 0-3 0,0 0-17 16,-18 0-26-16,18 0-14 0,-18 0-19 0,18 2-1 16,-19-2 4-16,9 1-3 0,1 3-1 15,-4 0-3-15,4-1 4 0,-1 2-3 0,1 0 0 16,-1 0 0-16,3 0 0 0,0 0 5 0,-1 0-3 16,3 17-14-16,-2-17-34 0,2 0-33 0,1 16-47 15,0-16-37-15,1 13-41 0,-1-13-29 0,1 15-5 16,2-6 8-16,0-3 23 0,1 0 19 0,0 0 59 15</inkml:trace>
  <inkml:trace contextRef="#ctx0" brushRef="#br0" timeOffset="-192956.34">18701 6007 639 0,'4'-4'38'0,"-1"0"49"16,0 1 38-16,-1 0 17 0,0-1-25 0,-2 1-53 16,1 1-34-16,-1 0-22 0,0 1-21 0,0-1 0 15,0 2-8-15,0 0 9 0,0 0-2 0,0 0 1 16,0 0 7-16,0 0-1 0,0 0 11 0,0 22 1 16,0-22 0-16,0 17-5 0,0-17-2 0,-18 24 0 15,18-9 0-15,0 0 1 0,-14 4-5 0,14-1 4 16,-13 2 1-16,13 0 1 0,-12 1-1 0,12-2 11 15,-14 1-14-15,14 0 13 0,-9 0 10 0,5-1-23 16,4-2 19-16,-6 0-9 0,4-3-3 16,1-3 7-16,0-1-10 0,0-4 10 0,0-1-11 0,1-2 11 15,0-2-3-15,0-1-3 0,0 0 18 16,0 0 12-16,0 0 30 0,0 0 18 0,0 0 2 16,0 0-19-16,0 0-17 0,0 0-33 0,0 0-12 15,0 0 1-15,0-20-16 0,12 20 7 0,-12-18-6 16,0 18-9-16,10-23 7 0,-10 9-5 0,11 0-3 15,-5-3-1-15,-1 2-6 0,0 0 7 0,0-2 12 16,1-2 0-16,-1 4 9 0,-1-2-3 0,1 1-9 16,-1 0 12-16,-1 1-3 0,1 1 4 0,-1 1 1 15,-1-2-2-15,0 3-1 0,0 0-3 16,-1 2 7-16,1 0-8 0,-1 1 7 0,-1 1 0 0,1 1-3 16,0 2 14-16,0 0-7 0,0 1-1 15,-1 1-4-15,0 1-5 0,0 1-2 0,0 0 1 16,0 1-1-16,0 0-5 0,0 0 5 0,0 0-14 15,0 0 13-15,0 0-2 0,0 0-5 0,0 0 17 16,0 0-15-16,0 0 15 0,0 16 9 0,0-16-5 16,0 16 22-16,0-16 0 0,0 18-1 0,15-8 6 15,-15 2-9-15,12 1-4 0,-12 0 8 0,13 0-2 16,-13 0 5-16,14 0 2 0,-7 0 0 0,0-1 11 16,0-1-9-16,0 0-6 0,-1 0-10 0,-1-1-7 15,0 1 5-15,1-2-13 0,-3 2 7 0,2-3-6 16,-1 3-8-16,-1-1 15 0,1-1-6 0,-1-1 3 15,0 0 4-15,0-1-5 0,1 0-1 16,2-3-6-16,-4 2 0 0,1-4-2 0,1 3-6 16,-2-3-8-16,1 1-17 0,-1-3-21 0,-1 3-30 15,0-2-34-15,-1-1-47 0,1 0-49 0,-1 2-32 16,0-2 4-16,0 0 21 0,0 2 27 0,0 1 29 16,0-3 40-16</inkml:trace>
  <inkml:trace contextRef="#ctx0" brushRef="#br0" timeOffset="-192624.67">18631 6195 821 0,'-1'-1'21'0,"-1"0"39"0,2 0 11 0,-1 0 18 15,1-2-15-15,0 1-43 0,0 2-6 0,0-2-20 16,0 2-10-16,0 0 8 0,0 0 5 16,0 0 16-16,0 0 30 0,0 0 17 0,0 0-1 15,0 0-6-15,0 0-18 0,20 0-23 0,-20 0-8 16,21 13-6-16,-5-13-9 0,0 0 6 0,1 0-3 15,0 0-4-15,2 0-26 0,-2 0-44 0,1 0-51 16,1 0-74-16,-4 0-36 0,0 0-2 0,-2 0-2 16,-2-17 37-16,-1 17 62 0</inkml:trace>
  <inkml:trace contextRef="#ctx0" brushRef="#br0" timeOffset="-189532.77">16414 4446 232 0,'1'0'5'0,"1"0"10"16,-1 0 9-16,0-13 1 0,-1 13 3 0,1 0-5 16,0 0-1-16,-1 0-1 0,0 0-3 0,0-7 4 15,0 7-5-15,0 0 5 0,0 0 3 0,0 0-8 16,0 0 13-16,0 0 8 0,0 0-8 15,0 0 13-15,0 0-16 0,0 0-9 0,0 0 1 16,0 0-14-16,0 0 4 0,0 0-14 0,0 0 5 16,0 0 0-16,0 0-4 0,0 0 9 0,-12 0-10 15,12 0-6-15,0 0 1 0,0 0 10 0,0 0 0 16,0 0 5-16,0 0-9 0,0 0-6 16,0 0 10-16,0 0-5 0,0 0 5 0,0 0-4 0,0 0-1 15,-9 0 5-15,9 15-5 0,-8-15 9 0,8 0-4 16,-6 15-8-16,3-15 8 0,0 12-4 15,1-12 0-15,0 12 4 0,0-6 0 0,1 0-4 16,0-2-5-16,1 2 5 0,0-1 8 0,0-2-8 16,0 0 3-16,0 0 1 0,0-2 0 0,0 0 5 15,0 1 7-15,0-2 1 0,0 0-9 0,0 0 15 16,0 0-14-16,0 0 5 0,0 0 1 0,0 0-1 16,0 0 15-16,0 0 0 0,0 0 5 0,0 0-10 15,0 0-10-15,0 0 4 0,13 0-9 0,-13-12-5 16,0 12 5-16,0 0-14 0,9 0 13 0,-9-13 1 15,8 13-1-15,-8-7 6 0,3 7-10 0,-1-7 0 16,0 3-5-16,-1 0 5 0,-1 0 4 16,1 0-4-16,-1 0 5 0,0 1-10 0,0 0-5 0,0 0 15 15,0-1-9-15,0 1-1 0,0 0 5 16,0 0-5-16,0-1 4 0,0 1 6 0,0 1-1 16,0-1-4-16,0 1-5 0,0 1-1 0,-14-1-8 15,14 2 0-15,0-1 19 0,0 1-14 0,0 0 4 16,0 0-5-16,-7 0-4 0,7 0 4 0,0 0 0 15,0 0 15-15,0 0-20 0,0 0 15 0,0 0 0 16,0 0-4-16,0 0 9 0,0 0-5 0,0 0-6 16,-4 0 6-16,4 16 0 0,-1-16 0 0,-1 0 5 15,0 11-15-15,1-11 5 0,1 10 1 0,-1-10-1 16,1 8 10-16,0-8-10 0,0 10 5 0,0-6 0 16,0 0 0-16,0-2 5 0,0 2 0 0,0-1-5 15,0-1 10-15,0 1 0 0,0-1-5 16,15-2 5-16,-15 3-5 0,0-3-10 0,0 2 0 15,0-2 0-15,11 0 1 0,-11 2 14 0,0-2 4 16,0 0 11-16,0 0-10 0,0 0 0 0,5 0-6 16,-5 0-9-16,3 0 0 0,-1 0 0 0,1 0 0 15,1 0 5-15,0-16-1 0,2 16-8 0,1 0-16 16,-3-13 10-16,3 13-5 0,0-9 0 0,0 9 25 16,-1-10-10-16,-1 10-1 0,-2-8 6 0,1 5-5 15,-2-1-4-15,-2 1 8 0,3 0 6 0,-3 1-6 16,0 0-4-16,0 0-4 0,0-1-1 15,0 1 5-15,0 0-5 0,0 1 0 0,0-1 0 16,0 1-5-16,0-1 5 0,0 0 5 0,-16 1-14 16,16 1 4-16,0-2 5 0,-13 1-5 0,13 1 10 15,-10-1-5-15,10 1 4 0,-11 0 6 0,11 0-5 16,-10 0 0-16,6 0-9 0,1 0-1 0,-1 0 5 16,2 0-4-16,1 0 13 0,-1 0-4 0,1 0-5 15,0 0 10-15,-1 0-10 0,2 0 5 0,-2 0-5 16,2 0 0-16,-1 0 0 0,-1 13 5 0,0-13 5 15,2 0 0-15,-3 0-5 0,1 10 1 0,1-10-1 16,-1 6-15-16,0-6 20 0,0 6-10 0,1-4 10 16,0 0 4-16,0-1-14 0,1 1 0 0,0-2 0 15,0 1 10-15,0-1-10 0,0 0 10 16,0 0-5-16,0 0 0 0,0 0 0 0,0 1 0 16,0-1-5-16,0 1 0 0,0 0 10 0,0 1-10 15,0-1 10-15,0 3-5 0,0-2 0 0,0 1 6 16,0 1-12-16,0 0 6 0,0 0-5 0,0 0-4 15,0 0 14-15,0 1 0 0,0-1-5 0,0 0 4 16,15 0-9-16,-15-1 0 0,0 0 10 0,0 1 0 16,10-1 6-16,-10-1-6 0,0 1 0 0,9-1 0 15,-9 0 0-15,9 1-5 0,-3-1 10 0,1-2-10 16,-2 1 5-16,3 1 5 0,0-2-20 16,-1 1 26-16,1-1-16 0,-1 0-5 0,2 0 15 15,-2 0-10-15,-1 0 10 0,-1 0 15 0,0 0 1 16,0 0 4-16,0 0 9 0,-2 0-6 0,1 0-9 15,-1-16 3-15,-1 16-13 0,1 0-6 0,-1-12 11 16,0 12-11-16,1-11-4 0,-1 11 1 0,-1-13-5 16,-1 7 4-16,1-1 5 0,-1 0 8 0,0 0-1 15,0-1-8-15,0 1 5 0,0 0-4 0,0 0 4 16,0 1 12-16,-17-1 4 0,17 1-5 0,0 0-8 16,-15 1-13-16,15 0-3 0,-13 2-4 0,13-1-3 15,-12 1 4-15,4 0-44 0,1 1-47 0,0 2-32 16,0-2-45-16,1 1 1 0,2-1 8 0,0 2-11 15,0 0 43-15</inkml:trace>
  <inkml:trace contextRef="#ctx0" brushRef="#br0" timeOffset="-188604.86">16467 4088 328 0,'0'-5'11'16,"0"1"19"-16,0-1 9 0,0 0 2 0,0 1-3 16,0 0-14-16,0 1-6 0,0 0 1 0,0 2-15 15,0-2 1-15,0 2-5 0,0 1 0 0,0-1 4 16,0 1-13-16,0 0 0 0,0 0-5 0,-13 0 5 16,13 0 9-16,0 0-3 0,0 0 8 0,0 22-4 15,-9-22-8-15,9 18 4 0,-6-6 5 0,1 2 3 16,-1 1-4-16,0-1 8 0,1 1-17 0,0 1 1 15,-2 0 15-15,2-2-11 0,-3 0 8 16,3-1-5-16,0-2-4 0,0 1-3 0,1-2 11 16,-1-3-4-16,2 0-3 0,0-1 7 0,-1 0-8 15,2-3 0-15,2 2 11 0,-2-4-6 0,2 1-1 16,0-1 4-16,-1-1-4 0,1 1 0 0,0-1 4 16,0 0 5-16,0 0-5 0,0 0 8 0,0 0-4 15,0 0-4-15,0 0 4 0,0 0-4 0,0-20-4 16,0 20 0-16,0-14-12 0,13 14 7 0,-13-17 9 15,0 6-4-15,0-1 3 0,12-1 0 0,-12 1-7 16,0-2 3-16,8-1 8 0,-8 0-3 0,4-1-1 16,-4 1-8-16,5 1 5 0,0 0 22 15,-3 0 22-15,0 1 35 0,-1 2 9 0,1 1-8 16,-1 2-16-16,1 1-11 0,-1 0-8 0,1 2-5 16,-1 0-5-16,0 2 5 0,0 0-7 0,-1-1-4 15,1 1-2-15,-1 1-23 0,0 0-9 0,0 2-3 16,0-2-2-16,1 2 4 0,-1 0-13 0,1 0 9 15,-1 0-9-15,0 0 1 0,0 0 3 0,0 0-4 16,0 0 5-16,0 0 9 0,0 0 14 0,0 0-11 16,0 14 9-16,0-14-14 0,0 0 1 0,0 18 9 15,0-18-5-15,0 16 8 0,20-6-4 0,-20 1 4 16,0 1-3-16,18 0-3 0,-18 0 1 0,18 0-2 16,-18 0-2-16,18-1 9 0,-10 3-11 15,2-3 4-15,-1 1 4 0,2-1-12 0,-2 0 17 16,0 0-5-16,1-1-1 0,-2 0 5 0,-1-2-3 15,0 0-4-15,1-2-5 0,-2 2 5 0,-1-1 4 16,0-3-3-16,-2 1 7 0,1 0-12 0,0-1-74 16,-2 0-39-16,0-1-42 0,-1 1-21 0,1-1 28 15,-2 0 2-15,0-1 19 0,0 0 30 0</inkml:trace>
  <inkml:trace contextRef="#ctx0" brushRef="#br0" timeOffset="-188369.23">16403 4205 572 0,'0'0'21'0,"0"0"39"0,0 0 39 0,0 0 24 16,0 0-3-16,0 0-31 0,0 0-43 0,0 0-25 15,0 0-17-15,20 0-17 0,-20 0 4 0,18 0-26 16,-18 0-41-16,25 0-39 0,-12-13-48 16,3 13-8-16,0 0-26 0,1 0 33 0,-1 0 47 0</inkml:trace>
  <inkml:trace contextRef="#ctx0" brushRef="#br0" timeOffset="-185218.39">16960 4016 299 0,'0'0'9'0,"0"0"-2"0,0 8 13 0,0-8 7 16,0 0-1-16,0 0 4 0,0 0-14 0,0 0 9 15,0 0-1-15,0 0 14 0,0 0 4 0,0 0 0 16,0 0 1-16,0 0-8 0,0 0 18 0,0 0 2 15,0 0 1-15,0 0 29 0,0 0-2 0,0 0-2 16,0 0 6-16,0 0-22 0,0 0-15 0,0 0-14 16,0 0-17-16,0 0-10 0,0 0-4 15,0 0 4-15,0 0-14 0,0 0 5 0,0 0-1 0,0 0-4 16,0 0 12-16,0 0-15 0,0 0 8 16,0 0 1-16,0 0-4 0,0 0 13 0,0 0-10 15,0 0-2-15,0 0 1 0,0 0 4 0,0 0 0 16,0 0-3-16,0 0 0 0,0 0-7 0,0 0 7 15,0 0 0-15,0 0 1 0,0 0 7 0,0 0-15 16,0 0 12-16,0 0 2 0,0 0-7 0,0 0 4 16,0 0-8-16,0 0 6 0,0 0-2 0,0 0 4 15,0 0 3-15,0 0-6 0,17 0 2 0,-17 0 0 16,0 0-3-16,19 0-2 0,-19 0 10 0,15 0-4 16,-5 0 9-16,-3 0 3 0,3 0-5 0,0 0-1 15,1 0-2-15,-1 0-1 0,1 0-4 0,-1 0 5 16,0 0 0-16,1 0-5 0,-2 0 0 15,0 0-4-15,-1 0-5 0,0 0 10 0,0 0-2 16,-1 0 9-16,-1 0-1 0,0 0 0 0,-1 0 6 16,1 0 0-16,-3 0 6 0,1 0 3 0,1 0 1 15,-3 0-10-15,2 0-4 0,-1 0-6 0,-2 0-5 16,1 0 1-16,-1 0 1 0,2 0-3 0,-2 0-6 16,2 0 4-16,-1 0 2 0,0 0-4 0,1 0 3 15,1 0 5-15,-3 0 1 0,1 0-2 0,1 0 1 16,-1 0-5-16,1 0-4 0,-3 0 7 15,2 0-5-15,-2 0 9 0,2 0-7 0,0 0-5 16,-1 0 2-16,0 0-23 0,-1 0-19 0,2 0-28 16,-2 0-38-16,2 0-25 0,-2 0-24 0,0 0-11 15,0 0 7-15,0 0 15 0,0 0 8 0,0 0 2 16,0 0 5-16,0 0 25 0</inkml:trace>
  <inkml:trace contextRef="#ctx0" brushRef="#br0" timeOffset="-184671.27">17156 3944 224 0,'0'0'10'0,"0"0"11"16,0 0-4-16,0 0 5 0,0 0-6 0,0 0-5 15,0 0 0-15,-1 0 3 0,1 0-5 0,0 0-7 16,0 0 9-16,0 0-5 0,0 0 5 0,0 0-2 16,0 0 6-16,0 0-9 0,0 0 10 0,0 0 5 15,0 0-1-15,0 0 10 0,0 0-5 16,0 0 8-16,0 0-8 0,0 0-6 0,0 0-5 0,0 0-4 16,0 0-1-16,0 0-4 0,0 0-10 0,0 0 1 15,0 0-6-15,0 0 10 0,0 0 14 16,0 0-19-16,0 0 10 0,0 11 0 0,0-11-15 15,0 0 24-15,19 0 0 0,-19 10-13 0,0-10 13 16,20 5-3-16,-20-5-11 0,17 6 21 0,-17-2-25 16,17-1 9-16,-6 1 1 0,-4 1 5 0,1-2 17 15,-2 2-17-15,2-3 0 0,-1 3-17 0,-2-2 6 16,0-1-5-16,-1 1 10 0,1-2 6 0,-2 1-11 16,1 0 5-16,-1 0 1 0,0 0-11 0,0-1 5 15,-1 1 0-15,2 1 0 0,-2-1 0 0,1 1-6 16,-3-2 6-16,3 2-1 0,-3-1-5 0,2-1 17 15,-2 0-6-15,0 1-16 0,0-1 17 0,0 1-6 16,0 0 5-16,0 1 0 0,0-1-5 16,0 2-6-16,0 0 1 0,0 0 5 0,-18 0 6 15,18 1-1-15,0 0-5 0,-14-1 5 0,14 2 0 16,-14-1 0-16,14 0 0 0,-12-1 0 0,4 1-5 16,0 0 4-16,1 0 1 0,-1-1-5 0,0-1-6 15,2 2-31-15,-2-2-31 0,2-1-23 0,0 2-42 16,0-3-39-16,1 0 30 0</inkml:trace>
  <inkml:trace contextRef="#ctx0" brushRef="#br0" timeOffset="-183243.35">15633 4078 176 0,'0'0'10'0,"0"0"6"16,0 0 5-16,0 0 14 0,0 0-2 0,0 0 1 16,0 0-1-16,0 0-13 0,0 0 0 0,0 0-5 15,0 0 0-15,0 0-4 0,0 0 3 0,0 0-4 16,0 0 0-16,0 0 8 0,0 0-18 0,0 0 18 15,0 0-23-15,0 0 5 0,0 0 0 0,0 0-12 16,0 0 12-16,0 0-5 0,0 0 6 16,0 0-1-16,0 0 8 0,0 0-8 0,0 0 4 15,0 0-4-15,0 0 4 0,0 0 1 0,0 0-10 16,0 0-3-16,0 0 4 0,0 0-4 0,0 0 12 16,0 0 8-16,0 0-16 0,0 0 4 0,0 0-4 15,0 0-5-15,0 0 13 0,0 0 5 0,0 0-9 16,0 0 4-16,0 0-8 0,0 0 5 0,0 0 3 15,0 0 5-15,0 0 0 0,0 0 1 0,0 0 8 16,13 13 5-16,-13-13 4 0,0 0-1 0,15 0-3 16,-15 0-6-16,11 9 7 0,-3-9 6 0,1 0-5 15,1 5-3-15,1-5-17 0,-1 0 5 0,3 0 6 16,0 0 0-16,0 0 10 0,0 0-5 0,1 0 4 16,-3 0 15-16,0 0 9 0,1 0-4 15,-2 0 8-15,0 0-15 0,-1 0-9 0,-4-14 4 16,0 14-18-16,0 0-4 0,-1 0-1 0,-2 0-1 15,1 0-5-15,-3-7 5 0,2 7-5 0,1 0-8 16,-2 0 11-16,1 0-8 0,-1 0 6 0,1 0-14 16,0 0-7-16,1 0 8 0,-1-4 0 0,0 4 9 15,-1 0 10-15,1 0-8 0,0 0-4 0,0 0 0 16,0 0-7-16,-1 0 3 0,1 0 2 0,1 0 10 16,2 0-13-16,-5 0 11 0,4 0-2 0,0 0-6 15,-1 0 3-15,1 0-1 0,0 0 2 0,0 0-5 16,0 0 7-16,-2 0-11 0,1 0-11 0,-2 0-5 15,-1 0-15-15,1 0-4 0,-1 0-10 0,0 0-12 16,0 0-11-16,0 0-15 0,0 0-17 0,0 0-16 16,0 0-32-16,0 0-3 0,-15 0 36 15</inkml:trace>
  <inkml:trace contextRef="#ctx0" brushRef="#br0" timeOffset="-182105.96">15648 4022 112 0,'0'0'13'16,"0"0"9"-16,0 0-2 0,2 0 4 0,-2 0-8 15,0 0-5-15,0 0 4 0,0 0-13 0,0 0 9 16,0 0-5-16,0 0 0 0,0 0 20 0,0 0-20 16,0 0-1-16,0 0 18 0,0 0-22 0,0 0 8 15,0 0-3-15,0 0-9 0,0 0 8 0,0 0 0 16,0 0 4-16,0 0-13 0,0 0 5 0,0 0 0 16,0 0-1-16,0 14 13 0,0-14-8 0,0 0-1 15,0 0-3-15,0 0-5 0,0 0 5 0,14 10-1 16,-14-10 1-16,0 0-1 0,0 6 1 0,0-6 0 15,8 4 3-15,-8-4-4 0,0 3 0 16,0-2 0-16,0 0 8 0,0-1-3 0,0 1-5 16,0-1-4-16,0 0 0 0,4 1 1 0,-4 0 7 15,2-1 0-15,-2 1-8 0,2-1 4 0,-1 1-4 16,0 0 1-16,1 0 3 0,-2 0 4 0,2-1 0 16,-2 1 0-16,1-1 0 0,1 1-8 0,-2-1 0 15,0 0 9-15,0 0-5 0,0 0 4 0,0 0 1 16,0 0-9-16,0 0 4 0,0 0 5 0,0 0 0 15,0 0 14-15,0 0 0 0,0 0 4 0,0 0 1 16,0 0-1-16,0 0 8 0,0 0-3 0,0 0-1 16,0 0-5-16,0 0-13 0,0 0-4 15,0 0 12-15,0 0-21 0,0 0 13 0,0 0 0 16,0 0-9-16,0 0 18 0,0 0-14 0,0 0-8 16,0 0-1-16,0 0-8 0,0 0 13 0,0 0-4 15,0 0 8-15,0 0 15 0,0 0-19 0,0 0 13 16,0 0-2-16,0 0-17 0,0 0 6 0,0 0 0 15,0 0-5-15,0 0 16 0,0 0-5 0,0 0-1 16,0 0-10-16,0 0-1 0,0 0 12 0,0 0-6 16,0 0 5-16,0 0-5 0,0 0-11 0,0 0 6 15,0 0-1-15,0 0 1 0,0 0 5 0,0 0 0 16,0 0 0-16,-13 0 0 0,13 0 0 0,0 0-5 16,0 0-3-16,-10 0 8 0,10 0 0 15,-11 0 4-15,6 0 5 0,1 0-9 0,-2 15 0 16,2-15 5-16,-1 0-14 0,0 10 1 0,2-10 8 15,-1 0-15-15,0 9 24 0,2-9 0 0,0 6-18 16,-2-6 5-16,2 4 0 0,2-2-5 0,-3-1 13 16,1 1 5-16,-2 2-13 0,2-3 12 0,0 1-12 15,-2 1 8-15,3-1 1 0,-1 1-14 0,0-1 18 16,1 2-18-16,1-3 5 0,-1 0 8 0,0 1-8 16,0-1 8-16,1 0-8 0,-1-1 4 0,1 2 10 15,0-2-10-15,0 0 4 0,0 0-4 0,0 0-10 16,0 0 6-16,0 0 4 0,0 0-4 0,0 0 0 15,0 0 8-15,0 0 0 0,0 0-4 16,0 0 4-16,0 0-4 0,0 0 0 0,0 0 5 16,0 0-1-16,0 0 0 0,0 0 6 0,12 0-6 15,-12 0 6-15,0 0 0 0,12 0 1 0,-12 0 19 16,11 13-5-16,-4-13 1 0,-1 0-6 0,4 0 0 16,-6 0-4-16,4 10 12 0,-2-10 1 0,-1 0-5 15,1 0 4-15,-3 5-18 0,-1-5 10 0,0 0-7 16,0 0-4-16,-1 2 0 0,0-2-14 0,0 1 6 15,0-1-5-15,-1 0 4 0,0 0 0 0,0 1-4 16,2-1 8-16,-2 0-5 0,0 0 5 0,0 1-9 16,0 0-24-16,1 1-44 0,-1 0-61 15,0 0-54-15,0 2-44 0,0-1 49 0</inkml:trace>
  <inkml:trace contextRef="#ctx0" brushRef="#br0" timeOffset="-167055.04">16531 7707 96 0,'0'-1'8'0,"0"1"2"0,0-2 8 16,0 2 4-16,2 0-11 0,-2 0 11 0,0 0-8 16,0 0 2-16,0 0 6 0,2 0-16 0,-2 0-1 15,0 0 4-15,0-1-4 0,0 0 4 0,0 1-5 16,0-1 1-16,0 1-1 0,0-1 1 0,0 0 4 16,0 1-4-16,0 0 1 0,0 0-1 0,0-1 5 15,0 1-4-15,0 0-1 0,0-1 0 16,0 1-5-16,0 0 0 0,0 0 4 0,0 0 4 15,0 0-8-15,0 0-4 0,0 0 0 0,0 0 8 0,0 0 0 16,0 0 7-16,0 0-10 0,0 0-9 16,0 0 8-16,0 0 0 0,0 0-1 0,0 0-2 15,0 0-1-15,0 0 0 0,0 0 0 0,0 0 3 16,0 0 1-16,0 0-5 0,0 0 9 0,0 0-8 16,0 0 0-16,0 0 5 0,0 0-2 0,0 0 1 15,0 0 5-15,0 0 2 0,0 0-7 0,0 0 4 16,0 0 0-16,0 0 1 0,0 0 5 0,0 0 7 15,0 0-4-15,0 0-4 0,0 0 0 0,0 0-8 16,0 0 4-16,0 0-5 0,0 0 3 0,0 0-2 16,0 0-1-16,0 0 0 0,0 0 0 15,0 0 0-15,0 0 0 0,0 0 0 0,0 0 0 16,0 0 0-16,0 0 0 0,0 0-8 0,0 0 1 16,0 0 14-16,0 0-7 0,0 0 8 0,0 0 0 15,0 0-8-15,0 0 1 0,0 0-1 0,0 0 4 16,0 0 1-16,0 0 3 0,0 0-3 0,0 0 3 15,0 0-7-15,0 0 3 0,0 0 4 0,0 0-8 16,0 0 0-16,0 0-5 0,0 0 5 0,0 0-7 16,0 0 7-16,0 0 0 0,0 0-12 0,0 0 12 15,0 0-4-15,0 0 0 0,0 0 8 0,0 0 0 16,0 0 0-16,0 0 0 0,0 0 0 0,0 0-4 16,0 0-4-16,0 0 0 0,0 0 8 15,0 0-4-15,0 0 4 0,13 0 4 0,-13 0-16 16,0 0 3-16,0 0 5 0,0 0-4 0,0 0 4 15,0 0 0-15,0 0 0 0,0 0 4 0,0 0 4 16,0 0-4-16,8 0 0 0,-8 11-8 0,0-11-4 16,0 0 12-16,4 0-12 0,-4 0 8 0,0 0 8 15,0 0-8-15,0 0 4 0,0 0 0 0,0 0-9 16,0 0 1-16,0 0 4 0,0 0 0 0,0 0-3 16,2 0 7-16,-2 0-5 0,0 0-3 0,1 0 4 15,-1 0-4-15,0 0-4 0,0 0 8 16,0 0 0-16,0 0 4 0,0 0 9 0,0 0-17 15,0 0 8-15,0 0-17 0,0 0 9 0,0 0 4 0,0 0 0 16,0 0 8-16,0 0-12 0,0 0 8 16,0 0-4-16,0 0-4 0,0 0 12 0,0 0-7 15,0 0-1-15,0 0 0 0,0 0-4 0,0 0-5 16,0 0 5-16,0 0 12 0,0 0-8 0,0 0 16 16,0 0-16-16,0 0-8 0,0 0 8 0,0 0-12 15,0 0 13-15,0 0-6 0,0 0 5 0,0 0 0 16,0 0 0-16,0 0 8 0,0 0-8 0,0 0 0 15,0 0 4-15,0 0-4 0,0 0 0 0,0 0 0 16,0 0 0-16,0 0 1 0,0 0-1 0,0 0 3 16,0 0 2-16,0 0-13 0,0 0 8 15,0 0-4-15,0 0 0 0,0 0 12 0,0 0-12 16,0 0 8-16,0 0-8 0,0 0 3 0,0 0-3 16,0 0 0-16,0 0 4 0,0 0 1 0,0 0 7 15,0 0-4-15,0 0 0 0,0 0-8 0,0 0 0 16,0 0 3-16,0 0 1 0,0 0 0 0,0 0 4 15,0 0-3-15,0 0 3 0,0 0 4 0,0 0-8 16,0 0-4-16,0 0 0 0,0 0-4 0,0 0 7 16,0 0 10-16,0 0-9 0,0 0 4 0,0 0-16 15,0 0 4-15,0 0 7 0,0 0 1 0,0 0 12 16,0 0-8-16,0 0-7 0,0 0 2 0,0 0-3 16,0 0 4-16,0 0 0 0,0 0-3 15,0 0 7-15,0 0-4 0,0 0 8 0,0 0-4 16,0 0-8-16,0 0 8 0,0 0-8 0,0 0 3 15,0 0 5-15,0 0-8 0,0 0 4 0,0 0 0 16,0 0 0-16,0 0 0 0,0 0 4 0,0 0-4 16,0 0 4-16,0 0-4 0,0 0-5 0,0 0 6 15,0 14-9-15,0-14 8 0,0 0 0 0,0 0 0 16,0 0 4-16,0 0-8 0,0 0 8 0,0 0-4 16,0 0 0-16,0 0 4 0,0 0-8 0,0 0 3 15,0 0 5-15,0 0-4 0,0 0 0 0,0 0 0 16,0 0-4-16,0 0 0 0,0 0 4 0,0 0 1 15,0 0-1-15,0 0 0 0,0 0-4 0,0 0 0 16,0 0-5-16,0 0 17 0,0 0-4 16,0 0 0-16,0 0 4 0,0 0-16 0,0 0 8 15,0 0 0-15,0 0-4 0,0 0 8 0,0 0-8 16,0 0-4-16,0 0 12 0,0 0-8 0,0 0 0 16,0 0 12-16,0 0-8 0,0 0 0 0,0 0 4 15,0 0-4-15,0 0-4 0,0 0 8 0,0 0-4 16,0 0 0-16,0 0 0 0,0 0 4 0,0 0 4 15,0 0-12-15,0 0 8 0,0 0-4 0,0 0 0 16,0 0 4-16,0 0-4 0,0 0-4 16,0 0-4-16,0 0 5 0,0 0 2 0,0 0 5 0,0 0-4 15,0 0 0-15,0 0 8 0,0 0-16 16,0 0 16-16,0 0-8 0,0 0-9 0,0 0 9 16,0 0-8-16,0 0 13 0,0 0-9 0,0 0 12 15,0 0 0-15,0 0-4 0,0 0 0 0,0 0-13 16,0 0 1-16,0 0 0 0,0 0 12 0,0 0 0 15,0 0 1-15,0 16-1 0,0-16-4 0,0 0 8 16,0 0-8-16,0 0 0 0,0 0-8 0,0 0 0 16,0 0 12-16,0 0-9 0,0 0 2 0,0 0 3 15,0 0-4-15,0 0 4 0,0 0 8 0,0 0-8 16,0 0 0-16,0 0 8 0,0 0-9 0,0 0 1 16,0 0-4-16,0 0 0 0,0 0 4 15,0 0 0-15,0 0 8 0,0 0-8 0,0 0-4 16,0 0 8-16,0 0-8 0,16 0 4 0,-16 0 8 15,0 0-8-15,0 0 4 0,0 0 1 0,0 0-9 16,0 0 0-16,0 0 4 0,0 0-8 0,0 0 4 16,0 0 12-16,0 0-16 0,0 0 12 0,0 0 4 15,0 0-16-15,0 0 16 0,0 0-4 0,0 0-3 16,0 0 3-16,0 0-8 0,0 0 4 0,0 0-4 16,0 0 4-16,0 0 4 0,0 0-4 15,0 0 9-15,0 0-10 0,0 0-7 0,0 0 8 0,0 0-5 16,0 0 5-16,0 0 4 0,0 0-4 0,0 0-4 15,0 0 5-15,0 0-1 0,0 0 0 16,0 0-1-16,0 0-3 0,0 0 8 0,0 0-8 16,0 0 12-16,0 0-3 0,0 0-14 0,0 0 10 15,0 0-6-15,0 0 9 0,0 0 9 0,0 0-9 16,0 0-3-16,0 0-5 0,0 0 0 0,0 0 4 16,0 0-4-16,0 0 3 0,0 0-3 0,0 0 8 15,0 0-1-15,0 0-6 0,0 0 6 0,0 0-11 16,0 0 9-16,0 0 3 0,0 0-8 0,0 0 7 15,0 0-7-15,0 0 4 0,0 0-4 0,0 0 0 16,0 0 8-16,0 0-8 0,0 0 8 0,0 0-4 16,0 0-8-16,0 0 12 0,0 0-8 0,0 0 8 15,0 0 4-15,0 0-9 0,0 0 9 16,0 0-12-16,0 0 0 0,0 0 1 0,0 0-1 16,0 0 4-16,0 0 0 0,0 0 0 0,0 0-4 15,0 0 0-15,0 0 3 0,0 0 1 0,0 0 4 16,0 0-4-16,0 0 4 0,0 0-4 0,0 0 0 15,0 0 0-15,0 0-8 0,0 0 8 0,0 0 4 16,0 0 0-16,0 0 0 0,0 0 0 0,0 0-8 16,0 0 4-16,0 0 0 0,0 0-8 0,0 0 8 15,0 0-1-15,0 0 5 0,0 0-4 0,0 14 0 16,0-14 4-16,0 0-8 0,0 0 8 16,0 0 0-16,0 0-9 0,0 0 10 0,0 0-5 0,0 0 0 15,0 0 4-15,0 0 0 0,0 0 4 16,0 0-12-16,0 0-1 0,0 6-3 0,0-6 0 15,0 0 8-15,0 0 4 0,0 0 4 0,0 0-8 16,0 0 5-16,0 0-5 0,0 0-8 0,0 0 16 16,0 0-8-16,0 0-1 0,0 0 1 0,0 0-3 15,0 0-1-15,0 0 8 0,0 0 0 0,0 0-4 16,0 0 4-16,0 0-9 0,0 0-3 0,0 0 4 16,0 0 4-16,0 0-1 0,0 0 10 0,0 0-9 15,0 0-4-15,0 0 8 0,0 0-4 0,0 0 8 16,0 0-12-16,0 0 0 0,0 0 0 0,0 0-5 15,0 0 9-15,0 0-8 0,0 0 3 0,0 0-3 16,0 0 12-16,0 0 0 0,0 0 1 16,0 0 3-16,0 0-8 0,0 0 0 0,0 0-4 15,0 0 8-15,0 0 5 0,0 0-10 0,0 0 1 16,0 0 0-16,0 0-8 0,0 0 4 0,0 0 17 16,0 0-22-16,0 0 9 0,0 0 4 0,0 0-16 15,0 0 16-15,0 0 5 0,0 0-5 0,0 0 8 16,0 0-3-16,0 0-18 0,0 0 5 0,0 0-5 15,0 0 1-15,0 0 13 0,0 0-6 0,0 0 1 16,0 0-4-16,0 0-1 0,0 0 14 16,0 0-9-16,0 0 4 0,0 0-8 0,0 0-8 15,0 0 16-15,0 0-9 0,0 0 9 0,0 0 0 16,0 0-12-16,0 0 8 0,0 0 4 0,0 0 0 16,0 0-8-16,0 0 8 0,0 0-8 0,0 0 4 15,0 0 5-15,0 0-9 0,0 0-1 0,0 0 6 16,0 0 11-16,0 0-7 0,0 0 3 0,0 0-13 15,0 0-7-15,0 0 20 0,0 0-12 0,0 0 0 16,0 0 4-16,0 0-8 0,0 0 8 0,0 0 8 16,0 0-9-16,0 0 6 0,0 0-1 0,0 0-12 15,0 0 8-15,0 0-5 0,0 0 1 0,0 0 4 16,0 0 13-16,0 0-13 0,0 0 0 0,0 0 4 16,0 0-13-16,0 0 5 0,0 0 4 0,0 0-4 15,0 0 5-15,0 0 2 0,0 0-7 16,0 0 4-16,0 0-4 0,0 0 4 0,0 0 0 15,0 0 0-15,0 0 5 0,0 0-9 0,0 0 12 16,0 0-4-16,0 0-4 0,0 0 4 0,0 0-8 16,0 0 9-16,0 0 3 0,0 0-21 0,0 0 13 15,0 0 0-15,0 0-8 0,0 0 24 0,0 0-7 16,0 0-5-16,0 0-4 0,0 0-4 0,0 0 0 16,0 0 0-16,0 0 0 0,0 0 4 0,0 0-13 15,0 0 21-15,0 0 1 0,0 0-13 0,0 0 12 16,0 0-21-16,0 0 13 0,0 0-4 0,0 0 12 15,0 0-12-15,0 0 0 0,0 0 17 0,0 0-22 16,0 0 5-16,0 0 4 0,0 0-4 16,0 0 4-16,0 0 16 0,0 0-20 0,0 0 0 15,0 0 8-15,0 0-16 0,0 0 12 0,0 0-4 16,0 0 0-16,0 0 8 0,0 0 0 0,0 0 0 16,0 0-4-16,0 0 4 0,0 0 0 0,0 0 4 15,0 0-8-15,0 0-8 0,0 0 0 0,0 0 4 16,0 0 3-16,0 0 6 0,0 0 3 0,0 0-12 15,0 0 0-15,0 0-5 0,0 0-3 0,0 0 17 16,0 0 3-16,0 0 4 0,0 0 0 16,0 0-16-16,0 0-5 0,0 0 5 0,0 0 4 0,0 0 9 15,0 0-5-15,0 0-4 0,0 0-8 16,0 0-1-16,0 0 9 0,0 0 5 0,0 0-1 16,0 0 0-16,0 0-4 0,0 0-4 0,0 0 4 15,0 0-4-15,0 0 0 0,0 0 4 0,0 0 8 16,0 0 0-16,0 0 0 0,0 0-20 0,0 0-1 15,0 0 14-15,0 0-1 0,0 0 16 0,0 0-16 16,0 0 0-16,0 0-5 0,0 0 2 0,0 0-1 16,0 0 0-16,0 0 8 0,0 0-4 0,0 0 8 15,0 0-12-15,0 0 4 0,0 0-5 0,0 0 9 16,0 0-8-16,0 0 0 0,0 0 8 0,0 0-8 16,0 0 16-16,0 0-16 0,0 0 8 15,0 0-4-15,0 0-4 0,0 0 4 0,0 0-8 16,0 0 8-16,0 0 0 0,0 0 4 0,0 0 0 15,0 0-3-15,0 0 3 0,0 0 0 0,0 0-5 16,0 0 1-16,0 0-4 0,0 0 0 0,0 0 4 16,0 0 5-16,0 0-5 0,0 0 4 0,0 0-4 15,0 0-9-15,0 0 5 0,0 0 0 0,0 0 4 16,0 0 0-16,0 0 9 0,0 0-10 0,0 0 5 16,0 0 1-16,0 0-6 0,0 0 5 0,0 0-8 15,0 0 4-15,0 0 0 0,0 0-4 0,0 0 4 16,0 0-4-16,0 0-5 0,0 0 4 0,0 0 2 15,0 0 15-15,0 0-8 0,0 0 1 16,0 0-1-16,0 0-13 0,0 0 13 0,0 0-12 16,0 0 4-16,0 0 9 0,0 0-10 0,0 0 13 15,0 0 0-15,0 0-12 0,0 0 0 0,0 0 4 16,0 0-4-16,0 0 0 0,0 0 4 0,0 0-4 16,0 0 4-16,0 0 4 0,0 0-4 0,0 0 4 15,0 0-8-15,0 0 4 0,0 0 0 0,0 0 1 16,0 0 2-16,0 0-3 0,0 0 0 0,0 0 0 15,0 0-3-15,0 0 3 0,0 0-1 0,0 0-3 16,0 0 4-16,0 0 0 0,0 0 4 0,0 0 1 16,0 0-2-16,0 0 1 0,0 0 1 0,0 0-1 15,0 0-4-15,0 0-4 0,0 0-1 16,0 0-3-16,0 0 8 0,0 0 4 0,0 0-4 16,0 0 0-16,0 0-11 0,0 0-17 0,0 0-14 15,0 0-17-15,0 0-31 0,0 0 0 0,0 0 18 16</inkml:trace>
  <inkml:trace contextRef="#ctx0" brushRef="#br0" timeOffset="-159028.02">2503 4947 205 0,'0'-2'5'0,"0"1"16"0,0 1 14 0,0-1 6 15,0-1 3-15,0 0-23 0,0 0-9 0,0 0-6 16,0 1-9-16,0-2 18 0,0 0-9 0,0-1 4 15,0 1 4-15,0 0-4 0,0 1 1 0,0-2 4 16,0 1 0-16,0 1 5 0,0 0 4 0,0-1 1 16,0 1-5-16,0 1 0 0,10-2 4 0,-10 2 1 15,0-2 6-15,0 1 18 0,0-2 8 0,0 3-16 16,0-1 22-16,0-1-18 0,0 1-10 16,0 2 15-16,0-1-21 0,0-1-7 0,0 2-1 15,0 0-1-15,0 0-9 0,0 0 4 0,0-1 1 16,0 1-15-16,0 0 12 0,0 0-2 0,0 0 3 15,0 0 5-15,0 0-8 0,0 0-17 0,0 0 1 16,0 0-6-16,0 0-5 0,0 0 1 0,0 0-11 16,0 12 11-16,0-12 5 0,0 0 13 0,0 0 5 15,0 14-4-15,0-14 0 0,0 16-1 16,0-6-1-16,0 2 0 0,0 3 3 0,0 1-12 16,0 3 9-16,0 0 1 0,0 1-10 0,0 0 15 15,0 1-9-15,0 0 1 0,0 0 0 0,0-2 1 16,-13 1-1-16,13-2-12 0,0-1 9 0,0-1-1 15,0-2 0-15,0-1 13 0,0-2-8 0,0 1 0 16,22-2 6-16,-22-2 25 0,0 1 30 0,12-4 12 16,-12 2 27-16,0-2-13 0,19 0-14 0,-19-1-7 15,15-1-31-15,-3 0-12 0,-2-3-13 0,3 0-6 16,-2 0 2-16,0 0 2 0,0 0 0 0,-1 0 0 16,1 0-5-16,0 0-6 0,-2-20 5 0,0 20-14 15,2-12-21-15,-2 12-25 0,1-16-38 0,-2 16-42 16,1-16-26-16,-2 7-47 0,0 2-12 0,-2-1 10 15,2 0-31-15,-4 0 75 0</inkml:trace>
  <inkml:trace contextRef="#ctx0" brushRef="#br0" timeOffset="-158796.45">2657 4542 1397 0,'0'0'-4'16,"0"0"1"-16,0 0-12 0,0 0-28 0,0 0-39 15,0 0-57-15,0 0-55 0,0 0-25 0,0 0 3 16,0 0 10-16,0 0 65 0</inkml:trace>
  <inkml:trace contextRef="#ctx0" brushRef="#br0" timeOffset="-157588.89">2922 5168 225 0,'0'0'-3'0,"0"0"11"0,0 0-7 16,0 0 3-16,2 0-1 0,-2 0-7 15,0 0 7-15,0 0-3 0,0 12 10 0,0-12-5 16,1 0 2-16,-1 0 13 0,2 11-1 0,0-11 5 16,0 12-8-16,0-5 3 0,0 2 1 0,-1 1-9 15,2 3 8-15,1 2-10 0,-2 0 5 0,1 2 4 16,-1 3 0-16,0-1 1 0,1 1-5 0,0 0 0 16,-1 4 0-16,1-3 5 0,-1 0 0 0,-1-2 5 15,0 0-9-15,2-2-5 0,0-3 0 0,-3-1-10 16,2-4 10-16,-1 0-5 0,0-2-11 0,0-4 6 15,-1 0 10-15,0-1-10 0,0-2 16 0,0 0 5 16,0 0-9-16,0 0 37 0,0 0-6 16,0 0-11-16,0 0 10 0,0-19-37 0,0 19-12 15,0-20 16-15,0 8-10 0,0-4-1 0,0-3 12 16,-13-1-13-16,13-3-9 0,0-1-1 0,0 2 1 16,0-3-6-16,-7 1 6 0,7 1 11 0,0 1-15 15,0 2 4-15,0 1 7 0,0 0-12 0,0 1 17 16,20 3-5-16,-20 0 5 0,0 1 16 0,18 1-16 15,-18 2 11-15,16 3-11 0,-16-2-5 16,14 5 16-16,-14-1-6 0,13 2 11 0,-6 1-11 0,-2 1-15 16,1 0 20-16,-1 2-26 0,2 0 21 0,-1 0 5 15,-1 0-25-15,0 0 26 0,0 0-17 16,2 20 6-16,-3-20 6 0,1 0-12 0,0 19 7 16,-2-19-1-16,0 15 5 0,-2-15-5 0,-1 18 0 15,0-8 0-15,0 1-5 0,0 1 16 0,0 0-10 16,-19 0 10-16,19-1 5 0,-16 2-16 0,16-1 6 15,-18 1-11-15,18-2-5 0,-20 0 11 0,10 0-1 16,0 0 1-16,1-1-1 0,0 0-5 0,1-2-6 16,2 0 0-16,0-1 16 0,2 2-5 0,1-3 11 15,1 0 0-15,0-2-16 0,2 2 10 0,-1-3-15 16,1 2-1-16,0-2 0 0,0 1-5 0,0 0 16 16,0 1 11-16,0-2 7 0,20 2 28 0,-20-1 11 15,17 0 10-15,-17 1 5 0,20-1-17 16,-8 0 4-16,1 1-11 0,2-1-16 0,1 0-6 15,2-1-19-15,-3 0-11 0,4 0 6 0,-1-1 2 16,-1 1-3-16,0 0 8 0,0-1-12 0,-2-1 2 16,-2 2 8-16,2-1-25 0,-5-1-8 0,1 1-28 15,-3-2-39-15,-3 0-39 0,1 2-16 0,-3-2-14 16,1 0 9-16,-3 0-26 0,0 0 37 0</inkml:trace>
  <inkml:trace contextRef="#ctx0" brushRef="#br0" timeOffset="-156108.34">3331 5349 283 0,'0'0'0'0,"0"0"4"0,0 0 5 15,8 0-8-15,-8 0 9 0,0 0-4 0,8 0-4 16,-4 0 14-16,0 0-4 0,-1 0 5 0,2 0 9 0,-2 0 4 16,1 0-18-16,1 0 15 0,-3 0-6 15,-1 0-1-15,1-11 19 0,-1 11-19 0,-1 0 9 16,1 0-4-16,-1 0-6 0,1 0 9 0,-1 0-18 15,1 0-5-15,-1 0 16 0,0 0 2 0,0 0-7 16,0 0 12-16,0 0-22 0,0 0-1 0,0 0 7 16,0 0-12-16,0 0 11 0,0 0-11 0,0 0 5 15,0 0-5-15,0 0-5 0,0 0 5 0,0 0-5 16,0 0 16-16,0 0-11 0,0 0 1 0,0 0 5 16,0 0 5-16,0 11 6 0,0-11-6 0,0 0 6 15,0 0-17-15,0 0 6 0,0 0-1 16,0 5-4-16,0-5 4 0,0 0 1 0,0 3 6 15,0-1-7-15,0 0 6 0,0 0-5 0,0-1-1 16,0 0 1-16,0 1-11 0,0-1 0 0,0-1 10 16,0 0 1-16,0 2-6 0,0-2 11 0,0 0-16 15,0 1 10-15,0-1 12 0,0 0 4 0,0 0 6 16,0 0 11-16,0 0-2 0,0 0-9 0,0 0 8 16,0 0-19-16,0 0 14 0,0 0 8 0,0 0-12 15,0 0 8-15,0 0-16 0,0 0-3 16,0 0 1-16,0 0-6 0,0 0 3 0,0 0-9 0,0 0 9 15,0 0-5-15,0 0-7 0,0 0 12 16,0 0-21-16,0 0 20 0,0 0-13 0,0 0 5 16,0 0 5-16,0 0-9 0,0 0 13 0,0 0-4 15,0 0-4-15,0 0 0 0,0 0 4 0,0 0-9 16,0 0 8-16,0 0-3 0,0 0-9 0,0 0 9 16,0 0-5-16,0 0 0 0,0 0 4 0,0 0-8 15,0 0 8-15,0 0-4 0,0 0 2 0,0 0 6 16,0 0-10-16,0 0 6 0,0 0 2 0,0 0 1 15,0 0 3-15,0 0-1 0,0 0 1 0,0 0-6 16,0 0 2-16,0 0 7 0,0 0-4 0,0 0 8 16,0 0-4-16,0 0-5 0,0 0-1 15,0 0-6-15,0 0 0 0,0 0 3 0,0 0-1 16,0 0-7-16,0 0 8 0,0 0-3 0,0 0 3 16,0 0-4-16,0 0-2 0,0 0 1 0,0 0-7 15,0 0 10-15,0 0-4 0,0 0 6 0,0 0-1 16,0 0-1-16,0 0 0 0,0 0-8 0,0 0 8 15,0 0 3-15,0 0 2 0,0 0 7 0,0 0-4 16,0 0 1-16,0 0-1 0,0 0 1 0,0 0-7 16,0 0-3-16,0 0-1 0,0 0-2 0,0 0 3 15,0 0-2-15,0 0-4 0,0 0-4 0,0 0-1 16,0 0 3-16,0 0 1 0,0 0-3 0,0 0 3 16,0 0-2-16,0 0 3 0,0 0-1 15,0 0 2-15,0 0 4 0,0 0-5 0,0 0 3 0,0 0-3 16,0 0-4-16,0 0 7 0,0 0 5 15,0 17-1-15,0-17 1 0,0 15-2 0,0-6-7 16,0 3 12-16,0 1-7 0,0 0 6 0,0 2-5 16,0-1-5-16,0 2 11 0,0-1-11 0,0-2 14 15,0-2-15-15,0-1 0 0,0 0-1 0,0-2 1 16,0-2 12-16,0 1 0 0,0-1 8 0,13 1-8 16,-13-1 1-16,0 1 2 0,0-1-3 0,0 1 3 15,10 0 1-15,-10 0-12 0,0 0 5 0,7 0-2 16,-7 1-5-16,5-1 9 0,-3 1-5 0,0-1-3 15,0 1 7-15,1 0 1 0,0 0-4 16,2 2 1-16,-2 0-8 0,1 0 6 0,1 0 1 16,0 0 3-16,-1-2 1 0,-2 1-10 0,-1-2 9 15,3-2 0-15,0-1 0 0,-3-1 11 0,0 0-11 16,-1-3 3-16,0 0 3 0,1 0 1 0,-1 0 10 16,0 0 5-16,0 0-5 0,0 0-4 0,0 0-12 15,0 0-8-15,0-22 1 0,0 22-12 0,0-20 1 16,0 6 3-16,-16 0-2 0,16-4 9 0,0 1-8 15,0-1 8-15,-13-1 1 0,13 1 5 0,0 1-1 16,0 0-8-16,0 0 6 0,0 2-6 0,0-1 9 16,-7 2 9-16,7 0-8 0,0 1 3 0,0-3 10 15,0 4-7-15,0-2 12 0,0 1-4 16,0 0-7-16,0 0-5 0,0 2-11 0,0-2 5 16,-16 1-3-16,16 3 2 0,0-1 3 0,0 1 1 15,0 1-6-15,0 2 1 0,0 1-7 0,0 0-5 16,0 2 6-16,0 1 1 0,0 1-2 0,0 0 4 15,0 1-5-15,0 0 0 0,16 0 3 0,-16 0-2 16,0 0 10-16,14 0-2 0,-14 0 2 0,17 0 4 16,-8 0-3-16,-1 19 6 0,1-19 0 0,1 0-1 15,-3 19-6-15,0-19-6 0,-1 14 0 0,2-14 0 16,-4 15 11-16,0-8 9 0,-1 0-2 0,-1-1 1 16,0 1-8-16,0 0-1 0,-2 0 1 0,0 0 2 15,0 1-4-15,0 0 4 0,0 1 5 16,-19 1-8-16,19 0 5 0,-19 0-14 0,19 1-3 15,-27 0 11-15,13-2-2 0,-1-1 6 0,0-1-30 16,1-3-64-16,0-1-55 0,3 1-76 0,3-2-40 16,-1-2 17-16,5 1 22 0,4-1 35 0,-3 0-1 15,1 0 38-15,-1 0 34 0</inkml:trace>
  <inkml:trace contextRef="#ctx0" brushRef="#br0" timeOffset="-155811.79">3660 5468 461 0,'2'-1'10'0,"0"1"7"0,-1 0 20 0,0 0 33 16,-1 0 25-16,0 0 19 0,0 0 12 0,0 0-17 16,0 0-30-16,0 0-19 0,0 0-33 0,0 0-6 15,0 0-16-15,0 0-1 0,0 0-4 0,0 0-15 16,0 0 0-16,0 14 2 0,0-14 15 0,0 0 4 15,0 15 3-15,0-4-10 0,0-1-4 0,0 3 0 16,0 3 6-16,0 2 12 0,15 2-2 0,-15 0-5 16,0 1 4-16,14-1-8 0,-14 1-1 0,8-2 6 15,-8-2-8-15,9-1 4 0,-9-2 5 16,6-2 0-16,-4-3-9 0,0 1-50 0,0-3-64 16,-1-2-45-16,0-2-24 0,0-2 15 0,-1-1-3 15,0 0 9-15,0 0 39 0</inkml:trace>
  <inkml:trace contextRef="#ctx0" brushRef="#br0" timeOffset="-155237.45">4049 5209 671 0,'4'0'10'0,"-2"0"7"16,-1 0 21-16,2 0 22 0,2 0 6 0,0 0 25 16,2 0-4-16,1 0-7 0,1 0-3 15,4-21-22-15,1 21-9 0,2 0 1 0,2-14-6 16,0 14 5-16,-1 0 4 0,3-14 4 0,0 14 5 16,1 0 6-16,-2-8-4 0,1 8-12 0,-2-7-10 15,0 7-14-15,2-7-5 0,-3 4-7 0,-4 0-2 16,0 0-4-16,-1 2-1 0,-4-1 2 0,-1 0-1 15,-1-1-3-15,-3 2 2 0,-1-1-3 0,0 2 1 16,0-1-10-16,-2 0-55 0,0 0-81 0,0 1-113 16,0 0-63-16,0 0-1 0,0 0 24 0,0 0 67 15,-20 0 74-15</inkml:trace>
  <inkml:trace contextRef="#ctx0" brushRef="#br0" timeOffset="-154960.81">4174 5302 633 0,'0'1'9'0,"0"2"17"16,0-2 17-16,0 1 17 0,0-2 13 0,0 0 4 16,0 0-12-16,0 0-16 0,16 0-14 0,-16 0-28 15,0 0-1-15,0 0 14 0,19 0-5 0,-19-14 6 16,10 14 12-16,0 0-13 0,0 0 2 0,1-9 14 15,-1 9-13-15,2 0 4 0,-1-6 1 16,3 6-2-16,2-5-10 0,-4 4-4 0,1-3-9 16,0 2 1-16,0 1 1 0,-2-3 3 0,0 1-10 15,1 2-15-15,-2-3-44 0,-1 2-80 0,0 0-48 16,0-3-33-16,0 2 11 0,0-2-2 0,-2 2 59 16</inkml:trace>
  <inkml:trace contextRef="#ctx0" brushRef="#br0" timeOffset="-151813.45">5114 4576 402 0,'0'0'6'0,"0"0"14"0,0 0 6 0,0 0 4 16,0 0-6-16,0 0-10 0,0 0-9 0,0 0-5 16,0 0 0-16,0 0-9 0,0 0 9 0,0 0 0 15,0 0 4-15,0 16-1 0,0-16 1 0,0 11 0 16,0-11-4-16,0 17 8 0,0-4 1 0,0 1-5 15,0 3 19-15,0 1 5 0,0 1-18 0,0-2 14 16,0 3-24-16,0 0-5 0,0-1 16 16,20 0-6-16,-20-2 6 0,0 0-6 0,0-1 0 15,11 3 11-15,-11-6-11 0,0 1-1 0,0-1-4 0,8-2-5 16,-8-3 11-16,0-1 5 0,4-2-6 16,-1 0-5-16,-2-3 6 0,-1 0-12 0,0-1 23 15,0-1 12-15,1 0 15 0,0 0 38 0,-1 0-1 16,0 0-11-16,0 0-26 0,0 0-37 0,0 0 0 15,0-19-14-15,0 19 13 0,0-16 1 0,0 16-9 16,-18-20 4-16,18 7 6 0,0-2-4 0,-14-3 6 16,14 1 3-16,0-1-15 0,-14-1-1 0,14-1-12 15,-7 1 10-15,7 0 6 0,0 1 12 0,-5 4 14 16,5-2-4-16,0 1-10 0,0 2-1 0,0 1-4 16,0 2-1-16,0 0 4 0,17 1 0 15,-17 1-8-15,0 1 0 0,16 0 4 0,-16 1-17 16,0 0 8-16,17 1-3 0,-17 0-8 0,13 0 11 15,-4 1-3-15,0 1 0 0,1 0-1 0,0 2 6 16,0 1-4-16,2-1 4 0,-1 1 5 0,-1 0-9 16,1 0 4-16,0 0-4 0,-1 0 0 0,0 16 1 15,-2-16-1-15,0 0 6 0,0 0-5 0,-3 17 4 16,-1-17-5-16,0 0-1 0,-2 14-2 0,-1-14 4 16,0 9 4-16,-1-9-4 0,0 9 3 0,0-4-3 15,0-2 5-15,0 3 4 0,0-3 1 0,0 2 8 16,-20-2-9-16,20 2-10 0,0-1 14 0,-17 2-19 15,17-2 5-15,-15 2-1 0,15-1-9 16,-18 1 16-16,8 0 4 0,-1 1-8 0,1-1 0 16,0 2-1-16,-1 1 0 0,3 0 2 0,1-1 9 15,2 0-27-15,-1-1 6 0,3-3 7 0,-1 3-10 16,4-5 21-16,0 2-12 0,0-3-10 0,0 3 15 16,0 0 2-16,0-2 0 0,23 3 25 0,-23 0-16 15,16 2 5-15,-16-2 1 0,24 0 3 0,-9 1-8 16,1 0 14-16,1-1-11 0,0 0-13 0,1-2 15 15,-2-1-10-15,1 1 11 0,-1-1 9 16,-1-1-1-16,-2 1-5 0,0-2 10 0,-2 0-10 0,-2 0 0 16,0 0 3-16,0 0-17 0,-4 0 7 15,0 0-2-15,-2 0-1 0,1 0 8 0,-4 0-3 16,1 0 2-16,-1 0-18 0,0-12-43 0,0 12-77 16,0 0-68-16,0-10-38 0,0 10 4 0,-18-11 12 15,18 4 21-15,0 0 49 0</inkml:trace>
  <inkml:trace contextRef="#ctx0" brushRef="#br0" timeOffset="-150800.73">5494 4679 229 0,'2'0'11'15,"0"0"8"-15,-2 0 5 0,1 0 15 0,0 0-10 16,-1 0-12-16,1 0 4 0,-1 0-11 0,1 0-10 15,-1 0 9-15,1 0-4 0,-1 0-4 0,0 0 3 16,0 0 1-16,2 0-5 0,-1 0 0 0,1 18 5 16,0-18 3-16,0 17-9 0,2-17 19 0,-1 19 0 15,1-9-7-15,-1 2 25 0,4 0-19 0,-4 1-5 16,3 0 10-16,-2 3-11 0,1-2 0 0,1 3 5 16,0 0-6-16,-1 0 5 0,1-1-9 15,-1-1 3-15,0-1-4 0,2 1-5 0,-3-1 1 16,-1-1 3-16,1-1 1 0,-1-1-10 0,-1-2 10 15,0 1-5-15,-2-2 1 0,1-2 3 0,0-1 1 16,-1-2-1-16,0 0 6 0,0-2 1 0,0 0-1 16,0-1 7-16,0 0-6 0,0 0 0 0,0 0 0 15,0 0-22-15,0-19-5 0,0 19-15 0,-14-19-1 16,14 19-2-16,0-27 9 0,-14 11 5 0,14-2-6 16,-11-1 15-16,11 0-5 0,-10 1 9 0,10 0 1 15,-7 0 0-15,7 3 0 0,-5 0 6 0,5 2 4 16,0 3-4-16,0 2 0 0,0 1-4 15,0 2 10-15,0-2 5 0,0 1 0 0,0 1 9 16,18-1-9-16,-18-1 0 0,0 0 5 0,15 0-11 16,-15 1 1-16,12 0 4 0,-12 0-5 0,11 2 0 15,-11 1 4-15,10-1-4 0,-10 3-5 0,10-2 5 16,-6 1-5-16,-1 2-5 0,0 0 5 0,-1 0 0 16,1 0 0-16,0 0 10 0,0 0 0 0,0 0 6 15,0 0-12-15,-1 19 1 0,1-19 6 0,-1 0-11 16,0 15 5-16,0-15-5 0,0 12 6 0,-2-12 7 15,1 13 6-15,-1-13 0 0,0 12-1 0,0-7-13 16,0 1 1-16,0 0 6 0,0 2-13 0,0-1 13 16,0 3 5-16,-15-2-7 0,15 3 1 15,0-2-6-15,0 0-11 0,-16 0-5 0,16-2 11 16,0-2 0-16,-10-1 11 0,10 1 6 0,0-3-17 16,-5 0 1-16,5-2 4 0,0 0-39 0,0 0-37 15,0 0-37-15,0 0-43 0,0 0-23 0,0 0 31 16,0-19 37-16</inkml:trace>
  <inkml:trace contextRef="#ctx0" brushRef="#br0" timeOffset="-150355.95">5758 4714 385 0,'0'10'20'16,"0"-10"20"-16,0 0 12 0,0 0 30 0,0 6 23 16,0-6 14-16,0 0 11 0,0 0-6 0,0 0-32 15,0 0-21-15,0 0-18 0,0 0-27 0,0 0-13 16,0 0-9-16,0-14-3 0,0 14-2 0,19 0 1 16,-19 0-9-16,20 0-6 0,-4-9 15 0,1 9-5 15,2 0 13-15,-2-5 5 0,-1 5-18 0,-1 0 9 16,-1 0 3-16,-3 0 12 0,-2 0 9 0,-1 0-4 15,-4 0-10-15,1 0-18 0,0 19 10 16,-3-19 4-16,1 12-6 0,-1-12 12 0,-2 13-16 16,0-13 1-16,0 15 4 0,0-5-6 0,0 1 1 15,-19-1-1-15,19-1 0 0,0 2-8 0,0 1 6 16,-17-1-3-16,17-2 3 0,0-1 3 0,0-2-4 16,0-1-4-16,0 0 2 0,0-3 8 0,0-2 2 15,0 1 9-15,0-1 9 0,0 0-16 0,0 0 16 16,0 0-4-16,0 0-13 0,16 0-20 0,-16 0-53 15,18 0-46-15,-4-15-46 0,-2 15-18 0,3 0 15 16,-3 0 25-16,1-14 34 0,-4 14 35 16,-1-8 9-16,-3 8 4 0,-2 0-1 0,-1-6-5 15,2 6-10-15,-4-3 1 0,0 3 17 0</inkml:trace>
  <inkml:trace contextRef="#ctx0" brushRef="#br0" timeOffset="-148524.98">5044 5181 182 0,'0'0'6'0,"0"0"4"16,0 0 11-16,0 0 9 0,0 0-5 0,0 0 0 15,0 0-14-15,0 0-5 0,0 0-5 0,0 0 6 16,0 0 3-16,-15 0 2 0,15 0 13 0,0 0-1 15,0 0-8-15,0 0 8 0,-9 0-14 16,9 0-4-16,0 0 7 0,-6 0-11 0,6 0 16 16,0 13-4-16,-4-13 4 0,3 0-4 0,0 0-9 15,1 0 9-15,-1 0-5 0,1 0 9 0,0 0-9 16,-3 0-8-16,3 0 3 0,0 0-3 0,0 0-1 16,0 0 0-16,0 0 5 0,0 0-1 0,0 0 1 15,0 0 3-15,0 0-3 0,0 0-9 0,0 0 8 16,0 0-4-16,0 0 0 0,0 0 0 0,0 0 0 15,0 0 0-15,0 0 0 0,0 0 9 0,0 0 0 16,0 0-9-16,0 0 0 0,0 0 4 16,0 0 1-16,0 0 13 0,0 0-5 0,0 0 7 0,0 0 1 15,0 0 11-15,17 0-5 0,-17 0 5 16,0 0 5-16,13 0-21 0,-13 0 21 0,12 0-11 16,-12 0-10-16,12 0 15 0,-12 0-10 0,13 0 13 15,-6 13-4-15,-1-13-5 0,1 0-2 0,-2 0-17 16,4 0 8-16,0 0-6 0,1 0 2 0,2 0-10 15,-3 0 5-15,1 0 0 0,2 0-9 0,0 0 17 16,0 0-18-16,-2 0 5 0,0 0 5 0,0 0-11 16,0 0 7-16,-1 0-11 0,-1-11 10 0,1 11 0 15,0 0 8-15,-1 0-3 0,1 0-6 0,-2 0 2 16,1 0-5-16,1-7 5 0,0 7-1 0,-1 0-6 16,-1-3 12-16,2 3 3 0,0-2 0 0,0 2 10 15,0-2-19-15,0 1 9 0,-1-1-8 16,1 1-6-16,0 0 2 0,1 0-1 0,-2 0 4 15,0 0-3-15,-1 1 11 0,2 0-8 0,-2 0 4 16,1-2 0-16,0 1 4 0,-1 1-7 0,-1-1-1 16,1 1 0-16,0-1-4 0,2 0 3 0,-3 0 1 15,1 1 4-15,1-1-4 0,2-1 13 0,-1 1-8 16,0-1 0-16,1 1 0 0,0 0-6 0,-1-1 6 16,1 2-6-16,0-2 6 0,-1 0 4 0,2 1-9 15,-2 1 9-15,-1-2-10 0,1 1-2 0,2 1 6 16,-2-2 2-16,2 1-5 0,-1 0 8 0,-1 1-3 15,1 0-9-15,1-2 22 0,1 2-21 16,-3 0 8-16,4-1 3 0,-4 1-22 0,5 0 27 0,-4-1-2 16,0 1 2-16,1 0 20 0,-2 0-22 15,0 0-5-15,0-1 10 0,2 1-12 0,-2 0-1 16,0 0 8-16,1-2-14 0,0 2 4 0,-2 0 2 16,2 0-3-16,-4 0 3 0,1 0-4 0,-1 0 0 15,1 0 7-15,0 0-4 0,-1 0-1 0,1 0 5 16,-1 0-8-16,2 0 8 0,2 12 1 0,-3-12-7 15,3 0 3-15,-1 0-10 0,0 0 0 0,1 9 7 16,1-9-3-16,-1 0 11 0,0 5-2 16,2-5-2-16,-3 4 3 0,1-3-4 0,0 0 2 15,-1-1 0-15,0 1-9 0,2-1 11 0,-2 0-7 16,-1 0 4-16,4 0 1 0,-3 0-8 0,1 0 11 0,0 0-6 16,1 0 8-16,-1 0-6 0,3 0-6 15,-3-14 3-15,1 14-1 0,-1 0 1 0,-1 0 1 16,0 0-8-16,-1-11 7 0,1 11-1 0,-1 0 4 15,-3 0-4-15,0 0-1 0,2-3-3 0,-3 3 2 16,-1 0 5-16,0 0-3 0,1 0 8 0,-1 0-11 16,0 0 6-16,1 0-1 0,-1 0-7 0,3 0 2 15,-2 0 5-15,1 0-14 0,0 0 16 0,-1 0 0 16,1 0-2-16,1 0 15 0,-1 0-8 0,-1 0 11 16,1 0-4-16,0 0-6 0,-1 0-5 15,3 0-3-15,-2 0 8 0,1 0-3 0,-1 0 4 16,1 0 2-16,1 0-9 0,1 0 10 0,-1 0-8 15,-1 0-7-15,0 0 2 0,0 0-8 0,1 0 7 16,-1 0 2-16,-1 0-4 0,-1 0 8 0,-1 0-3 16,1 0 10-16,-1 0 9 0,-1 0 1 0,-1 0 8 15,0 0 6-15,0 0 2 0,-1 0 2 0,1 0-4 16,-1 0-11-16,1 0-6 0,-1 0-11 0,0 0-1 16,0 0-1-16,0 0-6 0,0 0 8 0,0 0-2 15,0 0-8-15,0 0 8 0,0 0-15 0,0 0-40 16,0 0-50-16,0 0-68 0,0 0-69 15,0 0-36-15,0 0-19 0,0 0-41 0,0 0 79 0</inkml:trace>
  <inkml:trace contextRef="#ctx0" brushRef="#br0" timeOffset="-146919.27">4937 5662 353 0,'0'0'6'0,"0"0"15"16,0 0 6-16,0 0 14 0,0 0 4 0,0 0-15 15,0 0 3-15,0 0-13 0,0 0 4 0,0 0 0 16,0 0 0-16,0 0-1 0,0 0-8 16,0 0 0-16,0 0-9 0,0 0-11 0,0 0-5 0,0 0-5 15,0 0 4-15,0 0 3 0,0 15-5 16,0-15 13-16,0 16-5 0,0-16 10 0,0 21 8 15,0-7-8-15,0 0-5 0,0 1 0 0,15 2 5 16,-15-1-1-16,0-1 5 0,0 0 0 0,15 1-4 16,-15-2-9-16,0-1 4 0,9-1 5 0,-9-2-10 15,5-2 14-15,-5 1-4 0,3-4-5 0,-3-2 6 16,0-1 14-16,2-1 17 0,0-1 40 0,-2 0 38 16,0 0 17-16,0 0-6 0,0 0-34 0,0 0-38 15,0 0-39-15,0 0-9 0,0-21-10 0,0 21 1 16,0-17 2-16,0 5-4 0,0-1 6 15,-18-1-2-15,18-2 0 0,0-1 6 0,-14-1-5 0,14 0 1 16,-14-3-1-16,14 2-4 0,-11-1 1 16,11 1 0-16,-7 2-2 0,7 0 6 0,0 3-6 15,0 1-11-15,0 1 7 0,0 1-3 0,0 1 7 16,24 1 13-16,-24 1-9 0,24 1-2 0,-9-1 2 16,0 2-9-16,1-1 6 0,-1 4-11 0,-2 0 5 15,0 1 5-15,-2 1-7 0,-1-1 7 0,-1 2 1 16,-2 0 9-16,-1 0 1 0,-1 0 0 0,1 0-11 15,-2 19 2-15,0-19-2 0,-2 0 4 0,-2 18 3 16,0-18 0-16,0 15 3 0,0-5 5 16,0 0 0-16,0 1-14 0,-21 0-3 0,21-1 6 0,0 0 3 15,-22 0 9-15,22 0-3 0,-21 0-5 0,21-3-4 16,-19 1-9-16,7-1 13 0,0 0-13 16,0-1 9-16,1 0 4 0,4 0-8 0,0-1 0 15,0 1-9-15,3-2 1 0,-1 1 3 0,3-1 5 16,2 1 4-16,0 0-1 0,0 0 0 0,0 1-2 15,0-2 3-15,0 3-3 0,17-1 8 0,-17-2 11 16,15 1-11-16,-15 2 8 0,23-3-12 0,-11 1 4 16,1 0-1-16,1 0-31 0,0-1-33 0,-1 0-33 15,1 0-16-15,-1-1 1 0,-2-2 23 0,2 1 16 16,0-1 8-16,-1-1 20 0,-2 0 1 0,1 0 4 16,-2 0 8-16,1 0-9 0,-2 0 5 15,-1 0-1-15,-3-15-4 0,2 15 13 0,-3 0 4 16,1 0 6-16,-2-12 5 0,1 12 1 0,-1 0 1 15,0-9 4-15,1 9 4 0,-2 0-1 0,0-10 13 16,0 10-4-16,0-4-7 0,-1 1 4 0,0 2 5 16,0-2 4-16,0 1 8 0,0 1 0 0,0-2-11 15,0 0 9-15,0 2 1 0,0-2-6 0,0 2-1 16,0-2-16-16,0 2 3 0,0-1 0 0,0 0 3 16,0 1 5-16,0-1-5 0,0 2-4 0,0 0-4 15,0 0 9-15,0 0 4 0,0 0 6 0,12 0 9 16,-12 0-5-16,0 0 0 0,0 21 4 15,0-21-18-15,8 15 1 0,-8-15 13 0,3 17-1 0,-3-6 8 16,6 0 4-16,-3 1-17 0,0 1 17 16,1-1-6-16,0 1-14 0,0-1 11 0,0 0-26 15,0 1 5-15,2-1-5 0,-3 0 0 0,3-2 11 16,-2 0 9-16,-1-2 0 0,0 1-5 0,-1-3-4 16,-1-2-11-16,0 1 5 0,0-3-20 0,0 1-24 15,-1-1-22-15,0-1-18 0,0-1-23 0,0 0-39 16,0 0 13-16,0 0 23 0</inkml:trace>
  <inkml:trace contextRef="#ctx0" brushRef="#br0" timeOffset="-146557.33">5249 5803 126 0,'-3'-4'12'16,"1"0"17"-16,-1 0 10 0,2-2 6 0,-1 0-3 16,1 2-21-16,1-1-5 0,0 2-1 0,0-3-8 15,0 4 3-15,0-3-4 0,0 2-2 0,0-2-3 16,0 2 8-16,19-2 5 0,-19 1 6 16,0-1 7-16,20 2-7 0,-20-1-5 0,20 1-5 0,-11 1 1 15,1 1 8-15,-1 0 9 0,-1 1 5 0,0 0 4 16,0 0 1-16,0 0 1 0,-1 0-8 15,-2 0-5-15,2 19 1 0,-2-19-11 0,-1 0 0 16,0 15-1-16,-1-15-10 0,-2 11 0 0,0-11-5 16,1 10-5-16,-2-10 10 0,0 9 5 0,0-3 0 15,0 0 5-15,0 0-15 0,0 0 0 0,-23 1 15 16,23-1-15-16,-16 0 10 0,16 0-5 0,-18-2-20 16,18-1-37-16,-18 0-27 0,18-2-18 0,-15-1-29 15,7 0 4-15,1 0-24 0,2 0 18 0</inkml:trace>
  <inkml:trace contextRef="#ctx0" brushRef="#br0" timeOffset="-146228.56">5510 5744 217 0,'8'0'2'0,"-1"0"14"0,-1-13 25 16,-1 13 10-16,-1 0 9 0,-1 0-5 0,0 0 0 16,-3 0-2-16,0 0-1 0,0 0 11 0,0 0-34 15,0 0 1-15,0 0-20 0,0 0-10 16,0 0 5-16,0 0-10 0,0 0 10 0,0 0-5 16,0 17 0-16,0-17 5 0,0 15-5 0,-12-15 0 15,12 19 5-15,0-8-5 0,0 1 5 0,0 1 0 16,0 0-10-16,0 0 20 0,0 1-10 0,0-1-5 15,0 0 20-15,0-1-30 0,0 1 15 0,17-2 5 16,-17 1-15-16,0-2 11 0,0 0-6 0,13-1-31 16,-13-2-22-16,0-1-22 0,8-2-28 15,-8-1-4-15,5-1-21 0,-5-1 4 0,0-1 28 0</inkml:trace>
  <inkml:trace contextRef="#ctx0" brushRef="#br0" timeOffset="-145943.84">5658 5794 367 0,'0'0'10'0,"14"0"16"16,-5 0 5-16,0 0 9 0,1 0-10 15,0 0-2-15,3 0-5 0,0 0-9 0,1 0 13 16,1 0-22-16,0 0 13 0,0 0 0 0,2 0-14 16,-2 0 13-16,2 0-8 0,0 0-9 0,-1 0 5 15,-2 0-1-15,-3 0-8 0,-2 0 4 0,-2 0 4 16,-1 0-4-16,-1 0 5 0,-3 0-5 0,0 0-41 16,-2 0-29-16,1 0-47 0,-1 0-47 0,0 0 33 15</inkml:trace>
  <inkml:trace contextRef="#ctx0" brushRef="#br0" timeOffset="-145677.39">5851 5659 540 0,'0'0'13'0,"0"0"1"0,0 0 0 0,0 0-4 16,0 0-15-16,0 0-13 0,0 0 9 0,0 0 4 15,0 0 1-15,0 0 13 0,0 20-4 0,0-20 5 16,0 0-1-16,0 23-4 0,0-23-8 0,19 22 3 16,-19-8 1-16,0 1 8 0,12 0 5 15,-12 2-14-15,0 0 0 0,12 1-8 0,-12 0-5 0,10-2 14 16,-10 1-5-16,6-2 4 0,-2-1 4 0,-4-3 0 16,3-1-4-16,1 1 9 0,-4-5-5 15,1 0-34-15,0-1-22 0,-1-2-66 0,0 0-33 16,1-2 27-16</inkml:trace>
  <inkml:trace contextRef="#ctx0" brushRef="#br0" timeOffset="-144980.53">6167 5632 474 0,'0'-3'-1'0,"0"2"6"0,0 0 0 0,0-1-5 16,0 1 0-16,0 1-10 0,0 0-3 0,0 0 9 16,0 0 1-16,0 0 4 0,0 21 0 0,0-21-9 15,0 21 13-15,0-21-4 0,0 25 6 0,0-9-1 16,0 2-9-16,0 0 13 0,0 0-13 0,0-1 5 15,0 1-5-15,0-1-9 0,14-1 12 0,-14-3 5 16,0-1 0-16,0-3 4 0,9-2 0 0,-9-1-4 16,0-3 5-16,0 0 3 0,0-1 14 15,0-2-1-15,0 0 5 0,0 0-13 0,0 0-18 16,0 0-4-16,0 0-1 0,0-23 9 0,0 23 0 16,0-18 0-16,0 18 0 0,-16-27-4 0,16 13 0 15,0-4-1-15,-10-1-4 0,10-2 4 0,0-1 0 16,-10-1 5-16,10-1-15 0,0 1 1 0,0 2 19 15,0 1 5-15,0 3 16 0,0 4 1 0,0 0-21 16,0 4 1-16,22 2-5 0,-22 2 6 0,0 1-12 16,21 2 0-16,-21-2 6 0,16 2-6 0,-16 2 18 15,17 0 7-15,-5 0-1 0,-3 0-12 0,2 0 13 16,1 0-1-16,-1 0-13 0,1 18 0 0,-1-18-18 16,-2 0-1-16,0 19 8 0,-1-19 10 0,-2 13 0 15,-1-13-5-15,-2 15 5 0,-1-6-6 16,-2-2 7-16,0 0-11 0,0-1 0 0,0 3-1 15,0-1 10-15,0 0 6 0,-19 0-11 0,19 1-4 16,-18-2 4-16,18 0-4 0,-18 1-6 0,18-2 16 16,-17-1-20-16,17 0-1 0,-16-1 10 0,16-1-15 15,-11 0 1-15,11 0 4 0,-5-1 11 0,5 0-1 16,-4 0 11-16,4-1-5 0,0 2-11 0,0 0 1 16,0 0-1-16,0 0 6 0,0 1-5 0,0 0 10 15,0 0-1-15,0 2 1 0,17-2 6 0,-17 1 8 16,14 2-8-16,-14-3 19 0,18 1 19 15,-18 1-9-15,21-3 8 0,-10 1-19 0,0-1-14 16,1 1-9-16,-2-1-2 0,1-1-2 0,-1-2-20 16,1 1-33-16,-2-1-50 0,-2 0-49 0,0 0-24 15,0 0-19-15,0 0 4 0,0 0 53 0</inkml:trace>
  <inkml:trace contextRef="#ctx0" brushRef="#br0" timeOffset="-144273.05">6490 5754 478 0,'2'0'-14'0,"2"0"6"0,-2 0-1 0,1 0-8 16,-3 0 22-16,2-18-1 0,2 18 1 0,-3 0 13 15,1-13-4-15,1 13-4 0,0 0 5 16,-2-10 5-16,1 10 0 0,-2 0 8 0,1-7-4 16,-1 7-6-16,0 0 1 0,0 0 0 0,0-3 16 15,0 3-5-15,0 0-4 0,0 0-3 0,0 0-13 16,0 0 7-16,0 0-12 0,0 0 0 0,0 0-5 15,0 0-5-15,0 0 11 0,0 0-17 0,0 0 11 16,0 0 0-16,0 0-5 0,0 0 15 0,0 0-10 16,0 0-5-16,0 0 11 0,0 0 5 0,0 0 5 15,0 0-5-15,0 0 0 0,0 0-16 0,0 0-6 16,0 0 16-16,0 0 0 0,0 0-16 0,0 0 17 16,0 0-17-16,0 0 0 0,0 0 16 15,0 0-16-15,0 0 5 0,0 0 1 0,0 0-6 16,0 0 11-16,0 15-6 0,0-15 1 0,0 0 10 15,0 16-11-15,-19-16 22 0,19 17-11 0,0-7 5 16,0 2 5-16,0 0-10 0,0 0 15 0,0 2 5 16,0 0-4-16,0 2 9 0,0-1 4 0,0 0-4 15,0 0 4-15,0-1 0 0,18-2-10 0,-18 0 1 16,0-1-2-16,0-1 4 0,11-1-5 0,-11-1-1 16,0-2-12-16,6-1-4 0,-6-1-3 0,0 0-6 15,0-2 18-15,0 0-4 0,0-1-1 0,0-1 8 16,0 0 0-16,0 0-5 0,0 0 10 0,0 0-4 15,0 0-14-15,0 0 0 0,0 0-8 16,0 0-8-16,0-20 12 0,0 20 4 0,-16-16 0 16,16 16 4-16,0-22-8 0,-13 11 1 0,13-3 4 15,0-1-9-15,-14-2 6 0,14 3 1 0,-8-2 0 16,8 0 12-16,-8 1 9 0,8 1 1 0,-3 2 14 16,3 2 4-16,0-1 1 0,0 4 3 0,0 1-17 15,0 0-3-15,0 1-14 0,0 0-14 0,0 0 0 16,18 1-4-16,-18 0 2 0,0 0 3 0,18 1-7 15,-18 0 4-15,16 1-4 0,-16 1 2 0,16 1 3 16,-8 0 0-16,1 0 5 0,-3 0-1 0,0 0 12 16,3 19-6-16,-3-19-4 0,1 0-3 0,-2 22-4 15,-3-22 6-15,2 18-3 0,0-18 5 16,-3 18 2-16,-1-9 0 0,0 0 2 0,0 1-2 16,0-1 2-16,-25 0-4 0,25-1 5 0,-20 0 0 15,20-1-3-15,-25 0-9 0,13 0-21 0,0-2-46 16,-2 0-57-16,1-2-74 0,0-1-41 0,2 0 12 15,0-1 14-15,1-1 36 0,3 0 11 0,1 0 36 16</inkml:trace>
  <inkml:trace contextRef="#ctx0" brushRef="#br0" timeOffset="-143900">6671 5787 672 0,'3'0'37'0,"-1"0"71"0,0 0 85 0,0 0 80 16,-2 0 23-16,0 0-39 0,0 0-71 0,2 0-75 15,-2 0-57-15,1 0-33 0,1 0-19 0,0 0-8 16,2 0-3-16,-1 0 1 0,2-12 9 0,1 12-4 16,2 0-1-16,0 0 1 0,4-10-6 0,-3 10 6 15,-2 0 1-15,1-6-2 0,3 6 2 0,-4 0 2 16,0 0-6-16,-2 0 4 0,1 0-1 0,-1 0-4 15,-1 0 5-15,1 16 1 0,-3-16 3 16,0 0 3-16,-2 19-2 0,0-19-1 0,0 18-4 16,0-6 1-16,0-3 2 0,0 2-1 0,0-1 0 15,-18 2-1-15,18-2 2 0,0 0-3 0,0-3-1 16,0 2 3-16,0-2-3 0,0-1 3 0,0-3 0 16,0 3 8-16,0-3 3 0,0-2-5 0,0 1 6 15,0 0-6-15,18 0-25 0,-18-2-39 0,0 0-71 16,21 0-96-16,-21 0-65 0,17 0-35 0,-6 0 30 15,-1 0 53-15,0-22 7 0,1 22 75 0</inkml:trace>
  <inkml:trace contextRef="#ctx0" brushRef="#br0" timeOffset="-142953.41">6878 5109 493 0,'0'-1'18'0,"0"1"14"0,0 0 38 15,0-1 31-15,0 1-3 0,0-1 16 0,0 1-20 16,0 0-13-16,0 0 4 0,0 0-9 0,0 0-2 16,0 0-4-16,0 0-13 0,0 0-13 0,0 0-6 15,0 0-10-15,0 0-4 0,0 0-7 0,0 0-11 16,0 0-3-16,13 0 1 0,-13 0 17 0,0 0 8 16,7 0 9-16,-7 0 3 0,12 0-8 0,-2 14 0 15,0-14-2-15,2 0 4 0,3 13-5 0,-1-13-4 16,1 10-2-16,1-10-10 0,-1 11 4 0,2-5-14 15,-2 1-1-15,-2-2 4 0,3 0-7 16,-5 2 10-16,1-2-3 0,-1 0-7 0,-2-1 5 0,-2 0-2 16,1 0 1-16,-3-1-1 0,-1 0-4 15,0-1-24-15,-1 0-48 0,-1-1-37 0,0 1-65 16,0-1-53-16,1-1-24 0,-1 0-16 0,-2 1 23 16,0-1-14-16,0 0 71 0</inkml:trace>
  <inkml:trace contextRef="#ctx0" brushRef="#br0" timeOffset="-142705.15">7076 5050 637 0,'-2'0'9'0,"1"0"9"16,-1-1 1-16,0 1 5 0,0 0-14 0,1 0-5 15,1 0 1-15,0 0-17 0,0 0 11 0,0 0 0 16,-1 0-6-16,-1 0 22 0,-1 0-16 0,0 0-11 15,-1 20 2-15,-2-20-7 0,0 19 21 0,-4-6-5 16,1 1 4-16,-1 1 7 0,-2 4-22 0,0-1 17 16,-1 0-6-16,0 1 0 0,0 0 16 0,-1-1-22 15,3 0 17-15,2-2-10 0,-3-3-12 0,5-1 2 16,-1-2-38-16,5-2-30 0,0-2-34 16,1-1-53-16,1-3 28 0</inkml:trace>
  <inkml:trace contextRef="#ctx0" brushRef="#br0" timeOffset="-140640.52">7555 4717 106 0,'0'0'-9'0,"0"17"2"16,-15-17 9-16,15 0 9 0,0 16-3 0,-12-16-1 16,12 17 1-16,0-7-8 0,-13 0 6 0,13 2 2 15,-8 2-1-15,8 2 4 0,-7 1 5 0,3 3 2 16,1-1 10-16,1 1 1 0,0 0-6 0,1 1 13 15,0 1-14-15,1-2-7 0,0 1 19 0,0-1-1 16,0 1-11-16,0-1 11 0,0 0 0 0,0-2 8 16,0-1 16-16,19 0 7 0,-19-2-3 0,0-3-10 15,18 1 5-15,-18-1-19 0,17-1-11 0,-8 0-5 16,1-2-20-16,-2 1 14 0,2-2 0 0,-1 1-13 16,0-1 4-16,-3-1 0 0,1-2-1 0,-1 0 1 15,0 0 4-15,0-2-4 0,-1 0 0 16,-1-2-1-16,0 1-26 0,3-2-36 0,1 0-22 15,-5 0-27-15,4 0-7 0,-1 0-8 0,1 0-47 16,0 0 27-16,0-23 28 0</inkml:trace>
  <inkml:trace contextRef="#ctx0" brushRef="#br0" timeOffset="-140255.98">7639 5063 755 0,'8'0'10'15,"-8"0"22"-15,0 0 25 0,0 0 32 0,0 0 13 16,0 0-12-16,8 0-7 0,-8 0-23 0,0 0-8 16,3 0 2-16,1 10 1 0,-2-10-2 0,4 0-9 15,-1 0-4-15,2 0-18 0,3 0-3 16,-1 0 0-16,2 0-15 0,2 0 3 0,-1 0-2 16,3 0-1-16,-1 0 2 0,1 0 2 0,-3 0 0 15,1 0-3-15,1 0 7 0,-2 0-8 0,0 0 1 16,-2 0-1-16,-1 0-7 0,2 0-17 0,-3 0-25 15,0-13-42-15,-1 13-58 0,0 0-23 0,-2-10-36 16,0 10-5-16,-2-8 9 0,1 8-36 0,-2-10 58 16</inkml:trace>
  <inkml:trace contextRef="#ctx0" brushRef="#br0" timeOffset="-139721.15">8007 4845 530 0,'4'-3'-5'15,"-1"0"10"-15,0-1 0 0,1 0 5 0,1 0 15 16,-2-1-10-16,0 1 10 0,0 2-4 0,0-2-6 15,-1 3 4-15,-2 0-14 0,1 1 5 0,-1 0-5 16,0 0 1-16,0 0 22 0,0 0 7 16,0 0 12-16,0 0 4 0,0 0-6 0,0 18-7 0,0-18-7 15,0 0 0-15,17 18 1 0,-17-18 1 16,0 20 5-16,0-11-10 0,10 4 1 0,-10 1-4 16,7 1-9-16,-7 0-5 0,7 2-3 0,-7 0-1 15,8 1 3-15,-4 0 4 0,0 0-11 0,-1-1 4 16,0 1-6-16,-1 0 4 0,0-2 7 0,-1-1-11 15,0 1 7-15,-1-3-3 0,0-1-5 0,0 0 5 16,0-2 0-16,0-1 4 0,0 0-3 0,0-2 3 16,0 0-15-16,0-1-42 0,0-2-50 0,0 0-64 15,-14-2-28-15,14-1-2 0,0-1-8 0,0 0 27 16,0 0 41-16</inkml:trace>
  <inkml:trace contextRef="#ctx0" brushRef="#br0" timeOffset="-139153.22">8360 4770 440 0,'0'-2'11'0,"0"1"26"0,0 1 15 0,0-2 35 15,0 0 24-15,-13 1-20 0,13 1-9 0,0-1-30 16,0 1-45-16,0 0-1 0,0 0-12 16,0 0-10-16,0 0 9 0,0 0 12 0,0 0-1 15,0 0 5-15,0 0 0 0,0 23-21 0,-19-23 10 16,19 16-4-16,0-16-1 0,-13 23 10 0,13-11-9 16,-10 1 9-16,10 0 5 0,-10 3-15 0,10-1 1 15,-9 2-6-15,5-1 5 0,0 1 10 0,0 1 6 16,3-1 0-16,-1 1-5 0,2-3 0 0,0 2-4 15,0-2 4-15,0 0-9 0,0-1 6 0,0-1 8 16,0-1-9-16,22-1 15 0,-22-2-9 0,19-1 0 16,-19-2 9-16,22-1-14 0,-10 0 14 15,2-3-15-15,1-1 14 0,0-1-5 0,1 0-9 16,-3 0 14-16,0 0-27 0,-2 0 18 0,-2 0 0 16,0-16 0-16,-1 16 5 0,-1 0-5 0,-1-17 4 15,1 17-4-15,0-14 4 0,0 14 1 0,-1-14-5 16,-1 6 1-16,0 0 22 0,-2 1-5 0,-2-1 6 15,0 1-1-15,-1 0-10 0,0 0 1 0,0 1-1 16,0-1 4-16,-18 1-2 0,18 2-6 0,0-3-1 16,-23 3 0-16,23-1-18 0,-17 0 14 0,6 2-13 15,-1 1 0-15,-1 0 4 0,-1 2-5 0,-2 0 8 16,0 0 1-16,0 0-1 0,3 0-9 0,-1 0 6 16,1 17-9-16,2-17 1 0,4 0 0 0,-2 17-17 15,2-17-31-15,2 14-29 0,1-14-42 16,1 11-24-16,0-11-6 0,2 11 10 0,1-11 15 15,0 10-7-15,0-10 15 0,0 7 26 0</inkml:trace>
  <inkml:trace contextRef="#ctx0" brushRef="#br0" timeOffset="-138481.23">8800 4780 547 0,'2'-2'25'0,"1"1"11"15,-2 1 12-15,-1-2 19 0,1 1-8 0,-1-2-11 16,1 2-24-16,0 1-18 0,-1 0-18 0,0 0 5 16,0 0 1-16,0 0 0 0,0 0 0 0,0 0-6 15,0 0 11-15,0 0 6 0,0 0 6 16,0 22-11-16,0-22 4 0,0 18-10 0,0-6-7 16,0 3 7-16,0 1 5 0,-14 2 10 0,14 2-4 15,0-1 0-15,-13 3-6 0,13 0-5 0,-10 1-1 16,10 0 22-16,-9-3-11 0,9 1 1 0,-8-3-5 15,4-1-5-15,1-3 0 0,1-3 0 0,2-1 10 16,0-4-15-16,0-2 26 0,0 0 15 0,0-3 11 16,0-1 19-16,0 0-16 0,0 0-15 0,0 0-9 15,0 0-16-15,0 0-9 0,14 0 5 0,-14-22-2 16,0 22-13-16,20-16-1 0,-20 16-14 0,15-21-10 16,-15 9 19-16,13-1 6 0,-13-2 10 0,11 1 10 15,-5-1-10-15,-1-1 6 0,-1-1 0 0,0 0-1 16,-1 1-5-16,-1 0 5 0,0-1-5 15,0 2 11-15,-1-1 28 0,-1 3-6 0,0 0 12 16,0 2-2-16,0 1-21 0,0 1 4 0,0 2-5 16,0 1-15-16,0 3 13 0,0 0-25 0,0 2 3 15,0-2-11-15,0 3-13 0,0 0 24 0,0 0-9 16,0 0 9-16,0 0 16 0,0 0-20 0,0 23 9 16,0-23 4-16,0 20-4 0,0-6 4 0,0 1 0 15,0 2-4-15,0 0-1 0,0 2 5 0,17 1-4 16,-17-2 10-16,14 1-5 0,-14 2-4 0,17-3 0 15,-17-1-1-15,17-2 2 0,-6-1 9 16,-2-2 0-16,-1-1-23 0,1-1-33 0,-3-3-51 16,-1 0-28-16,-1-2-3 0,-2-2 12 0,0-1 22 15,0 0-12-15,-2-2-16 0,0 0 21 0</inkml:trace>
  <inkml:trace contextRef="#ctx0" brushRef="#br0" timeOffset="-138244.21">8728 5030 734 0,'-3'15'21'0,"1"-15"32"15,2 0 30-15,0 0 38 0,0 0-8 16,0 0-26-16,0 0-10 0,0 0-34 0,0 0-6 16,0 0-5-16,0 0-23 0,18 0 0 0,-18 0-2 15,0 0-4-15,19 0 5 0,-6-11 0 0,1 11-11 16,3 0 3-16,-1-9 6 0,3 9-8 0,1-7 11 15,-2 7-17-15,1-5-40 0,-5 2-37 0,1-2-44 16,-1 2-27-16,-2-1-13 0,-3-1 16 0,0 2 15 16,-2-2 2-16,1-1-14 0,-3 1 25 0</inkml:trace>
  <inkml:trace contextRef="#ctx0" brushRef="#br0" timeOffset="-137760.27">8884 4647 455 0,'19'0'0'0,"-19"0"0"16,0 0 1-16,20 0 5 0,-20 0 0 0,23 0 10 15,-8 0 18-15,3 0 9 0,2 0 27 0,3 0 14 16,0 0 19-16,0 20-2 0,3-20-16 0,0 19-12 16,0-19-18-16,-2 25-14 0,-2-10 1 0,-2 0-4 15,-1 3-14-15,-1-2 22 0,-2 2-14 16,-4 1 8-16,0 0-4 0,-4 3-17 0,-2 0 1 16,-1-1-4-16,-3 1-8 0,0 2 4 0,-2-1 2 15,0 0-5-15,0 2 7 0,0-2-2 0,-17 1-2 16,17 0-3-16,-22 0-1 0,7 2-4 0,-4-1 11 15,-2 0-18-15,0-1-91 0,-3-1-101 0,2-1-86 16,-4-3-44-16,0 1 21 0,3-6 98 0</inkml:trace>
  <inkml:trace contextRef="#ctx0" brushRef="#br0" timeOffset="-135116.87">4052 6874 125 0,'0'0'21'0,"0"0"2"0,0 0 9 15,0 0 5-15,0 0-8 0,0 0-5 0,0 0 0 16,0 0-12-16,0 0-2 0,0 0-1 0,0 0-3 16,0 0 11-16,0 0-11 0,0 0 3 0,0 0 5 15,0 0-9-15,0 0 9 0,0 0-4 0,0 0 0 16,0 0-1-16,0 0-4 0,0 0 4 0,0 0-5 15,0 0 5-15,0 0-4 0,0 0 4 0,0 0-1 16,0 0 1-16,0 0 4 0,0 0 0 0,0 0 1 16,0 0 3-16,0 0 1 0,0 0-5 0,0 0 4 15,0 0-12-15,0 0-1 0,0 0 0 16,0 0-8-16,0 0 16 0,0 0-15 0,0 0 11 16,0 0 19-16,0 0 7 0,0 0 27 0,0 0 8 15,0 0-4-15,0 0 3 0,19 0-1 0,-19 0 7 16,17 0-3-16,-17 8-5 0,21-8-3 0,-5 0-10 15,-2 0 0-15,3 0-1 0,-1 0 4 0,0 0-3 16,1 0 1-16,1 0-12 0,1 0-6 0,-2 0-7 16,1 0-5-16,-1 0 11 0,1 0-12 0,-2 0 2 15,-1 0-9-15,-3-14-8 0,0 14 7 0,-2 0-8 16,-1 0 2-16,-1-10-2 0,-2 10-3 0,0 0 1 16,-1-8-4-16,0 8 2 0,-1 0 4 15,-1-4-4-15,-1 4 3 0,1-2-4 0,-3 2-10 16,2-1 4-16,-2 1-4 0,2 0-13 0,-1 0-16 15,-1 0-41-15,0 0-43 0,0 0-46 0,0 0-22 16,0 0 8-16,0 0 1 0,0 0 30 0,0 0 20 16,0 0 14-16,0 0-1 0,0 0-26 0,0 0 22 15</inkml:trace>
  <inkml:trace contextRef="#ctx0" brushRef="#br0" timeOffset="-134757.33">4073 7098 244 0,'0'0'20'15,"-2"1"13"-15,0 0 18 0,2-1 12 0,0 0-15 16,0 0 7-16,0 0-5 0,0 0-6 0,0 0 5 16,0 0-25-16,17 0-3 0,-17 0 7 15,0 0 0-15,0-14 21 0,15 14-10 0,-15 0-1 0,14 0 15 16,-2-14 3-16,0 14 19 0,5 0 3 16,-3-8-9-16,2 8-19 0,3-9-12 0,1 4-13 15,3 0-11-15,-1 0 1 0,-1 0-6 0,3-2-2 16,-1 3-5-16,0-2-6 0,-3 2 3 0,-1 0-4 15,-3 1-62-15,-2 0-52 0,-1 2-70 0,-2 0-37 16,-1 1 31-16,-3 0 1 0,-3 0 40 0,-3 0 40 16</inkml:trace>
  <inkml:trace contextRef="#ctx0" brushRef="#br0" timeOffset="-128597.33">5296 6488 264 0,'2'-3'17'0,"1"1"2"16,-1 1 11-16,0-2 14 0,0 2-11 15,-2 1 12-15,0-3 4 0,0 2-5 0,0 1 3 0,0 0-10 16,0 0 8-16,0-1 7 0,0 1 7 16,0 0 16-16,0 0-16 0,0 0-11 0,0 0-6 15,0 0-12-15,0 0 4 0,0 0 0 0,0 0-5 16,0 0-14-16,0 0-5 0,0 0-5 0,0 0-5 16,0 0 8-16,0 0-9 0,0 0 0 0,0 0-8 15,0 0 0-15,0 0 3 0,0 0 1 0,0 0 3 16,-15 0-8-16,15 17 6 0,0-17-10 0,0 0 13 15,-16 18-5-15,16-18 3 0,-12 17 11 0,4-17-1 16,-1 21 1-16,1-10-4 0,0 1 3 0,-2 0-16 16,0-1 9-16,2 0-2 0,0 0-8 0,-3-1 8 15,1-1 6-15,2 1-9 0,-1-1 5 16,2 0 1-16,0 0-6 0,0-2 10 0,0 0-6 16,2 1-8-16,2-3 8 0,-1 1-7 0,2 0 7 15,-2-2 9-15,2-1-16 0,2 0 11 0,0 0-7 16,0-1 0-16,0-1 7 0,0 2-3 0,0-3-4 15,0 1-1-15,0-1 5 0,0 2-8 0,0-1 16 16,0-1-3-16,0 1-5 0,17-1 8 0,-17 1 0 16,14 0-8-16,-14 0 4 0,11 0-6 0,-11 0-9 15,16-1 20-15,-8 1-8 0,0 0 10 0,2-1-7 16,-3 0 0-16,3 0 5 0,3 0-4 16,-4 0 0-16,2 0-1 0,0 0-3 0,-1 0 3 15,1 0 17-15,0 0-12 0,-1-13 3 0,-1 13-7 16,1 0-9-16,-2 0 7 0,-1-11-3 0,-1 11-1 15,0 0 0-15,-1-7-1 0,-2 7 7 0,1 0-3 16,-2-5 7-16,-2 5-10 0,3-1 2 0,-3-1 2 16,2 0-47-16,-2 2-26 0,0 0-46 0,0-2-41 15,0 1 6-15,0 0 9 0,0 0 2 0,0 0-6 16,0 0 34-16</inkml:trace>
  <inkml:trace contextRef="#ctx0" brushRef="#br0" timeOffset="-128172.68">5298 6492 445 0,'0'-3'-4'0,"0"3"5"0,0 0-1 0,0-1 1 16,0 1 4-16,0 0-10 0,0 0 1 0,0 0 9 15,0 0 0-15,0 0 4 0,0 0-4 0,0 0-3 16,0 16-1-16,7-16 4 0,-7 14 1 16,0-14 0-16,5 18 4 0,-5-8 0 0,6 3 3 15,-4-1 1-15,2 1-4 0,-2 1 0 0,1 0 13 16,-1 0-5-16,1 1 3 0,-1-2 9 0,0 3-7 15,0-2 10-15,0 1 0 0,0-1-7 0,1 0-1 16,-1-1-4-16,-1 0-1 0,0 0 0 0,1-1-5 16,-1 0-9-16,1 0-1 0,0-1-4 0,-2-2 14 15,2 1 5-15,-1 0-15 0,1-3 0 0,-2 1 0 16,0-2-4-16,0 0 14 0,0-2-5 0,0 1-15 16,0-1 10-16,0-1-4 0,0-1-5 15,0 0-47-15,0 0-43 0,0 0-41 0,0-2-45 16,0 0-3-16,0 0 37 0</inkml:trace>
  <inkml:trace contextRef="#ctx0" brushRef="#br0" timeOffset="-127622.08">5575 6590 338 0,'4'-2'9'0,"-1"-2"11"15,-2 4 14-15,0-3 13 0,-1 1 5 0,0 0-5 16,0 1-2-16,0 1-17 0,0 0-6 0,0 0-5 16,0 0-8-16,0 0 10 0,0 0-5 0,0 0-9 15,0 0-5-15,0 0-10 0,0 0 10 0,0 0 10 16,-12 0-23-16,12 0 13 0,0 13-14 0,-10-13 3 15,10 0 16-15,-12 15-5 0,5-15-5 0,0 15 1 16,0-8 13-16,-1 2-14 0,1-1 14 0,0 2-13 16,0 0-9-16,-1-2 9 0,3 3-9 15,-1-2 13-15,2-1 8 0,1 0-3 0,1 1-9 16,1-2 4-16,1-1-5 0,0 1 10 0,0-1 7 16,0 0 7-16,0 0-5 0,0-1 10 0,21 0 6 15,-21-1-9-15,17 2 5 0,-17-2-6 0,22-1-9 16,-10 0-6-16,2-1 10 0,1-2-15 0,0 0 5 15,0 0 5-15,-1 0-14 0,2 0 4 0,-3 0 6 16,0 0-11-16,0 0 19 0,-3-16 1 0,0 16-11 16,-2 0 1-16,0-13-14 0,-3 13 14 0,1-10 25 15,0 10 18-15,-2-11 26 0,0 11 4 0,-1-11-3 16,-1 4-1-16,1 0-16 0,-1 0 13 0,3-1 1 16,-3-1 5-16,-2 0 22 0,0 1-10 15,0-1 1-15,0 1-2 0,0-2-27 0,0 2-17 16,0 0-18-16,-20 0-17 0,20 1-13 0,0-1 4 15,-17 2-14-15,17-1-18 0,-15 1-27 0,15 0-64 16,-18 1-69-16,8 1-75 0,0 0-37 0,-1 0 8 16,0 2 31-16,0 1 50 0,-5 1 69 0</inkml:trace>
  <inkml:trace contextRef="#ctx0" brushRef="#br0" timeOffset="-126176.58">5004 7016 160 0,'-2'0'10'0,"2"0"9"0,-3 1 2 16,1-1 14-16,0 0-1 0,-1 0-3 0,2 0 8 15,-2 0-12-15,2 0-1 0,-2 0 0 0,0 0-10 16,2 0 18-16,-1 0-6 0,0 0-8 0,-1 0 13 16,2 0-28-16,-1 0 1 0,0 0 12 15,1 0-22-15,-3 0 22 0,2 0-4 0,0 0-10 16,1 0 15-16,-3 0-14 0,2 0-5 0,0 11 9 16,0-11-14-16,-1 0 10 0,0 0 4 0,1 0-18 15,1 0 23-15,0 0-14 0,-1 0 5 0,1 6 20 16,0-6-19-16,1 0 31 0,0 0-9 0,-1 0-1 15,0 0 6-15,0 0-27 0,1 0 16 0,0 0-11 16,0 0 10-16,0 0-5 0,0 0-10 0,0 0 5 16,0 0-1-16,0 0 1 0,0 0-6 0,0 0 0 15,0 0-9-15,0 0 9 0,0 0-5 16,0 0 5-16,0 0-5 0,0 0-5 0,0 0 20 0,0 0-20 16,0 0 9-16,0 0-4 0,0 0-10 15,0 0 0-15,0 0 6 0,0 0 15 0,0 0 10 16,0 0 39-16,0 0 14 0,17 0 21 0,-17 0 6 15,0 0-15-15,15 0-7 0,-15 0-25 0,15 0-6 16,-15 0-14-16,19 0-9 0,-8 0-7 0,0 0-9 16,1 0-1-16,1 0 0 0,-4 0 0 0,0 0 4 15,2 0-5-15,-3 0-1 0,2 0 9 0,0 0 3 16,0 0 5-16,-1 0-5 0,4 0-2 0,-3 0 1 16,2 0 5-16,1 0 3 0,-2-10-1 0,3 10-9 15,-3 0-5-15,2-8 4 0,1 8-5 0,0-4-2 16,3 1 0-16,-4-2-7 0,2 2-7 15,-2 0 4-15,4-2-1 0,-4 2 2 0,3-1 5 16,-2 1-2-16,0-1 0 0,-2 1-1 0,1 0 1 0,-1 1 0 16,-1 0-1-16,-1 0-2 0,1-1 0 15,0 1 1-15,0 0-3 0,-1 0 6 0,1 0-2 16,-1 0 2-16,0 0 1 0,0-1-5 0,2 1 3 16,-3-1 1-16,0 3-1 0,0-1-2 0,0 0-2 15,1-2 2-15,-1 3 4 0,0-3 1 0,-1 2 3 16,2-2-9-16,0 2-1 0,0-3 2 0,1 2-2 15,1-2 5-15,1 1 4 0,-1 1-5 0,2-1 5 16,-1 0-3-16,2 0-4 0,-2-1 0 0,3 2-2 16,-4 0 2-16,1-1 0 0,-1 0 0 0,1 0 0 15,-2 0 2-15,1 1-3 0,0 0 1 16,-3 0-4-16,1 0 1 0,-2 0 0 0,2 2 4 0,-2-1 0 16,-1 1-2-16,-2 0 0 0,4 0 1 15,-3 0 0-15,-2 0 0 0,0 0 2 0,-2 0 0 16,3 0 0-16,0 0 3 0,0 0 1 0,-3 0-3 15,2 0-1-15,-1 0-3 0,3 0 1 0,-1 0 2 16,-2 0-1-16,0 0 2 0,-2 0 4 0,1 0-5 16,0 0 2-16,-2 0-6 0,0 0-1 0,0 0 6 15,0 0-2-15,0 0 4 0,0 0-2 16,1 0-5-16,0 0 3 0,-1 0-6 0,1 0-24 0,-1 0-39 16,0 0-55-16,0 0-75 0,0 0-41 15,0 0-34-15,0 0 5 0,0 0-2 0,0 0 53 0,0 0 76 16</inkml:trace>
  <inkml:trace contextRef="#ctx0" brushRef="#br0" timeOffset="-122311.74">5305 7208 391 0,'2'-1'11'0,"1"1"10"0,-1-1 15 0,-2 1 10 16,0-3-1-16,0 3 8 0,0 0 4 0,0 0 17 16,0-1 13-16,0-1-8 0,0 2 10 0,0-1 9 15,0 1-7-15,0 0 15 0,0 0-7 0,0 0-19 16,0 0 5-16,0-1-5 0,0 1-2 0,0 0-1 15,0 0-10-15,0 0-14 0,0 0-5 0,0 0-9 16,0 0-5-16,0 0-9 0,0 0-12 0,0 0-14 16,0 0-2-16,0 0-2 0,0 0 3 0,0 0-4 15,0 0-1-15,0 0-3 0,0 0-3 0,0 0 8 16,0 0-7-16,0 0 8 0,0 0-3 0,0 14 2 16,-16-14 4-16,16 0-3 0,0 19 5 0,-13-19-5 15,13 15 1-15,-12-5 2 0,12 1 2 16,-13 0-1-16,13 1 3 0,-14 0-1 0,7 1-7 15,0 0 6-15,0 2-3 0,-2 0 6 0,3 2-5 16,1-2 5-16,-2 0-6 0,4 2 1 0,-4-3 0 16,5 2-2-16,-1 0 2 0,1-1-5 0,0 1 9 15,0-4-7-15,2 2 6 0,0-3-6 0,0 2-4 16,0-3 2-16,0-1-2 0,0-3 0 0,22 2 2 16,-22-3 4-16,16-1 1 0,-16-2 3 0,21 1 2 15,-9-1-4-15,4-2-7 0,-2 0 6 0,2 0 0 16,0 0 0-16,2 0 6 0,0 0-1 15,-3 0-3-15,2 0 4 0,-3-19-2 0,0 19 0 16,-1 0-2-16,-3-14 0 0,-2 14 5 0,1-11 2 16,-3 11-1-16,-1-12 0 0,-1 5-4 0,-2 1-2 15,0 1 3-15,0-3 3 0,0 2 4 0,-1-1-4 16,-1 0-2-16,0 2-9 0,0-3 3 0,0 2-2 16,0 0-2-16,0-1 10 0,0 2-11 0,-19-2 2 15,19 3-2-15,0-2-6 0,-21 1 0 0,21 2 5 16,-15 0 1-16,15 1 1 0,-16 0-2 0,7 0-4 15,1 2-2-15,-1 0 1 0,1 0 7 0,-1 0 3 16,2 0 3-16,-3 0 1 0,1 15 0 0,1-15-4 16,0 0 0-16,1 16-2 0,-1-16 1 0,2 10 1 15,1-10 2-15,-1 12-11 0,2-12-46 16,-1 13-33-16,3-7-55 0,-1 0-45 0,1 1-11 16,0-2-19-16,-1 1 22 0,1 0 26 0,1-1 15 15,1-1-3-15,0 2 31 0</inkml:trace>
  <inkml:trace contextRef="#ctx0" brushRef="#br0" timeOffset="-121782.16">5688 7189 492 0,'3'0'0'0,"-1"-1"5"0,0 1 1 16,-1 0-10-16,0 0 5 0,-1 0-6 0,0 0 1 15,0 0 8-15,0 0-8 0,0 0-1 0,0 0 6 16,0 0 4-16,0 15 4 0,0-15-3 0,0 0-1 15,0 15-13-15,0-15-4 0,0 17 4 16,0-10 0-16,-14 2 17 0,14 1-8 0,0 0 5 16,0 0-1-16,-9-1-4 0,9 1 8 0,0 0-4 15,-8 0 0-15,8 1-12 0,-6-2 11 0,3 0-11 16,1 0-1-16,-3 0 8 0,4 0-8 0,-1 0 13 16,0-3-1-16,0 2 0 0,1-1 1 0,0-2-5 15,0 3 5-15,1-3-9 0,-1 0 13 0,1-1 4 16,0-1-4-16,0 1 17 0,0-1-12 0,0-1 4 15,0 0 23-15,0-1-4 0,0 0 6 0,0 0 15 16,0 1-17-16,0-2 15 0,16 0 0 0,-16 0-19 16,0 0-7-16,9 1-15 0,-9-1-5 0,12 0-1 15,-3 0-4-15,-1 0-14 0,0 0 4 16,1 0 5-16,-1 0 4 0,2 0 14 0,-1 0-17 16,1 0 3-16,-3 0-3 0,0 0 0 0,-1 0 8 15,0-11-13-15,1 11-30 0,-2 0-20 0,-1 0-32 16,-1 0-15-16,0 0-2 0,-1-7-3 0,0 7-16 15,-1 0-37-15,-1-6 31 0</inkml:trace>
  <inkml:trace contextRef="#ctx0" brushRef="#br0" timeOffset="-121448.95">5721 7233 455 0,'0'-2'10'16,"0"-1"10"-16,0 2 0 0,0-1 6 0,0 0-6 15,0 0-10-15,0 2-5 0,0 0 5 0,0 0 0 16,0 0 4-16,0 0 9 0,0 0 1 0,0 0 12 16,0 0 23-16,0 0 6 0,12 19 5 0,-12-19-12 15,0 14-32-15,0-14 3 0,14 21-10 0,-14-7 9 16,7 0 27-16,-2 1-6 0,0 3 4 15,-1-1 2-15,1 2-12 0,0 2 5 0,-2-1-7 16,1 1-11-16,-1-2-10 0,1 3-15 0,1-4 5 16,-2 0-6-16,4 0 4 0,-4-2 1 0,1-1-5 15,0-1 8-15,1-2-10 0,-2-2 11 0,0 0-32 16,0 0-56-16,2-2-76 0,-3-2-69 0,0-1-14 16,-1 0-2-16,1-3 16 0,-2-2 60 0</inkml:trace>
  <inkml:trace contextRef="#ctx0" brushRef="#br0" timeOffset="-119940.73">6314 6817 461 0,'0'2'17'0,"0"-1"5"0,0 0 18 0,0 0 13 16,0-1 2-16,0 0 21 0,0 0-6 0,0 0 1 15,9 0-5-15,-9 0-12 0,0 0 8 0,0 0 3 16,0 0-2-16,0 0-2 0,0 0-13 0,0 0 1 16,0 0-1-16,0 0-16 0,0 0 3 0,0 0-15 15,0 0 0-15,0 0 8 0,0 0-3 0,0 0-4 16,0 0-4-16,3 0-10 0,-3 0-2 0,2 0 5 16,2 0 4-16,-3 0 13 0,0 0 11 0,3 0-2 15,0 12-4-15,1-12-3 0,0 10-5 0,1-10-1 16,2 13-6-16,1-7-2 0,-1 1-1 15,2 1-1-15,-1 0 0 0,0-1-2 0,0 3-6 0,2-3 4 16,-2 3 1-16,0-3-4 0,2 2 4 0,-2-1-5 16,-1-2 2-16,0 2 0 0,0-2-4 15,-2-1-3-15,2 0 1 0,-3-1-7 0,1 1-34 16,-3-1-52-16,0-1-69 0,-1 0-57 0,0-1-29 16,-1 1-6-16,0-3 30 0,0 1 20 0,-1-1-2 15,0 0 59-15</inkml:trace>
  <inkml:trace contextRef="#ctx0" brushRef="#br0" timeOffset="-119672.2">6505 6767 405 0,'0'0'13'0,"0"0"9"0,0 0 10 0,0 0 4 15,0 0 1-15,-18 0-1 0,18 0-9 0,-13 17 7 16,13-17-21-16,-14 0 6 0,14 18-1 0,-16-18-23 16,8 17 14-16,1-8-23 0,-2 2 9 0,2 0 9 15,-2 2-8-15,1 1 12 0,-1 1-8 0,1 2 0 16,-1-4 10-16,2 4-4 0,-2 0 5 0,3-2-5 16,-1 1 0-16,0 0-12 0,1-1-10 0,1 1-18 15,0-5-37-15,2 1-20 0,1-1-45 0,0-4-8 16,2 1 30-16</inkml:trace>
  <inkml:trace contextRef="#ctx0" brushRef="#br0" timeOffset="-118741.41">6986 6522 281 0,'0'0'-5'0,"-20"16"9"0,20-16-4 0,0 0 0 16,-22 14 0-16,22-14-3 0,-17 17 1 0,17-7-4 15,-19 1 7-15,9 2 5 0,1 1 3 16,-2 1 8-16,0 0-2 0,2 1-8 0,0-1 13 0,0 3-8 16,2 0 4-16,1 1 7 0,-1 0 0 15,2 0 12-15,1 0 5 0,2 0-1 0,-1 1-3 16,3-3 8-16,0 2 1 0,0-1 2 0,0-1 23 16,0 0-7-16,0-2-4 0,0-1-5 0,0 0-16 15,24 0-1-15,-24 0-5 0,0-2 0 0,18 0-10 16,-18 0-17-16,19-1-2 0,-19-1 0 0,18 0-1 15,-10-2 10-15,2-3 4 0,0 1-46 0,0-2-45 16,-2 0-35-16,0-2-35 0,0-1 31 0,-1 0 8 16,0-1 14-16,-1 0-5 0,0 1-41 0,2-1 31 15</inkml:trace>
  <inkml:trace contextRef="#ctx0" brushRef="#br0" timeOffset="-117884.61">7051 6858 439 0,'0'2'13'16,"0"0"15"-16,0-1 30 0,0 0 31 0,0-1 42 15,0 0 43-15,0 0 13 0,0 0 18 0,0 0-19 16,0 0-30-16,0 0-16 0,0 0-30 0,0 0-30 15,0 0-15-15,0 0-29 0,0 0-16 0,0 0-10 16,0 0-2-16,0 0-1 0,0 0 0 0,0 0-2 16,0 0 0-16,0 0-7 0,0 0-3 15,0 0-1-15,0 0-1 0,8 0 4 0,-8 0-1 16,8 0 7-16,-2 0-7 0,1 0 4 0,0 0 3 16,2 0-2-16,1 0 0 0,0 0-1 0,0 0-1 15,3 0-4-15,-2 0 4 0,0 0-12 0,0 0-21 16,-2 0-13-16,0 0-29 0,1 0-26 15,-1 0-35-15,-2 0-54 0,0 0-55 0,-1 0-23 0,0 0 2 16,-1-16-8-16,0 16 66 0,-2 0 59 0</inkml:trace>
  <inkml:trace contextRef="#ctx0" brushRef="#br0" timeOffset="-117501.48">7375 6658 733 0,'4'-1'26'0,"-2"0"20"15,-1 1 19-15,-1-2 15 0,0 2-21 0,0-1-26 16,1 1-27-16,-1 0-15 0,0 0-6 0,0 0 1 16,0 0 9-16,0 0 5 0,0 0 9 0,0 0 9 15,0 18 1-15,0-18-14 0,0 16-1 0,0-16-8 16,0 23 8-16,0-8 10 0,0 2-8 0,14-1 9 16,-14 3 0-16,0 0 13 0,0 2 1 0,0-2-4 15,6 1-14-15,-6-2-16 0,0-1 4 0,0-2 3 16,5-1 13-16,-5-2 4 0,3-4-6 15,0 1 1-15,-1-2-8 0,0-3-23 0,0 1-55 16,0-1-57-16,-1 0-49 0,0-3-18 0,0 0 10 16,1-1-4-16,-2 0 50 0</inkml:trace>
  <inkml:trace contextRef="#ctx0" brushRef="#br0" timeOffset="-116904.14">7660 6590 582 0,'0'-2'27'0,"0"-1"27"16,0 2 36-16,0-1 6 0,0-1-8 0,0 1-17 15,0 1-41-15,0 0-5 0,0 0-11 0,0 1-11 16,0 0-8-16,0 0 4 0,0 0-6 0,0 0-2 16,0 0 12-16,-18 0 0 0,18 17-8 0,0-17 4 15,-12 13 5-15,12-13-9 0,-11 22 0 16,11-11 5-16,-10 2-19 0,5 0 23 0,0 1-6 0,0 1 10 16,-1 0 6-16,-1 1-18 0,2 1 5 0,1 0-8 15,0-1 8-15,2 0 9 0,1 1 9 16,1-1-4-16,0-1 1 0,0 0 4 0,0-2 0 15,0 0 0-15,0-1 1 0,24-2-5 0,-24 0 4 16,0-2 3-16,18-1 3 0,-18 0-7 0,0-4-6 16,20 2 1-16,-20-1-9 0,18-2 4 0,-8-1 1 15,3-1-10-15,0 0 11 0,2 0-13 0,-3 0 2 16,1 0 2-16,-2 0 3 0,1 0 9 0,0-20-3 16,-3 20 0-16,0 0-7 0,-1-17-11 0,1 17 5 15,-3-11 1-15,-1 11 7 0,-1 0 27 0,-1-12 10 16,-1 12 20-16,-1 0 8 0,0-8-5 0,-1 8-10 15,0-4-16-15,0 0-11 0,0 1-11 16,0-1-8-16,0 0-6 0,-17 0-2 0,17 0-5 16,0-3 7-16,-15 1-1 0,15 1 0 0,-15-1 0 15,15-1 3-15,-16 1-11 0,8 1 0 0,-1 1 4 16,2 0-9-16,-1 1 1 0,0 0-1 0,2 2-7 16,0-1-1-16,-2 2-23 0,-1 0-37 0,0 0-43 15,-1 0-44-15,0 0-16 0,3 21 1 0,-1-21 14 16,0 14 13-16,0-14 23 0,1 14 8 0,2-14-8 15,0 14 10-15,0-14 26 0</inkml:trace>
  <inkml:trace contextRef="#ctx0" brushRef="#br0" timeOffset="-116209.78">7858 6470 462 0,'-2'0'5'0,"0"0"10"0,0 12 1 0,1-12 3 16,0 0-4-16,1 0-6 0,0 0-4 15,0 0-1-15,0 0 1 0,0 0-14 0,0 0 23 16,0 0 9-16,0 0 10 0,0 0 41 0,0 0 10 16,15 0 15-16,-15 0 6 0,0 0-14 0,21 0-2 15,-11 17-16-15,1-17-3 0,1 0-14 0,1 17-7 16,0-17 4-16,2 13 0 0,-1-4 1 0,0-2-15 15,0 1-9-15,0 2-8 0,-1 1-1 0,1-1 3 16,-1 0-9-16,-2 0-2 0,-1 3-8 0,2-1-1 16,-2 2 1-16,0 0-5 0,0-1 5 15,-1 2-5-15,-2 1 2 0,-2 1 0 0,2-2 3 16,-2 2 1-16,-3-1-4 0,-1 0 0 0,-1-1-2 16,0 2 4-16,0-3-3 0,0 1 6 0,0 0 0 15,-22 0-6-15,22 0 2 0,-16 0 1 0,16 0 0 16,-21 1 3-16,21-1 2 0,-21 0-11 0,11 0 0 15,1-1-4-15,-2-1 7 0,4-1 6 0,-1 0 1 16,0-3 0-16,2 1-10 0,-1-4 1 0,4-1 3 16,-1-1 3-16,1 1 3 0,1-3-3 0,0 1-35 15,0-2-51-15,2-1-74 0,-2 0-98 0,2 0-31 16,0 0 11-16,0 0-20 0,0 0 85 0,0 0 60 16</inkml:trace>
  <inkml:trace contextRef="#ctx0" brushRef="#br0" timeOffset="-115664.58">8355 6773 673 0,'0'1'36'0,"0"0"74"0,0 0 59 16,0-1 69-16,0 0 16 0,0 0-52 0,0 0-41 15,0 0-55-15,0 0-47 0,0 0-15 0,0 0-16 16,0 0-15-16,0 0-1 0,0 0-13 0,0 0 3 15,20 0-3-15,-20 0-4 0,13 0 6 0,-13 0-4 16,19 0 8-16,-7 0 5 0,-1 0-3 0,2 0 2 16,3 0 1-16,-4 0-4 0,0 0 3 0,3 0 6 15,-4 0-2-15,2 0 0 0,0 0 0 0,-1 0-9 16,-3 0-1-16,-1 0-1 0,0 0 4 0,-1-13-7 16,0 13-32-16,-2 0-34 0,0 0-43 15,-2 0-56-15,1-6-56 0,-1 6-56 0,1 0-19 16,-1-6 22-16,-3 4 14 0,2 0 51 0,-1-1 59 15</inkml:trace>
  <inkml:trace contextRef="#ctx0" brushRef="#br0" timeOffset="-115397.02">8383 6935 380 0,'0'1'0'16,"0"-1"7"-16,19 0 17 0,-19 0 7 0,0 0 4 16,20 0 13-16,-20 0 5 0,16 0 0 0,-16 0 10 15,12 0 4-15,-12 0-23 0,16-14 10 0,-8 14 0 16,1 0 1-16,2 0 1 0,-2 0-7 0,1 0-14 16,2-6-16-16,-2 6-4 0,-1 0-10 0,-1 0 3 15,0-5-4-15,-1 5 2 0,0-1-1 0,1 0-5 16,0 1-13-16,-1-3-47 0,0 1-48 0,2 1-47 15,-2-1-26-15,2-1-9 0,-2 1 7 0,1-1 47 16</inkml:trace>
  <inkml:trace contextRef="#ctx0" brushRef="#br0" timeOffset="-105684.72">9092 6873 359 0,'0'0'0'16,"0"0"5"-16,0 0 11 0,0 0 10 0,0 0 10 16,0 0 4-16,0 0 3 0,0 0 9 0,0 0-5 15,0 0 7-15,0 0-2 0,0 0 8 0,0 0 2 16,0 0-3-16,0 0-16 0,0 0-11 0,0 0-11 15,0 0-10-15,0 0 10 0,0 0-16 0,0 0 6 16,0 0 2-16,0 0-12 0,-12 0 12 0,12 0-4 16,0 0-13-16,0 0 23 0,0 0-9 0,0 0-1 15,0 0 4-15,-6 0-8 0,6 0-4 0,0 0-5 16,0 0 6-16,0 0-7 0,0 0-5 0,0 0 5 16,0 0-5-16,-3 0 5 0,3 0 10 0,0 0 0 15,0 0-1-15,0 0 0 0,0 0-9 16,0 0 1-16,0 0 5 0,0 0-10 0,0 0 9 15,0 0 9-15,0 0-6 0,0 0 2 0,0 0-5 16,-14 0-9-16,14 0-9 0,0 0 13 0,0 0 0 16,0 0 0-16,-6 0 13 0,6 0-3 0,-4 0-5 15,4 0 14-15,-4 0-14 0,2 0-5 0,-2 0 10 16,2 0-14-16,0 0 4 0,0 0 0 0,1 0-5 16,-2 0 15-16,1 0-1 0,2 0 0 0,-2 0 6 15,-1 0-20-15,1 0 6 0,2 0 4 0,-3 0-14 16,1 0 14-16,0 0-5 0,0 0 1 0,-1 0 13 15,2 0-5-15,0 0 15 0,-1 0-10 0,1 0-3 16,-1 0 9-16,1 0-11 0,1 0 6 16,0 0 0-16,-1 0-5 0,1 0 5 0,0 0-1 15,0 0-1-15,0 0-4 0,0 0 1 0,0 0 0 16,0 0 1-16,0 0 3 0,0 0-1 0,0 0 6 16,0 0 14-16,0 0 12 0,0 0 4 0,0 0 1 15,0 0-10-15,0 0-8 0,0 0-10 0,0 0-4 16,0 0-1-16,0 0-7 0,0 0 0 0,0 0 7 15,0 0-2-15,0 0 5 0,0 0 11 0,0 0 1 16,0 0 12-16,0 0 7 0,14 0 9 0,-14 0-4 16,0 0-10-16,12 0-11 0,-12 0-10 0,12 0-7 15,-3 0 3-15,-1 0 2 0,1 0-5 16,2 9 4-16,-1-9-7 0,0 0-2 0,1 0 5 16,1 0-4-16,0 6-1 0,-1-6-2 0,0 0-2 15,0 0-1-15,0 3 5 0,-1-2-4 0,1 0 5 16,-3 1-1-16,1-1-3 0,-1 1 8 0,1-1-8 15,-1 1 5-15,-1 0-1 0,1-1 1 0,0 1 1 16,-1-1-3-16,-1 1-3 0,1-2-1 0,-4 1-3 16,1-1 1-16,1 1 2 0,-4-1-4 0,1 2 8 15,-2-2-3-15,2 0-4 0,-2 0 7 0,1 0-2 16,0 0-1-16,-1 0 3 0,0 0-24 0,0 0-48 16,0 0-75-16,0 0-106 0,0 0-101 0,0 0-31 15,0 0-28-15,0-14 105 0</inkml:trace>
  <inkml:trace contextRef="#ctx0" brushRef="#br0" timeOffset="-105097.22">9549 6684 424 0,'0'-2'5'0,"0"-2"24"0,0 3 19 0,0-2 24 0,0-1 22 15,0 1 4-15,0 1-19 0,0-1-9 16,0 0-17-16,0-2-21 0,0 3 19 0,0-1-6 16,0 0 3-16,0 0-9 0,0 1 4 0,0-1 10 15,0 3-13-15,0 0 16 0,0 0-20 0,0 0-4 16,0 0 7-16,0 0-7 0,0 0-3 0,0 0-15 15,0 0-7-15,0 0-12 0,0 0 1 0,0 0-2 16,0 0 6-16,0 16 6 0,0-16 0 0,0 13 3 16,0-13-6-16,0 18 6 0,0-6-1 0,0 4 3 15,0-1 2-15,0 3-4 0,0 1 0 0,0 1 3 16,0 0 9-16,0 0 13 0,0 1 7 0,0 0-2 16,0-3 0-16,0 0-6 0,9-1-1 0,-9-2-1 15,0-1-9-15,7 1-2 0,-7-4-5 16,0 0-8-16,4-1 3 0,-2 0-11 0,-1-1 2 15,0 0 6-15,0-1-5 0,1-1 2 0,-1-3 2 16,0 2-2-16,0-1 2 0,0-2-5 0,0 0-42 16,0-2-43-16,-1 1-67 0,0-2-64 0,1 1-41 15,-1-1-9-15,0 0 19 0,2 0-13 0,0 0 50 16,-1 0 51-16</inkml:trace>
  <inkml:trace contextRef="#ctx0" brushRef="#br0" timeOffset="-104557.2">9848 6687 362 0,'6'-5'9'0,"1"0"7"0,-2 2 5 15,2-3 27-15,-3 3-8 0,0-1-1 0,-1-1 13 16,0 1-19-16,0 0 6 0,-1 1 16 0,-1 0-7 15,-1 1 2-15,2 0 24 0,-2 1-20 0,0 0 23 16,0 1-2-16,0 0-17 0,0 0 4 0,0 0-40 16,0 0-6-16,0 0-21 0,-16 0 0 0,16 0 8 15,-14 20-8-15,14-20 5 0,-20 14-2 16,8-14-1-16,0 20-6 0,-1-10 17 0,1 1-9 16,1 1-4-16,-2-1 9 0,4 0-17 0,2 1 10 15,1-1 2-15,-1 0 1 0,3 2 1 0,1-2-3 16,0 1-1-16,1 0 2 0,2 0 12 0,0-1 5 15,0 1 14-15,0-1 11 0,0 1-3 0,0-4 3 16,23 2-9-16,-23-3-5 0,20 1-9 0,-20-1-5 16,29-2 1-16,-11-1-13 0,3-2 6 0,0 1 1 15,2-3-9-15,1 0 9 0,1 0-7 0,0 0 5 16,-2 0-3-16,0-18 1 0,-3 18 8 0,-1 0-8 16,-2-18 6-16,0 18-8 0,-2-15 8 0,-5 15-4 15,1-15 15-15,-2 5 24 0,-1 1 3 16,-2 1 11-16,-2-1-4 0,-2 1-8 0,-2-2-7 15,1 1-3-15,-1-1-6 0,0-1-10 0,0 0 0 16,-19-2-3-16,19 0-6 0,-21-1-7 0,21 0-6 16,-28 0-1-16,13 0 6 0,-2 0-3 0,1 0-1 15,-2 2 0-15,5 1-6 0,-2 2 6 0,4 0-18 16,0 2-27-16,3 1-28 0,1 1-33 0,2 4-51 16,2-3-37-16,2 3-44 0,-2 0-21 0,2-1 18 15,1 2 28-15,0 0 18 0,0 0 56 0</inkml:trace>
  <inkml:trace contextRef="#ctx0" brushRef="#br0" timeOffset="-103836.35">10524 6471 550 0,'9'-5'15'0,"-2"2"15"0,-2-1 58 0,-3 1 29 16,1-1 37-16,-1 3 15 0,-2 0-29 16,0 1-32-16,0 0-49 0,0 0-35 0,0 0-26 15,0 0-4-15,0 0 4 0,0 21 10 0,-15-21-1 16,15 22 7-16,0-7-9 0,-15 1-5 0,15 3-3 15,-14 3 0-15,6 1 1 0,0 2 5 0,-4 3 4 16,3-1 0-16,1 1-7 0,-3-1 1 0,4-1-6 16,-2-2 4-16,2-4 5 0,-1 1 0 0,2-6 0 15,2-1-8-15,0-3 6 0,1-2-4 0,-1-1-1 16,4-2 8-16,-2-1-4 0,1-2 11 0,1-1-5 16,0-1 8-16,-1 0 1 0,1-1-14 15,0 0 8-15,0 0-46 0,0 0-32 0,0 0-28 16,0 0-21-16,0 0 19 0,0-15 25 0,0 15 37 15,0-13 24-15,0 13 5 0,0-17 6 0,0 7-4 16,0-2-5-16,15 0 14 0,-15-3-5 0,0 2 1 16,16-2 9-16,-16 0 6 0,12-1 21 0,-12 1 9 15,13 0 14-15,-13 0 3 0,13 0 14 0,-7 1-8 16,0 0 1-16,-1 0 8 0,3 0-7 0,-3 0 35 16,0 2 2-16,-1-1 2 0,0-1 6 0,-1 1-22 15,1 2-16-15,0 0-22 0,-2-1-22 0,-1 3-18 16,-1 0-6-16,2 2-9 0,-2 2-3 15,0 1 3-15,0 2-9 0,0 1 4 0,0 1-8 16,0 0-3-16,0 0 1 0,0 0 5 0,0 0 2 16,2 0 6-16,-2 16 5 0,3-16-2 0,0 14 1 0,1-14 0 15,2 21 0-15,3-10 3 0,0 4 0 16,0 0-4-16,4 2-4 0,-1 1 3 0,2 1 4 16,0 1 0-16,0 1 4 0,2-2-9 0,-2-2 4 15,1 1 4-15,-1-2 6 0,-1-2 7 0,-2-1-1 16,0-3 1-16,-1-1-3 0,-1-2-3 0,-1 0-2 15,0-2-4-15,-3 0-2 0,-1-2 0 0,0-1-13 16,-1 0-34-16,-1 0-55 0,0-2-45 0,0 1-59 16,-2-1-45-16,3 1-22 0,-3 0-8 15,0-1 41-15,2 2 56 0,-2-2 55 0,0 3 35 16,0-3-6-16,0 1-37 0,0-1 15 0,0 0 20 16</inkml:trace>
  <inkml:trace contextRef="#ctx0" brushRef="#br0" timeOffset="-103481.14">10438 6784 522 0,'-9'0'23'15,"0"0"14"-15,3 0 28 0,-2 0 31 0,2 0-2 16,2 0 7-16,0 0-13 0,2 0-14 0,0 0-10 16,1 0-9-16,1 0-1 0,0 0 1 0,0 0 20 15,0 0 10-15,0 0 9 0,0 0 12 0,0 0-9 16,0 0-11-16,0 0-10 0,0 0-15 0,0 0-10 16,0 0-3-16,17 0 4 0,-17 0 3 0,14 0 3 15,-14 0 4-15,23 0-7 0,-6 0-6 16,0-19-9-16,5 19-5 0,2-14-7 0,-1 14-4 0,2-18-2 15,-1 18-9-15,1-19-3 0,-4 11-1 0,1 1-7 16,-3-1 0-16,-3-1 3 0,0 3-12 16,-4 0-33-16,1 1-76 0,-3 1-138 0,-2-1-176 15,-1 2-90-15,1 0-19 0,-3 1 135 0</inkml:trace>
  <inkml:trace contextRef="#ctx0" brushRef="#br0" timeOffset="-103357.45">11137 6670 953 0,'5'12'-75'0,"-3"-12"-47"15,3 0-51-15,-5 5-65 0,3-5 74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1:48:33.5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2811 8867 201 0,'3'-2'5'0,"-1"0"7"16,1 0 14-16,-1 0 2 0,-1 1 0 0,1 0-2 15,-1-2-1-15,1 2-10 0,-1 1 2 0,0-1 29 16,0 1-13-16,1-2 8 0,-1 1-7 0,1-1-34 15,0 1 5-15,0-1 4 0,1 1 6 0,-2 0 8 16,0-1 1-16,1 0 11 0,-2 1 12 0,2-1 93 16,-2 1-12-16,2-2-7 0,-2 1-23 0,1-1-101 15,-1 1 12-15,1 0-4 0,-1 0 19 0,1 1 0 16,-1-2 0-16,1 2-3 0,-1 0-4 0,1-1 11 16,-1 1 17-16,0-1 11 0,0 0-1 0,0-1-9 15,0 2-21-15,0-2-12 0,0 2-8 16,0-1-1-16,0-1 1 0,0 1-7 0,0 2 4 15,0-2-1-15,0-1-8 0,0 1 9 0,0 2-1 16,0-3-8-16,0 0 12 0,0 2-7 0,0-1-3 16,0 1 12-16,0 1-11 0,0 0 8 0,0-2 0 15,0 2-2-15,0 0 4 0,0 0-2 0,0 0 0 16,0 0 3-16,0 0 0 0,0 0-4 0,0 0-4 16,0 0-8-16,0 0-5 0,0 0 8 0,0 0-7 15,0 0 8-15,0 14-1 0,0-14-1 0,0 0 14 16,0 17-11-16,0-17 11 0,-14 20-2 15,14-9-13-15,0 1 9 0,-9 2-6 0,9 1 4 16,0 1 3-16,-7-1-11 0,7 3 4 0,-6-1 2 0,2 2 4 16,1-1 8-16,-1 3-2 0,1-3-8 15,0 3-2-15,-1-1 2 0,2-1 1 0,-2 2 2 16,3-2 7-16,-1 1-8 0,-1-2-7 0,3 0 5 16,0-3-7-16,0 0 7 0,0-1 9 0,0-2 0 15,0-1-3-15,0-2 4 0,0-1 3 0,0 1-2 16,20-2 9-16,-20 0-15 0,0-3 10 0,13 1-3 15,-13 0-1-15,0 0 19 0,15-2-13 0,-15 1-3 16,16-3-1-16,-9 1-5 0,1 2-4 16,0-4 6-16,2 1 0 0,-1-1-1 0,0 2-3 0,-1-2-3 15,2 0 4-15,0 0-5 0,-3 0 3 16,5 0 2-16,-3 0-7 0,1-17-7 0,1 17-15 0,-1 0-43 16,0-18-51-16,1 18-68 0,-1-17-61 15,0 17-10-15,1-18 18 0,-1 8 11 0,0-1 48 16,-1 1 52-16</inkml:trace>
  <inkml:trace contextRef="#ctx0" brushRef="#br0" timeOffset="284.7">2906 8515 1845 0,'0'0'1'0,"9"0"0"15,-9 0-1-15,0 0-3 0,0 0-10 16,0 0-14-16,0 0-22 0,0 0-39 0,0 0-67 0,0 0-55 15,0 0-56-15,0 0-1 0,0 0 9 16,0 0 33-16,0 0 78 0</inkml:trace>
  <inkml:trace contextRef="#ctx0" brushRef="#br0" timeOffset="1225.45">3392 9097 471 0,'2'0'-3'0,"1"0"5"15,-2 0 17-15,1 0 9 0,-2 0 21 0,2 0 0 16,0 0 2-16,-2 0-13 0,0 0-3 0,0 0 7 15,0 0-6-15,0 0 21 0,0 0-12 0,0 0-4 16,0 0-7-16,0 0-18 0,0 0-2 0,0 0-19 16,0 0-4-16,0 0 13 0,0 0-9 0,0 0 1 15,0 0 8-15,-15 18 5 0,15-18-4 16,0 16 4-16,-11-6-9 0,11 0-14 0,-15 3 11 16,6-2 7-16,-1 3-2 0,0-2-1 0,0 1-5 15,1 0 5-15,-3-1-4 0,4 0 4 0,1 0 4 16,0-1 1-16,1-2 0 0,1-2 4 0,3 0-10 15,-1-1-8-15,2-1 13 0,0 1-9 0,-1-3 5 16,2 0 13-16,0 1-8 0,0-1-6 0,0-1 15 16,0 0-9-16,0 1 3 0,0-1 2 0,0 0-15 15,0 0 9-15,0 0-3 0,14 0 13 0,-14 0 4 16,0 0-5-16,13 1 1 0,-13-1-5 16,9-1 5-16,-9 1-14 0,15-1 8 0,-5 0 1 0,-3 0 0 15,3 0 8-15,1-1-5 0,-2 0-9 16,0 0 1-16,1 0 0 0,-1 0-4 0,-1 0 7 15,2 0-17-15,-3 0 8 0,-1 0-3 0,2 0-4 16,-2 0 18-16,1 0-15 0,-3 0 8 0,1 0 1 16,-3 0 1-16,1 0-1 0,1 0 2 0,-4 0-2 15,3 0-7-15,-3 0-11 0,0 0-52 0,0 0-55 16,0 0-44-16,2 0-18 0,-2 0 27 0,0 0 12 16,0 0-10-16,0 0 33 0</inkml:trace>
  <inkml:trace contextRef="#ctx0" brushRef="#br0" timeOffset="1568.18">3462 9092 477 0,'0'-2'5'0,"0"0"22"15,0 1 13-15,0 0 4 0,0 1-5 0,0 0-16 16,0 0-19-16,0 0-8 0,0 0-5 0,0 0 1 15,0 0 3-15,0 0 10 0,0 0 3 0,0 0-8 16,0 17 13-16,0-17 12 0,15 14 10 0,-15-5-1 16,0 3 3-16,0 1-5 0,0 3 0 0,0 0 26 15,0 3-5-15,0 1 18 0,0 2 9 0,0 1 4 16,0 2 8-16,0 0-14 0,0 2-9 16,0 0-11-16,0 0-19 0,0 0 0 0,0-3-2 15,0 0-3-15,0-3 8 0,0 2-20 0,0-4-7 16,0 2-10-16,0-4-4 0,0-1 7 0,0 0 3 15,0 0 2-15,0-2-12 0,0-2 0 0,0-2-6 16,0 0-12-16,0-3-33 0,0 0-60 0,0-4-55 16,0 1-50-16,0-3-19 0,12-1 19 0,-12 0 24 15,0 0-22-15,0 0 59 0</inkml:trace>
  <inkml:trace contextRef="#ctx0" brushRef="#br0" timeOffset="2264.8">3848 9113 476 0,'0'4'5'0,"0"-4"4"15,0 0-4-15,0 0 12 0,0 0-4 0,14 0-4 16,-14 0 9-16,0 0-9 0,0 0 9 0,0 0 0 16,12 0 9-16,-12 0-1 0,9 0-3 15,-9 0 11-15,11-15 7 0,-3 15-3 0,1 0 19 0,1-10 8 16,3 10-1-16,0 0 1 0,1-10-11 15,1 10-11-15,3 0-5 0,-1-6 15 0,0 4 6 16,1-1 0-16,0 1 2 0,2 0-16 0,-3 0-16 16,2 1-6-16,0-3-8 0,0 2 3 0,0 1-4 15,-4-2 2-15,-2 2-7 0,-1-1-5 0,-2 0 0 16,-3 0-5-16,1 2 0 0,-4-3 2 0,-2 3-5 16,0-1 8-16,1 1 1 0,-3 0-6 0,2 0-3 15,-2 0-65-15,0 0-79 0,0 0-75 0,0 0-41 16,0 0 19-16,0 0 25 0,0 0 47 0,0 0 50 15</inkml:trace>
  <inkml:trace contextRef="#ctx0" brushRef="#br0" timeOffset="2580.91">3943 9302 502 0,'-1'5'19'0,"-1"-4"9"16,2 0 15-16,0 0 10 0,0-1-14 0,0 0 2 16,0 0-15-16,0 0-14 0,0 0 9 0,0 0-10 15,0-18-1-15,15 18 6 0,-15 0-10 0,16-12 5 16,-16 12 5-16,23-12-1 0,-11 12 6 0,5-10-1 15,-1 10-10-15,3-10 5 0,1 5-11 0,1 0-9 16,2 1 0-16,1 0 1 0,-3 1 4 0,-1 1 14 16,0 0-4-16,-3 1-5 0,0 1-4 0,-3 0-31 15,0 0-43-15,-3 0-50 0,-1 0-42 0,-1 0-50 16,-4 0 51-16</inkml:trace>
  <inkml:trace contextRef="#ctx0" brushRef="#br0" timeOffset="9295.57">5174 8451 327 0,'3'0'4'0,"-3"0"6"16,2 0 4-16,-2 0 10 0,2 0-8 0,-2 0 8 15,0-16 3-15,0 16-4 0,0 0 4 0,0 0-9 16,0 0 5-16,0 0-9 0,0 0 8 0,0 0-9 16,0 0-4-16,0 0 4 0,0 0-17 0,0 0 12 15,0 0-16-15,0 0 8 0,0 0 4 0,-13 0-17 16,13 0 13-16,0 0 0 0,0 0 0 16,0 0 9-16,-7 11-1 0,7-11-8 0,-7 10 8 15,3-10-12-15,0 13 4 0,-1-7 4 0,0 3-13 16,-2 0 22-16,-2 1-9 0,1 2 0 0,1-1 5 15,-2 2-14-15,2-2 5 0,-2 1 4 0,0 1-9 16,1 1 14-16,-2-3-5 0,3 3-13 0,-2-2 18 16,-2-1-10-16,3 1-8 0,0-1 18 0,-3-2-9 15,4 0 0-15,0 2 4 0,1-3-14 0,-1 1 15 16,2-3-6-16,-1 0 1 0,4-2 1 0,-1 0-11 16,1-1 10-16,2 0 0 0,-3-3 5 0,3 1 0 15,0-1 5-15,0 0-1 0,0 0 1 16,0 0 0-16,0 0 2 0,0 0-1 0,0 1 1 15,16-1-12-15,-16 0-12 0,0 0 1 0,17 0 17 16,-17 0 0-16,18 0 6 0,-6 0-1 0,-1 0-11 16,1 0 6-16,-1 0-6 0,1 0 6 0,-1 0-6 15,1 0 6-15,-1 0 12 0,3 0 0 0,-3 0-1 16,3 0 18-16,-2 0-11 0,-1 0 17 0,2 0-1 16,-3 0-16-16,-1 0 9 0,0 0-17 0,-1 0-10 15,0 0 4-15,0 0-10 0,-1 0-5 0,-1 0 5 16,0 0 4-16,0 0 1 0,-2 0 0 0,1-13 0 15,-3 13-38-15,0 0-40 0,-1 0-19 0,-1 0-44 16,2-11 5-16,-2 11-16 0,0 0-21 16,0-6 45-16</inkml:trace>
  <inkml:trace contextRef="#ctx0" brushRef="#br0" timeOffset="9696.53">5250 8467 385 0,'0'0'17'16,"4"0"1"-16,-3 0 19 0,-1 0 1 0,1 0-1 15,-1 0 3-15,0 0-18 0,0 0 0 0,0 0-14 16,0 0-8-16,0 0 0 0,0 0-13 0,0 0 0 15,0 16 9-15,0-16-4 0,0 12 25 0,0-12 4 16,0 17 1-16,0-5 9 0,0 1-1 0,0 2 13 16,0 1 13-16,0 1-5 0,0 2 10 0,0 2-9 15,0-1-9-15,0 0-2 0,0 0-2 0,0-1-13 16,0 1 9-16,0-1 15 0,0-1-14 0,0-1 10 16,0 0-1-16,0 2-9 0,0-2-2 0,0 0-1 15,0-1-16-15,0-2-5 0,0 0 0 16,0 0-9-16,0-3 2 0,0 0 5 0,0-2-5 15,0 0 1-15,0-1 3 0,0-2-3 0,0 0-8 16,11-1-14-16,-11-1-44 0,0-2-38 0,0-1-30 16,6 0-34-16,-6-1-1 0,0 0 1 0,0 0 4 15,0 0-9-15,0 0 8 0,0 0 36 0</inkml:trace>
  <inkml:trace contextRef="#ctx0" brushRef="#br0" timeOffset="10204.74">5541 8584 324 0,'4'-5'5'0,"-1"1"6"0,-1-1 10 0,-1 1 15 15,-1 0 0-15,1 1 8 0,0 0-9 0,-1 0-6 16,0 1 3-16,0 1 4 0,0 0 11 0,0 1-4 15,0-2-9-15,0 2-23 0,0 0-6 0,-17 0-16 16,17 0-5-16,0 0 11 0,-14 0-11 0,14 0 10 16,-13 0 2-16,6 19-2 0,-3-19 17 0,3 13-5 15,-2-13-2-15,2 15 2 0,-1-15-17 0,0 17 11 16,3-8 12-16,-1-1-12 0,-1 3 6 16,3-1-6-16,1 1-5 0,0 1-1 0,1-1 12 15,2 0 11-15,0-1-10 0,0 0 17 0,0 0-7 16,0-2-11-16,0 1 16 0,23-1-10 0,-23-1-7 15,16 0 12-15,-16 0-11 0,20-2 0 0,-8-1 6 16,2 0 5-16,-1-2 28 0,2-2 21 0,-1 0 14 16,0 0-5-16,-1 0-4 0,1 0-10 15,-1-18-10-15,-1 18-6 0,0 0-11 0,-2-20-4 0,0 20-6 16,1-16-8-16,-1 16-7 0,-3-18-1 0,3 9 9 16,-4 0 10-16,-1 0 16 0,1-1 11 15,-6 0 7-15,2 1 10 0,-2 1-14 0,0-2-11 16,0 0-26-16,0 0-14 0,-19 0-4 0,19-2-3 15,-20 0 1-15,20 2-2 0,-28-1 3 0,13-2-13 16,-3 2-19-16,1 0-23 0,1 2-15 0,-1 0-13 16,2 1-17-16,-1 3-8 0,4 0-30 0,0 2-39 15,-1 1-22-15,2 0-15 0,0 2-1 0,-1 0 10 16,3 0 58-16</inkml:trace>
  <inkml:trace contextRef="#ctx0" brushRef="#br0" timeOffset="11720.69">4754 9221 148 0,'0'0'9'15,"-1"0"5"-15,0 0 8 0,1 0 3 16,0 0 3-16,0 0 1 0,0 0 0 0,-1 0 0 16,1 0-13-16,-1 0-4 0,1 0 3 0,-1 0-9 15,0 0 9-15,0 0-1 0,1 0-3 0,-2 0 11 16,2 0-2-16,0 0 7 0,-2 0-8 0,2 0 4 15,0 0 4-15,0 0 3 0,-1 0 20 0,0 0 2 16,0 0 5-16,1 0-6 0,-2 0-5 0,2 0 0 16,0 0 0-16,0 0 4 0,0 0 2 0,0 0-9 15,0 0-10-15,0 0 3 0,0 0-9 0,0 0 8 16,0 0 0-16,0 0-6 0,0 0 9 0,0 0-1 16,0 0 1-16,0 0-1 0,0 0-14 15,0 0-4-15,0 0 8 0,0 0 3 0,0 0-1 0,0 0 3 16,0 0-14-16,0 0-4 0,0 0 0 15,0 0-7-15,0 0 6 0,0 0-11 0,0 0 12 16,0 0 3-16,0 0-9 0,0 0 3 0,0 0-9 16,0 0-5-16,0 0 4 0,0 0 1 0,12 0-1 15,-12 0 9-15,0 0-5 0,10 0 6 0,-10 0-1 16,10 0-13-16,-3 0 9 0,2 0-7 0,-1 0-2 16,2 0 8-16,-1 0-6 0,3 0-4 0,-2 0 7 15,1 0-2-15,0 0 2 0,1 0 6 0,-1 0-2 16,2 0 0-16,-1 0 1 0,1 0 3 0,2 0-2 15,0 0 0-15,2 0-3 0,-2 0 0 16,2 0-6-16,-2 0 10 0,1-11-4 0,0 11-2 16,-3 0 6-16,0 0-18 0,0 0 14 0,0-6-5 15,0 6-2-15,-4-3 10 0,4 3-10 0,-2-2 5 16,1 0-2-16,0 1-5 0,-1-1 4 0,0 1 5 16,1 0 5-16,2-1 0 0,0 1 2 0,1-2-6 15,2 1-4-15,-1 0 2 0,3-3-4 0,-2 2-1 16,2-1 4-16,-1 1-2 0,0-3 3 0,0 3-4 15,-3-2 0-15,1 2 1 0,-2 0-7 0,0-1 8 16,0 2-5-16,0-1-2 0,-1 1 10 0,-2-1-6 16,2 1 1-16,-2-1 5 0,3 1-6 0,-2 1 1 15,0-1 3-15,2-2-3 0,-2 3 3 16,4-1 1-16,-3-1 0 0,2 0-4 0,-2-1 5 16,1 1-5-16,-2-1 0 0,1 1 5 0,0 0-7 15,-1 1 4-15,1 0 5 0,-3-1-5 0,0 2 2 16,1-1 0-16,-1 1-8 0,-1 0 6 0,2 1-3 15,-2-2-2-15,0 1 8 0,3 0-6 0,-4 0 5 16,2 0 1-16,0 0-5 0,-1 1 5 0,-1 0 2 16,0-2 2-16,-1 2 6 0,-1 0 4 0,1 0-1 15,-2 0 0-15,-1 0-1 0,-1 0-10 0,3 0-1 16,-2 0-3-16,-2 0-2 0,1 0 2 0,-1 0 0 16,0 0 1-16,1 0-6 0,-1 0 6 15,1 0-7-15,-3 0 6 0,1 0 3 0,0 0-3 16,-1 0 6-16,1 0-5 0,1 0 1 0,-2 0-3 15,0 0 1-15,3 0-2 0,-3 0-2 0,2 0 1 16,-2 0 7-16,2 0-4 0,-1 0-1 0,-1 0 2 16,0 0-6-16,0 0 5 0,0 0 0 0,0 0-1 15,0 0-27-15,0 0-46 0,0 0-53 0,0 0-90 16,0 0-78-16,0 0-37 0,0 0 8 0,0 0 2 16,0 0 105-16</inkml:trace>
  <inkml:trace contextRef="#ctx0" brushRef="#br0" timeOffset="14341.56">4796 9599 411 0,'0'0'0'15,"0"0"10"-15,0 0-10 0,0 0 1 0,0 0-6 16,0 0 1-16,0 0 8 0,0 0-4 0,0 0 4 16,0 0-14-16,0 0 6 0,0 0 4 0,0 0-7 15,0 0 12-15,-15 17 1 0,15-17-4 0,0 0 14 16,-8 19-5-16,8-19 10 0,-8 16 9 0,8-6-9 16,-9 1-1-16,3-1-14 0,-1 2-13 15,0 0 22-15,-3 2-10 0,2-1 4 0,-1 1 14 0,0-2-27 16,-2 1 9-16,2-2-5 0,1 1 0 15,0 0 0-15,1-2-8 0,1 0 4 0,-1-1-4 16,2-1 13-16,-1 1 3 0,2-1-8 0,1-3 0 16,1 1-4-16,1-2 4 0,0-1 5 0,1 0 8 15,0-1 9-15,0-1 14 0,0 0 0 0,0-1-3 16,0 0-14-16,0 0-24 0,0 0 11 0,0 0 4 16,15 0 21-16,-15 0 10 0,0 0 0 0,21 0-10 15,-10 0-21-15,0 0 0 0,0 0-9 0,2 0 9 16,-1 0 6-16,1 0-11 0,0 0 5 0,-3-13 0 15,2 13-11-15,-2 0 16 0,0 0-1 16,0-8-14-16,-3 8 11 0,1 0-16 0,-2-5 6 16,2 5-1-16,-3-3 0 0,-1 2 11 0,-1-1-12 15,1 0-3-15,-2 1-37 0,-1-1-46 0,0 2-30 16,0-1-11-16,0 1-11 0,-1-1-29 0,0-1 31 16</inkml:trace>
  <inkml:trace contextRef="#ctx0" brushRef="#br0" timeOffset="14709.39">4883 9567 430 0,'1'-2'-9'0,"1"2"14"16,-2 0-5-16,0 0-5 0,0 0 15 0,0 0-14 15,0 0 1-15,0 0 9 0,0 19-4 0,0-19 0 16,0 14 9-16,0-14 6 0,0 19 3 0,0-7 5 16,0 2-5-16,0 0-4 0,0 1 8 0,0 2 0 15,0 2 8-15,0 2 5 0,0 0-3 0,0 1 5 16,0 0 2-16,0 1 10 0,13-1 0 0,-13 1-6 16,0-1 5-16,0-1 0 0,0-1 8 0,9-1-4 15,-9-2 5-15,0-1-27 0,7-1-14 16,-7-2 12-16,3 0-31 0,-3-3 11 0,2 0-1 15,-2-1-15-15,2-1 19 0,-2-1-2 0,1 0-4 16,-1 0 2-16,0-1-4 0,0-1-4 0,0 0 0 16,0 0 0-16,0-1-49 0,0-1-36 0,0 1-53 15,0-2-46-15,0 0 16 0,0-2-9 0,0 0-4 16,0 0 30-16,0 0 29 0</inkml:trace>
  <inkml:trace contextRef="#ctx0" brushRef="#br0" timeOffset="17180.48">5044 9856 160 0,'0'0'4'0,"0"0"11"16,0 0 9-16,0 3 1 0,0-3 4 0,0 0-4 15,0 0-13-15,0 0 4 0,0 0-5 16,0 0 9-16,0 0 3 0,0 0-9 0,0 2 10 15,0-2-9-15,0 0 0 0,0 0 13 0,0 1-5 16,0-1-7-16,0 0 3 0,0 0-1 0,0 0 0 16,0 0 17-16,0 0 0 0,0 0-17 0,0 0 4 15,0 0-8-15,0 1-10 0,0-1 15 0,0 0-19 16,0 0-6-16,0 0 17 0,0 0-6 0,0 0 1 16,0 0 10-16,0 0-1 0,0 0-5 0,0 0 1 15,0 0-11-15,0 0-5 0,0 0-11 0,0 0 11 16,0 0 10-16,0 0-5 0,0 0 16 15,0 0 0-15,0 0-16 0,0 0 0 0,0 0 10 0,0 0 0 16,0 0 11-16,0 0 5 0,0 0-21 16,0 0 10-16,0 0-5 0,0 0-10 0,0 0 15 15,0 0-19-15,0 0 4 0,0 0 4 0,0 0-4 16,0 0-5-16,0 0 5 0,0 0-5 0,0 0 5 16,0 0 10-16,0 0-10 0,0 0 10 0,0 0-6 15,0 0-4-15,0 0-4 0,0 0-1 0,0 0 0 16,0 0 0-16,0 0 10 0,0 0-10 0,0 0-5 15,0 0 15-15,0 0-5 0,0 0-5 0,0 0 15 16,0 0-15-16,0 0 10 0,0 0 5 0,0 0-16 16,0 0 12-16,0 0-12 0,0 0-3 15,0 0 13-15,0 0-4 0,0 0-4 0,0 0 19 0,0 0-10 16,0 0-5-16,0 0 5 0,17 0 5 16,-17 0-4-16,0 0 3 0,15 0 1 0,-15 0-10 15,13 0 4-15,-6 0 2 0,3 0 4 0,-2 0-10 16,2 0 6-16,2 0 4 0,-1 0-5 0,-2 0 5 15,4 0 5-15,-3 0-1 0,2 0 1 0,-1 0 5 16,-2 0-6-16,1 0-8 0,-1 0 13 0,1 0 8 16,-3-10-4-16,1 10 13 0,1 0-15 0,-4 0-3 15,2 0 0-15,2 0-4 0,-4 0-4 0,0 0-2 16,0 0-4-16,0 0-4 0,-2 0 5 0,1 0-8 16,1 0 3-16,-2-5-8 0,0 5 4 0,-1 0 6 15,0 0-4-15,0 0 14 0,0 0-1 16,-1 0-13-16,0 0 9 0,-1 0-5 0,0 0 2 15,0 0 4-15,0 0 0 0,0 0-27 0,0 0-53 16,0 0-57-16,0 0-47 0,0 0-11 0,0 0-2 16,0 0-5-16,0 0 39 0,-15 0 36 0</inkml:trace>
  <inkml:trace contextRef="#ctx0" brushRef="#br0" timeOffset="18192.5">5197 9749 204 0,'0'-2'5'16,"0"-1"15"-16,0 1 0 0,0-1 11 0,0 1-6 16,0-1-13-16,0 1 8 0,0-1-5 0,0 0 5 15,0 0 9-15,14 1-9 0,-14 1-9 16,0-1-1-16,0 0-4 0,0 2 8 0,0-1-4 16,0 1 0-16,0 0-9 0,0 0-5 0,0 0 13 15,0 0 0-15,0 0 5 0,0 0 0 0,0 0-4 16,0 0-9-16,0 0 13 0,0 0-10 0,0 0-3 15,0 0 7-15,0 0-21 0,0 0 13 0,0 0-4 16,0 0 5-16,0 0 7 0,0 0 2 0,0 14 12 16,0-14-4-16,0 12 14 0,0-12-5 0,0 16 7 15,0-6 6-15,0 1-4 0,0 3-4 0,15 0 3 16,-15-1-4-16,0 2-6 0,0-1 0 0,8 1-5 16,-8 0 10-16,0 0-1 0,7-1 6 0,-7-2-6 15,4 1-4-15,-1-1 3 0,-2 0-10 16,3-4 1-16,-3 1-14 0,1-1-4 0,0-2 5 15,-1 0-6-15,2-2 5 0,-3 0 1 0,0 1-1 16,0-2-18-16,2-1-25 0,-2 0-40 0,0-1-56 16,0 0-10-16,2-1-3 0,-2 0-2 0,0 0 8 15,0 0 4-15,0 0 28 0</inkml:trace>
  <inkml:trace contextRef="#ctx0" brushRef="#br0" timeOffset="19872.39">5225 9526 142 0,'0'0'6'0,"0"16"15"0,0-16 7 0,0 0 11 15,0 0 3-15,0 0-3 0,0 0-12 0,0 0 0 16,0 0-1-16,0 0-9 0,0 0 3 0,0 0-4 15,0 0-9-15,0 0-2 0,0 0 1 0,0 0 0 16,0 0-1-16,0 0 5 0,0 0-10 0,12 0 10 16,-12 0-10-16,0 0-4 0,0 0 9 0,8 0-9 15,-8 0 10-15,7 11 5 0,-7-11 8 16,7 0-4-16,-2 0 0 0,-2 0-1 0,1 7-3 16,1-7-6-16,-2 0 20 0,1 0-6 0,-1 0-4 15,0 0 9-15,-1 0-13 0,0 0 11 0,0 4 1 16,0-4-5-16,-1 0-6 0,-1 0 0 0,1 0 5 15,-1 0 0-15,0 0 12 0,0 0 0 0,0 0 5 16,0 0 11-16,0 0 10 0,0 0-1 0,0 0 9 16,0 0 7-16,0 0-7 0,0 0 2 0,0 0-6 15,0 0-26-15,0 0-13 0,0 0-11 0,0 0-8 16,0 0-9-16,0 0 7 0,-14 0-2 16,14 0-5-16,0 0 19 0,-10 0-12 0,10 0-4 0,-8 0 1 15,8 0-4-15,-8 0 8 0,3 0 0 16,-2 0 2-16,2 0-7 0,1 0-5 0,-2 0 9 15,0 0-12-15,-2 0 4 0,3 0 8 0,0 0-4 16,0 0 1-16,0 0 9 0,-1 14-8 0,0-14 2 16,1 0 4-16,1 15-4 0,-1-15-2 0,-1 11 1 15,2-4 4-15,-2 0-3 0,2 1-12 0,-1-1 9 16,-1-1-6-16,1 2 7 0,2-2 12 0,-4 1-9 16,3 1 2-16,-1-1-5 0,1 0 10 0,1-2-7 15,0 1-2-15,0 0 5 0,-1 1-11 0,4-4 10 16,-4 2 6-16,0 0-14 0,4 0 1 0,-3 2-6 15,1-3-3-15,0 2 18 0,1 0 1 0,-2 0 1 16,3 1 5-16,0-1-9 0,-1 0-1 0,1 0 1 16,0-1-7-16,0 0 5 0,0 0 2 15,0-1 2-15,0-1-4 0,0 2 4 0,0-3-4 16,0 2-3-16,0-1 8 0,0 1 0 0,0 0 0 16,0 0 6-16,0 1 2 0,0-1-3 0,0 0 6 15,0 1-1-15,0-1-11 0,0 0 11 0,0 0-5 16,0 1 5-16,0-1 2 0,0 0-8 0,0 2-2 15,0-1-6-15,0-1 10 0,14 1 0 0,-14-1 3 16,0 0 5-16,0-1-7 0,14 0 3 0,-14 0-1 16,0-1-3-16,11 1 2 0,-11 1-1 15,10-2 9-15,-3-1 3 0,-1 3-2 0,0-2 2 16,2-1-10-16,1-1-2 0,0 1 5 0,1 0-10 16,1-1 3-16,0 1 1 0,-2-1-8 0,4 0 8 15,-4 0 0-15,1 0-7 0,0 0 11 0,-1 0-10 16,1 0 0-16,1 0 5 0,-1 0-8 0,0-13 8 15,0 13-5-15,-1 0 0 0,0 0-1 0,-2-12-6 16,2 12 8-16,-2-10-7 0,-1 10 6 0,0-7-6 16,1 7 1-16,-2-7 8 0,0 3 1 0,0 0 7 15,0 0 1-15,-2 1 1 0,1 0 6 0,0 0 7 16,-2 1 3-16,1-2-4 0,-1 1-8 0,-1 1-4 16,0-1-10-16,1 1 1 0,-1-1 1 0,0 0-3 15,0 0 3-15,1 1-3 0,-1-2-4 16,0 1 3-16,0-3-2 0,-1 2 1 0,1-3 6 15,0 2-4-15,-1 0 2 0,0 0 1 0,0-2 1 16,0 0 6-16,0 1 1 0,0-1 4 0,0 0-6 16,0 0 1-16,0-1 1 0,0 0-1 0,0 0 3 15,0 0 2-15,-15 0 2 0,15 0 5 0,0 0-1 16,0 0 10-16,-14-1-5 0,14 3 1 0,-8-3 0 16,8 1-3-16,-9 0 1 0,4 1-9 0,-1-1 3 15,0 0-5-15,1 1 1 0,0 0 3 0,-1 1-3 16,3 1-10-16,-5 0-6 0,3 0-10 0,0 2-1 15,-1-1 0-15,0 3-1 0,-1-2 2 0,2 1-1 16,-3 2-1-16,3 0 1 0,-2 0-3 16,-2 0 1-16,0 0-2 0,1 0-8 0,-1 0-17 15,0 0-22-15,0 18-14 0,-2-18-16 0,-1 0-9 16,3 17-19-16,0-17-30 0,-3 13-24 0,3-13-30 16,-1 12-34-16,0-12-24 0,2 11-8 0,0-5 20 15,3-1 41-15,-2 0 22 0,3-1 17 0,0-1 38 16</inkml:trace>
  <inkml:trace contextRef="#ctx0" brushRef="#br0" timeOffset="20540.38">5731 9788 375 0,'1'2'15'0,"0"1"23"0,-1-2 18 0,1-1 40 16,-1 0 15-16,0 0 14 0,0 0 1 0,0 0-29 16,1 0-9-16,-1 0-31 0,0 0-10 0,1 0-13 15,0 0-21-15,0 0-1 0,0 0-24 0,-1 0 7 16,1 0 0-16,-1 0-4 0,1 0 17 0,0 0-7 15,2 0-1-15,-1 0 13 0,3 0-1 0,2 0 9 16,1 0 17-16,2 0-5 0,2 0 0 16,1 0 7-16,2 0-5 0,1 0-4 0,2 0 7 0,-1 0 0 15,-2 0-6-15,3 0 2 0,-1 0-9 16,1-14-7-16,-1 14 0 0,0 0-8 0,-3-12 2 16,2 12-8-16,-1 0-1 0,-2-10 9 0,-2 10-6 15,-1-7 6-15,-1 7-11 0,-1-4-4 0,-2 4 5 16,-2-3-4-16,-2 3 6 0,-1 0-24 0,-1 0-60 15,0 0-75-15,0 0-81 0,0 0-36 0,0 0 2 16,0 0 25-16,-19 0 34 0,19 0 57 0</inkml:trace>
  <inkml:trace contextRef="#ctx0" brushRef="#br0" timeOffset="20839.9">5865 9667 524 0,'0'0'23'0,"13"0"24"15,-13 0 6-15,0 0 11 0,7 0-34 0,-7 0-25 16,0 0-5-16,0 0-10 0,0 0 10 0,5 0 5 16,-5 0 6-16,0 0 22 0,0 0 20 0,2 17 1 15,0-17 22-15,4 0-17 0,-5 22-6 0,3-22 9 16,-2 20-29-16,1-8 7 0,1 1-14 0,-1 2-6 15,1 1-2-15,-4-1-14 0,0 2 7 0,0-2-7 16,2 1 1-16,-2-1 3 0,0-1-9 0,0-2 4 16,0 1-3-16,0-2 5 0,0-3 0 15,0 1-16-15,0 0-67 0,0-1-76 0,0-1-38 16,-14-1-38-16,14 1 9 0,0-4 43 0,0 2 37 16</inkml:trace>
  <inkml:trace contextRef="#ctx0" brushRef="#br0" timeOffset="21484.6">6403 9399 236 0,'1'-6'11'0,"-1"4"20"0,0-1 12 16,0 0 27-16,0 0-5 0,0 3-20 0,0 0-12 0,0 0-32 15,0 0-10-15,0 0 0 0,0 0-4 16,-20 0 12-16,20 21 9 0,-16-21 20 0,16 19-1 15,-19-19-9-15,19 25 6 0,-21-11-15 0,11 1 15 16,2-2 0-16,0 2-9 0,1-1 18 0,2 3-10 16,0-2 17-16,2 2 16 0,-1 0-8 0,2 1 10 15,0 1-6-15,0 0 6 0,1-1-2 0,0 0 3 16,1 0 0-16,-1-1-14 0,1 0-3 0,0-1-13 16,0 1-2-16,0-3 3 0,0 0-4 0,0-2 9 15,0 1-6-15,18-3 0 0,-18-1-4 0,0-1 0 16,14-2 3-16,-14 0-9 0,10-2-5 0,-10-1-3 15,13 0-6-15,-3-2 1 0,-2 0 0 0,1-1 2 16,1 0-3-16,1 0-9 0,0 0 7 0,1 0-6 16,-1-18 1-16,1 18 9 0,1-15-9 15,-1 15 1-15,2-17 0 0,-4 17 0 0,0-21 8 16,0 12 0-16,-3-1-3 0,0-1 0 0,-3 1-4 16,-1 0 9-16,-1 2 15 0,-2-1 10 0,0 2-3 15,0-1-7-15,0 0-3 0,0 3-16 0,0-2 0 16,-24 0 4-16,24 0-8 0,-20 3 3 0,20-2 10 15,-22 2-8-15,10 0 2 0,-2 0 1 0,3 1-9 16,0 1 4-16,-1 2-4 0,2 0-6 0,-1 0 4 16,0 0-2-16,2 0-2 0,0 0 3 0,-1 0 2 15,2 23-2-15,1-23-28 0,0 13-58 16,0-13-74-16,1 13-70 0,2-13-35 0,-1 14 23 16,3-14 31-16,-1 10 38 0,3-10 20 0,0 10 25 15,0-10 38-15</inkml:trace>
  <inkml:trace contextRef="#ctx0" brushRef="#br0" timeOffset="21959.52">6765 9607 493 0,'3'-2'10'0,"1"0"19"15,-3 0 39-15,-1 2 56 0,0-3 58 0,0 2 29 16,0-1-8-16,0 1-45 0,0 1-58 0,0 0-52 16,0 0-31-16,0 0-16 0,0 0-18 0,0 0 19 15,0 0-9-15,0 0 6 0,0 0 8 0,0 19-17 16,-24-19 6-16,24 13 1 0,-15-13 3 0,15 17-1 16,-20-7 4-16,20 1-6 0,-18 0-7 0,18-2 8 15,-16 2-1-15,9 1 4 0,-1 0 7 0,2 0 3 16,6 1-6-16,-6 0 1 0,4-1 0 0,1 2-6 15,1-2 6-15,0 0 6 0,0-1-6 16,0 0 5-16,0 0-4 0,24-2-3 0,-24-1 5 0,17-1-5 16,-17-2 8-16,20 2 2 0,-8-4-4 15,-1 0 2-15,-1-1-1 0,-10-2-8 0,14 0 2 16,-4 0 1-16,-3 0 2 0,-1 0-2 0,-2 0 4 16,3-17-5-16,0 17-6 0,0 0 5 0,0-22-1 15,1 22 11-15,-1-19 17 0,0 19 7 0,-2-19 7 16,-1 7-1-16,-3 2 2 0,0-1 8 0,-1 0 1 15,0-1 4-15,0 1-7 0,0-2-16 0,-20 0-11 16,20-1-13-16,-18 0-10 0,18 0-7 0,-15 0-3 16,15-1-31-16,-19 2-40 0,8-1-53 0,0 3-81 15,1 0-76-15,0 3-49 0,-1 0-6 16,-2 2 20-16,2 1 75 0,-1 2 87 0</inkml:trace>
  <inkml:trace contextRef="#ctx0" brushRef="#br0" timeOffset="22971.96">5828 9143 137 0,'0'0'9'0,"0"0"11"0,0 0 8 16,0 0 14-16,0 0 0 0,0 0-12 0,0 0-1 16,0 0-3-16,0 0-6 0,0 0 12 15,0 0 3-15,0 0-7 0,0 0 8 0,0 0-13 16,0 0-13-16,0 0 8 0,0 0-13 0,0 0 8 15,0 0 4-15,0 0 4 0,0 0 1 0,0 0-9 16,0 0 4-16,0 0-8 0,0 0 1 0,0 0 14 16,0 0 1-16,0 0 1 0,0 0 0 0,0-10 0 15,0 10-6-15,0 0 0 0,0 0 10 0,0 0-15 16,0 0-1-16,0 0-4 0,0 0-5 0,0 0 9 16,0 0-4-16,0 0-10 0,0 0-4 0,0 0-1 15,0 0-14-15,0 0 28 0,0 0-18 0,0 0 9 16,0-5 18-16,16 5-32 0,-16-3 28 0,14 0-14 15,-14 0-5-15,18 0 10 0,-18 0-20 0,18 1 16 16,-9-1 4-16,-1 0 8 0,2 1 6 16,3-1-19-16,0 0 5 0,2 1-18 0,2-1 18 15,3 1 6-15,1-1 3 0,3 1 23 0,-1 0-1 16,2 0-4-16,0 0-1 0,-2 0-7 0,1 1-14 16,-2-1 17-16,0 2-5 0,-5 0-4 0,0 0 16 15,-3 0-9-15,-1 0 14 0,-2 0 19 0,-1 0-6 16,-1 0 0-16,-2 0-11 0,0 0-18 0,-2 0-1 15,0 14-4-15,0-14-6 0,1 0 7 0,-4 0-11 16,3 0 0-16,-3 0-5 0,1 8 1 0,-1-8 2 16,0 0 1-16,0 0-3 0,0 0 2 0,-1 0-7 15,0 4-6-15,0-4-47 0,1 0-86 0,-2 0-75 16,2 2-55-16,0-2 1 0,0 0 13 16,-1 0 57-16,0 0 57 0</inkml:trace>
  <inkml:trace contextRef="#ctx0" brushRef="#br0" timeOffset="23381.29">6563 9025 534 0,'2'0'8'15,"0"0"9"-15,1-8 5 0,-1 8 4 0,-1-7 15 16,0 3 7-16,1 1-4 0,-1 0 5 0,0 1-33 16,-1 1-11-16,1 0 5 0,0 1-16 0,0 0 1 15,1 0 5-15,1 0 0 0,2 0-5 0,2 0 15 16,2 0-5-16,1 0 1 0,4 20 25 0,-1-20 9 15,4 0 19-15,2 17-5 0,-2-17-7 0,2 14 4 16,1-14-33-16,-2 17 21 0,2-10 5 16,1 1-6-16,-3 0 14 0,3 1-18 0,-2-1-18 15,1 1-3-15,-2 0 4 0,-1-1-16 0,1 0 9 16,-4-1-9-16,0 1-8 0,-3-1 15 0,-1-2-7 16,-1 2 7-16,-2-3-9 0,1 1-63 0,-3-2-69 15,-1 0-62-15,-1 0-36 0,-1-1 28 0,0-2 19 16,-2 0 25-16,1 0 44 0</inkml:trace>
  <inkml:trace contextRef="#ctx0" brushRef="#br0" timeOffset="23648.51">6937 8994 638 0,'0'0'23'0,"0"0"52"0,0 0 35 16,0 0 22-16,0 0-19 0,-19 0-47 0,19 0-38 16,0 0-19-16,0 14-5 0,-15-14-15 0,15 0 10 15,-9 9 5-15,9-9-5 0,-10 11 9 0,4-4-4 16,-1 0-8-16,1 2 4 0,-1 1 9 0,-3 1-1 16,3 0-4-16,-1 1 1 0,0 1-3 15,-2-2-1-15,1 2 0 0,1-2 8 0,2-1-19 16,-1 2-60-16,2-2-52 0,2-2-50 0,0 1-20 15,1-2 17-15,0-2-8 0,0-1 41 0</inkml:trace>
  <inkml:trace contextRef="#ctx0" brushRef="#br0" timeOffset="30700.01">7377 8719 322 0,'0'-3'1'0,"2"1"6"0,-2 0 5 0,2-1 5 16,-2 0 10-16,0 1-1 0,0 0-4 0,0 1 9 15,0 1-20-15,0 0 5 0,0 0 4 0,0 0-5 16,0-1 14-16,0 1-5 0,0 0 0 0,0 0 0 16,0 0 0-16,0 0 6 0,0 0 2 0,0 0-5 15,0 0-4-15,0 0 0 0,0 0-7 16,0 0-10-16,0 0 5 0,0 0-22 0,0 0 0 16,0 0 6-16,0 0-6 0,0 17 17 0,0-17 0 15,0 0-6-15,0 12 11 0,-19-12-17 0,19 19 15 16,0-7-15-16,-18 1 0 0,18 1 10 0,-13 5-15 15,13-1 21-15,-16 2-11 0,7-1-6 0,1 1 6 16,1 0 10-16,-1 1-10 0,2 0-4 0,-1-1-1 16,1 1-4-16,0 0 5 0,3 0 20 0,-3 0-5 15,2-2-4-15,2 2 19 0,1-1 1 0,0-1 20 16,1-3 13-16,0 2-1 0,0-3 9 0,0 0-2 16,19-1-1-16,-19-3-19 0,0-1-8 0,22 0-11 15,-22 0-13-15,21-2 5 0,-7-2-5 0,-3 1-4 16,3-1 4-16,1-2 3 0,-1 1-4 15,3-3 0-15,-2 0-5 0,0 0-2 0,1-1 8 16,-1-1-9-16,-1 0 0 0,1 0-4 0,-1 0-37 16,-1 0-26-16,-1 0-52 0,0-18-37 0,-1 18-21 15,-1 0-4-15,-3-17 11 0,1 17-43 0,-5-15 49 16</inkml:trace>
  <inkml:trace contextRef="#ctx0" brushRef="#br0" timeOffset="31068.37">7452 9026 567 0,'0'0'0'0,"0"0"18"16,0 0-5-16,0 0 5 0,0 0 8 15,0 0-21-15,0 14 8 0,0-14 0 0,0 0-4 16,0 0 10-16,0 0 1 0,0 0-4 0,0 0 4 16,15 0-15-16,-15 0 0 0,0 0 10 0,14 0-9 15,-14 0 14-15,16 7-5 0,-7-7-4 0,2 0-1 16,0 0-4-16,2 0-1 0,1 0-4 0,1 0 9 15,-4 0 0-15,1 0 0 0,1 0 0 0,-3 0-10 16,1 0 5-16,-2-15-9 0,0 15 4 0,-2 0-10 16,4 0-60-16,-5-13-21 0,1 13-42 0,-2 0-39 15,1-8 13-15,-2 8 30 0</inkml:trace>
  <inkml:trace contextRef="#ctx0" brushRef="#br0" timeOffset="31506.27">7876 8836 340 0,'2'-2'15'0,"0"0"9"15,-1-1 11-15,0-1 1 0,0 3-5 0,1-3-15 16,-2 3-6-16,1 0 4 0,0 0-9 0,-1 0-1 16,0 1 6-16,0 0 4 0,0 0 19 0,0 0 15 15,0 0 1-15,0 20 7 0,0-20-8 0,0 16-6 16,0-16-11-16,0 21-11 0,0-8-15 0,0 1 24 15,0 1 9-15,0 1-4 0,0-1 17 0,0 1-28 16,0 0-4-16,0 0 4 0,0 0-13 0,0-1 3 16,0 0 0-16,0-1-1 0,0-1 0 0,0 1-4 15,0-2-7-15,0-1 3 0,0 1 0 0,0-2-2 16,0-1-1-16,0-1-4 0,0-1 5 16,0 0-6-16,0-4-30 0,0 2-52 0,0-3-59 15,0-2-21-15,0 0 12 0,0 0 13 0,0 0-13 16,0 0 29-16,0 0 21 0</inkml:trace>
  <inkml:trace contextRef="#ctx0" brushRef="#br0" timeOffset="32101.04">8080 8937 271 0,'7'-5'4'15,"-5"-2"10"-15,3 0 5 0,-1 1 15 0,-1 0 5 16,0-1-11-16,0 0 16 0,-1 4-10 0,0-3 4 16,-1 4 17-16,0 0-27 0,-1 1 8 0,0-1-2 15,0 2-3-15,0 0 26 0,0 0-14 0,0 0-15 16,0 0-2-16,0 0-21 0,0 0-5 0,0 0 5 16,0 0-6-16,0 0 1 0,0 0 4 0,0 16 6 15,-17-16-16-15,17 0 1 0,0 18 0 0,-15-18-5 16,15 12 9-16,-11-12 1 0,11 14 9 0,-10-6-5 15,10-1 1-15,-12 0-5 0,9 2-11 16,-2-2 11-16,3 1 5 0,-2 0 0 0,1 0 0 0,1-2 5 16,1 3-5-16,0-3 10 0,1 1-5 15,0 2 5-15,0-2-1 0,0 0 0 0,0-2 6 16,0 2-15-16,20-2-4 0,-20 1-1 0,16 0 4 16,-16-1 1-16,16-1 5 0,-16 0 0 0,20 0-4 15,-10-1-2-15,1 0 10 0,-1-1-5 0,0-1 0 16,2 0 5-16,-2 0-13 0,0-1 8 0,2 0 1 15,-4 0-1-15,1 0 5 0,0 0-5 0,-2 0-3 16,1 0-2-16,-1 0 2 0,0-17 12 0,-3 17 16 16,0 0 6-16,0-12 15 0,-2 12 0 0,0 0 0 15,-2-13 9-15,1 13-7 0,-1-11-5 16,1 5-9-16,-1-1-11 0,0-2-5 0,0-2 1 0,0 1 6 16,0-1 9-16,0-2 13 0,0 3 4 15,0-3 3-15,0 1 4 0,0 1-5 0,-16 0-3 16,16 0-13-16,0 1-15 0,-12 2-7 0,12 0-8 15,0 2-5-15,-13 1-8 0,13 0-7 0,-8 1-3 16,8 0-1-16,-9 1 1 0,4 1 4 0,0 0 2 16,0 1 0-16,-3 1-15 0,0-1-31 0,1 1-44 15,0 0-48-15,-3 0-58 0,3 0-50 0,0 0-21 16,1 0-5-16,-1 0 43 0,1 0 33 0,2 0 7 16,0 0 41-16,2 0 32 0</inkml:trace>
  <inkml:trace contextRef="#ctx0" brushRef="#br0" timeOffset="32696.11">8232 8598 407 0,'0'0'5'16,"0"0"11"-16,0 0-1 0,0 0-3 16,0 0 7-16,0 0-15 0,0 0 1 0,0 0 12 0,0 0-21 15,0 0 12-15,20 0-3 0,-20 0 4 16,19 0 5-16,-19 15 0 0,24-15 4 0,-9 0 1 16,0 18 13-16,1-18 13 0,3 19 12 0,-2-8-8 15,1 3 13-15,-2-2-15 0,-1 1-1 0,-3 1 19 16,0 0-8-16,0 0 13 0,-3 2-2 0,1 0-18 15,-1 0-1-15,1 1-1 0,0 2-9 0,1 2 5 16,-2-1-5-16,-2 1-16 0,0 1-4 0,-3-1-10 16,0-1-7-16,-2 1-7 0,-2 0 13 0,0 0-3 15,0-2-2-15,0 1 9 0,0 1-7 0,0-2-5 16,-23 0 4-16,23 0 1 0,-18-1 0 0,18 0 8 16,-19-2-8-16,19 1 2 0,-19-2-2 0,19-1 3 15,-14-2 2-15,14 0-7 0,-9-4 3 0,9 2 0 16,-7-3 5-16,7-2-2 0,-6-1 1 15,5-1-6-15,-2-1-5 0,2 0 8 0,0-1 3 16,-1-1-1-16,2 0-3 0,-1 0-45 0,1 0-54 16,0 0-82-16,0 0-73 0,0 0 3 0,0 0 10 15,0-13 26-15,0 13 40 0,0 0 38 0</inkml:trace>
  <inkml:trace contextRef="#ctx0" brushRef="#br0" timeOffset="33197.26">8874 8931 598 0,'0'9'14'16,"0"-9"14"-16,0 0 34 0,0 0 41 0,0 0 11 15,0 0 13-15,0 0-15 0,0 0-27 0,0 0-9 16,0 0-29-16,0 0-12 0,0 0-19 0,0 0-12 16,0 0-4-16,0 0-4 0,15 0 3 0,-15-12-1 15,11 12 11-15,-11 0-2 0,19 0 10 0,-8 0 14 16,1-4 2-16,2 4 10 0,-1 0-1 0,2 0 0 16,0 0 1-16,-1 0 7 0,0 0 10 0,1-5-11 15,-2 4 1-15,0 0-9 0,2-1-19 0,-3-1-2 16,1 1-11-16,-1-1-3 0,0-1 1 15,-2 1 1-15,-3 0 1 0,2-1-8 0,-2 1 5 16,-3 1-6-16,0 0-13 0,-1 1-31 0,-2-1-67 16,1 2-87-16,-1 0-88 0,-1 0-36 0,0 0 19 15,0 0 50-15,0 0 47 0,0 0 70 0</inkml:trace>
  <inkml:trace contextRef="#ctx0" brushRef="#br0" timeOffset="33415.87">8925 9094 1223 0,'0'3'0'0,"0"0"-13"0,17-3 9 0,-17 0 5 16,16 0 12-16,-5 0 18 0,1 0-5 0,1-22 3 16,2 22-8-16,3 0-7 0,0-18-6 0,1 18 2 15,3-11-4-15,0 11 2 0,-1-10 1 0,1 10-14 16,-2-8 2-16,-2 8 5 0,-1 0-12 0,-4-7-33 15,-2 7-74-15,-3 0-75 0,-3 0-21 0,-1 0 8 16,-2 0 30-16,-2 0 20 0,0 0 33 0</inkml:trace>
  <inkml:trace contextRef="#ctx0" brushRef="#br0" timeOffset="42369.37">9806 8901 185 0,'1'0'9'0,"-1"0"12"15,0 0 15-15,0 0 16 0,0 0-10 0,0 0 0 16,0 0-6-16,0 0-4 0,0 0 8 0,0 0 5 16,0 0-6-16,0 0 0 0,0 0 0 0,0 0 9 15,0 0 6-15,0 0-3 0,0 0-11 0,0 0-12 16,0 0-5-16,0 0-7 0,0 0 1 16,0 0-7-16,0 0-4 0,0 0-1 0,0 0 6 15,0 0-5-15,0 0 5 0,0 0-1 0,0 0 0 16,0 0-4-16,0 0-6 0,0 0 6 0,0 0-11 15,0 0 4-15,0 0 11 0,0 0-14 0,0 0 9 16,0 0 5-16,0 0-10 0,0 0 4 0,0 0-4 16,0 0-9-16,0 0 3 0,0 0 11 0,0 0 0 15,0 0 5-15,0 0-10 0,0 0-5 16,0 0 1-16,0 0 3 0,0 0-4 0,0 0-1 0,0 0 6 16,0 0-4-16,0 0 14 0,0 0-5 15,0 0-6-15,0 0 1 0,0 0-11 0,0 0 11 16,0 0-4-16,0 0 4 0,0 0 11 0,0 0-6 15,0 13 5-15,0-13 6 0,0 0-2 0,0 0 7 16,0 0 8-16,0 0-6 0,0 0-3 0,0 0 0 16,0 0-9-16,0 5-5 0,16-5 3 0,-16 3-5 15,12-3 0-15,-12 0 4 0,20 2-4 0,-9-2-4 16,2 1-5-16,-1-1 1 0,3 0 1 0,-2 0-2 16,2 0 14-16,0 0-9 0,-3 0-2 0,1 0 11 15,0 0 1-15,0 0 12 0,-3 0 11 0,1 0-10 16,0 0-3-16,-4 0-4 0,2 0-6 0,1 0 6 15,-4 0-7-15,0 0 1 0,-1 0 2 0,0 0-6 16,2 0 9-16,-2 0 1 0,-1 0-4 16,0 0 9-16,-2 0 3 0,1 0-13 0,-1 0 3 15,0 0 2-15,-1 0-11 0,0 0 10 0,0 0-4 16,-1-10-11-16,0 10 5 0,0 0-9 0,0 0-8 16,0 0-45-16,0-11-76 0,0 11-80 0,0-7-56 15,18 2-12-15,-18-1 18 0,0-1 84 0</inkml:trace>
  <inkml:trace contextRef="#ctx0" brushRef="#br0" timeOffset="43205.76">10624 8578 205 0,'5'-3'16'0,"0"-1"16"0,-1 0 15 0,1 1 2 0,0-3-2 16,-1 4-9-16,-2-2-11 0,1 1 12 15,-1 0-9-15,1 1 3 0,-1 0 10 0,0 1-15 16,-2 1 5-16,0 0-14 0,1 0-9 0,-1 0-5 16,0 0-5-16,0 0 0 0,0 0 11 0,0 0-5 15,0 0 0-15,0 0 11 0,0 0-5 0,0 0 21 16,0 0 7-16,0 15 5 0,0-15-11 0,0 12-11 15,0-12-11-15,-15 21-10 0,15-8 6 0,0 0 11 16,-14 5-4-16,14 0 7 0,-12-1-19 0,4 1-2 16,1 0 9-16,-1 1-9 0,0 0 8 0,0-3-6 15,1 1 0-15,-2-2-10 0,1 1 15 16,1-2-9-16,1 1-5 0,-1-3 15 0,2-2-10 16,0 1 0-16,1-3 5 0,-1 2-10 0,2-4 0 15,1 2 6-15,-3-2-5 0,4-2 5 0,0 1 11 16,0-1 3-16,1-1-4 0,0 0 4 0,0 0-19 15,0-2-4-15,0 1 5 0,0-1 4 0,0-1 14 16,0 0-5-16,0 0 10 0,0 0-4 0,0 0-10 16,13 0 6-16,-13 0-8 0,0 0-3 0,16 0 5 15,-16 0-1-15,15 0 8 0,-7 0-10 0,1 0-2 16,1 0 14-16,0 0-12 0,1 0-1 0,-1 0 4 16,0 0-7-16,0 0 8 0,2 0-1 15,-3-15 5-15,1 15-5 0,0 0-5 0,-2 0 9 16,1-10-3-16,-2 10 3 0,2 0 4 0,-3 0-8 15,0-6-1-15,-1 6-7 0,-1 0 5 0,3-1-3 16,-5 1-3-16,3-1 9 0,-3 0-11 0,0 1 6 16,1-1-3-16,-3-1-1 0,3 2-46 0,-1-2-46 15,-1 2-45-15,-1-1-44 0,0 1-6 0,1-3-21 16,-1 0 49-16</inkml:trace>
  <inkml:trace contextRef="#ctx0" brushRef="#br0" timeOffset="43623.91">10746 8623 451 0,'0'-3'10'0,"0"1"21"0,0-1 14 0,0 2 15 15,0-2 18-15,0-1-9 0,0 1-9 0,0-1-4 16,0 4-34-16,0-2-16 0,0 0-17 0,0 1 5 16,0 1-11-16,0 0 7 0,0 0 15 0,0 0-10 15,0 0 12-15,0 0 10 0,0 16-9 16,0-16 16-16,0 17 22 0,0-17 0 0,0 22 17 16,0-7 8-16,0-2-3 0,12 2 8 0,-12 2-2 15,0 1-16-15,0 2-3 0,0 0-19 0,7 2-4 16,-7-1-1-16,0 3-5 0,0 1 6 0,0-2 9 15,3 4-8-15,-1-5 4 0,-1 2 1 0,0-3-4 16,0-1-3-16,0-1-2 0,0-2-8 0,0-1-10 16,1-3 1-16,-2 0-6 0,1-1 4 0,0-2-3 15,0 0-3-15,1-2 4 0,0 0-8 0,-2-3 3 16,2 0 6-16,-2 1-14 0,3-3-19 0,-1-1-38 16,1 1-55-16,-1-2-58 0,-2-1-38 15,2 1-37-15,-1-1-4 0,0 0 6 0,-1 0 0 16,0 0 75-16</inkml:trace>
  <inkml:trace contextRef="#ctx0" brushRef="#br0" timeOffset="44487.98">11202 8558 537 0,'2'-5'1'0,"0"1"0"0,-1 0 14 0,-1 0 19 16,1 0 15-16,0 2 15 0,-1 0-18 16,0 1-19-16,0 1-27 0,0 0-11 0,0 0 17 15,0 0-6-15,0 0 28 0,0 0 2 0,0 24-6 16,0-24 6-16,-15 21 5 0,15-4 0 0,0 0 6 15,-13 4 2-15,13 1-10 0,-12 1 12 0,12 4-19 16,-11 0 21-16,4 3-8 0,0-2-3 0,4 0 18 16,-6-2-14-16,4 0 12 0,2-3 8 0,0-4 3 15,0-2-9-15,2-3-9 0,0-3-19 0,0-2-10 16,1-2-1-16,0-3-7 0,0 0 4 0,0-2-3 16,0-2 6-16,0 0-4 0,0 0-4 15,0 0 1-15,0 0-6 0,0 0-3 0,0 0-9 16,0 0-9-16,0 0-14 0,0-19 5 0,0 19-2 15,15-19-4-15,-15 7 14 0,0 0-1 0,0-4 8 16,0 1 10-16,11-2-6 0,-11-2 4 0,0 0 2 16,6-1 2-16,-6 1-2 0,7-3 14 0,-3 2-10 15,-1-3-3-15,2 0 3 0,-2 0-15 0,0 0 5 16,1 1 4-16,-1-1 5 0,-1 1-4 0,0 1 1 16,2 2-1-16,-2 0 4 0,1 4-1 0,-1 1 3 15,1 1 0-15,-1 2-3 0,0 1 5 0,1 2 8 16,-1 3-2-16,-2 0 3 0,0 1 6 0,1 2-6 15,0 0-4-15,-1 1-4 0,0 1-8 16,0 0-11-16,0 0 5 0,1 0-4 0,-1 0 5 16,1 0-1-16,1 0 4 0,-1 0 8 0,1 22-9 15,0-22 8-15,1 19 5 0,1-19-3 0,1 25 14 16,0-10 16-16,1 1-3 0,-1 1 13 0,0 0 4 16,0 1-1-16,2 1 13 0,0 0 1 0,-3 2 0 15,2-2-2-15,-1-2-11 0,1 1-12 0,0-1-6 16,0 1-6-16,1-1 3 0,-2-1-4 0,4-1-1 15,-1 2-5-15,0 1-10 0,0-1-1 0,3 0-3 16,-4 0-2-16,3 0 4 0,1-3 1 0,-3 0 0 16,-1 0 2-16,-2-3-3 0,3-1-2 15,-3-2 2-15,0-2-2 0,-1-1-7 0,-1-2-11 16,-1-1-30-16,0 0-33 0,0-2-30 0,0 0-54 0,-2 0-59 16,0 0-79-16,0 0-28 0,0 0 17 15,0 0 6-15,0-17 109 0</inkml:trace>
  <inkml:trace contextRef="#ctx0" brushRef="#br0" timeOffset="44760.86">11158 8785 609 0,'-6'0'32'0,"1"0"56"0,0 0 54 0,1 0 61 0,3 0 14 16,1-17-28-16,0 17-41 0,0 0-53 15,0 0-49-15,0-11-23 0,0 11-15 0,0 0-12 16,0-7 1-16,0 7-8 0,15-5 0 0,-15 5 2 16,0-6 4-16,14 6 6 0,-14-3 0 0,15 2 6 15,-2-2-4-15,1 0-1 0,0 2-3 0,5-3-5 16,1 0 6-16,-1 0-5 0,1-2 2 0,1 2 7 16,-3-2-8-16,1 0 4 0,-2 2 1 0,-1 1-39 15,-3-1-53-15,2 0-66 0,-3 1-78 0,2-1-26 16,-2 2-2-16,-1-3-20 0,1 1 80 0</inkml:trace>
  <inkml:trace contextRef="#ctx0" brushRef="#br0" timeOffset="44928.76">11842 8635 1497 0,'6'0'41'0,"-1"0"67"16,-3 0 43-16,-2 10 27 0,0-10-35 0,1 0-70 15,-1 0-48-15,0 0-33 0,0 0-41 0,1 0-61 16,-1 0-89-16,0 0-126 0,0 0-61 0,0 0-13 16,0-13 48-16,0 13 131 0</inkml:trace>
  <inkml:trace contextRef="#ctx0" brushRef="#br0" timeOffset="45579.68">10106 9574 609 0,'-12'5'10'0,"2"-2"22"0,1 0 31 15,2-3 24-15,4 0 8 0,-1 0-6 0,3 0-36 16,1 0-23-16,0 0-30 0,0 0-11 0,0-17-5 16,27 17 13-16,-27 0 10 0,27-18-12 0,-5 18 17 15,4-17-5-15,4 8 2 0,3-2 4 16,1-1 16-16,3 1 5 0,6-1 24 0,1-1 21 0,0-2 1 16,-1 1 14-16,-1 0-12 0,0 0-2 15,-1-1-13-15,-1 2-15 0,-2-2-6 0,-3 0-14 16,-3 1-9-16,0-1-11 0,-4 1-2 0,-1 1-8 15,-5 2 3-15,-1 0-3 0,-2 0 4 0,-4 3-1 16,0-1 1-16,-6 5-3 0,-3-1-2 0,-1 2-5 16,-2 1-54-16,-2 0-51 0,-1 2-71 0,0 0-81 15,0 0-6-15,0 0-9 0,-17 0 9 0,17 0 61 16,-21 0 57-16</inkml:trace>
  <inkml:trace contextRef="#ctx0" brushRef="#br0" timeOffset="45841.4">10379 9692 514 0,'-7'10'15'0,"1"-3"47"16,2-2 61-16,2-4 48 0,2-1-4 0,0 0-39 16,0 0-55-16,20 0-32 0,-20-18 16 0,34 18 3 15,-10-25 11-15,3 9 4 0,7-4-9 16,4-2 4-16,5-1-4 0,2-4-16 0,4-1-16 0,0 0-15 15,3-1-18-15,0 2 0 0,-4 0-2 0,0 2 0 16,-6 1 4-16,-4 4 6 0,-4 2-7 16,-5 4 1-16,-4 1-5 0,-6 3-3 0,-4 3 3 15,-3 2-27-15,-5 1-68 0,-2 2-106 0,-2 2-74 16,-3 0-29-16,0 0 15 0,0 0 25 0,0 0 76 16</inkml:trace>
  <inkml:trace contextRef="#ctx0" brushRef="#br0" timeOffset="53062.04">2800 11803 344 0,'0'0'15'0,"0"-2"11"15,0 2 5-15,0-3 10 0,0 3-11 0,0-1-1 16,0 0 4-16,0-1-10 0,0 2 5 0,0 0 14 16,0-2-8-16,0 1 15 0,0-1 3 15,0 1-20-15,0-1 11 0,0 2-11 0,0 0 5 16,0-1-1-16,0 1 8 0,0 0 5 0,0 0 4 15,0 0 13-15,0 0-10 0,0-1 11 0,0 1-9 16,0 0 11-16,0 0 13 0,0 0-6 0,0 0 19 16,0 0-13-16,0 0 1 0,0 0-3 0,0 0-15 15,0 0-12-15,0 0-14 0,15 0-13 0,-15 0-8 16,0 0-5-16,0 0-11 0,0 0 1 0,0-13-5 16,0 13 2-16,0 0 0 0,0 0-5 0,0 0 1 15,0 0-2-15,0 0 3 0,0 0 4 0,0 0-1 16,9 0-2-16,-9 0 1 0,0 0-2 0,0-7-1 15,0 7 4-15,0 0-6 0,0 0 0 0,0 0 4 16,0 0-9-16,0 0 4 0,0 0 2 16,0 0-7-16,0 0 5 0,0 0-1 0,0 0 4 15,0 15 2-15,0-15 3 0,0 0 0 0,0 18 2 16,0-8-3-16,0 1 3 0,0 1 0 0,0 1-2 16,0 1 0-16,0 0 5 0,0-2 0 0,0 2-5 15,0-1-3-15,13 0-6 0,-13 0 4 0,0 1-4 16,0-2 13-16,7 2-1 0,-7 0-7 0,7-1 7 15,-7-1-7-15,6 0 5 0,-2-1-2 0,0 0 2 16,-1-2 1-16,2 1-1 0,0-3 3 0,0 1 2 16,0 1-3-16,0-1 4 0,0-1-7 15,1 1 3-15,1-1 0 0,-1 1-6 0,1-1 5 16,-2-1-4-16,2-1 4 0,-1 0 1 0,0 0-1 16,0-2 6-16,0 0-5 0,0-2 9 0,1-1-2 15,0 0-3-15,1 0 4 0,0 0-9 0,3 0-2 16,-2 0-2-16,1 0-10 0,1-21-15 0,0 21-22 15,-1 0-36-15,2-19-29 0,-3 19-41 0,0-14-43 16,2 14-46-16,-1-15-15 0,-1 5 18 0,2 0 40 16,0-1 48-16,0-3 17 0,0 2 14 0,0-2 26 15</inkml:trace>
  <inkml:trace contextRef="#ctx0" brushRef="#br0" timeOffset="53440.21">2983 11512 949 0,'0'-4'63'0,"0"0"48"15,0-1 30-15,0 0 19 0,0 0-48 0,0-2-49 16,0 0-25-16,0 1-20 0,0 1-20 0,0 1 2 15,0 1-8-15,0-1-4 0,0 2 1 16,0 1-8-16,0 1-36 0,0 0-30 0,0 0-56 0,0 0-63 16,0 0-18-16,0 0-15 0,16 0 5 15,-16 0 44-15,13 0 57 0</inkml:trace>
  <inkml:trace contextRef="#ctx0" brushRef="#br0" timeOffset="55508.7">3232 12160 319 0,'0'-5'0'0,"0"0"6"0,0-1-1 0,0 0 10 16,0-1 5-16,0-1 12 0,0 1 1 0,0 0-5 16,0 2-1-16,0-2-12 0,0 2 8 0,12 2-5 15,-12-1-4-15,0 2-4 0,0 1-1 0,0-1 0 16,0 2 0-16,0 0 4 0,0 0-13 0,0 0 0 15,0 0 5-15,0 0-10 0,0 0 1 0,0 0 4 16,0 0 4-16,0 0 5 0,0 0 9 0,0 17-13 16,0-17-5-16,0 13 5 0,0-13-5 0,0 19 9 15,0-7 4-15,0 2-4 0,0 2-1 0,0 1 6 16,0 0 1-16,0 3-9 0,0-1 19 16,0 2-5-16,0-3-4 0,0 0 9 0,13 2-19 15,-13-2 25-15,0-3-5 0,0 0 0 0,0 0 0 16,8-2-16-16,-8 0 6 0,0-1-6 0,4-1 1 15,-4-3-11-15,2 1 1 0,0-2 0 0,-1-2 3 16,0 0 7-16,-1-1-6 0,1-3 9 0,-1-1-2 16,0 1 11-16,2 1-2 0,-2-2 0 0,0 0 19 15,0 0-12-15,0 0 13 0,0 0-6 0,0 0-22 16,0 0-4-16,0 0-9 0,0-13 3 0,0 13-2 16,0 0-6-16,0-11 9 0,0 11-9 15,0-10 0-15,0 10 8 0,0-15-9 0,0 8 1 16,-14-1 4-16,14 0 0 0,0-2-4 0,0 1 7 15,0-1-3-15,-7 0-8 0,7 0 8 0,0-2-11 16,-5 3 7-16,5-1 4 0,-4-2-4 0,0 2 1 16,4 0-4-16,-2 2-5 0,-1-3 4 0,1 2 0 15,0 0 8-15,1-1-2 0,0 1-6 0,0 0 8 16,-1 1-15-16,0 0 7 0,2 2-4 0,-1-1-2 16,0 1 1-16,0 1 5 0,0 0 0 0,0 0-1 15,1 2 4-15,0-1-8 0,-1 1 9 0,1 2-1 16,-1 0-4-16,1 0-9 0,-1 1-6 0,0 0 5 15,1 0 0-15,-3 0 10 0,3 0-6 0,-1 0-4 16,1 0 10-16,-1 0 5 0,1 0 0 0,0 0 9 16,-1 0-9-16,1 0 0 0,0 0 5 15,0 0-10-15,0 0 5 0,0 0 0 0,0 0 0 16,0 0 10-16,0 0 0 0,0 0 0 0,0 0 0 16,0 0-16-16,0 0 6 0,0 0-5 0,0 0-5 15,0 0 0-15,0 0 5 0,0-14 5 0,0 14-5 16,0 0 15-16,0-10-5 0,0 10 0 0,0-9 6 15,0 9-6-15,0-9-5 0,15 2-6 0,-15 0 16 16,0 1-5-16,0-1 6 0,11 2-1 0,-11-2-5 16,0 0 6-16,9 3-6 0,-9-2 0 15,6 1 1-15,-3 0-1 0,0 0-5 0,0 1-6 16,0-1-5-16,2 0 10 0,-1 1 1 0,4-1 5 16,-3 0 0-16,4 1 0 0,-1-2 0 0,2 1 11 15,1 0-10-15,-1 0-7 0,1 0 6 0,-2 2-5 16,1-2 16-16,1 1-17 0,-3 1 6 0,1 1 0 15,-2-1-11-15,2 3 11 0,0-1-5 0,0-1-1 16,-1 2 6-16,0 0 6 0,1 0-6 0,-2 0-1 16,2 0 12-16,-3 0-11 0,1 0 6 0,0 0-17 15,1 0 1-15,-1 14 4 0,-1-14 0 0,-1 0 17 16,0 13-1-16,-1-13-4 0,1 10-1 0,-2-10 11 16,-2 13-11-16,1-5 11 0,1-1 5 15,-3 2-22-15,0-1 1 0,0 1-5 0,0 0-5 0,0 2 15 16,0-1-5-16,-22 0 14 0,22 1-4 15,-23 1-1-15,10 1-9 0,-3-2-10 0,0 1 15 16,-3 0-15-16,-1-2 20 0,2 0-10 0,0 0-10 16,-2-1 10-16,2-2 4 0,1 1-4 0,0-1 0 15,2-2-5-15,2 0-10 0,2-1 15 0,1-2 5 16,0 0 0-16,2 0 0 0,4 0-10 0,-2-1-5 16,2 0 15-16,1-1-5 0,1 1 10 0,1-1-5 15,1 0-5-15,0 0 5 0,0 0-4 0,0 0 3 16,0 0-9-16,0 0 0 0,0 0-5 15,0 0-5-15,0 0 10 0,0 0-1 0,0 0 1 16,0 0 0-16,0 0-5 0,0 0 10 0,0 0 0 16,0 0 10-16,0 0-10 0,0 0-5 0,0 0 5 15,0 0-5-15,0 0 10 0,0 17-5 0,14-17 9 16,-14 0-9-16,0 15 0 0,11-15-5 0,-11 10-4 16,9-10 14-16,-9 9 5 0,14-9 0 0,-8 10 0 15,4-6-10-15,0-1-5 0,0 2 16 0,2-2-11 16,4 0 15-16,-3 0-10 0,-1-1-10 0,2 0 5 15,-1 1 0-15,1-2 1 0,-1 0 4 0,0 1 0 16,-2-2-5-16,2 0 20 0,0 0-15 0,1 0-4 16,-2 0-1-16,-1 0-9 0,3 0 24 15,-4 0-6-15,1-22-4 0,0 22 0 0,-2-14-9 16,3 14 9-16,-5-15-5 0,1 15 5 0,-1-16-15 16,-2 16 5-16,2-14 20 0,-4 14-15 0,-1-12 15 15,0 7-10-15,-1 1-15 0,-1 0 15 0,0 1 0 16,0 1 9-16,0 2-9 0,0 0-15 0,0-2 0 15,0 2-14-15,0 0 3 0,0 0 16 0,0 0-11 16,0 0 10-16,0 0 11 0,0 0-15 0,0 0 5 16,0 17 0-16,0-17-10 0,0 13 15 0,-15-13-5 15,15 16 0-15,0-16 15 0,0 20-10 0,0-8 10 16,-8-1-5-16,8 3-9 0,0 0 4 16,0 1 1-16,0 1 0 0,0 0 4 0,0 1 1 15,0-2 0-15,0 2 5 0,16-2 0 0,-16-1-5 0,0-2-5 16,13 1 5-16,-13-1-10 0,0-2 10 15,10-1 5-15,-10-3-5 0,0 3 5 0,8-3-10 16,-8-1 5-16,0-1-6 0,5-1 0 0,-5 0 16 16,0-2-16-16,2-1 15 0,-2 1 2 0,0-1-6 15,0 0 15-15,0 0-15 0,0 0 14 0,0 0-20 16,0 0-6-16,0 0 14 0,0-22-13 0,0 22 14 16,0-13-6-16,0 13 0 0,-15-19 10 0,15 9 9 15,0-2 5-15,0-1-1 0,-11 1-11 0,11-2-12 16,0-1-1-16,-8 2-9 0,8-2 5 0,0 1 4 15,-4 0-4-15,4 1 5 0,-3 0-15 0,3-1 6 16,0 2-2-16,0 0-6 0,0-1 5 0,0 2 0 16,0 0 6-16,0 0-2 0,16 1-4 15,-16 1 4-15,0 1-11 0,16 1 6 0,-16 0 9 16,11 1-13-16,-11 0 4 0,12 3-3 0,-12-2-5 16,13 3 9-16,-8-1-2 0,2 2-2 0,0 1 6 15,0 0 6-15,-1 0-4 0,0 0 8 0,0 0-4 16,0 19 1-16,1-19 4 0,-3 15 4 0,2-15 5 15,-3 17 8-15,1-17 9 0,-1 18 7 0,-1-18-5 16,-1 17-7-16,-1-8 5 0,0 0-18 0,0 0 3 16,0 1-4-16,0 0-13 0,-19 1 5 15,19 1-2-15,-20-1 3 0,20 1-9 0,-25-1 1 16,12 0 8-16,-1 0-10 0,1-1 10 0,1-2-1 16,-1 0-31-16,1-2-42 0,3-2-48 0,-2 2-61 15,4-4-19-15,2-2 23 0,2 0 12 0,1 0 37 16,0 0 3-16,2 0-18 0,0 0 33 0</inkml:trace>
  <inkml:trace contextRef="#ctx0" brushRef="#br0" timeOffset="56164.66">3840 12294 456 0,'0'0'9'0,"0"0"6"15,0 0 5-15,0 0-1 0,0 0-9 16,0 0 3-16,15 0-12 0,-15 0 7 0,0 0 1 16,12-14-13-16,-12 14 17 0,10 0-5 0,-10 0 5 15,13-12 13-15,-4 12-9 0,0 0 1 0,0 0-5 16,0-7 1-16,0 7-6 0,1 0 7 0,0 0-5 15,-1 0-16-15,1-4 17 0,-3 4-6 0,1 0 5 16,-1 0 1-16,-2 0-1 0,-1 0 5 16,0 0 6-16,-1 0 5 0,-3 16-5 0,1-16-5 0,-1 0-6 15,0 18-5-15,0-18-10 0,0 20 15 16,0-9 0-16,-17 0 6 0,17 2 3 0,0-1-18 16,-20 2-1-16,20-1-5 0,0-1 5 0,-17-1 0 15,17 0-3-15,-12 0 8 0,12-1-9 0,-7-2 15 16,7-1 5-16,-5 0 5 0,5-2 4 0,-3 0-9 15,3-1 3-15,0 0 6 0,0-1-4 0,0-1 8 16,0 2-2-16,0-4-20 0,0 2 11 0,0-1 7 16,15-1 3-16,-15 0 14 0,0 0 11 0,16 0-11 15,-16 0-8-15,14 0 0 0,-2 0-16 0,-5 0-7 16,5 0 3-16,0-19-5 0,-2 19-7 0,1 0-3 16,-1-13 4-16,0 13-7 0,-2 0 1 15,1-10 3-15,-2 10 2 0,-2-7 6 0,1 7-9 16,-1 0 9-16,-1-6-18 0,0 6-15 0,0-4-37 15,-1 3-87-15,-1 0-28 0,0 1-27 0,0-2 19 16,0-1 19-16,-2 3-17 0,1-2 42 0</inkml:trace>
  <inkml:trace contextRef="#ctx0" brushRef="#br0" timeOffset="56740.45">4375 12024 504 0,'0'0'14'0,"0"0"-4"0,0 0 13 0,0 0 10 15,0 0-14-15,0 0 8 0,0 0-18 0,19 0 0 16,-19 0 1-16,0 0-1 0,0 0-5 0,14 0 1 16,-14-14 0-16,0 14 6 0,17 0 15 15,-17-9-3-15,17 9 5 0,-7 0-5 0,0-9 6 16,3 9-7-16,-1-3 6 0,1 3 0 0,0-4-1 15,1 2 5-15,-2 2 5 0,0-1-4 0,0-1-2 16,-1 1-4-16,-1-1-6 0,-1 1-2 0,0-1-3 16,-1 0-6-16,-1 2-5 0,-1-3 5 0,0 2-10 15,-1 0 6-15,1 1-10 0,-2-2-4 0,0 2 4 16,1 0 4-16,-3-1 4 0,1 1-16 0,-2 0-57 16,0 0-61-16,-1 0-42 0,0 0-31 0,0 0 20 15,0 0 20-15,0 0 43 0</inkml:trace>
  <inkml:trace contextRef="#ctx0" brushRef="#br0" timeOffset="57017.72">4459 12158 534 0,'0'3'12'0,"0"-3"1"0,0 2 0 15,0-2 0-15,17 0-4 0,-17 0-1 0,0 0 10 16,13 0-1-16,-13 0-4 0,11 0 10 0,-11-14 2 16,15 14 11-16,-5 0 0 0,-1 0 1 0,2-11-10 15,-2 11-1-15,2 0 5 0,0-8 0 0,-1 8 5 16,1-6 0-16,-1 6-7 0,1-5-14 16,-1 2 0-16,1 1-15 0,1-1 1 0,-3 0 4 15,2 2-5-15,-2-2 9 0,0 0-22 0,-2 1-43 16,2 1-64-16,-2 0-51 0,-1-2-24 0,-1 2-15 15,0 0 64-15</inkml:trace>
  <inkml:trace contextRef="#ctx0" brushRef="#br0" timeOffset="75454.5">5194 11457 191 0,'-2'0'13'16,"1"0"9"-16,1 1 6 0,0-1 1 0,-1 0 4 16,-1 0-8-16,2 0 8 0,-2 0 2 0,2 0-8 15,0 0 12-15,-2 0-8 0,2 0 8 0,-1 0 0 16,1 0-1-16,-2 0 12 0,2 0 1 0,0 0 17 16,0 0-4-16,0 0-10 0,0 0-6 0,0-11-15 15,0 11-10-15,0 0-8 0,0 0 3 0,0 0-9 16,0-7 1-16,0 7 3 0,0 0-12 15,0-4-5-15,0 3-5 0,14-2-4 0,-14-1 3 0,0-1 6 16,13 1 3-16,-5 0 8 0,4-3-11 16,-1 0 4-16,4 0-8 0,2 0 8 0,3 0 0 15,-3 0-3-15,3 1 12 0,-1 0-17 0,-1 1 8 16,-1 1 0-16,-2 1-5 0,0 1 1 0,-3 0 0 16,-2 1 3-16,0 1-3 0,-1 0 4 0,-2 0 0 15,0 0 0-15,-2 0 4 0,-1 0 4 0,0 0-9 16,-2 0-4-16,1 0 9 0,-1 20-13 0,-2-20 18 15,0 13 3-15,0-13-16 0,0 20 13 0,0-9-9 16,0 0-4-16,0 3 12 0,-20 0-13 0,20-1 6 16,0 1 3-16,-17 1-8 0,17-1 4 0,-11-1 0 15,11 1-8-15,-14-1 9 0,14 0 4 0,-11-1-8 16,5 0 4-16,0 0 0 0,1 0-1 0,-1-1 5 16,2-1 4-16,0 0-13 0,2-1-4 15,0-1 9-15,0 0-9 0,1-2 8 0,1-1 1 16,0 0-10-16,0-1 8 0,0-1-3 0,0-1 4 15,0 1 0-15,0-1-9 0,0 0 18 0,15-1-8 16,-15 2 9-16,0-1 1 0,16 0-10 0,-16-2 13 16,11 1-9-16,-3-1 4 0,0 1 0 0,2-1-4 15,-1 0 13-15,3 0 8 0,1 0 9 0,0 0 14 16,1 0-1-16,-1 0 14 0,2-17-6 16,-1 17-9-16,-1 0-6 0,-1 0-13 0,0-12-9 0,-1 12 4 15,-2 0-8-15,-3-8-11 0,0 8 6 16,1 0-6-16,-4 0 2 0,-1-4-3 0,0 4 2 15,-1-2-5-15,0 2 4 0,-1-1 6 0,0 1-5 16,0 0 0-16,0 0-1 0,0 0-1 0,0 0-8 16,0 0-35-16,0 0-53 0,0 0-75 0,0 0-66 15,0 0 2-15,0-1 8 0,0 0-10 0,0-1 70 16,0 0 35-16</inkml:trace>
  <inkml:trace contextRef="#ctx0" brushRef="#br0" timeOffset="75941.72">6089 11360 173 0,'7'-2'6'0,"0"0"9"0,-3 2 6 0,-1-2 14 16,-1 1-1-16,3-1 0 0,-4 2 12 0,-1 0-9 15,0 0 0-15,0 0-5 0,0 0-12 0,0 0-1 16,0 0 3-16,0 0-5 0,0 0-3 0,0 17-10 16,-15-17 1-16,15 0 8 0,0 17 4 0,-14-17 4 15,14 16-4-15,-12-7-8 0,4-1-1 0,1 4 5 16,-5-2 0-16,3 2 6 0,-2 0 0 16,-3 1-9-16,2 0 0 0,-1 1-4 0,-1 1 4 15,2 0 0-15,0-1-5 0,0 1-5 0,2-1-10 16,0 1 6-16,1-2 9 0,2-1 0 0,1 0 5 15,-1-1-5-15,2-1 0 0,1-1 6 0,1-2-1 16,1 0-4-16,1-2 5 0,1 0 9 0,0 1-4 16,0-3 19-16,0-1-14 0,0 1 4 0,0-2-5 15,0 1 0-15,20 0 4 0,-20 1-14 0,0-3 9 16,16 0-5-16,-16 2 1 0,13-2 4 0,-13 0-8 16,19 0-1-16,-8 0 0 0,1 0-5 15,1 0 8-15,2 0-4 0,-2 0-5 0,2 0 0 16,-3 0-4-16,-2-14 5 0,1 14-5 0,-2 0-5 15,-1 0 1-15,-1 0 0 0,1-11 13 0,-1 11-5 16,-2 0 9-16,2-7-9 0,0 7-56 0,-2-4-27 16,-1 1-62-16,0 1-26 0,-1-1 18 0,-1 0-9 15,1 0 3-15,-1-1 31 0</inkml:trace>
  <inkml:trace contextRef="#ctx0" brushRef="#br0" timeOffset="76262.35">6202 11426 535 0,'0'-1'21'16,"0"-1"14"-16,0 2 4 0,0 0 25 0,0 0-22 15,0 0-23-15,0 0 2 0,-14 0-36 0,14 0 5 16,0 0 10-16,0 0-5 0,0 0 10 0,0 0-5 15,-9 16-5-15,9-16 5 0,-7 0 4 0,3 18-9 16,0-18 15-16,1 17 0 0,0-6 10 0,-1 2 15 16,0 1-10-16,1 3 1 0,-2 1-10 0,2 2 0 15,1 0 10-15,-1 3-5 0,1 0-3 0,0 3-10 16,0 0 1-16,2 0-4 0,-1 2 0 16,1-1 10-16,0 1-13 0,0 0 8 0,0-4-36 15,0-2-35-15,18-2-26 0,-18-1-33 0,0-3 3 16,0-3-1-16,14-2-12 0,-14-3-9 0,0 2 30 15</inkml:trace>
  <inkml:trace contextRef="#ctx0" brushRef="#br0" timeOffset="77623.38">5225 12119 210 0,'0'2'14'0,"0"-2"2"0,0 1 10 0,0-1 13 15,0 0-9-15,0 0 6 0,0 1-4 0,0-1-4 16,0 0 8-16,0 0 1 0,0 1-1 0,0-1 4 15,0 0 0-15,0 0-9 0,0 0 5 0,0 0 3 16,0 1-8-16,0-1 15 0,0 0-5 0,0 0-1 16,0 0 6-16,0 0 1 0,0 0 2 0,0 0 2 15,0 0-2-15,0 0-4 0,0 0 7 16,0 0-12-16,0 0-2 0,0 0-9 0,0 0-5 16,0 0-4-16,0 0 4 0,0 0-12 0,0 0 3 15,0 0-7-15,0 0-4 0,0 0 4 0,0 0-3 16,0 0 10-16,0 0-10 0,0 0 7 0,0 0-6 15,0 0-6-15,0 0 1 0,0 0 4 0,0 0-1 16,12 0 6-16,-12 0 0 0,13 0-10 0,-3 0 9 16,1 0-7-16,-2 0-4 0,3 0 13 0,1 0-17 15,0 0 10-15,3 0 3 0,0 0-4 16,0 0 4-16,0 0-4 0,1 0-3 0,0-13-3 0,-1 13-1 16,1 0-2-16,-2 0 6 0,1 0-3 15,2 0 7-15,-2-8-1 0,1 8-3 0,-2 0 7 16,2 0-10-16,-1-5 6 0,2 5-1 0,0-2-4 15,0 2 0-15,-1-1 3 0,2-1 2 0,2 1-4 16,-3 0 5-16,2 0-4 0,1 0-2 0,-2 1 5 16,3-1-3-16,0 1-6 0,0-2 4 0,-1 2 0 15,1-1 5-15,2 1-1 0,-2 0 1 0,3 0 2 16,-3 0 1-16,3 0-2 0,-2 0 1 0,2 0-5 16,3 0 2-16,-3 0-1 0,1 0 7 0,-3 0 2 15,1 0-10-15,0 0 11 0,-3 0-12 16,-2 0 3-16,1 0 5 0,-2 0-6 0,-2 0-2 0,-1 0 2 15,-2-13-4-15,-2 13 5 0,1 0-2 16,-2-10 0-16,-2 10-1 0,1 0-1 0,-2-9 0 16,-2 9 0-16,-1-5-1 0,-1 5 3 0,1-2-1 15,-3 2 0-15,1 0-1 0,-2 0 0 0,0 0-4 16,0 0-7-16,0 0-13 0,0 0-26 0,0 0-34 16,0 0-27-16,0 0-40 0,0 0-29 0,0 14 6 15,0-14-13-15,0 0 3 0,0 0 17 0,0 12 37 16</inkml:trace>
  <inkml:trace contextRef="#ctx0" brushRef="#br0" timeOffset="84554.25">5558 12397 128 0,'3'0'1'16,"-2"0"14"-16,0 0 5 0,0 0 11 0,0 0 15 15,0 0 1-15,0 0 4 0,-1 0-2 0,0 0-8 16,1-13 4-16,-1 13-10 0,2 0 0 0,-2 0 0 16,0 0-13-16,0-7 8 0,0 7 10 0,0 0-2 15,2 0 5-15,-2-4 11 0,0 4-9 16,0-2 8-16,0 0-1 0,0 1-5 0,0 1-1 0,0-2-5 15,0 1 3-15,0 0 2 0,0 1-8 16,0 0-1-16,0 0-4 0,0 0-16 0,0 0 2 16,0 0-6-16,0 0-7 0,0 0 5 0,0 0-8 15,0 0-5-15,0 0 1 0,0 0-9 0,0 0 7 16,0 0 2-16,0 15-2 0,-18-15 4 0,18 11 2 16,-11-11-8-16,11 17 7 0,-14-8 0 0,6 4-7 15,0-1 4-15,0 1-5 0,1 0 5 0,-2 2 3 16,1-1 1-16,0 0 3 0,0 3-7 0,1-3-2 15,0 3 3-15,2-2-1 0,-2 1-6 0,1-1 11 16,1-1-7-16,2 2-5 0,-1-2 17 16,2-1-14-16,-1-1 2 0,2-1 0 0,0 1-9 0,1 0 8 15,0-1 7-15,-1 2 4 0,1-3-4 16,0 2 2-16,0 2-3 0,0-1 0 0,0-1 1 16,0 0-5-16,15-1 0 0,-15-1 1 0,0-1-8 15,13-1 9-15,-13-1 3 0,0 0 2 0,12-2 10 16,-12 1-12-16,10-1-4 0,-10-2 2 0,12 1 3 15,-6-1 1-15,2 0 0 0,1 0-1 0,0-3 0 16,0 0 8-16,4 0-3 0,-4 0 5 0,3 0-12 16,1 0 2-16,-2-20-1 0,1 20-14 0,-1 0 17 15,-1-19-11-15,1 19 13 0,-1-12-3 0,-2 12-10 16,-2-12 14-16,-1 12-6 0,1-11 5 0,-2 11-2 16,-1-12-5-16,-1 6-1 0,-2-1 12 0,0 0 6 15,0-2 20-15,0 1 11 0,0-1 0 16,0 0 19-16,0 0-25 0,0 0 3 0,0 2-19 15,-20 0-13-15,20 1-4 0,0 3-11 0,-16-1 7 16,16 1-6-16,-11 0-1 0,11-1-4 0,-12 2 4 16,12-1-3-16,-11 2-1 0,3-2 1 0,3 2-2 15,0 0 4-15,-2 0 1 0,1 1-1 0,-2 0 0 16,2 0-4-16,-3 0-3 0,2 0 6 0,-2 0-7 16,1 0 8-16,-1 15 7 0,0-15-4 0,0 0 2 15,2 12-7-15,-1-12 3 0,0 10-4 0,1-10-2 16,1 12-22-16,-1-3-39 0,2-1-20 0,-3-1-15 15,2-1-22-15,2 0-13 0,0-1-16 16,1 1-22-16,1-4 22 0,0-1 17 0,2-1 10 0,0 0 6 16,0 1-5-16,0-1 31 0</inkml:trace>
  <inkml:trace contextRef="#ctx0" brushRef="#br0" timeOffset="85062.6">5945 12498 316 0,'3'0'-4'0,"-2"0"10"15,0 0-1-15,1 0-2 0,-2 0 7 0,0 0 0 16,0 0 5-16,0 0 3 0,0 0-4 0,0 0-4 16,0 0-4-16,0 0 3 0,0 16-5 0,-13-16 4 15,13 0 4-15,0 13-7 0,0-13 3 0,0 12-12 16,-10-12-1-16,10 15 9 0,0-7 8 0,0 1-4 16,-7 0-1-16,7 1-17 0,-6 0-4 15,2-1 22-15,-1 3-4 0,0-3 9 0,-1 1 0 16,2 1-9-16,-1-1 4 0,3 0 6 0,-3-2-5 15,2-1-10-15,1-2-7 0,-1 2 9 0,1-1 1 16,0-1-1-16,0 1 9 0,1-2-5 0,1 2 10 16,0-1-1-16,0 0-8 0,0-1 13 0,0 0-4 15,0 0 4-15,0-2 13 0,0 1-22 0,0-1 5 16,18 0 0-16,-18 1-9 0,0 0-1 0,17-1-11 16,-17-1 12-16,11 1 5 0,-11-1 6 0,12 2-5 15,-12-3-18-15,15 0 6 0,-7 0 0 0,0 1 0 16,2-1 12-16,1 0-18 0,0 0 6 0,-1 0 11 15,-1 0-11-15,-1 0 12 0,-1 0-1 0,1 0-39 16,-4 0 1-16,1 0-24 0,-2-16-35 16,0 16 16-16,1 0-22 0,-2 0-47 0,0-12 25 15,2 12 15-15</inkml:trace>
  <inkml:trace contextRef="#ctx0" brushRef="#br0" timeOffset="85434.44">6042 12521 396 0,'0'0'18'0,"0"0"11"0,0 0 8 16,0 0 10-16,0 0-19 0,0 0-13 0,0 0-6 15,0 0-13-15,0 0-1 0,0 0 4 0,0 0 1 16,0 0 4-16,0 0 0 0,0 20 5 0,0-20-4 16,0 0 3-16,0 22 10 0,0-22-9 0,0 20 9 15,0-7 6-15,0 1-3 0,0 3 10 0,0-1-14 16,0 0-6-16,0 3 6 0,0 0-1 0,0 1 5 16,0 0-6-16,0 0 0 0,0-2-11 0,0 3 0 15,0 1 6-15,0-2-5 0,0-3 13 16,16 0 2-16,-16 0-6 0,0-4-10 0,0 0-8 15,0-2 4-15,9-1 0 0,-9-1 10 0,0-1 9 16,0-2-15-16,7 1-3 0,-7-1-47 0,0-1-60 16,0-2-26-16,0-1-27 0,0 0-29 0,0-1 50 15</inkml:trace>
  <inkml:trace contextRef="#ctx0" brushRef="#br0" timeOffset="87454.22">6878 11702 216 0,'0'0'-4'0,"0"0"-11"0,0 0 7 0,0 0 1 0,0 0 4 16,-16 0 14-16,16 0-10 0,0 0 5 16,-16 0 1-16,16 0-3 0,-13 22-2 0,13-22-3 15,-17 0 2-15,10 22 10 0,0-22 5 0,0 20-17 16,0-8 8-16,-1 1-1 0,5 1 0 0,-2 0 17 15,-1 3-7-15,1-2 2 0,-2 1 10 0,2 0-2 16,0 0-7-16,1 0-5 0,-2 0-9 0,0-1 7 16,4 0 5-16,-1 0-1 0,3 1 0 0,-2 1-9 15,0-1 12-15,2-1-5 0,0 0-3 0,0-1 7 16,0 0-13-16,0 1 0 0,0 1 13 0,0-3-5 16,0 1 0-16,0 0 0 0,0-1-4 15,0 0-1-15,19-1-3 0,-19 0 7 0,0-1-7 0,0 0-1 16,12-1 4-16,-12 0-8 0,0-1 0 15,11-1 0-15,-11-1-4 0,7-1 4 0,-7 0 5 16,4 0-5-16,-4-1 0 0,0-1 0 0,0-1 0 16,3 2-5-16,-1-3-8 0,1 1-25 0,0 1-14 15,-1-3-19-15,1 2-28 0,2 0-17 0,0-2 4 16,-4 1 23-16</inkml:trace>
  <inkml:trace contextRef="#ctx0" brushRef="#br0" timeOffset="87847.96">6942 12102 478 0,'0'0'-5'0,"0"6"5"0,0-6-4 0,0 0 4 15,0 0 1-15,15 0 3 0,-15 0 0 0,16 0 0 16,-3 0 9-16,-1 0-12 0,4 0 8 0,1-15 4 16,0 15-9-16,-1 0 5 0,2-11-5 0,-2 11-13 15,0 0 5-15,-4-11 4 0,2 11 0 0,-4 0-5 16,1-7-24-16,-4 7-38 0,0-4-45 0,-1 4-11 16,0-3 24-16</inkml:trace>
  <inkml:trace contextRef="#ctx0" brushRef="#br0" timeOffset="88350.56">7377 11847 486 0,'2'-5'5'0,"1"2"0"0,-1-1 0 16,0 1 10-16,0-2 4 0,1 1 0 0,-1 2 8 0,-2-1-13 15,0 3-5-15,2 0 0 0,-2 0-17 16,0 0 17-16,0 0 0 0,0 0 9 0,0 0 25 16,0 0-13-16,0 22 12 0,0-22-25 0,0 17-16 15,0-17 5-15,0 24-6 0,0-9 10 0,0 0 6 16,0 3 4-16,0 0-21 0,0 0 15 0,0-1-5 15,0 3-5-15,11-1 20 0,-11 0-14 0,0-1-6 16,0-3-4-16,0 1-6 0,0-1 11 0,0-1 4 16,0-1 0-16,0-1-4 0,0 0-1 0,0-1 1 15,0-1 4-15,0 0-15 0,0-3-43 0,0 0-37 16,0-2-38-16,0 0-5 0,0-3 6 16,0 0-14-16,0-2 24 0,0 0 19 0</inkml:trace>
  <inkml:trace contextRef="#ctx0" brushRef="#br0" timeOffset="89021.44">7757 11672 448 0,'1'-3'21'0,"0"2"15"0,-1 1 24 15,0-1 21-15,0 1-17 0,0 0-13 0,0 0-26 16,0 0-35-16,0 0 10 0,0 0-5 0,0 0 5 15,0 0 0-15,-19 16-5 0,19-16-5 0,-14 15 5 16,14-15 11-16,-17 20-6 0,17-9 5 0,-18 1-9 16,18 1-1-16,-17 2 1 0,8-1-6 15,2 3 5-15,-1-2 11 0,0 5 1 0,2-3 4 0,1 2-5 16,1 0-18-16,0 1 6 0,0 0 10 16,0-2-4-16,3 2 15 0,-2-1-10 0,3 2 4 15,0-2 1-15,-2-2-10 0,2 0 5 0,0-2-11 16,0 0 1-16,0-2 5 0,0-2 5 0,0 0 5 15,0-2 5-15,0 0 5 0,15-2-4 0,-15-1 8 16,0-2 6-16,0 0 3 0,14 0-4 0,-14-2-4 16,17 0-6-16,-7-2-9 0,-1 1 9 0,2-1-10 15,0 0 5-15,1 0 3 0,1 0-21 0,-3 0 1 16,1 0-1-16,0 0-9 0,-1-18 19 0,0 18-2 16,1 0-7-16,-4-13 16 0,0 13-3 15,-2 0 18-15,3-14 10 0,-4 14 16 0,1-11 24 16,-2 11-3-16,-1-11 10 0,2 5-9 0,-4-1-9 15,2 3 1-15,-2-1-9 0,0-2-16 0,0 2-14 16,0 0-11-16,0-2-10 0,0 3-7 0,-19-2-5 16,19 3-3-16,0-2-7 0,-23 2 7 0,23 1 5 15,-23 0 2-15,10 2 1 0,-1 0-2 0,-2 0-5 16,-1 0-2-16,0 0 10 0,1 0-7 0,1 18 4 16,2-18-6-16,2 0-33 0,0 14-36 0,3-14-35 15,0 0-42-15,5 12-6 0,-2-12 11 0,1 0-5 16,2 6 8-16,-2-6 7 0,3 0 4 0,0 0-7 15,1 0 3-15,0 0 32 0</inkml:trace>
  <inkml:trace contextRef="#ctx0" brushRef="#br0" timeOffset="89682.73">7926 11665 58 0,'0'0'-4'0,"0"0"3"15,0 0 2-15,0-13-1 0,0 13 4 16,0 0 5-16,0 0 3 0,0 0 6 0,0 0 15 15,14 0 0-15,-14 0 14 0,0 0 4 0,10 0-9 16,-10 0-6-16,10 0-8 0,-10 0-4 0,11 0-1 16,-6 0 0-16,2 0 3 0,-1 16-3 0,2-16 11 15,1 13-3-15,-2-13-13 0,0 16 7 0,2-8-16 16,0 2 13-16,-2 0 4 0,3 2 2 0,-1 1 11 16,0 0-13-16,-2 2 2 0,3 1-6 0,-2 0-21 15,-1 1 1-15,-1 2 10 0,1-1-17 0,-3 0 10 16,0 1 10-16,0 2-27 0,-3-2 22 0,0 2-1 15,-1-1-20-15,1 2 20 0,-1 0-10 16,0 1 10-16,0-1 0 0,0-1-5 0,0 1 5 0,-16 0-15 16,16 0 11-16,0 0-1 0,-18-2 1 15,18 1-1-15,-14-2-4 0,14-1 5 0,-14-1-14 16,14-1 24-16,-13-1 15 0,7-3-1 0,1 2 29 16,-2-4-11-16,2 0-2 0,0 0-16 0,0-1-10 15,0-1-13-15,0-2-8 0,-1 1 7 0,1-1-9 16,1 0 5-16,-1 0-1 0,-1-1 10 0,2-1-2 15,1 0-3-15,0-2-18 0,1-1-43 0,0 2-51 16,2-2-33-16,-1-1-1 0,1 0 7 16,-1 0 21-16,1 0-14 0,0 0-6 0,0 0 28 0</inkml:trace>
  <inkml:trace contextRef="#ctx0" brushRef="#br0" timeOffset="90373.36">8484 12033 346 0,'0'0'4'16,"0"0"-8"-16,0 0 9 0,0 0 4 0,0 0-13 16,0-10 17-16,0 10-17 0,0 0-4 0,0 0 8 15,0 0-4-15,0 0 10 0,0 0 5 16,0 0 3-16,0 0 7 0,0 0-5 0,0 0 8 16,0 0-4-16,0 0 4 0,0 0 8 0,0 0-12 15,0 0 7-15,0 0-4 0,0 0 4 0,0 0 10 16,0 0 7-16,0 0-9 0,0 0 13 0,22 0-6 15,-22 0-20-15,22 0 10 0,-22 0-17 0,28 0-4 16,-28 0 15-16,25 0-6 0,-13 0 1 0,0 0-5 16,3 0-6-16,-4 0 0 0,1 0-4 0,-2 0 8 15,1 0-3-15,-1-13-15 0,-1 13 5 0,-1 0 5 16,0 0-11-16,0 0 10 0,-1 0-10 0,-4-7-19 16,2 7-22-16,-2 0-45 0,1 0-22 0,-1-4-14 15,-3 4-12-15,1 0-13 0,-1 0 12 16,0 0 24-16</inkml:trace>
  <inkml:trace contextRef="#ctx0" brushRef="#br0" timeOffset="90674.1">8489 12201 409 0,'0'3'3'0,"12"-2"10"15,-12 1 5-15,0-2 5 0,9 0 9 0,-9 0 8 16,9 0 4-16,-4 0 4 0,1 0-4 0,4 0-11 16,0 0 6-16,1 0-8 0,1 0 0 0,1 0-1 15,0 0-20-15,-1 0 5 0,-1 0-15 0,-1 0 0 16,-1 0 0-16,-2 0-4 0,0 0 9 0,1 0-20 15,-3 0-16-15,3 0-18 0,-3 0-23 0,0 0-16 16,1-13-2-16,-1 13-6 0,1 0-34 0,-1 0 14 16,2 0 23-16</inkml:trace>
  <inkml:trace contextRef="#ctx0" brushRef="#br0" timeOffset="92809.58">9164 12148 314 0,'0'1'0'0,"0"1"10"0,0-1 0 0,0-1 5 16,0 0-4-16,0 0-6 0,0 0 4 0,0 0-3 15,0 0 2-15,0 0 6 0,0 0-5 0,0 0 4 16,0 0 1-16,0 0 4 0,0 0 3 0,0 0 2 16,0 0 3-16,0 0-21 0,0 0 5 0,0 0 2 15,0 0 2-15,0 0 3 0,0 0 4 0,0 0-12 16,0 0-9-16,0 0 5 0,0 0-5 0,0 0 4 16,0 0 0-16,0 0 0 0,0 0-4 0,0 0-4 15,0 0-1-15,0 0 9 0,0 0-12 0,0 0 4 16,0 0 0-16,0 0 4 0,0 0 8 0,0 0 0 15,0 0 1-15,0 0-13 0,0 0 4 16,0 0-4-16,0 0-1 0,0 0 1 0,0 0 0 16,0 0 0-16,0 0 8 0,0 0 1 0,0 0-5 15,0 0 4-15,0 0-8 0,0 0 8 0,0 0-4 16,0 0 4-16,0 0 0 0,0 0-4 0,0 0 4 16,0 0-4-16,0 0 4 0,0 0-4 0,0 0 1 15,0 0 3-15,0 0 0 0,0 0 4 0,0 0 5 16,0 0 5-16,0 0 5 0,0 0 2 0,0 0-4 15,0 0 9-15,0 0 9 0,0 0 10 0,0 0 5 16,0 0-7-16,0 0-13 0,0 0-10 0,19 0 3 16,-19 0-5-16,0 0 4 0,19 0 0 0,-19 0 3 15,12 0-3-15,-12 0-1 0,12 0 0 16,-12 0-7-16,12 0 2 0,-7 0 1 0,1 0 12 16,-1 0 2-16,1 0-7 0,-2 0 6 0,0 0-13 15,3 0-2-15,-3 0 4 0,-3 0-4 0,3 0-5 16,1 0-7-16,-4 0-1 0,4 0-13 0,-4 0 9 15,-1 0 5-15,2 0-7 0,-1 0-3 0,1 0-39 16,-1 0-60-16,0 0-54 0,-1 0-56 0,2 0-11 16,0 0 33-16,-2 0 1 0,2-8 25 0,-1 8 42 15</inkml:trace>
  <inkml:trace contextRef="#ctx0" brushRef="#br0" timeOffset="93861.75">9895 11669 361 0,'0'-2'0'0,"0"-1"5"16,0 0 9-16,0 1 9 0,0-2-1 0,0 2 4 15,0 0-17-15,0 2-9 0,0-1 1 0,0 1-9 16,0 0 3-16,0 0 5 0,0 0 0 0,-13 0 0 16,13 0 4-16,0 0-4 0,-10 0 7 0,10 16-4 15,-13-16-4-15,13 0 0 0,-15 17-11 16,5-17 11-16,0 17 0 0,-1-9 12 0,-1 2-4 15,2 2-8-15,-1 0 4 0,-2 2-4 0,2-1-1 16,1 1 0-16,1 1 9 0,0 2-10 0,0 0 14 16,0-1-8-16,2 0-7 0,1 2 15 0,1 0-12 15,0 0 17-15,0 0 3 0,2 0-8 0,-1-1-1 16,3 1-9-16,0-1 1 0,1 0-5 0,0-1 12 16,0 0 1-16,0-2-1 0,0 0-5 0,0 0 1 15,0-1-1-15,0-1-7 0,19-1 20 0,-19-1-4 16,0-2 4-16,16 0 18 0,-16-1-12 0,14 0 5 15,-14-1 6-15,15-2-24 0,-8 1 0 16,2-2 5-16,1 0-15 0,-1 1 20 0,3-2-5 16,-2-1-6-16,0 1 6 0,4-1-5 0,-3 0 0 15,2-1-4-15,-1 0-1 0,0 0-10 0,2 0 11 16,-1 0-1-16,2 0 0 0,-1 0 5 0,-2-20-5 16,1 20-4-16,-2 0 9 0,2-17-4 0,-3 17 23 15,-1-14 10-15,1 14-4 0,-1-14 18 0,-2 6-16 16,0 1 0-16,0-1 14 0,-3-1 6 0,1 1 0 15,-3 0 10-15,0 1-10 0,0 0-13 0,-2-2-8 16,0 1-12-16,0 2-5 0,0 0-6 0,0-2-8 16,0 1-3-16,0 0-3 0,0-1-4 0,-22 3 6 15,22-3 6-15,0 1-10 0,-21 0 9 0,21 1 0 16,-14 0-6-16,14 1 11 0,-13 1-6 16,13-2-3-16,-14 1 8 0,6 2-10 0,1-1-8 15,-2-1 6-15,-1 4-10 0,1-3 3 0,-1 4 13 16,-2 0-13-16,-1 0 8 0,1 0-4 0,-4 0 1 15,2 21 10-15,-2-21-6 0,2 16 7 0,-3-16-7 16,4 18-1-16,-1-18 1 0,2 16-4 0,2-16 0 16,1 13 0-16,3-13-3 0,-2 12 5 0,5-12 0 15,-3 10 0-15,3-6 2 0,0 0-5 0,1 0-40 16,1 0-53-16,-1-1-49 0,1 1-45 16,1-1-9-16,0 0 25 0,0-1 20 0,0 1 6 0,0-1 8 15,0-1 27-15</inkml:trace>
  <inkml:trace contextRef="#ctx0" brushRef="#br0" timeOffset="94666.39">10531 11682 461 0,'2'-1'4'0,"0"0"6"0,-1 1-5 15,-1 0 0-15,0 0-13 0,0 0 4 0,0 0 4 16,0 0 3-16,-17 0 17 0,17 23-21 0,0-23 1 16,-23 19 7-16,23-19-25 0,-16 25 25 0,16-10 4 15,-18 2-17-15,9 2 26 0,0 1-8 0,-1 4-3 16,0 5 6-16,1 1-3 0,0 2-5 16,0 3-5-16,-1 1 0 0,1-2-5 0,2-1-1 15,1-5 9-15,1-2 9 0,1-4 3 0,3-5-4 16,0-3 13-16,1-4 7 0,0-4 5 0,0 0 15 15,0-2 13-15,0-1-1 0,0-3-1 0,0 1-6 16,0-1-25-16,15 0-19 0,-15 0-5 0,0 0-7 16,0 0-6-16,0-20-5 0,9 20-8 0,-9-14-8 15,0 14-13-15,0-18-16 0,9 18-6 0,-9-23-6 16,0 11 9-16,3-2 31 0,-3-3-4 16,0 0 10-16,0-1-3 0,0-2-6 0,0-2 14 15,0 1 10-15,0 1 9 0,0 2 5 0,0-1-13 16,0 0 4-16,0 2 1 0,0 1 4 0,0 1 23 15,0 1-9-15,0 0 10 0,0-1-8 0,0 3-10 16,0 0 5-16,0 2 4 0,0-1 7 0,0 2 8 16,0 2 1-16,15 0-11 0,-15 1-6 0,0 1-8 15,10 0-2-15,-10 0-8 0,0 2-1 0,9 0 4 16,-9 1-4-16,7 0 0 0,-7 1-6 0,3 1 1 16,-1 0 0-16,1 0 9 0,-1 0 21 0,-2 0 0 15,5 0 2-15,-3 17 18 0,2-17-5 0,2 17-4 16,0-17 17-16,0 21-23 0,1-8-10 15,0 0 12-15,1 3-17 0,0 1 6 0,0-2 3 0,3 2-14 16,-2 1 4-16,0 2-8 0,0 0-1 16,1 1 10-16,-1 1-8 0,0-1-1 0,2 3 2 15,-3 0-5-15,0 0 0 0,2 0 3 0,1-1-1 16,-2 1-4-16,3-2 11 0,-1-2-2 0,-1-1 11 16,2-4-2-16,-2 0-5 0,-1-3 8 0,1-3-12 15,-3-2-2-15,-1-1 7 0,0-1-10 0,-2 0-2 16,-2-3-30-16,3 0-64 0,-5 0-46 0,2 0-54 15,-2-1-4-15,2-1 32 0,-1 0 30 0,1 0 32 16,0 0-10-16,-2 0-23 0,0 0 19 0</inkml:trace>
  <inkml:trace contextRef="#ctx0" brushRef="#br0" timeOffset="94965.35">10410 12111 498 0,'-11'0'17'0,"0"0"37"0,3 0 10 16,0 0 21-16,3 0 7 0,2-17-20 0,-1 17 0 16,3 0-9-16,1 0-26 0,0-12 2 0,0 12 4 15,0 0 5-15,0 0 10 0,0 0-17 16,0-9-15-16,0 9-16 0,19-5-5 0,-19 1-5 15,18 0 5-15,-5 0-3 0,2-2-3 0,5 0 6 16,2 1-8-16,2-1-2 0,2-1-23 0,3 0-29 16,-1 0-15-16,-1-1-27 0,1 1 9 0,-2 1-10 15,-2 0 9-15,-2 0 22 0,-3 1-17 0,-3 3 10 16,-2-2-12-16,-2 2-14 0,-3 0-29 0,-3 0 29 16</inkml:trace>
  <inkml:trace contextRef="#ctx0" brushRef="#br0" timeOffset="95661.96">9589 12614 519 0,'0'1'-5'16,"0"0"5"-16,0-1 0 0,0 0 6 0,0 0 9 15,0 0 4-15,22 0-4 0,-22-19-1 0,25 19 5 16,-7 0-9-16,3-22 4 0,3 22 0 0,-1-15-9 16,4 15-5-16,-2-17 0 0,2 17-4 0,-3-15 4 15,-1 15 0-15,-2-12 5 0,-3 7-1 0,-2 1-4 16,-2 1 5-16,-4-1-6 0,-2 2-25 0,-1 0-19 15,-3 2-19-15,-1 0-21 0,-3 0 0 0,0 0-18 16,0 0 4-16,0 0 20 0</inkml:trace>
  <inkml:trace contextRef="#ctx0" brushRef="#br0" timeOffset="95833.89">9660 12730 473 0,'0'3'6'0,"0"1"19"0,0-4 15 0,0 0 0 15,27 0-7-15,-27 0-4 0,30-23-14 0,-11 23 11 16,3-17 11-16,3 17-20 0,-1-24 6 0,5 10-7 16,1 1-22-16,0-3 11 0,0 0-1 0,-1 3-20 15,-2 1-10-15,-2-2-37 0,-2 3-39 0,-5 3-30 16,-3 2-31-16,-3 2 31 0</inkml:trace>
  <inkml:trace contextRef="#ctx0" brushRef="#br0" timeOffset="106635.14">9272 12138 91 0,'0'0'-4'0,"0"0"4"0,0 0 8 16,0 0 0-16,0 0-4 0,0 0-3 0,0 0-7 16,0 0-1-16,0 0 15 0,0 0 6 0,0 0-7 15,0 0 4-15,0 0-15 0,0 0-8 0,0 0 12 16,0 0-11-16,0 0 9 0,0 0 2 0,0 0 3 16,0 0 1-16,0 0-1 0,0 0-3 0,0 0-6 15,0 0 13-15,0 0 9 0,0-12 5 0,0 12 3 16,0 0-10-16,0 0-12 0,0 0-1 0,0 0 4 15,0 0-8-15,0 0 11 0,0 0-4 16,0 0-5-16,0 0 4 0,0 0-10 0,0 0 4 0,0 0-8 16,0-5 15-16,0 5 0 0,0 0 0 15,0 0 8-15,0 0-8 0,0 0 5 0,0 0 5 16,0 0-3-16,0 0 2 0,0 0-4 0,0 0-5 16,0 0-7-16,0 0 4 0,0-4 3 0,0 4-3 15,0 0 11-15,0 0-9 0,0 0-3 0,0 0-4 16,0 0-3-16,0 0 7 0,0 0 1 0,0 0 7 15,0 0 0-15,0 0-11 0,0 0 8 0,0 0-4 16,0 0-1-16,0 0 8 0,0 0 0 0,0 0 0 16,0 0 1-16,0 0-5 0,0 0 0 0,0 0-7 15,0 0 6-15,0 0-3 0,0 0-7 16,0 0-1-16,0 0 4 0,0 0 8 0,0 0-12 16,0 0 19-16,0 0-10 0,0 0-13 0,0 0 20 15,0 0-12-15,0 0 1 0,0 0 7 0,0 0-8 16,0 0 3-16,0 0 1 0,0 0 3 0,0 0 5 15,0 0-12-15,0 0 8 0,0 0-4 0,0 0 1 16,0 0 7-16,0 0-8 0,0 0 7 0,0 0-3 16,0 0-8-16,0 0 1 0,0 0-8 0,0 0 7 15,0 0 8-15,0 0-8 0,0 0 4 0,0 0-4 16,0 0 4-16,0 0 4 0,0 0 0 0,0 0-4 16,0 0-4-16,0 0 4 0,0 0 4 0,0 0 0 15,0 0-1-15,0 0 2 0,0 0-17 16,0 0 8-16,0 0-4 0,0 0 0 0,0 0 8 15,0 0-4-15,0 0 8 0,0 0 4 0,0 0 0 16,0 0-5-16,0 0 1 0,-22 0-12 0,22 0 5 16,0 0 3-16,0 0 0 0,0 0 0 0,0 0 5 15,0 0-9-15,0 0 1 0,0 0 10 0,0 0-3 16,0 12 4-16,0-12-7 0,0 0-5 0,0 0-3 16,0 0 4-16,-9 0 7 0,9 0 0 0,0 0 1 15,0 0-1-15,0 0-4 0,0 0 8 0,-5 0-4 16,5 0 0-16,0 0 4 0,0 0-3 0,0 0-1 15,0 0-3-15,0 0 8 0,0 0-5 0,-4 0 2 16,3 6 2-16,0-6-7 0,0 0 0 16,-1 0 3-16,1 0-4 0,-2 3-8 0,0-3 9 15,1 0-1-15,-1 0 0 0,1 2 5 0,0-1-10 16,0-1 9-16,0 0 4 0,0 1-5 0,1-1 1 16,-1 0-12-16,2 0 4 0,-2 0 5 0,2 1-5 15,-2-1 4-15,1 1 3 0,-1-1-3 0,-1 0 5 16,1 2-1-16,0-1-8 0,1 0 8 0,-1-1-8 15,0 1 4-15,-1 0 0 0,3 0 1 0,-2 0-1 16,0 1 0-16,0-2-4 0,0 2 0 16,0-1 4-16,1 0 0 0,-1 0 12 0,-1 0-12 0,2 0-1 15,-2-1 1-15,3 0-3 0,0 0 7 0,-2 0 0 16,2 0-8-16,0 0 0 0,0 0 4 16,0 0 4-16,0 0 8 0,0 0-15 0,0 0 3 15,0 0 4-15,0 0-12 0,0 0 16 0,0 0-4 16,0 0-4-16,0 0 1 0,0 0-1 0,0 0-4 15,0 0 0-15,0 0 12 0,0 0 0 0,0 0-4 16,0 0 8-16,0 0-11 0,0 0 11 0,0 0 5 16,0 0-4-16,0 0 4 0,0 0-8 0,0 0-5 15,0 0 0-15,0 0 13 0,0 0-13 0,0 0 8 16,0 0-4-16,0 0-12 0,0 0 4 0,0 0-4 16,0 0 0-16,0 0 4 0,0 0-4 0,0 0 4 15,0 0 0-15,0 0 4 0,0 0-8 16,0 0 12-16,0 0-8 0,0 0-8 0,0 0 20 15,0 0-20-15,0 0 5 0,0 0 7 0,0 0-8 16,0 0 8-16,19 0 4 0,-19 0 0 0,0 0-4 16,0 0 0-16,0 0-4 0,13 0 0 0,-13 0 8 15,0 0-3-15,10 0 7 0,-10 0-4 0,7 0-8 16,-7 0 13-16,8 0-5 0,-5 0 9 0,0 0 5 16,-1 0-13-16,1 0 4 0,0 0-8 0,0 0 5 15,1 0 0-15,-2 0-5 0,1 0 0 0,1 0 4 16,1 0-9-16,1 0 5 0,-3 0 5 0,1 0-10 15,-1 0 10-15,1 0-6 0,-2 0 1 0,1 0 0 16,-1-11-10-16,1 11 9 0,1 0-3 16,2 0-1-16,-4 0 23 0,2 0-22 0,-2 0 4 15,2 0 4-15,-1 0-8 0,-2 0 8 0,1 0 5 16,-2-6-19-16,2 6-5 0,-1 0 15 0,-1 0-14 16,0-3 4-16,2 3 1 0,-2 0 4 0,0-2 0 15,0 2 9-15,1 0 5 0,2 0-18 0,-2-1 4 16,2 1 0-16,-2-1-4 0,1 1 8 0,2 0-4 15,-2 0-9-15,-1 0 13 0,1 0-4 0,0-1 4 16,0 1 10-16,-2 0-14 0,1 0 0 16,1-1 5-16,-1 1-10 0,1 0 1 0,-1-1 4 0,1 1-4 15,0 0 4-15,1 0 0 0,-2 0 0 16,2 0 0-16,-2 0 4 0,1 0 5 0,0 0-14 16,1 0 5-16,-2-1-4 0,0 1-1 0,0 0 5 15,0 0-4-15,-1 0 9 0,2 0-10 0,0 0 5 16,-2 0 9-16,1 0-9 0,1 0 4 0,-2 0 6 15,2 0-19-15,-2 0 13 0,0 0-9 0,4 0-9 16,-3 0 19-16,0 0-14 0,0 0 14 0,2 0 4 16,-2 0-9-16,2 0 5 0,0 0-6 0,-2 0 1 15,2 0 5-15,0 0-14 0,0 0 13 0,-1 0-8 16,1 0 9-16,0 0 8 0,0 0-17 16,-2 0 13-16,0 0-13 0,1 0-1 0,0 0 5 0,-2 0 0 15,0 0-9-15,0 0 9 0,0 0 0 16,0 0-5-16,0 0 15 0,2 0-6 0,-1 0-3 15,-1 0 3-15,2 0-4 0,2 0-9 0,-2 0 9 16,2 0 0-16,-1 0 0 0,0 0 4 0,-2 0 1 16,2 0-5-16,-2 0 0 0,0 0 9 0,0 0-8 15,0 0-1-15,0 0 8 0,-1 0-8 0,1 0 0 16,0 0 0-16,-1 0-4 0,0 0-5 0,0 0 18 16,0 0-14-16,0 0 1 0,0 0 13 0,0 0-18 15,0 0 23-15,0 0-19 0,0 0 5 0,0 0 0 16,0 0 0-16,0 0 9 0,0 0-18 0,0 0 14 15,0 0-4-15,0 0 3 0,0 0 0 0,0 0 5 16,0 0-9-16,0 0 1 0,0 0 17 16,0 0-13-16,0 0 8 0,0 0 1 0,0 0-1 15,0 0-8-15,0 0-4 0,0 0 3 0,0 0-8 16,0 0 9-16,0 0-1 0,0 0-4 0,0 0-8 16,0 0 3-16,0 0 5 0,0 0-9 0,0 0 4 15,0 0-48-15,0 0-23 0,0 0-24 0,0 0-38 16,0 17-38-16,0-17 4 0,0 0 32 0</inkml:trace>
  <inkml:trace contextRef="#ctx0" brushRef="#br0" timeOffset="129505.95">3591 14534 150 0,'0'-3'22'0,"0"1"2"15,0-1 19-15,0 1 15 0,0 0-13 0,0-1 0 16,0 0-9-16,0 1-10 0,0 0 5 0,0-2 0 15,0 3 0-15,0-2 5 0,0 0-5 16,0 1-1-16,0 0 1 0,0-1 5 0,0 0-10 16,0 2 6-16,0-2-10 0,0 1-4 0,0-1-1 15,0 1 6-15,0 1 5 0,0 1-16 0,0-3 11 16,0 0 4-16,0 3-9 0,0-2 4 0,0-1 0 16,0 0-15-16,0 0 10 0,0-1 11 0,0 2 0 15,0-3 1-15,0 4 8 0,0-3 0 0,0 2-6 16,0 0 18-16,0 0-13 0,0 1 7 0,0-1-5 15,0 1-10-15,0 1 7 0,0 0-17 0,0 0 2 16,0 0-10-16,0 0-9 0,0 0-5 0,0 0 3 16,0 0-10-16,0 0 7 0,0 0 0 0,0 0-9 15,0 0 3-15,0 0 4 0,0 0 5 0,0 0-4 16,0 0 5-16,0 15-6 0,0-15 4 16,0 0 1-16,0 15 8 0,0-15-4 0,0 16-4 15,-18-5 12-15,18 1-6 0,0-1 4 0,0 2-12 16,-13 0-2-16,13 1 1 0,0 0-1 0,-15 1 10 15,15-1-1-15,-9 2 0 0,9-1 1 0,-8 0 2 16,8 2 7-16,-7 0 0 0,3-1-4 0,1 2 5 16,-1 1-13-16,0 1 6 0,0 0 3 0,1 1-6 15,-3 1 6-15,3-2-13 0,0 2 6 0,2-1-2 16,0-2-13-16,1 1 23 0,-1-1-9 0,1 0-6 16,0-2 11-16,0-2-5 0,0 0-8 0,0-1 12 15,0 0-2-15,0-3-4 0,18 0 9 0,-18-2 5 16,0 0-4-16,14-2 2 0,-14 0 1 15,15-2-7-15,-5-3 10 0,1 2-15 0,2 0 7 16,0-2 5-16,3-1-4 0,0-1 4 0,2 0-4 16,-2 0-1-16,3 0-7 0,-1 0 6 0,-2 0-3 15,2-15-8-15,-4 15 9 0,2 0-1 0,-3 0-5 16,-1-15 4-16,2 15-6 0,-4-14-9 0,1 6-19 16,-2-1-27-16,-2 0-34 0,0-1-47 0,-2 0-23 15,0-2-19-15,-3 0-4 0,1 1 16 0,-2-2-21 16,0 0-12-16,-1-2 39 0</inkml:trace>
  <inkml:trace contextRef="#ctx0" brushRef="#br0" timeOffset="129972.54">3385 14104 839 0,'0'-8'36'16,"0"1"37"-16,0-1 14 0,0 0 0 0,0 0-35 16,0-2-39-16,0 3-14 0,0-3 0 0,0 4-4 15,0-2-4-15,15 2-5 0,-15 0-38 0,0 1-42 16,0 3-40-16,14 1-30 0,-14 1-55 0,0 0 21 16,9 0 45-16</inkml:trace>
  <inkml:trace contextRef="#ctx0" brushRef="#br0" timeOffset="130742.71">4091 14732 391 0,'0'-2'5'0,"0"1"6"15,0 1 19-15,0 0 5 0,0 0 0 16,0 0 5-16,0 0-25 0,0 0-5 0,0 0 0 16,0 0-4-16,0 0-1 0,0 0 9 0,0 0 1 15,0 0 10-15,0 14-1 0,0-14 0 0,0 0-4 16,0 14-4-16,0-14 4 0,0 15 1 0,0-4 11 16,0 2-20-16,0 1 10 0,0 0-15 0,0 3 1 15,0 3 16-15,0-1-26 0,0 3 27 0,0-2-4 16,0 3 7-16,0 0 17 0,0 1-12 0,0-3-17 15,0-1-14-15,0 1 8 0,0-3-1 0,0-2 15 16,0 0 1-16,0-2-12 0,0-1-4 0,0 1-5 16,0-2 0-16,0-1 0 0,0-2 1 0,0-1-5 15,0 2 6-15,0-5-2 0,0 2-5 16,0-2 1-16,0-2-17 0,0 0-30 0,0 1-31 16,0-3-51-16,-15-1-18 0,15 0 5 0,0 0 1 15,0 0 10-15,-8 0 3 0,8 0 27 0</inkml:trace>
  <inkml:trace contextRef="#ctx0" brushRef="#br0" timeOffset="131058.14">4032 14769 533 0,'0'-2'10'0,"0"-1"19"0,0 2 16 0,0-1 4 15,0 0-15-15,0 2-19 0,0 0-10 0,0 0-4 16,0 0-1-16,0 0 0 0,0 0 10 0,0 0 0 16,0 0 11-16,0 22 0 0,0-22-4 0,-14 20 1 15,14-20-1-15,-11 24 0 0,11-8-5 0,-15 0 0 16,5-1 5-16,0 1-5 0,1 2-11 15,-2-3 6-15,2 0-15 0,0 0 10 0,-1-1-6 0,2-3-24 16,0 0-13-16,2-3-28 0,1 0-31 16,0-4-13-16,2 2-55 0,1-4 6 0,1-2 44 15</inkml:trace>
  <inkml:trace contextRef="#ctx0" brushRef="#br0" timeOffset="131675.76">4599 14801 731 0,'-12'0'5'0,"12"8"-5"0,0-8 0 16,0 0-5-16,0 0 0 0,0 0 10 16,0 0 0-16,0 0 5 0,0 0-5 0,23 0-10 15,-23 0 0-15,18 0 10 0,-4-13 5 0,2 13 0 16,2 0 10-16,2-12-30 0,0 12 5 0,2 0 5 16,0-9-10-16,-1 9 26 0,-2-6-21 0,-3 6-5 15,1-2 20-15,-5 2-14 0,0 0 24 0,-4-3 6 16,-2 3-11-16,-2 0 6 0,-1 0-20 0,-3 0 4 15,0 0 1-15,0 0-5 0,0-1-1 0,0 1-6 16,0 0-46-16,0 0-29 0,0 0-65 0,0 0-62 16,0 0 35-16</inkml:trace>
  <inkml:trace contextRef="#ctx0" brushRef="#br0" timeOffset="131906.74">4628 15017 949 0,'0'5'11'0,"0"-5"6"0,0 0 11 0,16 0 16 15,-16 0 1-15,15 0-7 0,-15-22-7 0,21 22-6 16,-9-18-12-16,4 18 1 0,-1-16 0 0,2 16-21 16,0-16-2-16,2 16 0 0,-1-13 3 0,2 13 6 15,0-12 3-15,0 12-5 0,1-9-3 16,-1 4-5-16,0 1-23 0,-1 1-39 0,-1-1-34 15,-2 1-16-15,1-1-3 0,-3 2-19 0,-3 1-50 16,-1-1 27-16</inkml:trace>
  <inkml:trace contextRef="#ctx0" brushRef="#br0" timeOffset="138074.01">5359 14107 167 0,'0'0'-4'0,"0"0"5"0,0 0 12 0,0-3 2 16,0 3 23-16,0-4 5 0,19 2 2 0,-19 1 4 15,0 0-15-15,12-2 4 0,-12 3-18 0,12-2 3 16,-12 0-3-16,15 1-10 0,-8 0 5 0,1-2 4 16,1 2-4-16,-1 1-1 0,1-1 5 15,0 1-28-15,0-1 19 0,0 1-5 0,-2 0-5 16,4 0 18-16,-4 0-22 0,0 0 18 0,0 0-4 16,0 0-15-16,-2 0 14 0,-1 0-18 0,1 0 4 15,-2 16 19-15,1-16-9 0,-1 0 4 0,-1 15 6 16,1-15-20-16,-1 14 9 0,0-5-9 0,-2 1 5 15,0 0 0-15,0 1 5 0,0 1 10 0,0-2-15 16,0 2 5-16,0 2-10 0,0-3-5 0,-17 2 10 16,17-1-6-16,0 0 17 0,0-1-6 0,-16 2-5 15,16-3 10-15,0 1-15 0,-12-1 5 0,12 1 0 16,0 0 0-16,-7-3 0 0,7 0 0 0,-3 1 0 16,3-3 0-16,0-1-5 0,0 0 5 15,0-1 0-15,0 0 5 0,0-3 0 0,0 0-5 0,0 1-5 16,0-1 5-16,0 0 5 0,0-1-5 15,0 0 5-15,0 0-10 0,0 0 0 0,0 0 10 16,0 0 10-16,0 0-9 0,0 0 4 0,13 0 1 16,-13 0-11-16,0 0 20 0,12-14-9 0,-12 14-5 15,11 0 5-15,-4-10-4 0,2 10 16 0,0-10 0 16,0 4 11-16,3-2 0 0,0 1-10 0,0 0 4 16,1 0-4-16,-1-1-15 0,0 0 20 0,0 3-10 15,-1-2-13-15,1 1 10 0,-4 2-20 0,2-1 3 16,-3-1 16-16,1 3-10 0,-2-2-5 0,-1 1 5 15,0 2-20-15,-1-1 19 0,1 1 0 0,-3 0 1 16,0 2 0-16,-1-1-14 0,1 1 15 16,-2 0-22-16,0 0-18 0,0 0-24 0,0 0-43 15,0 0-11-15,0 0-40 0,0 0-54 0,0 0 33 16</inkml:trace>
  <inkml:trace contextRef="#ctx0" brushRef="#br0" timeOffset="138706.39">6018 14091 418 0,'2'-2'10'0,"-2"2"24"0,0 0 9 0,0 0 6 16,0 0 0-16,0 0-20 0,0 0-5 0,0 0 5 16,0 0 1-16,0 0-11 0,0 0-3 0,0 0-11 15,0 0-5-15,-14 0-10 0,14 0 5 0,0 0 5 16,-13 0-10-16,13 0 15 0,-16 15-5 0,7-15 0 16,-1 0 5-16,2 16-10 0,0-16 0 15,2 14 5-15,-4-14-4 0,2 15 14 0,1-7 0 16,0 0-5-16,-3 0-9 0,3 2-6 0,-3 1 10 15,-1-1 1-15,3 1 4 0,1-1-5 0,0 2 1 16,2-1-12-16,-3 0 17 0,2-3-1 0,3 0-15 16,-1 0 9-16,1-1 1 0,1 0 0 0,1 0 0 15,1-2-6-15,0 2 6 0,0 0 0 0,0 0 11 16,0 0-1-16,0 0-10 0,0-1 0 0,21 1 5 16,-21-1 0-16,0 0-5 0,22-2 10 0,-22-1-5 15,17 1 5-15,-7-2-10 0,0 0 11 0,-1-2-16 16,0 0-4-16,3 0 19 0,2 0-8 0,-2 0 14 15,1 0 6-15,0 0 1 0,0-20 0 0,3 20 12 16,-1 0 0-16,-3-20 6 0,-1 20 1 16,1-14-6-16,-1 14 7 0,-3-17 5 0,-1 17-8 15,1-12 10-15,-3 4-6 0,0 3-3 0,-1-3 7 16,0 2-15-16,-1-2-3 0,-3 1 0 0,2-4-4 16,-2 2 8-16,0 0-2 0,0 0 2 0,0-3 9 15,0 4 8-15,0-1 8 0,0 1-13 0,-22-1-15 16,22 2-20-16,0 1-12 0,-19-1-3 0,19 1 1 15,-18 1 1-15,9 0-4 0,0 0-14 0,1 1-16 16,-4 1-31-16,4-1-19 0,-2 2-28 0,1 0-20 16,0-2-5-16,2 3-7 0,1 1 8 15,0-2 19-15,3 0-2 0,-1 2-9 0,2-1-39 16,1 1 1-16,1 0 39 0</inkml:trace>
  <inkml:trace contextRef="#ctx0" brushRef="#br0" timeOffset="139251.23">6321 14151 315 0,'3'0'23'16,"1"0"2"-16,1-16 10 0,-2 16-1 0,2 0-23 15,-1 0 13-15,0-13-18 0,-1 13 14 0,1 0 0 16,-2-8-9-16,1 8 8 0,-1 0-4 0,-2 0 4 16,0 0-14-16,0 0 4 0,0 0-8 0,0 0-6 15,0 0 10-15,0 0 5 0,0 0-5 0,0 0-9 16,0 0 19-16,0 18-11 0,-19-18 6 0,19 13 9 16,-16-13-19-16,16 19 4 0,-15-8 1 0,6 1-5 15,-1 1 4-15,-1 1-4 0,2-3 16 0,0 3-6 16,2-3 6-16,0-1-5 0,0 3-6 0,2-3 6 15,-1 0-11-15,3-1 5 0,2 2-5 16,-2 1 10-16,2-3 6 0,1 4 5 0,0-3-16 16,0 1 5-16,0-2 0 0,0 1-5 0,0-3 5 15,23 0-10-15,-23-1 1 0,15 0 0 0,-15-2 4 16,20 0-5-16,-7 0 1 0,0-3-1 0,1-1 11 16,-1 0 6-16,1 0 4 0,1 0 1 0,0 0 6 15,0 0 5-15,-1 0-15 0,1-22 2 0,-2 22-6 16,0-16 10-16,1 16 10 0,-3-20 16 0,0 20 4 15,-1-21 1-15,-3 8 6 0,0 4-1 0,-1-1-1 16,-3 0-4-16,-1 0-6 0,-1 1-11 0,-1-2-4 16,0 0 5-16,0 1 4 0,0-1 0 15,0 0-2-15,-24 0-19 0,24-1-10 0,-21 3-11 0,21-2-8 16,-24 2-6-16,11 1-23 0,1-1-32 16,-3 1-37-16,3 2-33 0,-1-2-23 0,0 4 3 15,-1 0 3-15,0 1-16 0,1 0 4 0,-2 2-51 16,1 1 36-16</inkml:trace>
  <inkml:trace contextRef="#ctx0" brushRef="#br0" timeOffset="140626.44">5421 14681 311 0,'-2'0'10'0,"1"0"19"0,-1 0 5 15,2 0 9-15,-2 0-14 0,1 0-14 16,0 0-1-16,-1 0-9 0,2 0 4 0,-2 0-4 15,1 0-1-15,-2 0 1 0,-1 0-1 0,3 0 5 16,-1 0 1-16,-3 0-1 0,2 12 10 0,0-12-5 16,0 0 0-16,0 0 9 0,1 0-13 0,-1 0 9 15,0 8-1-15,2-8-4 0,0 0 15 0,-1 0-10 16,2 0 1-16,0 0-1 0,0 0 0 0,0 0 1 16,0 0-6-16,0 0-4 0,0 0-9 0,0 0 4 15,0 0 5-15,0 0-4 0,0 0 14 0,0 0-4 16,0 0 19-16,0 0 5 0,0 0 0 0,0 0-1 15,0 0-17-15,0 0 5 0,0 0-13 0,0 0 1 16,0 0-2-16,0 0-4 0,0 0-4 0,0 0-6 16,0 0 0-16,13 0-2 0,-13 0 3 15,0 0 5-15,0 0-12 0,9 0 7 0,-9 0 5 16,9 0-1-16,-1 0 4 0,-1 0-8 0,1 0 5 16,1 0 1-16,1 0 4 0,0 0-5 0,0 0-4 15,2 0 4-15,-2 0 3 0,1 0 2 0,2 0-9 16,-3 0 4-16,2 0-8 0,0 0 12 0,0 0 7 15,0-12-7-15,0 12 0 0,2 0-5 0,-3 0 0 16,0 0-12-16,2-8 12 0,-2 8-7 0,-1 0 1 16,1-5 11-16,0 5-9 0,1-4 11 0,0 2-8 15,-2 1 5-15,3 0 9 0,-2 0-22 16,0 0 9-16,3 0-11 0,-5-2 3 0,3 2 15 0,0-2-6 16,0 2 13-16,1-1-15 0,0 1 2 15,-2-1 7-15,1 0-8 0,1-1 1 0,-1 1 3 16,0 0-6-16,-1 0 5 0,0 1 1 0,-3 0 0 15,2 0 0-15,1-1-3 0,-2 0-1 0,3 1-2 16,-2 0-1-16,2-1 4 0,-2 1-5 0,2-1 4 16,0 1 7-16,0 0-11 0,-1 0 16 0,0 0 1 15,1 0-6-15,-2-1 9 0,2 2-11 0,0-2 2 16,-2 2-1-16,1-2 1 0,2 1-1 0,-1 0-9 16,1 0-7-16,-1 0 4 0,0-1 2 15,0 2 7-15,2-1 6 0,0-1-6 0,-2 0 1 16,1 2-7-16,1-1 3 0,-2 1 6 0,1-3-13 15,-1 2 11-15,-1 0-7 0,-1 0-3 0,0 1 7 16,1-1-7-16,-3 1 1 0,0-1 3 0,0 1-3 16,1 0 4-16,0 0 3 0,-2 0-8 0,1 0 8 15,0 0-4-15,0 0-7 0,0 0 5 0,3 0-3 16,-2 0 0-16,0 0 6 0,2 0-2 0,0 0 1 16,-1 0 1-16,0 12-3 0,0-12 0 0,-1 0 2 15,-2 0-2-15,2 0 0 0,-3 0 3 0,0 0-3 16,-2 0 1-16,2 7 0 0,0-7-7 0,-3 0 6 15,3 0-1-15,-3 0 6 0,1 0 5 0,-1 0 1 16,1 0-3-16,-2 0-2 0,0 0-1 16,1 0-8-16,-1 0 6 0,0 0 0 0,-1 0-1 15,-1 0 8-15,1 3-7 0,-1-3 4 0,1 0-4 16,-1 0-4-16,0 0 2 0,0 0-2 0,0 0 0 16,0 0 1-16,0 0-1 0,0 0-16 0,0 0-78 15,0 0-74-15,0 0-65 0,0 0-71 0,0 0-17 16,0 0 75-16</inkml:trace>
  <inkml:trace contextRef="#ctx0" brushRef="#br0" timeOffset="143323.54">5286 15082 240 0,'-3'0'19'0,"0"0"51"0,-1 0 6 15,4 0 16-15,-2 0-20 0,1 0-44 0,-1 0 14 16,2 0 0-16,-2 0-6 0,2 0 1 0,0 0-15 16,0 0-6-16,-2 0 6 0,2 0-6 0,0-14-5 15,0 14-16-15,0 0 11 0,0 0-16 0,0-8 5 16,0 8 4-16,0 0 1 0,0-8 10 0,0 4 4 16,17 4-14-16,-17-5-5 0,0 2 5 0,18-1-5 15,-18 1 9-15,18 1 1 0,-7-2-1 0,0 4-9 16,1-2 10-16,0-1-10 0,2 3 0 15,-3-1 0-15,0 1 5 0,0 0-6 0,-2 0-4 0,-1 0 11 16,-1 0-11-16,-2 15 16 0,-1-15 10 0,0 0-42 16,-3 20 43-16,1-20-37 0,-2 16-12 15,0-6 37-15,0-1-43 0,0 5 43 0,0-1-5 16,0 1 0-16,-18 1 5 0,18 1-22 0,0 1 22 16,-17-2-5-16,17 0-6 0,0 0 6 0,-16-2-5 15,16 0 4-15,-9-2 1 0,9-1 11 0,0 0-11 16,-5-1 10-16,5-1 0 0,0 0-5 0,0-2 5 15,0-1-10-15,0 0 0 0,0-2 0 0,0 1-5 16,0-1 15-16,0-2-5 0,0 2-10 0,0-2 15 16,0 0-14-16,16 0 4 0,-16 0 10 0,0-1-5 15,13 1 0-15,-13-1 1 0,12 1 9 16,-4-1 5-16,-1 0 20 0,0 0 16 0,2 0 4 16,0 0 12-16,-2 0-15 0,0 0-15 0,1-15-7 15,-1 15-12-15,-1 0 3 0,0 0-4 0,-2-13-4 16,0 13-6-16,-1 0-8 0,0-7 2 0,-1 7-2 15,1 0-6-15,-1-3 3 0,-2 3 2 0,0 0-2 16,0 0 4-16,0 0-2 0,0 0-2 0,0-3-24 16,0 3-69-16,0-1-66 0,0 0-38 0,2 0-25 15,-2 0-7-15,1-2 50 0,1-2 41 16</inkml:trace>
  <inkml:trace contextRef="#ctx0" brushRef="#br0" timeOffset="143857.94">5646 15100 410 0,'0'0'-4'0,"0"0"9"0,0 0 1 0,0 0 14 16,0 0 4-16,0 0-24 0,0 0 5 0,0 0-14 15,0 0 0-15,0 0 14 0,0 0-5 0,0 0 0 16,0 0 1-16,0 0-1 0,0 0 0 0,0 0 5 15,0 0-1-15,0 0 1 0,0 0 1 0,0 0-5 16,0 0 14-16,0 0 0 0,0 0 6 16,0 17-1-16,0-17-14 0,-15 13 4 0,15-5-13 15,0 2 13-15,-13 1 4 0,13 0-8 0,-9 0 12 16,9-1-13-16,-9 2-8 0,9-1 16 0,-8 0-3 16,3 1 3-16,2-2 5 0,0 0-3 0,1 0-6 15,0-1 0-15,0-1 1 0,2 1-5 0,0-2 6 16,0 0-6-16,0-1 5 0,0 1-15 0,0-2 10 15,0 0 5-15,0 0-10 0,19-1 6 0,-19 0-1 16,0 0 0-16,13-3-5 0,-13 1 11 0,11-1-11 16,-11-1 15-16,14 0 1 0,-14 0 0 0,13 0 15 15,-6 0-11-15,0 0 15 0,1 0-4 0,-1-21-11 16,0 21 1-16,1-14 0 0,-1 14 5 16,2-17 8-16,-2 17-4 0,-1-18 5 0,1 8 7 15,-2 0 5-15,-2 1 5 0,1 0 11 0,-1-1 8 16,-2 2-6-16,-1-1 8 0,0 1-12 0,0-2-5 15,0 0-3-15,0 2-7 0,0-2-3 0,-18-1-17 16,18 2-12-16,0-1-7 0,-25 0-7 0,25 0-5 16,-17 3 5-16,17 1-14 0,-15-1-28 0,15 2-28 15,-11 1-42-15,11 2-33 0,-7 1-18 0,7 0 17 16,0 1-32-16,0 0 12 0,0 0 21 0,0 0-14 16,0 0 45-16,0 0 5 0,0 0-3 15,0 0 31-15</inkml:trace>
  <inkml:trace contextRef="#ctx0" brushRef="#br0" timeOffset="144362.49">5858 15117 238 0,'0'0'16'0,"1"0"2"0,0 0 20 16,-1 0 5-16,0 0-5 0,0 0-12 0,0 0-18 15,0 0 7-15,0 0-19 0,0 0 9 0,0 0 10 16,0 0-14-16,0 0 4 0,0 0 4 16,0 0-9-16,0 0 5 0,0 0 5 0,0 0-4 15,0 15 5-15,0-15-4 0,0 0 8 0,-16 13 1 16,16-13 3-16,0 14-4 0,-13-4-1 0,13-2-5 16,-10 3-8-16,10-1 4 0,-12 2-4 0,5-2 4 15,2 2 3-15,-1-3-3 0,3 2-9 0,-2-1 4 16,4-1 0-16,-1 0 5 0,1-2 8 0,1 2-8 15,0 0-9-15,0-1 0 0,0-1 4 0,0 1 4 16,0-1 9-16,0-1-9 0,16 1-12 0,-16-2 12 16,0 0 1-16,15 0 7 0,-15-3 1 0,11 1-9 15,-11-3 2-15,13 2 4 0,-5-2 25 0,0 0-4 16,1 0 10-16,1 0 0 0,-1 0-20 16,0 0 15-16,1-20-5 0,-2 20 5 0,0 0 22 15,-3-16-4-15,-2 16 12 0,-1-11 3 0,1 11-12 16,-3-11-1-16,0 11-15 0,0-12 2 0,3 12 5 15,-3-10-7-15,0 4 4 0,0-1 2 0,0 2-3 16,0 0 10-16,0-3-5 0,0 3-16 0,-19-3-10 16,19 1-10-16,0 0-5 0,-25 0-4 0,25-3 0 15,-17 3-2-15,17-1-7 0,-18 1-10 0,18 0-40 16,-16 2-51-16,9-1-56 0,7 2-43 16,-9 1-22-16,9-2 19 0,-5 2 15 0,2 2 8 0,3-1 7 15,0 1 34-15</inkml:trace>
  <inkml:trace contextRef="#ctx0" brushRef="#br0" timeOffset="144720.81">6125 15232 365 0,'1'0'10'15,"0"1"2"-15,0-1 3 0,0 0-3 0,2 0-7 16,-2 0-1-16,2 0 10 0,-1 0 0 0,0 0-4 16,3 0 0-16,-1 0-14 0,1 0 4 0,0 0 5 15,1 0-4-15,1 0 13 0,2-14-1 0,1 14 6 16,1 0-1-16,1 0-8 0,-1 0 0 0,3 0-10 15,-2 0 14-15,-1 0 0 0,1 0-5 0,-1 0 0 16,-2 0 0-16,2 0-9 0,-3 0 0 0,0 0 0 16,-3 0 0-16,3 0 5 0,-2 0-5 0,-1 0 9 15,0 0-14-15,-1 0 1 0,-1 0-11 0,1 0-37 16,0 0-35-16,-3 0-39 0,-1 0-10 16,1 0 29-16</inkml:trace>
  <inkml:trace contextRef="#ctx0" brushRef="#br0" timeOffset="144971.35">6250 15098 690 0,'-3'0'29'0,"0"0"11"0,1 0 11 0,1 0 0 15,-1 0-34-15,0 0-11 0,-1 0-17 16,2 0 5-16,0 0 5 0,0 0-4 0,0 0-1 15,0 22-6-15,-1-22 11 0,0 17 5 0,0-17 6 16,-1 22-6-16,3-7-5 0,-2 1 1 0,1 1-2 16,0-1 6-16,0 1 0 0,1 0-10 0,0 2-10 15,0-1 5-15,0-4-31 0,0 2-8 0,0-2-20 16,0-1-24-16,14 0-1 0,-14-2-14 0,0-1-20 16,0-1 19-16</inkml:trace>
  <inkml:trace contextRef="#ctx0" brushRef="#br0" timeOffset="148423.57">6525 14955 208 0,'0'0'14'0,"0"0"1"0,0 0 14 15,0 0 4-15,0 0-8 0,0 0 12 0,0 0-13 16,0 0 0-16,0 0 5 0,0 0-13 0,0 0 8 15,0 0 9-15,0 0 1 0,0 0 0 0,0 0 5 16,0 0-15-16,0 0 5 0,0 0 10 0,0 0-14 16,0 0 10-16,0 0-4 0,0 0-9 0,0 0 14 15,0 0 1-15,0 0-6 0,0 0 9 0,0 0-15 16,0 0-15-16,0 0 1 0,0 0-15 0,0 0-1 16,0 0 5-16,0 0-1 0,0 0 0 0,0 0 1 15,0 0-5-15,0 0-4 0,0 0 9 16,0 0-10-16,0 0 10 0,0 0-6 0,0 0-3 15,0 0 19-15,0 0-20 0,0 0 10 0,0 0 5 16,0 0-4-16,0 13 9 0,0-13-5 0,0 0-4 16,0 9 4-16,0-9-5 0,0 7 0 0,0-7-3 15,0 6-10-15,0-3 4 0,0 2 14 0,0-1 1 16,0 1-5-16,0 0 5 0,0-1-19 0,0 1 4 16,0 0 10-16,0 1-9 0,0 0 18 0,0 2 6 15,0-2-9-15,0 0-18 0,0 0 13 16,0 0-6-16,0-2-1 0,0-1 32 0,0 0-54 0,0-1 21 15,0-1-15-15,0 0-11 0,9-1 27 0,-9 1-16 16,0-1 15-16,0 0 35 0,0 0-30 16,0 0 18-16,5 0 16 0,-5 0-60 0,3 0 59 15,0 0-54-15,-1 0-11 0,1 0 61 0,-1 0-32 16,3 0 38-16,1 0-2 0,1 0-28 0,2 0-5 16,0 0 5-16,1 0 1 0,1 0-10 0,-1 0-21 15,0 0 20-15,2 0-36 0,-3 0 47 0,0 0 31 16,1 0-31-16,-1 0 28 0,-2 0-60 0,2 0 18 15,0 0-18-15,-2 0 0 0,0 0 21 0,-1 0 6 16,2 0-5-16,-2 0 4 0,0 0-5 0,-2 0-27 16,1 0 27-16,-1 0 0 0,1 0 6 15,-1 14 5-15,-3-14 4 0,1 0 1 0,0 13 0 16,0-13-10-16,-2 11-6 0,1-4 5 0,-1-1 1 16,0 0 4-16,0-1-4 0,0 0 0 0,0 2-1 15,0 0 11-15,0-1 5 0,0 2-1 0,0 0 6 16,0 1-10-16,0-1 9 0,-21 1 3 0,21 2 2 15,0-3 9-15,-19 2-10 0,19 1 5 0,-17-3-1 16,17 2-1-16,-16 0 0 0,6-2-6 0,2 1-6 16,-1-1-10-16,-1-2 4 0,1 1 3 0,1-1-5 15,-2 1 2-15,3-2-7 0,2 1-9 0,0-2 9 16,0 1 3-16,1-1 0 0,-1-2 1 0,2 2-1 16,0-1 0-16,1-1 0 0,0-2 1 0,0 2 3 15,0-2-3-15,1 0 7 0,1 0-1 16,0 0-1-16,0 0-11 0,0 0-25 0,0 0-29 15,0 0-35-15,0 0-16 0,0 0-36 0,0 0 3 16,0-13 4-16,0 13-27 0,0 0 0 0,0-14 24 16,0 14 28-16</inkml:trace>
  <inkml:trace contextRef="#ctx0" brushRef="#br0" timeOffset="148918.07">6510 14978 550 0,'-2'0'0'0,"2"15"-4"16,-1-15 0-16,1 0 5 0,0 0-1 0,0 0 0 15,0 0 0-15,0 0 0 0,0 0 5 0,0 0-1 16,0 0 6-16,0 0-10 0,14 0 0 16,-14 0-5-16,0 0 1 0,10-11 4 0,-10 11 10 15,9 0 4-15,-9-10-8 0,10 10 8 0,-3 0-8 16,-3-8 9-16,1 8 4 0,0 0-9 0,-2-5 4 15,3 5-4-15,0-2-1 0,-2 2 10 0,1-2-4 16,2-1 0-16,0 0-10 0,1 2 0 0,0-2-5 16,1 1 5-16,1 0 10 0,1-1-15 0,-1 2 10 15,3-1-5-15,-2 1 4 0,1-1 1 0,0 1 5 16,-2 1-5-16,1-1 1 0,-2 0-2 0,0 1-3 16,-3 0 8-16,1-2-14 0,-4 2 10 0,-1-1-11 15,1 1-7-15,-2 0 12 0,0 0-8 0,-1 0 9 16,2 0 0-16,-2 0 0 0,3 0 5 15,-2 0-19-15,0 0 5 0,1 0-21 0,0 0-39 16,1 0-39-16,2 0-85 0,-1 14-10 0,0-14 40 16</inkml:trace>
  <inkml:trace contextRef="#ctx0" brushRef="#br0" timeOffset="149553.84">7031 15061 316 0,'1'1'20'0,"1"0"12"0,0-1 20 16,1 0 21-16,-2 0-10 0,-1 0-12 0,1 0-15 15,-1 0-15-15,0 0-5 0,0 0-1 0,0 0-10 16,0 0 6-16,0 0-11 0,0 0 5 0,0 0 11 16,0 0 1-16,0 0 9 0,0 0 0 0,0 0-9 15,-16 0-17-15,16 0 0 0,0 0-10 16,-11 0 10-16,11 0-36 0,-10 0 36 0,4 0 5 16,-1 0-51-16,0 16 46 0,1-16-47 0,-2 0 1 15,2 16 50-15,0-16 1 0,0 12-5 0,1-12-8 16,-2 13 8-16,4-5 0 0,-3-2 5 0,3 2 8 15,1-2-17-15,0 2-5 0,1-1 9 0,0 1-4 16,1 0 0-16,0-2 8 0,0 2-4 0,0 0 1 16,0 0 8-16,0 0-5 0,0 0 1 0,0 0-5 15,0 1 0-15,17-1-13 0,-17-1 9 0,0 1 4 16,13-1-5-16,-13-2 14 0,0 2-13 0,13-4 4 16,-13 1 13-16,10 1-9 0,-3-2-3 15,-1-1 12-15,1 1-18 0,0-2-3 0,0-1 26 0,1 0-2 16,-1 0-1-16,1 0 8 0,2 0-7 0,-2 0-15 15,1-18 15-15,1 18 0 0,1-15-5 16,-2 15 10-16,0-16-5 0,1 16 0 0,-1-18 1 16,0 18 0-16,-1-19 15 0,-2 10 15 0,-1 0 6 15,0-1 13-15,-2 2-11 0,0-1-2 0,-2-2-4 16,0 3-10-16,-1-2-1 0,0 1-3 0,0-1 7 16,0 1 8-16,0 0-2 0,-17 0-3 0,17 0-14 15,0 1-18-15,-24-2-9 0,24 0 2 0,-19 3-12 16,9-2 6-16,0 1 6 0,-2 1-18 0,2 1-7 15,1 0-49-15,-2 3-47 0,4-1-29 16,-2 1-21-16,1 2 10 0,0 0 23 0,1 1-9 16,0 0-33-16,-1 0 1 0,0 0 21 0</inkml:trace>
  <inkml:trace contextRef="#ctx0" brushRef="#br0" timeOffset="151150.76">6472 14610 122 0,'0'0'3'0,"0"0"13"16,0 0 1-16,0 0 13 0,0 12-3 0,0-12-1 16,0 0-4-16,0 0-13 0,0 0 1 0,0 0-8 15,0 5-2-15,0-5 9 0,0 0-4 0,-12 0 13 16,12 0 8-16,0 0 2 0,0 0 15 0,0 0-8 16,0 0-8-16,0 0 9 0,0 0-14 0,0 0-4 15,0 0-4-15,0 0-9 0,0 0-9 16,0 0 9-16,0 0 3 0,0 0 1 0,0 0 9 15,0 0-9-15,0 0 4 0,0 0-8 0,0 0 12 16,0 0-12-16,0 0 12 0,0 0 1 0,0 0-9 16,0 0 14-16,0 0-13 0,0 0 18 0,0 0-5 15,0 0 5-15,0 0 1 0,0 0-20 0,0 0 1 16,0 0-1-16,0 0-9 0,0 0-5 0,0 0 5 16,0 0 0-16,0 0 5 0,0 0 8 0,0 0-4 15,0 0-4-15,0 0-1 0,0 0-8 16,0 0 0-16,0 0 0 0,0 0 4 0,0 0 9 15,0 0-5-15,0 0-4 0,0 0 0 0,0 0-9 0,0 0 5 16,0 0 4-16,0 0 4 0,0 0 1 16,0 0-1-16,0 0 0 0,0 0-8 0,0 0 4 15,0 0 0-15,0 0 4 0,0 0-3 0,0 0-6 16,0 0 10-16,12 0-14 0,-12 0 5 0,0 0 18 16,8 0-18-16,-8 0 9 0,7 0 9 0,-7 0-18 15,7 0 13-15,-3 0-5 0,-1 0 1 0,1 0 3 16,1 0-8-16,1 0 5 0,-3 0-9 0,2 0 8 15,-1 0-8-15,1 0 0 0,-1 0 8 0,0 0-12 16,2 0 16-16,-4 0-4 0,1 0 0 16,-1 0 0-16,1 0-8 0,-1 0 4 0,0 0-4 0,0 0-4 15,0 0 12-15,-1-11-8 0,1 11 4 0,0 0 4 16,0 0-12-16,2 0 8 0,-2 0-4 16,1 0 4-16,0 0 4 0,3 0 1 0,-3-4-2 15,2 4-3-15,0 0 0 0,1 0 0 0,-1-3-3 16,1 2-2-16,0 1 6 0,-1-1-2 0,3-1 1 15,-3 2 0-15,2 0 8 0,-2 0-11 0,0 0-2 16,-1 0 18-16,2 0-27 0,-3 0 18 0,1 0 0 16,0 0-12-16,-1 0 17 0,1 0-9 0,-1 0 0 15,5 0 0-15,-2 0-8 0,-1 0 8 0,1 0 4 16,1 0 5-16,1 0-1 0,-2 0-8 0,0 0-9 16,-1 0 5-16,-1 0 0 0,1 0 5 0,0 0 3 15,-2 0-8-15,-1 0 8 0,0 0-9 0,0 0 6 16,-2 0-1-16,3 0 4 0,-1 0-4 15,-2 0 9-15,4 0-5 0,-2 0-12 0,2 0 12 16,-1 0-8-16,3 0 0 0,-2 0 8 0,2 0-8 16,-1 0 12-16,2 0-4 0,2 0-4 0,-3 0 0 15,0 0-14-15,0 0 14 0,-1 0-4 0,0 0 4 16,0 0-3-16,0 0-2 0,-3 0 5 0,2 0 4 16,1 0 0-16,-2 0 0 0,0 0-4 0,2 0-5 15,-1 0 1-15,-1 0 0 0,1 0 4 16,1 0 0-16,-2 0 13 0,1 0-13 0,-1 0 4 0,0 0-4 15,0 0-8-15,1 0 12 0,-2 0-3 0,-1 0 7 16,1 0-4-16,0 0-8 0,-1 0 0 0,1 0-5 16,0 0 10-16,0 0 3 0,0 0-4 15,1 0 5-15,-3 0-1 0,5 0 2 0,-2 0 7 16,-1 0-13-16,0 0-4 0,1 0 0 0,0 0-5 16,0 0 14-16,0 0-5 0,0 0 0 0,0 0 5 15,2 0-5-15,-1 0 5 0,-1 0 4 0,1 0-13 16,-1 0 4-16,1 0-25 0,1 0-51 0,-3 0-31 15,3 0-67-15,-1 0-46 0,-1 0 48 0</inkml:trace>
  <inkml:trace contextRef="#ctx0" brushRef="#br0" timeOffset="151810.35">7427 14498 372 0,'0'-3'1'0,"0"2"19"15,0 0 4-15,0-2 6 0,0 3 1 0,0 0-12 16,0-1-1-16,0 1-4 0,0 0-5 0,0 0-4 15,0 0-5-15,0 0 4 0,0 0 1 0,0 0-5 16,0 0-5-16,0 0 1 0,0 0 0 0,0 0 4 16,19 16-3-16,-19-16 8 0,15 12 18 0,-15-12 0 15,21 15 13-15,-21-6-18 0,24 1 5 16,-9-2-10-16,-1 3 5 0,1-2 4 0,1-1-8 16,-4 0 10-16,-1 1-1 0,2-3 0 0,-1 0-9 15,-2 2 0-15,0-2-9 0,-2 0 4 0,2-2-13 16,-2 1 4-16,1 1 0 0,-2-3-4 0,-1 1 8 15,-1 0 1-15,0-2-4 0,-3 0 0 0,0 0 8 16,1-1-4-16,-1 1-14 0,0-1-20 0,0 0-40 16,-2 1-31-16,0-2-28 0,0 0-54 0,0 0 31 15</inkml:trace>
  <inkml:trace contextRef="#ctx0" brushRef="#br0" timeOffset="152086.32">7629 14482 546 0,'-2'-2'4'15,"0"2"9"-15,-2 0 5 0,3 0-5 0,0 0-9 16,1 0 1-16,0 0-9 0,-1 0 8 0,1 0 1 16,0 0-5-16,-3 0 9 0,1 0-4 0,-2 20 13 15,-1-20-9-15,-2 0-4 0,0 20 4 0,0-20-9 16,0 18 5-16,-1-18 4 0,0 18 0 0,0-9 4 15,1-2-4-15,0 2 0 0,1-1-14 0,-2 1 1 16,1-2 4-16,0 3-22 0,0-1 22 0,-2 0 5 16,3-2-10-16,-1 1 18 0,-1 0-17 15,1-2-23-15,1 1-4 0,3-1-19 0,1-1-32 16,0-4-47-16,1 2-12 0,0-1 18 0</inkml:trace>
  <inkml:trace contextRef="#ctx0" brushRef="#br0" timeOffset="153934.88">8123 14176 539 0,'0'0'4'0,"-17"0"1"0,17 0 0 0,0 0-5 16,0 0 9-16,-12 0-14 0,12 0 0 16,0 0 10-16,-9 16-10 0,9-16 24 0,-8 16-1 15,3-16 0-15,1 25 6 0,-1-10-4 0,0 2 4 16,3 2-4-16,-2 3-5 0,0 2-10 0,1 0 13 15,1 2 0-15,-2 3-4 0,1 1 14 0,0-3-10 16,0 4-8-16,0-2 17 0,0 0-17 0,1-3 0 16,0-2 18-16,2 0-13 0,0-1 8 0,0-4-13 15,0 0-4-15,0-2-4 0,0-1 3 0,18-1 0 16,-18-3 5-16,0 1-9 0,18-3-4 0,-18 0 9 16,12-1-9-16,-12 0 9 0,14-3 8 15,-6 1-13-15,1-1 9 0,-3-3-1 0,1 3-8 16,0-3 4-16,-1-1-4 0,-1 1 0 0,0-1 3 0,0-1 5 15,-3 0-5-15,0-1 6 0,3 0-19 16,-2 2-30-16,-1-1-24 0,0-1-31 0,-1 0-13 16,1 0 2-16,0 0-31 0,1 0-37 0,0 0 28 15</inkml:trace>
  <inkml:trace contextRef="#ctx0" brushRef="#br0" timeOffset="154251.43">8171 14556 747 0,'0'14'-1'0,"0"-14"-3"0,0 0 3 0,0 0-8 15,0 0 9-15,0 0 4 0,20 0-4 0,-20 0 10 16,14 0-6-16,-2 0-4 0,0 0-4 0,4-14 4 16,0 14-5-16,2 0 10 0,0 0-5 0,4-10 0 15,-3 10 0-15,-1 0-4 0,2-7 9 16,-1 7-5-16,-5 0 4 0,1-3-9 0,-4 3 10 16,-1 0-10-16,-3-3 5 0,-1 3 5 0,-2 0-33 15,-2 0-4-15,-1 0-46 0,0 0-44 0,-1 0-42 16,0 0 14-16</inkml:trace>
  <inkml:trace contextRef="#ctx0" brushRef="#br0" timeOffset="155070.44">8764 14275 630 0,'0'-3'0'0,"0"-3"5"16,0 4 5-16,0 0-5 0,0-1 5 0,0 2 0 15,0-2-5-15,0 3 0 0,0 0-5 0,0 0 5 16,0 0-9-16,-17 0 14 0,17 0-16 0,0 0-4 16,-11 20 20-16,11-20-15 0,-13 18 15 0,5-18-5 15,-2 26-20-15,0-11 15 0,0 1 0 0,1 2 5 16,1-1 9-16,-2 2-9 0,3-1 0 0,1 0-1 15,1-1 6-15,-1-1-1 0,3 2 5 0,1-1-14 16,0 1-5-16,2-1 10 0,0-1-1 0,0 1 10 16,0 0-10-16,0-2 1 0,0-1-9 0,0-2 4 15,0 1 4-15,21-3-3 0,-21 0-1 0,0-1-5 16,20-2 6-16,-20 0 3 0,13-2 5 0,-13-1 1 16,13-2-5-16,-13 2-5 0,16-4-4 0,-9 0-1 15,2 0 14-15,1 0-4 0,-2 0-4 16,3 0 8-16,-1 0-13 0,-1-19-5 0,0 19 22 15,0 0-13-15,1-19 0 0,0 19 0 0,-1-15-8 16,0 15 3-16,-1-13 5 0,-1 13 0 0,1-14 0 16,-1 7-4-16,-3 1 9 0,0-1 9 0,0 2-4 15,-3 0 24-15,0 0 6 0,0 1 20 0,-1 0 18 16,0 1-1-16,0-1-2 0,0 1-17 0,0 1-11 16,0-1-13-16,0 1-13 0,-22-2-9 0,22 2-11 15,-15 0-8-15,15 1 4 0,-18-2-1 0,18 2 11 16,-18 0 0-16,7 1-19 0,2 0 0 0,1 0-11 15,-1 0-23-15,-1 0-6 0,1 0-19 0,0 0-15 16,-2 19 17-16,2-19 10 0,-1 0 0 16,2 16 5-16,1-16-4 0,0 12-25 0,1-12-9 15,0 11-27-15,1-11-49 0,1 11 36 0</inkml:trace>
  <inkml:trace contextRef="#ctx0" brushRef="#br0" timeOffset="155526.1">9103 14245 230 0,'2'-5'-4'15,"1"0"10"-15,1 0 6 0,-1-2 5 16,1 4 12-16,-1-1-5 0,0 0-5 0,0 0 0 15,-1 2-4-15,0 0-9 0,-2 1 9 0,0 1 0 16,0 0-4-16,0 0 9 0,0 0 5 0,0 0 4 16,0 0 10-16,0 0-4 0,0 0-10 0,0 0-5 15,0 0-10-15,0 0 0 0,0 0-10 0,0 0 5 16,0 0-10-16,0 0 5 0,0 0 5 0,0 0-10 16,0 0 14-16,0 0-13 0,0 0 4 0,0 0-5 15,0 0-9-15,0 0 18 0,0 0-18 0,0 0 9 16,0 0-15-16,0 0-40 0,0 0 5 0,0 0-29 15,0 0-23-15,0 0 9 0,0 0 9 16</inkml:trace>
  <inkml:trace contextRef="#ctx0" brushRef="#br0" timeOffset="156097.6">8982 14107 543 0,'-1'0'9'15,"1"0"10"-15,0 0-5 0,0 0 9 0,0 0-18 16,0 0-1-16,0-12 0 0,0 12-4 0,0 0 9 16,0 0-13-16,0 0-1 0,18 0 1 15,-18 0-1-15,0 0 1 0,19 0 8 0,-19 0-13 16,14 0 0-16,-4 0 18 0,-2 19-9 0,1-19 13 15,0 16-10-15,3-16-17 0,-3 22 9 0,1-9 0 16,3 1 9-16,-3 1 15 0,1 0 4 0,0 2 2 16,-2-3 10-16,1 1-10 0,-1 2-4 0,-1-1 10 15,-1-1-11-15,-2 2 15 0,1 0 4 0,0 1-20 16,-2 4 19-16,-2 1-11 0,-1 2-7 0,-1 0 11 16,0 0-12-16,0 0 8 0,0 1 14 0,0-1 0 15,0-1-1-15,-22 0-8 0,22 0 0 0,0-4-5 16,-17 2 11-16,17-4 15 0,-14-1 1 0,14-2 3 15,0-4-11-15,-11 2-16 0,11-4-10 16,0-2-5-16,-6 0-6 0,6-2 0 0,0 0-1 16,-4-2 0-16,2 0 3 0,2-2 1 0,0 1-5 15,0-2-14-15,0 0-35 0,0 0-65 0,0 0-50 16,0 0-34-16,0 0 2 0,0 0 22 0,-18 0-19 16,18-17-25-16,0 17 34 0</inkml:trace>
  <inkml:trace contextRef="#ctx0" brushRef="#br0" timeOffset="156638.2">9535 14455 634 0,'0'0'4'16,"0"0"6"-16,0 0-1 0,0 0 5 0,0 0-9 15,0 0 5-15,0 0-1 0,0 0-9 0,0 0 4 16,0 0-9-16,14 0 6 0,-14 0-1 0,16 0 19 15,-7-14 5-15,1 14-14 0,4 0 20 0,0 0-19 16,3-12 6-16,0 12 29 0,1 0-14 0,0-10 10 16,0 10-1-16,1-6-14 0,-3 2 0 15,0 2-16-15,-3-1 0 0,-1 0-1 0,1 1-10 16,-3 0 15-16,-1-2-10 0,1 3-9 0,-3 0 14 16,1-1-9-16,-2 0-5 0,0 0 8 0,-1 1-8 15,-1-1-1-15,1 0-32 0,-3 1-36 0,0 1-46 16,0-2-58-16,-2 2-35 0,0 0 15 0,0 0 48 15</inkml:trace>
  <inkml:trace contextRef="#ctx0" brushRef="#br0" timeOffset="156887.69">9576 14620 601 0,'-1'4'4'0,"0"-1"5"15,1 0-5-15,0-3 5 0,0 0-13 0,0 0 8 16,0 0 0-16,24 0 10 0,-24 0-5 0,19-17-4 16,-19 17 22-16,29 0-3 0,-13-17 13 0,1 17 1 15,1-11-14-15,0 11-14 0,3-13 0 0,-2 13 4 16,0-10-18-16,-1 10 9 0,1-6 0 0,-3 6-9 16,0-5 13-16,-2 2 1 0,-2 2-10 0,-1 0-4 15,-2 1-1-15,-1 0-24 0,-2 0-23 16,1 0-38-16,-4 0-55 0,-1 0-47 0,-1 0 33 15</inkml:trace>
  <inkml:trace contextRef="#ctx0" brushRef="#br0" timeOffset="185136.18">10201 14512 182 0,'0'0'23'15,"0"1"15"-15,0-1 18 0,0 0-7 0,0 1-20 0,0-1-3 16,0 0-10-16,0 0 13 0,0 0 1 0,0 0-11 15,0 1 1-15,0-1-4 0,0 0 4 16,0 1 4-16,0 0-9 0,0-1 14 0,0 0-14 16,0 0 10-16,0 0-11 0,0 0-14 0,0 0 10 15,0 0-10-15,0 0 15 0,0 0 10 0,0 0-4 16,0 0 4-16,0 0-4 0,0 0-11 0,0 0 6 16,0 0-5-16,0 0-1 0,0 0 6 0,0 0-5 15,0 0-6-15,0 0 6 0,0 0-11 0,0 0 11 16,0 0-11-16,0 0 6 0,0 0 4 0,0 0-14 15,0 0 19-15,0 0-10 0,0 0 5 16,0 0 1-16,0 0-11 0,0 0 6 0,0 0 4 16,0 0 0-16,0 0 0 0,0 0 0 0,0 0-5 15,0 0 0-15,0 0-10 0,0 0 6 0,0 0-1 16,0 0 1-16,0 0 9 0,0 0-1 0,0 0-8 16,0 0 8-16,0 0-4 0,0 0-14 0,0 0 4 15,0 0 1-15,0 0-6 0,0 0 6 0,0 0 8 16,0 0 1-16,0 0 0 0,0 0 0 0,0 0-10 15,0 0-5-15,0 0 10 0,0 0 4 0,0 0-4 16,0 0-1-16,0 0-3 0,0 0-1 0,0 0 10 16,0 0 0-16,0 0-10 0,0 0 9 0,0 0-9 15,19 0 0-15,-19 0 9 0,0 0-5 16,12 0 6-16,-12 0-5 0,13 0 6 0,-4 0-10 16,-2-13 4-16,1 13-4 0,2 0 8 0,0 0 1 15,-1 0-10-15,1-9 6 0,1 9-10 0,-3 0-5 16,2-5 20-16,-3 5-7 0,3-5 11 0,-3 4-6 15,1 0-3-15,-2-2 9 0,0 3-9 0,0-1 4 16,-1 1 0-16,1-3-5 0,-4 3 6 0,3-1-6 16,-1-1-4-16,-1 2 8 0,1-1-18 0,-1 0 15 15,-1 1-7-15,0-1-3 0,2 0 19 0,-2 1-1 16,0-1-9-16,1 1 0 0,-1 0-5 16,-2 0-4-16,3 0 18 0,-1 0-9 0,0 0 0 0,0 0 5 15,0 0-19-15,1 0-40 0,-1 0-26 0,1 0-54 16,1 0-61-16,0 0-4 0,-1 0 27 15</inkml:trace>
  <inkml:trace contextRef="#ctx0" brushRef="#br0" timeOffset="193187.6">10972 14112 254 0,'2'-4'10'15,"2"1"11"-15,-1-1 9 0,-1 1 11 0,0-2 3 16,2 3 5-16,-2-2-10 0,0 0 6 0,0 1-11 16,0-1-14-16,0 1 0 0,0-1-5 0,-2-1 0 15,2 0 4-15,-1 1 0 0,1-1 0 0,-2 1 6 16,0-1-6-16,0 0 6 0,0 2-15 0,0-1 0 16,0 1 0-16,0 1-5 0,0 2 5 0,0 0-10 15,0-2 5-15,0 2-5 0,0 0 10 0,0 0-6 16,0 0-9-16,0 0 10 0,0 0-15 15,0 0 0-15,0 0 5 0,0 0-4 0,0 0 8 0,0 0 1 16,0 0 5-16,0 15-9 0,0-15-5 16,0 12 15-16,0-12-15 0,0 19 19 0,0-7-4 15,0 3-4-15,-25 0 4 0,25 4-10 0,-25 0 16 16,10 1-11-16,0 2 12 0,0 0 4 0,1-4-22 16,-1 2-5-16,3 0 4 0,-3-1 0 0,3-1-1 15,1 0 17-15,-1-4-6 0,1 2-5 0,1-1 5 16,-2 2 0-16,3-4-15 0,-1 1 11 0,1 0 4 15,-1-1-9-15,3 1 14 0,0-3-9 0,0-1-1 16,2 1 1-16,1-1-5 0,0-2 0 0,0 1 5 16,1-1 0-16,0-1 5 0,-2-2-1 0,5 0-9 15,-2 0 10-15,2-1-5 0,-3 0-4 0,3 0 8 16,0-3-9-16,0 1 1 0,0 0 4 16,0 1 0-16,0-2 5 0,0-1-1 0,0 0 1 15,0 1-5-15,0-1-5 0,0 0 6 0,0 1-1 16,0-1 5-16,0 0 5 0,16 0-5 0,-16 0 0 15,0 1 0-15,9-1 0 0,-9 0 0 0,10 0-4 16,-3 0 0-16,0 0 0 0,1 0 10 0,0 0 14 16,1 0 11-16,1 0 5 0,1 0-10 0,3 0-5 15,-2 0-5-15,1 0-6 0,2 0-5 0,0-15-5 16,-2 15-9-16,1 0 0 0,0-10 9 0,-1 10 0 16,0 0-4-16,-1-6 3 0,-1 6-4 15,-1 0-4-15,-2-5 9 0,-1 5-14 0,1-2 9 16,-3 1 5-16,0 1-10 0,-2-2 14 0,1 1-4 15,-2 1 0-15,0 0 1 0,1-2 4 0,-1 1-9 16,3 1-5-16,-3-1 4 0,2-1-34 0,1 1-34 16,0-1-42-16,-1 2-53 0,1-2-58 0,-3 1 8 15,1 0 45-15</inkml:trace>
  <inkml:trace contextRef="#ctx0" brushRef="#br0" timeOffset="193637.65">11098 14109 494 0,'5'-5'5'15,"-4"-2"0"-15,0 1 20 0,0 1 5 0,-1 1 4 16,0 1 10-16,0 1-25 0,0 1-4 0,0 0 4 16,0 1-14-16,0 0 14 0,0 0 16 0,0 0-14 15,0 0 20-15,0 0-4 0,-19 18-10 0,19-18-5 16,0 16-9-16,-11-16 4 0,11 26-3 0,-12-10 0 16,12 2 0-16,-10 2 8 0,4 0-1 15,3 4 8-15,-3 0-3 0,2 1 0 0,2 1-11 16,-3 3 9-16,4-1-3 0,-2-2-19 0,1 4 28 15,-1 0 0-15,2-1 0 0,-1-1 1 0,0 1-6 16,2-4-12-16,-3 2 6 0,3-1 3 0,-3-2-13 16,3-1 3-16,-2-1-7 0,2 1-4 0,0-2 5 15,0-1-5-15,0-2 5 0,0-1 2 0,0 1-9 16,0-3 8-16,0 1-3 0,0-3-2 0,0 0 1 16,0-1-3-16,0 0-3 0,0-2 0 15,0-4 2-15,0 2-43 0,0-3-66 0,0-1-48 16,16-2-56-16,-16 0-32 0,0-2 2 0,0 0 50 15</inkml:trace>
  <inkml:trace contextRef="#ctx0" brushRef="#br0" timeOffset="193960.18">11292 14515 690 0,'8'-1'-5'0,"-8"1"-5"0,0 0 6 16,0 0 8-16,0 0-4 0,0 18 5 0,0-18-5 15,0 20-9-15,0-20 13 0,0 29-8 0,0-11 13 16,0-1 1-16,-18 4-15 0,18-1 14 0,0 2-8 16,-11-2-6-16,11 1 5 0,0-1-19 0,-13-3-30 15,13 3-15-15,-8-4-16 0,8-2-14 0,-5-1-29 16,2-1 14-16,0-3 21 0</inkml:trace>
  <inkml:trace contextRef="#ctx0" brushRef="#br0" timeOffset="194641.76">11642 14255 522 0,'2'-3'16'0,"-2"1"10"0,0 0 16 15,0 1 17-15,0 1-11 0,0-2 0 16,0 0-10-16,0 0-10 0,-17 1-6 0,17 1-16 16,0-1-6-16,0-1-5 0,0 2 0 0,-11 0-1 15,11 0 1-15,0 0 1 0,-10 0 4 0,10 0 6 16,-9 22 0-16,2-22-5 0,0 0-1 0,0 20 4 16,-1-20 5-16,0 22 0 0,0-11-5 0,0 2 1 15,-1 1-1-15,1 4 10 0,1 0-4 0,1 1 9 16,0 1-10-16,3 0-5 0,-4 1 9 0,5-1-9 15,-1 0 6-15,3 0-1 0,0-1-4 0,0 0-1 16,0 0 5-16,0-2-8 0,0-2 13 0,0-1-8 16,19-2-6-16,-19-1 20 0,0 0-15 0,20-4 10 15,-20 0-9-15,22-3-1 0,-13 2 1 16,4-5 0-16,1-1 4 0,2 0-4 0,-3 0 4 16,4 0 4-16,-2 0-5 0,2-20 6 0,-3 20-10 15,0-18 0-15,-1 18 6 0,3-21-18 0,-5 10 17 16,0-1-3-16,-2 0 14 0,0 0 26 0,-2 0-7 15,-1 0 3-15,-1 1-3 0,-3-1-10 0,-1 1 0 16,-1-2-6-16,0 2 4 0,0-2-5 0,0 1-3 16,0-1-6-16,-28 1-2 0,28-1 4 0,-22 0 3 15,22-1-3-15,-25 2-7 0,10-1 0 0,1 1-10 16,0 1 9-16,1 0-1 0,2 2-11 0,-2-1 6 16,1 2-18-16,2 1-49 0,1 2-50 15,-1 0-47-15,1 2-27 0,2 0 20 0,1 1 16 16,-2 1 13-16,4 0-3 0,-1-2-25 0,2 2 33 15,1-2 32-15</inkml:trace>
  <inkml:trace contextRef="#ctx0" brushRef="#br0" timeOffset="195128.16">11711 14150 353 0,'5'-9'9'0,"-2"1"6"0,3-2 11 15,-4 2 14-15,1-1 6 0,0 0-1 16,0 1-10-16,-1 1-15 0,-2 0-15 0,1 0 5 16,-1 1 10-16,0 0 3 0,0 1 6 0,0 0-10 0,0-1 0 15,0 1 10-15,0 0 1 0,-16 0 9 16,16 1-13-16,0-2 4 0,-20 1 5 0,20 2-9 16,-17-2 3-16,17 1-23 0,-18 2-5 0,8-2 2 15,0 2-7-15,-1 1 8 0,1-1-4 0,-3 2 1 16,2 0 3-16,-2 0-4 0,1 0-4 0,-1 17-5 15,-1-17 10-15,2 17-1 0,-3-17 1 0,3 21-5 16,-2-9-4-16,0 0 5 0,1 4 4 0,1-2 12 16,0 4-6-16,0-3-9 0,3 1 0 0,-1 4-5 15,2-1-6-15,3 3 16 0,1-3 0 16,2 1-2-16,2 0 8 0,0-1-16 0,0 0 8 16,0-1 3-16,0-2 9 0,22-3 1 0,-22 1-4 15,18-3-9-15,-18-2 5 0,20-1 31 0,-20-2 11 16,24-4 43-16,-10 0 4 0,0-2 8 0,-1 0 10 15,2 0-17-15,0 0 1 0,1-20-21 0,-1 20-22 16,1-22-9-16,-3 8-17 0,2 1-4 0,-2-1-1 16,-1 0-2-16,-1-3 1 0,-1 2-4 0,-3 0-3 15,-1 0 0-15,0 1-6 0,-2-3-6 0,-2 1 1 16,-2 0-5-16,0 2 2 0,0 2-1 16,0-2 1-16,0 4-7 0,0 1-61 0,-19-2-74 0,19 2-97 15,0 4-68-15,-17 0 20 0,17 1 10 0,-13 1 2 16,13 2 76-16</inkml:trace>
  <inkml:trace contextRef="#ctx0" brushRef="#br0" timeOffset="195955.17">12295 14168 792 0,'3'-6'10'0,"-3"-1"12"0,2 1 9 15,-2 1 1-15,0 0 0 0,0 0 4 0,0 3-16 16,0-1-5-16,0 3-11 0,0 0-19 0,0 0 2 16,0 0-1-16,0 0 7 0,-16 25 0 0,16-25 4 15,0 27 16-15,-16-8-4 0,16 2-7 0,-13 3-3 16,6 4-1-16,-2 0-4 0,0 4 17 0,2 1 0 16,1 0-24-16,-3-2 11 0,4 1 5 0,-1-4 6 15,3-2 16-15,-1-3 4 0,0-3-10 0,2-3-12 16,0-3 7-16,1-3-13 0,1-2-5 15,-3-1 18-15,3-3-4 0,0-2-4 0,0 0 14 16,0-3 14-16,0 0-10 0,0 0 5 0,0 0-6 16,0 0-30-16,0-19 8 0,0 19 0 0,19-19-3 15,-19 4 8-15,0-2-14 0,20-1 12 0,-20-3 0 16,13-2-4-16,-13-5 3 0,16-1-5 0,-16-3 3 16,11 0 8-16,-6 0-9 0,1-3-4 0,-2 3-5 15,1 0-3-15,-2 3 10 0,-1 2 6 0,2 3-9 16,-2 2 5-16,-1 2 10 0,-1 5-8 0,2 0 9 15,-2 5-15-15,0 2-2 0,0-1-3 16,2 6 5-16,-2 2-11 0,0-2-3 0,0 3 3 16,0 0 5-16,0 0 6 0,0 0 5 0,0 0 0 15,0 20-12-15,0-20 17 0,2 21-10 0,0-6-6 16,-1 4 11-16,1 2-3 0,3 4 14 0,-3 1-8 16,2 1 1-16,1 0-2 0,1 2-5 0,0-1 1 15,4-1 5-15,-1-1 11 0,0-4-11 0,1 0 25 16,2 0-24-16,-1-3 3 0,1-1 8 0,-1-1-11 15,2-2 15-15,-1 0-11 0,-1-1-1 0,3-2 0 16,-5 0-7-16,1-2-1 0,2-2 1 0,-5 0 3 16,0-1 1-16,1-2 0 0,-2-1-8 0,-2 0-89 15,0-3-49-15,-4 1-51 0,0-2-66 0,0 0 24 16,0 0 52-16</inkml:trace>
  <inkml:trace contextRef="#ctx0" brushRef="#br0" timeOffset="196153.64">12261 14501 856 0,'0'0'15'15,"0"0"-5"-15,0 0 6 0,0 0 0 0,23 0-3 16,-23-19 19-16,23 19 1 0,-8-24-10 0,2 24-10 16,2-25-6-16,1 25-15 0,-1-21 14 0,1 10-1 15,0 2-8-15,-2 9 14 0,4-12-14 16,-6 12-1-16,2-8-1 0,-2 8-56 0,1-6-28 15,-5 6-35-15,3-1-63 0,-6-1-18 0,1 1 37 16</inkml:trace>
  <inkml:trace contextRef="#ctx0" brushRef="#br0" timeOffset="197055.35">10902 15291 618 0,'-6'5'0'0,"0"-2"14"0,1 0 0 0,1 0 4 16,3-3-1-16,-2 0-17 0,3 0 4 0,0 0-12 16,0 0-1-16,0 0 9 0,24 0 0 0,-24-15 4 15,29 15 5-15,-12-13-14 0,5 13-4 16,4-16 5-16,3 6-1 0,3-2 0 0,-1-1 14 16,3-1 6-16,1-1-4 0,-1-2 8 0,3-1-19 15,-6 2 40-15,0 0 9 0,-4 2-10 0,-1-1 16 16,-3 2-50-16,-2 1-16 0,-6 1 15 0,0 2-10 15,-4 3 0-15,-3-3 11 0,0 3-5 0,-5 2 6 16,-1 0-1-16,1 3-33 0,-3 0-36 0,0 1-43 16,0 0-76-16,0 0-11 0,-25 0 37 0</inkml:trace>
  <inkml:trace contextRef="#ctx0" brushRef="#br0" timeOffset="197227.89">11062 15404 550 0,'0'11'4'16,"0"-2"9"-16,0-5 33 0,0-4 35 0,29 0 6 16,-29 0 2-16,34-27-32 0,-12 27-40 0,4-33-5 15,3 15-10-15,1-4-9 0,0 2 19 0,0-4-15 16,-1 3 6-16,-3 0-2 0,-1 2-81 0,-5 1-39 16,1 2-60-16,-8 1-55 0,-2 2 67 0</inkml:trace>
  <inkml:trace contextRef="#ctx0" brushRef="#br0" timeOffset="-206732.17">15273 6021 70 0,'0'-1'-4'0,"0"1"0"16,0-2 1-16,0 2-1 0,0 0 5 0,0-1-1 16,0 1 5-16,0 0-1 0,0-1-4 0,0 1-5 15,0 0-3-15,0 0 4 0,0 0 0 0,0 0 8 16,0 0-8-16,0 0 0 0,0 0 4 0,0 0-3 16,0 0 10-16,0 0-3 0,0 0 8 15,0 0-9-15,0 0-1 0,0 0 8 0,0 0-13 16,0 0 13-16,0 0 3 0,0 0-12 0,0-1 4 15,0 1 0-15,0 0-1 0,0-2 6 0,0 2-9 16,0 0 0-16,0-2 4 0,19 2-6 0,-19 0 2 16,0 0-1-16,0-1-7 0,0 0 4 0,0 1 11 15,0-1 7-15,0 0-2 0,0 1 8 0,0-3 1 16,0 2-8-16,0 1-7 0,0-2-9 0,0 1 8 16,0-1 4-16,0 0 4 0,0 2 13 0,0-1-4 15,0 0-13-15,0 1 9 0,0-1-12 0,0 1 4 16,0 0 8-16,0 0-8 0,0-1 11 0,0 1-11 15,0 0 5-15,0 0 8 0,0 0-5 0,0 0-4 16,0 0-1-16,0 0 4 0,0 0-12 16,0 0 17-16,0 0-9 0,0 0 0 0,0 0 4 15,0 0-14-15,0 0 10 0,0 0-9 0,0 0 13 16,0 0 0-16,0 0-5 0,0 0 5 0,0 0-13 16,0 0-1-16,0 0 1 0,0 0-10 0,0 0 1 15,0 0-1-15,0 0-4 0,0 0 9 0,0 0 5 16,0 11-5-16,0-11 4 0,0 0-4 0,0 0 0 15,0 12-4-15,0-12 4 0,0 8 4 0,0-3-8 16,0 2 13-16,0 0-9 0,0 0 0 16,0 1 4-16,0-1 7 0,0 0 5 0,0 2-11 15,0-1 12-15,0 0-11 0,0 0-1 0,0 1 6 0,0-1-10 16,0 0-1-16,0 3 6 0,0-2-11 16,0 1 11-16,0-1 11 0,0 1-11 0,0 1 12 15,0 1-6-15,0-2-11 0,0 0 23 0,0 0 5 16,-16 0-5-16,16 1 1 0,0 0-7 0,0 0-4 15,0 0 0-15,0 0 5 0,0-1-17 0,0 1 7 16,0-3 9-16,0 1-6 0,0-2-5 0,0-1 12 16,0 1-21-16,0 0 11 0,0 0 11 0,0-1-15 15,0-1 0-15,0 2-11 0,0 0 14 0,0 0-18 16,0 1 20-16,0-3-2 0,0 2-13 0,0 0 19 16,0-2-10-16,0 2 6 0,0-1-2 0,0 0-3 15,0 0 8-15,0 0-4 0,0 0 5 16,0 0-5-16,0 0-9 0,0 0 4 0,0 0-10 15,0-3 5-15,0 3 0 0,0 0 1 0,0-1-5 16,0 0 5-16,0-1 4 0,23 1-4 0,-23 0 5 16,0-1-2-16,0-2-4 0,0 2 1 0,0-1 9 15,0 1-9-15,0-1 1 0,0-2 2 0,0 2 1 16,0 0 3-16,0-1 0 0,0 0-3 0,0 1-4 16,0-2 0-16,0 1 0 0,0 0-10 0,0 1 14 15,0-3-8-15,0 1-1 0,0 1 14 0,0 0-13 16,0-2 7-16,0 2-3 0,0-1-9 0,0 1 10 15,0-2 4-15,0 0-1 0,0 1 5 16,0 0-13-16,0 1 0 0,0-1 4 0,0-1-4 16,0 1 13-16,0 0-4 0,0 0-1 0,0 0 4 15,0-1-8-15,0 1-5 0,0-1 4 0,0 0 6 16,0 0-5-16,0 1 4 0,0-1-4 0,0 1-4 16,0-1 8-16,0 0-1 0,0 1-2 0,0-1 9 15,0 0-14-15,0 1 9 0,0-1 3 0,0 0-18 16,0 0 10-16,0 0-4 0,0 0 3 0,0 1 6 15,0-1 4-15,0 1-3 0,0-1-10 0,0 2 8 16,0-2-4-16,0 1 0 0,0-1 10 16,0 0-6-16,0 0 0 0,0 0-2 0,0 0-2 0,0 0 0 15,0 1 0-15,0-1-4 0,0 0-1 16,0 0 7-16,0 0-6 0,0 0 10 0,0 0 6 16,20 0-16-16,-20 0-6 0,0 0-28 0,0 0-38 15,0 0-25-15,0 0-29 0,0 0-11 0,0 0 7 16,0 0 1-16,0 0 3 0,0 0-14 0,0 0 25 15</inkml:trace>
  <inkml:trace contextRef="#ctx0" brushRef="#br0" timeOffset="-205525.71">15140 6479 106 0,'0'0'6'0,"0"0"6"15,0 0 10-15,0 0 10 0,0 0-5 0,0 0 4 16,0 0-6-16,0 0-12 0,0 0 16 0,0 0-13 16,0 0-4-16,0 0 4 0,0 0-4 15,0 0-6-15,0 0 9 0,0 0-4 0,0 0-5 16,0 0 9-16,0 0-4 0,0 0 4 0,0 0-4 15,0 0-6-15,0 0 6 0,0 0 9 0,0 0-9 16,0 0-1-16,0 0-4 0,0 0-1 0,0 0 5 16,0 0 9-16,0 0-9 0,0 0-6 0,0 0-3 15,0 0-6-15,0 0 5 0,0 0-4 0,0 0-1 16,0 0 0-16,0 0 0 0,0 0 5 16,0 0 5-16,0 0 0 0,0 0 0 0,0 0-15 0,0 0 10 15,0 0 5-15,0 0-10 0,0 0 10 16,0 0-10-16,0 0-4 0,0 0 10 0,0 0-1 15,0 0 4-15,0 0 1 0,0 11 10 0,0-11 0 16,0 9 0-16,16-9 0 0,-16 10-10 0,0-4 15 16,0-1-6-16,14 0 0 0,-14 2 11 0,8-1-14 15,-8-2-7-15,8 3 13 0,-3-3-6 0,-1 2 11 16,1 0 5-16,-1-3-5 0,-1 3 5 0,3-1-22 16,-2 0 11-16,-1-1-15 0,1 0-1 0,-1 1 5 15,2 0 1-15,0-1 9 0,1 1 1 0,-6 1 4 16,5-3-5-16,-2 2-9 0,1-1 4 0,0 0 1 15,0 0-21-15,0-1 20 0,-1 0-15 16,1 0 0-16,-2 0 20 0,1-1-10 0,-1 0 5 16,1 1-11-16,-1-1-4 0,1 0 0 0,0 0 0 15,-1 1 11-15,1-1-1 0,-1 1-5 0,0-1 9 16,0 1-4-16,1-1-5 0,-1 0 0 0,0 1 0 16,1-1 5-16,-2-1-5 0,-1 1 14 0,4 1-19 15,-1-1 0-15,0-1 10 0,-1 0-10 0,0 0-5 16,-2 1 15-16,2 0-10 0,1-2 6 0,-3 0 18 15,0 1-19-15,2-1 10 0,-2 1-5 0,0 1-15 16,2-2 14-16,-1 1-9 0,-1-1 5 0,0 0 5 16,2 0-10-16,-2 2 5 0,0-2 5 0,1 0 0 15,2 0 0-15,-3 0 0 0,2 1-14 0,-2-1 5 16,0 0-5-16,1 0 9 0,-1 0 9 16,0 0-8-16,0 0 13 0,0 0-5 0,0 0 1 15,0 0 4-15,0 0-3 0,0 0-10 0,0 0 0 16,0 0 3-16,0 0-4 0,0 0 10 0,0 0-2 15,0 0-8-15,0 0-9 0,0-14 5 0,0 14 5 16,0 0-5-16,0-16 13 0,0 16 5 0,0-12-19 16,14 4 5-16,-14 1 1 0,0-1-23 0,0 0 19 15,10 0 9-15,-10 1-4 0,0-1 17 0,10 0-14 16,-10 1 5-16,8-1 4 0,-8 1-13 0,4 0 11 16,1-1-10-16,-3-1-5 0,2 3 20 15,-2-2-12-15,0 1 6 0,1 0 0 0,1 2-15 16,-1-1 6-16,-1 1-4 0,-2 2 2 0,3 0 0 15,-1-1-1-15,0 2 6 0,1 0-5 0,-3-1-3 16,1 2 3-16,1-1-7 0,0 2 8 0,-1-3 4 16,1 2 1-16,0-1 0 0,0 1-10 0,0 0-27 15,2-2-32-15,-2 0-39 0,2 2-20 0,-1 1 3 16,1-3 5-16,-2 1 4 0,1 0-26 0,-1-1-7 16,1 1 21-16</inkml:trace>
  <inkml:trace contextRef="#ctx0" brushRef="#br0" timeOffset="-204487.15">14382 6354 136 0,'-2'0'11'0,"0"0"9"0,1 0 8 16,0 0 12-16,-2 0-16 0,3 0 9 0,-2 0-9 15,0 0 6-15,-1 0 9 0,3 0-16 16,0 0 14-16,-1 0-14 0,1 0-1 0,0 0-5 0,0 0-5 16,0 0 8-16,0 0-9 0,0 0 15 15,0 0-11-15,0 0-9 0,0 0 9 0,0 0-10 16,0 0-15-16,0 0 20 0,0 0-4 0,0 0-1 15,0 0 15-15,0 0-25 0,0 0 0 0,0 0-10 16,0 0 15-16,0 0 0 0,0 0 5 0,0 0 10 16,0 0-10-16,0 0 11 0,0 0-6 0,0 0 0 15,0 0 8-15,0 0 0 0,0 0-6 0,0 0 7 16,0 0-13-16,0 0-12 0,0 0 6 16,0 0 6-16,0 0 0 0,0 0 5 0,0 0 13 15,17 0-18-15,-17 0-11 0,0 0 10 0,13 0-16 16,-13 0 11-16,12 0 11 0,-3 0-11 0,-3 0 12 15,4 0-12-15,-1 0 0 0,-1-13 1 0,1 13-1 16,1 0 11-16,-4 0 7 0,2 0-1 0,-1 0 6 16,1-10 0-16,-2 10-23 0,-1 0 11 0,-1-6-11 15,0 6-10-15,-2 0 32 0,0 0-11 0,0-3-6 16,-2 3 16-16,0 0-21 0,0 0-10 0,0 0 4 16,0 0-39-16,0 0-25 0,0 0 0 0,0 0-14 15,0 0 8-15,0 0 3 0,0 0-7 0,0 0-19 16,0 0-21-16,0 12 20 0,0-12 18 15</inkml:trace>
  <inkml:trace contextRef="#ctx0" brushRef="#br0" timeOffset="-202950.35">14440 6234 145 0,'0'0'14'0,"0"0"-8"0,0 0 10 0,0 0 5 16,0 0-9-16,0 0 9 0,0 0-9 0,0 0 4 16,0 0 4-16,0 0-4 0,0 0 0 0,0 0-1 15,0 0-9-15,0 0 4 0,0 0 5 0,0 0-6 16,0 0-3-16,0 0 0 0,0 0 12 0,0 0-4 15,0 0-4-15,0 0 4 0,0 0-14 0,0 0-13 16,0 0 8-16,0 0 1 0,0 0 0 16,0 0 13-16,0 0-8 0,0 0-5 0,0 0 0 15,0 0-5-15,0 0 17 0,0 0-4 0,0 0-8 16,0 0 13-16,0 0-9 0,0 0 0 0,0 0 4 16,0 0-8-16,0 0-9 0,0 0 12 0,0 0 1 15,0 0-4-15,0 0 17 0,0 0-8 0,0 0-1 16,0 0 1-16,0 0-14 0,0 0 0 0,0 0 5 15,0 0 13-15,0 0-9 0,0 0 8 0,0 0-8 16,0 0-9-16,0 0 13 0,0 0-13 0,0 0 9 16,0 0-1-16,0 0 1 0,0 0 0 15,0 0 1-15,0 0-1 0,0 0 1 0,0 0 3 0,0 0-4 16,0 0 0-16,0 0 0 0,0-12 0 16,0 12-5-16,0 0 1 0,0 0 4 0,0-8 5 15,0 8 0-15,0-5 1 0,0 5-14 0,0-3 4 16,0 0 0-16,0 1 4 0,0 2 14 0,0-2-8 15,0 2 8-15,0-3-9 0,0 2 0 0,0 0-4 16,0 1 14-16,0-1-1 0,0 1-5 0,0-1 5 16,0 1-4-16,0 0 0 0,0 0 9 0,0 0-1 15,0 0-22-15,0 0 9 0,0 0-10 16,0 0-3-16,0 0 12 0,0 0-8 0,0 0 4 0,0 0-5 16,0 0 5-16,0 0 4 0,0 0-4 15,0 0 8-15,0 0-8 0,0 0-9 0,0 0-1 16,0 14 1-16,0-14-10 0,0 0 19 0,0 13 9 15,0-13-6-15,0 13 19 0,0-5-14 0,0 0-22 16,0 0 13-16,0 3-9 0,0-4 0 0,12 3 18 16,-12-1-8-16,0 1 3 0,11 0 1 0,-11-1 4 15,0 0-8-15,7-3 5 0,-7 2 5 0,0-3-19 16,0-1 10-16,4 1-5 0,-4-2-14 0,0 2 23 16,3-1-4-16,-3 0-1 0,1-1 19 0,-1 1-14 15,0 0 5-15,0-2-6 0,0 2-4 16,0 0-4-16,0-2 4 0,0 2-4 0,0-2 4 0,0 2 5 15,0-3-15-15,0 0-24 0,0 2-17 16,0-3-23-16,0 0-21 0,0 0-8 0,0 0 11 16,0 0 22-16</inkml:trace>
  <inkml:trace contextRef="#ctx0" brushRef="#br0" timeOffset="-202306.19">14642 6153 191 0,'0'0'18'0,"0"0"6"0,0-7 10 16,0 7 11-16,0-3-13 0,0 3 7 0,0-5-13 15,0 3-1-15,0 2 3 0,0 0-12 0,0 0 3 16,0 0-5-16,0 0-8 0,0 0-1 0,0 0-5 15,0 0 0-15,0 0-9 0,0 0 4 0,0 0 5 16,0 0-5-16,0 0 4 0,0 0 1 16,0 17-6-16,0-17 14 0,0 13-4 0,0-13-5 0,0 20 0 15,0-7-5-15,0-2-1 0,0 4 5 16,0 0 10-16,0 1-5 0,0 3 4 0,0-2-4 16,0-2-5-16,0-2-3 0,0 2 6 0,0-1 1 15,0-2 5-15,0-2-2 0,0 1-8 0,0-2 3 16,0 0 1-16,0 1 4 0,0-3 5 0,0 3-4 15,0-3-6-15,0-2 1 0,0 1 4 0,0-1 4 16,0 1-4-16,0-3-15 0,0 1-14 0,0-3-26 16,0 1-20-16,0-2-12 0,0 0-28 0,0 0 16 15,0 0 25-15</inkml:trace>
  <inkml:trace contextRef="#ctx0" brushRef="#br0" timeOffset="-201698.44">14861 6070 231 0,'0'-4'13'0,"2"-1"7"0,-2 1 18 0,0-1 9 16,2 2 1-16,-2-1 11 0,0 1-13 15,0 1 0-15,0-1-10 0,0 1-4 0,0 1 4 16,0-1-9-16,0 2-10 0,0-2-13 0,0 2-18 16,0 0 5-16,0 0 5 0,-16 0-5 0,16 0 9 15,0 0-5-15,-8 0 1 0,8 0 4 0,-10 19 4 16,1-19-4-16,3 13-4 0,-3-13-1 0,2 18-4 16,-1-18 5-16,2 20 12 0,-1-9-8 0,1 1-5 15,1 0 9-15,0 2-13 0,1 0 9 0,0 0-1 16,2 2 6-16,-1 1-11 0,2 0 6 0,0 0 4 15,1 0-14-15,0 0 13 0,0 0 7 16,0-1-11-16,0-2 11 0,0-1-9 0,0 0-11 16,0 0 16-16,17 0-16 0,-17-4 10 0,0 2-4 15,21-1 4-15,-21-1 15 0,21 0-1 0,-9-5 5 16,1 2-4-16,0-4-9 0,3 0 6 0,-1 0 5 16,1-2 12-16,-2 0 0 0,0 0 5 0,1 0 6 15,-1 0-16-15,1-23 10 0,-2 23-10 0,3-16-12 16,-1 16 12-16,0-21-12 0,-1 21-6 0,1-23 4 15,-4 12-18-15,-1 0 2 0,0 0 9 0,-1-2 10 16,-2 1 6-16,-2-1 14 0,1 1 5 0,-3 0 7 16,-1 1 10-16,-2-1 7 0,0 2-6 0,0 0-23 15,0 1-4-15,0 2-30 0,0 2 1 0,-22-1-8 16,22 4-1-16,-20-1 8 0,20 2-4 16,-25 1 5-16,8 0-8 0,2 0 4 0,-3 0 0 15,1 0 6-15,0 0 0 0,0 22-6 0,3-22-3 16,-1 14 1-16,2-14 2 0,0 19 2 0,0-8-48 15,2 1-47-15,0 0-31 0,0 1-35 0,1 0 21 16,4 0 16-16,-2-4 5 0,4 1-8 0,0-2-7 16,1-2 26-16</inkml:trace>
  <inkml:trace contextRef="#ctx0" brushRef="#br0" timeOffset="-200993.91">15318 6004 178 0,'8'-6'9'0,"-1"-2"10"0,-2 2 28 0,-3-1 19 16,-1 0 13-16,2 3 8 0,-1-1-1 0,-2 2-3 15,1 0-23-15,-1 3-28 0,0 0-27 0,0 0-15 16,0 0-5-16,0 0 15 0,0 0-5 0,0 0-6 16,-19 0 16-16,19 19-10 0,0-19 0 0,-14 15 5 15,14-15-5-15,-13 21 5 0,13-7 0 0,-12 0 0 16,12 3 6-16,-13 2-6 0,7 1 5 0,-1 2 6 15,1 0-16-15,2 1 6 0,0 0-7 0,0 0 7 16,2-1-1-16,0-2-6 0,-1-2 12 0,3-2-11 16,0-3 16-16,-1-2-21 0,0-1 4 0,-1-3 18 15,2-3-6-15,0-1 27 0,0-3-15 0,0 0-12 16,0 0 0-16,0 0-12 0,0 0 12 16,0 0-6-16,0 0-12 0,0-24 22 0,0 24-17 15,0-20 7-15,0 8 10 0,0-3-22 0,0-2 17 16,14-1-1-16,-14-1-15 0,0-1 25 0,0 0-15 15,9-1 0-15,-9 0 1 0,0-1-10 0,0 2 9 16,8 0-4-16,-8 3 20 0,3-1 5 0,-1 2 15 16,-2 1 0-16,2 2 10 0,0 1-2 0,0 1 0 15,-2 1 5-15,0 2-7 0,2 1-14 16,-2 1-4-16,2 1 4 0,-1 2-12 0,-1 0 3 0,0 2-6 16,1 1-9-16,-1 0-5 0,0 0-12 0,0 0-3 15,0 0-11-15,0 0 16 0,0 0 11 16,0 0-3-16,0 17 1 0,0-17-1 0,0 15 0 15,0-15 4-15,0 24 10 0,24-11-13 0,-24 3 0 16,22 0 1-16,-22 0 7 0,27 0 6 0,-10 0-18 16,0 1 11-16,0-1-10 0,2 0 0 0,-1-2 25 15,0 0-10-15,-2-2-2 0,-1 0 0 0,-2-1-14 16,2-2-3-16,-4 0 12 0,1-1-10 0,-2-2-21 16,0 0-38-16,-1-2-32 0,-2 0-26 0,1-1 9 15,-1 0 13-15,1-1-12 0,-3-1-11 0,1-1-18 16,-2 0 29-16</inkml:trace>
  <inkml:trace contextRef="#ctx0" brushRef="#br0" timeOffset="-200754.71">15271 6243 481 0,'-6'3'14'0,"0"-3"14"0,1 0 20 0,0 0 32 16,4 0-9-16,1 0-9 0,0 0-18 0,0-19-39 16,0 19-6-16,23-14-4 0,-23 14 4 0,32-18 0 15,-9 7 5-15,1-1 0 0,4 0-5 0,0 1 0 16,4 0-25-16,-4 1-15 0,0 2-18 0,-2-1-16 16,-3 4 6-16,-3 0-5 0,-1 0-5 15,-4 2-8-15,1 1-27 0,-4-2 19 0</inkml:trace>
  <inkml:trace contextRef="#ctx0" brushRef="#br0" timeOffset="-190090.71">30764 5034 157 0,'0'0'4'16,"-2"0"13"-16,2 0 5 0,0 0 5 0,0 0 3 15,0 0-11-15,0 0 7 0,0 0-9 0,0 0 4 16,0 0 3-16,0 0-10 0,0 0 7 0,0 0-11 16,0 0 7-16,0 0 0 0,0-12-4 0,0 12 3 15,0 0-8-15,0 0 4 0,0 0-5 0,0 0 1 16,0-5-7-16,0 5-5 0,0 0 8 0,0 0-4 16,0-4 0-16,0 4 0 0,0 0-4 0,0 0 8 15,0 0-4-15,0-2 0 0,0 2 8 0,0 0-12 16,0 0 11-16,0 0-11 0,0 0-3 0,0-1 3 15,0 1-3-15,0 0 14 0,0 0-7 0,0 0-4 16,0 0-3-16,0 0 3 0,0 0 4 16,0 0 0-16,0 0 4 0,0 0-4 0,0 0 0 15,0 0 7-15,0 0-7 0,0 0 0 0,0 0 0 16,0 0 0-16,0 0 0 0,0 0 0 0,0 0-4 16,0 0-3-16,0 0 10 0,0 0-7 0,0 0 7 15,0 0 1-15,0 0-5 0,0 0-3 0,0 0-3 16,0 0 3-16,0 0-4 0,0 0 8 0,0 0 0 15,0 0-4-15,0 0 8 0,0 0-4 0,0 0 8 16,0 0-12-16,0 0-4 0,0 0 8 0,0 0-3 16,0 0 7-16,-12 0-4 0,12 0 3 15,0 0-6-15,0 0-1 0,0 0 11 0,0 0-14 16,0 0 10-16,-5 0 5 0,5 0-12 0,0 0 8 16,-4 0-11-16,3 0 3 0,0 0 4 0,0 0 3 15,-1 0 1-15,2 0-5 0,-3 0 5 0,1 0-8 16,1 0 8-16,0 0-7 0,0 0-1 0,0 0 1 15,1 0-5-15,-1 0 9 0,1 0-2 0,0 0 5 16,0 0 3-16,0 0-3 0,0 0-8 0,0 0 8 16,0 0-4-16,0 0 3 0,0 0 1 0,0 0-7 15,0 0-1-15,0 0-3 0,0 0 7 0,0 0 0 16,0 0 0-16,0 0 4 0,0 0 0 0,0 0-4 16,0 0-4-16,0 0 4 0,0 0-4 15,0 0 5-15,0 0 3 0,0 0-4 0,0 0 0 0,0 0 0 16,0 0 0-16,0 0 3 0,0 0 1 15,0 0 0-15,0 0-1 0,0 0 1 0,0 0 0 16,0 0 0-16,0 0-3 0,0 0-8 0,0 0 3 16,0 0 4-16,0 0 4 0,0 0 4 0,0 0 0 15,0 0 12-15,0 0 7 0,0 0 1 0,0 0-1 16,0 0-7-16,0 0-4 0,0 0-1 0,0 0-3 16,0 0 0-16,0 0 2 0,0 0 4 0,0 0-5 15,0 0 5-15,0 0-4 0,0 0-5 0,0 0 10 16,0 0-10-16,0 0-9 0,0 0 5 0,0 0 4 15,0 0 0-15,0 0 4 0,0 0-4 0,0 0-8 16,0 0 3-16,0 0 1 0,17 0-1 0,-17 0 5 16,0 0-9-16,0 0 9 0,14 0 0 15,-14 0 0-15,0 0-5 0,12 0 1 0,-12 0-1 16,9 0-3-16,-2 0 3 0,0 0 1 0,-1 0 3 16,0 0 1-16,1 0 4 0,0 0-9 0,0 0-3 15,1 0 3-15,-2 0-8 0,1 0 13 0,-1 0-1 16,0 0-8-16,1 0 0 0,-1 0-7 0,2 0 6 15,-3 0 1-15,2 0 3 0,-1 0 1 0,0 0-11 16,0 0 11-16,0 0 0 0,-1-10-4 0,0 10 0 16,1 0-4-16,0 0 5 0,-1 0-6 15,1 0 10-15,-2 0-10 0,0 0-3 0,1 0 16 0,-3 0-8 16,4 0 8-16,-3 0-4 0,-1 0-12 16,0 0 3-16,2 0 2 0,-2 0 7 0,1 0-1 15,-1 0-3-15,1 0 4 0,0 0-13 0,0 0 14 16,1 0-2-16,-1 0-7 0,0 0 5 0,1 0-13 15,0 0 16-15,-1 0 0 0,0 0 3 0,-1 0-7 16,0 0-8-16,0 0 4 0,1 0 4 0,-1 0 9 16,0 0-4-16,-2 0-5 0,1 0 1 0,-1 0 2 15,1 0 5-15,-1 0-3 0,0 0-5 0,0 0 5 16,0 0-9-16,0 0 0 0,0 0 8 0,0 0-9 16,0 0 5-16,0 0 8 0,0 0-7 15,0 0 3-15,0 0 1 0,0 0-5 0,0 0 4 0,0 0-12 16,0 0-23-16,0 0-28 0,0 0-26 15,0 0-21-15,0 0-12 0,0 0-23 0,0 0-28 16,0 0 36-16</inkml:trace>
  <inkml:trace contextRef="#ctx0" brushRef="#br0" timeOffset="-189023.63">30787 4888 76 0,'3'0'5'0,"1"0"12"16,-1 0 1-16,-1 0 7 0,2-13 2 0,-2 13-9 15,1 0 4-15,-1 0-7 0,0 0-1 0,1 0 13 16,-1 0-8-16,0 0 7 0,0 0-3 0,1 0-8 16,-2 0 7-16,0 0-8 0,1 0 7 0,-2 0-11 15,0 0-1-15,0 0 0 0,0 0-9 0,0 0 5 16,0 0-1-16,0 0-8 0,0 0 0 15,0 0 4-15,0 0-1 0,0 0 5 0,0 0-8 16,0 0 3-16,0 0-7 0,0 0 4 0,0 0 4 16,0 0-7-16,0 0 6 0,0 0 1 0,0 0 4 15,0 0 0-15,0 0-8 0,0 0 4 0,0 0-4 16,0 0 0-16,0 0 4 0,0 0 0 0,0 0-1 16,0 0 5-16,0 0-9 0,0 0 1 0,0 0 0 15,0 0-4-15,0 0 16 0,0 0-7 0,0 0 7 16,0 0 0-16,0 0-4 0,0 0 0 0,0 0-8 15,0 0 5-15,0 0-8 0,0 13 8 16,0-13-4-16,-17 0 4 0,17 9 3 0,0-9-8 16,0 10 12-16,-17-7-12 0,17 3 5 0,-13-2 0 15,13 1 4-15,-14 0-4 0,7 0-8 0,-3 1 7 16,3-2-7-16,-2 1 4 0,1-1 6 0,-1 1 2 16,1-1-4-16,1 0 6 0,-2 0-10 0,1-1-5 15,2 1 12-15,0-1-8 0,1 0 8 0,0-1 0 16,0 0-8-16,2 1 4 0,-1-1 1 0,1 0-1 15,0-1 7-15,0 2-14 0,2-2 7 0,-2 2 4 16,0-1-8-16,1 1 7 0,1-1-10 0,-1-1-3 16,1 1 7-16,-2 0-1 0,1-1 11 0,2 0 4 15,0-1-18-15,0 1 14 0,0-1-7 16,0 0-7-16,0 2 18 0,0-2-15 0,0 0-3 16,0 0 7-16,0 0-7 0,0 0 7 0,0 0 4 15,0 0-5-15,0 0 2 0,0 0 5 0,0 0-5 16,0 0-1-16,0 0 7 0,0 0-17 0,0 1 18 15,0-1-1-15,0 1-14 0,0 1 15 0,0-1-8 16,0-1 9-16,0 2 2 0,0-1 9 0,0 1 1 16,0 0-4-16,18 0 11 0,-18 1-12 0,0 1 0 15,0-2 0-15,19 2-8 0,-19 0 0 0,14 0-4 16,-6 1 0-16,1-1 4 0,1 1 0 16,-1-1 0-16,1 0 0 0,-2 0-1 0,0-1 13 0,-2 0 9 15,-1 0-8-15,0 0 13 0,0-1-7 16,-1-1 0-16,-1 1 13 0,0-1-9 0,-1 0-5 15,1 0 1-15,-1-1-1 0,0 1-13 0,-1-1 9 16,-1 0-17-16,1 0 3 0,-1 0 2 0,0 0-10 16,0 0 17-16,0 0-9 0,0 0 1 0,0 0-9 15,0 0-5-15,0 0 9 0,0 0-38 0,0 0-24 16,0 0-41-16,0 0-47 0,0 0 7 0,0 0-46 16,0 0 28-16,0 0 35 0</inkml:trace>
  <inkml:trace contextRef="#ctx0" brushRef="#br1" timeOffset="-170233.38">30773 4956 199 0,'0'0'9'0,"0"0"4"0,0 0 19 0,0 0 7 15,0 0 0-15,0 0-3 0,0 0-15 0,0 0-7 16,0 0-1-16,0 0 7 0,0 0 5 16,0 0-3-16,0 0 0 0,0 0 3 0,0 0-1 15,0 0 12-15,0 0-12 0,0-12-3 0,0 12-5 16,0 0-12-16,0 0 12 0,0 0-12 0,0 0 0 15,0 0 8-15,0 0-12 0,0 0 9 0,0 0-4 16,0 0 0-16,0-6-5 0,0 6 4 0,0 0-4 16,0 0-13-16,0 0 18 0,0 0-5 0,0 0 4 15,0 0 5-15,0 0-14 0,0 0 1 0,0 0 9 16,0 0 4-16,0 0 10 0,0 0-5 0,0 0-4 16,0 0-1-16,0 0-4 0,0 0-10 15,0 0-4-15,0 0-1 0,0 0 1 0,0 0 14 0,0 0-10 16,0 0 10-16,0 0-5 0,0 0-10 15,0 0 15-15,0 0-10 0,0 0 5 0,0 0 5 16,0 0-15-16,0 0 1 0,0 0-14 0,0 0-3 16,0 0 9-16,0 0-3 0,0 0 12 0,0 14 0 15,-15-14 1-15,15 0 3 0,0 0 0 0,0 0 8 16,0 0 0-16,0 0 0 0,0 8 0 0,0-8-1 16,0 0-3-16,0 0 4 0,0 0-12 0,0 0 5 15,0 0 3-15,0 0-4 0,0 0 4 0,0 0 4 16,0 0-8-16,0 0 4 0,0 0 4 0,0 0-8 15,0 0 4-15,0 0 4 0,0 0-1 0,0 0-6 16,0 0-1-16,0 0-4 0,0 0 0 16,0 0 12-16,0 0 0 0,0 0-8 0,0 0 0 15,0 0-3-15,0 0 3 0,0 0 4 0,0 0 4 16,0 0 0-16,0 0-5 0,0 0 1 0,0 0 0 16,0 0-3-16,0 0 7 0,0 0-4 0,-17 0 0 15,17 0-1-15,0 0-6 0,0 0 11 0,0 0-1 16,0 0 1-16,0 0 4 0,0 0-12 0,0 0 0 15,0 0 4-15,-8 0-4 0,8 0 12 0,0 0-4 16,0 0-4-16,0 0-4 0,-4 0 0 0,4 0 8 16,-3 0 0-16,3 0 0 0,-2 0-8 0,-1 0-3 15,0 0-1-15,1 0 16 0,0 0-5 0,0 0-7 16,-1 0 1-16,1 0-5 0,2 13 8 0,-3-13-3 16,1 0 3-16,2 0 4 0,0 0-1 15,-2 0 12-15,2 0-3 0,-2 0-12 0,0 0-4 16,1 0 0-16,1 0 4 0,-2 0-3 0,0 6 3 15,-1-6 0-15,1 0 0 0,-1 0 7 0,2 4-7 16,-1-4 4-16,0 0 0 0,1 0-8 0,-1 2 4 16,2-2 0-16,-1 1-4 0,1-1 4 0,0 0 4 15,-1 0-4-15,1 0-4 0,0 0 8 0,0 0 0 16,0 2 0-16,0-2 0 0,0 0-8 0,0 0 4 16,0 0-4-16,0 0 0 0,0 0 0 15,0 0 0-15,0 0 1 0,0 0 3 0,0 0 7 0,0 0-10 16,0 0-1-16,0 0 4 0,0 0 0 15,0 0 4-15,0 0 3 0,0 0-3 0,0 0-8 16,0 0 0-16,0 0 0 0,0 0 5 0,0 0 3 16,0 0-4-16,0 0 0 0,0 0-4 0,0 0 4 15,0 0 4-15,0 0 4 0,0 0-5 0,0 0-3 16,0 0 0-16,0 0-3 0,0 0 2 0,0 0 1 16,0 0 4-16,0 0-4 0,0 0-3 0,0 0-1 15,0 0-4-15,0 0 8 0,0 0-4 0,0 0 8 16,0 0-4-16,0 0-4 0,0 0 8 0,0 0-4 15,0 0 0-15,0 0-4 0,0 0 4 16,0 0-3-16,0 0 3 0,0 0 4 0,0 0-1 0,0 0-6 16,0 0 6-16,0 0-3 0,0 0-3 15,0 0 6-15,0 0-6 0,0 0 6 0,0 0 1 16,0 0 0-16,0 0-4 0,0 0-8 0,0 0 8 16,0 0-3-16,0 0 6 0,0 0 5 0,0 0-8 15,0 0 4-15,0 0-4 0,0 0 8 0,0 0-4 16,0 0 7-16,0 0 5 0,0 0-4 0,0 0 4 15,0 0 2-15,0 0-9 0,0 0 14 0,0 0-4 16,0 0-6-16,0 0 14 0,0 0-18 0,0 0 14 16,0 0-1-16,17 15-4 0,-17-15 4 0,0 0-8 15,14 0 8-15,-14 0 3 0,0 0 5 0,13 0 7 16,-13 0-19-16,0 0 0 0,7 10 2 16,-7-10-4-16,6 0 8 0,-3 0-5 0,0 0-14 15,0 0-4-15,1 0 3 0,0 0-1 0,-1 0-4 16,4 4 5-16,-3-4-8 0,0 0-3 0,0 1 7 15,0-1 3-15,0 2 1 0,0-2-1 0,0 0 1 16,0 0-8-16,-3 0 4 0,1 1 4 0,0 0 0 16,2 1 4-16,-3-1-1 0,3-1-10 0,-1 2 8 15,1-2-9-15,0 1 12 0,1-1 10 0,-1 1-15 16,1 0 8-16,-2-1 0 0,1 0-3 0,1 2 4 16,0-2 9-16,-2 0-10 0,0 0 0 15,0 2 0-15,-1-2-6 0,1 0-1 0,-1 0 2 0,0 0 1 16,0 0-3-16,0 1 3 0,0-1-2 15,-1 0 13-15,2 0-2 0,1 0-9 0,-2 0 9 16,3 0-10-16,-1 0-6 0,-1 0 10 0,1 0-6 16,0 0 0-16,-1 0 10 0,1 0-6 0,-2 0 6 15,0 0-5-15,0 0 0 0,0 0-3 0,-1 0-7 16,0 0 2-16,1 0-10 0,0 0 5 0,-2 0 2 16,2 0 4-16,-2 0 1 0,1 0-3 0,1 0 2 15,-2 0-5-15,2 0 3 0,0 0 2 0,-1 0-3 16,1 0 1-16,1 0 4 0,1 0-3 0,-1 0 2 15,-1 0 6-15,1 0-5 0,0 0 2 0,1 0 0 16,0 0-2-16,1 0 5 0,-2 0-3 0,2 0-3 16,-2 0-3-16,3 0-7 0,-2 0 10 15,-1 0 0-15,1 0 0 0,-2 0 6 0,1 0-8 16,2 0 6-16,-2 0-4 0,-1 0-3 0,2 0-1 16,-2 0-2-16,1 0 9 0,1 0-1 0,-2 0-5 15,0 0 2-15,-1 0-1 0,4 0-4 0,-3 0 6 16,0 0 0-16,0 0-6 0,1 0 8 0,-1 0-2 15,0 0-3-15,1 0 3 0,0 0-4 0,0 0 5 16,-1 0-4-16,1 0 6 0,-1 0-3 0,1 0 1 16,1 0 6-16,-1 0-7 0,-2 0 10 0,1 0-5 15,-1 0 1-15,0 0 1 0,0 0-6 0,-1 0 5 16,0 0-5-16,0 0 4 0,0 0-6 16,0 0-2-16,0 0 2 0,0 0-9 0,0 0 7 15,0 0 1-15,0 0-1 0,0 0 7 0,0 0-8 16,0 0 1-16,0 0 4 0,0 0-2 0,0 0 5 15,14 0 4-15,-14 0-1 0,0 0 1 0,0 0 7 16,0 0-6-16,9 0 2 0,-9 0-2 0,0 0-7 16,0 0-1-16,0 0 2 0,0 0-7 0,0 0 2 15,0 0 2-15,5 0-5 0,-5 0 7 16,0 0-3-16,0 0 0 0,0 0 3 0,0 0 0 0,0 0-1 16,0 0 1-16,0 0-4 0,0 0 9 0,0 0 7 15,0 0 4-15,0 0 7 0,0 0-7 16,0 0-9-16,0 0-1 0,0 0-5 0,0 0-4 15,0 0-1-15,0 0 2 0,0 0-6 0,0 0 3 16,0 0 4-16,0 0-8 0,0 0 3 0,0 0-1 16,0 0-1-16,0 0 2 0,0 0-2 0,0 0 2 15,0 0 0-15,0 0 5 0,0 0-4 0,0 0 2 16,0 0-1-16,0 0-5 0,0 0 2 0,0 0 0 16,0 0-3-16,0 0 2 0,0 0-6 0,0 0-34 15,0 0-47-15,0 0-65 0,0 0-78 0,0 0-56 16,0 0-4-16,0 0 17 0,0 0 37 0,0 0 89 15</inkml:trace>
  <inkml:trace contextRef="#ctx0" brushRef="#br1" timeOffset="-168920.41">30891 4912 134 0,'0'0'3'16,"0"-1"0"-16,0 0 0 0,0 0 1 15,0-1-4-15,0 2 4 0,0-4 1 0,0 3 0 16,0-1 11-16,0 1 2 0,0-2 2 0,0 2-2 15,0-2-4-15,0 2 1 0,0 0-4 0,0-1 10 16,13-1 0-16,-13 2-13 0,0 0 8 0,0 0-1 16,0-1-14-16,0 2 11 0,0 0-6 0,0 0-9 15,0-2 11-15,0 2-1 0,0 0-3 0,0-1 0 16,0-1 1-16,0 2-8 0,0 0 8 0,0 0 0 16,0 0-5-16,0 0 4 0,0 0 0 0,0 0 0 15,0 0 0-15,0 0 1 0,0 0-5 0,0 0-4 16,0 0 4-16,0 0-4 0,0 0 0 0,0 0 8 15,0 0-4-15,0 0 7 0,0 0 1 16,0 0-4-16,0 0-4 0,0 0 1 0,0 0 3 0,0 0-7 16,0 0 20-16,0 0 0 0,0 0-4 15,0 0 16-15,0 0-21 0,0 0 4 0,0 0-3 16,0 0-5-16,0 0 0 0,0 0-4 0,0 0 4 16,0 0-7-16,0 0 7 0,0 0-4 0,0 0-8 15,0 0 8-15,-11 0-8 0,11 0 8 0,-7 0 8 16,7 0-4-16,-11 0 4 0,5 13-19 0,-1-13 3 15,1 0 1-15,0 0 11 0,-2 0 4 0,3 9 0 16,1-9-8-16,-1 0-4 0,-1 5 5 0,2-5-1 16,-2 3 11-16,1-1-11 0,0 0 0 0,0 0 0 15,0 0 0-15,-2 2 0 0,0-3 4 16,2 1-7-16,0 0 3 0,0 0 0 0,0 0 0 16,2 0 12-16,-2 0-12 0,3 0 4 0,-1 0-8 15,1 0-3-15,0 0 7 0,0-1-1 0,0 1 1 16,1-1 8-16,-2 0-8 0,1 1 0 0,0 0 0 15,0 0-7-15,-1 0 7 0,1 0 0 0,-2-1 12 16,1 1-9-16,0 0-6 0,0 0-1 0,0 0-4 16,1-1 5-16,-2 1 3 0,2 0 8 0,-1-1-4 15,1 1-8-15,1-1 4 0,-3 1-8 0,2 0 5 16,0-1 7-16,0 1-12 0,-1-1 16 0,1 1-12 16,-1 0 4-16,1-1 12 0,1 0-20 15,-2-1 16-15,1 1-5 0,2-1-3 0,0 0 4 0,0 0-12 16,0 0 5-16,0 0 3 0,0 0 0 15,0 0 4-15,0 0-4 0,0 2-4 0,0-2 4 16,0 0 4-16,0 0-4 0,0 0 0 0,0 0-4 16,0 0 0-16,0 0 4 0,0 0 7 0,0 2-7 15,0-2 0-15,0 1 4 0,0 0-8 0,0-1 5 16,0 1 2-16,0 1-6 0,0-1 3 0,0-1 0 16,0 2 0-16,0-1 7 0,0 0-10 0,0 1 6 15,-15-1-10-15,15 0 3 0,0-1 4 0,0 1 0 16,0 1 7-16,0-1-10 0,0 0 6 0,0-1-6 15,0 1 3-15,0-1-4 0,0 0 1 16,0 1 10-16,0-1-7 0,0 0 8 0,0 2-1 16,0-2-11-16,0 2 12 0,0-1-15 0,0 0-1 15,0 0 5-15,0 1-8 0,0-1 22 0,0 2-7 16,0-2 3-16,0 1-3 0,0 0-4 0,0 1 4 16,15 0-4-16,-15-1 7 0,0 2-10 0,0-2 3 15,10 2 8-15,-10-1 3 0,0 0 16 0,7 0 4 16,-7 0-7-16,7 1 6 0,-4-1-3 0,1 1 3 15,1 0 5-15,2 0-5 0,-1 0-5 0,2-1 1 16,-1 1-1-16,0 0-3 0,1-1 11 0,2 1-12 16,-2-1 8-16,1 0 0 0,-1 0-1 0,4-1 4 15,-2 0-6-15,-1 2 4 0,0-3-11 0,1 2-1 16,-3-3 4-16,-2 3-13 0,3-2 6 16,-4 0 3-16,-2-1-13 0,0 1 8 0,-1-1-7 15,-1 0-2-15,1 0 2 0,-1 1-5 0,0-1-1 16,0 0 0-16,0 0-4 0,0 0 4 0,0 0 1 15,0 0-4-15,0 0 7 0,0 0-5 0,0 0-6 16,0 0 7-16,0 0-8 0,0 0-2 0,0 0-17 16,0 0-49-16,0 0-53 0,0 0-37 0,0 0-4 15,0 0 0-15,0 0 4 0,0 0 15 0,-15 0 28 16</inkml:trace>
  <inkml:trace contextRef="#ctx0" brushRef="#br1" timeOffset="-165244.67">23416 4921 50 0,'0'0'15'0,"0"0"-2"0,0 0 13 0,0 0-3 15,0 0-6-15,0 0 2 0,0 0-12 16,0 0 14-16,0 0-10 0,0 0 2 0,0 0 1 16,0 0-17-16,0 0 8 0,0 0-1 0,0 0 1 15,0 0-1-15,0 0-4 0,0 0 5 0,0 0 0 16,0 0 7-16,0 0-3 0,0 0-12 0,0 0 0 15,0 0 9-15,0 0-5 0,0 0 12 0,0 0 8 16,0 0-12-16,0 0 13 0,0 0-13 0,0 0-3 16,0 0 0-16,0 0-4 0,0 0 12 0,0 0-9 15,0 0 8-15,0 0 1 0,0 0-5 0,0 0 4 16,0 0-13-16,0 0 0 0,0 0 0 0,0 0-5 16,0 0 10-16,0 0 0 0,0 0 0 0,0 0 12 15,0 0-7-15,0 0 12 0,0 0 0 16,0 0-4-16,0 0 13 0,0 0-9 0,0 0-4 15,0 0 4-15,0 0-4 0,0 0-1 0,0 0-4 16,0 0 6-16,0 0 1 0,0 0 1 0,0 0-2 16,0 0-4-16,0 0-15 0,19 0 5 0,-19 0 10 15,0 0-14-15,0 0 18 0,19 0-8 0,-19 0-1 16,9 0 10-16,-9 0-4 0,13 0-6 0,-13 0 4 16,12 0-4-16,-6 0-5 0,-1 0 5 0,0 0-1 15,0 0 1-15,1 0-5 0,-2 0 4 0,1 0-8 16,-2 0 8-16,0 0 1 0,0 0-5 0,-1 0-4 15,1 0-1-15,-1 0-1 0,0 0 10 16,2 0-4-16,0 0 9 0,-1 0 1 0,2 0-2 16,-1 0 2-16,2 0-15 0,0 0 9 0,-1 0-5 15,0 0 0-15,0 0 0 0,0 0-3 0,-1 0-9 16,-1 0 13-16,-3 0 0 0,6 0-7 0,-4 0 2 16,1 0 0-16,-2 0-13 0,3 0 9 0,-3 0 13 15,2 0-9-15,-1 0 0 0,0 0 9 0,0 0-18 16,-1 0 9-16,1 0-1 0,0 0-3 0,1 0 8 15,0 0-4-15,-1 0 13 0,0 0-22 0,-1 0 9 16,4 0 1-16,-2 0-14 0,0 0 26 0,1 0-13 16,-1 0 0-16,2 0 12 0,3 0-16 0,-1 0 4 15,-2 0 5-15,0 0 0 0,0 0 4 16,2 0 4-16,-3 0 0 0,0 0-4 0,0 0 0 16,-1 0-13-16,1 0 4 0,1 0-4 0,2 0-5 15,-3 0 18-15,1 0-5 0,-1 0 1 0,1 0 7 16,-1 0-17-16,1 0-4 0,-2 0 5 0,4 11-5 15,-3-11 22-15,1 0-8 0,0 0 3 0,-1 0 5 16,2 0-7-16,0 0 28 0,0 6-3 0,-3-6 11 16,3 0-8-16,-3 0-14 0,4 0 1 0,-3 0-13 15,0 0 7-15,-2 0-5 0,-1 0-3 0,1 0 2 16,-1 0-9-16,-1 0 6 0,0 0-5 0,0 0 2 16,0 0 5-16,0 0-8 0,0 0 9 0,0 0-10 15,0 0 5-15,0 0-3 0,0 0-6 0,0 0 11 16,0 0-12-16,0 0 6 0,0 0 7 15,0 0-3-15,0 0-2 0,0 0 0 0,0 0-5 16,0 0-3-16,0 0 1 0,0 0-2 0,0 0 6 16,0 0-3-16,0 0 4 0,0 0 4 0,0 0-6 15,0 0 4-15,0 0-2 0,0 0-3 0,0 0 7 16,0 0-11-16,0 0-25 0,0 0-32 0,0 0-40 16,0 0-35-16,0 0-2 0,0 0-4 0,0 0 0 15,0 0 20-15,0 0-3 0,0 0-13 0,0 0 34 16,0 0 24-16</inkml:trace>
  <inkml:trace contextRef="#ctx0" brushRef="#br1" timeOffset="-164190.92">23833 4848 114 0,'0'0'1'0,"0"0"13"0,0-11 1 15,0 11 19-15,0 0 4 0,0 0-5 0,0 0 1 16,0 0-9-16,0 0-6 0,0 0-11 0,0 0 6 15,0 0-9-15,0 0 0 0,0 0 4 0,0 0-13 16,0 0 0-16,0 0 8 0,0 0 0 0,0 0 1 16,0 0 0-16,0 0-9 0,0 0 0 0,0 0 8 15,0 0-5-15,0 0 6 0,0 0 1 0,0 0 8 16,0 0-3-16,0 0 3 0,0 0 0 0,0 0-18 16,0 0 14-16,0 0-10 0,0 0-3 0,0 0 7 15,0 0-4-15,0 0 5 0,0 0 4 0,0 0 0 16,0 0-4-16,0 0 0 0,0 0-5 15,0 0 5-15,0 0 0 0,0 0-9 0,0 0 13 16,0 0 0-16,0 0 5 0,0 0-5 0,0 0 0 16,0 0-8-16,0 0-9 0,0 0 8 0,0 0 5 15,0 0 4-15,0 0 9 0,0 0 4 0,0 0-12 16,0 0-5-16,0 0 4 0,0 0 0 0,0 0-1 16,0 0 6-16,0 0-14 0,0 0 0 0,0 0 1 15,0 0-6-15,0 0 5 0,0 0 0 0,0 0 9 16,0 0-4-16,0 0 18 0,0 0-14 0,0 0-5 15,0 0 1-15,0 0-5 0,16 0 0 16,-16 0 0-16,0 0 20 0,14 0-20 0,-14 17 15 0,10-17-10 16,-10 0-10-16,12 0 15 0,-6 14 0 15,0-14 6-15,-1 0-11 0,0 10 0 0,1-10-5 16,0 8 5-16,0-3 5 0,0-1 0 0,-1 0 0 16,2-1 0-16,1 2 0 0,-1-1-1 0,0-1 1 15,0 2-5-15,0 0-1 0,-2-3-4 0,0 1 5 16,0-1 0-16,-1 1-5 0,-2-3 5 0,-1 1-10 15,1 0 0-15,0 0 5 0,-2-1 0 0,0 0 10 16,2 0 3-16,-2 0 2 0,0 1-15 0,0-1 0 16,0 0 1-16,0 0-1 0,0 0 10 0,0 0-10 15,0 0 0-15,0 0 0 0,0 0 4 16,0 0 5-16,0 0-8 0,0 0-1 0,0 0-5 16,0 0 5-16,0 0 0 0,0 0-4 0,0 0 4 15,0 0-9-15,0 0 9 0,0 0 9 0,0 0-14 16,0 0 9-16,0 0-13 0,0 0 0 0,-13 0 8 15,13 0-4-15,0 0 14 0,0 0-9 0,-7 0 0 16,7 0 4-16,-5 0-13 0,5 0 5 0,-9 0 3 16,5 15 1-16,-1-15-1 0,-1 0 1 0,-1 11-5 15,-1-11 0-15,1 0 5 0,-1 13 9 0,1-13-10 16,-3 9 6-16,3-2-1 0,-2-2-9 0,3-1 14 16,-1 1-19-16,1-1 10 0,0 2-5 0,1-3 0 15,-1 2 5-15,3-2-4 0,1 1 9 0,-2-2-5 16,3 0 9-16,-1 0-5 0,1-1 1 15,0 1-5-15,0-1-1 0,1-1 1 0,-1 0-4 16,1 0-1-16,0 0 1 0,0 0 9 0,0 0-5 16,0 0 4-16,0 1 1 0,0-1-5 0,0 0 5 15,0 0-1-15,0 0 1 0,0 0-10 0,0 0 0 16,0 0 6-16,0 0-15 0,0 0 14 0,0 0 0 16,0 0 0-16,0 0 5 0,0 0-5 0,0 0 4 15,0 0-9-15,0 0 10 0,0 0 0 0,0 0 0 16,0 0-5-16,0 0-5 0,0 0 9 0,0 0-8 15,0 0 4-15,0 0 5 0,0 0-14 16,0 0-1-16,0 0-47 0,0 0-41 0,0 0-40 16,0 0-46-16,0 0 20 0,0 0 37 0</inkml:trace>
  <inkml:trace contextRef="#ctx0" brushRef="#br1" timeOffset="-161400.16">18914 4827 169 0,'0'0'14'0,"0"0"6"0,0 0 5 0,0 0 5 16,0 0-4-16,0 0-1 0,0 0-5 16,0 0 9-16,0 0-4 0,0 0-5 0,0 0 8 15,0 0-21-15,0 0 3 0,0 0-1 0,0 0-13 16,0 0 8-16,0 0-3 0,0 0-1 0,0 0 0 16,0 0-4-16,0 0 0 0,0 0 4 0,0 0 4 15,0 0 1-15,0 0-5 0,0 0-9 0,0 0 1 16,0 0 12-16,0 0-4 0,0 0 4 0,0 0 0 15,0 0-9-15,0 0 6 0,0 0-1 0,0 0 5 16,0 0-5-16,0 0 0 0,0 0-1 0,0 0 1 16,0 0 0-16,0 0 4 0,0 0 1 0,0 0-9 15,0 0 8-15,0 0-4 0,0 0 0 16,0 0 4-16,0 0-4 0,0 0 1 0,0 0-10 16,0 0 4-16,0 0 5 0,0 0-5 0,0 0 1 15,0 0 5-15,0 0-1 0,0 0 13 0,0 0-4 16,0 0-5-16,0 0 5 0,0 0-7 0,0 0 30 15,0 0 5-15,0 0-4 0,0 0 8 0,16 0-8 16,-16 0-4-16,0 0 6 0,0 0-4 0,11 0-5 16,-11 0 5-16,9 0-15 0,-9 0 9 0,10 14-10 15,-4-14-9-15,1 0 9 0,0 0-20 0,0 0 11 16,0 0 3-16,0 0-13 0,1 0-1 0,1 0 5 16,-3 0-5-16,1 0 24 0,0 0 1 0,0 0-9 15,0 0 4-15,-1 0-14 0,1 0 13 0,0 0-4 16,-1 0 0-16,1 0 8 0,-1 0-13 15,2 0 1-15,-1 0-6 0,1 0-3 0,-1 0 3 16,0 0 4-16,1 0 9 0,0 0-9 0,0 0 2 16,-1 0 3-16,0 0-18 0,1 0 9 0,-1 0-5 15,0 0 0-15,0 0 9 0,1 0 1 0,-2 0-4 16,2 0-1-16,-1 0-4 0,-2 0 4 0,5 0 5 16,-3 0-5-16,1 0 9 0,-1 0-1 0,2 0 2 15,-1 0 9-15,0 0-1 0,1 0-3 0,-1 0 9 16,1 0-15-16,0 0 1 0,0 0-13 0,-1 0 7 15,-1 0-3-15,-1 0 4 0,3 0 7 0,-3 0-11 16,0 0 3-16,1 0-7 0,-1 0-1 0,1 0 1 16,-2 0 6-16,2 0 1 0,-2 0-3 15,1 0 4-15,0 0-8 0,-1 0 8 0,-1 0-9 16,2 0 5-16,0 0 11 0,-1 0-17 0,1 0 17 16,-2 0-12-16,1 0-3 0,-2 0 8 0,0 0-4 15,1 0-1-15,1 0 0 0,2 0 4 0,0 0-1 16,0 0 6-16,1 0-4 0,3 0-4 0,-2 0 3 15,0 0 0-15,1 0-2 0,-2 0 3 0,-1 0-3 16,-1 0-1-16,2 0 13 0,-3 0-10 0,0 0-1 16,0 0 9-16,-3 0-19 0,2 0 13 15,-1 0-6-15,0 0-2 0,1 0 9 0,0 0-11 16,-1 0 15-16,0 0-4 0,2 0 1 0,-1 0 3 16,1 0-10-16,1 0 7 0,-1 0-3 0,0 0 9 15,-1 0 1-15,0 0-14 0,1 0 4 0,0 0-4 16,1 0-2-16,-4 0 9 0,3 0 0 0,-3 0 3 15,2 0-8-15,-3 0 1 0,0 0 0 0,-1 0-9 16,1 0 8-16,0 0-7 0,-1 0 5 0,0 0-13 16,0 0 5-16,0 0 4 0,0 0-8 0,0 0-10 15,0 0-47-15,0 0-35 0,0 0-41 0,0 0-24 16,0 0 10-16,0 0-3 0,0 0 15 0,0 0-4 16,0 0 33-16</inkml:trace>
  <inkml:trace contextRef="#ctx0" brushRef="#br1" timeOffset="-159984.04">19137 4674 52 0,'0'0'13'15,"0"0"5"-15,0 0 3 0,12 0 8 0,-12 0-3 16,0 0 0-16,0 0 2 0,0 0-12 0,0-6 0 16,0 6 11-16,0 0-4 0,0 0 8 0,0 0-5 15,0 0-20-15,0 0 8 0,0 0-8 0,0 0 5 16,0 0 2-16,0 0-11 0,0 0 7 0,0 0-4 16,0 0 3-16,0 0-3 0,0 0-4 0,0 0-1 15,0 0-4-15,0 0 4 0,0 0 0 0,0 0 0 16,0 0-9-16,0 0 10 0,0 0-1 0,0 0-4 15,0 0 8-15,0 0-5 0,0 0 1 0,0 0 0 16,0 0 4-16,0 0-8 0,0 0 0 0,0 0 4 16,0 0-8-16,0 0 12 0,0 0-5 15,0 0 5-15,0 0 0 0,0 0-8 0,0 0 5 16,0 0 3-16,0 0-9 0,0 0 8 0,0 14 4 16,-17-14-11-16,17 0 17 0,-11 9-13 0,11-9 0 15,-13 6 4-15,6-6 0 0,0 8 9 0,0-4-4 16,-2-1-5-16,2 2 0 0,-1-1-4 0,0 0 9 15,0 0 0-15,-1 1-9 0,1-1 3 0,-1 0-3 16,1 0 3-16,-1 0-3 0,4-1 4 0,-2-1-9 16,-1 2-8-16,3-3 8 0,0 0-4 0,0 0 14 15,-1-1 4-15,3 3-9 0,-4-1 14 16,2 1-4-16,1-1-5 0,-1 1 8 0,1 1-12 16,1 1-5-16,-1-2 4 0,-1-1-4 0,1 1 5 15,1 0-5-15,-1 1 4 0,1-3-9 0,-2 1 9 16,2 0-4-16,1-1 0 0,0 1 13 0,0 0-13 15,0-2 8-15,-1 2 1 0,2 0-5 0,-1 1 0 16,-1-2 5-16,0 2 0 0,0 0 4 0,-2 0-5 16,1 0-3-16,1 0-1 0,-4 1 0 0,2 0-4 15,0-1 0-15,0 0 4 0,1 1-8 0,0-2 9 16,-1 0 3-16,3 0-17 0,1-1 9 0,-1 0 4 16,2 0 1-16,-2 0 3 0,2-1 4 15,0 1-8-15,0-1-9 0,0 0 9 0,0 0-4 16,0 0 4-16,0 0 4 0,0 0-4 0,0 0 0 15,0 0-4-15,0 0 0 0,0 0 4 0,0 0 0 16,0 0 0-16,0 0 0 0,0 0-5 0,0 0 1 16,0 0 0-16,0 0 8 0,0 0-4 0,0 0-9 15,0 0 9-15,0 0-4 0,0 0 5 0,0 0 7 16,0 0-4-16,0 0 0 0,0 0-8 0,0 10 4 16,0-10-4-16,0 0-5 0,0 0 18 0,0 0-9 15,0 0 4-15,0 0-4 0,0 0-4 0,0 0 9 16,0 0-5-16,0 0 9 0,0 7-1 0,0-7-3 15,0 0 12-15,0 4-3 0,15-4 5 16,-15 3 7-16,9 0 2 0,-9-1 2 0,11 0 2 16,-2-1 2-16,-1 1-9 0,1 0 5 0,1 1-4 0,2-3-11 15,-1 0 15-15,2 2-5 0,-2-2-9 16,2 0 9-16,2 1-10 0,-3-1 5 0,1 0 13 16,-2 2-9-16,2-2-1 0,-3 0 0 0,1 0-10 15,-4 0 5-15,3 0-9 0,-3 0-9 0,0 2 1 16,-1-2 2-16,1 0 1 0,-2 0-4 0,0 2 4 15,0-2-16-15,-2 0 8 0,0 0 4 0,0 1-5 16,0-1 9-16,-1 2-13 0,-1-2 4 16,-1 0 5-16,1 1-8 0,-1 0 16 0,0-1 1 0,0 2-18 15,0-1 22-15,1-1-17 0,-1 0-5 16,0 0 17-16,0 0-12 0,1 0 4 0,-1 0-9 16,1 0 10-16,0 0-1 0,-1 0 8 0,2 0 2 15,0 0-29-15,0 0-34 0,-1 0-49 0,0 13-17 16,0-13-21-16,1 0-8 0,-2 0-25 0,0 11 27 15</inkml:trace>
  <inkml:trace contextRef="#ctx0" brushRef="#br1" timeOffset="-153755.71">13938 4882 139 0,'0'0'1'15,"0"0"13"-15,0 0-4 0,0 0 14 0,0 0 9 16,0 0-13-16,0 0 11 0,0 0-7 0,0 0-9 16,0 0 4-16,0 0 5 0,0 0-5 0,0 0 8 15,0 0 4-15,0 0 0 0,0 0-4 0,0 0 4 16,0 0-13-16,13 0-4 0,-13 0 5 0,0 0-10 15,0 0 8-15,0 0-16 0,6 0 16 0,-6 0-8 16,5 0-4-16,-5 0 8 0,9 0-9 16,-5 0 5-16,-1 0-5 0,1 0 5 0,0 0-13 15,-1 0-1-15,1 0 5 0,3-11 0 0,-4 11 9 16,3 0-5-16,-2 0 5 0,-1 0-9 0,1 0 0 16,1-6 10-16,-3 6 5 0,3-4-11 0,1 4 17 15,-3-1-11-15,1 0-5 0,1 0 11 0,-1 0-26 16,-2 0 15-16,5 0-10 0,-5 1 0 0,1-1 10 15,1 0-21-15,0 1 16 0,-1-1 5 0,1 1-5 16,-2-1 11-16,0 1-6 0,3 0-5 0,-2 0 0 16,-1 0-5-16,2 0 5 0,-2 0 5 0,1 0-5 15,-1 0 5-15,2 0-10 0,-2 0 0 0,1 0 5 16,-1 0 10-16,3 0-10 0,0 0 0 16,-1 0 5-16,0 0-5 0,1 0 5 0,-1 0-5 15,3 0 0-15,-3 0-10 0,-1 0 10 0,3 0 5 16,-2 0-10-16,-1 0 10 0,1 0-10 0,3 0 0 15,-4 0-1-15,1 0-9 0,1 0 20 0,-3 0 0 16,2 0 0-16,-2 0 16 0,2 0-16 0,-1 0-5 16,0 0 0-16,1 0 0 0,0 0-5 0,-1 0 10 15,1 0 0-15,-1 0-10 0,1 0 5 0,-2 0 0 16,5 0 5-16,-5 0-5 0,1 0 0 0,1 0 0 16,-2 0-5-16,2 0 5 0,-1 0 0 15,-1 0 0-15,3 0 5 0,-2 0-5 0,-1 0-5 0,0 0 5 16,0 0-5-16,0 0 5 0,0 0 0 15,2 0 0-15,-3 0 15 0,3 0-15 0,-2 0 5 16,2 0-10-16,-1 0-15 0,-1 0 35 0,5 0-5 16,-4 0-10-16,1 0 10 0,-2 0-20 0,3 0 5 15,-1 0 5-15,0 0-10 0,3 0 0 0,-6 0 15 16,3 0 0-16,1 0 0 0,-1 0 0 0,0 0-15 16,-2 0 5-16,2 0 10 0,-2 0 5 0,4 0-5 15,-1 0-5-15,-4 0-10 0,2 0-5 0,-1 0 10 16,2 0 5-16,-2 0 10 0,0 0 4 15,-1 0-9-15,-1 0-5 0,2 16-5 0,0-16 1 0,0 0 4 16,1 0 5-16,1 0 4 0,-1 0-14 16,1 0 11-16,1 0-6 0,1 0 0 0,-3 0 15 15,3 0-15-15,-1 0 20 0,-1 0-10 0,1 0 0 16,-3 0 0-16,3 0-16 0,-2 0 7 0,0 0-11 16,2 0 10-16,-3 0 0 0,1 0-5 0,-1 0 10 15,2 0-5-15,-1 0 0 0,-1 0 4 0,0 0-9 16,0 0 1-16,0 0 4 0,0 0 0 0,3 0 10 15,-3 0-1-15,0 0-9 0,1 0 6 0,1 0-6 16,-1 8 0-16,1-8 16 0,0 0-7 0,1 0 7 16,0 0 14-16,1 0-1 0,-1 0 4 0,-1 0-4 15,2 0-11-15,-3 0-4 0,6 0 8 16,-4 0-8-16,1 0-13 0,-1 0 4 0,1 0-12 16,1 0 3-16,0 0 18 0,-2 0-15 0,-1 0 5 15,3 0 4-15,-2 0 4 0,1 0-6 0,1 0 4 16,0-12 9-16,-3 12-17 0,6 0 20 0,-4 0-5 15,1 0 0-15,-1-5 1 0,5 5 3 0,-4 0-2 16,-2-4-1-16,3 4-1 0,-3-3-3 0,2 2 1 16,-2 0-14-16,1-2 11 0,-3 3-8 0,1-1-3 15,-2 0 14-15,0 0-7 0,0 1-9 0,-2 0 6 16,0-1-9-16,3 1 0 0,-3 0 12 16,1 0-8-16,-1 0 4 0,0 0-4 0,0 0 1 15,0 0 0-15,0 0-4 0,0 0 5 0,0 0-3 0,0 0 11 16,0 0-6-16,0 0 0 0,0 0-4 15,0 0-7-15,0 0 7 0,0 0-5 0,0 0 9 16,0 0-4-16,0 0-3 0,0 0 11 0,0 0-20 16,0 0 14-16,0 0 5 0,0 0-15 0,0 0 7 15,0 0-19-15,0 0-34 0,0 0-31 0,0 0-20 16,0 0-33-16,0 0 16 0,0 0 14 0,0 0-7 16,0 0 22-16,0 0-5 0,0 0-5 0,0 0-7 15,0 0 10-15,0 0 20 0</inkml:trace>
  <inkml:trace contextRef="#ctx0" brushRef="#br1" timeOffset="-152764.56">14685 4762 146 0,'0'0'5'0,"-2"0"-3"0,2 0 8 0,0-1 6 15,0 1 13-15,0 0-10 0,0-1-2 0,0 1-6 16,0-1-9-16,0 0 18 0,0 0-2 0,0-1 5 15,0 0-13-15,0 2-4 0,0-1 4 0,0 1-4 16,0 0 4-16,0 0-1 0,0 0 1 0,0 0 0 16,0 0 0-16,0 0 9 0,0 0-13 0,0 0 0 15,0 0 4-15,0 0-4 0,0 0 4 0,0 0 8 16,0 0-5-16,0 0-8 0,0 0 9 0,0 0-13 16,0 0 8-16,0 0 9 0,0 0-14 15,0 0 9-15,0 0-8 0,0 0 0 0,0 0 4 16,0 0-14-16,0 0 6 0,0 0-1 0,0 0 0 15,0 0 9-15,0 0 0 0,0 0-14 0,0 0 1 16,0 0 0-16,0 0-14 0,0 0 18 0,0 0 0 16,0 0-4-16,0 0 17 0,0 0-14 0,0 0 6 15,0 0 3-15,0 0-8 0,0 0 15 0,0 0-11 16,0 0-4-16,0 0 4 0,11 0-13 0,-11 0 9 16,0 0 5-16,8 0-1 0,-8 0 1 0,8 0-1 15,-3 0 6-15,-1 0-5 0,1 14 4 0,0-14-4 16,0 0-1-16,1 0 10 0,-2 0 0 0,2 0 5 15,-1 9-4-15,-1-9-10 0,2 0 6 16,0 7-5-16,0-7 4 0,-2 3-4 0,1-1-1 16,-2 0 5-16,1 1-21 0,3-2 11 0,-5 1-10 15,3 0-6-15,-3 1 16 0,2-1 0 0,-1-1 0 16,0 2 5-16,0-2 0 0,-1 1-5 0,1-1 6 16,1 1-6-16,-2-1-6 0,-1 0 1 0,1 1 5 15,0-2 0-15,-2 1 0 0,0-1 5 0,0 1-5 16,2 0-5-16,-2-1 15 0,1 1-20 0,-1-1 10 15,0 1 10-15,0-1-10 0,0 0 11 0,0 0-11 16,0 0 0-16,0 0 0 0,0 0 0 0,0 0-5 16,0 0 0-16,0 0-1 0,0 0 12 0,0 0-1 15,0 0-5-15,0 0 5 0,0 0-10 0,0 0 5 16,0 0-6-16,0 0 1 0,0 0 5 16,0 0 5-16,0 0 11 0,0 0-11 0,-17 0 0 15,17 0 4-15,0 17-9 0,-11-17 0 0,11 0 10 16,-9 11-20-16,9-11 5 0,-13 0 5 0,6 12-10 15,3-12 19-15,-3 7-9 0,2-2 0 0,-4 0-5 16,4-1-5-16,-3 0 5 0,2 2 14 0,-2-1 1 16,0 1-6-16,1 0 1 0,0-2-20 0,-2 2 10 15,0 0 1-15,2-1-1 0,1 1 10 0,-2-1-15 16,2 0 5-16,0 0 5 0,1-1-5 16,0 1 19-16,2-1-19 0,-1 0 10 0,0-1 0 0,3 0-15 15,-2 0 20-15,3-1-15 0,0 0 0 16,-3 0 5-16,1 0-10 0,2-1 19 0,0-1-4 15,0 2-5-15,0-2-5 0,0 2-4 0,0-1 14 16,0-1 0-16,0 0 5 0,0 1-5 0,0-1-15 16,0 0 15-16,0 0-10 0,0 0 0 0,0 0 19 15,0 0-14-15,0 0 10 0,0 0-1 0,0 0-23 16,0 0 19-16,0 0 5 0,0 0-46 0,0 0-21 16,0 0-53-16,0 0-53 0,0 0 7 0,0 13 30 15</inkml:trace>
  <inkml:trace contextRef="#ctx0" brushRef="#br1" timeOffset="-143473.56">14447 5160 84 0,'0'0'5'15,"0"0"5"-15,0 0 18 0,0 0-8 0,0 0 2 16,0 0-12-16,0 0-13 0,0 0 12 0,0 0-4 15,0 0 8-15,0 0 0 0,0 0-4 0,0 0 4 16,0 0 1-16,0 0-9 0,0 0 1 0,0 0-6 16,0 0-3-16,0 0 7 0,0 0 0 15,0 0-4-15,0 0 0 0,0 0 8 0,0 0-11 16,0 0 2-16,0 0 1 0,0 0-11 0,0 0 14 16,0 0-2-16,0 0-1 0,0 0 0 0,0 0 0 15,0 0-4-15,0 0 3 0,0 0 2 0,0 0-5 16,0 0 0-16,0 0 8 0,0 0 4 0,0 0 0 15,0 0 1-15,0 0 0 0,0 0-4 0,0 0 9 16,0 0 0-16,0 0-12 0,0 0 4 0,0 0-9 16,0 0 12-16,0 0-1 0,0 0-3 0,0 0 4 15,0 0-5-15,0 0-3 0,0 0 3 16,0 0-4-16,0 0 0 0,0 0 4 0,0 0 4 16,0 0-11-16,0 0 4 0,0 0 7 0,0 0-7 15,0 0 12-15,0 0-3 0,0 0-1 0,0 0 0 16,0 0-4-16,0 0 0 0,0 0 8 0,0 0-3 15,0 0 7-15,0 0-8 0,0 0-8 0,0 0 4 16,0 0-9-16,0 0 13 0,0 0-9 0,0 0 4 16,0 0 9-16,0 0-8 0,0 0 3 0,0 0-3 15,0 0 4-15,0 0-4 0,0 0-5 0,0 0 13 16,0 0-13-16,0 0 13 0,0 0 7 0,0 0-24 16,0 0 13-16,0 0-9 0,0 0-4 0,0 0 16 15,0 0-7-15,0 0-10 0,0 0 1 16,0 0-4-16,0 0 4 0,0 0-9 0,0 0 5 15,0 0-5-15,0 0 5 0,0 0 16 0,0 0 0 16,0 0 0-16,0 17-8 0,0-17-4 0,0 0-4 16,0 12 8-16,0-12 8 0,0 12-4 0,0-12 0 15,0 12 0-15,0-5-12 0,0-1 3 0,0 1 1 16,0 0 0-16,0-1 12 0,0 1 0 0,0-1 0 16,0 0-4-16,0 0-12 0,0 0 8 0,0 2 0 15,0-2-5-15,0 0 5 0,0 0 4 0,0 1 5 16,0-1 4-16,-15 0 0 0,15 0-4 0,0 0-5 15,0-1 0-15,0 1 1 0,0 0-10 0,0 0 1 16,0-2 3-16,0 2 10 0,0-2 0 0,0 3 0 16,0-2-9-16,0-2-4 0,0 4 3 15,0-1-3-15,0-1 8 0,0 1-4 0,0 0-9 16,0-1 9-16,0 1 4 0,0-1 1 0,0-1 8 16,0 1-8-16,0-3-10 0,0 1 5 0,0 0-9 15,0-1 13-15,0 0 6 0,0 0-15 0,0 1 15 16,0-3-10-16,0 1-5 0,0 0 14 0,0 0-4 15,0 0 0-15,0-1 11 0,0 0 1 0,0 0 12 16,0 0 5-16,0 0 5 0,0 0 11 0,0 0 0 16,11 0 19-16,-11 0-15 0,0 0-7 0,9 0-2 15,-9 0-15-15,11 0-9 0,-4 0-3 16,-3 0-10-16,3 0-13 0,1-17 10 0,-1 17-2 16,2 0-17-16,-4-13-3 0,4 13-23 0,-2-8-20 15,0 8-13-15,-1-8-32 0,1 8 4 0,-3-9-7 16,4 4 18-16,-2-1 13 0,0 2-14 0,-1-3 3 15,4 3-34-15,-4-2 21 0,3-1 28 0</inkml:trace>
  <inkml:trace contextRef="#ctx0" brushRef="#br1" timeOffset="-143091.58">14334 4979 794 0,'0'0'-5'0,"15"0"5"0,-15 0-5 15,0 0-5-15,0 0 15 0,0 0-10 0,0 0 10 16,0 0 5-16,0 0-36 0,0 0-22 0,0 0-32 15,0 0-29-15,0 0-11 0,0 0-26 0,0 0 28 16</inkml:trace>
  <inkml:trace contextRef="#ctx0" brushRef="#br1" timeOffset="-130534.74">14779 5368 44 0,'0'0'12'0,"0"0"5"16,0 0 1-16,0 0 4 0,0 0-10 0,0 0 3 16,0 0 4-16,0 0-4 0,0 0 4 0,0 0-3 15,0 0 0-15,0 0 7 0,0 0-11 0,0 0 6 16,0 0-3-16,0 0-9 0,0 0 11 0,0 0-12 15,0 0 0-15,0 0-5 0,0 0-3 0,0 0 3 16,0 0 13-16,0 0 0 0,0 0 1 0,0 0 12 16,0 0-12-16,0 0 8 0,0 0-1 0,0 0-12 15,0 0 5-15,0 0-5 0,0 0-8 0,0 0 8 16,0 0-17-16,0 0 9 0,0 0 12 0,0 0-13 16,0 0 5-16,0 0-1 0,0 0-4 0,0 0 4 15,0 0 5-15,0 0-9 0,0 0 9 16,0 0-9-16,0 0 5 0,0 0 3 0,0 0-7 15,0 0-1-15,0 0 5 0,0 0-14 0,0 0 9 16,0 0 9-16,0-15-8 0,0 15 3 0,0 0-4 16,0 0 1-16,0 0-1 0,0 0 8 0,0 0 1 15,0-9 0-15,0 9-8 0,0 0 3 0,7 0-8 16,-7-6-8-16,0 6 24 0,0-2-16 0,0 0 9 16,5 0 3-16,-5 1-3 0,0-1 3 0,3 0 1 15,-2 0 4-15,1 1-8 0,1-1 3 0,-3 0 9 16,2 1-4-16,0 0 0 0,-2 0 0 15,0 0-13-15,0 1 5 0,1-2 5 0,-1 1 0 16,0 1-10-16,0 0-5 0,0-1 5 0,0 1-5 16,0 0 15-16,0 0-5 0,0 0-23 0,0 0 12 15,0 0-4-15,0 0 1 0,0 0 13 0,0 0-8 16,0 0 0-16,0 14 4 0,0-14 4 0,0 0 0 16,0 19-4-16,0-19 10 0,0 20-19 0,-15-9 4 15,15 1 5-15,0 2-14 0,0-2 18 0,-10 2-9 16,10 0 5-16,-7 1-1 0,7-1-3 0,-8-1 8 15,6-1-4-15,-4 1 10 0,4-2-6 0,-1-1-9 16,0-2 5-16,0 0-9 0,1-2 13 0,1 1 1 16,-1-2-4-16,0 1 3 0,0-2-4 0,-1 2 0 15,1 0 0-15,0-1 0 0,1 0 6 0,0 0-1 16,-1 0-5-16,0-2 0 0,2-1-6 16,-3 1 6-16,3 0 5 0,0-2 5 0,0 0-10 15,0 0 6-15,0-1-1 0,0 1 1 0,0-1-1 16,0 0 6-16,0 0 0 0,0 0 17 0,0 0 5 15,0 0 0-15,0 0 6 0,0 0-21 0,0 0 4 16,0 0-10-16,0-18 10 0,0 18-11 0,13-12 0 16,-13 12-9-16,0-14-16 0,10 14 10 0,-10-15-1 15,9 7 8-15,-9 0-10 0,10 2 20 0,-2-2-10 16,-2-1 1-16,-1-1 9 0,1 0-24 0,0 0 5 16,2 0 4-16,-3 0 10 0,-1 1-1 0,2 0 2 15,-1 1-10-15,3-1-5 0,-4 1 15 16,3 2-10-16,-2-1 11 0,1 0-1 0,-1-1-9 15,1 1 14-15,-2 2-2 0,0 0-7 0,-1-1-1 16,1 2 6-16,-1 0-10 0,0 0-1 0,-2 0 9 16,1 2-8-16,0-1 8 0,1 1 0 0,-3 0-4 15,0 2-9-15,2 0-4 0,-2 0-4 0,0 0-1 16,0 0 0-16,0 0 9 0,0 0 0 0,0 0-13 16,0 0 17-16,0 0-12 0,0 0 13 0,0 0 1 15,0 0-5-15,0 13 9 0,0-13-9 0,0 0 14 16,0 12-15-16,0-12-3 0,0 14-1 15,14-5 1-15,-14-1 9 0,0 0 0 0,10 1-4 0,-10 1 10 16,0 2-10-16,10-2 1 0,-10 2 14 16,9 1-25-16,-5-1 20 0,2 2 0 0,-3-4-6 15,4 2 10-15,-2-2-22 0,-1 1 5 0,2-2 9 16,-1 0 0-16,2-1 17 0,-3-1-7 0,-1 0-13 16,2 1 10-16,-1-2-5 0,-2-2-5 0,0-1 10 15,0 0-15-15,0-2 5 0,-1 0 1 0,0 0 4 16,0-1 10-16,-1 0-5 0,0 1 0 0,0-1-4 15,0 0-11-15,0 0 6 0,0 0 4 0,0 0-4 16,0 0 8-16,0 0-34 0,0 0-17 0,0 0-22 16,0 0-41-16,0 0 1 0,0 0-3 15,0 0 1-15,0 0 23 0,0 0 7 0,0-14-11 0,0 14-10 16,0 0 12-16,0 0 22 0</inkml:trace>
  <inkml:trace contextRef="#ctx0" brushRef="#br1" timeOffset="-130096.28">14802 5535 135 0,'0'0'9'16,"0"0"7"-16,0 0 10 0,0 0 2 0,0 0 6 15,0 0 3-15,0 0-9 0,0 0 11 0,0 0-23 16,0 0 0-16,0 0 4 0,0 0-22 0,0 0 27 16,0 0-4-16,0 0 4 0,0 0 15 0,0 0 0 15,0 0-1-15,0 0 6 0,0 0 7 0,0 0-10 16,0 0-4-16,12 0-15 0,-12 0-6 0,0 0-6 15,16 0 0-15,-16 0-1 0,15 0-10 16,-8-15 10-16,4 15-4 0,-3 0-1 0,0 0 16 16,0-10-15-16,4 10 15 0,-3 0 11 0,0 0 0 15,0-7-1-15,2 7-5 0,-2 0-6 0,1 0-10 16,-2 0 1-16,1-3-2 0,-1 3-4 0,2-1 4 16,-3 1-4-16,1 0 0 0,1-1-5 0,-1-1-8 15,0 2 8-15,2 0-14 0,0 0-22 0,0 0-23 16,2 0-43-16,0-1-23 0,-3 1-3 0,2 0-8 15,1-2-12-15,-1 0 9 0,-1 0 28 0</inkml:trace>
  <inkml:trace contextRef="#ctx0" brushRef="#br1" timeOffset="-128585.1">19190 5160 236 0,'0'-1'10'0,"1"-1"18"0,-1-1 17 16,1 1 6-16,-1 0 2 0,0 2-9 0,0-1-5 16,0-1-2-16,0 2-15 0,0 0-10 0,0 0-3 15,0 0-9-15,0 0 0 0,0 0-4 16,0 0 4-16,0 0-4 0,0 0 0 0,0 0 4 15,0 0-12-15,0 0 4 0,0 0 3 0,0 0 5 16,0 0-4-16,0 0 12 0,0 0-8 0,0 0 0 16,0 13-8-16,0-13 0 0,-11 0 8 0,11 12 0 15,0-12 8-15,0 12-4 0,-7-7 0 0,7 2-12 16,0 1 7-16,-8 0-3 0,8 0 4 0,-5 0 0 16,3 2-1-16,1 0 1 0,-1 0-9 0,1 0 13 15,-1 0-9-15,0 1 9 0,1 0 4 0,0 1 5 16,0-1-1-16,-1 0-8 0,2-1 8 15,0 0-12-15,0 1 17 0,0-2 0 0,0 0-8 0,0 1-1 16,0-3-4-16,0 3 9 0,0-2 0 16,16 1 21-16,-16-2-10 0,0 1 8 0,14 0 0 15,-14-2-5-15,11 0 5 0,-11 0-9 0,12-1 8 16,-4 1-4-16,0-2 4 0,-1-1 9 0,0 2-19 16,0-3-15-16,1 1-5 0,-2-1-5 0,2 0 14 15,-3-2 5-15,2 0-5 0,-1 0-1 0,-1 0-4 16,2 0 12-16,-3 0-28 0,2 0-40 0,-1-17-33 15,1 17-46-15,-1 0-4 0,2-19-2 0,0 19-18 16,-2-20 4-16,1 10 32 0</inkml:trace>
  <inkml:trace contextRef="#ctx0" brushRef="#br1" timeOffset="-128312.16">19323 4991 622 0,'0'-5'17'0,"0"1"25"16,0-1 10-16,0-1 5 0,0 1-12 0,0 0-25 15,0 1-15-15,0 1-5 0,0 0-5 0,0 2-9 16,0 0-16-16,0 1-15 0,0-1-39 0,0 1-12 16,0 0-8-16,0 0-24 0,0 0-1 0,0 0 22 15</inkml:trace>
  <inkml:trace contextRef="#ctx0" brushRef="#br1" timeOffset="-127035.77">19470 5352 169 0,'0'-6'7'16,"0"6"13"-16,0-3 13 0,0 1 6 0,0 0-8 16,0 1-4-16,0 0-12 0,0 0-1 0,0 1 21 15,0 0-18-15,0 0 5 0,0 0-1 0,0 0-24 16,0 0-1-16,0 0 8 0,0 0-8 0,0 0-4 16,0 0 7-16,0 0-11 0,0 0 8 15,0 0 4-15,0 0-1 0,0 0 1 0,0 0 0 0,0 0 3 16,0 0 0-16,0 16-1 0,0-16-7 15,0 11 0-15,0-11 5 0,0 15 3 0,0-8 4 16,0 3-9-16,0 0 0 0,0 1-7 0,0 0 3 16,0-1 4-16,0 1 4 0,0-1-4 0,0 2 1 15,0-1 8-15,0 0-17 0,0 0 8 0,0-1 0 16,0 0-3-16,0-1 17 0,0-1 1 0,0-2-16 16,0 1-1-16,0-1 2 0,0-1-1 0,0-1 8 15,0 0 0-15,0 0-4 0,0 0 4 0,0 0-5 16,0-3 0-16,0 0 1 0,0-1-14 0,0 1 22 15,0-1 4-15,0 0 1 0,0 0 19 0,0 0-4 16,0 0 4-16,0 0-9 0,0 0-14 0,0 0-14 16,0 0-6-16,0-14 19 0,0 14 4 15,0 0 5-15,0 0-13 0,0-14-10 0,0 14-3 16,0-13 13-16,0 7-5 0,0-2 1 0,0 0 4 16,0-1-9-16,0-3 13 0,0 2-8 0,0 0-1 15,0 1-8-15,0 0-5 0,0 1 5 0,0-1-4 16,0 2 17-16,0 0 4 0,0 0 8 0,0-1-3 15,21 0-10-15,-21 1-4 0,0 0-4 0,0 0 5 16,0 1-1-16,0-1 4 0,0 0-4 0,0 0 9 16,0 1-9-16,0 0 9 0,0 0 4 0,0 2-5 15,13 0 14-15,-13-1-4 0,0 2 2 16,0 0-1-16,0 0-9 0,0 1-1 0,0-1-4 16,0 1 5-16,0 0 5 0,0 0 9 0,0 0-10 15,0 1 5-15,0-2-5 0,0 1-9 0,0 0 18 16,0-1-23-16,0 1 13 0,0-1-8 0,0 1-14 15,19-1 13-15,-19 1-17 0,0 0 4 0,13-1 14 16,-13 1-10-16,12 0 14 0,-12 1-4 0,11-1-10 16,-11 2 9-16,17-3-8 0,-10 3 8 0,-1-1 1 15,2 1 4-15,1 0 0 0,0 0-14 0,-2 0 0 16,0 0-8-16,2 0 13 0,-2 0 0 0,-1 0 4 16,-1 0 1-16,-2 0-14 0,1 0 4 0,-4 0-4 15,0 13 4-15,3-13 1 0,-3 0 8 0,0 0-3 16,0 11 8-16,0-11-8 0,0 9-5 15,0-2 0-15,-21 0-4 0,21 0 8 0,-16 1 1 16,16 0 5-16,-17 0-1 0,6 0-9 0,2 0 9 16,-2-2-5-16,-1 1 2 0,3 0 3 0,-1 0-9 15,0-2 9-15,2 1-1 0,1 0 6 0,0-2-10 16,3 1-9-16,-2 1-5 0,3-3 5 0,0 0 4 16,1 1 5-16,1-3-4 0,-2 2-6 0,3-2 5 15,0 1-5-15,0-2 5 0,0 1 4 0,0-1 1 16,0 2 5-16,0 0-5 0,0-1 6 0,22 0-6 15,-22 0-5-15,0 1 10 0,25 0-15 0,-25-1 5 16,23 0 15-16,-10 0-10 0,-1 0-5 16,2 0 0-16,-2 0 5 0,0 0 0 0,0 0 15 15,-3-1-10-15,-1 2-15 0,0-2 10 0,0 1-5 16,-3 0 5-16,0 0 5 0,-1 0-5 0,0-1 0 16,0 1 1-16,0 0-1 0,-3 0-11 0,1 0 6 15,-2 0 5-15,2 1-16 0,-2-1 16 0,0 0-10 16,0 1 0-16,0-1 20 0,0 1-9 0,0 1 4 15,0 1 1-15,0 0 0 0,0 2 11 0,-18 0 0 16,18 3 0-16,-14 1-15 0,14-1 3 0,-25 1 5 16,9 0-5-16,-1 1 8 0,-3 1-9 15,-1-1-6-15,-1 0-52 0,2 2-44 0,-1 0-46 16,-1-1-56-16,1-1 32 0,0 0 41 0</inkml:trace>
  <inkml:trace contextRef="#ctx0" brushRef="#br1" timeOffset="-121404.9">14056 4434 89 0,'0'-1'5'15,"0"0"9"-15,0 0 4 0,0 0 5 0,0 1 4 16,0-1-3-16,0 1 6 0,0 0-9 0,0-1 2 15,0 0 4-15,0 1-7 0,0 0 14 0,0 0-7 16,0 0 4-16,0-1 0 0,0 1 3 0,0-1-4 16,0 1-8-16,0-1-1 0,0 1-3 0,0 0 6 15,0 0-3-15,0 0-8 0,0 0-9 0,0 0-4 16,0 0-4-16,0 0 0 0,0 0 4 16,0 0-4-16,0 0 0 0,0 0 12 0,0 0-4 0,0 0-12 15,0 0 8-15,0 0-8 0,0 0-4 16,0 0 20-16,0 0-8 0,0 0-5 0,0 0 13 15,0 0-12-15,0 0 8 0,0 0 1 0,0 0-9 16,0 0 8-16,0 0-12 0,0 0 8 0,0 0 0 16,0 0-4-16,0 0 8 0,0 0 0 0,0 0-4 15,0 0-9-15,0 0-24 0,0 0-9 0,0 0-22 16,0 0-11-16,0 0-11 0,0 0-28 0,16 0 26 16</inkml:trace>
  <inkml:trace contextRef="#ctx0" brushRef="#br1" timeOffset="-117172.03">24094 4609 62 0,'0'0'0'0,"0"0"13"0,0 0-11 16,0-13 7-16,0 13 1 0,0 0-7 0,0-6 17 16,0 6-5-16,0 0 5 0,0-5-11 0,0 5-4 15,0 0-8-15,0-3 4 0,0 2 3 16,0 0-4-16,0 0 9 0,0 0-8 0,0 1 10 0,0-2 8 16,0 2 1-16,0-1-1 0,0 1-4 15,0-1 0-15,0 1-1 0,0 0 0 0,0 0-13 16,0 0 3-16,0 0-3 0,0 0-1 0,0 0 4 15,0 0 5-15,0 0-8 0,0 0-5 0,0 0 10 16,0 0-1-16,0 0 8 0,0 0-3 0,0 0 7 16,0 0-12-16,0 0 0 0,0 0 4 0,0 0-8 15,0 0-5-15,0 0 0 0,0 0 4 0,0 0 0 16,0 0-4-16,0 0 1 0,15-15 3 0,-15 15 5 16,0 0-1-16,13-10 4 0,-13 10-7 15,10-8-9-15,-10 8 4 0,7-7-3 0,-3 7 11 16,0-7-3-16,-1 2 3 0,0 3 4 0,-1-1-12 15,-1-1 5-15,0 1 4 0,1 2 0 0,1-1 0 16,-3 0 12-16,0 0-12 0,0-1-4 0,2 3 0 16,-2-2-1-16,0-1 4 0,0 3 5 0,0-2 4 15,0 1-17-15,0 0 4 0,0 0-4 0,0-1 0 16,0 2 4-16,0-2 0 0,0 2-5 0,0-1 9 16,-17 0-4-16,17 1 0 0,0-1 9 0,-10 0-14 15,10 1 5-15,-10 0-4 0,10 0-1 0,-9 0-3 16,9 0 8-16,-8 0 0 0,4 0 4 0,0 0 0 15,-1 0-8-15,2 0 4 0,-2 0-9 0,2 0-3 16,-2 13 16-16,1-13-5 0,1 0 5 16,-2 0 12-16,0 8-21 0,1-8 1 0,0 0-5 15,0 9 9-15,1-9-4 0,-1 9 12 0,-1-5-9 16,0 0-8-16,0 1 9 0,0 0-8 0,1 1 8 16,0-2 3-16,0 1-4 0,0 0 5 0,2-1 0 15,-2 1-5-15,2 0 1 0,0-1 0 0,-1 1-1 16,1-1 4-16,0 1-1 0,-1 0-7 0,1 0 5 15,0 1 0-15,0-2 4 0,1 3-9 0,-2-2 9 16,2 0-9-16,0 2 5 0,1-4 12 0,-2 2-12 16,2-1 4-16,-1 1-5 0,1-3-9 0,0 3 10 15,0-3-5-15,0 1 0 0,0 0 14 0,0-1-13 16,0 3 12-16,0-4-3 0,17 1-5 16,-17 0 9-16,0 1-3 0,0-1 4 0,14 0 10 15,-14 0-14-15,11-1 4 0,-11-1 9 0,12 2-9 16,-5-2 3-16,0 0 1 0,-1 0-10 0,0 0 1 15,-1 0-1-15,1 0-8 0,1 0-1 0,-2 0 1 16,-1 0 14-16,-1 0-5 0,2 0-1 0,-1 0-4 16,1 0-4-16,0-13 17 0,0 13 1 0,0 0 5 15,-2 0-10-15,1-9-9 0,1 9 5 16,-1 0-5-16,0-8 5 0,0 8-10 0,-1-4-3 0,1-1 8 16,-1 3 0-16,1-2-5 0,0 0 14 15,-1 0-13-15,1 1 5 0,0-2 8 0,-1 2-13 16,1-1 8-16,-1-1-8 0,2 0 4 0,-3 1 4 15,1 0 1-15,0-1 4 0,1 0-5 0,-1 0 1 16,-1 0-5-16,1-1 4 0,-1 1-3 0,0-1 3 16,0 0-7-16,-1 0 7 0,1 1 5 0,-2-1-13 15,2 2 21-15,-2-2-17 0,2 1 9 0,-1 0 5 16,-1 2-14-16,1-1 9 0,-1 1-4 0,0-2-5 16,0 3 11-16,0-1-6 0,0 0 5 0,0 0-5 15,0-1-5-15,0 2 0 0,0 1-10 0,0-3 10 16,0 2 5-16,-16 1-10 0,16 0-6 0,0 0 6 15,-13-1 0-15,13 2 5 0,-11 0 0 16,11 0-5-16,-12 0-5 0,2 0 5 0,1 0-17 16,-2 0-8-16,-3 0-27 0,1 21-14 0,-1-21 7 15,-2 14-16-15,1-14-24 0,1 14 3 0,-1-14 14 16</inkml:trace>
  <inkml:trace contextRef="#ctx0" brushRef="#br1" timeOffset="-107976.85">30253 4542 34 0,'0'0'4'0,"1"0"7"16,0 0 1-16,0-5 1 0,-1 5-3 16,3 0-8-16,-1-3-7 0,0 1 11 0,-2 0-5 15,3 0 24-15,-1 1-13 0,1-1 4 0,1 1 0 16,-1-1-19-16,0 0 16 0,0 2-9 0,1-2 1 15,1 1 0-15,-2 1 0 0,1 0-4 0,0-1 0 16,-2 0 0-16,1 1 3 0,0 0-5 0,-1-2 7 16,0 2-6-16,3 0 3 0,-4-1-1 0,2 1-5 15,0 0 2-15,-2 0-6 0,1 0 7 0,0 0 0 16,-1 0-7-16,0 0 7 0,0 0-3 0,-1 0-1 16,1 0 8-16,-1 0-1 0,1 0-3 15,-1 0-3-15,1 0 6 0,1 0-7 0,-2 0 4 0,2 0 0 16,-2 0 0-16,2 0 0 0,-2 0-3 15,2 0 6-15,-2 0-10 0,0 0 3 0,0 0 3 16,1 0 4-16,-1 0-4 0,2 0 2 0,-2 0 2 16,0 12-3-16,3-12 8 0,-3 0-4 0,0 0 0 15,0 0-5-15,3 0 1 0,-1 0 3 0,-2 6-6 16,4-6 8-16,-3 0-2 0,1 4 1 0,0-4 2 16,0 3-6-16,0-2-4 0,-1 0-3 0,1 1-5 15,-1-1-1-15,1-1 3 0,0 2 0 0,-1-1 0 16,1-1-2-16,-2 2 0 0,1 0 7 0,0-2 9 15,0 0-5-15,-1 1 12 0,0-1-6 0,0 1-1 16,0-1 9-16,0 0-10 0,0 0 5 0,0 0 7 16,0 0-9-16,0 0 10 0,0 0-7 15,0 0-8-15,0 0 15 0,0 0-27 0,0 0 19 16,0 0 0-16,0 0-15 0,0 0 18 0,0 0-17 16,14 0 6-16,-14 0 8 0,0 0-4 0,0 0 4 15,12 0-3-15,-12 0 5 0,0 0 4 0,0 0 1 16,8 0 11-16,-8 0-12 0,3 0 3 0,-3 0 1 15,0-10-12-15,2 10 14 0,0 0-11 0,-2 0-1 16,2 0-3-16,-2-7-4 0,1 7 8 0,1 0 0 16,0-4 0-16,0 4 0 0,-2-3 0 15,2 3-4-15,-2-3 3 0,2 3-7 0,-1-3 3 16,-1 3 12-16,0-1-8 0,0 1 4 0,0 0 0 16,0 0-15-16,0 0 14 0,0 0-3 0,0 0-11 15,0 0 11-15,0-2-16 0,0 2 4 0,0 0 4 16,0 0 4-16,0 0 0 0,0 0 0 0,0 0-1 15,0 0-10-15,0 0 11 0,-15 0-4 0,15 0-4 16,0 0 3-16,-12 0-10 0,12 0 3 0,-14 0 11 16,14 0-11-16,-15 0 8 0,6 0 0 0,0 0-11 15,-1 0 14-15,1 0-14 0,-1 16 11 0,2-16 8 16,-2 0-5-16,3 0 4 0,-1 11-7 0,2-11-4 16,0 0 3-16,0 10 5 0,1-10-5 15,-1 8 1-15,1-4 4 0,0 1-5 0,-1 0 1 0,0 0 0 16,0 1-13-16,1-1 9 0,1 0 0 15,0 0-1-15,0-1 5 0,0 0-1 0,2 0-3 16,0 1 4-16,1-2-1 0,-1 2-3 0,2-3 11 16,0 3 1-16,0 0-8 0,0 0 7 0,0 0-11 15,0-1-5-15,0 2 9 0,0 1-8 0,0 0 12 16,19 0-1-16,-19 0 9 0,0 0 8 0,11 0-16 16,-11 1 0-16,10 0 4 0,-10-1-12 0,9 0 21 15,-9-3 0-15,10 3-13 0,-6-2 5 0,-1-1-5 16,2-1 13-16,-2-1 10 0,1 0-1 0,-1-1-4 15,1 0-2-15,-1-1-4 0,3 1 4 16,0-1-14-16,1 0-6 0,0 0 0 0,1 0 5 0,1 0 6 16,1 0-1-16,-2 0-4 0,0 0-1 15,3 0 0-15,-4 0 5 0,2 0 1 0,-2 0-11 16,2 0 10-16,-2 0 0 0,0 0-5 0,2 0 9 16,-3 0-4-16,1-16-5 0,-1 16-6 0,0 0 6 15,-3 0-5-15,2-14-5 0,-1 14 10 0,-2-8-10 16,1 8 10-16,-1-8-1 0,1 3 1 0,-1 0 13 15,1 0 1-15,0 1 13 0,1-2 5 0,-1 1-18 16,1 0 9-16,-2 0-7 0,0-1-4 0,-1 0 13 16,1 1-18-16,-1-1-17 0,0 0 13 15,-1 1-9-15,1-2 4 0,-1 0 8 0,0 2-11 0,0-2 0 16,0 0-1-16,0 0 1 0,0-1-2 16,0 0-3-16,0 1 0 0,0 1 3 0,0-1-2 15,0 1-1-15,-16 0-18 0,16 1-39 0,0-1-39 16,0 1-31-16,-12-1-11 0,12 1-7 0,-8 2-2 15,8-3 15-15,-16 3 29 0</inkml:trace>
  <inkml:trace contextRef="#ctx0" brushRef="#br1" timeOffset="-89981.11">14542 13093 125 0,'0'-2'5'0,"0"0"9"0,0 0 4 0,0-2 8 15,0 2-3-15,0-1-5 0,0 1-3 0,0-1 1 16,0 1-5-16,0-1 0 0,0 0 20 0,0 0-3 15,0 0 3-15,0 1-8 0,0-1-10 0,0 0-7 16,0 0 8-16,0-1 7 0,0 1-15 0,0-1 4 16,0 1 3-16,0-1-4 0,0 0 4 15,0-1 0-15,0 0-13 0,0 3 5 0,0-4 0 16,0 2 0-16,13-1-1 0,-13 2 5 0,0-2-4 16,0 1 4-16,0 1 0 0,0-1 4 0,0 1 17 15,0 1-4-15,0-1-4 0,0 1-13 0,0-2-9 16,5 3 14-16,-5-1 10 0,0 1-4 0,0-2-16 15,0 2-4-15,0 0-10 0,0-1 11 0,0 2 29 16,0-1-14-16,0 0 14 0,0-1 1 0,0 2-11 16,0 0 11-16,0 0-11 0,0 0 0 15,0-1-10-15,0 1 1 0,0 0-1 0,0 0-10 16,0 0 4-16,0 0-9 0,0 0-1 0,0 0-4 16,0 0-5-16,0 0 5 0,0 0 0 0,0 0 5 15,0 0 10-15,0 0-5 0,0 18 0 0,0-18 0 16,0 12-10-16,0-12 5 0,-15 20 0 0,15-9 0 15,0 2 9-15,-12 1-4 0,12 1 5 0,-9 0 0 16,9 1-9-16,-7 2 9 0,4 2-5 0,-1-1 15 16,-1 1-9-16,1 0-9 0,-1 0 9 0,1 1-3 15,-3-1 4-15,3 2 10 0,-1-2-4 0,1 1-4 16,0 0 0-16,-1 0 0 0,3-2-12 0,-3 2 1 16,4-1 10-16,0 0 24 0,-1-3-5 15,2 0 19-15,0-3-1 0,0 1-16 0,0-3 12 0,0 0-26 16,0-1 4-16,20-1-4 0,-20 1-2 15,0-1 14-15,15-1-13 0,-15-1-10 0,14 1 6 16,-14-1-2-16,13-1 11 0,-5-2 0 0,0-2 4 16,-1 1-3-16,3-1 3 0,0-1 13 0,-1-1 5 15,0-1-1-15,3 0-3 0,-1 0-12 0,-2 0-12 16,2 0 3-16,-2 0-5 0,2-18-2 0,-2 18-4 16,-2 0-13-16,2-19-3 0,-3 19-10 0,4-15-30 15,-2 15-42-15,-1-19-35 0,-1 9-63 0,2 1-29 16,-1-2 12-16,-1-1-9 0,1 0 15 0,-1-3 60 15</inkml:trace>
  <inkml:trace contextRef="#ctx0" brushRef="#br1" timeOffset="-89686.52">14616 12787 953 0,'0'0'10'0,"-23"0"1"0,23 0 6 15,-21 0 5-15,21 0-15 0,-15 0-5 0,15-22-8 16,0 22-15-16,0 0-50 0,0 0-45 0,0-11-26 16,0 11-29-16,0 0 20 0,0 0 16 0,0 0 27 15</inkml:trace>
  <inkml:trace contextRef="#ctx0" brushRef="#br1" timeOffset="-88790.62">14880 13372 186 0,'9'-7'19'0,"-2"-1"15"0,-2 1 21 0,2-3 1 0,-3 3 0 16,1 0-10-16,0 3-15 0,-2 0 6 16,0 1-4-16,-1 0-1 0,-2 2 0 0,1-1 0 15,-1 2-14-15,0 0-9 0,0 0-4 0,0 0-10 16,0 0 1-16,0 0-1 0,0 0 5 0,0 20-5 15,-19-20 0-15,19 16 10 0,0-16-10 0,-15 23 0 16,15-8 0-16,-15 2 0 0,15 1 49 0,-14 2-1 16,7 0 5-16,0 2-4 0,-1-1-40 0,2 2 21 15,-1 1-16-15,0-1 10 0,1-1-9 0,0 1-12 16,-1 0 1-16,2-3-4 0,-2 0-1 0,3-2 2 16,-1-3 13-16,1-1-6 0,1-3 7 15,0-1-1-15,0-2-14 0,1-3 6 0,0-1-1 0,2-2 1 16,-1-1 35-16,1-1 16 0,0 0 20 15,0 0-1-15,0 0-27 0,0 0-28 0,0-19-10 16,0 19-13-16,18-18 5 0,-18 18 10 0,0-27-6 16,18 11-7-16,-18-2 4 0,16 0-4 0,-16 0-3 15,14-1 17-15,-5-2-5 0,-3 1-17 0,2 1 2 16,-2 0-1-16,2 1 7 0,-3-1 1 0,1 1 0 16,-1 0 8-16,4 1-18 0,-4 0 23 0,0-2-4 15,0 1-13-15,-2 1 17 0,1 2-19 0,1 2 11 16,-2 0 3-16,-1 3-5 0,0 1 4 0,1 2-8 15,-3 2 5-15,0 1-3 0,2 2-2 16,-2 0-8-16,0 2-6 0,0-1-1 0,0 1 14 0,0 0 1 16,0 0 5-16,0 0 0 0,0 0-3 15,0 23 6-15,0-23-5 0,0 17 0 0,0-4-9 16,0 0 3-16,0 2 2 0,0 2 6 0,0 2 24 16,0-1 2-16,15 1 3 0,-15 0-6 0,0 0-18 15,20 0-8-15,-20 0 0 0,17-2-1 0,-17 0 2 16,15-1-1-16,-7 1 5 0,0-2 4 0,-1 1 5 15,-1-3-9-15,0 0-2 0,-1-1-9 0,1 0 4 16,-1-1 10-16,-2 0 3 0,2-3 4 0,-2 0-14 16,0 1-37-16,1-1-39 0,-2-1-26 15,1 0-15-15,-1-1 2 0,-1-3-3 0,0 0-19 0,-1 0-29 16,0-1 35-16</inkml:trace>
  <inkml:trace contextRef="#ctx0" brushRef="#br1" timeOffset="-88464.8">14852 13652 570 0,'-9'0'30'0,"0"0"20"0,1 0 7 16,1 0 11-16,1 0-30 0,0 0-3 0,1 0 4 15,3-13-6-15,-1 13 16 0,3 0-21 0,0 0-11 16,0-12-1-16,0 12-20 0,0 0 4 0,0-9 1 16,0 9 11-16,23-8-5 0,-23 3 5 0,18 0 10 15,-18 1-24-15,25-2 14 0,-12 3-2 0,-2-1-15 16,3 2 9-16,-1 1-5 0,-1 1-4 0,-1 0 0 16,-1 0 10-16,2 0-1 0,-2 0 1 0,-2 0-4 15,4 0-1-15,-2 0-9 0,-1 0 14 0,1 13 4 16,-3-13-27-16,2 0-29 0,-1 0-41 0,0 0-28 15,-2 0-35-15,2 0-35 0,-1 0-8 16,1 0 32-16</inkml:trace>
  <inkml:trace contextRef="#ctx0" brushRef="#br1" timeOffset="-88022.24">15458 13389 460 0,'3'0'14'0,"-2"0"24"15,1 0 15-15,0-2 21 0,0 0 8 0,3 1-2 16,0 0 2-16,0-2 2 0,3 0-2 0,1-1 1 16,1 0 9-16,2 0-3 0,2-2-8 0,1 1-1 15,-1-1-18-15,4-1-13 0,-1 3 6 16,0-1-17-16,2 2-1 0,-2-1-4 0,-1 1-15 15,-1 2-5-15,0-1-4 0,-2-1 2 0,-1 3-6 16,-1 0 2-16,-3-1-4 0,0 0-3 0,-2 1 1 16,0 0 1-16,-3 0-3 0,0 0-1 0,-2 0-2 15,0 0-22-15,-1 0-20 0,0 0-41 0,0 0-40 16,0 0-42-16,0 0-64 0,0 0-22 0,0 0-10 16,0 0 4-16,0 0 89 0</inkml:trace>
  <inkml:trace contextRef="#ctx0" brushRef="#br1" timeOffset="-87778.54">15500 13524 734 0,'0'2'5'0,"0"-1"18"0,0-1 17 0,0 0 13 15,23 0-11-15,-23 0-27 0,24 0 21 0,-10-17-46 16,4 17 22-16,-1 0 16 0,4 0-24 0,-1-16 29 15,1 16-13-15,1 0-9 0,1-10-11 0,0 10 5 16,-1 0-5-16,1-11 10 0,0 11-6 0,-1-8-10 16,-3 8 11-16,-1-6-15 0,-1 4-12 0,-3 0-16 15,-2 1-35-15,-3 0-19 0,-1-1-11 0,-3 2 2 16,-2 0-5-16,-2 0-31 0,-1 0-6 16,0 0 25-16</inkml:trace>
  <inkml:trace contextRef="#ctx0" brushRef="#br1" timeOffset="-83321.53">16379 12806 172 0,'1'-5'6'0,"0"-2"13"0,0 2 5 0,2 0 15 16,-2 1 3-16,1-2 3 0,0 1-6 0,0 0-4 16,-2-1-1-16,2 2 4 0,-1-1 4 0,-1 2-4 15,2-3 0-15,-2 3-14 0,0-1-1 0,0 1-5 16,3 2-9-16,-3-2-4 0,0 2 0 0,0 1-5 16,0 0 6-16,0 0-11 0,0 0 0 0,0 0 0 15,0 0-5-15,0 0 15 0,0 0-14 0,0 0 4 16,0 0 1-16,0 18-5 0,0-18 9 0,0 19-8 15,0-6 12-15,0 2-3 0,0 2 3 16,0 1 5-16,0 3-9 0,0-1 9 0,0 1-9 16,0 0 0-16,0 0 0 0,0 0-4 0,0-3 0 15,0 1 0-15,0-2 8 0,0-2-12 0,0 0 12 16,0-2-4-16,-12-2-4 0,12-1 8 0,0 0-4 16,0-3 8-16,0 1-8 0,0-3 5 0,0-1-5 15,0 1 4-15,0-3-4 0,0-1 4 0,0 1 5 16,0-2 1-16,0 0-1 0,0 0 6 0,0 0-5 15,0 0-10-15,0 0 9 0,0 0-14 0,0 0 5 16,0-15-5-16,0 15 15 0,0 0-10 0,0-21-5 16,0 21 0-16,0-18-14 0,0 8 14 0,0 0 10 15,0-1 5-15,0 1-5 0,0-2 5 0,0 1-15 16,0 0 0-16,0 0 10 0,-15-2-14 16,15 1 9-16,0-1 0 0,0-1 0 0,0 1 10 15,-11-1-15-15,11 0 6 0,0 1-6 0,0-1 5 16,0 2 5-16,0-2-5 0,0 1 1 0,0 0-6 15,0 0 5-15,16 1 0 0,-16-1-5 0,0 1 6 16,19 1 5-16,-19 2 5 0,18 1-6 0,-18 0-5 16,19 1-5-16,-10 0-1 0,2 1 6 0,1 1-1 15,-1 0 1-15,1 0 5 0,1-1-10 0,-1 1-1 16,0 1 6-16,0 1-11 0,-1 1 22 0,0 1-6 16,-2 1 1-16,0 0 5 0,-1 0-16 0,-2 0 5 15,0 0 0-15,-2 21-11 0,0-21 17 16,0 0 0-16,-2 15-12 0,2-15 11 0,-4 14-16 15,0-14 6-15,0 17 10 0,0-5-6 0,0-2 12 16,0 3-6-16,0 0-6 0,-22 2 11 0,22-2-10 16,-16 0-1-16,16-1 6 0,-17 2-10 0,17-3 5 15,-20 2 4-15,10-3-4 0,-2 0 5 0,2 0 0 16,-1-2-5-16,-1-1 5 0,1 1-5 0,2-2-5 16,0-1-5-16,2-1 0 0,0-2 5 0,1 2 15 15,3-2 0-15,-2-1-10 0,2 1 4 0,1-2-14 16,1 0 5-16,0 0 0 0,1 0-10 0,0 0 6 15,0 0-1-15,0 0-1 0,0 0 6 16,0 0 15-16,0 0-10 0,21 0 15 0,-21 0-5 16,17 0-15-16,-17 0 10 0,22 0-14 0,-22 0 9 15,24 0 0-15,-11 15-11 0,1-15 21 0,0 0-5 16,0 14-5-16,-1-14 10 0,1 0-15 0,-1 12 0 16,-1-12 10-16,1 8-10 0,-3-8 5 0,-1 6 0 15,0-6 0-15,-1 4 15 0,-1-4-15 0,-1 0 5 16,1 0-5-16,-2 0-10 0,1 0 15 0,-2 0-10 15,1 0 0-15,3-15 0 0,-3 15 0 0,0 0 0 16,1-19-5-16,0 19 10 0,-2-15-18 0,2 15 4 16,-1-17 20-16,-1 17-6 0,-1-14 4 0,1 8 9 15,-3-1-18-15,0 4 0 0,-1-2 9 16,0 2-14-16,0 1 10 0,0-1-4 0,0 0 4 16,0 3-8-16,0-1 13 0,0 1-1 0,0 0-21 15,0 0 17-15,0 0-5 0,0 0-3 0,0 15 20 16,0-15-3-16,0 15-18 0,0-15 10 0,-13 20-5 15,13-8-4-15,0 2 4 0,0 1 0 0,-11 2 0 16,11 0 0-16,0 2 4 0,0-1 0 0,0 2 4 16,0-1 0-16,0-2 0 0,0 1-5 0,0-1 1 15,0-1 4-15,0-2-4 0,0-2 9 0,18-1-1 16,-18-2-8-16,0-3-5 0,0 0-3 0,0-1 4 16,0-3 17-16,9 0 5 0,-9-2 0 0,0 1-14 15,0-1-4-15,0 0 5 0,0 0-14 0,0 0 9 16,0-17-5-16,0 17 0 0,0-16 9 15,0 16 1-15,0-20-9 0,0 7-5 0,0 0 14 16,-18 0-14-16,18-2 18 0,0 1-9 0,-12-2-5 16,12 0 9-16,0 1-9 0,-8 0 5 0,8 1 0 15,0 1 5-15,0 2-5 0,0-1 9 0,0 4-4 16,0 0 0-16,0 1 1 0,0 0-6 0,17 1 14 16,-17 0-9-16,0-2 5 0,19 4 5 0,-19-2-14 15,20 1 4-15,-9 1-5 0,-11 1 0 0,20 0 0 16,-10 2-5-16,0 1 0 0,-3 0 0 0,0 0 0 15,-1 0 9-15,-2 0 1 0,3 20-10 0,-4-20 10 16,2 14-15-16,-3-14 15 0,2 14 9 16,-1-14-19-16,-1 17 15 0,0-17-10 0,-2 17-5 15,2-9 5-15,-2 0 5 0,0 1 4 0,0 0 5 16,0-1 0-16,-18 1-9 0,18-1-5 0,-19 0-9 16,19 1 9-16,-27-1 0 0,13-1 1 0,-2 0 4 15,0 1 0-15,0-3-5 0,1 0 5 0,0 1 4 16,2-4-9-16,1 1 10 0,1 0-20 0,3-3-19 15,1 0-9-15,2 0-30 0,1 0 1 0,0 0-15 16,4 0-14-16,-2 0 1 0,2 0-30 0,0-19 25 16,0 19 28-16</inkml:trace>
  <inkml:trace contextRef="#ctx0" brushRef="#br1" timeOffset="-82726.77">17026 12877 335 0,'0'0'7'0,"-5"0"2"0,5 0 1 15,0 0 8-15,0 0-8 0,0 0 3 0,0-15 8 16,19 15 0-16,-19 0-3 0,17-12 5 0,-17 12-13 15,24-10-8-15,-10 10 20 0,3 0-8 16,-3-10 3-16,2 10 0 0,0 0-16 0,0 0 8 16,-2 0-1-16,0 0-3 0,-2 0 4 0,-2 0-9 15,0 0 0-15,-1 17-4 0,-3-17 0 0,-2 0 5 16,0 17-1-16,-2-17 9 0,-1 12 0 0,-1-12-9 16,0 18-4-16,0-7 13 0,0 1-9 0,0 1 4 15,-24 0 4-15,24 2-20 0,-20 0 13 0,20-1 3 16,-22 1-4-16,22-1 4 0,-23-1-12 0,12 0 4 15,11-1 8-15,-16-1-8 0,7-3 4 0,9 1-8 16,-9-1-4-16,9-2 16 0,0-2 4 0,0 1 16 16,0-1 11-16,0 1 24 0,0-3 16 0,19 0-7 15,-19 1-1-15,22-3-19 0,-22 0-20 16,30 0-1-16,-12 0-9 0,1 0-9 0,-2 0-1 16,1-23-4-16,-1 23 0 0,-2 0-3 0,-3-15-5 15,1 15-5-15,-4 0-18 0,-3-11-29 0,0 11-35 16,-1 0-24-16,1-8-12 0,-4 8 7 0,1 0-5 15,-1-5-23-15,-2 5 30 0</inkml:trace>
  <inkml:trace contextRef="#ctx0" brushRef="#br1" timeOffset="-79982.54">16237 13318 115 0,'0'0'15'16,"0"0"-1"-16,0 0 12 0,0 0 5 0,0 0-6 15,0 0 5-15,0 0-15 0,0 0 0 0,0 0-9 16,0 0-1-16,0 0 8 0,0 0-12 16,0 0 4-16,0 0-1 0,0 0-7 0,0 0 7 0,0 0-1 15,0 0-7-15,0 0 3 0,0 0-3 16,0 0 4-16,0 0 5 0,0 0-9 0,0 0 12 16,0 0-7-16,0 0 11 0,0 0 5 0,0 0-12 15,0 14 0-15,0-14-9 0,0 0 8 0,0 0 0 16,0 0 3-16,0 8 1 0,0-8-20 0,0 0 11 15,0 8 1-15,0-5-9 0,0 1 12 0,0-1 1 16,0 1-9-16,0 0 14 0,0 1 3 0,0-2-4 16,0 2 10-16,0-2 0 0,0 0 10 0,0 1 5 15,16-2-1-15,-16 0-17 0,17-1-1 16,-17 1-5-16,21-2-4 0,-9 0 17 0,4 0-12 16,-1 0-1-16,4 0 0 0,-1 0-13 0,3 0 9 15,0 0-9-15,2 0 22 0,-2-17 4 0,4 17-5 16,-1 0 10-16,1 0-27 0,1-12 5 0,-2 12 5 15,3 0-5-15,0-10 21 0,-1 10-21 0,0-7 10 16,2 7 4-16,-1-7-23 0,1 3 19 0,1-1-15 16,-1 3 1-16,0-2 13 0,-1 1-4 0,-1 0 4 15,-1 0-4-15,-1 0 0 0,0 3 4 0,-4-1 0 16,2 0 0-16,-1 0-9 0,2 0 5 0,-2 1-10 16,-2 0 4-16,2-3 5 0,-2 3-9 0,0 0 10 15,0-1-5-15,-1 0-9 0,-1 0 4 16,2 0-5-16,-2-1 1 0,2 1 13 0,-3 0-9 15,0-1 8-15,1 1-7 0,-3 0-1 0,-1 1-5 16,-2 0-4-16,-1 0 9 0,0 0-4 0,-1 0 13 16,-1 0-4-16,-1 0 0 0,0 0 0 0,-1 0-10 15,0 0 5-15,0 0 0 0,-1 0 5 0,1 0 0 16,-2 0 0-16,2 0 4 0,-1 0-13 0,2 0 8 16,-3 0-4-16,0 0-4 0,0 0 13 0,1 0-19 15,-2 0-33-15,-2 0-31 0,1 0-20 0,-2 0-16 16,0 0-2-16,1 0-12 0,-1 0-27 15,0 0 29-15</inkml:trace>
  <inkml:trace contextRef="#ctx0" brushRef="#br1" timeOffset="-78826.04">16436 13677 26 0,'0'0'-7'0,"0"0"1"16</inkml:trace>
  <inkml:trace contextRef="#ctx0" brushRef="#br1" timeOffset="-78246.56">16436 13713 233 0,'-16'0'-5'0,"16"21"15"16,0-8 17-16,0 2 5 0,0-1 4 0,-9 3-3 15,9 1-9-15,0 1 3 0,0-1 1 0,0 2-6 16,0 1-4-16,0-2-8 0,0-1 11 0,0 2-3 15,0-4-9-15,0-2-1 0,0 1 1 0,0-1-9 16,0-1 9-16,0-2 4 0,13-3-13 0,-13-1 5 16,0-1-1-16,0 0-4 0,0-3 9 0,0 0 0 15,0-3 1-15,0 1 9 0,0 0 20 0,0-1 9 16,0 0-4-16,0 0-11 0,0 0-28 0,0 0-15 16,0-24 14-16,0 24 0 0,0-22 0 0,0 9 0 15,-13-2-9-15,13-2 0 0,0 0 0 0,-16-1 0 16,16-3 1-16,-12 0 4 0,12 0-5 15,-11 0 19-15,11 0-9 0,-9 2-9 0,9 1 0 16,-3-1-10-16,3 2 10 0,0 2 9 0,0 0 14 16,0 1-3-16,0 1 4 0,22 1-4 0,-22 1 10 15,18-1 0-15,-18 2-14 0,22 0 9 0,-10 1-19 16,2 2-1-16,0 0 9 0,-1 2-10 0,1 0-5 16,-1 5 0-16,-2 0 0 0,2 0-1 0,-2 0 14 15,-1 0 5-15,1 0-9 0,-2 24-5 0,0-24-5 16,-2 17-3-16,1-17 18 0,-4 20-5 0,0-8 0 15,-2-1 0-15,-1 1 0 0,-1 0 9 0,0-1-9 16,0 2 4-16,0-1-13 0,-24 1 5 16,24 0 4-16,-20 0-8 0,20-2 8 0,-25 2-8 15,10-2 4-15,3-1 4 0,-1-2-4 0,-1 1-4 16,1-2 0-16,1-1 4 0,1 0-4 0,0-3 12 16,3 2-8-16,1-3-5 0,2-2 5 0,2 1-10 15,2 0 1-15,0-1 9 0,1 0-10 0,0 2 10 16,0-2 4-16,0 1-8 0,0 1 9 0,0-2-5 15,17 2 0-15,-17 1 9 0,0 0-13 0,22-1 9 16,-22 1-9-16,19 0 0 0,-9 1 13 0,2-1-4 16,1 1 4-16,-2-2-5 0,2 1-4 0,-1-1 1 15,-1 1 0-15,1-2-1 0,-1 3 5 0,0-3-14 16,-1 0 13-16,0 0-3 0,-1 1-1 16,-1-1-25-16,-1-1-33 0,0 0-15 0,0 0-24 15,1 0 17-15,-1 0-25 0,1 0-27 0,-1 0-23 16,2 0 20-16</inkml:trace>
  <inkml:trace contextRef="#ctx0" brushRef="#br1" timeOffset="-78014.18">16745 13896 529 0,'0'0'17'0,"0"0"15"0,0 0 13 0,0 0 14 16,0 0-18-16,0 0-3 0,0 0-15 0,0 0-4 16,0 0-5-16,0 0-14 0,0 0-5 15,0 0 1-15,0 0-1 0,0 0 10 0,0 14 4 16,0-14-13-16,0 13 5 0,0-13-5 0,0 21 0 15,0-9 4-15,0 2 1 0,0 0 4 0,0 2 10 16,0 0-13-16,0 1 3 0,0-2-4 0,0 0-9 16,0 0 18-16,0-2-4 0,0 0-10 0,0-2 0 15,0-1 0-15,0-1 10 0,0 0 0 0,0-2 5 16,0 0-1-16,0-1-21 0,0-2-26 0,0 1-31 16,0-3-40-16,0 0-40 0,0-1-24 0,0-1 25 15</inkml:trace>
  <inkml:trace contextRef="#ctx0" brushRef="#br1" timeOffset="-77530.64">16728 13965 213 0,'0'0'5'16,"0"0"18"-16,0-17 13 0,0 17 14 16,0 0-1-16,0-10-17 0,0 10-4 0,16 0-18 15,-16-13 4-15,0 13 0 0,0-10 5 0,10 5 4 16,-10 0 0-16,9-1 4 0,-4 1-8 0,1 0-1 15,0-2 1-15,-1 2-1 0,0 1 0 0,2 1 5 16,-1-2-9-16,-1 2 0 0,0 1-5 0,-1 1 10 16,1 0 0-16,0 1 0 0,2 0 0 0,-2 0-14 15,2 0 4-15,0 0-8 0,2 0 8 0,-3 21-9 16,3-21-9-16,-2 15 13 0,0-15-7 0,-1 14 16 16,-2-14-3-16,0 18-5 0,-3-18 0 0,0 17-14 15,-1-8 9-15,0 0 1 0,0-2-10 0,0 1 23 16,0-1-9-16,-23 0 0 0,23 0 5 15,-15 0-23-15,15-2 13 0,-19 0-9 0,19-1 9 16,-22 0 10-16,22 0-5 0,-21-1 4 0,9 0-4 16,2-2-5-16,-2-1-20 0,0 0-19 0,2 0-10 15,-1 0-19-15,0 0 11 0,4 0 9 0,0 0-27 16,2 0-26-16,-2 0-24 0,6 0-5 0,-1 0 38 16</inkml:trace>
  <inkml:trace contextRef="#ctx0" brushRef="#br1" timeOffset="-77230.72">16992 13973 486 0,'5'-1'18'0,"0"-3"19"16,-2 3 14-16,0-1 10 0,-3 1-14 0,0-1-19 15,0 1 5-15,0 1-19 0,0-2 1 0,0 2-1 16,0 0-18-16,0 0 8 0,0 0-9 0,0 0 5 15,0 0 0-15,0 0 0 0,-18 0-4 0,18 17 4 16,0-17-4-16,-14 0-1 0,14 22 6 0,0-22 4 16,-13 21 0-16,13-8-9 0,-7-1 5 15,7 3-10-15,-6 1 15 0,6-1 0 0,-4 1-6 16,4 0 6-16,-2 1-15 0,2-2 10 0,0-1-5 0,0-1 5 16,0-1-1-16,0 0 6 0,0-3 11 15,0 0-17-15,0-2 1 0,0-2-2 0,0 0-21 16,0-2-47-16,0-2-27 0,0-1-67 0,0 0-20 15,0 0 46-15</inkml:trace>
  <inkml:trace contextRef="#ctx0" brushRef="#br1" timeOffset="-76952.86">17038 13993 562 0,'0'0'13'0,"0"-1"6"0,0 1 4 16,0-1 4-16,14 0 1 0,-14 1 0 0,0-3-5 15,12 1 6-15,-12 1-15 0,15 0 5 0,-6 1 5 16,1-1-4-16,-1 0 0 0,5 0 5 0,-1 1-4 16,0-1-1-16,0 1-1 0,1-1-14 0,0 1 9 15,0 0-11-15,-3-2 2 0,0 2-4 0,-1 0-14 16,0 0 13-16,-3-1 0 0,0 1 1 0,-1-2 4 15,-1 2-25-15,-1 0-25 0,-2-1-28 0,0 0-51 16,-2 0-46-16,1-1-26 0,1 0 32 16</inkml:trace>
  <inkml:trace contextRef="#ctx0" brushRef="#br1" timeOffset="-76702.91">17164 13884 547 0,'-1'-2'-4'16,"0"-1"4"-16,1 1 0 0,0 1 4 0,0 0 0 15,0 1-8-15,0 0 8 0,0 0-9 16,0 0 1-16,0 0 8 0,0 0-12 0,0 22 12 16,0-22 0-16,0 19 4 0,0-19-9 0,0 25-4 15,0-8 9-15,0 0 0 0,0 3-1 0,0-1 5 16,0 2 0-16,0 1-18 0,0 0 23 0,-17-1-10 15,17 1-13-15,0-4 8 0,0 0-3 0,-11-2-22 16,11-2-11-16,0-4-50 0,0-2-54 0,0-2 21 16</inkml:trace>
  <inkml:trace contextRef="#ctx0" brushRef="#br1" timeOffset="-75985.87">17446 13776 346 0,'6'-5'25'15,"-1"-2"6"-15,-1 2 9 0,-1 1-4 0,1 0-21 16,-2 2 7-16,0 1-12 0,0 1-1 0,0 0 5 15,0 0-22-15,0 0 4 0,-1 0 4 16,0 19-8-16,0-19 8 0,0 18-4 0,0-18 9 0,-1 24-5 16,0-8 5-16,0 0 3 0,0 1-3 15,0 1 3-15,0 2 5 0,0-2 0 0,0 1-8 16,0-1-1-16,0-1-5 0,-15-2 1 0,15-2 9 16,0-2 0-16,0-2 0 0,0-1 9 0,-11-2-4 15,11-1 0-15,0-2 4 0,0-2 1 0,0 0 1 16,-6-1 4-16,6 0-9 0,0 0-5 0,0 0-6 15,0-16 5-15,0 16-4 0,0-17-1 0,0 17 0 16,-3-24-9-16,3 9 5 0,-2 0-14 16,2-4 14-16,0 2 0 0,0-3 0 0,0-1 4 0,0 0-8 15,0 0 4-15,0 1 0 0,0-1 5 16,22 2-5-16,-22 2 1 0,14 0 14 0,-14 3 11 16,18 1 10-16,-18 1 9 0,19 2-8 0,-10 1-12 15,1 1 0-15,-1 2-18 0,0 0-7 0,-1 2 0 16,0 2 0-16,1 1-5 0,-4 1 0 0,1 0 4 15,0 0 1-15,0 0 3 0,-1 18 5 0,-1-18 0 16,-1 15-13-16,-1-15 9 0,0 19-5 0,0-19-4 16,-2 22 9-16,0-11 0 0,0 0 0 0,0 2-4 15,0-2 8-15,-22 1 0 0,22-2-4 0,-21 1 1 16,21-3-9-16,-24 2 0 0,24-2-5 0,-25 1 13 16,14-2 0-16,0-2-6 0,-1 2 15 0,3-4-17 15,0 2-8-15,1-2 12 0,2 0-13 16,1 0 8-16,1 0 8 0,2-1-21 0,-1 1 17 15,3-3 1-15,0 2-9 0,0 0 17 0,0 1-7 16,0-1 1-16,0-1 25 0,0 2 7 0,22 1 3 16,-22 0 11-16,20-2-20 0,-20 2-10 0,27-1 1 15,-13 1-10-15,3-1 5 0,-1 0 0 0,1-1-14 16,-2 0 4-16,-1 0-4 0,-2-1 6 0,3 2 3 16,-5-2-1-16,-1-1 5 0,0 0-21 0,-3 0-19 15,-1 0-42-15,0 0-49 0,-2 0-29 0,-1 0-34 16,0 0-38-16,0 0 14 0,-1 0 41 0</inkml:trace>
  <inkml:trace contextRef="#ctx0" brushRef="#br1" timeOffset="-75407.05">17780 13870 327 0,'0'0'18'0,"0"0"19"0,0 0-4 0,-15 0 9 15,15 0-10-15,0 0-22 0,0 0 12 0,0 0-18 0,0 0-8 16,-9 0 8-16,9 0-13 0,0 0 9 16,-6 0 5-16,6 9-10 0,-4-9 14 0,2 10-4 15,0-5-1-15,-1 2 5 0,1 1 5 0,-1 1 7 16,0 1-3-16,3 2 8 0,-2 0-17 0,1 2 5 15,0 1 8-15,1 0-8 0,0 1 10 0,0 1-20 16,0 1 1-16,0-2 10 0,0 0-9 0,0-2 9 16,0 1-5-16,0-3-14 0,0-2 9 0,0-1-5 15,0-4 1-15,0 0 9 0,0 0-10 0,0-4 10 16,0 1-5-16,0-2-4 0,0 0 4 0,0 0 1 16,0 0 9-16,0 0 5 0,0 0-5 15,0 0-11-15,0 0-5 0,0-22-9 0,0 22 9 0,0-18 9 16,15 18-13-16,-15-22-1 0,0 9 0 15,0-1 1-15,0-1 13 0,0-1 0 0,0 0-8 16,0 2-14-16,0-3 0 0,0 2 9 0,0-1 4 16,0 3 6-16,8 0-1 0,-8 3 1 0,8-2 0 15,-8 3 23-15,7 1 0 0,-2-1-13 0,4 3 9 16,-1-1-19-16,0-1 0 0,3 2 5 0,1-2-5 16,-1 3-5-16,2 0 1 0,0 1-1 0,-1 1-5 15,-2 1 14-15,0 1-10 0,-1 1 6 0,-2 0-1 16,-2 0-9-16,0 0 6 0,-3 0 7 0,0 18 1 15,-1-18-8-15,0 0-2 0,-1 22 3 0,0-22-1 16,0 17 9-16,0-17 1 0,-19 19-19 16,19-8 18-16,-19-1-10 0,19 1 5 0,-29-3 0 0,29 1-53 15,-26-1-6-15,11-3-33 0,5 2-13 16,-3-2-9-16,1-2-38 0,3-2-21 0,0 0 23 16</inkml:trace>
  <inkml:trace contextRef="#ctx0" brushRef="#br1" timeOffset="-74994.8">18119 13893 404 0,'8'0'17'0,"-3"0"19"0,-1 0 9 0,-1 0 9 16,-1 0-9-16,-1 0-18 0,-1 0-9 0,0 0-1 15,0 0 1-15,0 0 5 0,0 0-10 0,0 0 5 16,0 0-4-16,0 0-5 0,0 12-5 0,0-12-13 16,-21 0 1-16,21 14-1 0,-12-14 14 0,12 13-5 15,-18-5-4-15,7 0-1 0,0 1 5 0,-1-1 9 16,1 2-4-16,1-2-5 0,0 0 0 0,1 1-13 16,0 0 13-16,3 0 4 0,0-2-4 0,2 1 0 15,0-1-4-15,2 0-1 0,1-2 6 0,1 0 3 16,0 0 1-16,0-2 5 0,0 0-10 15,0-1 10-15,0-1 15 0,0 1 0 0,18-2 5 16,-18 0 0-16,0 0-14 0,24 0-2 0,-24 0-14 16,25 0 9-16,-13 0-9 0,2 0 0 0,-1 0 5 15,-1 0-5-15,-1-14-4 0,2 14 0 0,-4 0 9 16,0 0-4-16,-1 0 8 0,0 0-9 0,-1-7 4 16,-3 7-3-16,1 0-11 0,-2 0-21 0,0-4-24 15,-2 4-24-15,2 0-30 0,-2-2-31 0,-1-1-37 16,0 1 23-16</inkml:trace>
  <inkml:trace contextRef="#ctx0" brushRef="#br1" timeOffset="-74293.48">17960 13930 132 0,'-1'0'22'0,"1"0"18"0,0 0 18 16,0 0 10-16,0 0-6 0,0 0-7 0,0 0-8 15,0 0 2-15,0 0-3 0,0 0-2 0,0 0 1 16,0 0-4-16,0 0-4 0,0 0-4 0,0 0 10 15,0 0-10-15,0 0-17 0,0 0 7 0,0 0-26 16,0 0-1-16,0 0 18 0,0-15-14 16,0 15 13-16,0 0 5 0,0 0-12 0,0 0 9 15,0 0 3-15,0 0-12 0,0 0 3 0,0 0-5 16,0-7-8-16,0 7 8 0,17 0 0 0,-17-7 0 16,14 7-8-16,-14-4 3 0,19 3-3 0,-8-1 0 15,0-1-1-15,1 2-3 0,-2 0 13 0,3 1-5 16,-4 0 8-16,2 0-3 0,-2-2-6 0,-1 2 1 15,-1 0-4-15,-1 0 8 0,-1 0-8 0,1 0 0 16,-2 0 4-16,-2 0-5 0,0 0 5 16,0 0 4-16,0 0-4 0,-1 0-24 0,0 0-25 0,-1 0-31 15,0 0-45-15,0 0-38 0,1 13-33 16,-1-13 28-16</inkml:trace>
  <inkml:trace contextRef="#ctx0" brushRef="#br1" timeOffset="-73018.46">18084 13186 182 0,'0'0'9'15,"0"0"14"-15,0 0 9 0,0 0 4 0,0 0 3 16,0 0-6-16,0 0-3 0,0 0 7 0,0 0 1 15,0 0-3-15,0 0-2 0,0 0-11 0,0 0-2 16,0 0 9-16,0 0-5 0,0 0 0 0,0 0 0 16,0 0-11-16,0 0 0 0,0 0 9 0,0 0-22 15,0 0 5-15,8 0 5 0,-8 0-15 0,7 0 19 16,-7 0 0-16,7 0 5 0,-2 0 13 16,3 0 5-16,1 0 9 0,0 0 0 0,1 0 8 15,4 0-10-15,1 0-5 0,2 0 3 0,1 0-8 16,1 0 3-16,1 0 2 0,-1 0-7 0,3 0-3 15,-1 0-9-15,-1 0-4 0,0 0-7 0,-3 0-3 16,2 0 12-16,-1 0-11 0,0 0 0 0,-3 0 1 16,-2 0-6-16,1 0 5 0,0 0 3 0,-2 0-8 15,0 0 0-15,-2 0-2 0,-3 0 1 0,2 0 2 16,-3 0 4-16,-2 0 1 0,-1 0-5 0,-2 0-2 16,-1 0 0-16,0 0 3 0,0 0 1 15,0 0 2-15,0 0-8 0,0 0 1 0,0 0 3 0,0 0-3 16,0 0 5-16,0 0-10 0,0 0-24 15,0 0-44-15,0 0-38 0,0 0-22 0,0 0 15 16,0 0 18-16,0 0 30 0,0 0 10 0,0 0 5 16,0 0 29-16,-13 0 1 0,13 0 13 0,0 0 0 15,-12 0-8-15,12 0 3 0,-12 0 1 0,5 0-9 16,0 0-4-16,2 0-17 0,0 10-14 0,1-10-6 16,0 0-21-16,2 0-7 0,-2 0 18 0</inkml:trace>
  <inkml:trace contextRef="#ctx0" brushRef="#br1" timeOffset="-72390.53">18451 13058 121 0,'2'0'1'16,"0"0"19"-16,1 0 1 0,-3 0 9 0,1 0 5 16,-1 0-21-16,0 0 4 0,0 0-8 0,0 0-3 15,0 0 6-15,0 0 2 0,0 0 3 0,0 0 3 16,0 0 0-16,0 0 0 0,0 0 1 0,0 0-5 16,0 0-4-16,-18 0 8 0,18 17-1 0,-14-17 0 15,14 16 0-15,-17-5-7 0,6 1 3 0,-2 3 3 16,1 2 0-16,-3 1-4 0,-2 1-3 0,0 2-4 15,-3 0 0-15,1 2 17 0,-1 1-3 0,2 0-5 16,-2 0 6-16,2-1-23 0,2-1-5 0,1-1 5 16,4-2 6-16,1-2-12 0,0-5 17 15,3 2-11-15,3-4-10 0,1-2 48 0,0-1-38 16,2-1 5-16,0-2-19 0,1-2-62 0,0 0-1 16,0-2-50-16,0 0-25 0,0 0 17 0,0 0 29 15</inkml:trace>
  <inkml:trace contextRef="#ctx0" brushRef="#br1" timeOffset="-71894.85">18266 13097 172 0,'1'-2'7'0,"-1"-2"17"0,2 3 10 16,-2-2 9-16,2-1-11 0,-1 2-5 0,2 0-5 15,-1-1-12-15,1 3 2 0,-1 0-2 0,1-1-5 16,-1 1 4-16,2 0-5 0,-2 0-3 0,-1 0-1 16,3 0 0-16,-1 0 4 0,-1 0 0 0,2 0 4 15,0 16-5-15,0-16 5 0,0 0-4 0,-1 18 6 16,1-18 10-16,0 18 5 0,0-6 3 0,1-1 0 15,-2 1-5-15,1 2-11 0,-1 0 0 16,0 1-9-16,0 1-3 0,-1 0 3 0,1-1 1 16,0 1 0-16,0 1 4 0,2-1 4 0,0 1-4 15,0-2-4-15,0 2-13 0,1-1 8 0,1 0 1 16,2-2-5-16,0-1-24 0,1-1-43 0,1 1-34 16,-3-2-41-16,0-3 25 0,0 1 30 0</inkml:trace>
  <inkml:trace contextRef="#ctx0" brushRef="#br1" timeOffset="-68414.24">19107 12809 218 0,'0'0'8'16,"0"-1"1"-16,-18 1 3 0,18 0 2 15,0 0-17-15,-17 0 3 0,17 0-7 0,-13 0 4 0,13 0 8 16,-17 0 0-16,8 20 1 0,0-20-7 15,-2 19-4-15,2-19-4 0,-1 22 14 0,-1-8 5 16,2 0 8-16,0 0-4 0,-1 1 1 0,3 0 1 16,-1 2-1-16,1 0 20 0,2-1-1 0,-2 2 7 15,2 1-1-15,3 0-12 0,0 0-11 0,-1 2-5 16,1-1-8-16,2-1 4 0,0 2 3 0,0 0 0 16,0 0-8-16,0-1-4 0,0 1 0 0,0-1-4 15,0 1 17-15,17-2-5 0,-17-1-8 0,0 0-4 16,17-3 5-16,-17 1-5 0,12-2 9 0,-12-1-1 15,13-1-3-15,-13-1 4 0,8-2 4 16,-8 0-4-16,6-1 0 0,-6-1-4 0,5-1-5 16,-5-1 10-16,4-1-10 0,-3-1 5 0,1 1-5 15,-1-1-18-15,1 0-19 0,0-3-26 0,0 2-40 16,3-2-24-16,-3 0 25 0</inkml:trace>
  <inkml:trace contextRef="#ctx0" brushRef="#br1" timeOffset="-67990.63">19239 13042 433 0,'0'-3'5'0,"0"1"16"0,0-1 11 16,0-1-2-16,0 1-7 0,0 2-11 0,0 0-15 0,0 0 3 16,0 1 8-16,0 0-16 0,0 0 11 0,0 0-3 15,0 0-8-15,0 0 8 0,0 0-3 0,0 18 11 16,0-18-4-16,0 17 12 0,0-17-1 15,-17 23 1-15,17-9 15 0,0 2-15 0,0-1 3 16,0 2 2-16,0 2-6 0,0-1 2 0,0 1-2 16,0-1-6-16,0 1-3 0,0 0 8 0,0-1-13 15,0 0-6-15,0-3 1 0,0 1 0 0,0-2 9 16,0-1-4-16,0-1-1 0,0-2 0 0,0-2 1 16,0 1 9-16,0-2 0 0,0-3-5 0,0 1-5 15,0-3-10-15,0 0-50 0,0-2-19 0,0 0-53 16,0 0-56-16,0 0 50 0</inkml:trace>
  <inkml:trace contextRef="#ctx0" brushRef="#br1" timeOffset="-67410.35">19553 12975 413 0,'0'-4'9'0,"0"-1"4"16,0 2 17-16,-18-5 16 0,18 4-10 16,0 0 0-16,0 0-16 0,-15 2-12 0,15 1-1 15,0 0-11-15,-15 1 4 0,15 0-11 0,-10 0 3 16,4 0 9-16,1 0-12 0,-2 21 18 0,1-21-6 15,-2 19-1-15,2-19 11 0,-4 21-15 0,3-7 8 16,-3 0 0-16,2 1-3 0,-1 1 6 0,2 1-10 16,-2 2 3-16,2 0 11 0,-1 0-4 0,1 2 8 15,2-1 5-15,-2 1-16 0,4-1 0 0,-4 0 4 16,4 0-3-16,1 0-1 0,-1-1 0 0,3-1 1 16,0-1-10-16,0 0 5 0,0-1 5 0,0-2 5 15,0 0 1-15,20-1 0 0,-20-1 5 16,16-1-16-16,-16-4 11 0,25 0 9 0,-12-1-9 15,1-4 10-15,0 0-11 0,3-2-5 0,1 0 0 16,-2 0 8-16,2 0-14 0,0 0-9 0,-1-25 14 16,0 25-14-16,1-18 24 0,-4 18-5 0,1-18 5 15,-4 18 18-15,-1-22 10 0,-3 12 19 0,-1 1-3 16,-1 0-9-16,-1 0 5 0,-3-1-5 0,-1 2-5 16,0-1-2-16,0 1-10 0,0 0 12 0,0 0-2 15,0 0 3-15,-19 1-6 0,19 0-14 0,-16 1-4 16,16 2-12-16,-20-2-7 0,20 2 1 0,-23 1-8 15,8 1 2-15,0 0 3 0,-2 2-5 16,3 0 9-16,1 0-20 0,-3 0-44 0,2 0-33 16,1 19-53-16,3-19-23 0,-4 0 14 0,5 20 15 15,-1-20 28-15,1 12 16 0,1-12 14 0,3 12 2 16,-1-12-14-16,3 10-12 0,3-10 16 0</inkml:trace>
  <inkml:trace contextRef="#ctx0" brushRef="#br1" timeOffset="-66553.84">19955 13036 220 0,'5'-13'8'0,"1"13"15"15,-3-13 8-15,4 7 14 0,-4-2-5 16,1 1-5-16,-2 1-9 0,1 3-1 0,-2-1-12 16,-1 1-1-16,0 2-12 0,0 1-4 0,0 0 4 15,0 0 0-15,0 0 0 0,0 0 4 0,0 0 0 16,0 19-7-16,-22-19 11 0,22 19-19 0,-14-6 7 16,14 1 1-16,-18 2 3 0,18 1 3 0,-18 2-3 15,8 0 11-15,0 2-8 0,0 2 8 0,0 1 0 16,2 0-8-16,0-1 0 0,2-2-9 0,1-1 9 15,0-3-4-15,3-1 9 0,1-4 3 0,1-2-10 16,0-3 10-16,0-2-2 0,0-3-1 0,0 2 13 16,0-3 1-16,0-1 0 0,0 0 3 0,0 0-4 15,0 0-21-15,16 0 8 0,-16 0 1 0,0-22-9 16,12 22 5-16,-12-19-9 0,12 19-5 16,-12-23 5-16,10 9-8 0,-5 0 4 0,1-2-4 15,-1-1 0-15,1 1-3 0,-1-1-4 0,1 0 4 16,-3 1-1-16,1 0 12 0,0 1 0 0,-1 0 0 15,1 3 0-15,-2-1 4 0,0 3 4 0,0 1 0 16,1 0-5-16,-1 2 1 0,0 0-3 0,0 3 7 16,-1 0 0-16,2 1 7 0,-1 1-15 0,-2 2-7 15,2 0 7-15,-1 0-7 0,1 0 18 0,0 0 5 16,1 0-8-16,0 20 3 0,1-20-7 0,0 18-4 16,0-18 4-16,2 25-3 0,-1-11 18 0,3 2-3 15,-3-1 11-15,4 2 0 0,-1-2-11 0,1 2 0 16,-1-2-12-16,1 0 0 0,3 2 0 0,-3-3 4 15,0-1 0-15,1 0 4 0,-1 0-8 16,0-1-5-16,-1-1 5 0,1 0 0 0,-3-2 0 16,-1-1-30-16,1-2-35 0,-1 0-30 0,-3-2-53 15,3-1 13-15,-4-1 32 0</inkml:trace>
  <inkml:trace contextRef="#ctx0" brushRef="#br1" timeOffset="-66307.19">19923 13266 472 0,'-3'-2'5'0,"1"0"4"16,1-1 1-16,1 1 0 0,0 0-9 0,0-1 4 16,0 1-1-16,0 1 0 0,0-1 8 0,23 1-8 15,-23-1-4-15,19 1 0 0,-19 0 0 0,27 1 0 16,-14 0 4-16,3 0-8 0,-1 0 4 0,1 0 0 15,-1 0 0-15,2 0 3 0,-2 0-3 0,2 0-4 16,-3 0-8-16,-1 0-6 0,0 0-12 0,-1 0-9 16,-2 0-5-16,0 0-8 0,-5 0-27 0,2 0-13 15,-4 0 12-15</inkml:trace>
  <inkml:trace contextRef="#ctx0" brushRef="#br1" timeOffset="-65918.73">20125 12886 299 0,'-2'-3'4'0,"1"1"18"0,0 1 5 0,1-3 4 15,0 2-4-15,0 0-5 0,0 2 7 0,0 0-4 16,0 0 8-16,0 0-16 0,20 0-11 0,-20 0 3 16,19 0-4-16,-19 20 20 0,22-20-1 0,-22 17 5 15,25-17 18-15,-10 25-2 0,-1-9 27 0,1 0 1 16,-1 2-19-16,-2 2-9 0,2-2-15 0,-4 3-3 16,-1-1 20-16,-1 0 17 0,-1 2 3 0,-2-1 12 15,-3 2-8-15,0 0-8 0,-2 0-6 0,0 0-11 16,0 2-12-16,0-1-5 0,0-1-5 15,0 0-5-15,-26 1 3 0,26-3-10 0,-22 1-9 0,6 0 6 16,1-3-6-16,-4 0 9 0,0-3-12 16,2 1-52-16,-1-6-69 0,2 1-67 0,0-3-29 15,2-2 7-15,1-2 21 0,4 0-11 0,0-2 2 16,2-1 40-16</inkml:trace>
  <inkml:trace contextRef="#ctx0" brushRef="#br1" timeOffset="-63094.84">15717 14888 200 0,'0'0'9'0,"0"0"10"0,0 0 10 0,0 0 13 15,0 0 1-15,0 0 4 0,0 0-6 16,0 0-3-16,0 0-5 0,0 0-9 0,0 0-1 16,0 0 1-16,0 0-5 0,0 0-5 0,0 0 1 15,0 0-1-15,0 0 9 0,0 0-4 0,0 0 0 16,0 0 0-16,0 0-5 0,0 0 1 0,0 0-1 16,0 0-8-16,0 0-6 0,0 0 10 0,0 0-5 15,0 0 0-15,0 0 0 0,0 0-1 0,0 0 6 16,0 0 0-16,0 0 4 0,0 0-23 0,0 0 19 15,0 0-6-15,0 0-12 0,0 0 41 0,0 0-28 16,0 0 10-16,0 0 9 0,0 0-27 0,0 0 8 16,0 0 5-16,0 0-5 0,0 0 9 0,0 0-10 15,0 0-3-15,0 0 3 0,0 0-3 16,0 0-11-16,0 0 1 0,0 0-5 0,0 0 5 16,0 0 14-16,0 0-1 0,18 0 10 0,-18 0-5 15,15 0 5-15,-4 0-4 0,2 0-9 0,2 0 9 16,1 0-9-16,2 0 10 0,0 0 14 0,1 0 1 15,3 0 18-15,-2-12-22 0,1 12 3 0,0 0 2 16,0 0-6-16,-1-10 1 0,0 10-10 0,-2-5-12 16,-2 5-15-16,-2-4 19 0,-2 2-7 0,-3 1 2 15,-1-2 5-15,-1 3-4 0,-1 0 8 0,-2-1-4 16,-1 0 9-16,0 0-9 0,0 1-3 0,-1 0-1 16,-1 0-12-16,-1 0 8 0,0 0 0 0,0 0 4 15,0 0 7-15,0 0-16 0,0 0-44 0,0 0-34 16,0 0-16-16,0 0-20 0,0 0 6 0,0 0-20 15,0 0-53-15,-14 0 23 0,14 0 36 16</inkml:trace>
  <inkml:trace contextRef="#ctx0" brushRef="#br1" timeOffset="-62682.87">15716 15085 297 0,'-2'2'0'0,"0"-2"49"0,0 0-22 15,2 0 39-15,0 0 10 0,0 0-38 0,0 0-16 16,0 0-11-16,0 0 0 0,0 0-45 0,0 0 85 16,0 0-25-16,0 0-10 0,18 0 34 0,-18 0-39 15,12 0 6-15,-12 0 0 0,21 0 11 0,-8 0 0 16,2 0-4-16,0 0 15 0,2 0 0 16,2 0 6-16,0 0 0 0,2 0-1 0,-1 0-11 15,2 0-16-15,0 0-11 0,-1-17-9 0,-1 17 3 16,2 0 8-16,-4 0 2 0,0-12-1 0,-5 12-9 15,0 0 0-15,-2 0-1 0,-2-7-4 0,0 7 10 16,-3 0-5-16,0 0-17 0,-1 0-34 0,0 0-33 16,1 0-36-16,-4 0-26 0,1 0-20 0,-1 0-33 15,-2 0 36-15</inkml:trace>
  <inkml:trace contextRef="#ctx0" brushRef="#br1" timeOffset="-59165.74">16941 14523 178 0,'2'-3'5'0,"1"1"8"0,-1 0 5 15,-1 0 12-15,2 1 10 0,1-2 10 16,-2 1 0-16,1 2-3 0,-2-3-10 0,2 3-13 15,-1-1-1-15,0-1 5 0,-1 2 0 0,-1-2-1 16,2 2-4-16,0-2-4 0,-2 1-6 0,2-1-3 16,-2-2-1-16,1 3 0 0,-1-4 0 0,2 3 0 15,-2-1 10-15,1 2-24 0,0-2 0 0,-1 2 5 16,0-1-4-16,1 2 13 0,-1 0 1 0,0 0-10 16,0 0-5-16,0 0 5 0,0 0-5 0,0 0 10 15,0 0 4-15,0 0-13 0,0 0-10 0,-17 20 5 16,17-20-5-16,0 15 23 0,-15-15 4 0,15 15-4 15,-10-15 1-15,10 18-24 0,-9-8 18 0,9-2-8 16,-12 1-1-16,7-1 5 0,-2 5 0 16,-1-4 0-16,-2 1 5 0,1 0-5 0,1 1-9 15,-1-1 9-15,1 1-5 0,0-2 5 0,0 1 9 16,1 0-9-16,1 0-4 0,0-1 8 0,2-2-8 16,0 0 8-16,0 0-8 0,2 0 4 0,0-3 0 15,2 0-4-15,-1-1 13 0,1-2-14 0,0 1 0 16,0 1 5-16,0-3 0 0,0 0 9 0,0 0-4 15,0 0-10-15,0 0 1 0,0 2-1 0,0-2 10 16,16 0 4-16,-16 0-4 0,13 0-5 16,-13 0-5-16,17 0 1 0,-6 0 8 0,2 0-4 0,0 0 5 15,-1 0-5-15,2 0-5 0,0-13 10 0,2 13-5 16,-1 0-5-16,-2 0 9 0,3 0-4 16,-1-8-4-16,2 8 4 0,-5 0-5 0,0-4 14 15,-1 4-4-15,-2-4 18 0,0 3-9 0,-4-1-9 16,0 1 18-16,-2-1-18 0,0 1 14 0,-1 0-10 15,-1 0-8-15,0 0 8 0,1 1-13 0,-1 0 0 16,-1 0 8-16,1 0 1 0,-1-1-1 0,0 1 5 16,0 0-14-16,0 0-3 0,0 0-20 0,0 0-5 15,0-1-32-15,0-2-39 0,0 3-35 0,0-2-38 16,0-1 36-16</inkml:trace>
  <inkml:trace contextRef="#ctx0" brushRef="#br1" timeOffset="-58755.18">17084 14470 375 0,'-6'-2'17'0,"6"-1"11"15,-5 2 8-15,4-4 6 0,0 4-14 0,-1-1-9 16,1 1-5-16,1 1 0 0,-1 0-9 16,0 0-1-16,1 0-17 0,0 0 4 0,0 0 4 0,0 0 1 15,0 0 13-15,0 0-9 0,0 0-4 16,0 17 5-16,0-17 4 0,0 16 4 0,0-16 5 16,0 21 0-16,0-7 0 0,-13 0 0 0,13 1 0 15,0 3 4-15,0-1-5 0,0 1 5 0,0 0 0 16,0 0 5-16,0 2-5 0,0-2-13 0,0-1 10 15,0 1-10-15,0 0 10 0,0-3 9 0,0 2-9 16,0-2-9-16,0-2-1 0,0 1 1 0,0-2-10 16,0 0 14-16,0-4-10 0,0 1 1 15,11-2 9-15,-11 1-10 0,0-2 6 0,0 0-1 16,0-1 1-16,0-2-1 0,6 2 0 0,-6-1 0 16,3-2-45-16,-3 0-33 0,0 0-34 0,2-2-52 15,-1 0-23-15,1 0 33 0,-2 0 33 0</inkml:trace>
  <inkml:trace contextRef="#ctx0" brushRef="#br1" timeOffset="-58286.63">17402 14581 417 0,'4'-1'5'0,"-4"-3"14"16,0 2 13-16,0 1-3 0,0-1 12 0,0 1-14 16,0 1-18-16,0 0 4 0,0-2-13 0,0 1 5 15,0 1 4-15,-15 0-9 0,15 0 0 0,0 0-8 16,-14 0 3-16,14 0 10 0,-14 0-10 0,6 0 14 16,-1 19-5-16,0-19-4 0,0 0 13 0,-1 19-17 15,0-19 4-15,1 15 4 0,-1-15-8 16,1 14-1-16,2-6 1 0,0 1 0 0,0-1 4 0,3 1 13 15,1 0-18-15,0 1 0 0,2 0-3 0,1 0-5 16,0 1 22-16,0 0-1 0,0-1 1 16,0-1 4-16,20 0-13 0,-20-2 13 0,17 1 14 15,-17-3 1-15,22-3 13 0,-10 0-13 0,3-1-14 16,-1-1 5-16,3 0-9 0,-2 0 0 0,3 0 9 16,-1 0 5-16,-1-18 4 0,3 18 10 0,-5 0-5 15,1-23 0-15,-3 23-4 0,0-16-2 0,0 16-4 16,-3-19-9-16,-1 9-5 0,-3 0-7 0,2 0 3 15,-4 0-7-15,-1-1 7 0,-2 0 7 0,0 0-7 16,0 1 7-16,0-1-7 0,0 0-9 0,-24 0 0 16,24 1 0-16,-22 1-5 0,22 0-28 0,-23 3-30 15,9 0-28-15,1 2-28 0,-2 2-12 16,2 2-28-16,-2 0-23 0,0 0 36 0</inkml:trace>
  <inkml:trace contextRef="#ctx0" brushRef="#br1" timeOffset="-56711.23">16567 15032 240 0,'0'0'11'16,"-2"0"10"-16,2 0 10 0,0 0 11 0,-1 0-6 15,1 0 0-15,-1 0 5 0,1 0-5 0,-1 0 4 16,-1 0-10-16,1 0-5 0,0 0-10 0,-1 0-20 16,0 0 10-16,-2 0-15 0,1 0 0 0,0 0 10 15,0 0 5-15,-1 0-1 0,-2 0 6 0,3 0-5 16,-1 0-15-16,-2 0 5 0,2 13-5 0,0-13 5 15,1 0 5-15,1 7 5 0,0-7 10 0,1 0 0 16,0 0-5-16,1 4-4 0,0-4-1 16,0 0-5-16,0 0 10 0,0 0 0 0,0 0-5 0,0 0 6 15,0 0-11-15,0 0 0 0,0 0 0 0,0 0-6 16,0 0 1-16,0 0 5 0,0 0 0 16,0 0 10-16,0 0-9 0,0 0 4 0,0 0 0 15,0 0-5-15,0 0 10 0,0 0-5 0,0 0 16 16,0 0 5-16,0 0 1 0,0 0 6 0,15 0-16 15,-15 0-1-15,12 0 0 0,-12 0-16 0,13 0 6 16,-6 0-5-16,1 0-6 0,1 0 26 0,0 0 2 16,2 0 9-16,-1 0-5 0,3 0-15 0,0 0 4 15,0 0-5-15,1 0 5 0,0 0-11 0,0 0 16 16,0 0-6-16,1 0-1 0,-1 0 6 16,-1 0-30-16,2-12 2 0,-1 12 9 0,1 0 4 0,-1 0 14 15,3 0 6-15,-3-9-6 0,1 9-4 16,-1 0-5-16,2-3-4 0,-2 3-6 0,1-3 5 0,-3 1-2 15,0 2-7-15,0-1 13 0,1 1-4 16,-1 0 1-16,-1 0 3 0,-1 0-8 0,3 0 4 16,-2 0-8-16,1 0 8 0,0 0-4 0,-2 0-1 15,2 0 4-15,-2 0-2 0,1 0 11 0,0 0-4 16,-2 0 0-16,1 0-9 0,-1 0 0 0,2 0 0 16,-2 0 6-16,0 0-1 0,2 0-4 0,-2 14 5 15,1-14-6-15,1 0 6 0,0 0 0 0,2 0-5 16,-1 0-1-16,-1 0 14 0,2 0-10 0,0 0 18 15,0 0-5-15,1 0-7 0,-2 0 8 16,1 0-22-16,-1 0 12 0,3 0-4 0,-2 0-4 0,1 0 4 16,-1-13 0-16,-1 13 4 0,1 0 1 15,-1 0-5-15,1 0-13 0,-2-6 5 0,-1 6-10 16,2 0 14-16,-1 0 9 0,-2 0-12 0,2 0 9 16,-3 0-6-16,1 0-5 0,1 0 5 0,-2 0 4 15,-1 0 0-15,0 0 2 0,1 0 2 0,-1 0-4 16,3 0-1-16,-3 0-2 0,1 0 6 0,-1 0 3 15,2 11 0-15,0-11 2 0,-1 0 2 0,-1 0-7 16,-1 0 8-16,0 0-7 0,-1 0-2 0,0 0 4 16,0 0-10-16,-1 0 5 0,-1 0-9 0,0 0 8 15,0 0-1-15,-1 0-5 0,1 0 11 16,0 0-8-16,1 0 0 0,0 0 7 0,-2 0-6 16,3 0 5-16,-2 0-4 0,3 0-6 0,-2 0 5 15,2 0-4-15,-1 0 7 0,0 0-2 0,0 0-8 16,-1 0-43-16,1 0-38 0,-2 0-23 0,2 0-26 15,-2 0 4-15,-1 0 5 0,2 0-15 0,-1 0-30 16,0 0-38-16,-1 0 31 0</inkml:trace>
  <inkml:trace contextRef="#ctx0" brushRef="#br1" timeOffset="-50919.15">16935 15232 134 0,'1'0'9'0,"0"0"14"0,0 0 5 0,2 0 10 15,-1 0 3-15,0 0-12 0,0 0 4 0,0 0-4 16,1-13-9-16,0 13 13 0,-1 0-9 16,1 0 3-16,-2 0 5 0,0-9-9 0,0 9-1 15,1 0-4-15,-2-6-4 0,2 6 0 0,-2-3 4 16,0 2-9-16,2-1 4 0,-2 2 1 0,0 0-10 16,0 0 5-16,0 0-13 0,0 0 0 0,0 0 8 15,0 0-8-15,0 0 4 0,0 0 0 0,0 0-9 16,0 0 9-16,0 0 0 0,-16 0 0 0,16 0-4 15,0 14 8-15,-10-14-3 0,10 0-1 0,-12 20 8 16,12-20-12-16,-15 16 4 0,6-7 5 0,0 1-5 16,-3-1-4-16,-1 1 8 0,2 0-16 0,-2 2 8 15,3-2 8-15,-3 0-4 0,4 1 8 0,-1 0-8 16,0 1-4-16,1-1 0 0,2 2 4 16,1-2 0-16,-1 1 9 0,3 1-9 0,1-2 0 15,1 0 4-15,2 2 0 0,0-3 5 0,0 0-5 16,0 1 0-16,0-1 0 0,0-1 5 0,20 0 1 15,-20 0 4-15,18-1 1 0,-18-1 5 0,25 1-5 16,-11-2 0-16,2-1 5 0,0-1-15 0,-2 1 5 16,2 0-10-16,-3-3-9 0,2 1 14 0,-4-1 5 15,1 0 5-15,0-1 4 0,-1-1-19 16,1 0 15-16,-1 0 14 0,-2 0 16 0,0 0 21 0,1 0-5 16,-3 0 2-16,-1 0-7 0,-1 0-17 15,-1-17 6-15,1 17-16 0,-1 0-12 0,-1-16 3 0,1 16-20 16,-1-13 4-16,-1 13 1 0,-1-15 8 15,1 6-6-15,-1 1-2 0,-1 0 2 0,0-1-8 16,0 1 16-16,0 0-9 0,0 1 2 0,0 0 4 16,0 0-3-16,-17 3 5 0,17-2-10 0,0 2 4 15,-16 0-7-15,16 1-11 0,-16 2 16 0,5-2-18 16,0 3-1-16,-1 0 16 0,-1 0-17 0,0 0 14 16,-1 0 2-16,0 0-8 0,-1 17 8 0,2-17 1 15,1 0-7-15,-1 16 8 0,1-16-7 0,0 14 0 16,2-14 1-16,0 14 5 0,2-14-5 0,1 14 4 15,2-8 0-15,1 0-9 0,0 1-4 16,3-1-46-16,1 1-23 0,0-1-23 0,0 0-17 16,0-1 15-16,0 0 2 0,0 1-9 0,0-3 2 15,0 1 14-15,20 0-15 0,-20-3-4 0,0 1 7 16,21-1 12-16</inkml:trace>
  <inkml:trace contextRef="#ctx0" brushRef="#br1" timeOffset="-50415.21">17356 15320 202 0,'7'-6'18'0,"0"1"14"15,-1 3 19-15,-1-3 9 0,0 1-12 0,-2 1 6 16,-1 1-18-16,-1 0 4 0,0 1-1 0,-1 1-16 16,0 0-6-16,0 0-8 0,0 0 4 0,0 0-4 15,0 0-5-15,0 0 1 0,0 0-10 0,0 0 5 16,-17 0 5-16,17 18-9 0,0-18-1 0,-15 0-3 16,15 17 4-16,-12-17 8 0,12 16-4 0,-13-7 0 15,5-1 0-15,1 4 1 0,-1-2 3 0,1 1 0 16,0-1 1-16,-1 1-14 0,1 1 5 15,0-2 4-15,3 1 0 0,-1-1 12 0,0 0-7 16,0-2-10-16,2 1 9 0,0-3-16 0,2 2 8 16,-1-2 12-16,2 0-12 0,0-2 12 0,0 0-3 15,0-1-1-15,0 0 14 0,0-1 11 0,0-1 19 16,0-1 20-16,0 1-5 0,20-1-5 0,-20 0-7 16,0 0-32-16,19 0 0 0,-19 0-5 0,18 0-13 15,-8 0 8-15,3 0-1 0,-1 0 1 0,2 0 1 16,1-16-5-16,-1 16-1 0,3 0 0 0,-3-13 4 15,2 13 0-15,-2 0 0 0,2-14-3 0,-5 14-5 16,1-6 1-16,-3 6-1 0,-2-5 1 16,-2 5-1-16,0-4-9 0,-3 3-17 0,-1 1-40 15,0 0-48-15,-1 0-29 0,0 0-27 0,0 0-20 16,0 0 22-16,0 0 37 0</inkml:trace>
  <inkml:trace contextRef="#ctx0" brushRef="#br1" timeOffset="-50109.36">17467 15335 354 0,'0'-3'21'16,"8"-1"7"-16,-8 0 13 0,6 0 13 0,-6 0-21 15,2 2-2-15,-1 1-10 0,0 0-12 0,-1 1-5 16,0 0-8-16,0 0 12 0,0 0-12 0,0 0 8 15,0 21 9-15,-18-21-17 0,18 20 17 0,0-20 4 16,-17 29 0-16,17-14 10 0,-15 3-15 0,15 1 3 16,-12 0-5-16,12 3-5 0,-10-3 5 0,10 2-5 15,-5 0 1-15,5-2-1 0,0 1 5 0,0-1 1 16,0-1-11-16,0-3 6 0,0 0 0 0,19-2 0 16,-19-2 10-16,0-1-11 0,18 0 6 0,-18-3-5 15,14 0-1-15,-14-4-45 0,0 2-48 0,14-4-42 16,-14 2-61-16,0-3 27 0,9 0 42 15</inkml:trace>
  <inkml:trace contextRef="#ctx0" brushRef="#br1" timeOffset="-49053.49">18011 14857 291 0,'-3'0'-4'0,"3"0"9"15,0 0 6-15,0 0 3 0,0 0 12 0,0 0-8 16,0 0 8-16,0 0 23 0,0 0-7 0,0 0 12 16,0 0-14-16,21 0-21 0,-21 0 3 0,17 0-4 15,-17 17 9-15,20-17-13 0,-8 0-5 0,-1 14 5 16,1-14-9-16,1 14 18 0,-1-14-4 0,0 14-4 16,0-5 5-16,1-2-9 0,-1 2 4 0,0 0-19 15,0 1 6-15,-1 0 8 0,1 0 6 16,-1-1 0-16,-2 0-5 0,2 1-14 0,0-1-1 15,-3 1 9-15,1-2-4 0,-1 1 10 0,-3-2-16 16,1 0 7-16,-2-1-2 0,-1 0-41 0,1-3 34 16,-1 0-41-16,-1 0-31 0,0-2-10 0,-1 1-91 15,0-2 13-15,0 0 30 0</inkml:trace>
  <inkml:trace contextRef="#ctx0" brushRef="#br1" timeOffset="-48779.03">18259 14851 418 0,'-4'0'-4'0,"2"0"-4"0,-3 0 0 16,2 0 9-16,0 0-1 0,-1 0 4 0,1 0 0 15,0 0-9-15,-2 0 17 0,1 19-5 0,-1-19 0 16,-1 16-4-16,0-16-8 0,1 21 8 0,0-8-4 15,0 0 11-15,1 3-4 0,-2 0 1 0,1 2-1 16,-1 0-13-16,-1 0-23 0,0 0-3 0,-1 1 10 16,0-2-12-16,1 0 38 0,0 0-9 0,-1-4-1 15,0-1 17-15,3 1-8 0,1-2 4 16,1-2-18-16,1-2-20 0,1 0-29 0,1-2-23 16,0-1 14-16</inkml:trace>
  <inkml:trace contextRef="#ctx0" brushRef="#br1" timeOffset="-48330.72">18629 14718 399 0,'4'-3'17'0,"-1"2"0"0,-1 0 13 15,0 0 4-15,0 1-25 0,-2 0 4 0,0 0-13 0,0 0 4 16,0 0 4-16,0 0 0 0,0 0 5 16,0 22-9-16,0-22 18 0,0 18-1 0,0-18-4 15,0 24-4-15,0-11 0 0,0 3-9 0,0 0 1 16,0 2 12-16,0 0-13 0,0 2 10 0,0 0 0 16,0-1-4-16,-12 2 0 0,12 0-10 0,0-1 5 15,0 0-4-15,0-1-31 0,0-4 36 0,0 1-40 16,0-1-9-16,0-3 44 0,0 0-26 0,0-1 30 15,0-2 5-15,0-2-20 0,0-1-41 0,0 1-33 16,0-2-19-16,0-4-42 0,0 0 37 0</inkml:trace>
  <inkml:trace contextRef="#ctx0" brushRef="#br1" timeOffset="-47730.32">19006 14651 554 0,'0'-4'4'0,"0"1"18"0,0 0 12 15,0 1 8-15,0-1 1 0,0 0-26 16,0 2-13-16,-17-1-8 0,17 2-9 0,0 0 13 16,-12 0-4-16,12 0 4 0,-11 0 4 0,11 17 0 15,-16-17 5-15,5 18-5 0,2-18-4 0,-2 21 0 16,-1-8-4-16,2 1 0 0,-2 3 4 0,0 0-4 16,3 2 8-16,0 1 5 0,0 0-13 0,2 1-5 15,-1 2 5-15,3-3-10 0,1 2 24 0,2-3 13 16,1 1-18-16,1-3 0 0,0 0 1 0,0 0-15 15,0-4 14-15,0 1 6 0,20-1-6 0,-20-1 6 16,0 0-46-16,19-2 6 0,-19-3 24 16,18 0 0-16,-18-1 20 0,20-2-15 0,-9-1-30 15,-2-2 9-15,3 0 16 0,0-1 51 0,-1 0 0 16,1 0-4-16,0 0 9 0,0 0-41 0,0 0-6 16,-1 0-9-16,1 0-1 0,-1-19 6 0,-2 19-1 15,1 0 15-15,-1-21-15 0,-2 21 1 0,-1-19-1 16,-2 19-4-16,2-18 13 0,-5 18-4 0,0-15 6 15,-1 9 9-15,0-2 1 0,0 2-4 0,0 1 19 16,0 0-6-16,0 0 0 0,0 2-1 0,-22-2-14 16,22 1 5-16,-14 1-4 0,14 0-2 0,-22 0-8 15,22 2-4-15,-24-1-1 0,12 1 9 0,-4 1 0 16,3 0-11-16,0 0-1 0,-1 0-4 16,-1 0-1-16,3 19-15 0,2-19-22 0,-1 0-24 15,1 21-6-15,1-21 4 0,1 16-4 0,2-16 5 16,2 17-15-16,-1-10-18 0,2 2-20 0,0-2-15 15,2 1 25-15</inkml:trace>
  <inkml:trace contextRef="#ctx0" brushRef="#br1" timeOffset="-46478.09">19523 14701 365 0,'0'-1'13'0,"0"0"9"0,0 0 21 0,0 0-8 15,0 1-4-15,0 0-10 0,0 0-21 16,0 0 8-16,0 0-8 0,-22 0 9 0,22 18 8 16,0-18 13-16,-16 19-5 0,16-19 0 0,-16 29-9 15,16-11-3-15,-18 1 4 0,7 1-8 0,0 1 14 16,1 3-8-16,-3 1 5 0,0 1-10 0,2-1 2 16,1 2-10-16,1 0-26 0,1-3 8 0,1 2-3 15,0-6 19-15,2 0 16 0,3-4 16 0,-2-2-22 16,1-2-4-16,0-2 9 0,0-1-15 0,2-3 11 15,0-1-1-15,1-2-5 0,-2 0 0 0,2-1 5 16,0-1-5-16,0-1 11 0,0 0-10 0,0 0-1 16,0 0 10-16,0 0-14 0,0 0 4 0,0 0-4 15,0-21-14-15,0 21 9 0,14-17 36 0,-14 17-1 16,0-23 4-16,0 9-8 0,11-2-46 16,-11-1-1-16,8-4-10 0,-3 1-3 0,2 0 15 15,0-3 1-15,-1 1 10 0,0 1 1 0,1 1 0 16,0 1 5-16,0 3 4 0,1 1-4 0,2 1-4 15,-3 1 5-15,1 2-9 0,0 2 9 0,1-1 4 16,-3 2-8-16,0-1 3 0,-3 3 1 0,0 1 0 16,-2 1-4-16,2-1 8 0,-3 4-4 0,0-1-1 15,0 0 1-15,0 2-1 0,0 0-3 0,0 0-14 16,0 0 14-16,0 0-9 0,0 0 17 0,0 0 9 16,0 0-8-16,0 0-5 0,0 19-8 15,0-19 13-15,0 16-5 0,0-16 5 0,0 21 9 0,21-7-13 16,-21-2 14-16,13 3-3 0,-13 0-10 15,15-1 15-15,-15 2 0 0,19 0 10 0,-9-1 9 16,-1 0-5-16,1 1-12 0,2 0 3 0,-2-3 1 16,2 3-5-16,-4-1-10 0,1-1-10 0,0-2-11 15,-1-1-11-15,-1 0 33 0,-1 0-11 0,0-2 0 16,-1 0 10-16,0 0-19 0,-2-3 15 0,0 4-1 16,0-2 10-16,0-1 1 0,-1 0-5 0,-1-1 8 15,1-2-27-15,-2 1-65 0,1-1-30 0,0-2-40 16,-1 1-17-16,0-2 44 0,0 0-4 0,0 0-15 15,0-1 36-15</inkml:trace>
  <inkml:trace contextRef="#ctx0" brushRef="#br1" timeOffset="-46130.74">19297 15073 591 0,'-5'0'15'0,"2"0"15"0,-1 10 31 15,2-10 6-15,2 0 7 0,0 0-5 0,0 0-36 16,0 0-1-16,0 0-17 0,0 0-9 0,0 0 14 15,20 0 10-15,-20 0 4 0,18 0 0 0,-18-13 0 16,27 13-14-16,-12 0 0 0,3 0 4 0,0-14-9 16,-2 14 3-16,2 0-17 0,-4-9-6 0,2 9 0 15,-2-4 5-15,0-1 11 0,-2 2-3 0,2 0 3 16,-3 1-8-16,3-1-4 0,-5 1 5 0,1-1-49 16,0 0-50-16,-2 1-34 0,-2 1-49 0,0-2-7 15,1-2-38-15,-1 2 35 0</inkml:trace>
  <inkml:trace contextRef="#ctx0" brushRef="#br1" timeOffset="-45682.29">19967 14921 803 0,'0'0'24'0,"0"0"31"15,0 0 23-15,0 0 13 0,0 0-20 0,0 0-43 16,0 0-11-16,0-16-13 0,0 16 8 0,0 0 19 16,0 0 3-16,0-13 10 0,25 13-2 0,-25 0 6 15,25-10 4-15,-12 10 2 0,3 0 1 16,-1-6 3-16,2 6-10 0,-1-4-1 0,0 4-5 16,-2-2-7-16,3 2 0 0,-5-2-10 0,2 2 5 15,-2 0-8-15,1-2-7 0,-3 1 0 0,-1 1-14 16,2-1 5-16,-4-1-3 0,2 1 0 0,-2-1-2 15,0 1 6-15,-3 0-6 0,0 1-6 0,0-3-17 16,-2 2-52-16,-1-1-47 0,1 2-61 0,-2 0-38 16,0 0-17-16,0-1 15 0,0 1 5 0,0 0-21 15,0 0 61-15</inkml:trace>
  <inkml:trace contextRef="#ctx0" brushRef="#br1" timeOffset="-45479.63">20063 15044 219 0,'-2'6'29'0,"2"0"34"0,0-3 20 16,0-1 16-16,0-2-15 0,27 0-24 0,-27 0-6 15,22 0-4-15,-22 0-4 0,28 0 0 0,-11 0-5 16,0-17 4-16,3 17-19 0,-2 0-1 0,5-12-15 16,-2 12-15-16,-4 0 14 0,1-10-12 0,-2 10-2 15,0 0 0-15,-4-5 0 0,-2 5-31 0,-3 0-21 16,-1 0-33-16,-1-4-58 0,-2 4-21 15,-3 0-14-15,0 0 34 0</inkml:trace>
  <inkml:trace contextRef="#ctx0" brushRef="#br1" timeOffset="-42046.72">20757 14542 252 0,'0'-8'8'0,"1"0"16"0,1-1 12 16,-1 1 6-16,0 0 12 0,1 2 2 0,-2-1-5 16,2-1-4-16,-2 4-13 0,2-1-17 0,-2 0-3 15,1 3 3-15,-1-3-5 0,0 4 10 16,0-2-9-16,0-1 0 0,0 3 14 0,0-2-4 16,0 1 8-16,0 1-4 0,0-1-18 0,0 2-8 15,0 0-1-15,0 0 0 0,0 0-1 0,0 0 1 16,0 0-5-16,0 0 1 0,0 0-5 0,0 0 9 15,0 17 8-15,0-17-5 0,0 20 1 0,0-20-4 16,0 26-5-16,0-9 4 0,-16 0 9 0,16 3 0 16,0 4-4-16,-10 0 1 0,10 2-4 0,-11 0 14 15,11 2 8-15,-9 1 1 0,3 0 0 0,1-1-12 16,0 1-1-16,-1-1 11 0,2 0 0 16,0-3 6-16,-2 0-4 0,1-1 3 0,0-1-8 0,2-2 0 15,-2-2-4-15,2 1-9 0,0-3 1 0,0-3 10 16,0-2-24-16,0-2 1 0,1-1 1 15,1-1-8-15,0 0 26 0,1-3-5 0,0 0 0 16,0 0-9-16,0 1 5 0,0-2-8 0,0 0 11 16,0-1-26-16,0-1-58 0,0 0-42 0,0-1-39 15,0 0-10-15,0 0 20 0,13-1-21 0,-13 0 33 16</inkml:trace>
  <inkml:trace contextRef="#ctx0" brushRef="#br1" timeOffset="-41286.09">21164 14597 178 0,'0'-4'22'0,"0"0"10"15,0 1 8-15,0 1 13 0,0 0-10 0,0 1-1 16,0 0-4-16,0 1-8 0,0 0-8 0,0 0-5 15,0 0-1-15,0 0 1 0,0 0-5 0,0 0-7 16,0 0 3-16,0 0-4 0,0 0 4 0,-18 0 0 16,18 0-12-16,-14 15 0 0,14-15 0 0,-18 0 13 15,5 14-5-15,1-14 0 0,-1 13 4 0,-1-5-8 16,-2 0 12-16,1-1 1 0,0 2-17 0,0 1 4 16,-1-2 0-16,3 2 0 0,0 0 12 0,0 2-8 15,3-3-4-15,-1 2 0 0,2 0 8 0,2 1 0 16,0-2 0-16,-2 2-4 0,4 0-4 15,0 0 4-15,1 1-8 0,1-1 21 0,2 0-12 16,0-2 8-16,1 1 4 0,0 1-8 0,0-1 5 16,0-2-9-16,0 1 14 0,17 1-5 0,-17-2-9 15,0 1 0-15,23 1 1 0,-23-2-9 0,19 0 17 16,-19 0-4-16,20 0-14 0,-7 0 5 0,-2-1-5 16,2-2 4-16,1-1 10 0,-3 1 0 0,3-3 4 15,0 2-4-15,0-4-1 0,-1 1 1 0,3-1-4 16,-4-1 5-16,4 0 9 0,-3 0 0 0,-2 0-10 15,-1 0 13-15,-1 0-23 0,3-18 3 0,-2 18 14 16,0 0-21-16,-1-18 21 0,1 18-8 16,-1-17 4-16,1 17 4 0,0-18-9 0,-2 8 18 15,-1 0-13-15,0 1 13 0,0-1-8 0,-1-1-7 16,-1 2 4-16,1-3-8 0,-3 2 11 0,1-3-11 16,-2 3 4-16,1-1-9 0,-3-1-4 0,0 0 1 15,0-2-4-15,0 3 12 0,0-3-6 0,0 2 5 16,0 0 10-16,0 1-1 0,0-1 2 0,-21 0-4 15,21 1-9-15,-16 1-8 0,16 0 10 0,-20 0 2 16,20 1-8-16,-21 2 3 0,10-2-3 16,1 4-8-16,1-2 8 0,3 3-21 0,1 1-59 0,-2-2-25 15,4 3-46-15,-1 1-16 0,2 0 18 16,1 0-43-16,-1 1 23 0,-1 0 37 0</inkml:trace>
  <inkml:trace contextRef="#ctx0" brushRef="#br1" timeOffset="-40254.39">21824 14555 538 0,'3'-5'0'0,"-1"-1"8"0,-2 3-3 16,2-2 12-16,-2 0 0 0,0 3-8 0,0-1-1 15,0 1-12-15,0 1 0 0,0 1 3 16,0 0-3-16,0 0 4 0,-20 0 0 0,20 0-4 15,-12 24-3-15,12-24 3 0,-17 21 5 0,8-8-5 16,-3 3 8-16,0 2 4 0,2 1-16 0,-1 3 4 16,0 3 12-16,2 0-8 0,-4 2 7 0,4 1 9 15,1-2-4-15,1 2-9 0,-3-4 5 0,5-1-4 16,0-3-4-16,1-2-1 0,1-2 5 0,2-3-4 16,0-4 4-16,1-1 0 0,0 0-4 0,0-5 9 15,0 2-9-15,0-3 18 0,0-1 10 0,0-1 5 16,0 0 10-16,0 0-5 0,0 0-4 15,0 0-15-15,0 0-6 0,0 0-1 0,0-20-9 16,15 20 0-16,-15-18-4 0,0 18 0 0,14-25-4 16,-14 11 3-16,10-2 5 0,-10-2-9 0,11 0 1 15,-5 0-3-15,-1-3 7 0,0 1 4 0,0 0 5 16,0-2 0-16,0 3-8 0,1 0-4 0,-1 1 4 16,0 1-9-16,0-1 5 0,1 3 0 0,-1 0 0 15,1 1 8-15,0 1-4 0,0 1 5 0,1 2-9 16,-2-2 9-16,1 2-1 0,0 3 5 0,-2-2 5 15,0 4 9-15,-1-1 5 0,0 3-9 0,0-1-1 16,-1 3-17-16,0 0-1 0,-1 1-5 16,-1 0 5-16,0 0-5 0,0 0-4 0,0 0 4 0,0 0 8 15,0 0 2-15,0 0-6 0,0 16 5 16,0-16-8-16,0 16 2 0,0-16 2 0,0 22-5 16,0-8 5-16,0 2 4 0,0 2 0 0,19-1 0 15,-19 4-3-15,0-2 7 0,14 4-1 0,-14-2 7 16,10 1 5-16,-10-2-7 0,13 4-1 0,-5-3 5 15,1 2-7-15,-1-2 0 0,1 0 7 0,1 0-7 16,-1 0 4-16,1-2-5 0,0-1 4 0,2 0-8 16,-3-1 0-16,1-3 3 0,-2 0 1 15,1-2 3-15,-2-1 0 0,-1-4-4 0,-1 0-1 0,-1-2-12 16,-1-1 4-16,1-2-7 0,-1 1-35 16,0-3-44-16,-1 0-30 0,2 1-15 0,-3-1-15 15,-1 0-19-15,0 0-11 0,2 0 20 0</inkml:trace>
  <inkml:trace contextRef="#ctx0" brushRef="#br1" timeOffset="-39933.15">21659 14925 619 0,'-10'0'4'0,"2"0"5"15,0 0 0-15,3 0 14 0,3 0-2 0,1-18 2 16,1 18-5-16,0 0-14 0,0 0-3 0,0 0 8 16,0-13 0-16,19 13 13 0,-19 0 0 0,16-7-8 15,-16 7 5-15,19-7-4 0,-6 5 8 0,2-2 5 16,-2 0 3-16,4-1-13 0,0 2-13 0,2-1-6 15,1 0-7-15,-1 0 8 0,2 1 3 0,-1-3-7 16,1 4 3-16,-1 0-36 0,0 0-30 16,-2 0-31-16,0 1-50 0,-2-1-31 0,-2 1 10 15,-2-1 35-15</inkml:trace>
  <inkml:trace contextRef="#ctx0" brushRef="#br1" timeOffset="-39286.23">20877 15422 480 0,'-4'0'3'0,"0"0"1"0,2 0 0 0,1 0 0 15,1 0 0-15,0 0 4 0,0-16-5 0,0 16 1 16,0 0-4-16,24-14-7 0,-24 14-1 0,22-11 4 15,-8 11 4-15,1-10 0 0,3 10 8 0,-1-12-12 16,2 7 4-16,0 1 3 0,0-2-11 0,0 2 15 16,-1 1-3-16,2-1-4 0,-5 0 4 0,1 3-12 15,-3-2-4-15,-3 2-14 0,-2 1-27 0,-1-1-26 16,-4 1-41-16,1 0 19 0</inkml:trace>
  <inkml:trace contextRef="#ctx0" brushRef="#br1" timeOffset="-39107.25">20946 15512 264 0,'-3'9'15'0,"1"-5"22"15,2 0 25-15,0-3 12 0,0-1-10 0,20 0-19 16,-20 0-17-16,26 0-23 0,-9-18-5 0,3 18 4 16,2 0-16-16,2-21 20 0,0 21-4 0,-1-16-12 15,1 16 16-15,1-16-16 0,-3 16-12 16,1-15-14-16,-5 9-49 0,-2 0-24 0,-1-1-21 15,-2 2 17-15</inkml:trace>
  <inkml:trace contextRef="#ctx0" brushRef="#br1" timeOffset="-26574.86">24134 3699 84 0,'0'-1'9'0,"0"0"5"0,0 1 6 16,0-1-4-16,0 0-5 0,0 0 0 0,0 1-2 16,0-1 4-16,0 1 1 0,0 0-4 0,0-1 4 15,0 1 0-15,0 0-9 0,0-1 9 0,0-1-16 16,0 2 3-16,0 0 12 0,0 0-9 0,0-1 9 15,0 1-6-15,0-1-10 0,0 1 3 0,0-1-8 16,0 1 8-16,0-1 4 0,0 1-8 0,0-1 9 16,0 1-5-16,0 0 1 0,0 0 8 15,0 0 0-15,0 0-5 0,0 0 0 0,0 0-8 0,0 0 1 16,0 0 3-16,0 0 4 0,0 0-4 16,0 0 8-16,0 0-7 0,0 0-5 0,0 0 13 15,0 0-13-15,0 0 12 0,0 0-3 0,0 0-5 16,0 0 6-16,0 0-1 0,0 0 4 0,0 0 3 15,0 0-3-15,0 0-13 0,0 0 4 0,0 0-3 16,0 0 3-16,0 0 9 0,0 0 4 0,0 0-8 16,0 0-1-16,0 0 5 0,0 0-12 0,0 0 11 15,0 0-4-15,0 0-4 0,0 0 0 0,0 0 0 16,0 0 4-16,0 0-3 0,0 0 7 0,0 0-12 16,0 0 1-16,0 0 7 0,0 0-7 0,0 0 15 15,0 0-3-15,0 0-9 0,0 0 9 0,0 0-12 16,0 0 7-16,0 0 4 0,0 0-12 15,0 0 12-15,0 0-11 0,0 0 7 0,0 0 8 16,0 0-11-16,0 0 11 0,0 0-7 0,0 0 0 16,0 0 7-16,0 0 2 0,0 0-1 0,0 0 4 15,0 0 5-15,0 0-4 0,0 0 3 0,0 0-8 16,0 0 4-16,0 0-12 0,0 0 3 0,0 0-4 16,0 0-4-16,0 0 5 0,16 0-10 0,-16 0 5 15,0 0 0-15,0 0 9 0,14 0-5 0,-14 0 0 16,0 0-16-16,12 0 12 0,-12 0-9 0,9 0 14 15,-9-9 3-15,10 9-12 0,-4 0 17 0,-2 0-13 16,1 0 0-16,0 0 0 0,-1-4-5 0,1 4 1 16,-1 0 4-16,1 0 0 0,-3-2 5 15,1 2 5-15,0-1-19 0,0 1 14 0,-1 0-15 16,0 0 1-16,-1-1 17 0,0 1-12 0,0 0 18 16,2 0-10-16,-3 0-4 0,2 0-4 0,1 0-10 15,-1 0 19-15,0 0-1 0,0 0-4 0,0 0 0 16,0 0-9-16,1 0 9 0,-1 0 0 0,1 0 0 15,-1 0 0-15,1 0-5 0,1 0 10 0,-2 0-5 16,2 0 0-16,-1 0 4 0,0 0 0 0,1 0-4 16,-2 0 4-16,2 0-8 0,0 0 4 15,0 0 10-15,-1 0-10 0,1 0 4 0,-2 0 1 16,1 0-14-16,0 0 9 0,0 0-5 0,-1 0-4 16,0 0 9-16,1 0-4 0,2 0 13 0,-1 0-5 15,-1 0-4-15,1 0 5 0,-1 0-11 0,1 0 6 16,1 0 5-16,-2 0-5 0,2 0 5 0,-2 0-5 15,-1 0 5-15,1 0 0 0,0 0-5 0,-2 0 0 16,-1 0-5-16,0 0 5 0,0 0-5 0,0 0 1 16,0 0-1-16,0 0 5 0,0 0 6 0,0 0-6 15,0 0 0-15,0 0-6 0,0 0 6 0,0 0 0 16,0 0 10-16,0 0-18 0,0 0-6 0,0 0 14 16,0 0-10-16,0 0 10 0,0 0-4 15,0 0-9-15,0 0-4 0,0 0 0 0,0 0-9 16,0 0 5-16,0 0 0 0,0 0-5 0,0 0 3 15,0 0-4-15,0 0-9 0,0 0-1 0,0 0-5 16,0 0-17-16,0 0-6 0,0 0-8 0,0 0 3 16,0 0 22-16</inkml:trace>
  <inkml:trace contextRef="#ctx0" brushRef="#br1" timeOffset="-25642.39">24311 3567 65 0,'0'0'-4'0,"0"0"9"0,0 0-3 16,0 0 1-16,0 0 14 0,0 0-12 0,0 0 9 15,0 0 2-15,0 0-7 0,0 0 4 0,0 0 0 16,0 0-3-16,0 0 3 0,0 0-4 0,0 0-3 16,0 0 4-16,0 0-8 0,0 0 7 15,0 0-4-15,0 0 0 0,0 0 2 0,0 0-7 16,0 0 4-16,0 0-5 0,0 0-1 0,0 0-2 15,0 0 4-15,0 0-3 0,0 0 5 0,0 0-5 16,0 0 3-16,0 0-1 0,0 0-9 0,0 0 13 16,0 0-8-16,0 0 1 0,0 0 0 0,0 0 1 15,0 0 3-15,0 0 4 0,0 0-1 0,0 0 0 16,0 0-2-16,0 0-1 0,0 0 4 0,0 13-4 16,0-13-1-16,0 0 1 0,13 8 1 15,-13-8-1-15,0 0 3 0,7 7 2 0,-7-7 2 16,0 5 1-16,7-2-7 0,-7-1-4 0,3 0 0 15,-1 1 4-15,3-1 4 0,-3-1 3 0,-1 2 0 16,3-1-7-16,-2 0 4 0,0-1-1 0,-1 2-1 16,0-2-3-16,1 1 3 0,-2-1-2 0,1 1-5 15,-1 0 5-15,1-2-2 0,0 3 1 0,1-3 0 16,0 2 8-16,0-1-8 0,0 2-4 0,-1-2 8 16,2 0-4-16,-1 0 0 0,0 0 0 0,-2 0-4 15,0 0 1-15,0 1-4 0,1-2 14 0,-1 0-10 16,0 1 6-16,2-1 1 0,-2 0-11 0,0 0 14 15,0 1-7-15,0-1 4 0,0 0-3 0,0 0-1 16,0 0-3-16,0 1-1 0,0-1 7 16,0 0-6-16,0 1-1 0,0 0 11 0,0-1-2 15,0 1-6-15,0-1 9 0,0 0-11 0,0 1 3 16,0-1-3-16,0 0 2 0,0 0-3 0,0 0 1 16,0 1 15-16,0-1-7 0,0 0 8 0,0 0 0 15,0 0-8-15,0 0 0 0,0 0 0 0,0 0 2 16,0 0-2-16,0 0-9 0,0 0 4 0,0 0-7 15,0 2 7-15,0-2 4 0,0 0-4 0,0 0 0 16,0 0 4-16,0 0-4 0,0 0 1 16,0 0 24-16,0 0-12 0,0 0 25 0,0 0-6 15,0 0-22-15,0 0 7 0,0 14-17 0,-15-14 1 16,15 0-1-16,0 0 5 0,-9 13-1 0,9-13 5 16,0 0-1-16,-10 9-4 0,10-9 1 0,-5 6-1 15,0-3 0-15,4-1 0 0,-1 0 0 0,-2 0-4 16,3 0 4-16,-1 0 0 0,1 0-8 0,-1 0 8 15,0 1-3-15,0 0-2 0,1-1 14 0,-2 0-13 16,0 0 8-16,-1 1-3 0,3-1-9 0,-2 0 8 16,3-1-4-16,-1 0 0 0,0-1 4 0,1 2-8 15,0-2 8-15,0 0-4 0,0 0-4 0,0 0 8 16,0 0 0-16,0 0-8 0,0 0-5 0,0 0-41 16,0 0-59-16,17 0-29 0,-17 0 9 0</inkml:trace>
  <inkml:trace contextRef="#ctx0" brushRef="#br1" timeOffset="-19706.4">14589 16445 243 0,'0'-4'15'15,"0"2"0"-15,0 1 5 0,0-1 5 0,0-1-9 16,0 1 4-16,0 0 2 0,0 1-6 0,0 0 1 16,-14 0 3-16,14 1-1 0,0 0 14 0,0 0 4 15,0 0-9-15,0 0-5 0,-6 0-8 0,6 0 4 16,0 0-5-16,0 0 5 0,-5 0 3 0,3 0-13 15,0 0 0-15,-1 0-4 0,-1 0-5 16,-1 0 0-16,-1 15 10 0,1-15-6 0,-1 0-4 0,-1 15 6 16,2-15-12-16,0 14 6 0,-1-6 6 15,1 1-5-15,1 2 10 0,-1-1 1 0,-2 3-23 16,3-1 11-16,0 3 1 0,-1 1-1 0,1 3 17 16,-1-3 1-16,1 0-11 0,-2 1-7 0,3-1 18 15,-2 3-1-15,3-2 0 0,0-2 17 0,0 2-13 16,0-3-4-16,1 1 21 0,-1 2-11 0,0-3-12 15,2 0 10-15,-2 0-21 0,2-2 0 0,0-2 21 16,0 2-11-16,0-2 16 0,0-2 8 0,17-1-4 16,-17 0 26-16,0-1 24 0,25 0-1 0,-25-1 15 15,20-2-13-15,-8 0-21 0,1-1 1 0,3-2-24 16,-3 0-7-16,3 0-7 0,-1 0-14 16,2 0 0-16,-1 0-7 0,1 0-8 0,-4-18 8 15,1 18-2-15,-1 0-3 0,1-15-13 0,-5 15-37 16,2-13-22-16,-2 13-39 0,-2-13-31 0,-2 13-20 15,1-13-39-15,-2 6-11 0,1-2 23 0,-2 0 13 16,-2 0-4-16,0-1 45 0,1-2 25 0</inkml:trace>
  <inkml:trace contextRef="#ctx0" brushRef="#br1" timeOffset="-19453.18">14434 16137 1178 0,'0'0'18'0,"0"0"-4"0,0 0-4 16,-18 0 9-16,18 0-19 0,0-24 6 0,0 24-6 15,-14 0-57-15,14-13-61 0,0 13-55 0,0 0-39 16,0 0-6-16,0 0 23 0,0 0 54 16</inkml:trace>
  <inkml:trace contextRef="#ctx0" brushRef="#br1" timeOffset="-18483.54">14961 16779 281 0,'0'-3'0'16,"0"-1"7"-16,0 1 10 0,0-3 9 0,0-2 10 15,0 1-5-15,0 0-1 0,0 0-9 0,0-1-10 16,0 0 10-16,0 1-1 0,0-1 20 0,0 2 4 16,0-1-5-16,0 1-4 0,0 2-7 0,0 1-5 15,0 2 0-15,0 1-11 0,0 0-18 0,0 0 0 16,0 0-6-16,0 0 17 0,0 0-11 15,0 20 6-15,-22-20-7 0,22 16 1 0,-14-16 6 16,14 24 6-16,-22-6 0 0,8-1-7 0,1 4 12 0,-2 2-11 16,0 0-6-16,2-2 6 0,-2 3 0 15,1 0 0-15,0-3 11 0,3 0-1 0,-3-2-5 16,4 0-5-16,1-2 5 0,1-1-9 0,0 0 9 16,2-5 16-16,1 1-16 0,1-2 0 0,1-1-5 15,-4-1-5-15,5-3 0 0,1 2 5 0,-1-4 11 16,1 1-6-16,0-1 16 0,1-3-5 0,0 1-16 15,0-1 11-15,0 0 0 0,0 0-1 0,0 0 1 16,0 0-12-16,0 0-9 0,0-19 9 0,0 19-4 16,0-14 5-16,15 14 5 0,-15-18-15 15,0 6 10-15,0 2-5 0,15-3-11 0,-15-1 16 0,11 2-10 16,-11-2 5-16,10-1 5 0,-4 1-9 0,2 0 4 16,-3 0 11-16,2 0-1 0,-1 1 1 15,-1 1 5-15,1-1-16 0,-1 1-5 0,2 0 11 16,-4 0 0-16,3 2-12 0,-2-2 39 0,-1 3-21 15,-1-1 10-15,0 2 17 0,0 1-22 0,0 1 21 16,0 1-21-16,-1 2-1 0,0 1-10 0,-1 0-7 16,1 1 10-16,-1 1-20 0,0 0 10 0,1 0-10 15,-1 0 10-15,0 0 6 0,0 0-6 0,0 0 0 16,0 0-5-16,0 0 11 0,0 0-6 16,0 18 10-16,0-18-5 0,0 12 0 0,0-12 6 0,15 14 3 15,-15-5-3-15,0-1-11 0,14 2 6 0,-14 1-6 16,9-1 5-16,-9 0 16 0,10 0 5 15,-5 1-10-15,0-1 19 0,0 0-9 0,-1 0-5 16,1 0 9-16,-1 0-28 0,0 1 18 0,0 0-10 16,1-1 1-16,-2-2 4 0,2 3-10 0,-1-1-3 15,-2-2-2-15,2 1 7 0,2-1 0 0,-3 0 8 16,3 0-4-16,-1 0-10 0,-2-1 5 0,1-1 0 16,0 1 1-16,0-1 8 0,-3-2-13 0,3 1-15 15,-4-3-48-15,3 2-31 0,-1-4-26 0,-2 0-9 16,0 0 5-16,0 0-1 0,1 0-8 15,-1 0 24-15</inkml:trace>
  <inkml:trace contextRef="#ctx0" brushRef="#br1" timeOffset="-18160.89">14715 17013 496 0,'-2'0'17'0,"1"0"14"0,-1 0 13 0,0 13 37 16,-1-13-13-16,3 0-2 0,0 0-4 0,0 0-36 16,0 0 9-16,0 0-1 0,0 0-3 15,0 0 13-15,0 0 0 0,0 0 4 0,0 0 11 16,0 0-6-16,16 0-13 0,-16 0-6 0,0 0-22 15,16 0-2-15,-16 0 2 0,13 0-9 0,-13 0 10 16,13-12-13-16,-5 12 8 0,-1 0-7 0,-1 0-3 16,3-9 8-16,0 9-51 0,-2 0-46 0,3-7-63 15,1 4-57-15,-3-1 21 0,3 0 9 0,1 0 7 16,-1-1 41-16,1 0 20 0</inkml:trace>
  <inkml:trace contextRef="#ctx0" brushRef="#br1" timeOffset="-17530.27">15241 16879 430 0,'0'0'14'16,"0"0"19"-16,0 0 14 0,0 0 13 0,0 0 2 15,0 0-19-15,0 0 3 0,0 0-8 0,0-14 1 16,0 14 4-16,0 0-10 0,0 0 4 0,0 0-32 16,0 0 10-16,0 0-16 0,0 0-14 0,0 0 5 15,0 0-11-15,0 0 16 0,0 0-1 16,0 0 11-16,0 0-1 0,0 0 1 0,0 16 4 16,0-16 1-16,0 0-6 0,-19 18-5 0,19-18-4 15,0 18 4-15,-20-8 0 0,20 1-4 0,-16 0 5 16,16-1-10-16,-14 3 5 0,14-2 6 0,-16-2-2 15,16 3-4-15,-11-4 5 0,11 0-5 0,-9 1 5 16,9-2 5-16,-4-1-5 0,4-1 5 0,-1 0-5 16,1-1 10-16,0-1-10 0,0 0 5 0,0-1 5 15,0-1-15-15,0 0 5 0,0-1 11 0,0 0 10 16,0 0 27-16,17 0 10 0,-17 0 3 16,0 0-19-16,15 0-10 0,-15 0-13 0,19 0-10 0,-10 0 4 15,2 0-5-15,0 0 0 0,0-15-8 16,0 15 0-16,0 0-7 0,0 0 7 0,1-13-1 15,-2 13 1-15,3 0 3 0,-2-8 1 0,-1 8-3 16,1 0 4-16,-4-4-9 0,2 4 0 0,-3-2 1 16,1 2-5-16,-2 0-5 0,-2-1-43 0,-2 1-21 15,1 0-36-15,0 0-21 0,-2 0 16 0,0 0 6 16,0 0-2-16,0 0-10 0,0 0-14 0,0 0 20 16</inkml:trace>
  <inkml:trace contextRef="#ctx0" brushRef="#br1" timeOffset="-17226.8">15316 16838 467 0,'0'0'23'15,"0"-1"0"-15,0 1-4 0,0 0 5 0,10 0-19 16,-10 0 4-16,0 0 0 0,0 0-5 0,0 0-3 15,0 0 4-15,0 0 0 0,0 21 0 0,0-21 9 16,0 19 0-16,0-19 8 0,-16 27 11 0,16-12-14 16,0 3 7-16,0 0 7 0,0 1 3 0,0 2 21 15,0 2-21-15,0-1-5 0,0 0-10 0,0-1-14 16,0-1 9-16,0-1-5 0,0-3-10 0,0 0 5 16,0-3-6-16,18 1 11 0,-18-3-10 15,0-2-5-15,0 1 6 0,0-4-1 0,10 1 14 16,-10-1-52-16,0 1-67 0,0-4-42 0,7-2-43 15,-7 0-17-15,0 1 61 0</inkml:trace>
  <inkml:trace contextRef="#ctx0" brushRef="#br1" timeOffset="-16405.31">15887 16843 348 0,'-23'0'14'0,"23"0"16"15,-14 12 0-15,14-12 5 0,-14 0-5 16,14 0-15-16,-13 0 17 0,13 0-9 0,-7 0 0 15,7 0 0-15,0 0-18 0,0 0 9 0,0 0-5 0,0 0 20 16,0 0 6-16,0 0 33 0,0 0 16 16,0 0-4-16,20 0 8 0,-20 0-16 0,14 0-13 15,-14 0 3-15,16 0-7 0,-4 0-7 0,-1 0 0 16,0 0-5-16,2 0 2 0,-2 0-10 0,0-17 16 16,3 17-1-16,-3 0-1 0,2 0 5 0,-2 0-16 15,0-12-9-15,4 12-8 0,-3 0-3 0,2-8-10 16,-4 8-6-16,2-9-1 0,-1 5-3 0,-1 0 8 15,0-1-1-15,-3 0-6 0,1 1-2 16,-3 1-5-16,1-1 4 0,0 3 3 0,1-2 0 16,-2 1-19-16,-3 1-23 0,0 1-35 0,-1 0-42 15,1 0-39-15,-2 0-34 0,0 0-24 0,0 0 14 16,0 0 21-16,0 0 21 0,0 0 7 0,0 0 29 16</inkml:trace>
  <inkml:trace contextRef="#ctx0" brushRef="#br1" timeOffset="-16050.75">15871 16992 456 0,'-3'5'4'0,"1"-3"10"0,-2 0 0 0,2-2 18 16,2 0-4-16,0 0 12 0,0 0 0 0,0 0-13 15,0 0 5-15,0 0-12 0,0 0 6 0,0 0 11 16,23 0 11-16,-23-13 17 0,17 13 2 0,-17 0 3 16,23 0-19-16,-10-12-3 0,2 12-2 0,0-8-9 15,0 8 6-15,-1-5-29 0,3 1 7 0,-3 1-8 16,-1 2 3-16,0-1 0 0,-2 0-7 15,-3 0-9-15,-1 2-5 0,-1-1 6 0,-1-1-5 16,1 1 8-16,-3 0-1 0,0 0-62 0,0 1-59 16,-1 0-55-16,2-2-23 0,-2 2 29 0,0 0 13 15,0 0-4-15,-1 0 21 0,-1 0 29 0</inkml:trace>
  <inkml:trace contextRef="#ctx0" brushRef="#br1" timeOffset="-11846.57">16984 16468 110 0,'-12'12'17'0,"1"0"2"16,0 0 9-16,2-1 6 0,-1 0-9 0,0 0 10 16,3-2-10-16,-1 0 1 0,0-2-1 0,-1 0-13 15,2-2-1-15,2-1-4 0,-1-1 4 0,3-1 0 16,2-1 14-16,1 1-1 0,0-1-9 0,-1-1-4 16,1 0-5-16,0 0 0 0,0 0 0 0,0 0 9 15,0 0-6-15,0 0-4 0,0 0 6 0,0 0-1 16,0 0-5-16,0 0 5 0,0 0-1 0,0 0 1 15,0 0-5-15,0 0 5 0,0 0 0 0,0 0-5 16,0 0 4-16,0 0 6 0,0 0-10 16,0 0 14-16,0 0 12 0,0 0-9 0,0 0-1 15,0 0 3-15,0 0-12 0,0 0-7 0,0 0 13 16,0 0-13-16,0 0-4 0,0 0 10 0,0 0-11 16,0 0-5-16,0 0 10 0,0 0-5 0,0 0-11 15,0 0 11-15,0 0-17 0,0 0-17 0,0 0-8 16,0 0-26-16,0 0-7 0,0 0-1 0,0 0-8 15,0 0-28-15,0-15 3 0,0 15 17 0</inkml:trace>
  <inkml:trace contextRef="#ctx0" brushRef="#br1" timeOffset="-11236.4">17059 16312 358 0,'3'-3'10'0,"-1"0"19"0,0 2 14 0,-1-1 18 0,0-2-2 16,-1 2-14-16,0 1-5 0,0-1-22 0,0 2 11 15,0 0-20-15,0 0 2 0,0 0 4 16,0 0-20-16,0 0 16 0,0 0-6 0,0 0-5 16,-20 0 0-16,20 21 0 0,-16-21 0 0,16 15 5 15,-19-15 1-15,7 18-1 0,1-7-10 0,0 2 16 16,1-1 0-16,1 1 6 0,-3 1 5 0,1 1-5 16,0 0 5-16,-3 0-10 0,3 1-1 0,-3-1-9 15,2 0-11-15,-1 0 10 0,1-2 0 0,1 2 5 16,0-2-6-16,3-1-4 0,0-1-1 0,2-2-11 15,2-1 16-15,-1-1-5 0,3-2 11 0,1 0 5 16,1-3 0-16,0 1 1 0,0-1-18 16,0-2 6-16,0 0-4 0,0 0 21 0,0 0 5 15,0 0-11-15,0 0 6 0,15 0-17 0,-15 0 6 16,0 0 10-16,17 0-6 0,-17 0-4 0,13 0-6 16,-4 0 11-16,0-13-5 0,0 13 15 0,0 0 11 15,0 0-17-15,3-9 16 0,-3 9-20 0,-2 0-11 16,1-7 11-16,1 7-16 0,1-3 13 0,0 0 0 15,1 0-8-15,-1 0 10 0,6 1-15 0,-1-1 5 16,2 1 9-16,-2 0-4 0,2 0 23 0,-3-2 6 16,2 3 2-16,-2-2 4 0,-3 0-8 0,3 2-7 15,-3-1-12-15,-1-1-6 0,-1 2-7 16,-2 0-4-16,-1-1 4 0,-2 2-6 0,0-1 11 0,-3 1-6 16,-1 0-16-16,0 0-26 0,0 0-64 15,0 0-36-15,0 0-33 0,0 0-10 0,0 0 30 16,0 0-27-16,0 0 34 0,0 0 43 0</inkml:trace>
  <inkml:trace contextRef="#ctx0" brushRef="#br1" timeOffset="-10929.73">17140 16362 471 0,'12'-4'14'15,"-12"1"19"-15,0-1 13 0,0 1 40 0,0 0 7 16,0-1-13-16,0 1-3 0,0 2-46 0,0 0-11 16,0 1-10-16,0 0-10 0,0 0-6 0,0 0-4 15,-15 0 5-15,15 0-4 0,0 0 9 0,0 0 0 16,0 0 1-16,-8 21 4 0,8-21-4 0,-7 20 0 16,2-20 4-16,0 25-9 0,-2-10 6 0,2 2 1 15,-1 0-10-15,1 4 10 0,1 0-1 0,0 0-4 16,2 1 15-16,-1 1-11 0,2-1 2 0,1 0 4 15,0-3-28-15,0-1 36 0,0-1-5 0,0-1-2 16,0-2 11-16,0-3-22 0,0-1-28 0,0 0-65 16,0-4-38-16,0 0-38 0,14 0-21 15,-14-2 34-15,0-1 43 0</inkml:trace>
  <inkml:trace contextRef="#ctx0" brushRef="#br1" timeOffset="-10185.85">17345 16447 277 0,'0'-2'13'0,"0"1"10"0,0 0 5 15,0-2-3-15,0 1-9 0,-17 0-11 0,17 2-4 16,0 0 4-16,-16 0-6 0,16 0-4 0,-11 0 4 15,11 0 1-15,-13 0-5 0,13 0 9 0,-13 19-5 16,7-19 4-16,0 0 1 0,-1 18-4 16,1-18 5-16,1 10 4 0,-1-10 5 0,1 12-3 15,0-12 3-15,2 10-8 0,-1-10 0 0,1 11 13 16,1-5-19-16,1 0 18 0,-1 1 4 0,1 0-9 16,1 0 4-16,0 0-12 0,0 2-5 0,0-1 4 15,0 0 5-15,0 1-5 0,0 1 0 0,0 0-14 16,21 2 15-16,-21-3 9 0,13-1 1 0,-13-1 19 15,18 1-2-15,-18-3 7 0,21-1 7 0,-9-1 8 16,-1-2 22-16,1 0-6 0,3 0 20 0,-3-1-1 16,1 0-13-16,-2 0 8 0,0 0-11 15,0 0-7-15,-1-23-5 0,-1 23-11 0,0-19-6 0,-3 19-1 16,-1-20-14-16,-1 20-2 0,-1-21 2 16,0 11-8-16,-2 0-3 0,0-1 1 0,-1 1 3 15,0-2 8-15,0 2 0 0,0-1 5 0,0-1-18 16,0 2-9-16,0-1-1 0,0 0-4 0,-19 1-3 15,19 0 2-15,0 0-4 0,-16 1-5 0,16 1-59 16,-9 2-83-16,9 1-97 0,-11 1-69 0,11 0 12 16,-11 2 38-16,4 2 43 0,0 0 62 0,-2 0 50 15</inkml:trace>
  <inkml:trace contextRef="#ctx0" brushRef="#br1" timeOffset="-9350.13">16567 16887 183 0,'-3'0'18'0,"1"0"15"16,0 0 10-16,1 0 15 0,0 0-4 0,0 0-1 16,0 0-1-16,1 0-6 0,0 0-13 0,0 0-1 15,0 0-5-15,0 0-4 0,0 0-6 0,0 0-2 16,0 0-11-16,0 0 1 0,0 0 10 0,0 0-20 16,0 0 16-16,0 0 5 0,0 0 11 0,0 0 41 15,0 0 5-15,14 0 8 0,-14 0-7 16,11 0-26-16,-11 0-9 0,19 0-4 0,-8 0-3 15,4 0 2-15,0 0-4 0,3 0-7 0,1 0-3 16,1 0-2-16,5 0 6 0,1 0 8 0,3 0 1 16,1 0 2-16,-1 0 2 0,2 0-22 0,2 0 5 15,-1 0-6-15,0 0 10 0,-1 0 8 0,0 0-4 16,-4 0 5-16,4 0-7 0,-1 0 18 0,-1 15 5 16,-1-15 4-16,-1 0-9 0,1 0-15 0,1 0-3 15,1 0 2-15,2 10-3 0,-1-10 2 0,1 0 3 16,2 0-3-16,-1 5 4 0,0-5-2 0,0 2-6 15,0-1-2-15,-2 0-6 0,-1-1 0 0,1 1 0 16,-4 0-10-16,1 0 2 0,-6-1-5 16,0 2 1-16,-2-2 4 0,-2 0 1 0,-2 0-8 0,-2 0 4 15,0 0-2-15,-4 0-3 0,2 0 8 16,-2 0-7-16,-5 0 0 0,1 0 4 0,-2 0 0 16,-2 0-4-16,-1 0 0 0,-1 0-15 0,0 0-36 15,0 0-36-15,0 0-57 0,0 0-65 0,0 0-41 16,0 0-36-16,0 0 6 0,0 0 37 0,0 0 32 15,0 0 18-15,0 0 50 0</inkml:trace>
  <inkml:trace contextRef="#ctx0" brushRef="#br1" timeOffset="-6526.42">16724 17188 213 0,'0'0'0'0,"0"0"19"16,0 0 5-16,0 0 6 0,0 0 5 16,0 0 3-16,0 0-5 0,0 0-2 0,0 0-4 0,0 0-16 15,0-12 2-15,0 12-7 0,0 0 3 0,0 0 4 16,0 0-3-16,0-7 3 0,0 7 13 16,0 0-7-16,0-4 7 0,0 4 8 0,0 0-7 15,0 0-1-15,0 0-8 0,0 0 12 0,0 0-9 16,0 0 0-16,0 0 9 0,0 0-34 0,0 0 4 15,0 0 5-15,0 0-10 0,0 0 10 0,0 0-5 16,0 0-10-16,0 0-5 0,0 0 9 0,0 0-4 16,0 0 10-16,0 0 10 0,0 0-5 0,0 0 5 15,0 14-9-15,0-14-6 0,0 10 5 0,0-10 0 16,0 16 1-16,0-5 5 0,0 1-11 0,0 1 12 16,0 4-1-16,0 0 6 0,0 0 6 0,-11 3-5 15,11-1 21-15,0 3-14 0,0-3-1 0,-10 0 29 16,10-2-6-16,-3-2-24 0,-1-2 27 15,2-1-36-15,1-4-15 0,1 1 34 0,-2-3-29 16,1-1-4-16,1-1 13 0,-1 0-3 0,1 0-5 16,0-2 4-16,0 2-2 0,0-3-3 0,0 1 6 15,0-2-11-15,0 0-17 0,0 1-45 0,0 0-34 16,0-1-10-16,0 0-37 0,0 0-18 0,0 0-11 16,0 0 21-16</inkml:trace>
  <inkml:trace contextRef="#ctx0" brushRef="#br1" timeOffset="-5949.09">16939 17262 276 0,'2'-6'6'0,"-2"1"15"0,2 1 4 15,0 1 7-15,-1-1 7 0,1 1-14 0,-2 0 4 16,0 2-6-16,0-1-3 0,1 2-1 0,-1 0-5 16,0 0 3-16,0 0-8 0,0 0 4 0,0 0-13 15,0 0 0-15,0 0 0 0,0 0-8 0,0 0 20 16,0 0-8-16,0 0 0 0,-14 0 4 16,14 16-12-16,0-16 4 0,-15 12 8 0,15-12-3 15,-12 14 3-15,5-14 10 0,0 17-14 0,-3-8 14 16,3 0-9-16,2 0-9 0,-1 0 4 0,2 1-4 15,-1-1 0-15,2 0 4 0,0 0 0 0,2 0 1 16,1 1 4-16,0-1 2 0,0 1 6 0,0 0-5 16,0-1 0-16,0 0 6 0,0-1 28 0,19 0-27 15,-19-2 5-15,0-1-5 0,20 0 3 0,-20-1 28 16,18-2-1-16,-18 2-5 0,17-2-38 0,-6-1 1 16,-1 3-12-16,3-3 5 0,-2 0 0 15,1-1-21-15,2 0 28 0,-1 0-28 0,0 0 16 16,-1 0 21-16,-2 0-27 0,-1 0 32 0,0-17 6 15,-2 17 10-15,-1 0 24 0,-1 0 2 0,-1-14-25 16,-1 14-3-16,-1-15-18 0,0 6-3 0,-1-1 8 16,1 0-8-16,-2 0 10 0,0-1-7 0,0-1 10 15,0-1 5-15,0 2 12 0,0 0 1 0,0 0 9 16,-19 0 7-16,19 1-19 0,0 0-2 0,-15 1-17 16,15 0-12-16,-9 2-10 0,9 1 6 0,-10 1-9 15,10 1-3-15,-6 1 5 0,6 1-6 0,-4 1-5 16,4 0-31-16,-2 1-52 0,2 0-62 0,0 0-60 15,0 0-5-15,0 0 28 0,0 0 32 16,0 0 40-16,0 0 8 0,0 0-20 0,0 16 10 16,0-16 29-16</inkml:trace>
  <inkml:trace contextRef="#ctx0" brushRef="#br1" timeOffset="-5386.93">17413 17287 369 0,'0'0'14'0,"0"0"-2"0,0 0 27 0,0 0 5 15,0 0-4-15,0 0 19 0,0 0-26 0,0-15 3 16,-17 15 1-16,17 0-23 0,0 0 6 0,-14 0-15 15,14 0 0-15,-10 0 1 0,10 0-6 0,-12 0 6 16,4 0-11-16,0 0 10 0,1 0 0 0,-1 0 6 16,0 0-6-16,-1 0 1 0,2 14 5 0,0-14-5 15,-2 0 0-15,4 12-6 0,-1-12 6 0,1 10-1 16,0-10 1-16,1 11 10 0,-1-6-15 0,1 2-1 16,0 0 11-16,1 0-15 0,-1-1 10 0,1 1-6 15,1 1 7-15,0 0-1 0,-1 2-10 16,3 0 5-16,0 0-11 0,0 1 34 0,0 0 16 15,0-1-38-15,0 0 36 0,0-1-39 0,0-1-5 16,21 0 50-16,-21 0-38 0,0-1 10 0,20-2 0 16,-20 2-10-16,20-1 3 0,-10-2 2 0,1 0-1 15,2-2 1-15,-2 0-5 0,1-2 5 0,1 0 7 16,-1 0 0-16,0 0 4 0,0 0-4 0,0 0 1 16,-2-21 4-16,0 21 18 0,-1 0 16 0,-1-19 10 15,-1 19 21-15,-1-14-15 0,-2 14-9 0,-1-15-10 16,0 6-18-16,-1 0 3 0,-1-3 7 0,1 2-3 15,-2-2 8-15,0 3 8 0,0-3 1 0,0 1 6 16,0 1-5-16,0-2-5 0,0 2-14 16,-23 2-16-16,23-1-8 0,0 0-17 0,-22 1-4 0,22 1 1 15,-18 0-7-15,18 3-12 0,-17-1-45 16,8 1-49-16,-1 1-52 0,0 1-69 0,1 1-26 16,-3 1-25-16,4 0 8 0,-1 0 35 0,-1 0 14 15,1 0 75-15</inkml:trace>
  <inkml:trace contextRef="#ctx0" brushRef="#br1" timeOffset="-4096.82">18178 16674 233 0,'0'0'6'16,"-8"0"16"-16,8 0 14 0,0 0 17 0,0 0-1 15,-5 0-14-15,5 0 0 0,0 0-20 0,-2 0-2 16,2 0 4-16,0 0-5 0,-2 0-5 0,2 0 5 16,0 0-6-16,0 0-9 0,0 0 9 0,0 0-9 15,0 0-9-15,0 0 9 0,0 0-4 0,0 0-2 16,0 0 10-16,0 0-9 0,0 0 5 16,0 0 6-16,0 0 10 0,0 0 4 0,0 0 10 15,0 17 0-15,18-17 12 0,-18 22 12 0,14-10-5 16,-14 3 15-16,20-1-17 0,-7 1 2 0,0 0 9 15,3 0-4-15,-1 2-8 0,4-2-2 0,-3 1-18 16,3-1-4-16,-1-1 17 0,0 0-11 0,-1 0 4 16,1-2-13-16,-2-1-12 0,-1 0-4 0,-1-2-1 15,-1-1 5-15,-2-1 4 0,0-1-15 0,-3-1 13 16,-2-2-10-16,1 1-6 0,-3-1 18 0,-2-3-4 16,0 3 2-16,-1-2-4 0,1-1 0 15,-2 0 0-15,2 0 2 0,-2 0-4 0,0 0-54 16,0 0-79-16,0 0-70 0,0 0-28 0,0 0 14 15,0 0 22-15,-18 0 32 0,18-15 35 0</inkml:trace>
  <inkml:trace contextRef="#ctx0" brushRef="#br1" timeOffset="-3782.16">18422 16740 442 0,'0'0'15'0,"0"0"18"0,0 0 11 0,0 0 18 0,0 0-9 16,0-15-13-16,-17 15 1 0,17 0-23 15,0 0-2-15,0 0-5 0,0 0-11 0,-11 0 6 16,11 0-6-16,0 0-6 0,-8 0 6 0,3 15 11 16,0-15-12-16,0 14 12 0,-3-14-22 0,1 17-1 15,0-5 22-15,-3 1-6 0,0 0 22 0,0 4-16 16,-2 0-6-16,1-1 0 0,-1 2-5 0,-1 1 1 15,-1 0 0-15,1 0 4 0,1-2 6 0,1 0 0 16,-2-2-1-16,4-1-9 0,-1 1 0 0,1-5-9 16,3-1-1-16,1-1 15 0,-1-2-10 0,3 0 15 15,3-1-31-15,-2-2-46 0,2 0-31 16,0-2-40-16,0 1-24 0,0-1 11 0,0-1 35 16</inkml:trace>
  <inkml:trace contextRef="#ctx0" brushRef="#br1" timeOffset="-147.03">18866 16501 155 0,'0'0'7'0,"0"0"14"0,0 0 14 16,0 0 10-16,0 0-2 0,0 0 5 16,0 0-10-16,0 0-3 0,0 0 8 0,0 0-14 15,0 0-1-15,0-11-5 0,0 11-14 0,0 0-9 16,0 0-4-16,0 0 9 0,0 0-1 0,0 0 5 16,0 0 9-16,0 0-5 0,0 0 5 0,0 0 0 15,0 0 0-15,0 0 1 0,0 0 17 0,0 0 4 16,0 0 8-16,0 0 9 0,0 0-10 0,0 0 0 15,0 0-1-15,0 0-7 0,0 0-15 0,0 0-1 16,0 0-23-16,0 0-4 0,0 0-5 0,0 0 0 16,0 0-1-16,0 0 5 0,0 0 1 0,0 0 4 15,0 16 6-15,0-16-5 0,0 0 1 0,0 22-4 16,0-22-4-16,0 25-4 0,0-10 13 16,0 1-8-16,0 3 13 0,0 0-7 0,0 0-2 15,0 1 12-15,0 1-6 0,0-2 11 0,0 2 5 16,0-3-14-16,0-1 9 0,0-1-4 0,0 0-7 15,0-1 3-15,0-3 0 0,0 1-1 0,0-2 0 16,0-2 12-16,0 0-19 0,0-1 0 0,0-1 12 16,0-1-16-16,0-1 13 0,0-1-10 0,0-1 1 15,0 0-5-15,0 0 0 0,0-1-5 16,0 0-66-16,0-1-60 0,0 1-35 0,12-2-15 0,-12 0 13 16,0 0 13-16,0 0 36 0</inkml:trace>
  <inkml:trace contextRef="#ctx0" brushRef="#br1" timeOffset="557.88">19220 16573 306 0,'0'0'8'15,"0"0"12"-15,0 0 9 0,0 0 0 0,0 0-8 16,-15 0-5-16,15 0-2 0,0 0-4 0,0 0 4 15,0 0-9-15,0 0-5 0,-10 0 1 0,10 0 4 16,0 0 5-16,0 0 0 0,0 0 4 0,-7 0-9 16,7 0 5-16,-3 0-10 0,-1 0 10 0,0 0-1 15,1 0 0-15,-4 0 0 0,3 0-9 0,0 0 0 16,-1 0 10-16,0 11-1 0,0-11 4 0,-2 11-4 16,2-11-10-16,0 13 1 0,-1-5 5 15,1 1 4-15,-2 0-10 0,2 0 11 0,0-1-11 16,1 0-3-16,-2 0 4 0,3 1-4 0,1-2 9 15,0 1-4-15,-2 0-5 0,3 4 13 0,1 0-8 16,0-1-1-16,0 2 9 0,0-2-13 0,0 1-9 16,0 0 18-16,0-1-9 0,0 1 9 0,0-2 4 15,0-1-9-15,0 1 5 0,17-1-5 0,-17-1 0 16,0-1 9-16,12 0-1 0,-12-2 1 0,13-2 10 16,-6 1-10-16,1-1 17 0,2-1-10 0,0-2 0 15,-1 0 5-15,4 0-21 0,-3 0 5 0,1 0 1 16,1 0-6-16,1-17 5 0,-1 17 1 15,-1 0-6-15,0-22 1 0,2 22 5 0,-3-15 16 16,0 15 10-16,1-19 21 0,-4 9 6 0,0 1-5 16,0 0 3-16,2-1-11 0,-4 0 9 0,-1-2-6 15,0 0 1-15,1 1-14 0,-3 0-3 0,-1 0-1 16,-1 0-10-16,0-1 5 0,0 1 0 0,0 0 1 16,0 0-2-16,0 0 4 0,0-1-12 0,-20 0-7 15,20 0 0-15,-17 1-7 0,17 2-3 0,-14 0-4 16,14 2 4-16,-19 0-7 0,19 3 2 0,-13-1-6 15,4 2-39-15,3 1-48 0,-1 1-63 16,0 1-33-16,0 0-10 0,2 0 24 0,0 0 33 16,0 0-15-16,0 0 16 0,2 0 28 0</inkml:trace>
  <inkml:trace contextRef="#ctx0" brushRef="#br1" timeOffset="1436.36">19817 16633 382 0,'-13'0'14'16,"13"4"10"-16,-9-4 14 0,9 1 11 0,-10-1-5 15,5 0-15-15,-1 0-14 0,0 0-5 0,1 0-10 16,0 0 4-16,0 0-4 0,0 0-4 0,1 0-5 16,1 0 9-16,1 0 4 0,1 0 1 0,1 0 4 15,-1 0-4-15,1 0 0 0,0 0 4 16,0 0 5-16,0 0 0 0,0 0 0 0,0 0 7 16,0 0 1-16,0 0-16 0,0 0 6 0,0 0-7 15,0 0 1-15,0 0 28 0,0 0 11 0,0 0 21 16,0 0 5-16,16 0-6 0,-16 0-8 0,13 0-19 15,-13 0-3-15,18 0-10 0,-5 0-1 0,-2 0-10 16,4 0 3-16,0 0 10 0,1 0-2 0,0 0 10 16,3 0-9-16,-2 0-1 0,2 0 1 0,0 0 7 15,-2 0 3-15,1 0-5 0,1-13 3 0,-2 13-8 16,-1 0-1-16,-2 0 1 0,-1-9-1 0,0 9 3 16,-2 0 1-16,-2-4-7 0,0 4-8 0,-4-6-17 15,1 5-10-15,-1 0 10 0,-1-2-9 0,-1 1 17 16,-1 1 0-16,1 1-9 0,-1 0 3 15,0 0-12-15,-1 0-23 0,-1 0-44 0,0 0-35 16,1 0-54-16,-1 0-38 0,0 0 6 0,0 0 11 16,0 0 23-16,0 0 32 0,0 0-10 0,0 0 29 15</inkml:trace>
  <inkml:trace contextRef="#ctx0" brushRef="#br1" timeOffset="1829.58">19823 16848 324 0,'-4'5'5'0,"-1"-2"10"0,2 0 14 0,0-3 9 16,1 0 4-16,0 0-4 0,2 0-11 0,0 0-12 15,0 0-6-15,0 0-4 0,0 0 0 0,0 0 8 16,0 0-9-16,0 0 18 0,0 0 18 0,0 0 7 16,0 0 25-16,0 0 7 0,0 0-3 0,0 0 8 15,0 0-12-15,0 0-1 0,16 0-8 0,-16 0-15 16,0 0 0-16,18 0-14 0,-9 0-11 16,1 0-6-16,1 0-4 0,3 0-10 0,-2-14 4 15,1 14-3-15,1 0-4 0,-1 0 5 0,1 0-8 16,-2 0 1-16,2-9-3 0,-4 9-4 0,0 0 9 15,-2 0 6-15,1 0 3 0,-3 0-3 0,-1 0-7 16,0 0-2-16,-1 0-5 0,-2 0-22 0,1 0-49 16,-2 0-59-16,0 0-42 0,0 0-10 0,0 0 13 15,0 0 34-15,-1 0-20 0,1 0 34 0,0 0 37 16</inkml:trace>
  <inkml:trace contextRef="#ctx0" brushRef="#br1" timeOffset="4940.82">23497 5370 240 0,'0'1'25'0,"0"-1"15"0,0 0 9 15,0 0 9-15,0 0-25 0,0 0-18 0,0 0 0 16,0 0-1-16,0 0-9 0,0 0 13 15,0 0-9-15,0 0-3 0,0 0 15 0,0 0-16 16,0 0 4-16,0 0-8 0,0 0 3 0,0 0 5 16,0 0 9-16,0 0 3 0,0 0-7 0,0 0 12 15,0 0-3-15,0 0 6 0,0 0 0 0,0 0-8 16,0 0-6-16,0 0 11 0,0 0-6 0,0 0 0 16,0 0-5-16,0 0-5 0,0 0-4 0,0 0-1 15,0 0 5-15,0 0-15 0,0 0 10 0,0 0-4 16,0 0-1-16,0 0 5 0,0 0 0 15,0 0-5-15,0 0 10 0,0 0-1 0,0 0 1 0,0 0 13 16,0 0-13-16,0 0 10 0,0 0-5 16,0 0 5-16,0 0 10 0,0 0-15 0,0 0 13 15,0 0-14-15,0 0-9 0,0 0 8 0,0 0-13 16,0 0 5-16,0 0 4 0,0 0 0 0,0 0-1 16,0 0 5-16,0 0 9 0,0-10-1 0,0 10 9 15,0 0 4-15,0 0-8 0,0 0-8 0,0 0-4 16,0 0-10-16,0-5 3 0,0 5 1 0,0 0-4 15,0 0-5-15,0 0 5 0,0 0-4 0,0 0 4 16,0 0-3-16,0 0-13 0,0 0 7 0,0 0-16 16,0 0 8-16,0 0 0 0,0 0-2 0,0 0 17 15,-20 0-1-15,20 0-4 0,0 0 8 0,0 18-9 16,0-18 1-16,-16 0 0 0,16 17-4 16,0-17 1-16,-13 12-3 0,13-4 6 0,0 1 5 15,-9-1 4-15,9 2 2 0,-7-1-13 0,4 2 3 16,0-1 1-16,-1 0 0 0,-1 2 13 0,2-2-20 15,-1 1 8-15,1-1-8 0,2-1-7 0,-3-1 17 16,2-1-5-16,0 0 8 0,1 0-4 0,-1 0-7 16,1-2-1-16,1 1 5 0,-1 1 21 0,1 0 0 15,0 1-5-15,0 0 2 0,0-1-13 0,0 0 0 16,0 0 16-16,17 0-14 0,-17 1 0 0,0-1 4 16,17 2-17-16,-17-2 11 0,13-1 7 0,-13 0-7 15,11 0 3-15,-11-1 2 0,14-1-8 16,-9-1 4-16,1 0 1 0,0-1-4 0,1-1 11 15,1 0-3-15,-1 0-9 0,2-1-21 0,1 0-48 16,0 0-48-16,0 0-17 0,2 0-17 0,-1 0 14 16,0 0 10-16,1-20 0 0,-1 20-4 0,0-16-15 15,-3 16 38-15</inkml:trace>
  <inkml:trace contextRef="#ctx0" brushRef="#br1" timeOffset="5217.59">23461 5150 1177 0,'0'0'3'0,"0"0"5"0,0 0 1 0,0 0 2 16,7 0-11-16,-7 0-6 0,0 0-3 0,0 0-16 15,0 0 0-15,0 0-37 0,4 0-53 0,-4 0-40 16,4 0-45-16,-2 0-35 0,2 17 57 16</inkml:trace>
  <inkml:trace contextRef="#ctx0" brushRef="#br1" timeOffset="6377.48">23737 5542 228 0,'3'0'16'0,"-3"0"20"0,1 0 12 16,1 0 19-16,0 0-6 0,0 0-11 0,0 0 9 15,0 0-5-15,-2 0 13 0,0 0 1 0,1 0-7 16,-1 0-6-16,0 0-16 0,0 0-1 0,0 0-6 15,0 0-10-15,0 0-6 0,0 0-6 0,0 0-15 16,0 0 0-16,0 0-1 0,0 0-9 0,0 0-2 16,0 0 1-16,0 0 6 0,0 0 9 0,0 0 7 15,-14 0 4-15,14 12-2 0,0-12-4 0,0 12 3 16,-13-12-14-16,13 18 0 0,-7-6-5 0,7 1 0 16,-8 3 20-16,3-1-11 0,-1 0 7 0,-1 2 4 15,1-2-19-15,1 0 6 0,-4 0 8 16,1-1-5-16,0 0 10 0,1-1-4 0,1-1-6 0,-2 0 1 15,3-2 1-15,-2 1-5 0,1 0 0 16,1 0 1-16,1-1 8 0,-3-1 5 0,2-1 4 16,3-1-4-16,-1 0-9 0,-1-2 4 0,4-1-9 15,-2-1 10-15,2-3-9 0,0 1 8 0,0-1 1 16,0 0-4-16,0 0 18 0,0 0-5 0,0 0-1 16,0 0 1-16,0 0-10 0,0 0-7 0,15 0-1 15,-15-18-4-15,0 18 5 0,13-13-1 0,-13 13 0 16,12-17 8-16,-12 17-7 0,13-20 4 0,-6 9 5 15,-1-1-8-15,2 2 3 0,-1-2 4 16,1-1-3-16,-1 1 8 0,0 0-4 0,-3 0-14 0,1-1 5 16,0 1-9-16,-2-1 14 0,-2 1 4 15,2 2-10-15,-2-2 10 0,2 1-8 0,0 0 9 16,1 2 4-16,-2-1-9 0,3 2-1 0,2 0 0 16,-4 1 3-16,1 0 15 0,0 2 10 0,-1 2-1 15,0-2 6-15,-1 3-21 0,0 0-9 0,0 1 2 16,-1 0-11-16,2 0 10 0,-2 1 9 0,-1 0-14 15,0 0-1-15,0 0 1 0,0 0-19 0,0 0 9 16,0 0 1-16,0 0-4 0,0 0 13 0,0 0 1 16,0 0 1-16,0 0 3 0,0 0-5 0,0 17 6 15,0-17-4-15,0 14 4 0,0-14-10 0,0 19-11 16,0-19 13-16,18 21-1 0,-18-11 7 16,0 0 11-16,10 0-17 0,-10 0 0 0,0-1 1 15,10 1-5-15,-10-2 8 0,7 2-4 0,-7-1 9 16,3 1-4-16,1 0-8 0,1 1 8 0,0 0-9 15,-2 1 8-15,2 0 8 0,0 1-8 0,0-1 6 16,2 2-12-16,0 0 1 0,0 0 6 0,-2 0-4 16,3-1 9-16,-2-1-4 0,0-2-1 0,0 0 2 15,0-1-1-15,-2-3 4 0,1 0-11 0,-3-1 11 16,2-2-4-16,-3-1-34 0,0-2-33 0,0 1-45 16,-1-1-34-16,0 0 8 0,0 0 4 0,1 0 23 15,0 0 10-15,1 0-24 0,-1 0 11 0,0 0 14 16</inkml:trace>
  <inkml:trace contextRef="#ctx0" brushRef="#br1" timeOffset="6753.77">23658 5813 394 0,'-4'-1'8'0,"0"0"14"15,1 0 18-15,1 0 8 0,2-1 9 0,0-1-13 16,-2 1-5-16,2 2-8 0,0-2-17 0,0 1-6 16,0 1-8-16,0 0 5 0,0 0-5 0,0-2 5 15,0 2-10-15,0 0-5 0,0 0 10 0,0 0-5 16,0 0 10-16,0 0 5 0,0 0-15 0,0 0 5 15,0 0 5-15,0 0 10 0,0 0 15 0,0 0 15 16,0 0-1-16,0 0-10 0,20 0-4 0,-20 0-10 16,16 0-6-16,-16 0 4 0,14 0-5 0,-1 0-9 15,1 0 1-15,0 0-13 0,0 0 8 16,0 0-4-16,2 0-4 0,4 0 13 0,-2 0-5 16,0 0 9-16,-4 0-10 0,3 0-43 0,-3 0-38 15,1 0-30-15,-2-15-23 0,-1 15-8 0,-2 0-21 16,-1-11 30-16</inkml:trace>
  <inkml:trace contextRef="#ctx0" brushRef="#br1" timeOffset="8656.82">30653 5466 181 0,'0'0'5'0,"0"0"8"0,0 0 10 0,0 0 6 16,0 0 11-16,0 0 2 0,0 0-1 0,0 0 12 15,0 0-9-15,0 0 12 0,0 0-2 0,0 0-2 16,0 0 14-16,0 0-10 0,0 0 15 0,0 0 0 16,0 0-6-16,0 0-5 0,0 0-15 0,0 0-5 15,0 0-22-15,0 0 7 0,0 0-8 0,0 0-16 16,0 0 4-16,0 0-8 0,0 0-9 0,0 0 12 16,0 0 0-16,0 0-9 0,0 0 7 15,0 0 2-15,0 0-16 0,0 0 11 0,0 0 0 0,0 0-12 16,0 0 17-16,0 0-8 0,0 0-4 15,0 0 7-15,0 0-4 0,0 0 5 0,0 0 3 16,0 0 5-16,0 13 6 0,0-13-4 0,0 0 5 16,0 17-13-16,0-7 1 0,0 0 2 0,0-1-7 15,0 1 6-15,0 0 3 0,-15 0-1 0,15 1-2 16,0-2-3-16,0 1-3 0,-14-1-4 0,14 1 9 16,0 2 7-16,-7-2-8 0,7-1 8 0,0 1-12 15,-5-3 5-15,5 2 12 0,-5-1-8 0,3 0 5 16,1-1-9-16,-1 0 1 0,1 1-5 0,1-2 4 15,0 2 8-15,0 0-7 0,0-1 3 0,0 0 9 16,0 1-10-16,0 0 2 0,0-1 6 16,0 0-10-16,0-2-1 0,0 2 4 0,16-2 0 0,-16 0 5 15,0 0 11-15,0-2 5 0,17 1-4 16,-17 0-1-16,11 0-4 0,-11-2-8 0,13 1 7 16,-5 1-4-16,-1-3-6 0,0 1 6 0,-1-1-6 15,1 1 3-15,-3-2-3 0,1 0 7 0,-1 0-10 16,-3 0-6-16,1 0-21 0,-2 0-72 0,2 0-43 15,-2 0-46-15,0 0-30 0,0 0-19 0,0 0 50 16</inkml:trace>
  <inkml:trace contextRef="#ctx0" brushRef="#br1" timeOffset="8985.56">30773 5293 1276 0,'-1'0'33'0,"1"0"3"0,-1 0-3 16,0 0-3-16,1 0-38 0,0 0-5 0,0 0 4 15,0 0-5-15,0 0 11 0,0 0-20 0,0 0-63 16,0 0-45-16,0 0-61 0,0 0-8 0,0 0 32 16,0 0 5-16,0 0 13 0,0 16 32 0</inkml:trace>
  <inkml:trace contextRef="#ctx0" brushRef="#br1" timeOffset="10393.19">30814 5693 201 0,'0'0'9'0,"0"0"14"0,0 0 12 0,0 0 10 15,0 0-1-15,0 0-8 0,0 0-6 0,0 0-8 16,0 0 2-16,0 0-2 0,0 0-1 0,10 0 3 15,-10 0 4-15,0 0 0 0,0 0 3 0,0 0 0 16,0 0-6-16,0 0 10 0,0 0-7 0,0 0 0 16,0 0-9-16,0 0-9 0,0 0-6 15,0 0 5-15,0 0-4 0,0 0-1 0,0 0 5 16,0 0-14-16,0 0 0 0,0 0 0 0,0 0-14 16,0 0 19-16,0 0 0 0,0 0 0 0,0 15 4 15,0-15-8-15,0 0-1 0,0 18-4 0,0-18 13 16,0 20-9-16,0-9 4 0,-14 0 5 0,14 3-8 15,0-1-1-15,0 1 14 0,-8-2-10 0,8 0 6 16,0 0 3-16,0-1-12 0,-4 0 8 0,4-2-8 16,-2-2-1-16,0 1 5 0,2-1 4 15,-2-2 1-15,2 1 3 0,-2-3 1 0,1 2-13 16,1-2 8-16,-2-2-4 0,2 2-8 0,0-3 12 16,0 1 0-16,0 1 5 0,0-2 4 0,-2 0-9 15,2 0 1-15,0 0-1 0,0 0-3 0,0 0 8 16,0 0-1-16,0 0 6 0,0 0-5 0,0 0 7 15,0 0-7-15,0 0-13 0,0 0 16 0,0 0-11 16,0-18 3-16,0 18 0 0,0-14-16 0,0 14 0 16,0-14 9-16,0 14 7 0,0-17 5 0,0 9 3 15,0-1-7-15,0 1 1 0,0 1 6 0,0-1-2 16,0 1 3-16,0 0-4 0,0 0-8 0,16 0 11 16,-16 2 2-16,0-2-1 0,13 0 17 15,-13 0-1-15,10 0 1 0,-10 1 6 0,9 0-4 16,-9 0-12-16,12 0-3 0,-7 1-12 0,1-1-3 15,0 1 0-15,1 0 0 0,1-1 3 0,-1 1-4 16,2 0 1-16,-1-1-6 0,1 1 1 0,1 1 3 16,-3 1 1-16,3-2 6 0,-1 1-2 0,-1 0-2 15,-1 1 8-15,1 2-2 0,-1-3 14 0,-2 3 8 16,0-1-1-16,0 1 1 0,-2-1-5 0,2 2-8 16,-3-2-10-16,0 1 3 0,0 1-11 0,-1-1 0 15,0 0-2-15,-1 1 1 0,0 0 1 0,0 0-4 16,0 0 10-16,0 0-16 0,0 0 0 0,0 0 6 15,0 0-17-15,0 0 13 0,0 0-3 16,0 0-3-16,0 0 14 0,0 0-1 0,-15 0 10 16,15 15-3-16,0-15-1 0,-11 0 3 0,11 17-6 15,-9-17 0-15,9 11-1 0,-13-11-2 0,9 11-2 16,-1-5 2-16,0-6 0 0,1 9-5 0,0-4 4 16,-1-2 2-16,2 1-1 0,-1-1 0 0,1 1 0 15,1-1-3-15,0 0 2 0,-1 0 0 0,1 0 0 16,0-1 0-16,0 3-5 0,1-3 0 0,0 2-4 15,0-1 0-15,1-1-4 0,-2 2 2 0,2-1 3 16,0-1-5-16,0 1 4 0,0 1 0 0,0 0-4 16,0-1 7-16,0 1 1 0,0 1 6 0,0-2 1 15,0 1-5-15,18 1 12 0,-18-1-15 0,0 2 10 16,15-2 2-16,-15 1-9 0,12 1 11 16,-12-1-13-16,14 1-9 0,-4 0-3 0,-2-1 0 15,0 2 8-15,-1-1 3 0,1-1 4 0,-2 1-8 16,1-1 4-16,-2-2 4 0,-1 2 3 0,0-1 4 15,-3-2-3-15,1 1-5 0,-1-1 1 0,-1-1-4 16,0 1 15-16,0-1 1 0,0 2 0 0,0-2 6 16,0 2-12-16,0 1 9 0,0-1 4 0,-20 0-10 15,20 1 10-15,-15 1 0 0,15-1-6 0,-23 0 14 16,11 0-9-16,0-1-4 0,-3 0-2 0,-2-1-7 16,0 0-1-16,0 0-2 0,-3-1-5 15,2 1 1-15,-4-2-5 0,2 0-55 0,1 0-63 0,-3 0-53 16,2 0-33-16,1 0-32 0,0 0 66 15,4 0 52-15</inkml:trace>
  <inkml:trace contextRef="#ctx0" brushRef="#br1" timeOffset="15754.76">20813 16436 214 0,'0'0'11'15,"11"-12"18"-15,-11 12 6 0,7-10 5 0,-7 10 7 16,7-11-18-16,-4 7 7 0,1-1 0 0,0 0-9 15,-2 1 13-15,1 0 0 0,-1 0 8 0,0 1 11 16,0 1-3-16,-1 0-3 0,-1 0-3 0,2 1-11 16,-2-1-10-16,4 2-4 0,-3-2 5 0,0 1 4 15,0-1 18-15,0 0-1 0,0 1-7 0,0 0 4 16,-1 0-12-16,0 1 4 0,0 0-8 0,0 0-13 16,0 0-4-16,0 0-15 0,0 0 4 0,0 0 4 15,0 0-8-15,0 0 1 0,0 0-5 16,0 0-8-16,0 0 1 0,0 0-1 0,0 0 11 15,0 0-6-15,0 0 1 0,0 0 15 0,0 0-19 16,0 0 11-16,0 17 7 0,0-17-6 0,0 13 10 16,-17-13-2-16,17 21-5 0,0-8 2 0,-15 1-11 15,15 1 0-15,-15 2-3 0,7-1 1 0,-2 2 2 16,1-1 0-16,1 0 8 0,0-1-5 0,0 1 4 16,-3-2 9-16,4-1-11 0,-1 0 8 0,3-1-5 15,-2-1-8-15,0-3 3 0,4 0-4 0,-1 0-6 16,-1-2 3-16,3-1 3 0,0 1 7 0,0-1 4 15,0 0-8-15,1-1 5 0,1-2-8 16,0 2 5-16,0-3 4 0,0 1-3 0,0-2 1 0,0-1 3 16,0 0 9-16,0 0-5 0,0 0 3 15,0 0 0-15,0 0-3 0,18 0 7 0,-18 0-6 16,12 0-5-16,-12 0-9 0,19 0 8 0,-8 0 7 16,1 0 6-16,-1 0 9 0,3-13-4 0,-2 13 2 15,0 0 0-15,0 0 0 0,0 0-12 0,1 0 7 16,-2 0-3-16,-2-8 2 0,2 8 3 0,-1 0-6 15,-2-5-7-15,-1 5-8 0,0-4 7 0,-2 3-9 16,-1 0 12-16,0 0 0 0,-3 0-9 0,1 1 6 16,-2 0-8-16,0 0 7 0,0 0 0 0,0 0-6 15,0 0-5-15,0 0-2 0,0 0-11 16,0 0-17-16,0 0-32 0,0 0-42 0,0 0-43 16,0 0-30-16,0 0-7 0,0 0 16 0,0 0 21 15,0 0 22-15,0 0 17 0,0 0-24 0,0 0 28 16,0 0 26-16</inkml:trace>
  <inkml:trace contextRef="#ctx0" brushRef="#br1" timeOffset="16168.83">20890 16466 265 0,'-2'-4'15'0,"1"0"7"16,-3-1 19-16,2-1 17 0,1 0 3 15,-2-1 11-15,2 3 3 0,0 0-1 0,0 1-3 16,0 0-12-16,1 0-9 0,0 2-6 0,0-1-20 16,0 2-5-16,0 0-15 0,0-1-17 0,0 1 13 15,0 0-9-15,0 0-1 0,0 0 10 0,0 0-10 16,0 0 9-16,0 0-3 0,0 0 9 0,0 0 14 16,0 0 15-16,0 0 11 0,0 18 16 0,0-18-3 15,0 16 7-15,0-5 9 0,0 1-8 0,0 3 5 16,0 2-7-16,0 4-7 0,0 1-11 0,0 3-3 15,0 0-5-15,0 0-6 0,0 3-6 16,0 0-7-16,0 0-4 0,0-2-3 0,-14 0-5 16,14-2 4-16,0-1-4 0,0-3 6 0,0-2 15 15,0-3-6-15,0-1 4 0,0-2 1 0,0-2-7 16,0-1 0-16,0-1-4 0,0 0-10 0,0-1 2 16,0-2-7-16,0 0 1 0,0 0 5 0,0-3-9 15,0 2 7-15,0-2-1 0,0 0-7 0,0-2 3 16,0 0-24-16,0 2-43 0,0-2-34 0,0 0-61 15,0 2-36-15,0-2-31 0,0 1-8 0,0-1 14 16,0 0 17-16,0 0 2 0,0 0 49 0</inkml:trace>
  <inkml:trace contextRef="#ctx0" brushRef="#br1" timeOffset="17061.45">21316 16417 322 0,'5'-4'17'0,"-1"-1"14"0,0 1 9 16,-1-1 13-16,-2 0-8 0,0 0-10 0,0 2-4 16,1 0-17-16,-2 1-5 0,0 0-9 0,0 2-4 15,0 0 0-15,0 0-1 0,0 0 5 0,0 0-4 16,0 0 4-16,0 0 0 0,0 0-9 0,0 22 13 15,-19-22 17-15,19 23 0 0,0-9 19 16,-23 6-4-16,23 1-10 0,-19 4 11 0,9 1-14 0,-2 2 12 16,-1 1-12-16,1-1-12 0,1 1 5 15,1-3-13-15,0-1 36 0,2-2-10 0,1-3 14 16,1-3 0-16,0-1-38 0,4-4 9 0,1-2-14 16,0-2 2-16,1-3 17 0,0-3 2 0,0-1 17 15,0-1 4-15,0 0 0 0,0 0-1 0,0 0-27 16,0 0-5-16,0 0 0 0,0 0-4 0,0-21 0 15,0 21-3-15,0-17-20 0,0 17 5 0,0-22 5 16,0 9-2-16,0-1 5 0,19 0-11 0,-19-3 6 16,0 3-1-16,14-2 4 0,-14-2 11 0,13 1-14 15,-13 0 11-15,12-2 0 0,-6 0-4 0,1 0 8 16,0-1-10-16,0 1 5 0,-1 1 0 0,-1 1-2 16,1 0-3-16,0 1 0 0,-1 2 4 15,-1-1 8-15,0 2 4 0,0 1-9 0,2 1-2 16,-2 0-5-16,-1 2 0 0,0 1 5 0,0 1 2 15,0 0 1-15,0 2-3 0,0-2 4 0,0 3-3 16,0 1-5-16,0 0 4 0,0 0-5 0,-2 1-3 16,0 2-1-16,0-2-1 0,1 2 1 0,-2 0-1 15,0 0 6-15,0 0 0 0,0 0-4 0,0 0 8 16,0 0-3-16,0 17 7 0,0-17 2 0,0 0-1 16,0 22-4-16,16-22-3 0,-16 21 21 0,0-9 10 15,19 1 15-15,-19 1-2 0,15 1 3 16,-7 0-9-16,1 1-10 0,-1 0 12 0,2-1-17 15,-1 0 0-15,-2 1 7 0,2 0 2 0,1 0-8 16,-2 0 10-16,1 0-4 0,0-1-7 0,-1 2 4 16,-1-3-13-16,1 0-1 0,0-2-7 0,-1 0 2 15,0-2-2-15,-1 0-2 0,1-3-4 0,1 0 3 16,-2 0-2-16,-2-1 5 0,1-1-1 0,-2-3-6 16,-1 2 6-16,-2-3-2 0,0 1 0 0,2-1 4 15,-2-1-2-15,0 0 9 0,0 0-1 0,0 0-7 16,0 0 4-16,0 0-21 0,0 0-39 0,0 0-30 15,-16 21-50-15,16-21-42 0,0 0-19 16,0 14 8-16,-14-14 16 0,14 0 39 0,0 9 28 0,-9-9 4 16,9 0-28-16,0 9 9 0,-7-9 29 15</inkml:trace>
  <inkml:trace contextRef="#ctx0" brushRef="#br1" timeOffset="17407.18">21187 16646 515 0,'-7'13'5'0,"3"-13"20"16,-1 0 25-16,3 0 17 0,2 0-18 0,0 0-7 15,0 0-20-15,0 0-11 0,0 0 23 0,0 0-1 16,27 0 0-16,-27-15 5 0,24 15 9 0,-10 0 9 16,3-15 14-16,0 15 11 0,-1-12-3 0,3 12 0 15,0-7-10-15,0 7 1 0,1-5-4 0,-1 0-15 16,-1 5 3-16,-1-5-28 0,1 3-13 0,-5-1-3 16,0 1-10-16,-2 1 2 0,-2-2 5 0,0 2-3 15,-2-1 4-15,-1 1-6 0,-1 0-38 0,-2 1-64 16,2 0-81-16,-3 0-57 0,1 0-9 0,-1 0 17 15,0 0 26-15,1 0 21 0,-3 0 44 16</inkml:trace>
  <inkml:trace contextRef="#ctx0" brushRef="#br1" timeOffset="25684.8">17675 18257 114 0,'0'0'0'0,"3"-1"1"0,-3 0 1 0,4 0 5 15,-2-3-2-15,1 2-4 0,1-1 9 0,1 0 2 16,-2 1 15-16,0-1 15 0,1-1-4 0,0 2-5 15,2 0 1-15,-3 0 0 0,1-2 11 0,3 0 4 16,-2 1 7-16,-1-1-17 0,0-1-11 0,0 1 11 16,-1 0-12-16,1 0 5 0,0 0 6 0,-1 2-22 15,-1-2 7-15,0 2 17 0,0 0-17 0,-2 1 17 16,0 0-11-16,2 0-16 0,-2 0 16 0,0 0-5 16,1 1 0-16,-1-1 6 0,0 1 4 0,0-1-10 15,0 1 9-15,0 0 0 0,0 0-10 16,0 0 13-16,0-1-10 0,0 1-4 0,0 0 2 0,0 0-6 15,0-1-8-15,0 1 0 0,0 0-3 16,0 0 2-16,0 0 2 0,0 0-2 0,0 0-6 16,0 0 1-16,0 0-9 0,0 0 5 0,0 0-3 15,0 0-6-15,0 0 9 0,0 0-5 0,0 0 0 16,0 0 2-16,0 0-6 0,0 0-4 0,0 0 20 16,0 16 0-16,0-16 6 0,0 14 1 0,0-14-24 15,0 21 15-15,0-8-6 0,0 0 11 0,0 3 7 16,0 1-17-16,-14 2 16 0,14 0-11 0,0 0 8 15,0 0 5-15,0 2-7 0,-11-3 15 0,11 1 7 16,0-2 6-16,0-2 8 0,0-1 0 0,0 0-11 16,0-2-1-16,22-2 1 0,-22 0 1 0,0 1 15 15,23-3-8-15,-23-2-10 0,20 2-10 16,-8-2-16-16,1-1 4 0,2 0 0 0,3-3-1 16,-1 0-1-16,1-2-7 0,0 0 2 0,1 0-2 15,-2 0 5-15,-1 0-2 0,1 0-1 0,-2 0-1 16,-2-20-3-16,0 20 1 0,-1 0-2 0,-1-19-14 15,1 19-23-15,-3-14-28 0,-1 14-48 0,0-18-36 16,0 8-45-16,-2-1-20 0,-1-2 1 16,-1 1 18-16,1-1 21 0,-1 1-43 0,0-5 44 0</inkml:trace>
  <inkml:trace contextRef="#ctx0" brushRef="#br1" timeOffset="25933.58">17770 17937 1179 0,'-1'0'19'0,"-3"0"6"0,0 0 11 0,3 0-6 15,-1 0-20-15,-2-18-7 0,4 18-11 0,-1 0 2 16,1-17-38-16,0 17-52 0,0 0-54 0,0 0-48 16,0-14-37-16,0 14 7 0,0 0 56 0</inkml:trace>
  <inkml:trace contextRef="#ctx0" brushRef="#br1" timeOffset="26669.67">18413 18409 84 0,'0'0'9'0,"0"0"24"0,0 0 5 15,0-19 6-15,0 19 14 0,0-10-7 0,18 10 16 16,-18-14-1-16,0 14-4 0,0-13-15 0,14 6-10 16,-14 1-5-16,0 0-6 0,9 1 11 0,-9 0-4 15,5 2 17-15,-5-1-9 0,0 2 0 0,3 0 11 16,1 1-15-16,-4 0 21 0,0-1-12 16,2 2-6-16,-2-1 4 0,0 1-23 0,0 0 5 0,0 0-11 15,0 0-11-15,0 0-4 0,0 0-10 16,0 0 6-16,0 0 3 0,0 0-1 0,0 0 0 15,0 0 0-15,0 0-2 0,0 19-2 0,0-19 9 16,-19 14-1-16,19-14-6 0,0 22 7 0,-18-8-11 16,18-1 5-16,-16 2 15 0,8 2-9 0,-1-1 10 15,1 0-5-15,-1 0-12 0,2-1 16 0,-2-2-16 16,2-1 9-16,2 0 9 0,-1-2-8 0,1-2 17 16,2-1-12-16,-1 0 3 0,3-4-9 0,1 0 4 15,-2-2-4-15,2 0-5 0,0-1 13 0,0 0-8 16,0 0-1-16,0 0 2 0,0 0-6 0,0 0 11 15,0 0 5-15,0 0-12 0,0 0 9 0,0 0-9 16,0 0 14-16,22 0 0 0,-22 0 4 16,14 0-5-16,-14 0-4 0,20 0 19 0,-8 0-4 15,0 0-1-15,2 0-3 0,1 0-9 0,-1 0-6 16,2 0 3-16,-1-15-3 0,3 15 5 0,-2 0-4 16,0-9-7-16,-1 9 1 0,1-7-5 0,-3 7-1 15,0-7 8-15,-2 3-5 0,-3 1 0 0,-1 1-8 16,-2-1-34-16,0-1-45 0,-2 1-28 0,0-2-58 15,-2 3-6-15,3-4 25 0,-4 2 2 0,2 2 21 16,-2-3-44-16,0 0 1 0,0-5 25 16</inkml:trace>
  <inkml:trace contextRef="#ctx0" brushRef="#br1" timeOffset="26960.44">18550 18284 690 0,'-2'-1'22'0,"1"-1"26"0,1 0 23 16,0 0 41-16,-1 0-12 0,1 1-9 0,0 1-24 16,0 0-40-16,0 0-13 0,0 0-24 0,0 0 3 15,0 0 6-15,0 0 6 0,0 0 13 0,0 20 8 16,0-20 0-16,0 21 7 0,0-7 9 0,0 2-3 16,0 1 20-16,0 2-5 0,0 2-2 15,0 2 5-15,15 1-21 0,-15 1-7 0,0 0-9 0,0 1-9 16,0 0-3-16,0-3-5 0,0 1 4 15,0-2-4-15,0-4-5 0,0 0 2 0,0-2-4 16,0-2 2-16,0-2 2 0,0-1 2 0,0-1-4 16,0-1-56-16,0 0-43 0,0-2-58 0,0-3-47 15,19-3 8-15,-19-1 16 0,19 0 16 0,-19 0-45 16,17 0 27-16,-17 0 32 0</inkml:trace>
  <inkml:trace contextRef="#ctx0" brushRef="#br1" timeOffset="27425.62">19113 18331 690 0,'2'0'32'0,"-1"0"13"15,0 0 18-15,-1 15 18 0,1-15-16 0,-1 0-3 16,0 0-11-16,0 0-8 0,0 0-8 0,0 0 2 16,0 0 13-16,0 0-4 0,0 0-2 0,18 0-5 15,-18 0-10-15,0 0-5 0,20-16-4 0,-20 16 2 16,14 0-6-16,-14 0-7 0,18-11-5 0,-9 11 1 16,1 0-10-16,0 0 14 0,0-8-5 15,0 8 0-15,1 0 0 0,-1-5-2 0,1 3 4 16,-1 0 1-16,0-1 6 0,1 1-4 0,-1-1-8 15,0-1-58-15,-1 1-47 0,-1-1-60 0,-1 2-38 16,2 0 23-16,-2-2 9 0,-2 1-29 0,-2 1 15 16,-1 1 27-16</inkml:trace>
  <inkml:trace contextRef="#ctx0" brushRef="#br1" timeOffset="27701.19">19132 18459 471 0,'-4'5'10'0,"1"-2"20"16,1 3 1-16,2-5 24 0,-1-1-11 15,1 0-14-15,0 0 4 0,0 0-23 0,0 0 15 16,0 0 7-16,0 0 0 0,0 0 11 0,23 0-5 16,-23-13-11-16,15 13 10 0,-15 0-11 0,21 0 5 15,-9 0-1-15,-1 0-10 0,0 0 4 0,0 0-13 16,0 0-2-16,-2-7-5 0,1 7-5 0,2 0-5 15,-4 0 1-15,0 0 5 0,-1 0-5 0,2 0 13 16,-4 0-10-16,2 0-10 0,-3 0-33 0,-1 0-46 16,2 0-8-16,1 0-23 0,-2-3 17 0,1 3 1 15,1-2-55-15,0 1 10 0,3-3 20 0</inkml:trace>
  <inkml:trace contextRef="#ctx0" brushRef="#br1" timeOffset="28813.49">19761 18328 401 0,'0'0'25'0,"-13"0"16"0,13 0 1 0,0 0 9 15,0 0-19-15,0 0-11 0,0 0 5 0,0 0 5 16,0 0 1-16,0 0 11 0,0 0 2 0,0 0 11 16,0 0 7-16,0 0 6 0,0 0 23 0,0 0 7 15,0 0 11-15,0 0 5 0,0 0-9 0,0 0-27 16,0 0-18-16,0 0-20 0,0 0-20 0,0 0-11 15,0 0 1-15,0 0-8 0,0 0-8 0,0 0 5 16,0 0-10-16,0 0 1 0,0 0 2 0,0 0 3 16,0 0 1-16,0 0-1 0,0 0 1 0,0 0-2 15,0 0 12-15,0 0 1 0,0 0 9 0,18 0-1 16,-18 0-11-16,15 0 1 0,-4 0-4 16,1 0 3-16,1 0-1 0,1 10 1 0,0-10 1 15,4 0-6-15,-2 0 9 0,1 0-9 0,1 0 3 16,-2 0 0-16,2 0-2 0,-2 0 6 0,1 0 0 15,-2-16-5-15,2 16-2 0,-3 0-17 0,-1-16-47 16,-2 16-46-16,-1-11-45 0,0 11-33 0,-1-8-2 16,-2 8 15-16,-3-10 6 0,-1 10-73 0,1-7 47 15</inkml:trace>
  <inkml:trace contextRef="#ctx0" brushRef="#br1" timeOffset="29745">20406 18016 443 0,'0'-3'-8'0,"0"-2"24"0,0 2 4 15,0-2 0-15,0 2 26 0,0-3-22 16,0 3 0-16,0-2 17 0,0 2-8 0,0 1 13 16,0 0 2-16,0 0-4 0,0 1 2 0,0 1-10 15,0 0 10-15,0 0-6 0,0 0-5 0,0 0 9 16,0-1-10-16,0 1-3 0,0 0 15 0,0 0 5 15,0 0-5-15,0 0 7 0,0 0-22 0,0 0-9 16,0 0 4-16,0 0-16 0,0 0 7 0,0 0-9 16,0 0-5-16,0 0 5 0,0 0-5 0,0 0-2 15,0 0 4-15,0 0-3 0,0 0-4 0,0 0 9 16,0 0-7-16,0 0 4 0,0 0 13 0,0 0-8 16,0 0 20-16,0 0 2 0,0 0 2 15,0 0 12-15,0 0-8 0,0 0 8 0,0 0 2 0,0 0-2 16,0 0 6-16,0 0-1 0,0 0-17 15,0 0-6-15,0 0-19 0,0 0-9 0,0 0 5 16,0 0-5-16,0-14 3 0,0 14 1 0,0 0-3 16,0 0 3-16,0-11 2 0,0 11-5 0,0 0-4 15,0-8 3-15,0 8-1 0,0 0-1 0,0-4 10 16,0 4-2-16,0-2 1 0,0 2 3 0,0-1-9 16,0 1 6-16,0 0-3 0,0 0 3 0,0 0 0 15,0 0-5-15,0 0 3 0,0 0-7 0,0 0 0 16,0 0-1-16,0 0-3 0,0 0-1 0,0 0 2 15,0 0 4-15,0 0-2 0,0 0 7 16,0 0-3-16,0 16-1 0,0-16 3 0,0 11-2 0,0-11 3 16,0 19-2-16,0-9-6 0,-17 2 6 15,17 3 0-15,0 0-1 0,0 3 8 0,-10 0-1 16,10 2 8-16,0 0 4 0,-8 3 10 0,8-2-2 16,0 1-4-16,0-2 1 0,0 0-7 0,0-1 0 15,0-3-2-15,0-3-3 0,0 1 2 0,23-1 0 16,-23-4 1-16,0 1-1 0,24-2-5 0,-24-1-4 15,14 0-1-15,-14-2 1 0,15-1-1 0,-15-1 3 16,14-1-2-16,-7 1 0 0,-2-2 3 0,0 0-3 16,0 1-1-16,0-2-3 0,3 0-1 0,-2 0 4 15,1 0 1-15,0 0-11 0,1 0-34 0,2 0-29 16,0 0-47-16,2 0-40 0,-1-17-40 0,1 17-41 16,1 0-14-16,-1-18 2 0,0 18 35 0,0-17-4 15,-2 17 0-15,2-18 51 0</inkml:trace>
  <inkml:trace contextRef="#ctx0" brushRef="#br1" timeOffset="29991.37">20609 17723 1179 0,'0'0'55'0,"3"0"32"16,-3 0 13-16,0 0 4 0,0 0-53 0,0 0-30 15,0 0-19-15,0-18-4 0,0 18-2 0,0 0-7 16,0 0-57-16,0 0-61 0,16-10-52 0,-16 10-23 16,0 0 30-16,0 0 29 0,14 0 4 0,-14 0-46 15,10 0 33-15</inkml:trace>
  <inkml:trace contextRef="#ctx0" brushRef="#br1" timeOffset="30781.61">20769 18169 266 0,'-1'0'24'0,"-1"0"25"0,2 0 11 16,0 0 11-16,0 0-14 0,0 0-10 0,0-17-1 15,0 17-6-15,0 0 6 0,0 0-9 0,0 0 12 16,0-8 26-16,0 8 2 0,0 0 24 0,0 0 2 15,0-7-19-15,0 7-11 0,0 0-35 0,0 0-23 16,0 0-9-16,0 0-13 0,0 0 7 0,0 0-13 16,0 0 4-16,0 0 5 0,0 0 2 0,0 17 9 15,0-17-6-15,0 19 1 0,-13-19-7 0,13 26 9 16,-15-11-7-16,15 2 7 0,-15 0 2 0,6 2-8 16,0-1 6-16,2 1-7 0,0 0 3 15,0-1-7-15,-1 1 12 0,2-2-4 0,1-2 1 0,0-1 4 16,0-1-2-16,1 0 3 0,0-3-7 15,1 0 7-15,1-2-5 0,1-2 1 0,-2 1-1 16,3-2 2-16,-2-2-6 0,2-1 2 0,0 0 1 16,0-1 13-16,0 0 2 0,0-1-5 0,0 0 8 15,0 0-15-15,0 0-5 0,0 0 5 0,0 0-5 16,0 0-7-16,0-18 2 0,0 18-5 0,0-15-3 16,0 15 4-16,17-23 0 0,-17 11 4 0,0-3-1 15,13-1 1-15,-13 1-3 0,11-2 0 0,-11-1 2 16,12 0 6-16,-12 3 9 0,9 0-5 0,-5-1 6 15,-1 2-8-15,1-1-8 0,-1 1 10 16,1 0-8-16,-3 3 1 0,1-3 5 0,0 1-4 16,0 3 1-16,1-2 7 0,-2 2-1 0,0 1-2 15,3 1 3-15,-2 1-9 0,0-1 0 0,0 4 7 16,-1-1-6-16,0 2 2 0,0-1-4 0,-1 3-7 16,2 1 6-16,-2 0-12 0,0 0 4 0,0 0 8 15,0 0 1-15,0 0 9 0,0 0 1 0,0 0-12 16,0 0 7-16,0 0 2 0,0 0-6 0,0 17 5 15,0-17-12-15,14 15 6 0,-14-15 10 0,0 17 4 16,12-6 1-16,-12 1-1 0,12 1-5 0,-5 2 7 16,1-1 2-16,2 1 9 0,-1 0 6 0,-1 1-16 15,2 1-1-15,1-1-10 0,-1-1-3 0,3 0 15 16,-2 1-6-16,-1-1 2 0,2-1-11 0,-3-1-7 16,0-2 4-16,-1-1 5 0,0-2 4 15,-1-1 4-15,-4 0 0 0,1-3-15 0,-1-1-13 16,-1-2-65-16,-2 0-49 0,2-1-35 0,-2 0-9 15,0 1 14-15,0-1-20 0,0 0 1 0,0 0 25 16</inkml:trace>
  <inkml:trace contextRef="#ctx0" brushRef="#br1" timeOffset="31057.34">20728 18349 690 0,'-7'-2'11'0,"2"1"27"0,-2-1 12 0,4-1 18 16,1 0 17-16,0 0-3 0,1 0 4 0,1 1-3 16,0 0-23-16,0 1-14 0,0 0-3 0,0-1-19 15,0 2-5-15,0-1-10 0,0 1-16 0,0-1 12 16,0 1-2-16,0 0 2 0,0 0 4 0,15 0-7 16,-15 0 0-16,0 0-2 0,11 0 4 0,-11 0-3 15,10 0 6-15,-2 0-3 0,-2 0-4 0,1-1 0 16,1 0-4-16,2 1 10 0,-1-3 3 0,1 3 1 15,1-2-1-15,1 0-69 0,-1-1-66 16,2 0-51-16,1 0-32 0,-1-2 8 0,0 0-28 0,3-2 40 16,-2 1 32-16</inkml:trace>
  <inkml:trace contextRef="#ctx0" brushRef="#br1" timeOffset="31524.99">21121 18235 582 0,'0'0'11'0,"0"0"6"0,0 0 10 0,0 0 11 16,2 0 5-16,-2 0-4 0,0 0 7 0,0 0 12 16,0-12-1-16,0 12 17 0,0 0-6 0,0 0-17 15,0 0-10-15,0 0-4 0,0 0-6 0,0 0 4 16,0 0 0-16,0 0-24 0,0 0-9 16,0 0 5-16,0 0-4 0,0 0 6 0,0 0 0 15,0 0-5-15,0 0-11 0,0 0 7 0,0 0 11 16,0 0-10-16,0 0 13 0,0 0 4 0,0 14-12 15,0-14 4-15,0 0-8 0,-17 13-7 0,17-13 6 16,0 15-2-16,-16-8-3 0,16 1 0 0,-14 1 8 16,5 2-6-16,3 0 6 0,-2 0-5 0,0 0 0 15,1 0-2-15,2-1 1 0,-2-1 12 0,2-2-1 16,-1 1 11-16,1-1 8 0,1-2-3 0,0 2-4 16,1-2-7-16,-1-2-5 0,2 0-14 15,1-1 6-15,-1 0-3 0,2 0-1 0,0 0 7 16,0-2-7-16,0 0 7 0,0 1-3 0,0 1 8 15,0-2 2-15,0 0 1 0,0 0-4 0,17 1 0 16,-17 0-4-16,17 0-4 0,-17 0 8 0,20-1-13 16,-20 1 10-16,21 0-10 0,-9 0 3 0,1-1 5 15,-2 0-4-15,2 0 5 0,-4 0 2 0,-1 0-4 16,0 0-6-16,1 0 8 0,-4 0-6 0,-1 0 10 16,1 0-2-16,-3 0-3 0,0 0-18 0,-1 0-39 15,0 0-35-15,-1 0-40 0,0-12-31 0,0 12 2 16,0 0 17-16,0 0 1 0,0 0 2 0,1-6-49 15,-1 6 19-15,0-6 40 0</inkml:trace>
  <inkml:trace contextRef="#ctx0" brushRef="#br1" timeOffset="31732.69">21206 18279 629 0,'0'-6'32'0,"0"3"30"15,0 2 59-15,0-3 65 0,0 2 41 0,0 1 19 16,0-1-10-16,0 0-51 0,0 2-71 0,0-1-45 15,0 1-54-15,0 0-13 0,0 0-5 0,-14 0-3 16,14 0 9-16,0 20-7 0,-11-20 4 0,11 24 1 16,-10-8-5-16,10 3 11 0,0 1-4 0,-7 4 1 15,7 2-13-15,-5 4-73 0,3 3-72 0,0 3-87 16,1 3-59-16,0-4 22 0,1 4 49 16,0 1 46-16,0-2 1 0,0-6 10 0,0-12 24 15</inkml:trace>
  <inkml:trace contextRef="#ctx0" brushRef="#br1" timeOffset="33001.01">21610 18084 483 0,'-7'7'18'16,"2"-7"0"-16,0 0 6 0,1 3-1 0,3-3-12 16,0 0 8-16,0 0-4 0,1 0-1 0,0 0 4 15,0 0-8-15,0 0-1 0,0 0 0 0,0 0 1 16,0 0 19-16,0 0 16 0,14 0 16 0,-14 0 10 16,0 0-10-16,17 0 0 0,-17 0-15 0,16 0-14 15,-5 0-7-15,1 0-14 0,0 0 3 16,0 0 0-16,1 0 0 0,2 0 2 0,-2 0-1 0,3 0-4 15,-2 0 8-15,2 0-5 0,-1 0 4 16,1 0-6-16,-1 0-12 0,1 0 3 0,-3 0-11 16,0 0 3-16,-1 0 1 0,-2 0 11 0,1 0-1 15,-3 0-2-15,-2 0 0 0,1 0-13 0,0-11 10 16,-2 11 1-16,1 0-3 0,-1 0-21 0,0 0-44 16,0 0-36-16,2 0-27 0,-1 0 0 0,-1 0 24 15,1 0 0-15,-3 0-17 0,-1 0-42 0,0 0 15 16</inkml:trace>
  <inkml:trace contextRef="#ctx0" brushRef="#br1" timeOffset="33281.3">21636 18336 613 0,'-2'5'4'0,"1"-1"6"16,1-2 19-16,0 0 6 0,0-2 1 0,0 0 11 16,21 0-14-16,-21 0 11 0,21 0 5 0,-21 0 0 15,30-14-5-15,-14 14-5 0,2 0-11 0,-1-16-3 16,1 16-13-16,1-11-12 0,-3 11 5 16,1-10-23-16,-4 10 18 0,2-11 5 0,-4 11 1 15,1-8 5-15,0 4-11 0,-3 2-25 0,-1-1-39 16,0 2-13-16,-3-1-23 0,-1 2 12 0,0 0 7 15,0 0-13-15,-2 0-50 0,2 0-19 0,-1 0 26 16</inkml:trace>
  <inkml:trace contextRef="#ctx0" brushRef="#br1" timeOffset="35100.74">22336 18048 324 0,'-2'1'21'0,"0"1"6"0,2 0 9 15,-1-2 9-15,0 0-11 0,1 0-2 16,0 0-8-16,-1 0 0 0,1 0-6 0,0 0 5 15,0 0 0-15,0 0-1 0,0 0 1 0,0 1 1 16,0-1 14-16,0 1-4 0,0 0 11 0,0-1 4 16,0 0 11-16,0 0 0 0,0 0-5 0,0 0 5 15,0 0-21-15,0 0 9 0,0 0 2 0,0 0-13 16,0 0 7-16,0 0-1 0,0 0 0 0,0 0-1 16,0 0-6-16,0 0-6 0,19 0-6 0,-19-12 0 15,0 12-9-15,20 0-4 0,-20 0 1 0,19-9 3 16,-8 9 0-16,1 0 4 0,-2-6-6 0,0 6-7 15,0-2 3-15,1 2-7 0,-3 0 5 16,3-3-1-16,-2 2-4 0,0 0 3 0,1 1-7 16,0-2 2-16,0 1 0 0,2-1-52 0,0 0-40 0,-1-1-55 15,3 0-49-15,-1 0 23 0,3 1 14 16,-2-4 44-16,2 3 31 0,-1-2-16 0,1 1-19 16,1-1-45-16,-1-2 23 0</inkml:trace>
  <inkml:trace contextRef="#ctx0" brushRef="#br1" timeOffset="35665.56">23063 17767 568 0,'2'0'17'16,"-2"0"14"-16,0 0 17 0,2 0 1 0,-2 0-9 15,0 0-8-15,0 0-18 0,0-12-4 0,0 12-10 16,0 0-9-16,0 0 5 0,0 0 4 0,0 0-5 16,0 0 14-16,0 0-9 0,-14 0 4 0,14 0 4 15,0 17-12-15,-15-17 4 0,15 14-4 16,-16-14 0-16,6 19 8 0,0-7-3 0,0 1 4 15,-2 1 5-15,-1 0 0 0,0 3 10 0,1-1 4 16,-3 1-4-16,2-1 5 0,1 0 0 0,0-1-9 16,3-1 4-16,1-2 4 0,0-2-22 0,3-1 5 15,1-1-6-15,0-1-14 0,2-2 17 0,-1-1-4 16,3-1 5-16,-2-1-5 0,2-1 0 0,0 0 0 16,0-1 6-16,0 0 3 0,0 0-4 0,0 0 0 15,0 0-5-15,0 0 4 0,19 0 0 0,-19 0 4 16,0 0-4-16,19 0 0 0,-19 0-5 0,20 0 1 15,-9-12-4-15,0 12-5 0,1 0 9 0,-1-11 4 16,-1 11 4-16,3 0-3 0,0-10-2 16,-1 10-3-16,-1-8-9 0,1 8 13 0,1-7-4 15,-2 5-1-15,4 0 5 0,-3 0-4 0,-1-1 1 16,5 2-5-16,-4 1 3 0,2-1 1 0,-1 1-5 16,1 0 5-16,-2 0-8 0,-3 0 9 0,0 0-1 15,-2 0 4-15,-2 0 9 0,-1 0-18 0,1 0 9 16,-3 0-17-16,-2 0-15 0,0 0-25 0,0 0-24 15,0 0-14-15,0 0 6 0,0 0-2 0,0 0-43 16,0 0-34-16,0 0 9 0</inkml:trace>
  <inkml:trace contextRef="#ctx0" brushRef="#br1" timeOffset="35978.09">23146 17738 673 0,'0'0'22'16,"0"-1"0"-16,0 1 5 0,-18 0-4 0,18 0-13 15,0 0-5-15,0 0-4 0,-12 0 3 0,12 0-13 16,0 0 10-16,-12 18 3 0,12-18 14 0,-9 14-4 16,9-14 5-16,-6 22 9 0,4-9 2 0,0 3 18 15,0 2 6-15,-2 2-10 0,2 2 1 0,-1 0 7 16,-1 2-14-16,2 1 3 0,-3 1-22 0,1 0-16 15,1-2 12-15,1 1-16 0,-1 0 8 16,1-1 4-16,1-1-6 0,1 0 5 0,0-4-5 16,0 1-5-16,0-3 0 0,0-3-12 0,0 0 22 15,0-5-2-15,20-2-13 0,-20-1-45 0,0-3-62 16,0 1-34-16,0-4-21 0,0 0 19 0,0 0-32 16,0 0-4-16,0 0 32 0</inkml:trace>
  <inkml:trace contextRef="#ctx0" brushRef="#br1" timeOffset="36717.67">23524 17671 600 0,'4'-10'18'0,"-2"1"14"0,0-1 14 16,-2 2 15-16,1 1-13 0,-1 2 1 16,1 2-18-16,-1 0-16 0,0 2-10 0,0 1-19 15,0 0 4-15,0 0 0 0,0 0 0 0,0 0 18 16,0 16 1-16,0-16 9 0,0 21 14 0,0-6-8 15,-17 4 18-15,17 1 4 0,0 5-5 0,-17 2-1 16,17 2-11-16,-13 4-13 0,4 0 1 0,1 0 1 16,-1-2-13-16,2 0 13 0,-2-2 4 0,2-3 3 15,0-5 7-15,1-1-13 0,0-4-3 0,1-3-13 16,3-3 7-16,-1-3 6 0,2-2-2 0,0-3 11 16,1-1-6-16,0-1-1 0,0 0 0 0,0 0-8 15,0 0-13-15,0 0-3 0,0-18-2 0,0 18 2 16,0-17 6-16,19 17 5 0,-19-23-17 15,0 12-8-15,18-5 1 0,-18 1-9 0,15-2 8 16,-6 1 3-16,-2-3 9 0,0 0-1 0,0-2 4 16,-1-1 1-16,-1 1 0 0,1-1 4 0,-3 0-2 15,1 0 0-15,0 0-3 0,-2 1 0 0,0 0 13 16,-1 1-6-16,0-1-3 0,-1 4 8 0,1-1-6 16,-1 2 2-16,0 2-5 0,0 2 4 0,0 2-4 15,0 1 3-15,0 3 7 0,0 0-17 0,0 3 1 16,0 1-2-16,0 2-3 0,0 0-5 0,0 0 12 15,0 0 0-15,0 0 9 0,0 0 4 16,0 0-8-16,0 20-5 0,0-20 1 0,0 17 3 16,0-17 4-16,0 21 5 0,0-9 5 0,0 2 15 15,17 0 17-15,-17 1 18 0,14 2 14 0,-14 1 4 16,15 0-4-16,-6 2-2 0,1-2-8 0,-1 2-5 16,0 0-4-16,1-1 0 0,-1 1-9 0,0-2-12 15,1 0-15-15,-1 1-12 0,0-2-7 0,2-2 6 16,-4 2 2-16,2 0-2 0,0-2 1 0,-1-1-10 15,1 1 4-15,0-3-1 0,1 0 2 0,0-2 0 16,0-1-1-16,1-1-2 0,-3-2-4 0,-2-2-16 16,-1-1-29-16,-1-2-31 0,-1-1-28 0,-2 2-43 15,-1-2-61-15,0 0-35 0,0 0-10 0,0 0 23 16,0 0 18-16,-24-20 12 0,24 20 40 16</inkml:trace>
  <inkml:trace contextRef="#ctx0" brushRef="#br1" timeOffset="36941.44">23473 17983 887 0,'-7'0'57'0,"2"0"21"0,0 0 11 0,-1 0-3 16,6 0-58-16,-1 0-20 0,1 0-17 0,0 0 5 15,0-19 7-15,24 19-4 0,-24 0 4 0,27-18 4 16,-8 18-11-16,2-14 0 0,2 14-5 15,3-13 0-15,-1 6 1 0,-1 1 7 0,-2 2-13 16,1-1-34-16,-3 2-34 0,-1-1-33 0,-4 2-9 16,-3 0 3-16,-2 0-2 0,2 2-36 0,-5 0-1 15,-1 0 27-15</inkml:trace>
  <inkml:trace contextRef="#ctx0" brushRef="#br1" timeOffset="37495.37">23005 18473 653 0,'-2'0'-9'0,"1"10"4"16,0-10 1-16,-1 0 8 0,2 0 15 0,0 0 9 15,0 0 16-15,0 0 1 0,0 0 7 0,25 0-1 16,-25 0-4-16,22 0 4 0,-7 0-5 0,3-13-14 15,1 13-6-15,2-11-15 0,0 11-9 0,2-14 17 16,-2 6-8-16,0 1-2 0,-1 0-2 0,-2 1-11 16,-2 1-5-16,-2-1 0 0,-3 2 8 0,-3 1-33 15,-3 1-35-15,0 0-20 0,-3-1-11 0,-2 3 18 16,0 0 27-16,0 0 7 0,0 0 19 0,-27 0-9 16,27 24 19-16,-25-24 14 0,11 21-17 0,-5-21 27 15,1 25-9-15,-1-13 4 0,-1 2 0 16,0 1 1-16,3-2 13 0,-2 2 10 0,4-1 3 15,0-2-3-15,4-2-1 0,0 1-10 0,3-3 6 16,3-3 4-16,2-1 6 0,2-1 16 0,1-2 11 16,0-1 5-16,21 0-14 0,-21 0-16 0,32 0-10 15,-8 0-16-15,2-17-1 0,5 17 0 0,1-18-18 16,5 18 14-16,0-22-9 0,-2 22-31 0,0-22-3 16,-2 10-37-16,-4 3-5 0,-2 9-7 0,-4-12-22 15,-5 6-54-15,-5 6 14 0</inkml:trace>
  <inkml:trace contextRef="#ctx0" brushRef="#br1" timeOffset="73850.01">25125 9033 129 0,'0'-5'1'15,"0"5"9"-15,0-4-4 0,0 4 1 0,0-5-1 16,0 3-6-16,0 0 1 0,0-2 6 0,0 3 0 16,0-1-2-16,0-2-1 0,0 3 5 0,0-1-4 15,0 1 0-15,0 0 0 0,0 0-8 0,0-1 10 16,0 0 6-16,0 2 10 0,0-2 1 0,0 1 4 16,0 0-3-16,0-1-1 0,0 0-1 0,0 1-7 15,0-1 3-15,9 1 0 0,-9 0-8 0,0-1 3 16,0 2-5-16,0 0 1 0,0-1 3 15,6 0-4-15,-6 1-4 0,0 0-14 0,2 0 10 16,-2 0-5-16,0 0 0 0,0 0 8 0,1 0-4 16,-1 0 8-16,0 0-4 0,0-1 0 0,2 1-4 15,2-1-4-15,-3 0 4 0,1 0 0 0,0 0-4 16,0 0 4-16,0-1-4 0,0 0 4 0,0 1 8 16,1-1-4-16,-1 1 0 0,0-1-4 0,1 0-4 15,-1-1 0-15,3 1 4 0,-3 0 0 0,-1-1 0 16,2 0 0-16,-1 0 4 0,1 0 0 0,-1 2 4 15,0-3 1-15,-2 1 5 0,3 2 8 0,-2-1 5 16,1-1-5-16,1 1 5 0,-1 0-5 16,1-2-9-16,-2 1 4 0,1 0-12 0,-1-1 6 15,1 0 15-15,1 0 1 0,-3-1 21 0,2 2 4 16,0 0-15-16,-2 0 0 0,2 0-7 0,-2 1-4 16,0 0 8-16,0 1 0 0,0 1-20 0,0 0 5 15,0 0-18-15,0 0-2 0,0 0 5 0,0 0-9 16,0 0 4-16,0 0 5 0,0 0-5 0,0 15-4 15,-14-15 21-15,14 17 17 0,0-17 15 0,-15 23 21 16,15-7-11-16,-13-1-12 0,13 3 3 0,-12 1-4 16,8 0 4-16,-1 1 1 0,1 1-6 0,2 0-13 15,2 1-1-15,-2 0-6 0,2 0-1 0,0 0-6 16,0 0-9-16,0-1-2 0,0 0-4 16,0-1 6-16,0 0 1 0,20-2 6 0,-20 0 0 15,18-1-2-15,-18-1-5 0,20 0-3 0,-9-1 0 16,1-3 0-16,2 2 7 0,-1-3-2 0,2 0 4 15,1-1 5-15,0-3-1 0,1-2 3 0,-2 0 0 16,2-3-4-16,1-2 0 0,-3 0-15 0,4 0 1 16,-1 0-2-16,0-19-4 0,0 19-14 0,0-17-39 15,0 17-46-15,0-22-61 0,0 10-48 0,-3 0-29 16,-2-2-4-16,-2 1 18 0,1-1 7 0,-3 0 25 16,-1-3 48-16</inkml:trace>
  <inkml:trace contextRef="#ctx0" brushRef="#br1" timeOffset="74086.84">25482 8628 817 0,'-2'-7'10'0,"-1"-1"16"16,1-1 8-16,-2 0-13 0,3-2-3 0,-1 2-34 0,2 4-45 15,0 2-21-15,0 0-42 0,0 0-28 16,0 2-26-16,0 1 36 0</inkml:trace>
  <inkml:trace contextRef="#ctx0" brushRef="#br1" timeOffset="75220.71">25713 9218 393 0,'0'-1'8'16,"2"-1"5"-16,-1 1-3 0,-1-1 8 16,2 0-8-16,-2 1-1 0,2 1 5 0,-2 0-5 15,0 0 4-15,0 0-12 0,2 0-5 0,-2 0-1 16,0 0-3-16,0 0 3 0,0 0 9 0,0 0 0 16,0 18 5-16,0-18 9 0,2 15 7 0,-2-15 5 15,0 22 4-15,0-8-5 0,0 1 8 0,2 3-9 16,-1 2 3-16,1-1 5 0,-1 2-8 0,1 1 13 15,0 0 9-15,0 0 7 0,0-1 1 0,0-1-9 16,-2 1 7-16,1-2 4 0,0-1-6 0,-1-1 18 16,0-1-16-16,0-2-13 0,1 0-3 0,-1-1-19 15,0-2-14-15,0-1 1 0,0-3-2 16,0-2 3-16,0 0 7 0,0-3-8 0,0-1 11 0,1-1-5 16,-1 0-6-16,0 0 3 0,0 0-22 15,0 0-21-15,0 0-7 0,0-23-22 0,0 23-8 16,0-21 2-16,0 5 0 0,0 0 12 0,0-1 14 15,0-2 6-15,0-3 7 0,0-1 12 0,0 1 1 16,0-1 11-16,0 0-3 0,0 0-5 0,0 1 9 16,0 2 1-16,0 1 1 0,0 1 8 0,0 1 0 15,0 2-13-15,21 1 9 0,-21 0-11 0,16 1 17 16,-16-1 18-16,22 1 5 0,-11 0 16 0,3 1-6 16,-1-1 3-16,1 2 0 0,-1 1-16 0,0 1-16 15,1 0-4-15,-1 1-13 0,-3 2 0 0,-1 1 0 16,0 2-4-16,-1 1 0 0,-2 1 6 15,0 1-2-15,-2 0-1 0,-2 0 3 0,-1 0-4 16,1 18-2-16,-2-18 5 0,0 18 4 0,0-18 3 16,0 24-10-16,0-12-2 0,-16 1-15 0,16-1 4 15,0 1 10-15,-22-2-11 0,22-1 6 0,-17-2-3 16,17 0-8-16,-17-1 7 0,17 0 9 0,-12-3-4 16,12 1 19-16,-13-2-6 0,6-1-9 0,7 1 10 15,-6-2-7-15,3 0-3 0,3 0 3 0,0 0-4 16,0-1-8-16,0 2 22 0,0-2-14 0,0 0 6 15,0 1 9-15,19 1-14 0,-19 1 18 16,18 0-9-16,-18 0-4 0,19 1 5 0,-7 2 5 0,1-1-1 16,0 1 4-16,-1 0 1 0,1 0-18 0,-3 1-1 15,1 0 15-15,-5 1-3 0,1-1 23 16,-2 1 28-16,-1 0-4 0,-2-1 36 0,1 4 4 16,-3-3-7-16,0 2 11 0,0 0-10 0,0 1-12 15,0-2-1-15,-25 2-18 0,25 0-23 0,-19-2-2 16,19 1-15-16,-24-2 0 0,9 2-5 0,1-3-4 15,-2 1 7-15,1-1-4 0,-4 0-5 0,2-1 4 16,-1-1-6-16,0-1 6 0,2-1-6 0,2-1-22 16,-1 0-30-16,4-2-36 0,1 0-24 0,4 0-39 15,-1 0-39-15,3 0-21 0,2 0-11 16,2-20 35-16,0 20 26 0,0 0-3 0,0-17 25 16,0 17 22-16</inkml:trace>
  <inkml:trace contextRef="#ctx0" brushRef="#br1" timeOffset="75641.45">26364 9150 435 0,'0'0'21'0,"0"0"18"0,0 0 16 16,0 0 29-16,0 0 13 0,0 0 33 0,0 0 22 16,0 0 11-16,0 0 9 0,0 0-26 0,0 0-21 15,0 0-22-15,0-11-41 0,0 11-14 0,0 0-16 16,0 0-16-16,0 0-2 0,0 0-3 0,0 0 3 15,17-6 8-15,-17 6-1 0,19-5 1 0,-3 3 2 16,0 1-2-16,2-1 2 0,5 0-8 16,-4 0-3-16,2 2-3 0,-1-1 0 0,0 0 6 15,-2 1-4-15,-2-1 1 0,-2 1-6 0,-1-1 0 16,-1 0-3-16,0 0 0 0,-3 0-1 0,-2 0-4 16,2 0 5-16,-4 0-17 0,1 0-39 0,-3 0-58 15,-1 1-82-15,0 0-74 0,-2-1-53 0,0 1 15 16,0 0 46-16,0 0 31 0,0 0 55 0,0 0 44 15</inkml:trace>
  <inkml:trace contextRef="#ctx0" brushRef="#br1" timeOffset="75841.09">26436 9267 589 0,'0'7'21'0,"0"-1"24"15,0-3 12-15,0 0 29 0,0-3 26 0,0 0 25 16,23 0 3-16,-23 0-25 0,20 0-45 0,-20 0-43 15,20 0-16-15,-4 0-2 0,-5 0-6 0,3 0 2 16,-1 0-3-16,-1 0 2 0,-1 0 2 0,2 0-20 16,1 0-37-16,-1 0-58 0,1 0-49 0,1 0-21 15,-1-13 9-15,-1 13 38 0,-2 0 26 0,3 0 0 16,-3-13-6-16,1 13-8 0,-3 0 23 0</inkml:trace>
  <inkml:trace contextRef="#ctx0" brushRef="#br1" timeOffset="82613.46">27417 8527 140 0,'0'-1'9'0,"0"0"18"15,0-1 9-15,0-1 1 0,0 1 0 0,0-1-7 16,0 0-6-16,0 1 0 0,0 0 3 0,0 0-12 16,0-1 8-16,0 1-1 0,0-1-12 0,0 0 12 15,0 0 0-15,0-1-1 0,0 0 4 0,0-1-4 16,0 1-9-16,0 2 17 0,0-2-9 0,0 0-3 15,0 2-1-15,0-1-16 0,0 0 4 16,0 2 9-16,0 0 0 0,0-1 1 0,0 2 10 16,0 0-24-16,0 0 9 0,0 0 11 0,0 0-15 15,0 0 28-15,0 0-19 0,0 0-9 0,0 0 9 16,0 0-9-16,0 0 5 0,0 0 8 0,0 0-8 16,0 0-1-16,0 0 4 0,0 0-8 0,0 0 4 15,0 0 4-15,0 0-13 0,0 0 1 0,0 0 4 16,0 0-14-16,0 0 13 0,0 0-4 0,0 0-4 15,0 0 9-15,0 0-1 0,0 0-4 0,0 0 5 16,0 0-10-16,0 0 1 0,0 0 3 0,0 0-8 16,0 0 5-16,0 0-1 0,0 0 4 0,0 0-3 15,0 0-1-15,0 0 0 0,0 0-4 16,0 0 5-16,0 0-1 0,0 0-4 0,0 17 5 0,-17-17 10 16,17 14-1-16,0-14 0 0,0 19 5 15,0-7-19-15,0 1 6 0,0 2 4 0,0 0-9 16,0 1 14-16,0 1-4 0,0-1 10 0,0 2 9 15,0 0 2-15,0-1 4 0,0-1-12 0,0 1 3 16,0-3 6-16,0-1-10 0,0 0-2 0,0-1-4 16,0-3-4-16,0 1 4 0,0-2-4 0,0-2-1 15,0 1 6-15,0-2-4 0,0-1 5 0,0-1 0 16,0-1-9-16,0-2 9 0,0 0 8 16,0 0 0-16,0 0-8 0,0 0-1 0,9 0-12 0,-9 0-1 15,0 0 5-15,0 0-5 0,0-18 10 16,7 18-3-16,-7 0 8 0,2-17-1 0,-2 17-12 15,2-13-1-15,0 13-8 0,-2-9-1 0,0 9 15 16,2-7-17-16,-2 7 6 0,0-4-2 0,0 4-4 16,0-4 5-16,0 1-4 0,0 3 10 0,0-2-17 15,0 0 11-15,0 0 2 0,0 0-16 0,0 1 3 16,0 0-5-16,0 1 1 0,0-1-2 0,0 1 5 16,0 0 1-16,0 0 9 0,0 0-5 0,0 0 0 15,0 0 21-15,0 0-31 0,0 0 26 0,0 0-6 16,0 0-14-16,0 0 14 0,0 0-4 0,0 0 15 15,0 0-16-15,0 0 16 0,0 0-10 0,0 0 0 16,0 0 10-16,0 0-16 0,0 0 11 16,0 0-5-16,0 0-6 0,0 0 0 0,0 0 0 15,0 0-10-15,0 0 0 0,0 0 7 0,0 0-6 16,0 0-12-16,0 0 1 0,0 0-10 0,0 0-10 16,0 0 2-16,0 0-15 0,0 0-17 0,0 0-32 15,0 0 21-15</inkml:trace>
  <inkml:trace contextRef="#ctx0" brushRef="#br1" timeOffset="84633.5">27514 8732 81 0,'0'0'6'0,"0"0"5"0,0 0 5 0,0 0 0 15,0 0-10-15,0 0 1 0,0 0-2 0,0 0-5 16,0 0-4-16,0 0 7 0,0 0-8 0,0 0 5 16,0 0 7-16,0 0-25 0,0 0 5 0,0 0-6 15,0 0-7-15,0 0 12 0,-11 0 3 0,11 0-6 16,0 0 7-16,0 0 1 0</inkml:trace>
  <inkml:trace contextRef="#ctx0" brushRef="#br1" timeOffset="86447.14">27216 8549 144 0,'0'0'13'15,"0"0"9"-15,0 0 5 0,-2 0 1 0,2 0 4 16,0 0-5-16,-2 0 0 0,0 0 1 0,2 0-12 16,-4 0 3-16,2 0 0 0,2 0 12 0,-2 0-10 15,0 0 1-15,0 0-4 0,1 0-9 0,-1 0 8 16,0 0 8-16,0 0 4 0,0 0-8 0,0 0-5 15,0 0-7-15,0 0 8 0,-1 0-5 0,-2 0 14 16,3 0-9-16,-2 0-3 0,-1 0 14 0,-1-12-13 16,4 12-5-16,-3 0-1 0,0-6 1 0,2 6 9 15,-1-7 14-15,2 3-1 0,0 1 1 0,0-2-5 16,-1 1-10-16,1 0-4 0,0 1 0 16,0 0-1-16,-2-2 1 0,4 1 11 0,-1 1-3 15,1 0 11-15,0-1 5 0,0 1-9 0,0 0-4 16,0-1-13-16,0 1-5 0,0 0-8 0,0-1 0 15,0-1 1-15,0 0 4 0,20 1-4 0,-20-1 3 16,0 0-3-16,23 1-5 0,-23 0 5 0,18 1 0 16,-7-3-4-16,-2 5 4 0,1-2-5 0,3-1 4 15,-3 2 1-15,0 1-8 0,-1 0 8 0,0-2-4 16,-1 2 7-16,2 0-6 0,-3 1-1 0,-1 0 4 16,2 0-3-16,0 0 6 0,-2 0-4 0,-1 0-7 15,2 0 1-15,-3 0 8 0,3 0-9 0,-2 0 4 16,1 0 8-16,-3 17-5 0,1-17 9 0,0 0-4 15,1 15-7-15,-2-15-4 0,1 12 7 16,0-12-3-16,-1 13 0 0,-1-5 8 0,2-1-12 16,1 2 9-16,-3-1 4 0,0 0-4 0,3 2 5 15,-1-1 2-15,-1-1-15 0,-1 0-1 0,0-1 3 16,0 2 1-16,0-2 12 0,2 1-1 0,-3-2-6 16,3 1-1-16,-2 0 0 0,3-2-8 0,-3 1 4 15,-2-1 1-15,1-1-2 0,1 1 5 0,-2-1 8 16,0-2-5-16,0 3-3 0,0-1 16 0,0 0-6 15,0 1 3-15,0 1 1 0,0 0-16 16,-21 1 7-16,21 1 2 0,-15 1-9 0,15 0 4 16,-18 2-1-16,18-1-7 0,-19-2 16 0,9 0-6 15,-2 0-3-15,0-2-7 0,2 1 2 0,-3 0 13 16,1 0-12-16,1 0 12 0,-3 0-10 0,3 1-8 16,2-1 2-16,-4 1 0 0,2 0 8 0,0 0-5 15,-1-1 6-15,3 0-1 0,1 0-7 0,-2 0 8 16,1-1-9-16,5 1 1 0,-3 0-1 0,3-1-7 15,-1-2 13-15,2 1-6 0,3 0-6 0,-2-2 11 16,2-1-3-16,-2 0 1 0,2-2 7 0,0 1-4 16,0 1 4-16,0-2 1 0,0 0 2 0,0 0-1 15,0 0-6-15,0 0 9 0,0 0-9 0,0 0 9 16,14 0 6-16,-14 0-11 0,0 0 17 16,18 0-8-16,-18-14-3 0,16 14-1 0,-6 0-1 15,-3 0 7-15,5-11 3 0,-1 11 13 0,0 0-14 16,2-7 0-16,-1 7-2 0,1-5-10 0,0 5 13 15,0-3 0-15,2 0-5 0,0 1 2 0,1-1-10 16,-1 1-6-16,4 0 1 0,-3-1 1 0,1 1 9 16,1-2-2-16,-4 2 14 0,2-1-1 0,-3 2 5 15,-2-2 8-15,3 1-9 0,-4 0 3 0,-3 2-2 16,-1-1-6-16,2 1 2 0,-5-2-9 0,-1 2-7 16,0 0 3-16,0 0-12 0,-2 0 9 0,0 0-7 15,0 0-1-15,0 0 7 0,0 0-10 0,0 0 6 16,0 0 5-16,0 0-7 0,0 0 7 0,0 0 2 15,0 0-11-15,0 0 8 0,0 0-8 16,0 0-34-16,0 0-37 0,0 0-52 0,0 0-66 16,0 0-40-16,0 0-6 0,0 0 11 0,0 0 4 15,0 0 45-15,0-15 45 0</inkml:trace>
  <inkml:trace contextRef="#ctx0" brushRef="#br1" timeOffset="86942.43">27921 8461 274 0,'7'-5'4'16,"-3"-1"11"-16,0 0 19 0,-1-1 7 0,1 1 15 15,2 0 6-15,-2 1 4 0,-2 0 16 0,0 2-1 16,1 1-8-16,-1 0-22 0,0 1-19 0,-2 1-22 16,0 0-15-16,0 0 9 0,0 0-8 0,0 0 4 15,0 0 4-15,0 0-4 0,-21 0 5 16,21 19 0-16,-17-19 5 0,17 14-9 0,-19-14 9 16,19 18 8-16,-24-7-9 0,11 1 10 0,-2 0-4 15,3 1 0-15,-2-1 10 0,0 2 5 0,1 0 14 16,-3 1-6-16,5 1 4 0,-3-1 3 0,4-1-15 15,-1 2 4-15,1-2-12 0,3 0-12 0,0 0-2 16,1-2-5-16,0-1 4 0,5 1-3 0,-2-3-7 16,3-2 2-16,0-1 7 0,0-3 4 0,0 2 10 15,0-3 15-15,0 0 5 0,0-2 5 0,26 0-4 16,-26 0-13-16,22 0-10 0,-7 0-4 0,2 0-12 16,1 0 1-16,0 0-1 0,2 0-4 0,2 0 15 15,-4 0-11-15,1 0 7 0,-3 0-11 0,1-17-7 16,-4 17 7-16,1 0-2 0,-5-14 10 15,-1 14 5-15,-3 0-4 0,4 0-15 0,-5-10-28 16,-3 10-45-16,1 0-66 0,-2 0-54 0,0 0-20 16,0-6 10-16,0 6 24 0,0-3 16 0,0 1 25 15,0 1 32-15</inkml:trace>
  <inkml:trace contextRef="#ctx0" brushRef="#br1" timeOffset="87252.96">27985 8493 561 0,'0'-5'16'0,"0"-2"31"0,0 1 32 0,0 0 54 15,-19 0 32-15,19 0 3 0,0 2 2 16,0 0-47-16,0 1-43 0,-11 0-34 0,11 1-36 16,0 2-8-16,0-1-13 0,0 1-4 0,0 0-7 15,-9 0 5-15,9 0 3 0,0 0 13 0,0 0 2 16,0 20 1-16,0-20 13 0,0 23-8 0,0-8 11 15,0 7 3-15,0 2 3 0,0 5 4 0,0 2 7 16,0 1-8-16,0 4-12 0,0-2 1 0,0 1-3 16,0-2 2-16,0-3 2 0,0-3-3 0,0-1-8 15,0-2 0-15,0-4-6 0,20-1 1 16,-20-3-1-16,18-1 0 0,-18-3 5 0,14-1-6 0,-14-1-45 16,10-1-73-16,-10-1-90 0,10-1-73 15,-10 1 1-15,5-2 32 0,-5 0 14 0,5 1 66 16,-2 0 46-16</inkml:trace>
  <inkml:trace contextRef="#ctx0" brushRef="#br1" timeOffset="92655.32">27530 9202 143 0,'0'0'12'0,"0"0"2"0,0 0 4 16,0 0 4-16,0 0-8 0,0 0 1 0,0 0-7 16,0 0-6-16,0 0-1 0,0 0-4 0,0 0 12 15,0 0-2-15,-11 0 0 0,11 0-4 0,0 0-2 16,0 0 3-16,0 0-8 0,0 0 8 0,0 0-15 16,0 0 3-16,0 0 8 0,-9 0-11 0,9 0 13 15,-7 0-3-15,3 0-13 0,-1 0 0 16,-4 0-4-16,3 0-7 0,-3 0 7 0,0 0-3 15,-1 0-8-15,1 0 0 0,1 0-6 0,-4 0 12 16</inkml:trace>
  <inkml:trace contextRef="#ctx0" brushRef="#br1" timeOffset="93522.84">27120 9236 43 0,'-6'0'2'0,"0"0"-1"0,1 0 3 16,1 0-1-16,0 7 1 0,-1-7 3 16,-2 0-5-16,5 5 2 0,-5-2-2 0,1-3-2 0,1 2 1 15,-1 0 0-15,1-1 19 0,0 0 13 16,1-1 7-16,1 0 13 0,1 0-10 0,0 0 2 15,0 0-4-15,2 0-4 0,0 0-2 0,0 0-13 16,0 0-1-16,0 0-8 0,0 0-1 0,0 0-4 16,0 0 0-16,0 0 4 0,0 0-12 0,0 0 5 15,0 0-1-15,0 0-4 0,0 0 8 0,0 0-5 16,0 0-6-16,0 0 3 0,0 0-4 0,0 0 11 16,0 0 5-16,0 0-12 0,0 0-1 15,13 0 2-15,-13 0-1 0,0 0 4 0,0 0 4 0,0 0-8 16,0 0 0-16,7 0 0 0,-7 0 0 15,0 0 0-15,5 0 4 0,-3 0 4 0,0 0-4 16,0 0 0-16,1 0 0 0,3 0-1 0,-1 0 1 16,-1 0 0-16,6 0-3 0,2 0-4 0,3-13 7 15,2 13-11-15,1 0 3 0,2 0 8 0,3-11-3 16,4 11 17-16,-2 0-6 0,2-10-9 0,-3 10 13 16,3-7-12-16,2 3 3 0,-2 0 4 0,2 2-14 15,-2-2 6-15,-2 1 1 0,4-1 0 0,-2 1 8 16,1 0-12-16,-2 0 4 0,3 0 5 0,0 1-14 15,3-2 17-15,-3 2-7 0,4-1 8 0,-3 0 1 16,1 1-1-16,1 2 13 0,-3-2-12 0,-2 2 4 16,-2 0-4-16,2 0 4 0,0 0 0 15,-2 0 3-15,-2 0 1 0,-1 0-2 0,0 0-8 16,5-1-3-16,-3-1 3 0,1 2-15 0,2 0 15 16,1 0 0-16,1 0-7 0,0-1-1 0,0 1 2 15,0 0-10-15,-2 0 4 0,-2 0 4 0,1 0-6 16,-5 0 13-16,2 0-11 0,-4 0 4 0,-2 0-4 15,-1 0-3-15,-2 0 7 0,-1 0 1 0,-1 0 28 16,-3 0 22-16,-2 0 8 0,1 0-2 0,0 0-23 16,-5 0-23-16,2 0-3 0,-2 0-1 0,0 0-4 15,-1 0 0-15,-1 0-8 0,1 0-1 16,-1 0-1-16,1 0 3 0,-2 0 4 0,0 0-2 16,0 0 2-16,2 0-7 0,-2 0 3 0,0 0 1 15,0 0 1-15,0 0 5 0,0 0-14 0,0 0-55 16,0 0-78-16,0 0-57 0,0 0-41 0,0 0-6 15,0 0 54-15,0 0 55 0</inkml:trace>
  <inkml:trace contextRef="#ctx0" brushRef="#br1" timeOffset="94587.38">27409 9449 202 0,'4'-7'14'0,"0"-1"6"0,-1 0 17 0,-1 1-2 16,0 2-7-16,3-1-6 0,-5-1-11 0,2 3 15 16,-1-1-15-16,1 1 19 0,-2-1-12 0,2 2-5 15,-2-1 4-15,0 2-19 0,0 0 18 16,0 1-3-16,0-1-8 0,0 1 18 0,0 1-11 15,0 0 4-15,0 0 7 0,0 0-19 0,0 0 0 16,-18 0-3-16,18 0-1 0,-13 0 3 0,13 0-3 16,-16 18 0-16,7-18-4 0,-2 0 3 0,1 15 9 15,-1-15-9-15,3 16 4 0,-4-7 1 0,1 1-8 16,0 3 7-16,-1-2 5 0,1 2-13 0,1 0 8 16,-2 1-7-16,1 0-4 0,2 0 13 0,-1 1-13 15,2 0 13-15,-1 1 8 0,3-1-17 0,0 1 17 16,2 1-9-16,1-3-19 0,1 1 19 0,0-1-7 15,2-1-1-15,0-1 12 0,0-1-4 0,0 0-4 16,23-2 0-16,-23 1 8 0,22-2-7 0,-22 0 3 16,29-2-8-16,-11 1 0 0,0-2 1 15,2-1-1-15,1 0 8 0,-2-1 0 0,2-1-4 16,2-2 0-16,-4 0 4 0,0 0-8 0,-1 0 7 16,0 0 5-16,-1 0-4 0,-3 0 7 0,2-17-7 15,-3 17-4-15,-1 0 4 0,-1-17 0 0,-2 17 4 16,-3-11 9-16,1 11 16 0,-4-13-5 0,1 13 6 15,-4-10 3-15,0 4-18 0,0 1 5 0,0-1 5 16,0 0-19-16,0 1 9 0,0 0-4 0,0 0 3 16,0 1 6-16,-16-1-1 0,16 0 9 0,0 2-15 15,-22-1 1-15,22 0-13 0,-20 0-13 0,8 3 8 16,-2-1 0-16,1 2 8 0,-5 0-4 16,3 0-6-16,-3 0-2 0,-3 0-1 0,4 0 5 15,-2 0 1-15,0 18-6 0,3-18-4 0,-2 0 3 16,0 20-4-16,2-20 17 0,2 16-12 0,-2-16 1 15,3 18 15-15,0-9-15 0,1 1 11 0,1-3 0 16,1 2-20-16,0-2 4 0,3 2-1 0,1-3-12 16,1 1-8-16,0 0-11 0,3-2-18 0,2 0-14 15,0 1-21-15,0-3-12 0,0 2-12 0,21-4-31 16,-21 2 15-16,24-2 25 0</inkml:trace>
  <inkml:trace contextRef="#ctx0" brushRef="#br1" timeOffset="95369.08">28192 9470 433 0,'0'-4'14'16,"0"1"21"-16,0 0 29 0,0-1 25 0,0 0 0 15,0 2-21-15,0 1-34 0,0 1-29 0,0-2-10 16,0 2 5-16,0 0-9 0,0 0 0 16,0 0 0-16,-11 22-8 0,11-22 27 0,-8 22 5 15,8 5-11-15,-12-5 5 0,7 2-12 16,-3 7-205-16,2 4 6 31</inkml:trace>
  <inkml:trace contextRef="#ctx0" brushRef="#br1" timeOffset="97902.89">28058 9492 182 0,'0'-4'-3'0,"0"3"4"0,0-1 1 15,0 1-4-15,0 0 2 0,0-1-3 0,0 1-2 16,0 1 8-16,0 0-2 0,0 0 2 0,2-1 1 15,-2 1-4-15,3-1 4 0,-2 1-11 0,0 0 3 16,1-1 5-16,0 0-5 0,3 0 9 0,-2-1-2 16,0 1-3-16,0 0 1 0,-1-1-4 0,1 1 4 15,-1 1 3-15,-1-1 5 0,1 0 9 0,-2 1-16 16,0-1 5-16,0 1 5 0,0 0-7 0,0 0 3 16,0 0 0-16,0-1-12 0,0 1 0 15,0-1 7-15,0 0-11 0,0-1 8 0,0 0 6 16,0 0-1-16,0-1-9 0,0 0 2 0,0 0-5 15,15 0 1-15,-15-1 3 0,0 1 4 0,0 0 3 16,13 0-3-16,-13-1 16 0,0 2-8 0,6-1 1 16,-6-1 3-16,0 3-8 0,0-2 4 0,4 0 1 15,-4 2-1-15,0-1 0 0,0 1-7 0,0 0 11 16,0 0-5-16,0-1-4 0,1 2 0 0,2-2-8 16,-1 1-2-16,-2 0 10 0,0-1-7 15,2 1 4-15,-1-2 0 0,1 1-3 0,-2 0 15 0,2-1 0 16,0 0 4-16,0-1 0 0,-2 1-4 15,2 0-7-15,-2 1-1 0,0-1-4 0,4 0 7 16,-3 2 1-16,0-1-5 0,-1 1 0 0,0 0-3 16,1 0-4-16,1-1 15 0,-2 1 4 0,0 0-4 15,0 0 4-15,0 1-3 0,0 0-5 0,0-1 8 16,0 1 0-16,0 0-8 0,0 0 11 0,0 0-7 16,0 0 8-16,0 0-5 0,0 0-3 0,0 0 3 15,0 0 3-15,0 0 3 0,0 0-8 0,0 0 15 16,0 0-19-16,0 0 13 0,0 0 5 0,0 0-17 15,0 0 13-15,0 0-5 0,-13 0-7 16,13 0 7-16,0 15-7 0,-9-15-1 0,9 0 13 0,-10 14-12 16,10-14 3-16,-12 12-4 0,4-5 4 15,-3 0 4-15,3 2 6 0,-4-1-8 0,-1 0 0 16,-1 1-1-16,0 1-8 0,-1-1 14 0,-2 1-13 16,3 1 4-16,0-2 0 0,1 0-5 0,-3 0 2 15,4-1-1-15,-3 0 8 0,3 0-5 0,1 1-5 16,-3-1 1-16,2-1-2 0,0 1 10 0,1 1-4 15,2-2-8-15,2-1-4 0,-2-1-4 0,4 0 9 16,1-1 1-16,0-1-1 0,2 0-8 0,0 1-5 16,1-2 0-16,0 0 12 0,0 1 0 0,1 0 4 15,0 0-4-15,0-1-7 0,0 2 0 0,0-1 3 16,0 0 0-16,0 0-3 0,0 0 11 16,0-1-7-16,0 2 0 0,0-2 3 0,0 1-10 15,0-1 10-15,0-1 4 0,0 0-8 0,0 0 8 16,0-1-10-16,13 2 0 0,-13-2 7 0,0 0-1 15,0 1-1-15,0-1 1 0,0 2-3 0,0-1 1 16,0 0 3-16,7-1-3 0,-7 2-6 0,0-1 1 16,7 0 1-16,-7 2-6 0,5-3 17 0,-1 2-5 15,-2-1-6-15,1 1 14 0,0 1-11 0,0-3-4 16,1 1 10-16,1 0-6 0,-2-1 6 0,1 1 10 16,3 0-13-16,-1-1 4 0,0 0-3 15,4 1-8-15,-3-1 1 0,1 0 2 0,-1 0-6 0,3 0 8 16,0 0 6-16,0 0-2 0,2 0 4 15,-2 0-13-15,4 0 1 0,-3 0 0 0,4 0-4 16,0-13 12-16,-3 13-4 0,0 0-1 0,1 0 5 16,-2-9-10-16,1 9 8 0,-1 0-6 0,3-8 4 15,-4 4 7-15,0 1-9 0,1-2 9 0,-2 3-7 16,1-3-6-16,0 2-2 0,-3 0 7 0,3-1-4 16,-3 1 5-16,1-1 3 0,-3 1-6 0,0 0 7 15,-2 1-1-15,1 0-5 0,-2 0-2 0,0 1 4 16,-1 0-1-16,0 1 4 0,-1 0 0 0,0 0-8 15,0 0 4-15,0 0 3 0,0 0-10 16,0 0 9-16,0 0-1 0,0 0-8 0,0 0 13 16,0-1-9-16,0 1-2 0,0 0 5 0,0 0-8 15,0 0 9-15,0 0-3 0,0 0 0 0,0 0 0 16,0 0-8-16,0 0-38 0,0 0-29 0,0 0-28 16,0 0-27-16,0 0 16 0,15 0 2 0,-15 0 21 15,0 0 11-15,12 14 12 0,-12-14 3 0,10 0 7 16,-10 0-1-16,10 0 9 0,-5 0 8 0,0 0-2 15,-1 0 13-15,0 0 3 0,-2 0 14 0</inkml:trace>
  <inkml:trace contextRef="#ctx0" brushRef="#br1" timeOffset="98579.63">28296 9526 121 0,'0'-1'2'0,"0"-1"16"0,-14 0 11 0,14-1 4 15,0 0-1-15,0-1-11 0,0 2-7 0,-10-1-13 16,10 0 7-16,0 0-8 0,-7 0 1 0,7 0 1 15,-2 1-5-15,-1-1 1 0,1 1 2 0,-3-1 10 16,3 0-1-16,1 1 6 0,-1-1-12 0,-1 0 20 16,1 1-3-16,-1-1 3 0,1 0 3 0,0 0-15 15,0 1 11-15,2-1-4 0,-3 0-8 0,1 0 3 16,0 1-16-16,-2-2 4 0,3 2 3 0,0-1-8 16,-1 2 17-16,0-2-13 0,0 2 0 0,2 0 8 15,0 0-12-15,-2 0 12 0,2 1 0 16,0 0-12-16,-2 0 0 0,2 0-4 0,0 0 8 15,0 0 8-15,-1 0 0 0,0 0 0 0,1 0-7 16,-1 0-5-16,0 0 0 0,1-1 8 0,-1 0 0 16,0-1-4-16,1 2 8 0,-1 0-12 0,-1 0 4 15,2 0 4-15,0 0-12 0,-2 0 13 0,0 0-6 16,2 0 1-16,0 0 8 0,0 0-11 0,-1 0 7 16,1 0 1-16,-1 0 3 0,1 0 9 0,0 0-1 15,-2 0-4-15,0 0 1 0,2 0-1 0,0 0-4 16,0 0 13-16,0 0-9 0,0 0 0 0,0 0 6 15,-1 0 0-15,1 0 6 0,-1 0-5 0,1 0-4 16,-2 0-10-16,2 0 4 0,-2 0 1 16,2 0-10-16,0 0 0 0,0 0 0 0,0 0-4 0,0 0-1 15,0 0 5-15,0 0-9 0,0 0 4 16,0 0 9-16,0 0 1 0,0 0-10 0,0 0 0 16,0 0 0-16,0 0 0 0,0 0 10 0,0 17 10 15,0-17-5-15,0 15-9 0,0-15 14 0,0 19-3 16,0-19-6-16,0 20 15 0,0-8 3 0,0 0 4 15,0 0 23-15,0 2 7 0,0-2-1 0,0 1 0 16,0 2 0-16,0 1-7 0,0-2-2 0,0 3-2 16,0-2-11-16,0 1-5 0,0-1-15 0,0 0 3 15,0 0-2-15,0 0-2 0,0-1-3 16,0 0-6-16,0-1-6 0,0 0 8 0,0-1-2 16,0 1-5-16,0-2 15 0,0-2-16 0,0 1 8 15,0-2 2-15,0 0-6 0,0-1-1 0,14-2-2 16,-14-1 6-16,0 0-5 0,0-1 7 0,9-2-1 15,-9 2-9-15,0-2 6 0,0 0-4 0,0 0 4 16,4 0 8-16,-4-1-12 0,0 0-14 0,2 1-47 16,-2 0-57-16,2-1-46 0,-1 0-40 0,2 1 4 15,-3-1 5-15,6 0-17 0,-2 0 47 0,-1 0 39 16</inkml:trace>
  <inkml:trace contextRef="#ctx0" brushRef="#br1" timeOffset="103223.15">28899 8939 32 0,'0'-2'6'0,"0"1"1"0,0 1-3 16,0-1 3-16,0 0 1 0,0 0 0 0,0 1 6 15,0-1-6-15,0 1-7 0,0 0 3 0,0 0-4 16,0-1 7-16,0 1-3 0,0-2 3 0,0 1-2 15,0 1 1-15,0 0 6 0,0 0-3 16,0 0 4-16,0 0-8 0,0 0 6 0,0 0-8 16,0 0 1-16,0 0 3 0,0 0-10 0,0 0 3 15,0 0 0-15,0 0-6 0,0-11 6 0,0 11 0 16,15 0 4-16,-15 0 5 0,0 0-5 0,0 0-3 16,0 0-1-16,0 0 11 0,0 0-4 0,0 0 8 15,0 0 1-15,0-7-18 0,0 7 10 0,0 0-8 16,0-4 0-16,8 1 7 0,-8 1-6 0,0 1 2 15,0 0 4-15,0 0-11 0,4-2-3 16,-4 1 3-16,3 1-6 0,-2-1 10 0,0 1 0 16,3-2 0-16,-2 2 0 0,0-1 4 0,0 1 7 15,-1-2-7-15,1 2 4 0,-2 1-8 0,3-2-3 16,-2 1 7-16,-1 0 1 0,1-1 2 0,0 1-2 16,0-1 4-16,0 2 0 0,-1-1 8 0,0 0 3 15,2 0-7-15,-1 1 11 0,0-1-10 0,-1 1 6 16,0-1 12-16,1 1-20 0,0 0 7 0,-1 0 2 15,0 0-5-15,0 0 12 0,0 0-3 0,0 0-13 16,0 0-8-16,0 0-8 0,0 0 0 0,-14 0 4 16,14 0 4-16,0 0-8 0,0 0 4 15,0 0-4-15,0 0-7 0,0 0 7 0,-7 0-7 0,7 0 8 16,0 12 3-16,-8-12 4 0,4 0 0 16,0 10-7-16,-1-10 7 0,0 12-7 0,-1-6 3 15,-2 2-3-15,0 0 0 0,2 1-1 0,1 1 8 16,-2 0 4-16,2-1-1 0,-2 1 8 0,4 1 1 15,-4-1 10-15,3 1-14 0,-2 0 10 0,2 0 1 16,1-1-3-16,-1 0-1 0,0 0-2 0,1 2-4 16,0-2-1-16,0 0 5 0,-4 0-4 0,4 1-5 15,-1 0-3-15,0-1 7 0,3 0 2 0,-2 2 16 16,2-2 8-16,1 0 25 0,0 1 11 0,0 2 5 16,0-2 18-16,0 1-12 0,18 0-10 0,-18 1-8 15,19 0-14-15,-19-1-15 0,20-1-6 0,-20 2-14 16,25-2-5-16,-15-1 2 0,3-1-1 15,-2 0 0-15,-1-2-1 0,-1 1-5 0,1-2 0 16,-1 0-3-16,-3-1-3 0,2-2 4 0,-2 1 1 16,-1-2 3-16,-1 1-20 0,1-1-32 0,0 0-24 15,-1-2-28-15,-1 0-14 0,3 0-14 0,-1 0-36 16,0 0-17-16,2 0-8 0,0 0-7 0,2 0-11 16,-1-19 44-16</inkml:trace>
  <inkml:trace contextRef="#ctx0" brushRef="#br1" timeOffset="107030.67">29267 8971 71 0,'2'-4'4'0,"0"1"23"0,1 0 1 16,-1-1 15-16,1 1 8 0,-2 1-20 0,0-1 12 15,1 1-6-15,-1 0-10 0,1 1 13 0,-2-1-3 16,0 1 4-16,0 0 1 0,0 1-7 0,0 0-1 16,0 0-14-16,0 0 10 0,0 0-3 15,0 0-16-15,0 0 4 0,0 0-10 0,0 0-10 16,0 0-2-16,0 0 7 0,0 0-16 0,0 0 13 16,0 0 7-16,0 0-8 0,0 17 12 0,0-17-5 15,0 15-3-15,0-5 0 0,0 2-4 0,0 1-6 16,0 0 2-16,0 3 8 0,-11 0 8 0,11 1 7 15,0 0-4-15,0 0-8 0,0-1-3 0,-7 1 0 16,7 0 9-16,-4-1 0 0,4 1-1 16,-3-2-3-16,2 0 4 0,-1 0 0 0,1 0 0 0,0-1-5 15,1-1-8-15,-1-1 5 0,0-2-1 16,1 2 4-16,0-2 5 0,0-2 0 0,0-1-17 16,0-1 4-16,0-1 4 0,0-1-9 0,0-1 18 15,0 0-4-15,-2-2-9 0,2 1 8 0,0-2 1 16,0 0-5-16,0 1-34 0,0-1-20 0,0 0-37 15,0 0-22-15,0 0-20 0,0 0-8 0,0 0 36 16</inkml:trace>
  <inkml:trace contextRef="#ctx0" brushRef="#br1" timeOffset="107671.04">29635 8937 293 0,'0'-4'-3'0,"0"2"12"0,0-2 9 16,0 1 7-16,0 0 10 0,0 2-10 0,0 0-12 15,0 1-8-15,0 0-5 0,0 0-3 0,0 0-1 16,0 0 3-16,0 0-10 0,0 0 7 0,0 0 5 16,0 0-4-16,0 17 14 0,-21-17-17 15,21 0 7-15,-20 20 3 0,20-20-6 0,-25 17 6 16,11-7-4-16,0 1-2 0,2-1 2 0,-1 3 5 16,1-2-1-16,-1 3 0 0,0-3-7 0,1 3 7 15,2 0-4-15,2-1 11 0,0 0-7 0,2 1 4 16,1 0 0-16,0 0-8 0,2 1 14 0,1-3-7 15,2 2 3-15,0 2-10 0,0-4-1 0,0 2 8 16,0-2 0-16,0 1 12 0,0-2 11 0,20-1 0 16,-20 1-3-16,0-3 15 0,22-2-15 0,-22 0-7 15,17-1-1-15,-17 0-14 0,20-2 4 16,-11-1-5-16,2 0 1 0,1-1 8 0,-1-1-4 16,1 0 5-16,-1 0 8 0,-1 0-13 0,1 0 0 15,0 0 13-15,-4 0-9 0,3-17 17 0,-4 17 4 16,-1 0-5-16,-2 0 5 0,0-15-17 0,0 15 8 15,-3 0-7-15,2-12 2 0,-2 12 8 0,0-10-8 16,0 10-5-16,0-9-1 0,0 3-8 0,0 1-3 16,0-1 3-16,0 0-3 0,0-1-3 0,0 0 2 15,0 0-3-15,0-1-7 0,0 2 7 0,0-3-17 16,0 2 2-16,0 0 1 0,0 1-4 0,0 1 7 16,-20 0 4-16,20 2 4 0,-19-1-11 15,19 2 11-15,-25 2-4 0,12 0-3 0,-2 0-7 16,1 0-37-16,-2 0-12 0,2 0-14 0,0 18 3 15,2-18 15-15,0 0 1 0,0 19-7 0,1-19-13 16,3 14-8-16,-1-14-31 0,2 14 21 0,2-14 28 16</inkml:trace>
  <inkml:trace contextRef="#ctx0" brushRef="#br1" timeOffset="108815.98">30103 8990 219 0,'3'0'17'0,"-2"0"16"0,0 0 13 0,0 0 12 16,-1 0-6-16,0 0-19 0,0 0-5 0,0 0-5 16,0 0-18-16,0 0 5 0,0 0-7 0,0 0-14 15,0 0 7-15,0 0-3 0,0 0-4 0,-16 0 15 16,16 14-8-16,0-14 1 0,-17 14 3 0,17-14-7 15,-16 18 7-15,6-5-3 0,-1 0 3 0,-1 2 4 16,2 1-4-16,-1 2 3 0,1-1-3 16,-1 3-4-16,0-1 7 0,3-2-3 0,0 0 3 0,1-1-4 15,1-2-6-15,0-1 9 0,2-1-9 16,1-2 10-16,1-2 0 0,0-1-3 0,1-2 4 16,0-1-4-16,1-1 7 0,0-1 0 0,0 0 4 15,0-2-11-15,0 0 1 0,0 0 3 0,0 0-3 16,0 0 14-16,0 0-11 0,0 0-4 0,0 0 4 15,0 0-11-15,17-19 11 0,-17 19 0 0,14-17 3 16,-14 17-6-16,13-22-4 0,-13 9-7 0,17 0-1 16,-10-1 15-16,0 1 3 0,-1 1 0 0,1-2-4 15,-1 1-6-15,-1-1 0 0,0 3 6 0,0-2-3 16,-1 2 4-16,-1-1-4 0,2 2-8 0,-2 0 12 16,-1 1 0-16,1 1 10 0,-2 1-3 15,1 1-4-15,-1 2 11 0,0 0-10 0,0 1 10 16,-1 1-3-16,0 2-8 0,0-1 0 0,0 1-10 15,0 0-1-15,0 0-7 0,0 0-3 0,0 0 7 16,0 0 0-16,0 0-4 0,0 0 8 0,0 0 2 16,0 0-2-16,0 17 13 0,0-17-10 0,0 13 0 15,0-13 4-15,0 20-4 0,0-9 1 0,0 1-1 16,0 0 0-16,0 0 0 0,0 2 14 0,18-2 8 16,-18 1-1-16,14 1-3 0,-14-2 10 0,18 0-11 15,-18-1 0-15,16 0 1 0,-16 0-22 0,16-1 0 16,-10-2 0-16,-1 0 9 0,0-2 8 0,0 1 4 15,2-2 0-15,-4-2-4 0,1 2-13 0,0-3-12 16,-1 1-37-16,-1 0-20 0,0-2-14 0,0 1-15 16,-1-2 15-16,0 1-19 0,-1-1-14 15,1 0 24-15</inkml:trace>
  <inkml:trace contextRef="#ctx0" brushRef="#br1" timeOffset="109063.84">29978 9244 337 0,'-2'0'20'0,"-1"0"23"0,2 0 8 16,1 0 8-16,0 0-25 0,0 0-15 0,0 0-11 16,0 0-7-16,0 0 2 0,0 0-6 0,24 0-4 15,-24 0 3-15,20 0 7 0,-7-12-13 0,3 12 14 16,0 0-7-16,2 0-1 0,-2-8 11 0,1 8-3 15,-2 0-4-15,-1 0-7 0,-2 0 4 0,-1 0 3 16,-1 0-4-16,-1 0-19 0,-1 0-8 0,-1 0-24 16,-2 0-13-16,2 0-9 0,-3-4-28 0,1 4 17 15</inkml:trace>
  <inkml:trace contextRef="#ctx0" brushRef="#br1" timeOffset="109585.2">30263 8857 317 0,'-2'0'-4'15,"2"0"-4"-15,0 0 0 0,0 0 0 0,0 0 1 16,0 0 3-16,0 0 1 0,0 0 0 0,19 0 5 16,-19 0-1-16,0 0 12 0,19 0 0 0,-19 18 2 15,17-18 7-15,-5 15-4 0,-2-15 3 0,2 20 5 16,1-10-1-16,-1 2 0 0,0 2-5 15,-1 0-8-15,1 1-3 0,0 1-8 0,-2 0 11 0,0 2 0 16,0-1-3-16,-2-1 2 0,-2 1-10 0,-1 0 17 16,1 0 0-16,-4-1-1 0,0-1 1 0,-1 0-14 15,-1-1 3-15,0 1-4 0,0 0-3 16,0 0 11-16,0 0 3 0,0 2 5 0,0-2-1 0,0 2-11 16,-22-1-7-16,22 1 9 0,-23 0-9 15,23 1 0-15,-31-2 5 0,15 0-14 0,1 0 14 16,0-2-5-16,-2 0 5 0,3-2 5 0,1 0-5 15,1-1 5-15,0-1-15 0,0-1 10 0,2-1-18 16,1 1 8-16,-2-1 10 0,3-2-10 0,-1 0 25 16,0-2-15-16,2 0 0 0,0-1-33 0,2-2-30 15,1 0-22-15,1-1-41 0,0 0-16 0,2 0 7 16,1 0 27-16</inkml:trace>
  <inkml:trace contextRef="#ctx0" brushRef="#br1" timeOffset="110071.71">30913 9199 514 0,'0'0'15'0,"-3"7"14"0,3-7 15 0,0 0 13 16,0 0-6-16,0 0-10 0,0 0 14 0,0 0-13 16,0 0-4-16,0 0-5 0,0 0-30 0,0 0-7 15,15 0 4-15,-15 0-1 0,16 0-3 0,-16-14 15 16,20 14-3-16,-7 0 20 0,-1-11 16 16,0 11 14-16,-2 0 20 0,1-9-6 0,-3 9 3 15,0 0-8-15,-3 0-20 0,0-4-5 0,-2 4-5 16,0 0-15-16,1 0-2 0,-3 0-10 0,1 0-9 15,1-1-1-15,-1 1-2 0,0-2 6 0,-1 2 1 16,2-1 0-16,0 1-11 0,0-2-54 0,0 2-68 16,0 0-74-16,1 0-42 0,0 0 11 0,2 0 12 15,-1 0 36-15,-1 0 52 0</inkml:trace>
  <inkml:trace contextRef="#ctx0" brushRef="#br1" timeOffset="110331.45">30888 9340 263 0,'0'5'3'0,"0"-2"2"0,0-1 11 0,27-1 1 15,-27 0 1-15,22 1 2 0,-22 1-7 0,26-1 10 16,-13 2 5-16,1-1 4 0,-1 0-4 0,1 2-4 15,-1-1-8-15,-3-1-8 0,1-1 3 0,-4 1-3 16,3-1-8-16,-3 0 4 0,-1-2-4 0,-1 0 4 16,-3 1 0-16,2 0-1 0,-1-1-10 15,-3 0-25-15,2 0-24 0,-2 0-43 0,0 0-28 16,1 0 17-16</inkml:trace>
  <inkml:trace contextRef="#ctx0" brushRef="#br1" timeOffset="166346.75">31946 8803 274 0,'5'0'16'0,"0"0"6"16,-2-17 18-16,0 17 23 0,1 0-9 0,0-18-2 15,0 18 1-15,-1-11-7 0,0 11 23 0,2-11 27 16,-3 11 19-16,1-8 13 0,-3 8-10 16,2-5-15-16,-2 5-30 0,0-4-34 0,0 3-22 0,0 0-12 15,0 0-10-15,0-1 7 0,0 1-3 16,0 0-3-16,0 1 2 0,0 0-12 0,0-1 1 15,0 1 4-15,0 0-13 0,0 0 10 0,0 0 1 16,-13 0-1-16,13 0 11 0,0 0-7 0,-15 0 4 16,6 0-6-16,-3 17 10 0,-1-17 0 0,-2 15-3 15,-2-4 6-15,-2 0-4 0,2 4 3 0,-3 2 1 16,2-2 2-16,0 2-8 0,0 1-4 0,2 0 12 16,-1 1-8-16,2 2 6 0,-2 0 4 0,3 0-6 15,-2 1 0-15,0 2 4 0,2-2-4 0,0 2-2 16,0 1-2-16,0-1-1 0,2 0 2 0,2-1-2 15,3 1 9-15,2-1-11 0,1-1 4 16,1-1 1-16,3-1-2 0,0 0 9 0,0-2-10 16,0-1 1-16,21 1-2 0,-21-2 5 0,20-1 6 15,-20-1-3-15,22-1 2 0,-22 0 2 0,24-2 0 16,-9 1-1-16,-2-2 0 0,1 0-4 0,0-1 6 16,2-2-3-16,0 0-1 0,2-1 1 0,-1-2-10 15,-1 1 10-15,1-2 2 0,0-1 2 0,-1-1 4 16,1 0-7-16,-1-1-3 0,0 0-3 0,-2 0-2 15,3 0 0-15,-2-17 9 0,0 17-1 0,1 0 1 16,-1-21 3-16,-2 21-8 0,1-17 2 0,-1 17 2 16,-2-19-3-16,-2 9 8 0,-1 1 6 0,-1 0 12 15,-2-1 16-15,-2 1 1 0,1 0-5 0,-4 1-14 16,0-1-18-16,0 1-6 0,0 0-5 16,0 1-2-16,0-1-4 0,0 0 1 0,-27 0 0 15,27 0-4-15,-24 1 9 0,24 0-3 0,-27-1-1 16,11 1 1-16,-2 1 2 0,1 0-2 0,0 2-4 15,-2 1 13-15,2 1-7 0,-3 1 1 0,2 1-2 16,-2 0-18-16,1 0-24 0,0 0-19 0,0 0-14 16,1 0-22-16,-1 17-2 0,2-17-12 0,0 0-11 15,2 17 21-15,3-17 0 0,0 10 17 0,4-10 13 16,1 9-30-16,2-9-14 0,2 8 2 0,3-8 20 16</inkml:trace>
  <inkml:trace contextRef="#ctx0" brushRef="#br1" timeOffset="167201.28">32848 8876 580 0,'2'-7'6'0,"1"3"-6"0,0-1 3 16,1-1 0-16,1-1-10 0,-1 2 7 0,-2 2-7 16,1 1 0-16,2 1-3 0,-3 0 0 0,0 1 0 15,-2 0 0-15,0 0 10 0,0 0-3 0,0 19 4 16,0-19 3-16,0 24-12 0,-21-9 3 16,21 4 3-16,-21 3-3 0,21 1 12 0,-24 2-3 15,8 1 3-15,2 2-7 0,-3 1-6 0,2-2 6 16,1 2-6-16,0-2 5 0,-3 0 0 0,4-2-6 15,-1-1 19-15,1 0-4 0,2-4-6 0,1 2 13 16,1-5-23-16,2 1 4 0,-1-2 10 0,3-3-7 16,1-1 1-16,2-2 3 0,-1-1 7 0,0-3-7 15,3-1 4-15,0-2 0 0,0-2-10 0,0 0 14 16,0-1 13-16,0 0 1 0,0 0 3 0,0 0-7 16,0 0-10-16,0 0-11 0,18-16 0 0,-18 16-3 15,0-16 3-15,18 16 3 0,-18-22-3 0,15 9 0 16,-15-1-20-16,17 0 4 0,-8-2 0 0,3 0 3 15,-2-2 9-15,-1 0-12 0,4 0 6 16,-3-2 1-16,1 2-3 0,1-2 14 0,-1 1-2 16,1 0-9-16,0 0 11 0,-1 1-5 0,0 0 3 15,-1 1 12-15,-1 0-8 0,0 2 12 0,-1 2 0 16,-3 0 11-16,0 4 35 0,1-1-18 0,-3 3-3 16,0 1 2-16,-1 2-39 0,-1 2 18 0,-1-1-10 15,1 2-16-15,-1 1 0 0,0 0-11 0,0 0 6 16,0 0 1-16,0 0-3 0,0 0 3 0,0 0-12 15,0 0 5-15,0 0 7 0,0 17-3 0,0-17 14 16,0 19 1-16,0-19-1 0,0 27 1 16,0-10-1-16,16 0-11 0,-16 3 5 0,0 0 3 15,14 1 5-15,-14 0 10 0,12-1-3 0,-12 1 0 16,11 0 14-16,-11-1-6 0,13 0 11 0,-6 0 8 16,0-1-14-16,2-1 8 0,-3-1 6 0,2 0-9 15,-1-1 6-15,3 0-4 0,-5-1-11 0,0-1-12 16,-1-1 1-16,-1-1-5 0,0 0-5 0,1-1 13 15,-4-1-3-15,3 0-4 0,-2-1 3 0,3-1-6 16,-2-1 2-16,1 0-19 0,1 0-45 0,-2 0-31 16,0-2-52-16,-1-1-12 0,1 0 14 0,2 1-5 15,-4-3-6-15,1 2 19 0,1-3 30 0</inkml:trace>
  <inkml:trace contextRef="#ctx0" brushRef="#br1" timeOffset="167469">32843 9265 625 0,'0'-4'3'0,"-2"3"0"0,1-1 0 0,1-1 1 16,0-1-8-16,0 2 1 0,0 1 3 0,23 1 0 15,-23 0 3-15,19 0 1 0,-19 0-4 16,27 0-4-16,-14 0-2 0,1 0 3 0,4 0 3 16,-1 0-7-16,-4 0 1 0,1 13-1 0,-1-13-12 15,-1 0 2-15,0 0-14 0,0 10-20 0,-2-10-13 16,2 0-15-16,-1 0-18 0,-1 5-1 0,0-5 22 16</inkml:trace>
  <inkml:trace contextRef="#ctx0" brushRef="#br1" timeOffset="168405.31">31667 9822 381 0,'0'0'0'16,"0"0"0"-16,0 0 3 0,21 0 4 0,-21 0 0 16,20-17 0-16,-20 17 3 0,29 0-3 0,-14-13 0 15,2 13 3-15,-1 0-6 0,2-14-4 0,0 14 7 16,0 0-4-16,-2-10-3 0,1 10 4 0,-2-4-7 16,2 4 0-16,-4-5 6 0,0 3 4 0,-2 1-4 15,-4-1 1-15,3 1-4 0,-5-1 0 0,-1 2-4 16,-2 0-3-16,-1 0-18 0,-1 0-15 15,0 0 6-15,0 0-30 0,0 0-27 0,0 0 11 16</inkml:trace>
  <inkml:trace contextRef="#ctx0" brushRef="#br1" timeOffset="168561.95">31739 9947 411 0,'0'6'28'0,"0"-3"32"0,0-1 14 0,0-2 20 16,22 0-17-16,-22 0-39 0,24 0-6 0,-6 0-20 15,0-16-12-15,2 16 8 0,3 0-16 16,-2-14-8-16,1 14-40 0,0 0-24 0,-3-10-21 16,0 10-24-16,-1 0-18 0,-3-10 15 0,-3 10 28 15</inkml:trace>
  <inkml:trace contextRef="#ctx0" brushRef="#br1" timeOffset="176228.65">25706 10757 205 0,'-2'-2'9'0,"2"-1"16"0,0 0 9 16,0 0 16-16,0 0 1 0,0-1 1 0,0 0 5 15,0 1-11-15,0-1 7 0,0 0-4 16,0 0-10-16,0 1 9 0,0 0-6 0,0-2-3 0,12 3 8 15,-12-2-13-15,0 1 0 0,0 0 4 16,0 1-4-16,0 0 10 0,8 1-4 0,-8-1-5 16,0 2-8-16,0-1 0 0,0 1-8 0,0 0-1 15,0 0 0-15,0 0-14 0,0 0 3 0,0 0-6 16,0 0-1-16,0 0-4 0,0 0-3 0,0 0-4 16,0 0-2-16,0 0 5 0,0 0-7 0,0 0 3 15,0 0 1-15,0 0 7 0,0 0 3 0,0 0 1 16,0 16 0-16,0-16-7 0,0 15 4 0,0-15 3 15,0 21-3-15,0-8-3 0,0 2 16 16,0 1-11-16,0 2 0 0,0 1 8 0,0 1-12 0,0 0 9 16,0 1 0-16,-17 1 0 0,17-1-7 0,0 2-5 15,0-2 8-15,0 0-1 0,-8 0 2 16,8 0 7-16,0-1-9 0,0-4-1 0,0 1 9 16,0 0-10-16,0-1 4 0,0-1 4 0,21 0-3 15,-21-3 0-15,14 2 1 0,-14 0-1 0,15-2 0 16,-15 1 1-16,18-3 11 0,-7-1-3 0,-4-1 4 15,4-1 11-15,1-1-4 0,-2-1 5 0,2-2 2 16,-1-1-2-16,5-1-4 0,-5-1-6 16,2 0-6-16,1 0-1 0,-1 0-4 0,1 0-8 0,0-22-1 15,2 22-33-15,-3-18-37 0,3 18-26 0,-3-22-55 16,0 22-15-16,1-23 5 0,-1 10 3 16,1 1 8-16,-5-1 5 0,1-2 32 0</inkml:trace>
  <inkml:trace contextRef="#ctx0" brushRef="#br1" timeOffset="176470.53">25989 10517 744 0,'-22'0'22'0,"22"0"5"16,0 0-4-16,-21-20-4 0,21 20-14 0,0-14-14 15,0 14-18-15,-10 0-32 0,10 0-57 0,0 0-38 16,0 0-21-16,0 0 29 0,0 0 49 0</inkml:trace>
  <inkml:trace contextRef="#ctx0" brushRef="#br1" timeOffset="177524.71">26169 11151 155 0,'1'0'9'0,"1"-13"5"16,0 13-2-16,-2-11 17 0,2 4 1 0,0 1 1 15,0 1 12-15,0 0-10 0,1 1-8 0,1 1-5 16,-4-2 5-16,5 2-5 0,-3-2 11 0,-2 3 3 16,3 0-12-16,-3-1-6 0,2 3-20 15,-2-1 0-15,0 1 0 0,0 0 0 0,0 0 4 0,0 0-5 16,0 0 5-16,0 0-9 0,0 0 8 15,0 0-4-15,0 0-3 0,0 19 0 0,0-19-3 16,-17 16 13-16,17-16 0 0,0 24 3 0,-8-8 5 16,8 0-8-16,-9 2-4 0,9 2 4 0,-4 0-5 15,4 0 1-15,-6 1 3 0,6-2 0 0,0-1 3 16,0 1 0-16,0-4-10 0,0 1 10 0,0-2-11 16,0-1-4-16,0-2 22 0,0 1-14 0,0-4 0 15,0 2 10-15,0-3-10 0,0-2 3 0,0 1 11 16,0-2-15-16,0-1 12 0,0-2-8 0,0 0 7 15,0 1 8-15,0-2-7 0,14 0-1 0,-14 0-10 16,0 0 3-16,0 0-3 0,0 0 6 16,0-18 0-16,0 18-10 0,0-17 3 0,0 17-1 15,0-26 4-15,7 10 0 0,-7-3-13 0,4 0-4 16,-4-3 1-16,2-1 6 0,3-1 5 0,-5 1 4 16,5-1 0-16,-3 2 4 0,1 1 3 0,1 4 5 15,0 0 2-15,-1 3 1 0,3 0 10 0,0 2-8 16,0 2-5-16,0 0 12 0,-1 0-5 0,3-1 9 15,2 0 7-15,1 2-17 0,0 1 2 0,1-1 4 16,5 1-17-16,1 1 0 0,0 1-1 0,2 2-9 16,-3 2 10-16,-2 0 4 0,-1 2-4 0,-1 0-5 15,-4 0 1-15,0 0-6 0,0 0 5 0,-3 19-5 16,-1-19 6-16,-1 0-11 0,-4 21 6 0,2-21 9 16,2 16 0-16,-4-16 0 0,0 21-10 15,0-11 5-15,0 0-9 0,0-1 14 0,-28 1-5 16,28-1-6-16,-20-1-3 0,20 0-13 0,-25-1 0 15,12 1-4-15,-1-1 10 0,1 0 8 0,1-3 0 16,1 3 7-16,0-3-3 0,2-1-8 0,2-1 12 16,1 1-11-16,6-2 3 0,-5 0 11 0,5-1-11 15,-2 2 4-15,2-2 4 0,0 2-7 0,0 1 7 16,0 0 0-16,0-1-7 0,27 3 11 0,-27-1-3 16,22 2 3-16,-8 1 0 0,1 0-11 15,1 1 0-15,-2 0 4 0,0 1 4 0,1 1 3 0,-1 0 0 16,-3 0-7-16,-1 1 3 0,2-1-3 15,-3 1 0-15,-3-2 3 0,2 0-4 0,-4 2 8 16,-1-3 4-16,-1 1 0 0,0-2-1 0,-2 1 9 16,0-1-5-16,0 0 0 0,0 0 8 0,-21-1-7 15,21-1-4-15,-15 2 3 0,15 1-7 0,-23-2 0 16,10-2 3-16,-1 3-3 0,-3-3 0 0,3 0-4 16,-1 0 0-16,-2-2 12 0,2-1-12 0,-1 1 0 15,3-2 4-15,1 0-13 0,-1 0 18 0,1 0 3 16,4 0-38-16,1 0-24 0,0 0-33 0,3-21-46 15,1 21-18-15,1 0 25 0</inkml:trace>
  <inkml:trace contextRef="#ctx0" brushRef="#br1" timeOffset="178004.95">26683 11218 208 0,'2'-1'8'0,"-2"-4"1"0,3 1 9 15,2-1 10-15,-1 0 4 0,-2 0 12 0,3 1 1 16,-3-2-2-16,0 1-9 0,2 2 0 0,-4-1 0 16,2 1-9-16,-2 1-4 0,0 1-5 0,0 0-12 15,0 1-4-15,0 0 0 0,0 0-8 0,0 0 0 16,0 0 4-16,0 0-4 0,0 0 1 0,0 16-1 16,0-16 9-16,0 12 0 0,-13-12-4 15,13 20 7-15,0-8-7 0,0 3 8 0,-8 1 0 0,8 1-12 16,0 2 8-16,-12-2-8 0,12 2 15 15,-2 1 3-15,-3-2 8 0,3-1 4 0,2 0-11 16,-2-2 3-16,0-1-12 0,2 1 5 0,0-3-1 16,0 0-6-16,0-2-1 0,0 0 0 0,0-1-4 15,0-1 11-15,0-1-7 0,0-1-4 0,0 0 8 16,0-3 0-16,0 1 0 0,0-1 3 0,0-1-7 16,0-1-4-16,0-1-3 0,0 0-16 0,0 0-11 15,0 0-24-15,0 0-30 0,0 0-29 0,0 0-17 16,0 0 23-16</inkml:trace>
  <inkml:trace contextRef="#ctx0" brushRef="#br1" timeOffset="178257.82">26751 11241 351 0,'4'-7'9'15,"-3"-1"9"-15,-1 0 9 0,2-1-4 0,-2 2-6 16,0 0-4-16,2 1-14 0,-2-1 8 0,0 1-7 15,0-1 4-15,0 4 0 0,0 0-8 0,0-1 7 16,0 3-10-16,0 0 3 0,0 1 0 0,0 0 4 16,0 0 1-16,-21 0 0 0,21 19 4 0,-17-19-4 15,3 16-5-15,1-16 1 0,-1 22 8 16,-3-10-15-16,0 2 15 0,0 0-7 0,1 0-5 0,-2 0 12 16,2-2-12-16,1 1 11 0,1-3-11 15,1-1 2-15,1 0-23 0,3-2-22 0,1-2-15 16,5-1-44-16,-1-2 28 0</inkml:trace>
  <inkml:trace contextRef="#ctx0" brushRef="#br1" timeOffset="178725.4">27135 11043 362 0,'-9'0'14'0,"9"0"10"16,-7 0 17-16,7 0 8 0,-5 0-6 0,5 0-6 16,0 0-8-16,0 0-16 0,0 0-5 0,0 0 4 15,21 0-15-15,-21 0 15 0,20-14-15 0,-20 14 3 16,25 0 16-16,-10 0-3 0,0-11 12 0,2 11-12 15,1 0 1-15,-2 0 9 0,2 0 1 0,-3 0-5 16,4 0-5-16,-4 0-13 0,1 0 4 0,-3 0-1 16,-1 0 5-16,1 0 0 0,-4-5-9 0,2 5 5 15,-2 0-14-15,-2 0-24 0,-3 0-12 0,3 0-33 16,-4-3-33-16,-1 3-14 0,0 0-12 16,-2 0 9-16,0 0 37 0</inkml:trace>
  <inkml:trace contextRef="#ctx0" brushRef="#br1" timeOffset="178917.15">27180 11176 208 0,'0'4'9'0,"22"-1"6"0,-22-1 3 16,21-2 5-16,-21 0 2 0,27 0-4 0,-10 0-4 15,-1 0-4-15,1 0-15 0,2 0 6 16,-3 0 0-16,0 0 0 0,2 0 7 0,-3 0-14 0,-1 0 7 15,-1 0-4-15,0 0-21 0,-1 0-7 16,-1 0-30-16,-1 0-34 0,0 0 17 0</inkml:trace>
  <inkml:trace contextRef="#ctx0" brushRef="#br1" timeOffset="183991.62">27892 10657 138 0,'-2'0'14'0,"2"-13"15"16,0 13 5-16,0 0 11 0,0 0-3 0,0 0-7 15,0-6-1-15,0 6-13 0,0 0-4 0,0-5 2 16,0 3-3-16,0 0 6 0,0 0-4 0,0 1-6 15,0-2-5-15,0 2 8 0,0-1-4 0,0 0 3 16,0 1 8-16,0 0-8 0,0-1 0 0,0 1 1 16,0 0-1-16,0 0-3 0,0 1 3 0,0-1-7 15,0 0-7-15,0 0 0 0,0 0-3 0,0 0-1 16,0-1 11-16,15 1-6 0,-15 0-1 0,14-1 10 16,-14 2-17-16,17-1 7 0,-7 1 4 0,3 0-8 15,0 0 8-15,1 0 6 0,1 0-3 0,4 0-10 16,-2 0 10-16,0 0-7 0,-2 0 4 15,1 0 3-15,-5 0-11 0,3 0 1 0,-5 0-8 16,-1 0 15-16,0 12-8 0,-4-12 1 0,-1 0 6 16,-1 0-10-16,-2 8 7 0,2-8 7 0,-2 6-7 15,0-6 0-15,0 9 7 0,0-3-14 0,0 1 10 16,-18 2-10-16,18-1 7 0,0 2 7 0,-22-1-14 16,22 1 14-16,-21 0-10 0,21 1-1 0,-21-1 8 15,9-2-4-15,3 1 0 0,-3 0-4 0,4-1 4 16,0 0-3-16,-3-1 6 0,4 1-3 0,0-3-3 15,2 2 6-15,0 0-13 0,1-2 13 16,0 0 4-16,0 0-11 0,4-1 8 0,0 1-1 0,0-2-6 16,0 0 3-16,0 0 7 0,0 0-7 15,0 0 0-15,0 0 12 0,0-1-12 0,0 0-4 16,0 1 8-16,19-2-9 0,-19 2 14 0,0-1 12 16,16-1 17-16,-16 0 17 0,13 0 7 0,-13-1 5 15,13 0-10-15,-5 0-1 0,2 0-6 0,-3 0-9 16,3 0-9-16,0 0-15 0,-1 0-9 0,1 0-2 15,-3-14-2-15,3 14-3 0,0 0-5 0,-2 0 1 16,1 0 0-16,-2-9 3 0,-3 9 6 0,2 0-3 16,-1 0-3-16,-3 0 4 0,3 0-3 0,-2-5 0 15,0 5 2-15,-2 0-13 0,1-2-9 0,-2 2-20 16,3 0-30-16,-1-1-22 0,-2 1-22 16,0 0-11-16,0-1 0 0,0 1-10 0,0-1-11 15,0 1 2-15,0-1 32 0</inkml:trace>
  <inkml:trace contextRef="#ctx0" brushRef="#br1" timeOffset="184560.99">28458 10728 184 0,'4'-3'19'0,"-2"2"18"16,0-2 6-16,-1 0 12 0,1 0-15 15,-1 2 5-15,0-2-7 0,-1 2-6 0,0 0 4 16,0-1-21-16,0 2 7 0,0 0-12 0,0 0 1 16,0 0-7-16,0 0-4 0,0 0 3 0,0 0-3 15,0 0 4-15,0 0 3 0,0 0-3 0,0 0-8 16,0 0 0-16,0 0 1 0,-13 0-1 0,13 0 1 16,0 0-1-16,-15 0-6 0,15 0 13 0,-17 0 1 15,9 0-1-15,-2 15-3 0,0-15-7 0,1 0 4 16,-2 12 3-16,1-12 3 0,2 10-6 15,-2-10-8-15,0 12 4 0,2-6 3 0,0 1 4 0,3 0 3 16,-1 0-7-16,0 0 1 0,2 1 3 16,0-1 0-16,1 2 3 0,1-1 0 0,2-1-7 15,-2 3 7-15,2-2 0 0,0 1 4 0,0-1 3 16,0 1-3-16,0-1-11 0,22 0 4 0,-22 0 4 16,16-1-5-16,-16-1 9 0,20 0-1 0,-20-1 8 15,20-1 11-15,-8-1 22 0,1-1 5 0,0 0-6 16,-1-2 5-16,1 0-18 0,1 0-9 0,-3 0 1 15,5 0-10-15,-3 0 4 0,0-19 0 0,1 19 0 16,-3 0 16-16,1-17 2 0,-2 17 11 0,-1-14 7 16,-2 14-7-16,1-15-7 0,-4 15-7 0,2-15-10 15,-2 7-6-15,-2-1-1 0,1-1-6 0,-1 2 5 16,-2-4-5-16,0 2-8 0,0-2 2 16,0 3-12-16,0-2-1 0,-18 0 1 0,18 2-4 15,0 0 5-15,-21 1-1 0,21 1 3 0,-16 2 0 16,16 0-2-16,-15 1-9 0,15 1-41 0,-12 1-31 15,12 2-37-15,-12-1-12 0,7 1 9 0,-1 0 17 16,2 0 16-16,0 0 7 0,-1 0-3 0,1 0-13 16,0 0-16-16,2 15 11 0,0-15 34 0</inkml:trace>
  <inkml:trace contextRef="#ctx0" brushRef="#br1" timeOffset="185044.55">28893 10730 262 0,'2'0'4'0,"0"-4"8"0,-2 4 15 0,0-2 10 16,0 2-2-16,0 0 2 0,0-2-10 0,0 1-15 15,0 0-1-15,0 0-3 0,-16-1-7 0,16 1 3 16,0-1 6-16,-15 2-9 0,15-2 2 0,-14 1-3 15,14 1-6-15,-17 0 5 0,8 0 1 16,1 0 0-16,0 0 0 0,-1 0-4 0,2 0 1 0,-3 0 3 16,3 0 0-16,-3 18 0 0,2-18 6 15,2 0-7-15,-4 14 4 0,4-14-7 0,-5 12-6 16,4-12 10-16,-1 14-4 0,2-7 7 0,-1 2 0 16,1 0-7-16,1 2 3 0,0-1 0 0,3 2 1 15,2 0 2-15,0 0-6 0,0 1 11 0,0-1 6 16,0 0-14-16,25-1 8 0,-25 0-7 0,23-2 0 15,-23 0 22-15,23-2 12 0,-23 0 3 0,23-2 14 16,-11-1 10-16,-1-2 10 0,2-1 1 0,1-1-16 16,-1 0-12-16,2 0-19 0,2 0 3 0,0 0-4 15,-3-19 7-15,2 19 8 0,-3 0 5 0,0-22 12 16,-3 22-3-16,0-17-5 0,-1 17-8 16,-4-18-5-16,-1 8-12 0,-1 1-8 0,-1-1-11 15,-2 0-6-15,0-1 3 0,0 1-3 0,0-1-2 16,0 1-9-16,-23-1-24 0,23 1-47 0,-20 1-41 15,20 1-41-15,-23 1-6 0,12 1 14 0,-4 1 3 16,2 1 5-16,-1 1 9 0,0 1 34 0</inkml:trace>
  <inkml:trace contextRef="#ctx0" brushRef="#br1" timeOffset="185899.41">27903 11197 23 0,'0'0'5'0,"0"0"17"0,0 0 13 0,0 0 17 16,0 0 3-16,0 0-16 0,0 0-5 0,0 0-8 15,0 0-11-15,0 0 6 0,16 0 0 0,-16 0-15 16,0 0 17-16,0 0-10 0,0 0-4 15,7 0 10-15,-7 0-10 0,0 0 3 0,7 0 0 16,-7 0-4-16,6 0 0 0,-2-12 0 0,3 12 1 16,0 0 3-16,0 0 0 0,5-7 4 0,3 7-4 15,2-5 0-15,1 5 0 0,3-5 0 0,-1 4 0 16,6-2 8-16,-1 0 12 0,3 2-4 0,1-2 5 16,4 1 2-16,1-2-11 0,0 2 13 0,3-1 5 15,2 0-9-15,0 0 8 0,1 0-4 0,0 0 7 16,-1 1 8-16,1 0-11 0,-3 1 1 0,0 1-12 15,-1 0-3-15,-4 0 5 0,-3 0-8 16,-5 0 1-16,1 0-5 0,-2 0-5 0,1 0 10 0,-3 15-4 16,0-15-6-16,3 0 5 0,1 0-6 15,-3 0-4-15,0 0 3 0,1 9-5 0,-6-9-4 16,1 0 2-16,-4 0 1 0,-2 0 0 0,-3 0-4 16,-1 0-5-16,-2 0 4 0,-2 0-1 0,1 0 1 15,-5 0-2-15,1 0-33 0,-1 0-54 0,0 0-55 16,0 0-61-16,0 0-10 0,0 0 29 0,0 0 5 15,0 0 22-15,0 0 40 0</inkml:trace>
  <inkml:trace contextRef="#ctx0" brushRef="#br1" timeOffset="187206.63">27908 11501 205 0,'-1'1'8'0,"0"-1"1"0,1 0 15 15,0 0 4-15,0 0 3 0,0 0 4 0,0 0-18 16,0 0-4-16,0 0-9 0,0 0 7 16,0 0-3-16,0 0 7 0,0 0-4 0,15-13-14 15,-15 13 14-15,0 0-6 0,11-10-1 0,-11 10 14 16,9 0-3-16,0-7 0 0,-1 7 4 0,0-5-7 16,3 5-1-16,3-3 3 0,-2 3 0 0,1 0-3 15,-1 0-3-15,2 0-5 0,-2 0 8 0,-1 0-4 16,-1 0 0-16,-2 0-7 0,2 0-10 0,0 0 10 15,-3 0 0-15,0 0 8 0,-3 11-5 0,1-11-10 16,-2 0 3-16,0 0-3 0,0 0 7 0,-3 8 3 16,0-8-10-16,0 6 7 0,0-3 4 0,0 2-8 15,0 1 4-15,0 1 4 0,-20 1-8 16,20 0 11-16,0 2-7 0,-21 0-7 0,21 0 10 0,-14-1-7 16,14 1 14-16,-13-2-3 0,13 1-11 15,-11-2 4-15,11 1-7 0,-9-1 7 0,9 0-4 16,-8 0 4-16,8-1-1 0,-3 0-6 0,2 1 10 15,1 0 1-15,0 0 7 0,0 0-5 0,0-2 2 16,0 2-8-16,0-2 0 0,0 0 3 0,21-1 8 16,-21 0 20-16,0-1 14 0,15-2 25 0,-15 2 3 15,17-3-4-15,-17 0-2 0,19 0-9 0,-9 0 2 16,1 0-2-16,3 0-8 0,-2 0-7 0,0 0-10 16,2 0-12-16,-2-16 1 0,0 16-6 0,-3 0-6 15,2 0-1-15,-1-11-7 0,-2 11 2 0,-1 0 0 16,-1 0 2-16,0-10 4 0,-2 10-4 15,1 0 1-15,-3-5-7 0,1 5 2 0,-2-3-3 16,-1 2-4-16,2 0 5 0,-2 0-17 0,0 0-21 16,0 1-23-16,0-1-44 0,2 1-29 0,-2-1-19 15,0 0-6-15,0 0 12 0,0-1 12 0,0 0-23 16,0-2 33-16</inkml:trace>
  <inkml:trace contextRef="#ctx0" brushRef="#br1" timeOffset="187702.82">28474 11464 314 0,'0'0'8'15,"0"0"16"-15,0 0 1 0,-14 0 7 0,14 0-8 16,0 0-12-16,0 0-4 0,0-13-4 0,0 13-4 16,0 0 0-16,0 0-1 0,0 0-6 0,0 0 6 15,0 0-9-15,0 0 7 0,-6 0 6 0,6 0-3 16,0 0 3-16,-7 0 0 0,3 0-9 0,-1 21 2 15,0-21 0-15,1 12 1 0,0-12 6 0,1 16-9 16,-1-7 9-16,1 0-3 0,-1 1 4 0,4 1 2 16,-3 0-2-16,3-1 7 0,0 2 4 0,0-1 17 15,0 2-10-15,0-2-4 0,0 3-7 0,0-2-7 16,0 1 10-16,0-1-4 0,0 1-3 0,17-1-11 16,-17 2 0-16,0-3 4 0,0 3 6 15,0-4 5-15,0 1-1 0,0-1-3 0,0 1 1 16,0-3-1-16,0 0-3 0,0 0 0 0,0-2 0 15,0 0-1-15,0-1-6 0,0 0 10 0,-19-1-3 16,19-1 3-16,0-1 5 0,-14 1-16 0,14-2 8 16,-10-1-4-16,10 0 0 0,-14 0-15 0,10 0-36 15,-3 0-22-15,1 0-38 0,-2-22-34 0,2 22 28 16</inkml:trace>
  <inkml:trace contextRef="#ctx0" brushRef="#br1" timeOffset="188035.23">28474 11497 562 0,'3'0'14'15,"-1"0"31"-15,1 0 20 0,0 0 9 0,3-17-5 16,1 17-16-16,2 0-9 0,0-13-4 0,0 13-4 16,5 0-8-16,-3-10-9 0,5 10-2 0,-2 0-2 15,2 0-8-15,-2 0 1 0,-1 0-5 0,2 0 1 16,-2 0-1-16,1 0-3 0,-2 0 3 16,2 0-3-16,-5 0 1 0,0 0-1 0,1 0 0 15,-3 11 7-15,-1-11-7 0,-1 0 1 0,-2 0-6 16,0 0-41-16,1 7-35 0,-1-7-41 0,-3 0-29 15,1 0 13-15,3 4 1 0,-2-4-10 0,3 2 24 16,-3-1 23-16</inkml:trace>
  <inkml:trace contextRef="#ctx0" brushRef="#br1" timeOffset="188439.46">28837 11467 240 0,'2'0'12'0,"-1"0"19"16,-1 0 1-16,1 0 11 0,3 0-12 15,-2 0-18-15,-2 0 6 0,0 0-8 0,2 0-10 16,-2 0 6-16,0 0-3 0,0 0-1 0,0 0 0 16,0 0 0-16,0 0-2 0,-23 0-4 0,23 0-1 15,-18 0 1-15,18 16 2 0,-17-16-2 0,5 14 3 16,2-14-4-16,-2 16-3 0,0-7 7 0,2 0 6 16,-1 0-6-16,-2-1 3 0,2 2-3 0,2 0 4 15,0 2 6-15,2-3-10 0,2 2 10 16,2 0 0-16,2 0-3 0,1 0 11 0,0 0 4 0,0 1 1 15,0-2 6-15,25 0 8 0,-25 0-14 0,22 1 11 16,-7-3 7-16,-15-1 2 0,27 0 14 16,-12-1 12-16,2-2-4 0,-1-1 0 0,0-1 1 15,-2-2-14-15,0 0 2 0,-2 0-7 0,2 0-6 16,-4 0-10-16,0 0-7 0,-3 0-11 0,2-22-1 16,-1 22-3-16,-3-14-8 0,0 14 13 0,0-16-4 15,0 16-8-15,-1-19 8 0,-3 9-5 0,1-1 1 16,-2 0 1-16,0-1-3 0,0 1-8 0,0 0-10 15,0-1 12-15,-20 2-2 0,20-1 1 0,0 2 6 16,-16 1-38-16,16 1-63 0,0 1-67 0,-13 1-43 16,13 2-19-16,0 0 6 0,-8-1 40 0,8 3 45 15</inkml:trace>
  <inkml:trace contextRef="#ctx0" brushRef="#br1" timeOffset="189135.75">29534 10971 366 0,'-7'-3'16'16,"7"2"28"-16,-4-2 15 0,4 0 11 0,-2 1-10 16,-1 0-18-16,1 0-15 0,2 1 2 0,-1-1-8 15,1 1-13-15,0 0 1 0,0 1-18 0,0 0 5 16,0 0 0-16,0 0-1 0,0 0 1 16,0 0-5-16,0 0 0 0,0 0-3 0,0 0 4 15,0 0 4-15,0 0 0 0,0 15 12 0,0-15-4 16,17 16 9-16,-17-16 5 0,16 24 5 0,-4-10 9 15,0 5-3-15,1-2 8 0,-2 0 7 0,1 3 3 16,0 0-2-16,-2 0 8 0,0-1-14 0,2-1-5 16,-2-1-7-16,-1 0-11 0,2-1-7 0,0-1-5 15,1-3 1-15,-4-1 2 0,0-1-4 0,0-1 7 16,-3-1 4-16,3-1-6 0,-3 0-1 0,-2-2-1 16,1 0-44-16,-1 1-45 0,0-2-39 0,-2-2-43 15,0 0 14-15,1-1 21 0,0 1 14 0,-1-2 1 16,1 0-2-16,-2 0 23 0</inkml:trace>
  <inkml:trace contextRef="#ctx0" brushRef="#br1" timeOffset="189396.12">29821 11057 468 0,'-19'0'8'0,"19"0"20"0,0 0 0 0,-15 0 0 15,15 0-12-15,0 0-12 0,0 0-7 0,-11 0-2 16,11 0 1-16,0 0 4 0,-13 0 3 0,6 20 0 16,0-20 4-16,-1 0-7 0,-1 17-1 15,-2-17-6-15,1 13-3 0,-2-13 6 0,-1 18 10 16,2-9 2-16,0 0 0 0,2 1-11 0,1 1-4 16,-1 1 8-16,2-2 3 0,0 1-4 0,1 1 1 15,-2-1-8-15,-1 1-4 0,2-2-19 0,-4 1-16 16,1-2-17-16,1 0-31 0,2 0-17 0,-2-3 14 15,2 1 22-15</inkml:trace>
  <inkml:trace contextRef="#ctx0" brushRef="#br1" timeOffset="191023.7">30482 10843 280 0,'0'-3'10'0,"0"-1"11"0,0 1-8 0,0 0 6 16,0 0-14-16,0 1-1 0,0-1-1 0,0 1-2 15,0 1-2-15,0 0-14 0,0 1 12 16,0 0 9-16,0 0-9 0,-24 0 15 0,24 0-7 0,-19 0-6 15,19 0 9-15,-21 0-9 0,9 17-3 16,0-17-5-16,-2 0 2 0,1 18 9 0,-1-18 0 16,0 16 2-16,0-16 1 0,-2 20-7 0,2-8 6 15,-3 3-10-15,2 1 3 0,0 1-9 0,1 2 11 16,-1 3 10-16,1 1-3 0,1 0 17 0,2 1-25 16,-1 1 1-16,2 0 2 0,2 0-9 0,0 0 12 15,2-2-1-15,-2 1-3 0,4-1 2 0,0-1 6 16,3-1-7-16,-2-2 7 0,2-1-10 0,1-3 6 15,0-1 0-15,0-3 8 0,0-1 18 0,18-1-3 16,-18-2 2-16,17-1-6 0,-17-1-11 16,25-1-5-16,-11-2 1 0,3-1 2 0,0-1-7 0,5 0 4 15,0 0 0-15,-3 0-7 0,3 0 0 16,-1 0 0-16,-1 0-3 0,-1-20 3 0,-1 20 10 16,-2 0-7-16,0-19 4 0,-4 19 3 0,2-15 0 15,-5 15 1-15,-1-15 3 0,-2 8-3 0,-2-1-4 16,1-1 4-16,-3 1-1 0,-2-1 6 0,0 0-5 15,0 0 6-15,0 0-13 0,0-1-4 0,-19-1 9 16,19 1-13-16,-20 1 9 0,20-1-1 16,-25 1 1-16,9 1 4 0,-3 1-9 0,1 2 4 0,-1 3-8 15,-2-1 0-15,-1 3 12 0,1 0-12 0,1 0 12 16,-1 0-8-16,4 0-5 0,0 22-8 0,1-22-27 16,2 15 5-16,0-15-7 0,3 17 9 15,0-17 8-15,0 18-1 0,4-8-7 0,-2 0-4 16,3-1 2-16,1 1-23 0,1-2-4 0,3 1-34 15,1-2 2-15,0 0 27 0</inkml:trace>
  <inkml:trace contextRef="#ctx0" brushRef="#br1" timeOffset="191555.75">30972 11104 469 0,'-3'0'24'0,"3"2"27"15,0-2 9-15,0 0 27 0,0 0-15 0,0 0-18 16,0 0-5-16,0-16-32 0,0 16-8 0,0 0-14 16,17 0-4-16,-17-14 4 0,17 14 8 0,-17 0 5 15,24-11-5-15,-9 11 1 0,1 0-9 0,2-7 1 16,3 7 4-16,-3 0 4 0,1 0-4 16,0 0 4-16,-3 0 5 0,0 0-8 0,-2 0 12 15,-2 0-8-15,-1 0 3 0,-3 0 5 0,-3 14-5 16,0-14 1-16,1 0 3 0,-4 0-12 0,-2 0 3 15,1 0-3-15,-1 0-37 0,0 0-6 0,0 0-38 16,0 0-18-16,0 0-6 0,0 0-20 0,0 0-9 16,0 0-4-16,0 0 30 0</inkml:trace>
  <inkml:trace contextRef="#ctx0" brushRef="#br1" timeOffset="191767.24">30994 11245 314 0,'0'2'9'0,"0"0"7"16,0-2 1-16,0 1 8 0,20-1-6 0,-20 1-1 15,16 0-3-15,-16 1 1 0,19-1-4 0,-5 1 0 16,-1 0 3-16,2-1-7 0,1 1-4 0,0 0-7 16,-1-1 0-16,2 0 6 0,-3-1-3 0,0 1 4 15,-1-1 3-15,-3 0-17 0,-1 0-6 0,-1 0-18 16,-1 0-26-16,-2 0-26 0,0 0-21 0,0 0 14 15</inkml:trace>
  <inkml:trace contextRef="#ctx0" brushRef="#br1" timeOffset="196074.58">32174 10999 192 0,'0'-3'10'0,"0"1"14"0,1-1 11 16,-1 0 8-16,0 0-6 0,0 0-8 0,0 1-3 15,0-1-1-15,0 0 9 0,0 1 1 16,0 0-1-16,1 0-7 0,-1 1-7 0,0-1 0 16,0 1-6-16,2-2 5 0,-2 2-5 0,0 1-1 15,0-1 0-15,0 0-4 0,0 1 1 0,0 0 1 16,0 0-8-16,0 0 1 0,0 0 0 0,0 0-11 16,0 0 7-16,0 0 0 0,0 0-4 0,0 0 0 15,0 0 1-15,0 0-7 0,0 0 3 0,0 0 10 16,0 0-3-16,0 18 4 0,0-18-1 0,-21 18-3 15,21-7 0-15,-22 3 3 0,8 2 0 0,-4-1-10 16,0 0 11-16,-2 2-4 0,2 1 0 16,-1-1 11-16,1 0-7 0,2 0-4 0,-1-1 0 0,0 0-8 15,0 1 4-15,2-2 4 0,0-1 0 16,0 0 4-16,0 0-8 0,3-2 1 0,-1 0 0 16,4-1 3-16,-1 0 0 0,3-3 7 0,0 1-7 15,1-2-3-15,2-1-3 0,1 0 2 0,1-1 1 16,2-1 6-16,0-1 10 0,0 0-16 0,0-1 9 15,0 1-6-15,0 0 4 0,0-1 7 0,0 0 1 16,21 0-1-16,-21 1-7 0,18-1 7 0,-18 0-7 16,25 0-4-16,-8 0 7 0,1 0-3 0,2 0 3 15,-1-1 4-15,4 0 0 0,-2 0 0 0,2 1 0 16,-2-1 7-16,-2 0-18 0,0 0 7 0,2-1 4 16,-3 1-11-16,-1-1 11 0,0 0-7 15,0 0-3-15,1 0-5 0,-1 0 8 0,-1 0-5 16,-1 0-2-16,-1 0 13 0,-2 0-10 0,-1 0 0 15,-2 0 0-15,-3 0-3 0,-1 0 3 0,-2 0 4 16,0 0-1-16,-1 0-3 0,1 0-18 0,-3 0-30 16,2 0-25-16,-2 0-16 0,0 0-12 0,0 0-8 15,0-12-23-15,0 12 5 0,0 0 29 0</inkml:trace>
  <inkml:trace contextRef="#ctx0" brushRef="#br1" timeOffset="196435.42">32380 11028 186 0,'0'-6'-2'0,"0"0"9"16,-16 2 1-16,16 1 0 0,0-1-2 15,0 2-10-15,-17 1 3 0,17 1 0 0,0 0 0 0,-13 0 2 16,13 0-6-16,-11 17 3 0,11-17 8 16,-12 0-6-16,6 24 2 0,-1-24 0 0,2 22-10 15,-1-10 8-15,-1 3 0 0,2-1-6 0,-1 5 16 16,1 0 2-16,-3 4 14 0,1 2 3 0,2 0-8 16,-2 3-4-16,1 1-13 0,0 0 6 0,2 0-1 15,0-2 3-15,2-1 1 0,1-1 2 0,0-2 5 16,1-1-7-16,0-2 0 0,0-3-3 0,0-1-10 15,0-2 0-15,0-1-3 0,0-2 8 0,0-1-5 16,0-1 6-16,0-1 3 0,0-1-8 0,0 2-16 16,0-1-49-16,0-3-50 0,0 2 0 0</inkml:trace>
  <inkml:trace contextRef="#ctx0" brushRef="#br1" timeOffset="196726.93">32452 11438 296 0,'3'-5'4'0,"0"4"6"0,-1-1 1 16,0-2 0-16,0 3 1 0,1-1-11 0,-1 2-4 0,1 0 3 15,-1 0-5-15,-2 0 2 0,3 0 4 16,-3 0-7-16,0 23 0 0,0-23-1 0,0 19 7 16,0-19-3-16,0 25 12 0,0-11-6 0,0 0 2 15,0 0 4-15,-19 1-13 0,19-2 10 0,0 0-7 16,-12-1 6-16,12 0-9 0,0-2-31 0,-13-1-38 16,13-2-17-16,0-1 10 0</inkml:trace>
  <inkml:trace contextRef="#ctx0" brushRef="#br1" timeOffset="198379.15">32886 11246 195 0,'0'0'4'0,"0"0"10"0,0 0 2 16,0 0 4-16,0 0 1 0,0 0-12 0,0 0 3 15,0 0-1-15,0 0 5 0,0-7-7 16,0 7-3-16,0 0 6 0,-14 0-14 0,14 0 5 15,0 0 7-15,-12 0-13 0,12 0 3 0,-17 0 1 16,8 15-10-16,-1-15 4 0,-2 0 3 0,1 15 6 16,-1-15-1-16,-2 16 2 0,2-16-7 0,-1 16 0 15,1-6 0-15,1 1 3 0,-2 0 0 0,4 1 3 16,-1 0-4-16,0 0-2 0,2 1 6 0,1-1-3 16,0 2-1-16,0-1-1 0,2-1 4 15,1 1-5-15,3-2 8 0,-1-1 3 0,2 1-9 0,0 0 6 16,0-2-2-16,0 0 12 0,0-1 7 0,0 0 3 15,23-1 13-15,-23-1-10 0,14-1 0 0,-14 0-1 16,17-1-9-16,-17-1 9 0,19 0-3 16,-9-1 1-16,1-2-8 0,-2 0-1 0,1 0-6 15,-1 0-7-15,0 0 11 0,1 0-8 0,-3 0 12 16,0 0 6-16,-1 0-7 0,0-16 4 0,0 16-1 16,1 0-3-16,-5-16 4 0,3 16-4 0,-1-11-4 15,-1 11-14-15,-1-15 4 0,0 6-4 0,0 0 4 16,1-1 6-16,-1-1-6 0,-2 0-1 0,0 1-9 15,0-2 0-15,0 1-1 0,0-1-2 0,0 0 2 16,0 1 4-16,0 0-4 0,-19 0 7 16,19 2-14-16,0 0-16 0,-15 0-19 0,15 2-3 15,0 1-2-15,-13 1 12 0,13 3 14 0,0-1-4 16,-8 0 6-16,8 1-6 0,0 2 12 0,0-2-9 16,0 2 15-16,0 0 6 0,0 0-8 0,0 0 6 15,0 0-10-15,0 0 7 0,0-2 3 0,0 2 9 16,0 0-1-16,0-1-1 0,14-1 3 0,-14 2-4 15,0-2 1-15,16 0 0 0,-16 1 0 0,12 1 0 16,-12-1 6-16,11-1 1 0,-5 1 3 0,-6 0 3 16,9-1 6-16,-4 0-6 0,0 0 6 0,1-1-9 15,-1 0-1-15,0 0 3 0,0-1-2 0,1 0 3 16,0-1-3-16,0 0 6 0,-1 0-3 0,1 0-4 16,-1 0-5-16,-1-1 2 0,-1 0-2 15,-1 1 9-15,1-1 2 0,-2 0 8 0,1-2-4 16,1 2 0-16,-3-1-4 0,0 0-9 0,1 0 7 15,-1 0-7-15,0 1 3 0,0-2 1 0,0 1-10 16,0 0 6-16,0 0 0 0,0 2-10 0,0 0 10 16,-18 0 0-16,18 2-6 0,0 1 3 0,-14 0-4 15,14 0 1-15,-15 0 3 0,15 1 0 0,-16-1 7 16,5 1-7-16,2 0 0 0,1 0 3 0,-1 1-6 16,-1 0-1-16,0 0-3 0,-1 0 3 15,0 0-3-15,1 0 11 0,-2 0 0 0,0 16-4 16,0-16 8-16,0 0-11 0,2 17-3 0,-1-17 3 15,-1 16 0-15,3-8 3 0,1 1-6 0,-1-1 6 16,2 1-6-16,2 0-3 0,0 0 15 0,3 2-5 16,0-3-4-16,1 0 6 0,1 1-6 0,0-1 4 15,0 0 2-15,0 0 0 0,0-2 1 0,20 1 2 16,-20 2 0-16,19-3-5 0,-19 1-1 0,20-2-6 16,-8 0 6-16,-1-2-6 0,1 1 12 0,-1-1 4 15,-2-2 6-15,2 0 24 0,-2-1 6 0,-1 0 16 16,2 0 1-16,-3 0 3 0,0 0-1 0,0 0-5 15,1-17 0-15,-3 17-12 0,0 0 4 16,-1-12-9-16,1 12-8 0,-1-11 0 0,-1 11-15 0,3-13-6 16,-4 5-3-16,0 1 2 0,1-2-9 15,1 0 5-15,-2 0-8 0,0 1-6 0,0 1 2 16,-1-1-4-16,1 0 7 0,-1 2-16 0,-1-2-45 16,0 3-42-16,0-1-55 0,0 3-22 0,0-2 19 15,0 2 17-15,0 1 25 0,0 0-7 0,0 2 5 16,0-1 26-16</inkml:trace>
  <inkml:trace contextRef="#ctx0" brushRef="#br1" timeOffset="199108.58">33217 11133 280 0,'0'0'13'0,"2"-7"5"0,-2 2 4 0,3 1 12 16,-3 0-9-16,2 0-4 0,-2 1 1 0,2 0-11 16,-2 1-14-16,0-1 10 0,0 2-10 15,0-2 0-15,0 2 6 0,0 1-7 0,0 0-3 0,0 0 2 16,0 0 5-16,0 0-4 0,0 0 5 0,-15 0-10 15,15 21 8-15,0-21-6 0,-17 23 4 16,17-7 3-16,-17 2-3 0,6 3 3 0,2 4 6 16,-2-1 2-16,1 3-6 0,-2-2 0 0,3 1-1 15,-1 0 0-15,0-2 3 0,0-2 2 0,3-3-5 16,2-1-1-16,0-4-3 0,1-3 0 0,-1-2 3 16,3-2 3-16,0-2 4 0,1-2 6 0,1-1 3 15,0-1 4-15,0-1-1 0,0 0 7 0,0 0 3 16,0 0 19-16,0 0 7 0,0 0-15 0,0 0-3 15,0 0-26-15,15 0-8 0,-15-20 5 0,10 20-8 16,-10-18-8-16,17 6 5 0,-8-1 0 16,1-1-1-16,2-2 12 0,-5-2-4 0,4-2-4 15,-2 1 12-15,0-3-15 0,1-2 0 0,-1-2-4 16,0 0-12-16,-1 1 24 0,-1 1-4 0,0 2 3 16,2 0 0-16,-3 3-9 0,-1 3 5 0,1 4-4 15,-2 2 4-15,1 1-4 0,0 3-5 0,-2-1 9 16,-1 4-8-16,0 1 4 0,0-2-4 0,-2 4 3 15,1-1 1-15,-1 1-4 0,0 0 1 0,0 0-4 16,0 0 15-16,0 0-14 0,0 0 13 0,0 0 1 16,0 22-12-16,0-22 15 0,0 17-7 0,0-17 0 15,0 23 3-15,0-10-6 0,20 2 3 0,-20 0-9 16,0 2 5-16,13 1 11 0,-13 2-4 0,10 0 4 16,-10 1-7-16,10 0-3 0,-10 0-6 15,9-1 23-15,-5-1 0 0,1-1 5 0,0 1 12 16,-1-1-13-16,1 1-6 0,-1-2 3 0,1 2-11 15,1-3 7-15,1 1 0 0,-1 0-3 0,1-1 7 16,-1-1-4-16,1-2-7 0,2-1 4 0,-2-2-7 16,0 0-4-16,-2-2 14 0,0-1-11 0,1-1 15 15,-3-1-7-15,1-1-8 0,-1-1 11 0,-1 0-22 16,-2-2-45-16,2 1-32 0,-2 0-38 0,2-1-20 16,-1 0-8-16,-1 2 19 0,0-3 31 0</inkml:trace>
  <inkml:trace contextRef="#ctx0" brushRef="#br1" timeOffset="199379.03">33217 11410 264 0,'0'-4'20'0,"0"2"15"0,0-1 4 15,0 1 12-15,0 1-20 0,0-1-10 16,0 0-1-16,0 2-15 0,18-1 1 0,-18 1-2 0,0-1 3 16,20 1 6-16,-20 0-3 0,20 0 0 15,-7 0-4-15,2 0 10 0,2 0-4 0,0 0 10 16,3 0-10-16,0 0-9 0,1 0 7 0,0 0-17 16,0 0 7-16,-4 0-3 0,0 0-19 0,-3 0-8 15,-1 0-16-15,-4 0-21 0,0 0-29 0,-3 0-25 16,-2 0 16-16</inkml:trace>
  <inkml:trace contextRef="#ctx0" brushRef="#br1" timeOffset="199923.51">32310 11905 145 0,'19'-20'0'0,"1"20"-5"0,0 0 2 15,1-16 1-15,0 16-1 0,-2 0 7 0,-2-11-10 16,-2 11-6-16,0 0-16 0,-3 0-6 0,-3-5 6 16</inkml:trace>
  <inkml:trace contextRef="#ctx0" brushRef="#br1" timeOffset="200099.04">32298 11944 318 0,'0'4'12'0,"0"-2"4"0,0-2 4 0,0 0 3 16,29 0-15-16,-29 0-10 0,26 0 5 0,-10 0-9 15,0 0 2-15,1 0 11 0,0 0-13 0,-3 0 9 16,2 0-19-16,-3 0-23 0,2 0-35 0,-4 0-26 16,-1 0 20-16</inkml:trace>
  <inkml:trace contextRef="#ctx0" brushRef="#br1" timeOffset="202823.73">25718 12732 44 0,'0'0'0'16,"0"0"8"-16,0-7 2 0,0 7-3 0,0-3-1 15,0 0-5-15,0 2 3 0,0-1-2 0,0 1 9 16,0-1 0-16,0-1-7 0,0 1 9 0,0 1-7 16,0-1-2-16,0 2 12 0,0-1-7 0,0 0 6 15,0-1 6-15,0 2-15 0,0 0 11 0,0-1-15 16,0 1 0-16,0 0 3 0,0 0-8 0,0 0 8 15,0 0-1-15,0 0 1 0,0 0 2 16,0 0 2-16,0 0-6 0,0 0-2 0,0 0-1 0,0-2 1 16,0 2 0-16,0 0-1 0,0 0-3 15,0 0-1-15,0 0 4 0,0-1 8 0,0 0 5 16,0 1-1-16,0-2 5 0,0 1-8 0,0 1 9 16,0-2-4-16,0 2-8 0,0-1 4 0,0-1-1 15,0 1 0-15,0-2-1 0,0 2 1 0,0-2-8 16,0 1 7-16,0-1-7 0,0 0-4 0,0 0 5 15,0 0-5-15,0 0 0 0,0-1 8 0,0 1-8 16,0-1 4-16,0 0 11 0,0-1-7 0,0 1 4 16,0 0 0-16,0-1-3 0,0 0-1 0,0 1 3 15,0-1-3-15,0 1 4 0,0-1-4 16,0 0-4-16,0 1 0 0,0 0 7 0,0 0 0 16,0 2-4-16,0-1 4 0,0 1-12 0,0-1 16 15,0 2 3-15,0-2-7 0,0 2 0 0,0 1-4 16,0-2 0-16,0 2 7 0,0 0-7 0,0 0-4 15,0 0 0-15,0 0-4 0,0 0 0 0,0 0 0 16,0 0-7-16,0 0 3 0,0 0 0 0,0 0 8 16,0 17 3-16,0-17-12 0,0 14 19 0,0-14-11 15,0 19 4-15,-16-8 8 0,16 1-21 0,0 0 13 16,0-1-3-16,-14 1-4 0,14 0 10 0,-9 0-13 16,9 1-3-16,-6 1 19 0,6 0-8 15,-11 0 8-15,11 3 3 0,-9 0-18 0,6-2 7 0,-1 4-11 16,0-3 11-16,-1 2 4 0,2-3-1 0,1 2 8 15,0-2-8-15,0 1 11 0,2-2 4 16,0 0 3-16,0-2 4 0,0 0-4 0,0 1-3 16,0-1 13-16,0 0-2 0,0-2 12 0,22 0 16 15,-22 0-8-15,15-1 0 0,-15 1-5 0,23-2-6 16,-12-1-3-16,5-1 2 0,-1 1-18 0,2-1-7 16,1-1 1-16,-1 0-3 0,2-3 4 0,-2 1-5 15,2-1-1-15,1-1-4 0,-2-1 2 16,0 0 0-16,0 0 3 0,0 0-7 0,-1 0 0 0,1-15-2 15,-1 15-5-15,-2 0 12 0,-1-17-4 16,1 17 2-16,-4-13-6 0,1 13-52 0,1-15-37 16,-3 7-33-16,-1 1-40 0,1-3 19 0,-1 1 8 15,1 0-14-15,-2 1 2 0,-3-2 30 0</inkml:trace>
  <inkml:trace contextRef="#ctx0" brushRef="#br1" timeOffset="203093.45">25960 12321 563 0,'0'0'11'16,"0"0"20"-16,-18-18 5 0,18 18 5 0,0-16-16 16,-19 16-13-16,19 0-8 0,0-15-12 0,0 15-10 15,0 0-43-15,0 0-8 0,0 0-19 0,0 0-16 16,0 0-12-16,0 0 4 0,0 0 27 0</inkml:trace>
  <inkml:trace contextRef="#ctx0" brushRef="#br1" timeOffset="203722.98">26291 13006 141 0,'0'-2'7'0,"0"-4"8"0,0 1 9 16,0 1 19-16,0 0 4 0,0 1 3 16,0 0-3-16,0-1-5 0,0 1 1 0,0 2-11 15,0-2 6-15,0-1 10 0,0 0 6 0,0 2 20 16,0-1 14-16,0 2-4 0,0-2-8 0,0 2-7 15,0-1-25-15,0 2-14 0,0 0-22 0,0-1-16 16,0 1-4-16,0 0-6 0,0 0 9 0,0 0-7 16,0 0 10-16,0 0 2 0,0 0 4 0,0 0 10 15,0 16-10-15,0-16 7 0,0 16-16 0,0-16 12 16,0 22-3-16,0-8-8 0,0 2 16 0,0 1-19 16,0 1 11-16,0 0-3 0,0 2 11 0,0-2 0 15,0 0-11-15,0 1 5 0,0-2-5 0,0 0 1 16,-19-2 11-16,19 0-4 0,0 1-7 0,-13-4 4 15,13 1-4-15,0-2 11 0,0-1-3 16,-9-1-5-16,9-1 4 0,0-1-12 0,0 0 12 16,0 0 3-16,0-2-10 0,0 0 14 0,0-1-6 15,0-1-1-15,0 2-49 0,0-2-47 0,0-1-49 16,0-2-28-16,0 0 30 0,0 0-20 0,0 0 20 16,0 0 28-16</inkml:trace>
  <inkml:trace contextRef="#ctx0" brushRef="#br1" timeOffset="203994.68">26391 12966 217 0,'0'-6'10'0,"0"1"12"0,0 1-3 16,-18-1 4-16,18 0-15 0,0 3-14 0,0 0 6 15,-15 1-4-15,15 1 0 0,-14 0 2 0,5 0-5 16,0 0-2-16,-5 19 13 0,2-19 1 0,0 18-2 16,-2-18 4-16,2 24-13 0,0-11 6 0,-1 0-2 15,2 0 1-15,-3 0 1 0,3-1 1 0,-1 0 2 16,1 0 0-16,2 0 1 0,0-2-4 16,2-1 4-16,-1 0-2 0,5 0-7 0,-1-2-23 15,2 1-33-15,2-2-17 0,-2-1 12 0</inkml:trace>
  <inkml:trace contextRef="#ctx0" brushRef="#br1" timeOffset="204471.08">26733 12990 410 0,'0'0'18'0,"0"0"12"0,0 0 7 16,0 0 7-16,0 0-14 0,0 0-3 15,0 0 2-15,0 0 5 0,18 0-4 0,-18-15 19 16,18 15 1-16,-18 0 4 0,22 0 21 0,-7 0-10 16,0 0 3-16,2 0-2 0,1 0 4 0,1 0-6 15,-2 0-7-15,1 0 1 0,-2 0-16 0,0 0-2 16,-1 0-4-16,-3 0-12 0,-3 0-5 0,-1 0-3 15,-1 0-1-15,1 0-6 0,-4 0-1 0,0 0-3 16,-2 0-6-16,1 0 1 0,-1 0 0 0,-2 0-1 16,4 0 2-16,-2 0-2 0,1 0-4 0,-1 0-42 15,-2 0-50-15,1 0-65 0,1 0-57 16,0 0-9-16,-2 0 13 0,0 0 5 0,0 0 41 16,0 0 47-16</inkml:trace>
  <inkml:trace contextRef="#ctx0" brushRef="#br1" timeOffset="204697.07">26756 13126 427 0,'-5'7'3'0,"0"-1"1"16,1-2-1-16,4-3 5 0,0-1 3 0,0 0 19 15,0 0 7-15,0 0 4 0,22 0-5 0,-22 0-11 16,23 0-3-16,-23 0-4 0,33 0-8 0,-12 0-2 15,-1 0 0-15,2 0-8 0,3 0 3 16,0 0 2-16,-1 0-13 0,-3 0-7 0,2 0-13 16,-4 0-21-16,1 0-9 0,-7 0-21 0,0 0-13 15,-3 0-37-15,-3 0 19 0</inkml:trace>
  <inkml:trace contextRef="#ctx0" brushRef="#br1" timeOffset="205996.44">27633 13044 214 0,'-2'0'8'16,"2"0"12"-16,0 0 12 0,0 0 14 0,0 0 6 16,0 0-9-16,0 0 9 0,0 0-1 0,0 0-7 0,0 0 9 15,0 0-13-15,0 0-2 0,0 0-7 16,0 0 2-16,0-11-8 0,0 11-17 0,0 0 12 16,0 0-16-16,0 0 4 0,0 0-4 0,0 0-16 15,0 0 8-15,0 0-8 0,0 0 16 0,0 0-4 16,0 0 4-16,0 0 4 0,0 0-12 0,0 0 8 15,0 0-8-15,0 0 4 0,0 0 12 0,16 0 16 16,-16 0 4-16,20 0 0 0,-8 0-15 0,1 0-2 16,5 0-8-16,-1 0 2 0,2 11 6 0,1-11-14 15,0 0 7-15,1 0 0 0,1 0-8 0,-4 0 4 16,3 0-8-16,-4 0-47 0,-1 0-23 16,-3 0-24-16,-1 0-14 0,1 0 11 0,-2 0 3 15,-6 0-17-15,2 0-19 0,-3 0 33 0</inkml:trace>
  <inkml:trace contextRef="#ctx0" brushRef="#br1" timeOffset="206690.95">28311 12708 199 0,'0'-3'8'0,"2"2"5"0,-1-2-4 0,-1 2 4 15,2 1-8-15,1 0-1 0,-3 0 4 0,0 0-7 16,0 0-1-16,0 0-4 0,0 0 6 0,0 0 0 16,0 0-4-16,0 0 7 0,0 0-11 0,0 0 2 15,0 0 3-15,0 21 4 0,0-21 1 16,-16 16 3-16,16-16 11 0,0 18-9 0,-9-6 12 16,9 0-2-16,0 0-5 0,-10 0 3 0,10 1-3 15,-8 1 0-15,7 0-4 0,-2 1-1 0,1 0 1 16,-1 0 3-16,-1 0-4 0,2 0 0 0,0 0-1 15,0-1 0-15,-2 2 3 0,2-3-3 0,2 1 2 16,-1 0-9-16,0-1-4 0,0 0 7 0,1-1-4 16,0 0 4-16,0-1 7 0,0 1-7 0,0-2 6 15,0-1 8-15,0 1-1 0,0-2 11 0,0 0-10 16,0 0 7-16,17 0 12 0,-17-1-3 0,0-2 6 16,16 2 5-16,-16-3-9 0,15 1-6 0,-6-1 6 15,0-1-24-15,5-1 1 0,-2 0-1 16,1-2-4-16,1 0 4 0,1 0-7 0,-2 0-1 0,0 0-12 15,1 0 12-15,-1 0-5 0,4-16 1 16,-3 16-33-16,0 0-37 0,1-16-24 0,0 16-28 16,0-14 14-16,-1 14 1 0,0-16-7 0,1 7-2 15,-2 0 22-15</inkml:trace>
  <inkml:trace contextRef="#ctx0" brushRef="#br1" timeOffset="206936.51">28426 12451 536 0,'0'0'7'15,"0"0"7"-15,12 0-7 0,-12 0 7 0,0-25-3 16,0 25-29-16,0 0-11 0,0-12-39 0,9 12-27 16,-9 0-31-16,7 0 14 0,-3 0 32 15</inkml:trace>
  <inkml:trace contextRef="#ctx0" brushRef="#br1" timeOffset="207932.2">28604 13085 326 0,'2'0'9'0,"-2"0"10"0,1-17 8 0,1 17 7 16,0-12-3-16,0 12-6 0,-1-12-7 0,2 6-11 15,-1 1-6-15,0 1 6 0,-1 1-4 0,1 0 1 16,1 1 3-16,-1 0-17 0,-2 2 10 0,0 0-4 15,0 0-10-15,0 0 11 0,0 0-5 0,0 0 5 16,0 0 3-16,0 0-3 0,0 0 0 16,0 0-1-16,0 20 4 0,-16-20 1 0,16 17-2 15,0-17 1-15,-13 22 10 0,13-9-7 0,-13 3-6 16,13-1 6-16,-13 3-13 0,13 0 9 0,-11 2 6 16,6 0-2-16,0 0 5 0,1 1-2 0,-1-2-5 15,3 1-2-15,-1-2-4 0,1-1 4 0,0-2-4 16,-2-3 12-16,3-1 0 0,0-3-7 0,1-1 7 15,0-1-7-15,0-4 5 0,0 1 14 0,-2-1 0 16,2-2 8-16,0 0-3 0,0 0-12 0,-2 0-1 16,2 0-3-16,0 0 0 0,0 0 3 15,0 0-3-15,0 0 0 0,0 0-5 0,0-20-3 0,0 20 1 16,0-16 2-16,0 16-2 0,0-23-5 16,0 9 1-16,0-1-8 0,0-1 8 0,0 0-1 15,0-1 8-15,0 0 3 0,17 0-14 0,-17 0 11 16,0-1-11-16,11 2 0 0,-11-1 11 0,8 2-8 15,-8 0-3-15,13 2 4 0,-7-1 7 0,1 2-1 16,3 0 4-16,-1 2-7 0,0-1 0 0,3 1 0 16,1 0 7-16,-1 1 7 0,1 1-4 0,-1 0 13 15,1 2-11-15,-3 2-4 0,1 1-3 0,-3-1-9 16,-2 3 12-16,-2 1-8 0,-1 0-8 0,-3 0-4 16,0 0 3-16,0 0 9 0,0 0 8 15,0 0 0-15,0 0-12 0,0 0-1 0,0 23 5 16,0-23 0-16,0 18 5 0,-16-18-1 0,16 18-4 15,-16-18 0-15,16 20-4 0,-18-11-1 0,6 0 1 16,1-1-4-16,0-1 13 0,2-1-13 0,-1-1 8 16,2-1 0-16,0-1-11 0,2 1 7 0,1-3-6 15,2 1 10-15,1 0 0 0,2-2 0 0,-1 0 0 16,1 1-7-16,0-1 3 0,0 1-6 0,0 0 13 16,0 1-3-16,0 1 4 0,19-1 3 0,-19 1-7 15,17 1 7-15,-17 1-11 0,21 0 4 0,-8 0-7 16,-2 1-3-16,2 0 6 0,-2 0 4 0,-1 0 4 15,0 0-1-15,-3 1 1 0,-1-1-11 0,-1 0 0 16,-1 0 10-16,-2 0-7 0,-2 1 11 0,0 0 3 16,0 1-17-16,0 0 14 0,0 2-7 15,0-2 0-15,-17 3 11 0,17 0-4 0,0 0 0 16,-23-1-3-16,23 0 0 0,-21 0-4 0,9-2 8 16,-2 0 4-16,0 1-12 0,2-4 9 0,-3-1-9 15,2 1 1-15,1-3 8 0,0 1-5 0,3-1 5 16,-1-2 0-16,3 0-9 0,-1 0 4 0,1 0-4 15,3 0-4-15,-2 0 17 0,2 0-31 0,1-17-22 16,2 17-30-16,1 0-43 0,0-19-2 0,0 19-12 16,0-14 11-16,0 14 34 0</inkml:trace>
  <inkml:trace contextRef="#ctx0" brushRef="#br1" timeOffset="208423.65">29049 13101 281 0,'2'-3'12'0,"-1"0"18"0,0-1 8 0,0 2-4 16,-1 1-7-16,0-2-19 0,1 2-3 0,-1 1-2 15,0 0-4-15,0 0 0 0,0 0-6 0,0 0 6 16,0 0-2-16,0 0-4 0,0 0 7 0,0 0-7 16,0 23 6-16,0-23 8 0,0 19-10 15,-14-6 10-15,14 2-1 0,0 2 5 0,0 0 13 16,-10 1-11-16,10 1 1 0,0-2-4 0,0 1-4 16,-10-2 8-16,10 0-11 0,0-2 0 0,-4-1 0 15,4-1-3-15,-3-3 7 0,2 1-4 0,0-2-4 16,0-1 5-16,0 0-1 0,0 0 12 0,-1-1-1 15,1-1-14-15,-1 1 7 0,0-2-34 0,1 0-17 16,-1 0-15-16,0 0-54 0,0-2-9 16,2 0 18-16</inkml:trace>
  <inkml:trace contextRef="#ctx0" brushRef="#br1" timeOffset="208659.32">29099 13114 340 0,'0'-6'11'15,"0"0"4"-15,-18 1-7 0,18 1 0 0,0-1-8 16,-17 1-4-16,17 3 7 0,-13 1-3 0,13 0-4 16,-14 0-3-16,4 0 0 0,0 17 4 0,0-17 0 15,-2 17 2-15,0-17 4 0,0 22 3 0,0-11 0 16,1 2-3-16,0-1-4 0,0 0-16 15,1-1-20-15,0 0-12 0,2 0-30 0,1-1 0 16,2-1 21-16</inkml:trace>
  <inkml:trace contextRef="#ctx0" brushRef="#br1" timeOffset="209252.46">29494 12999 413 0,'-4'0'0'0,"0"0"5"16,3 0 3-16,1 0 7 0,0 0 12 0,0 0 20 15,0 0 3-15,0 0 13 0,0 0 8 0,0 0-24 16,0 0 5-16,19 0 2 0,-19 0-10 15,19 0 4-15,-19 0-5 0,28 0-16 0,-12 0-1 16,0 0-4-16,0 0-6 0,1 0 2 0,-2 0-12 16,2-10 5-16,-3 10 3 0,0 0-6 0,0 0 2 15,-1 0-13-15,2 0 1 0,-1-6 6 0,-1 6-4 16,-2-3 14-16,2 0-19 0,-4 1-21 0,-2 2-31 16,-1-2-44-16,-2 1-14 0,-1 1-9 0,-1-1-2 15,-1 0 3-15,-1 1-34 0,0 0 16 0,0 0 36 16</inkml:trace>
  <inkml:trace contextRef="#ctx0" brushRef="#br1" timeOffset="209495.01">29485 13174 327 0,'19'2'12'0,"-19"1"7"16,19-2 18-16,-8-1-4 0,1 0-8 0,2 0-3 16,1 0-21-16,-1 0 7 0,2 0-4 0,0 0 0 15,0 0 2-15,-1 0-2 0,-1 0 0 16,0-15-4-16,1 15 4 0,0 0-8 0,-4 0 4 0,0-10-11 16,1 10-13-16,-2 0-17 0,-2 0-38 0,1-6-29 15,-6 6 1-15,3 0 26 0</inkml:trace>
  <inkml:trace contextRef="#ctx0" brushRef="#br1" timeOffset="-207062.16">30236 13090 74 0,'1'0'-6'0,"1"-1"7"0,-1-1 7 16,-1 2 3-16,1-2 3 0,-1 2-3 0,0-1-5 16,0 1-1-16,0 0 6 0,0-1-4 0,0 1 2 15,0 0-2-15,0 0 1 0,0 0-3 0,0 0 3 16,0 0-1-16,0 0 1 0,0 0 9 0,0 0-9 15,0 0 7-15,0-1 4 0,0 0 0 0,0 0 10 16,0 0-10-16,0-2 0 0,0 3 12 0,0-1-6 16,0-1 9-16,0 2-7 0,0-1-12 0,0 0 2 15,0 0-2-15,0-1-5 0,0 2-3 0,0 0 3 16,0 0-6-16,0 0 9 0,0 0-3 0,0 0-10 16,0 0 10-16,0 0-13 0,0 0 6 0,0 0 8 15,0 0-8-15,0 0 4 0,0 0-4 0,0 0-6 16,0 0 6-16,0 0 8 0,0 0-1 0,0 0 3 15,0 0-2-15,0 0 2 0,0 0-2 16,0 0 10-16,0 0-7 0,0 0 1 0,0 0 1 16,0 0-12-16,0 0 0 0,0 0-8 0,0 0 8 15,0 0 0-15,0 0-4 0,0 0 4 0,0 0-4 16,0 0-4-16,0 0 8 0,0 0 0 0,0 0-12 16,0 0 8-16,0 0 8 0,0 0-1 0,0 0 13 15,0 0 15-15,0 0 9 0,0 0 10 0,0 0 24 16,0 0-11-16,0 0-4 0,0 0-11 0,22 0-20 15,-22 0-9-15,23 0-9 0,-7 0-4 0,1 0-1 16,3 0 7-16,3 0 0 0,0 0 14 16,-1 0-7-16,1 0 0 0,2 0 2 0,-1 0-4 15,0 0-3-15,2 0 1 0,-2 0-5 0,1-9-7 16,1 9 4-16,-1 0-3 0,-3-4 0 0,-1 4-5 16,-2 0 5-16,-3-4-6 0,-2 3 1 0,-4 0-1 15,-2 0-1-15,-2 0 5 0,-1 1-3 0,0-1 2 16,-4 1-3-16,0 0-8 0,-1 0 4 0,0 0-1 15,0 0-2-15,0 0-6 0,0 0-27 0,0 0-56 16,0 0-74-16,0 0-36 0,0 0-18 16,0 0 17-16,0 0 37 0,0 0 5 0,0 0 44 0</inkml:trace>
  <inkml:trace contextRef="#ctx0" brushRef="#br1" timeOffset="-206422.53">31456 12801 299 0,'2'-2'5'0,"1"-3"15"0,-3 4 8 16,1-3-4-16,-1 1 2 0,0 1-18 0,0 1-7 15,0 0 3-15,0 0-11 0,0 1 4 0,0 0 3 16,0 0-6-16,0 0 7 0,-24 0-1 0,24 0 1 15,-21 18 3-15,21-18 0 0,-26 15-9 0,13-15 3 16,-1 19 7-16,0-19-7 0,2 22 16 0,-3-10-15 16,3 2-3-16,-3 1 5 0,3-2-6 0,-1 1 13 15,-1 1 0-15,0-2 0 0,-1 1 0 16,2 1 3-16,0-3 6 0,1 1-10 0,-3 0 3 16,4 0-7-16,-3 0-6 0,5-1 13 0,-2 0-7 15,0 0 0-15,1-1 4 0,3 2-11 0,-2-3 1 16,1-1 3-16,2 0 0 0,0-1 1 0,2-1 5 15,0-1-6-15,2-2 3 0,0-1 0 0,-1 0-9 16,3-2 10-16,0 0-7 0,0-1 16 0,0 0 27 16,0 1 15-16,0-1 8 0,0 1-6 0,0 0-19 15,22 0-26-15,-22 0-8 0,22 0 4 0,-8 0-1 16,2 0 12-16,0-1 0 0,4 0-5 16,2 0-2-16,-2 0-8 0,3 1 0 0,-2-1-4 15,0 0 11-15,-1 0-4 0,1 0-3 0,0 0 7 16,-4 0-11-16,1 0 7 0,-4 0-3 0,0 0-11 15,-2 0 10-15,-3 0-2 0,-1 0 6 0,-3 0 4 16,0 0-7-16,-2 0 0 0,-1 0-4 0,-2 0-26 16,0 0-31-16,0 0-48 0,0 0-29 0,0 0-17 15,0 0-24-15,0 0 41 0,0 0 35 0</inkml:trace>
  <inkml:trace contextRef="#ctx0" brushRef="#br1" timeOffset="-206053.19">31451 12855 341 0,'4'-5'19'0,"-3"2"8"0,1-1 15 16,-2 1 10-16,0-2-5 0,4 0-8 0,-4 4-18 15,1-2-14-15,-1 3-20 0,0 0 6 0,0 0 3 16,0 0-6-16,0 0 13 0,0 0-9 0,0 0-1 15,0 0 11-15,0 17-7 0,0-17-3 0,0 17 7 16,-19-17-10-16,19 27 4 0,0-10 6 0,-14 1 7 16,14 3 8-16,-11 1 1 0,11 0 2 0,-11 3-5 15,11 1-4-15,-11 1 0 0,11-2-4 16,-9 2 4-16,5 0 6 0,1-2 6 0,0 1 7 16,-1-3-9-16,2 0 4 0,2-2-11 0,-3-1-9 15,0-1 13-15,3-2-7 0,-2-2 3 0,1 0-4 16,1-4 4-16,-2 2-4 0,0-2-4 0,2-1 4 15,-2-1-12-15,2-1 4 0,0 0 12 0,0-1-8 16,0-1-18-16,0-1-31 0,0-1-41 0,0-1-20 16,19-2-7-16,-19 0 2 0,0-1-12 0,17 0 10 15,-17 0 21-15</inkml:trace>
  <inkml:trace contextRef="#ctx0" brushRef="#br1" timeOffset="-205780.81">31690 13215 365 0,'4'-2'27'0,"0"-2"18"0,-2 2 20 0,0-1 13 16,-1 0-31-16,-1 3-10 0,0 0-24 0,0 0-17 16,0 0 8-16,0 0-21 0,0 0 8 0,0 0 12 15,0 0-6-15,-16 15 12 0,16-15 4 0,0 16-23 16,-22-16 14-16,22 24-5 0,-17-9 1 15,17 1 13-15,-17 2-13 0,7 0 7 0,1 2-10 16,3 2 3-16,-1 0 3 0,2 0 2 0,1-2 29 16,1-2-29-16,-1-2 38 0,4-3-17 0,0-2-49 15,0-2 3-15,0-4-52 0,0-2-4 0,0-2-19 16,0 1-12-16,16-2-37 0,-16 0 17 0</inkml:trace>
  <inkml:trace contextRef="#ctx0" brushRef="#br1" timeOffset="-204693.08">32136 13085 426 0,'5'-6'23'15,"-4"-1"10"-15,1 0 8 0,-2 0 9 0,0 0-11 16,0 2-22-16,0 0-1 0,0 1-13 0,0 0-6 15,-19 0 9-15,19 1-9 0,0 0 6 0,-18 2-9 16,18 0-1-16,-18 1 14 0,6 0-4 0,2 0-3 16,-3 0 3-16,-1 0-9 0,2 21 6 15,-3-21 3-15,2 16 0 0,1-16-6 0,-2 21-7 0,3-10 10 16,1 3 3-16,-2-1 0 0,5 1 0 16,-1 1-3-16,4-1 0 0,-1 0-9 0,2 1 15 15,1-3-9-15,2 2 2 0,0 0 14 0,0-2-16 16,0 1 6-16,0-2 3 0,0 0 1 0,20-1 3 15,-20 0 9-15,0-2-15 0,21 0 16 0,-21-1-4 16,13-3 5-16,-13 2 7 0,13-3-7 0,-13-2-1 16,11 1-16-16,-11-2 8 0,8 0-7 0,-8 0-1 15,7 0 8-15,-5 0-9 0,1 0 5 0,0 0-5 16,1 0-7-16,0-16-1 0,-1 16 1 0,1 0 4 16,-1-16 4-16,3 16-5 0,-1-14-7 0,1 14 21 15,-1-16-6-15,0 7 3 0,0 1 0 16,1-1-17-16,-1 2 6 0,-2-1-17 0,1 1 6 15,-3 0-7-15,1 2-4 0,-1 0 4 0,-1 1-12 16,0-2-7-16,0 3-5 0,0-1 7 0,0-1 0 16,0 2 13-16,0-1 1 0,0 1 6 0,0 0 15 15,0 1-5-15,0 0 8 0,0 0-8 0,0 1 3 16,0-1 3-16,0-1 0 0,0 1 10 0,-16-1-20 16,16 0 7-16,0 0 0 0,0-1-3 0,0-1 10 15,0 1-1-15,0-1-7 0,0 0 4 0,0 0 3 16,0-2-6-16,0 1 4 0,0 1-1 0,19-2-6 15,-19 0 6-15,0 1 6 0,13 0-6 0,-13-1 2 16,10 1 1-16,-10 0-6 0,7 1 3 0,-7-1 0 16,5 1-3-16,-5 0 6 0,5 0-6 15,-5 0 3-15,2 1-3 0,-2-1-3 0,1 1 12 16,0 0 0-16,0 0-3 0,0 1 0 0,0-1-12 16,-1 1 2-16,1-1 4 0,1 1 0 0,-2 0 6 15,0-2-3-15,2 2 0 0,0-3 3 0,0 1 0 16,1 0 3-16,-1-3 3 0,1 1-16 0,-1 0-3 15,1-1 6-15,-3 0-5 0,2 0 8 0,-2-2 4 16,0 1-3-16,0 0 2 0,0-1 3 0,0 0 1 16,0-1-10-16,0 0 10 0,0 1 3 15,0-1-13-15,-19 0 11 0,19 0-8 0,0 0-3 0,-13-1 9 16,13 0-6-16,-11 0 4 0,11 1 3 16,-13-1 0-16,13 3 4 0,-14-1-10 0,7 0-3 15,2 2 0-15,-5 1 0 0,3 0 4 0,-1 2-11 16,-1 0 13-16,-1 1-3 0,3 2-7 0,-4 1 10 15,-1 1-6-15,1 0 2 0,-1 0 7 0,1 0-7 16,1 0-3-16,-1 21 0 0,1-21-6 0,1 0 8 16,3 21 0-16,-1-21-7 0,1 22 10 0,2-11 4 15,0 3-7-15,0 2 6 0,1 1 1 0,3 0-10 16,-2-1 3-16,0 1-4 0,2 0 14 0,0-1 2 16,0-1 0-16,0 0 4 0,0-2-19 0,0 1 9 15,23-1 0-15,-23 0 6 0,22-2 0 16,-22-1 6-16,27 0 3 0,-11-1-3 0,1-1 14 15,-1-1-2-15,0-1 23 0,1-2 22 0,-3 0 9 16,-1-2 12-16,-1-1 4 0,-2-1-14 0,-2 0-1 16,1 0-11-16,-4 0-24 0,1 0-3 0,-1-17-11 15,1 17-10-15,-1 0-1 0,-2-20-3 0,1 20 2 16,-1-16 11-16,1 16 1 0,-2-18 1 0,1 8 0 16,-1-1-8-16,0 0-4 0,-2-3-7 0,2 1-9 15,-2 0-7-15,0-1 1 0,0 2-1 0,0-1-2 16,0 2 4-16,0 1-2 0,0 2-5 0,0 1-14 15,0 2-71-15,0 1-74 0,0 2-70 0,0 1-41 16,0-1 31-16,-16 2 35 0,16 0 19 16,0 0 48-16,0 0 36 0</inkml:trace>
  <inkml:trace contextRef="#ctx0" brushRef="#br1" timeOffset="-203876.94">32785 13036 342 0,'10'-10'11'0,"-2"0"17"0,0 1 10 16,2-2 4-16,-3 0-12 0,-1 1-7 0,-1 1-9 15,-1 1 2-15,0 1-13 0,-2 2-2 0,-1 0 3 16,-1 0-7-16,1 2 15 0,-1 0-5 0,0 2-7 16,0 0 0-16,0-1 0 0,0 2 3 0,0 0-3 15,0 0 3-15,-20 0-9 0,20 0-2 0,-19 22 8 16,19-22-3-16,-25 24 10 0,8-7 5 0,-1 1-12 16,-2 5 6-16,0 4-9 0,-2 1 0 0,2 3 5 15,1 0 4-15,0 1-7 0,3-3-3 0,1 0 13 16,3-5-13-16,3-2 13 0,2-4 1 0,0-5-4 15,5-2 14-15,1-4 24 0,0-1 25 0,0-3 35 16,1-1 33-16,0 0 17 0,0-2 1 16,0 0-38-16,0 0-48 0,0 0-41 0,19 0-24 15,-19-24-2-15,18 24-2 0,-18-23 5 0,28 8-5 16,-12-2-2-16,-2-1 4 0,3-1-2 0,-2-3 0 16,2-2-3-16,-2-2 3 0,1-1-5 0,-3-1-4 15,1-1 2-15,-2-1 2 0,0-1-2 0,-3 1 5 16,0 1 3-16,-2 1-12 0,0 3 5 0,-2 2-3 15,-1 4 3-15,-2 2 10 0,1 4 0 0,-3 3-3 16,0 1-9-16,1 5-1 0,-1 0-3 0,0 2-1 16,0 1-3-16,0 1 3 0,0 0-1 0,0 0 6 15,0 0 6-15,0 20-6 0,0-20 10 16,0 22-8-16,0-7 4 0,0 2 1 0,0 2-5 0,0 1 5 16,0 3-8-16,-13 1 6 0,13 0 1 15,0-1-1-15,0 0 5 0,0 0-1 0,0 1-11 16,0-2 16-16,0 2-4 0,0-3 1 0,0 2 12 15,0-1-13-15,18-1 1 0,-18 1 2 0,0-1-1 16,15 1-7-16,-15-1 5 0,11-1-2 0,-11-1 3 16,14-2 1-16,-8-1 6 0,-1 0 0 0,0-5-1 15,1-1 6-15,-2-2-2 0,2-2-4 0,-3-2-18 16,-1-1-41-16,1 0-43 0,0-1-49 0,-1-1-32 16,1-1 12-16,-1 0 10 0,1 0 25 0,-1 0 7 15,0 0-24-15,1 0 29 0</inkml:trace>
  <inkml:trace contextRef="#ctx0" brushRef="#br1" timeOffset="-203653.68">32685 13268 422 0,'-12'-2'7'16,"3"0"14"-16,1 0 6 0,3-1 1 0,3 1-2 15,0 1-13-15,1 1 1 0,1 0 15 0,0 0 5 16,0 0 7-16,0 0-3 0,0 0-9 0,25 0-9 15,-25 0-8-15,32 0-1 0,-11 0 5 0,4 0 7 16,5 0 4-16,0 0-5 0,5 0-10 16,3 0-8-16,-6 11 0 0,2-11 0 0,-1 0-4 0,-1 0-23 15,-3 0-37-15,-2 0-40 0,-6 0-21 16,-1 0-10-16,2 0-16 0,-7 0 23 0,-2 0 26 16</inkml:trace>
  <inkml:trace contextRef="#ctx0" brushRef="#br1" timeOffset="-203505.03">33337 13319 566 0,'8'11'27'15,"-3"-11"45"-15,0 0 29 0,-1 0 3 0,-3 0-24 0,1 0-44 16,-2 0-33-16,1 0-3 0,-1 0-36 16,0 0-61-16,0 0-31 0,0 0-35 0,0 0-38 15,0 0 48-15,0-14 36 0</inkml:trace>
  <inkml:trace contextRef="#ctx0" brushRef="#br1" timeOffset="-202481.27">30852 14062 346 0,'25'0'26'15,"-6"0"19"-15,3-18 11 0,6 18-6 0,2 0-12 16,4-15-15-16,5 15-7 0,4 0 16 0,2-15-3 15,-2 15 0-15,0-12-7 0,1 12-7 0,2-11 1 16,0 4-1-16,-2 2 14 0,-1-2 3 0,-2 0-10 16,3 0-4-16,-3 1-14 0,-2 0-3 0,-3-1-4 15,-4 0 7-15,-3 1-1 0,-3 2 1 0,-3-3-12 16,-3 2 12-16,-5 3 3 0,-1-2-7 16,-5 2 3-16,-1 0-17 0,-5 1-8 0,1 1-4 15,-4-1 4-15,0 1-15 0,0 0-11 0,0 0-23 16,0 0-28-16,-20 0-27 0,20 0-29 0,-20 17 31 15</inkml:trace>
  <inkml:trace contextRef="#ctx0" brushRef="#br1" timeOffset="-202257.71">31012 14274 623 0,'-5'8'38'0,"4"-4"37"0,1-3 22 15,0-1 19-15,21 0-24 0,-21 0-34 0,41 0-5 16,-12-25-11-16,5 25-9 0,5-22 8 0,7 7-16 16,2 1-11-16,6-2-10 0,4-1-1 0,2 2-5 15,4-2 2-15,0 1 9 0,3 1-12 0,-3 0-13 16,2 3-29-16,-5 0-46 0,-1 0-27 0,-4 3-23 16,-4 2 14-16,-6 1 2 0,-8 2-27 0,-4 2-21 15,-9 2 19-15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1-30T02:04:06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18015 3433 128 0,'0'0'5'0,"0"0"4"15,0 0-5-15,0 0 5 0,0 0 0 0,0 0-1 16,0 0 14-16,0 0-16 0,0 0 1 15,0 0-2-15,0 0-10 0,0 0 0 0,0 0-2 16,0 0-12-16,0 0-17 0,0 0-6 0,0 0-5 16,0 0 12-16</inkml:trace>
  <inkml:trace contextRef="#ctx0" brushRef="#br0" timeOffset="3842.3">17928 3333 62 0,'-4'0'7'0,"4"0"18"0,0 0 10 0,0 0 2 0,0 0-7 16,0 0-11-16,0 0-5 0,0 0-6 0,0 0 2 15,0 0-1-15,0 0 11 0,0 0 16 16,0 0-3-16,0 0-3 0,0 0-6 0,0 0-16 16,0 0 5-16,0 0 6 0,0 0-7 0,0 0 11 15,0 0-10-15,0 0-2 0,0 0-4 0,0 0-1 16,0 0 11-16,0 0 0 0,0 0-11 0,0 0-6 16,0 0 0-16,0 0-4 0,0 0 14 0,0 0 1 15,0 0-11-15,0 0 1 0,0 0-6 0,0 0 5 16,0 0 16-16,0 0-11 0,0 0 11 0,0 0-10 15,0 0-12-15,0 0 17 0,0 0-11 0,0 0 5 16,16 0 1-16,-16 0-1 0,0-10-10 0,0 10 11 16,0 0-1-16,14 0-10 0,-14-9 16 15,7 9-16-15,-7-4 5 0,7 1 5 0,-1 0-11 16,-1 0 6-16,1 0 0 0,-1 0-6 0,2-1 6 16,0 1 11-16,-1 1-11 0,1 0 11 0,0-3 6 15,0 3-17-15,3-1 5 0,-2 0-5 0,-1 1-5 16,3 0-1-16,-3 1 6 0,2-2 6 0,-2 2 0 15,1 1 12-15,-1-2-5 0,-1-1-18 0,0 2 5 16,1 0-8-16,2-1 15 0,-2 1 13 0,0-1-12 16,-1-1 13-16,2 1-21 0,0-1 14 0,0 2-13 15,-1-2-8-15,1 2 14 0,0-1-7 16,1 0 14-16,-1-1-7 0,1 3 14 0,0-2-14 0,-1 2 0 16,2-1-7-16,-3-1-20 0,1 2 13 15,-1 0 14-15,1 0 7 0,1 0-7 0,-2 0 0 16,0 0-14-16,1 0-6 0,0 0 20 0,-1 0-7 15,2 0 14-15,0 0 13 0,-1 0-41 0,-2 0 7 16,2 0 7-16,0 0-13 0,-1 0 34 0,2 0-7 16,-3 0-15-16,2 0 8 0,-2 0-15 0,2 0-5 15,-1 0 13-15,2 0-7 0,-3 0 7 0,-1 0 13 16,2 0-6-16,0 10 0 0,1-10-1 0,0 0-7 16,-2 9-13-16,2-9 7 0,1 6 7 0,0-3 1 15,-2 0 6-15,0 1 12 0,2-1 0 16,-2 1-7-16,0-2 7 0,0 3-6 0,0-3-13 15,1 1 14-15,-2 0-7 0,0 0 6 0,-1 0-6 16,3 0 12-16,-2 0-2 0,-1 0-5 0,1 0 5 16,-3 0-18-16,3 0 7 0,-2 1-18 0,0 0 24 15,-1-1-18-15,2 1-6 0,0 0 17 0,0 0-12 16,2 0 24-16,-1 0-6 0,0-2-5 0,1 3-1 16,1-3-6-16,-2 2 7 0,2-1 1 0,-3 2-3 15,2-1 2-15,2 0 0 0,-3 0-14 0,1-2 9 16,0 1-7-16,-2 2 5 0,2-1 3 0,-1-1-2 15,1 2 0-15,-3-3 1 0,2 3-1 0,1-2 5 16,-2 2 0-16,0-1-5 0,0 1 27 16,-1-2-27-16,0 0 11 0,2 0-2 0,-2 1-19 15,1 0 20-15,-1 0 0 0,0-2-4 0,2 3 14 16,-3-1-16-16,5 1-14 0,-4-1 10 0,0 0-11 16,1 1 17-16,-1-1 20 0,0 0-15 0,2 0-1 15,-3 2 5-15,1-2-36 0,0 0 25 0,0 0 0 16,-1 2-19-16,0-3 25 0,1 1-4 0,0 0-1 15,-1 0 10-15,0-1-11 0,0 1-9 0,0-1 12 16,0 1-7-16,-1 0 5 0,2 0-4 0,-2 0-2 16,1 1 1-16,0-1 10 0,1 0 0 0,-2 0-10 15,2 0 2-15,-2 0-7 0,1-1 16 0,0 2 4 16,0 0-1-16,0-1 1 0,0 0-15 0,1 2 4 16,-1-1-4-16,0-2 10 0,1 4-6 15,0-1-2-15,-1-2 3 0,-1 3-14 0,1-2 19 16,0 1-6-16,1 1-3 0,0 1 13 0,0-1-12 15,-2 1-5-15,3 0 4 0,-3 1-4 0,3 0 4 16,-2 0-3-16,0 0-1 0,1 0 1 0,1 3 6 16,-1-2 3-16,-1 2 5 0,0-1-3 0,0 0-7 15,0 0 5-15,2 0 5 0,-4 0-15 0,3 2 2 16,-1-2 9-16,0 1-13 0,-1 1 12 0,1 1 11 16,0-2-18-16,0 3 9 0,0-1 0 0,-1-2-16 15,1 1 11-15,0-2-10 0,0 2 5 0,1-1 7 16,-2 1-5-16,0-1 0 0,1 1 0 15,-1 1-2-15,1 2 1 0,-1-1 9 0,1 1-2 16,-1-3-5-16,0 2-2 0,0-1 1 0,0 0-1 16,0-1 5-16,1 1 0 0,-1-1-3 0,0 1-3 15,0 0 12-15,0-1-6 0,0 1 1 0,1-1-6 16,-1 1-2-16,-1-1 1 0,1-1 1 0,0 0 6 16,1 0-24-16,-1 1 18 0,-2-1-2 0,2 1-4 15,1-1 19-15,-1 0-11 0,0 0-2 0,0-1 2 16,0 2-1-16,-1-1 6 0,1 1-6 0,-1-1 3 15,1-1-3-15,-1 2-2 0,1 0 5 0,-2-1-1 16,2 1-5-16,-1-1 1 0,1 0 0 0,0 0-1 16,-2 0 4-16,1 1 1 0,0-1 9 15,-1 0-8-15,0 1-5 0,1 0-5 0,-1-2-8 16,0 2 14-16,0-1 9 0,0-2-1 0,0 2-3 16,0-1-7-16,0-1-3 0,0 2 5 0,0 0-1 15,0-3 9-15,0 2 0 0,0-2-5 0,0 0 2 16,0 1-7-16,0 0-1 0,0-1 5 0,-12 0-3 15,12 0 12-15,0 1-10 0,0 1 3 0,0 0-1 16,-9-1-5-16,9-1 8 0,0 1 3 0,-6 0-7 16,1 0 10-16,4 2-8 0,-3-2-17 0,2 0 26 15,-1 1-27-15,1 2 18 0,-2-3 9 16,1 0-11-16,0 2 14 0,-1-1-16 0,0 0 1 16,0 1-3-16,1 1-2 0,-1-1-2 0,-1-1 6 15,1 2-1-15,1-2-2 0,-3 0 13 0,2 0-1 16,-1 0-7-16,1 0 9 0,-1-2-2 0,0 3-4 15,1-1 8-15,-2 0-12 0,1 1 4 0,-1 0-8 16,2 1-1-16,-1-2 12 0,0 1-9 0,-1 0 9 16,1-2-1-16,0 3-10 0,0-2 8 0,0-1-9 15,1 2 2-15,-2-2 6 0,1 2 0 0,1 0 4 16,-1-2 0-16,1 1 1 0,0-1-6 0,0 2 1 16,-3-3 5-16,2 1-12 0,0 0 6 0,1 1 0 15,-1-1-5-15,-1-1 7 0,0 1-5 16,0-1 1-16,1 2 4 0,-1 0-9 0,0-1 11 0,-1 1-5 15,2-1 0-15,0 0-2 0,-2 0 4 16,2 0-5-16,1-2-2 0,-2 0 15 0,2-1-15 16,0-1 3-16,0 1 0 0,-1-3 0 0,2 2 2 15,-4-2 3-15,3 2 4 0,-1-1-15 0,0 2 4 16,-1 0 3-16,1 0-8 0,-1 1 15 0,-2-1 2 16,2 1-12-16,-1-2 9 0,0 2-6 0,-1-2 2 15,1 2 7-15,0-1-8 0,0 1 7 0,-2 0-7 16,2 0 3-16,-1 0 9 0,0-1-8 0,0 0 3 15,-1 0-9-15,1 1-1 0,-2-2 3 0,2 1 1 16,0 0 7-16,0 0-6 0,-1 0-4 0,1-2-2 16,1 3-2-16,-2-1 0 0,0-1 4 15,0-1 7-15,0 1 0 0,-3 1 6 0,2 0-13 0,-2-1-3 16,-1 0 4-16,3 1-8 0,-4-1 14 16,2 0 0-16,1-1-3 0,-1 1 3 0,-1 0-3 15,0-1-4-15,2 1 2 0,0-1-1 0,-1 0 1 16,3 0 3-16,-3 0-2 0,0-1-4 0,2 0 5 15,-1 1-7-15,0-1 1 0,0-1 3 0,0 1-4 16,1-1 4-16,0 2 4 0,1-2-5 0,-1 1 3 16,1-1 2-16,2 1-5 0,-2-1 9 0,2-2-6 15,0 3 2-15,-1-2-2 0,0-1-3 16,1 1 8-16,1-1-5 0,-2 2 0 0,0-3-2 0,0 2-1 16,-1-1 2-16,1 0-2 0,0 0 5 15,1 2-1-15,0-3 0 0,-1 1 5 0,0 0-6 16,2 0-3-16,0 0 0 0,-1 0 0 0,0 0 7 15,-1-1 1-15,0 1 0 0,2 0-3 0,0-1 1 16,-2 0 2-16,2 0-7 0,-1 0 3 0,2 0-6 16,-2 0-2-16,-1 0 13 0,2 0 1 0,0 0-1 15,1 0-3-15,0 0-8 0,-2 0-4 0,4 0 7 16,-3 0 1-16,3 0 1 0,-3 0 2 0,1 0-5 16,-1 0 5-16,2-12-4 0,1 12 5 0,-2 0-6 15,2 0 6-15,-1 0 0 0,2-8-6 16,-1 8 11-16,0 0-10 0,-1-5-3 0,3 5 2 0,-2-5-3 15,1 3 0-15,0-1 9 0,-1 1-1 16,0-1-8-16,1 1 5 0,-1-2-5 0,0 2 6 16,1-3 2-16,1 1-6 0,-3 2 0 0,4-3-6 15,-3 3 9-15,2-3-2 0,0 2 4 0,0-2-2 16,-1 2-4-16,2-1 5 0,-2 0-10 0,0 0 10 16,1 1-6-16,-1 0 1 0,0 0 2 0,1 0 1 15,0 0 5-15,-1-1-1 0,1 1 1 0,0 0-9 16,-1 0 2-16,0-1-2 0,1 0 3 0,0 1 3 15,0-2-3-15,-4 2 0 0,5-1 0 0,-2 1-6 16,1-2 7-16,-1 3-1 0,2 0 3 16,-4-2 2-16,2 2-7 0,1 0 1 0,-1 0-1 15,0-2 2-15,-1 2 3 0,0-2 0 0,0 2-1 0,0-1-4 16,0 2-1-16,1-3 2 0,-1 2-2 16,1-1 1-16,-1-1 0 0,0 2 5 0,-1-3-4 15,2 2 2-15,-1 0-1 0,-1-1 0 0,4 1 0 16,-5 0 0-16,2 0-4 0,1-1-4 0,1 2 8 15,-1 1 0-15,0-2-1 0,0 1 4 0,-1-1-6 16,0 1 4-16,1 0 0 0,0 0-4 0,0-1 3 16,-2 1-2-16,2 1 5 0,0-1 0 0,2 1 3 15,0 0 2-15,-3 0-6 0,3-1-4 16,-2 1 2-16,0 0-11 0,1-1 8 0,1 0 6 16,-2 0-4-16,2 1 2 0,-3 0-1 0,1 1 2 15,1-2-6-15,0 0 6 0,-1 1 0 0,0-1-5 16,1 2 3-16,0 0-2 0,1-2-1 0,-1 0 1 15,0 1 5-15,1 1-1 0,-2 0-4 0,2 0 1 16,0 0-1-16,0 0 1 0,0 0 5 0,0 0-4 16,0 0 0-16,0 0-3 0,0 0-2 0,0 0 7 15,0 0-2-15,0 0 0 0,0 0 6 0,0 0-6 16,0 0-6-16,0 0 9 0,0 0-8 0,0 0 7 16,0 0 4-16,0 0-4 0,0 0-2 0,0 0-3 15,0 0 3-15,0 0 1 0,0 0-1 16,0 0-1-16,0 0 1 0,0 0-4 0,0 0 4 0,0 0 2 15,0 0-2-15,0 0 2 0,0 0 2 16,0 0-2-16,0 0-4 0,0 0 2 0,0 0-1 16,0 0 1-16,0 0 1 0,0 0-1 0,0 0-3 15,0 0 6-15,0 0-1 0,0 0-4 0,0-13 10 16,0 13-11-16,0 0 0 0,0 0 3 0,0 0-6 16,0 0 4-16,0 0 3 0,0-9-1 0,0 9 0 15,0 0 7-15,0 0-9 0,0-4 4 0,0 4-9 16,0-1 2-16,0-1 4 0,0 1-4 0,0 0 10 15,0-1-9-15,0 1 4 0,0-1 5 0,0 2-6 16,0-2 2-16,0 1 1 0,0 1-5 0,0-2 4 16,0 0-7-16,0 2 2 0,0-1 4 15,0 1-4-15,0 0 10 0,0-1-1 0,0 0-8 16,0 1 8-16,0-1-4 0,0 1-2 0,0-1 2 16,0-1-1-16,0 2-6 0,0 0 1 0,0 0 3 15,0 0-3-15,0 0 7 0,0 0 0 0,0 0-6 16,0 0 6-16,0 0-7 0,0 0 2 0,0 0-6 15,0 0-1-15,0 0 4 0,0 0 1 0,0 0 7 16,0 0-4-16,0 0 6 0,0 14-7 0,0-14 6 16,0 0-7-16,0 14 1 0,0-14-4 0,0 14-1 15,0-6 6-15,0 1 0 0,0 2 8 0,0-2 1 16,-17 2 1-16,17-1-5 0,0 2 2 16,0-1-5-16,-11-2-5 0,11 3 5 0,0-3-6 15,-10 1 1-15,10-2 5 0,0 2-2 0,-6-1 5 16,6 0-1-16,-4-1 0 0,4 1-4 0,-5 0 0 15,5-2 0-15,-1 1 0 0,-1-1 3 0,1 0 0 16,0-2-1-16,-2 0 2 0,3 0-2 0,0-3 0 16,0 1 0-16,0-1 1 0,0 0 5 0,0-2-5 15,0 0 7-15,0 0-3 0,0 0-2 0,0 0 3 16,0 0-4-16,0 0-2 0,0 0 3 0,0 0-2 16,0 0-1-16,0 0 3 0,0-12 0 0,0 12-7 15,0 0 5-15,14-16-1 0,-14 16 5 0,0-11 2 16,0 4-4-16,0 0 5 0,0 1-11 15,0 0 3-15,9 0-2 0,-9-1-1 0,0 2 0 16,0 0 0-16,0 0 4 0,0 0-4 0,0-1 3 16,0 2-4-16,0-1 5 0,0 1 2 0,0-1-5 15,0 2 7-15,0-2-10 0,0 1 2 0,0-1 0 16,0 3 6-16,0-3-6 0,0 2-2 0,0-2 8 16,14 1-11-16,-14-1 7 0,0 0-2 0,0 0-4 15,0-1 6-15,0 0 2 0,9 2 2 0,-9-3-1 16,5 3 0-16,-5-1-2 0,2 2-3 0,-1-2 6 15,0 2-2-15,0-2-6 0,-1 1 13 0,0-1-12 16,0 2 10-16,0-2-2 0,0 2-6 0,1-2 2 16,-1 1-9-16,0 0 9 0,0 1 0 0,0-2 0 15,0 2 3-15,1-1-4 0,-1 1 1 16,1 0-2-16,-1 0-3 0,1 1 8 0,-1 1-7 16,1 0 6-16,-1 1-2 0,0-1 0 0,0 0 0 15,0 1-1-15,0 0 3 0,0 0-11 0,0 0 6 16,0 0-3-16,0 0-1 0,0 0 0 0,0 0-1 15,0 0 3-15,0 0-5 0,0 0 9 0,0 0-5 16,0 0 3-16,0 0 8 0,0 0-4 0,0 15 0 16,17-15 1-16,-17 0-6 0,12 17 1 0,-12-17 1 15,16 11 4-15,-7-11 3 0,3 9 2 16,-1-9-2-16,0 9-7 0,2-9 4 0,0 5-5 0,1-2 2 16,-3 0 1-16,1-1-2 0,0 0 8 15,-2 0-8-15,-1 1-65 0,-1-1-86 0,-1 1-106 16,-3 0-77-16,-1 0 17 0,1 2 39 0,-4 0 38 15,0-1 85-15</inkml:trace>
  <inkml:trace contextRef="#ctx0" brushRef="#br0" timeOffset="15673.15">21964 3225 153 0,'0'0'-5'16,"0"0"7"-16,0 0 7 0,0 0 11 0,0 0 19 15,0 0-1-15,0 0 2 0,0 0 13 0,0 0 1 16,0 0-2-16,0 0-8 0,0 0-30 0,0 0-14 15,0 0 17-15,0 0 1 0,0 0-6 0,0 0 11 16,0 0-22-16,0 0-12 0,0 0 28 0,0 0-5 16,0 0-12-16,0 0 17 0,0 0-5 0,0 0-12 15,0 0 17-15,0 0-22 0,0 0-13 0,0 0 7 16,0 0-6-16,0 0 22 0,0 0 1 16,0 0 0-16,0 0 6 0,0 0-12 0,0 0 5 15,0 0-10-15,0 0-7 0,0 0 12 0,0 0 0 16,0 0 0-16,0 0 6 0,0 0-6 0,0 0 6 15,0 0-1-15,0 0 7 0,0 0 0 0,0 0-12 16,0 0 0-16,0 0-12 0,0 0 6 0,0 0 1 16,0 0 10-16,0 0 7 0,0 0-12 0,0 0 0 15,0 0 0-15,0 0 6 0,0 0-6 0,0 0 0 16,0 0 0-16,0 0-6 0,0 0 12 0,0 0-6 16,0 0 0-16,0 0-6 0,0 0 1 15,19 0 10-15,-19 0-5 0,0 0 12 0,0 0-1 16,0 0-16-16,15 0 16 0,-15 0-4 0,0 0-7 0,0 13 6 15,12-13 1-15,-12 0 0 0,0 0-7 16,11 0 13-16,-7 0-13 0,1 0-7 0,1 0 22 16,0 0-7-16,1 0 6 0,0 0-7 0,-1 0-1 15,1 0 1-15,-1 0-7 0,0 0 14 0,1 0-21 16,0 0 15-16,1 0 13 0,0 0-14 0,-2 0 7 16,2 0-7-16,-1 0-7 0,0 0 7 0,0 0 7 15,-1 0 6-15,0 0-7 0,0 0-7 0,1 0 8 16,-2 12-14-16,3-12 0 0,-1 0 0 0,0 0 6 15,-1 0 7-15,1 0-14 0,0 9 15 16,2-9-14-16,-3 0-1 0,0 5 14 0,0-2-1 0,-1 0 1 16,1-1 0-16,-1 0-7 0,2-1 6 15,-1 0 1-15,-1 1 0 0,3 0 18 0,-2 0-19 16,0 0 6-16,1-2-11 0,1 2-6 0,-1-1 17 16,0 3 5-16,1-4 6 0,0 0 0 0,-1 1-14 15,1 1-5-15,-1 0 1 0,0-1-1 0,1 0 2 16,-1 0-7-16,-1 0 5 0,1 1-14 0,1 0 8 15,-2-1 1-15,1 2-4 0,-2-1 18 0,1 1-9 16,1-2-6-16,-2 3 2 0,1-2-7 0,-1 1 1 16,0 0 5-16,2 0 4 0,-2 1-8 0,0-2 0 15,0 1 4-15,0 0 4 0,0 1 0 0,2-3 10 16,-2 3-6-16,0-1-8 0,0-1 5 16,2 2-2-16,-2-1-3 0,3-2 1 0,-4 3 0 15,3-1 3-15,-1 2 12 0,-1-3-1 0,2 3 2 16,-2-3-11-16,1 3-5 0,-1 0-1 0,0 0-2 15,2-2 6-15,-3 1 2 0,2 0 6 0,-1 0 0 16,0 1-13-16,2-1 2 0,-2 0 1 0,2 0-9 16,-1-1 14-16,0 1-3 0,-2-1-5 0,3 1 10 15,-2-1-9-15,1 1-3 0,-1 0 8 0,-2-1 1 16,1 1-11-16,3 0 5 0,-2 0-11 0,0 0 4 16,-1-1 16-16,2 2 2 0,-2-1-11 0,2 0-5 15,-2-2-3-15,-1 2-2 0,0-1 18 0,1-1-5 16,0 1-1-16,0 1-2 0,0-1-2 15,1-1 13-15,0 1 2 0,-2 0 2 0,2 1-4 16,-1-1-5-16,2 1-6 0,-2-1 1 0,3 0 0 16,-2 1-6-16,1-2 7 0,2 1-3 0,-5-1 2 15,4 1 4-15,-1 0-13 0,-1 0 1 0,-1 0 1 16,1 1 3-16,-1-1 9 0,2 0-8 0,-1 0 3 16,-1 1-8-16,0 0 0 0,-1 0 6 0,0-1-6 15,0 1 7-15,-1 0-1 0,0-1 1 0,3 0-2 16,-2 0 1-16,1 1-2 0,1-1 0 0,-2-1 3 15,1 1-6-15,1 0 3 0,-1-1 1 16,1 1-3-16,-2 0 2 0,1 1 2 0,1 1-2 0,0 0 5 16,0-2-4-16,1 1 1 0,-1 1-1 15,1 0-10-15,1 0 8 0,-2 0 0 0,-1 0-2 16,2-1 9-16,-2 1-8 0,2 0 2 0,-1 0-1 16,-1 0-1-16,-1 0 6 0,4 0-2 0,-2 0 3 15,1 0-3-15,-1 1-10 0,-1-2 7 0,0 2-3 16,2-2-2-16,-1 1 7 0,-2-2-5 0,1 3 0 15,-1-3 7-15,1 1-3 0,0 0 2 0,-1 0-2 16,0 1 0-16,2 0 2 0,-2-1 0 0,1 0 2 16,-2 2-6-16,1-3 5 0,2 2-3 0,-1-1-1 15,0 1 1-15,1 0-4 0,-1-1 3 0,1 1-3 16,-1-1 5-16,1 2-3 0,-1-2-1 0,2 1 1 16,-2-1 3-16,0 1 0 0,0 0 1 15,0 0-4-15,0 1-4 0,1-1 1 0,-2 1 6 16,1-1 5-16,0 1-9 0,-1 0 1 0,1-1-1 15,-1 0 0-15,1 0 12 0,0 0-8 0,0 0 1 16,0 1 4-16,-1 1-12 0,1-1 13 0,-1 0-6 16,2 0-5-16,-2-1 9 0,-1-1-4 0,1 1 0 15,-1-2-1-15,2 0-3 0,0 0 3 0,-1 1-5 16,-1-1 7-16,1 1 3 0,-1 0-7 0,0 1 6 16,1-2 4-16,-1 1-4 0,0 1 3 0,0 0 2 15,0-2-11-15,0 1 6 0,2 0-9 16,-2 0-2-16,0 0 7 0,-1 1-5 0,1-2 8 15,1 1 2-15,-1 0 0 0,-1 0-4 0,0 0-1 0,1 0 1 16,0 0-3-16,-1 1 2 0,1-2 4 16,-1 1-4-16,1-1-2 0,-1 1 3 0,1-1-2 15,-1 1 4-15,1-1 3 0,-1 0 0 0,0 0-1 16,0 1-7-16,0-1 3 0,-1 2-3 0,2 0 1 16,-2-2 4-16,1 1-4 0,0 1 5 0,0 0-9 15,1 0 6-15,-2 1-1 0,2-3-4 0,-2 2 7 16,0 0-4-16,2 0 2 0,-2-1 1 0,0 0 3 15,1 0 1-15,-1 1 2 0,0-1-1 16,0-1 2-16,0 1-7 0,0 0-2 0,0 0 10 0,0 0-8 16,0 0 8-16,0-1-5 0,0 0-5 15,0-1 2-15,0 4 1 0,0-2-2 0,0 0 1 16,0-1-3-16,0 2 0 0,0 0 2 0,0 0-7 16,0 1 10-16,0-2-2 0,0 0 0 0,0 0 11 15,0 1-9-15,0-3 7 0,0 2-3 0,0-1-5 16,0 0 3-16,0 1-6 0,-12 0 0 0,12 1-3 15,0-1 0-15,0 2-2 0,0 0 3 0,0 1 0 16,0 1 0-16,0 0 2 0,0 0 0 0,0 0-2 16,-7-1 4-16,7 0-2 0,0 0-4 0,-3 0 6 15,3-1-3-15,-2 1-1 0,1-1 5 0,1 0-2 16,-1-1-6-16,0 1 5 0,0 0-3 16,0-3 2-16,0 2 4 0,1-3-3 0,-2 2 3 15,2 0-8-15,-1 0-2 0,1 1 3 0,-1 0-3 16,0 1 6-16,0 0 0 0,0 1 0 0,-1-1 0 15,2 1 3-15,-2-1 1 0,1 1-3 0,-1 0 2 16,2 1 2-16,-2-1-2 0,2-2-1 0,-3 2 0 16,3 0-9-16,-1-2 6 0,0 0 1 0,0 1 1 15,1-1 4-15,-2 0-2 0,2 1 6 0,0-1-7 16,-2 1-3-16,1 1 0 0,0 1-8 0,0-1 8 16,0 1 1-16,0 1 0 0,0-1 6 0,-1 1-6 15,1-1 2-15,0 0-3 0,0-2 0 0,0 3 2 16,-1-1-4-16,1 0 8 0,0 0-3 15,-1-1-1-15,1 1 0 0,0 0-3 0,-2-2 2 16,1 1 0-16,2 0 3 0,-2 0-5 0,1-2-2 16,-1 2 4-16,0-2-2 0,0 0-2 0,-1 2 2 15,1-2 2-15,-1 1 0 0,0 0 6 0,0 2-6 16,1-1-4-16,0 0 4 0,-1-1-3 0,1 2 7 16,0 0-4-16,-1 0-4 0,2-1 5 0,-1 0-5 15,-1-1 8-15,2 1 1 0,-1 0-8 0,0 0 3 16,0-1-1-16,-1-1-6 0,1 2 9 0,0-2 0 15,-1 2-7-15,0 0 8 0,2-1-6 16,-1 0 1-16,0 2 1 0,0-3 0 0,-1 2 1 0,1-1-3 16,0 0 6-16,0-1-8 0,0 0 3 15,-1 0 6-15,1 0-1 0,1 0 2 0,-1 0-2 16,-1 0-5-16,1 0 0 0,-1 0 0 0,1 2 0 16,2-1 2-16,-3 0-6 0,0 1 1 0,2-1-3 15,-1 1 3-15,0 0 5 0,-1-2-2 0,1 1 5 16,-1 0-4-16,1 0 1 0,-1-1 1 0,0 1-1 15,1 1 2-15,-1-1-1 0,1 2 0 0,0-2-2 16,-1 1 0-16,-1-1-5 0,1 1 2 0,1 1 3 16,-3-3 3-16,2 2 0 0,-1 0-2 0,0-2-1 15,0 2-4-15,1 0 4 0,-3-1 1 0,3-1 1 16,-2 2-6-16,2-1 4 0,1 0-1 16,-2-1-2-16,1 0 6 0,1 0-4 0,0 0 2 15,-1-2 2-15,0 2 1 0,0-1-4 0,1 0-2 16,-1-1 1-16,-1 1 3 0,3-1-2 0,-1-2 2 15,0 3-1-15,2-2-2 0,-2-1 4 0,0-1 0 16,2 1 1-16,0 1-5 0,-3 1 1 0,3-2-2 16,-2 0 3-16,0 1 2 0,2-1 3 0,-1 2-3 15,0-2-9-15,0 1 8 0,1-2-8 0,-1 2 8 16,-1-1 6-16,0 1-3 0,-1 0-2 0,1-1-3 16,0 1-4-16,0-1 1 0,-2 2 3 0,1-2-1 15,0 2 5-15,0 1-4 0,-1-3 0 0,1 1 3 16,-2 0-4-16,2 1 0 0,-1-1 3 0,1 0-1 15,1-1 2-15,-1 1 2 0,0 0-5 16,0 1-1-16,-1-1-2 0,1 0 0 0,-1 1 4 16,0-1 0-16,1 0-1 0,-2 0-1 0,3 0 2 15,-2-1-1-15,1 2 0 0,0 0 0 0,1-1-2 16,-1 2 3-16,0-1 1 0,2 1-1 0,-2 0-1 16,2-1-4-16,-1 0 0 0,-2 0 4 0,2 1-1 15,-3-2 1-15,2 1-4 0,-4 0 0 0,2 3 4 16,-1 0 1-16,0-1 4 0,-1 2 0 0,-1 1-7 15,-1 1 0-15,1 0 0 0,-1 0-1 16,0-1 2-16,1 0 2 0,-2 1-1 0,0 0 0 16,2-2 4-16,1 2 1 0,0-2-3 0,-2-1-2 0,4 1 0 15,0-2-3-15,0 0 4 0,1 1-2 16,0-3 2-16,1 2-1 0,-3-2-1 0,4 3 2 16,-3-3-3-16,3-1-1 0,-1 1 5 0,1 0-5 15,0-2-2-15,0 0 7 0,0 0-5 0,1 0 3 16,-2-1 1-16,0 1-1 0,1-1-2 0,0 0 8 15,0 0-5-15,1 2-1 0,1-2-1 0,-1 1 1 16,0 0 2-16,1-1-5 0,-2 1 9 0,2 0-4 16,-1 2-5-16,-1-3 5 0,1 2-8 0,-1-2 5 15,1 0 3-15,-2 0-1 0,3 0 0 0,-2 0-2 16,-1 0 1-16,1 0 5 0,-1 0-3 0,1 15-2 16,-1-15 3-16,0 0-6 0,0 0 6 15,1 10-1-15,-1-10-4 0,1 0 4 0,0 0-9 16,0 9 10-16,-1-9 1 0,2 4-6 0,-1-4 6 15,0 0-10-15,0 4 1 0,0-3 7 0,0-1-3 16,-1 4 3-16,3-3 0 0,-4 0 2 0,3 1-8 16,-1-1 2-16,0 0 2 0,0-1-4 0,0 3 12 15,0-2-4-15,0 0-5 0,-1 0 3 0,-1 0-4 16,1 0-2-16,-1 1 7 0,1 0-6 0,-1-1 1 16,-1 1 5-16,0 2-5 0,0-1 5 0,0-1 1 15,-1 2-6-15,1-1 9 0,-1 0-8 0,1 2 2 16,-2-3 2-16,0 2-7 0,-1-1 0 15,1 0 0-15,-1 0 4 0,-1 0-1 0,2 1 6 16,2-1-1-16,-3-1-6 0,3 2 4 0,0-2-4 16,0 0 4-16,0 2 1 0,0-3-6 0,-1 1 4 15,1 0-5-15,1 0 2 0,0 0 2 0,0 0-2 16,1 0-1-16,0 1 1 0,-1-1 1 0,-1 0-2 16,2 0 7-16,-1 0-4 0,0 0 3 0,-1 0 2 15,1 0-11-15,1 0 8 0,-5 0-5 0,4 0 3 16,-2-1 4-16,1 3-7 0,-2-1 2 0,0 0 3 15,2 1-2-15,-2-1 2 0,1-2 0 16,0 3-4-16,-1-1 8 0,1-1-5 0,0 0 1 0,1-1-6 16,-2 1 0-16,1-2 4 0,1 2-2 15,-1-1 4-15,1 1-2 0,0-1 0 0,0 0 0 16,-1 1-1-16,2-1 4 0,0 0-3 0,0 0 0 16,-1 1 1-16,1-2-1 0,0 2-2 0,-2-2 2 15,3 0 4-15,-3 0-3 0,1 0 3 0,-1 0-1 16,1 0-6-16,-2 0 1 0,1 0 1 0,0 0 1 15,-3 0-1-15,0 0 1 0,0 0 2 0,1 0-4 16,-1 0 3-16,-2 0 1 0,2 0-5 0,-1 0 2 16,0 0 4-16,2 0-5 0,-1 0 4 0,1 0-1 15,1 0-4-15,1 0 3 0,1 0 1 0,0 0-4 16,-3 0 2-16,1 0 0 0,1 0 0 16,0 0 3-16,0 0 3 0,-3 0-4 0,2 0-1 15,0 0-3-15,1 0-3 0,2 0 5 0,-2 0 1 16,3 0 6-16,0 0-4 0,0 0-3 0,1 0 1 15,-2 0-1-15,1 0 3 0,0 0-1 0,-1-11-1 16,-2 11-2-16,2 0-1 0,-1 0 4 0,0-8 1 16,1 8 0-16,0 0-2 0,-3-6 0 0,2 6-2 15,-1-6-1-15,1 5 6 0,-1-1-5 0,-1-2 2 16,1 3-1-16,0-2-3 0,-1 2 1 0,0 0 3 16,0-1-2-16,2 0 5 0,-2 1 2 0,1 0-5 15,0-1 3-15,-2-1-5 0,3 2 1 0,-1-2-1 16,1 1 3-16,-1-1-2 0,0 2-1 0,2-1 2 15,-1 0 1-15,0 0 0 0,-1-1-1 16,1 1 2-16,1 0-6 0,-2 0-1 0,1 0 2 16,-1-1 6-16,2 0-2 0,-1 1 1 0,-2 0 2 15,4 1-7-15,-3-2 0 0,1 1 7 0,1 0-3 16,1 0-2-16,-1 0 4 0,1 0-3 0,-1-1 2 16,2 2-2-16,-1-2 4 0,-1 1-5 0,2 0 1 15,-1 1 4-15,1-3-8 0,-1 2 5 0,0 1-3 16,2-1 0-16,-3-1 3 0,0 1 0 0,2 2-3 15,-1-3 0-15,1 0 6 0,-1 2-6 16,1-1 5-16,0-1-5 0,0-1-3 0,1 2 0 16,-1 0 1-16,0-2 4 0,-1 2 1 0,1 0 1 15,-1-1-3-15,0 1 2 0,1-1-3 0,-1 1 1 16,0-1 1-16,1 1-1 0,-1-3-1 0,1 4 6 16,0-3-2-16,0 2 3 0,0-1-2 0,0 0 0 15,0 1-3-15,-1-1-2 0,2 1 4 0,-1 0-9 16,1 0 8-16,0 0 0 0,0 1-4 0,-1-1 5 15,0 1 0-15,2-1-2 0,-2 1 3 0,1-1-3 16,1 1-1-16,-2-1-1 0,0-1-1 0,2 2 1 16,-2-1 3-16,1 1-5 0,-1 1 8 0,1-2-4 15,-1 1-4-15,1 1 9 0,0 0-5 0,0 0 2 16,1 0-3-16,-3 0 1 0,3 0 0 0,-1 0 0 16,1-1 2-16,-1 1-1 0,0 0-5 15,1-1 1-15,-1 1 2 0,1-1 0 0,0 0 1 16,0 1 8-16,-1 0-8 0,1-2-3 0,0 2 9 15,-1 0-13-15,1 0 8 0,-1 0 4 0,0 0-7 16,0 0 4-16,1 0-2 0,0 0-2 0,0 0 0 16,-1 0-1-16,1 0 6 0,0 0-3 0,0 0-2 15,0 0 4-15,-1 0-1 0,1 0 0 0,0-12 1 16,0 12-4-16,0 0-1 0,0 0-2 0,-2 0 8 16,2 0-3-16,0 0 2 0,0 0 5 0,0 0-10 15,0 0 3-15,0 0-2 0,0 0-5 0,0 0 7 16,0 0 0-16,0 0 5 0,0 0-3 0,0 0-1 15,0 0-1-15,0 0 0 0,0 0-1 16,0 0 0-16,0 0 6 0,0 0-10 0,0 0 4 16,0 0 2-16,0 0-5 0,0 0 2 0,0 0 6 15,0 0-6-15,0 0 3 0,0 0 0 0,0 0-3 16,0 0 4-16,0-13 3 0,0 13-4 0,0 0 1 16,0 0-1-16,0 0-1 0,0 0 0 0,0 0-1 15,0 0 3-15,0 0-6 0,0 0 7 0,0 0-2 16,0 0 0-16,0 0-3 0,0-7-6 0,-12 7 4 15,12-3 0-15,0 3 3 0,0-5 6 16,0 5-3-16,0-3-2 0,-8 2-2 0,8-2 1 0,0 2-1 16,0 0 0-16,-4-2 5 0,4 1-3 15,0 1 1-15,-3-1-1 0,2 0 0 0,0 1 1 16,0-1 1-16,0 0 2 0,0 1-6 0,0 0-1 16,0 1 3-16,0-1-3 0,1 0 1 0,-1 1 4 15,1 0-5-15,-1-1 1 0,1 1 5 0,0-2-3 16,0 2 1-16,-1 0 1 0,1 0-5 0,0 0 4 15,-1 0-4-15,1 0 2 0,0 0 3 0,0 0-2 16,0 0 1-16,0 0 1 0,0 0 1 0,-1 0-4 16,1 0 1-16,0 0-3 0,-1 0 0 0,1 0 6 15,0 0 2-15,0 0-4 0,0 0-4 0,-1 0 3 16,1 0-6-16,-1 0 5 0,1 0 6 16,0 0-5-16,-1 0 2 0,0 0-2 0,1 0-3 15,-1 0 3-15,1 0 3 0,0 0-3 0,0 0 2 16,0 0 0-16,0 0-5 0,0 0 3 0,0 0 1 15,0 0-4-15,0 0 5 0,0 0-5 0,0 0-1 16,0 0 2-16,0 0 1 0,0 0 5 0,0-15-1 16,0 15-3-16,0 0 1 0,0 0-4 0,0 0 3 15,0 0 2-15,0 0-4 0,0 0 3 0,0 0-1 16,0 0-1-16,0 0 4 0,0 0-2 0,0 0-2 16,0 0-1-16,0 0-1 0,0 0-2 0,0 0 7 15,0 0-4-15,0 0 1 0,0-13 7 0,0 13-10 16,-12 0 7-16,12 0 0 0,0 0-5 0,0 0 6 15,0 0-4-15,0-8-1 0,-5 8 2 16,5 0-3-16,0 0 2 0,0-4 0 0,0 4-5 16,-5-2 3-16,5 2-1 0,-1-1-1 0,1-1 3 15,-1 2 0-15,0 0 1 0,0-2-3 0,1 2 6 16,0-1 2-16,-1-1-5 0,1 2 2 0,-1 0-3 16,1 0-3-16,0 0 2 0,-1-1 3 0,0 1-3 15,0 0 5-15,-1-1-3 0,2 1 1 0,0 0 2 16,-2-2-6-16,2 2 4 0,0-1 0 0,-1 1-6 15,1 0 8-15,0 0-2 0,-1 0-3 0,0-2 4 16,1 1-4-16,-1 1-3 0,1 0 2 16,0-1 0-16,0 1-10 0,0-1-18 0,0 1-19 15,0 0-34-15,-1 0-32 0,1 0-33 0,-1 0-60 16,0 0-60-16,-1 0-40 0,0 0-3 0,-1 0 23 16,-1 0 27-16,-1 0 83 0</inkml:trace>
  <inkml:trace contextRef="#ctx0" brushRef="#br0" timeOffset="17661.93">21467 5370 138 0,'0'0'6'0,"0"0"11"16,0 0 7-16,0 0 9 0,0 0-9 0,0 0-4 15,0 0-6-15,0 0 1 0,0 0 15 0,0 0-2 16,0 0 0-16,0 0-10 0,0 0-5 0,0 0-1 16,0 0 1-16,0 0 9 0,0 0 5 0,0 0-15 15,0 0-1-15,0 0-10 0,0 0-5 0,0 0 10 16,0 0 0-16,0 0 5 0,0 0-6 0,0 0-5 15,0 0 5-15,0 0 1 0,0 0-5 0,0 0 14 16,0 0-4-16,0 0-5 0,0 0 4 0,0 0 1 16,0 0 10-16,0 0-6 0,0 15 6 15,0-15-5-15,0 0-16 0,0 10 5 0,0-10 1 0,-12 10 0 16,12-10 7-16,0 13-8 0,0-7 2 16,-12 0-1-16,12 1-5 0,0 0 12 0,-8 0-6 15,8 0 0-15,-4 1 13 0,2 0-6 0,-2-1 8 16,3 2-8-16,-1-1 0 0,-2 0-6 0,2 1-7 15,1 0-7-15,-2-1 13 0,2-2-7 0,0 0 1 16,0-1 6-16,1-1-21 0,0 0 20 0,-1 0-1 16,1-3 2-16,0 0-7 0,0-1-6 0,0 1 6 15,0 1 8-15,0-2 12 0,0 0-8 0,0 0-11 16,0 0-8-16,0 0 2 0,0 0 12 16,0 0 20-16,0 0 15 0,0 0-8 0,0 0 1 15,0 0 3-15,0 0-26 0,0 0 7 0,0 0-8 16,0 0-12-16,0-14 7 0,0 14-8 0,0 0 1 15,0-14-6-15,0 14 6 0,0-11-6 0,0 11 5 16,0-12-5-16,0 6 12 0,0 0 5 0,0 1-6 16,0-1-5-16,14 0-2 0,-14-1-9 0,0 2 5 15,0 0 17-15,0 1-22 0,0-1 22 0,0 1-5 16,0-1-11-16,0 3 6 0,5-2 1 0,-5 1-6 16,0 0 10-16,0 0-1 0,0 1-15 0,0-1 15 15,4 2-9-15,-4-2 5 0,0 3 11 0,0-3-22 16,0 3 10-16,3-3-5 0,-2 2 1 0,-1-1 10 15,0 1-17-15,0 0 18 0,0 1-6 16,1-2-6-16,-1 2 18 0,0 0-13 0,0 0 1 16,0 0 0-16,0 0 5 0,0 0-10 0,0 0-12 15,0 0 5-15,0 0 1 0,0 0 5 0,0 0 22 16,0 0-4-16,0 0-18 0,0 0 17 0,0 0-27 16,0 0 11-16,0 0 23 0,0 13-11 0,0-13 17 15,20 0-6-15,-20 0-16 0,0 12-1 0,16-12 5 16,-16 7 2-16,11-7 5 0,-11 5-2 0,10-5 0 15,-10 4-11-15,9-2-2 0,-5 1 4 0,0-2-11 16,2-1 19-16,-3 2 2 0,1-1-8 0,1-1 7 16,0 0-5-16,0 1-17 0,1 0-30 15,-3-1-52-15,1 1-50 0,0 0-23 0,0 1-1 16,-1 0-22-16,-1 1 33 0,0-1 34 0</inkml:trace>
  <inkml:trace contextRef="#ctx0" brushRef="#br0" timeOffset="26259.79">25726 3037 109 0,'0'0'7'0,"0"0"2"0,0 0 11 0,0 0 6 16,0 0-1-16,0 0-3 0,0 0-3 0,0 0 1 16,0 0-8-16,0 0 7 0,0 0-2 0,0 0-4 15,0 0 9-15,0 0-13 0,0 0-1 0,0 0 9 16,0 0-5-16,0 0 5 0,0 0-10 0,0 0 4 16,0 0-4-16,0 0-1 0,0 0 4 0,0 0-13 15,0 0 3-15,0 0 11 0,0 0-6 16,0 0 5-16,0 0-4 0,0 0-6 0,0 0 5 15,0 0-5-15,0 0 0 0,0 0 5 0,0 0-9 16,0 0 10-16,0 0 4 0,0 0-5 0,0 0 15 16,0 0-14-16,0 0-1 0,0 0 1 0,0 0-5 15,0 0 15-15,0 0-16 0,0 0 6 0,0 0 4 16,0 0-15-16,0 0 21 0,0 0-6 0,0 0 0 16,0 0 6-16,0 0-6 0,0 0 1 0,0 0 5 15,0 0-1-15,0 0-5 0,0 0 13 0,0 0-10 16,0 0-13-16,0 0 19 0,0 0-19 0,0 0 1 15,0 0 18-15,0 0-31 0,0 0 12 0,0 0 13 16,0 0-7-16,0 0 19 0,0 0 0 16,0 0-13-16,0 0 0 0,0 0 6 0,0 0-17 0,0 0 12 15,0 0-7-15,0 0-11 0,0 0 17 16,0 0-12-16,0 0 12 0,0 0 1 0,0 0-1 16,0 0-12-16,0 0 5 0,0 0 1 0,0 0-12 15,0 0 18-15,0 0-11 0,0 0-7 0,0 0 0 16,0 0 6-16,0 0 6 0,0 0-6 0,0 0 12 15,0 0-1-15,0 0-10 0,0 0 23 0,0 0 5 16,0 0-4-16,18 0 4 0,-18 0-6 0,0 0-6 16,0 0-1-16,19 0 0 0,-19 0-1 15,11 0 1-15,-11 0-10 0,11 0 0 0,-11 0 4 0,11 0-14 16,-4 0 10-16,-2 0-2 0,1 0-1 16,-1 0 6-16,2 0-4 0,-1 0 10 0,-1 0-5 15,-1 0 0-15,1 0 6 0,4 0-10 0,-4 0 18 16,1 0 1-16,-1 0 0 0,1 0-6 0,0 0-9 15,2 0-1-15,-2 0-4 0,1 0 9 0,-3 0-1 16,3 0-8-16,-2 0 9 0,0 0-15 0,-1 0-10 16,2 0 14-16,-5 0-3 0,5 0 10 0,-2 0-4 15,-1 0-8-15,2 0-1 0,-3 11-5 0,2-11 9 16,-1 0 7-16,1 0-7 0,2 6 9 0,0-6-1 16,-2 0-11-16,0 5 1 0,3-3 5 0,-1 0-1 15,-1 1 0-15,0-2 7 0,-1 2-7 0,1-2-2 16,1 2 6-16,-3-1-7 0,3 0 0 15,-2 0 5-15,0 1 2 0,0-2-3 0,0 1 2 16,-1 0-10-16,1-2 3 0,0 0 2 0,0 3-5 16,-2-1 7-16,4-1 2 0,-2 1-4 0,-1 0 13 15,1 0-5-15,0 1-3 0,0 0 4 0,1 0-4 16,0-2-3-16,-1 2-1 0,3 0 7 0,-2 0-4 16,1-2 0-16,0 1-1 0,0 3 3 0,0-2-8 15,1 1 10-15,-1-1 7 0,2 2-6 0,-2 0 9 16,-1 0-11-16,3 0 1 0,-1-2-3 0,3 0 3 15,-6 1 1-15,3-2-3 0,-1 1 0 0,0-3 3 16,2 2 0-16,-4-1 0 0,1 2-3 0,-1-2-9 16,-2 2 6-16,1-1-1 0,1 2-5 15,1 0 15-15,-1 0-8 0,3 1 2 0,-1-1 2 16,1 1-5-16,3-2 7 0,-2 4-2 0,-3-2 2 16,1 0 2-16,2 0 1 0,-2 1-4 0,3-1 1 15,-3 1-7-15,1 1-3 0,1-3 7 0,-2 2-3 16,1-3 2-16,-1 2 1 0,4 2-6 0,-6-5 5 15,1 3-3-15,1-2-2 0,-1 2 1 0,2 0 1 16,-3 0-5-16,3-1 0 0,-1 0 2 0,-3 0 0 16,3 2 8-16,1-2 1 0,-2 1 1 15,-1 0 1-15,3 0 2 0,-3 2-9 0,0-1 4 0,4-1-4 16,-2 1-6-16,-3 1 9 0,3-2 0 16,-4 0-5-16,3 0 5 0,-3 2-5 0,3-3 4 15,-3 2-2-15,3-1 2 0,-1 0-2 0,-2 0-5 16,2 1 3-16,-1-1-5 0,-1-1 5 0,0 1 0 15,3-1 2-15,-4 1 1 0,3-1 1 0,-2 0-4 16,0-1 4-16,2 3 2 0,-1-2-5 0,-1 0 5 16,2 1-5-16,-2 0 0 0,0-1 4 0,4 0-1 15,-4 0 0-15,0 1 4 0,0-1 0 0,1 0-4 16,1 0-3-16,-2 0-5 0,0 1 0 0,3-1 2 16,-3 1 4-16,0 1 1 0,1-3-1 15,1 2 1-15,-3 0-4 0,3 0 4 0,0 0-2 0,-2 0 1 16,0 0 1-16,-1 0-4 0,3 1 2 0,-2-2 4 15,0 2-4-15,0 0-3 0,2-2 1 16,-2 1 1-16,2-1-2 0,-2 2 10 0,0-1-3 16,1-2-5-16,1 3 6 0,-2-2-6 0,0 1-1 15,0 1 2-15,-1-2-3 0,1 0 8 0,0 1 7 16,1 0-8-16,-1 0 1 0,0 0-5 0,0-1-4 16,-1 1 5-16,1 0-3 0,0 0 0 0,0 0-2 15,0 1 5-15,-2-1-2 0,2 1 2 0,-2 0-1 16,2 0 0-16,-1 2 6 0,1-1-4 0,0-2 5 15,-2 2-6-15,0 0 2 0,0 1-2 16,2 0 1-16,-2 0-4 0,2-1-3 0,-2 1 5 0,0 0 0 16,3-1 1-16,-3 0 2 0,0 1 0 0,3 0-5 15,-3-1 8-15,2 1-2 0,-2-1-3 16,0 1 2-16,0 1-11 0,0-2 7 0,0 1-3 16,2 0 2-16,0 0 1 0,-2 0-3 0,0 0 4 15,0 1-4-15,2-2 5 0,-2 0-4 0,0-1-4 16,0-1 7-16,2 0-1 0,-2 0 1 0,0 1 1 15,0-2-8-15,0 3 1 0,2 0 0 0,-2 1 4 16,0 1 1-16,1 3-2 0,-1-4 3 0,0 2-9 16,0 2 8-16,0-2-5 0,2 1 0 15,-2 0 8-15,0-1-8 0,0 1 7 0,2 0-1 0,-2-2-5 16,0 2 2-16,0 0 4 0,0-3-3 16,0 1 1-16,2 0 0 0,-2 0-4 0,0-1-3 15,0 1 4-15,0-1 1 0,2 0-1 0,-2 1 4 16,0-1-1-16,0 0 2 0,0 0-1 0,0-1 0 15,0 2-2-15,0-1-1 0,0 0-1 0,0-1-1 16,2 1 0-16,-2 0-1 0,0 0 4 0,0-1-3 16,0 0 5-16,1 0 0 0,-1 0 0 0,0-2 2 15,0 2-7-15,3-1-2 0,-3-2 4 0,0 1-1 16,0 0 2-16,0-1 1 0,0-3-2 0,0 1-2 16,0 0 3-16,0 0 0 0,0-1-4 0,0 0 4 15,0 1-3-15,0 0 1 0,0 0 0 0,0 1 0 16,0-2 2-16,0 2-2 0,0 0 3 15,0-1-3-15,0 1-2 0,0 0-1 0,0 1 4 16,0-1 0-16,0 4 1 0,0-2 1 0,0 2-7 16,0 0 6-16,0 2-3 0,0 0 1 0,0 1-4 15,0 1-1-15,0 0 3 0,0-1 0 0,0-1 9 16,0 0 0-16,0 0-2 0,0 0 3 0,0-1-3 16,0 0-2-16,0-1 1 0,0 0-1 0,0 0-3 15,0 0-1-15,0 0 5 0,0-1-3 0,0 1 4 16,0 1-3-16,-10-1-5 0,10 2 1 0,0 0 2 15,0 1 1-15,0-1 6 0,-5 2-8 0,5-1-1 16,-4 0 0-16,4 0 0 0,0 2 6 16,-2-1-1-16,0-1 2 0,0-1-4 0,2-1 1 0,0 1-5 15,0-3-2-15,0 3 5 0,-2-2-3 16,2 0 3-16,-3 1 2 0,3 0 0 0,-3 2-5 16,1-1 5-16,2 0-1 0,-2 0-5 0,2 0 9 15,0 1-8-15,-2 0 1 0,2-1 7 0,0 1-7 16,-2 0 7-16,1 0-1 0,-1 1-8 0,2-2 2 15,0 1 0-15,-2-1 1 0,2 0 2 0,-2 0 0 16,0-1 1-16,2-1 1 0,-2 1-1 0,2-2 0 16,0-1-1-16,-2 1-1 0,1 0 3 15,1-3-4-15,0 2 3 0,0-3-2 0,0 1 2 0,-2 0 3 16,2 0-3-16,0-3 1 0,0 2 0 0,0 1-5 16,-2-3 7-16,2 2-1 0,0-2-5 15,0 1 3-15,0 0-5 0,-2 1 0 0,2-1 3 16,0 1 0-16,0-2 2 0,0 1-2 0,0-1-2 15,0 1 4-15,0 0-4 0,0 0 4 0,0 0 3 16,0 0-6-16,0 1 1 0,0-1 0 0,0 0 2 16,0 1-1-16,0-1 3 0,0 1-2 0,0-1-1 15,0 1-2-15,0 0 7 0,0 0-4 0,0-1 2 16,0 2 1-16,-12-1-7 0,12 0 4 0,0 0-2 16,0 0 0-16,0-1 0 0,-6 1 2 0,6-1-4 15,-3 2 3-15,3-2-2 0,-2 1 1 0,0 0 4 16,2-1-5-16,-2 1 8 0,0-1-12 15,2 1 5-15,-2-1 0 0,2 0-5 0,-1 0 11 16,-2 1-7-16,1 0 4 0,0 0 2 0,2 0-7 16,-2 0 7-16,0 0-5 0,0 0-5 0,1-1 6 15,-1 1-8-15,0 0 4 0,2-1 8 0,-2 1-4 16,0-2 1-16,0 3-1 0,0-1-6 0,2-1 6 16,-3 1 1-16,1 0 1 0,-1-1-2 0,1 3-3 15,2-2 4-15,-2 1-2 0,-1-1 0 0,1 1 2 16,0-1-3-16,0 0 1 0,0 1 2 0,0-1-8 15,-1 0 3-15,1 1 5 0,0 0-8 0,-3 3 9 16,2-2-2-16,-1 1-8 0,0 1 9 0,-1 1-4 16,-1 0 2-16,2 0 0 0,1 1 0 15,-2-1-2-15,-1 0 2 0,3-2 2 0,-1 2-1 16,0-1 0-16,2-2 0 0,-3 1-1 0,3-2-2 16,-1 2 2-16,1-3 2 0,-1 0-2 0,1 2-2 15,2-3 3-15,-2 1-4 0,2 0 4 0,-2 1 1 16,0-3-3-16,2 2 1 0,-2 0-1 0,2-1 3 15,-2 1-2-15,1 0-2 0,-1-1 2 0,0 0-4 16,2 1 6-16,-2-1-2 0,2 1 4 0,-2-1 0 16,0 0-6-16,2 1 1 0,0-1 1 15,0 2-2-15,-4-2 3 0,4 1 1 0,0-2-5 0,-2 1 6 16,2 0 0-16,0 0-3 0,0 1 2 0,0 0 0 16,-2-2-4-16,2 1 2 0,0 1 4 15,-2-1-12-15,2 2 7 0,-5-1 6 0,5 1-5 16,-2 0 7-16,-2 1-3 0,2-1-9 0,0-1 3 15,-1 1 0-15,1 0 0 0,-1 0 6 0,1-1 0 16,2 0-2-16,-2 0-3 0,0-1-3 0,2 1 0 16,-2-1 6-16,1 1-2 0,-1-2 2 0,2 3 0 15,0-3-6-15,-2 2 6 0,2-1-3 0,-4 0-1 16,4 2 0-16,-2-1 1 0,0 0-1 0,1 0 2 16,-1-1 3-16,0 2-1 0,0 0-2 0,-1-1 0 15,0 1-2-15,1 0 0 0,0 0 3 0,0 1 2 16,-2-1-1-16,1 2-1 0,1-3 2 15,-2 3-5-15,2-2 2 0,0 0 3 0,-2 1-5 16,2-1 2-16,0 1 1 0,-2 0-3 0,2 0-1 16,-1-1 3-16,1 3-3 0,0-4 4 0,-2 1 1 15,2 2 2-15,0-1-4 0,1-1 0 0,-1 1-1 16,-1-1-1-16,1 0 1 0,0 0-1 0,0 1-1 16,1-2 1-16,-3 2 2 0,2-1 0 0,-2-1 2 15,2 2 2-15,1-1 0 0,-1 0 0 0,-2 0 0 16,4 0-4-16,-2-2 0 0,-1 0 0 0,3 3-4 15,0-2 3-15,-3-1 1 0,3 1 0 0,-2-2 1 16,0 3 1-16,0-1-4 0,2 0-1 0,-4-1 1 16,2 3 0-16,1-2 5 0,-3 0 0 0,2 3-5 15,0-4 2-15,-3 2-1 0,0 0 0 16,5-1 5-16,-2 1-2 0,-2 0-2 0,1 0 4 16,1-3-4-16,0 2 0 0,0-1 0 0,0 0-2 15,-1-1 6-15,1 0-2 0,0 0 0 0,2 1-4 16,-3-1-5-16,1 2 4 0,2-1-1 0,-2 1 6 15,2 0 1-15,0 1-5 0,-3 0 6 0,3 0-4 16,0 1 1-16,-2-1 1 0,0 1-1 0,0-1-3 16,0 1 4-16,-2-2-1 0,3 1 1 0,-1 0 0 15,-2-2-4-15,2 2 4 0,-2-2-8 0,2 2 4 16,0-2 0-16,-2 1 0 0,2-1 4 0,-1 1-2 16,1-1 2-16,0 1-2 0,-2-1 0 0,2 2-2 15,-1-2 5-15,-2 2-3 0,3 0 1 16,-7-1 3-16,5 2-4 0,-1-2 4 0,1 1-2 15,-3 0 0-15,3-1-2 0,-1 1-3 0,-1 0 7 16,3-2-4-16,-3 1-2 0,0 1 1 0,0 1-5 16,2-2 0-16,-3 2 8 0,3-1-2 0,-1 1 0 15,-2 1 2-15,2 0-3 0,-3-2 5 0,3 1-5 16,-3 0 0-16,2 0-1 0,-2 1-1 0,3 0 1 16,-1 0 2-16,-2-1 3 0,2 0-5 0,1 0 6 15,-3-1-2-15,3-1-1 0,-2 1 0 0,0-1-2 16,3-1 1-16,-2 0-2 0,1 1 4 15,3-1 2-15,0 0-3 0,-4 0-2 0,4 0 5 16,0 0-9-16,-2 0 5 0,2 0 4 0,0 0-6 16,1-1 5-16,-1 2 0 0,0-2-4 0,0 1 5 15,0-1-2-15,-2 0-4 0,0 0 3 0,2 1-7 16,-2-1 8-16,0 1-2 0,-1-1 3 0,3 0-1 16,-4 1-4-16,3-1 0 0,-2 0-1 0,-1 0 5 15,1 0 2-15,0 0 0 0,-1 0-4 0,2 0-3 16,-2 0 1-16,2 0 2 0,0 0 2 0,-1 0-5 15,3 0 2-15,-2 0 3 0,0 0-4 16,2 0 5-16,-1 0-2 0,-2 0-3 0,1 0 4 0,1 0 0 16,-1 0-2-16,2 0-2 0,-3 0 2 0,3 0-2 15,-2 0 4-15,2 0-4 0,-3 0-1 16,2 0 3-16,-3 0-3 0,4 0 2 0,-3 0-1 16,1 0-2-16,1 0 2 0,-2 0 3 0,-1 0 0 15,2 0 5-15,-1 0-6 0,1 0 3 0,-1 0-3 16,1-10-8-16,-3 10 6 0,4 0-4 0,-3 0 6 15,0 0 2-15,3 0-2 0,-1 0 0 0,-4 0-2 16,4 0 2-16,-2-6 1 0,1 6-5 0,0 0 0 16,-2 0 3-16,3-2 2 0,-2 2 4 0,1 0 2 15,-2 0-7-15,3 0-3 0,-4-1 4 0,4 1-5 16,-2 0 1-16,2 0 7 0,-1 0-4 16,3 0 3-16,-4 0-2 0,4 0-3 0,0 0 4 15,-4 0-5-15,2 0 1 0,1 0 3 0,-1 0-5 16,-1 0 4-16,3-14 7 0,-5 14-4 0,3 0-5 15,1-9 2-15,-1 9-5 0,-1 0 1 0,1-9 4 16,0 9 0-16,-3-6-4 0,4 3 1 0,-1 2 3 16,-1-3-5-16,1 1 4 0,0-1-3 0,-1 1 4 15,-2 0-1-15,3 0-3 0,-1 0 4 0,-1 1-6 16,1-2 4-16,-2 2 3 0,2-1-3 0,-1-1 3 16,4 1 0-16,-5 1-3 0,3-1 2 15,-2 1-1-15,2-1-3 0,0-1 5 0,-2 2-1 0,3-1-2 16,-3-1 0-16,1 1 4 0,-2-1-7 15,0-1 5-15,1 1 6 0,0 1-9 0,1-1 8 16,-2 1-8-16,4 1 1 0,-1-1 0 0,2 0 4 16,-1 1 1-16,1 1-1 0,2-1-4 0,-4 0 1 15,2 0 1-15,-4 0 0 0,4-1 3 0,-2 2-3 16,1-2-1-16,0 2 1 0,0-1-1 0,1 0 1 16,-3-1 4-16,3 2-8 0,-1-1 9 0,-1 0-2 15,-2 1-10-15,3-1 10 0,-1 2-10 0,-1-2 5 16,1 2 9-16,0-1-5 0,0 1 1 0,0 0-2 15,0-1 0-15,0 1-2 0,1-1 1 0,-1-1 2 16,2 2-4-16,0-2 5 0,-2 1-5 16,0-1 2-16,2 0 0 0,-2-1-2 0,2 2 5 15,-1-3-6-15,1 2 3 0,-2-3-1 0,1 0-2 16,-1 3 5-16,2-3-3 0,-5 0 4 0,3 1-4 16,1-2-4-16,-1 3 1 0,-2-2-2 0,3 1 9 15,-1-1-1-15,1 2 0 0,-1-1-1 0,2 1-5 16,1-1 2-16,-1 1 0 0,0 0 4 0,0-1 1 15,-1 1-3-15,1-1 1 0,2 1-1 0,-2-2-4 16,0 2 5-16,-2-2-1 0,1 2 2 0,1-1 5 16,-1 0-11-16,-1 0 4 0,1-2 1 0,-1 2-8 15,2 0 7-15,-3-1-3 0,3 0-2 0,-1 0 6 16,0 1-2-16,0 1 2 0,0-1 1 0,2-1 0 16,-1 2 0-16,0-2-2 0,1 2-1 15,1 0-5-15,-2-1 6 0,0 0-2 0,0 0 5 16,0 0 4-16,0 0-7 0,1 1 2 0,-1-1-4 15,0 0-6-15,0 0 6 0,0 1-2 0,-1-1 0 16,1 0 6-16,2 1 2 0,-1-2-1 0,-1 1 0 16,0 0-4-16,0 0-3 0,2 0 1 0,-2 1-1 15,2-2 4-15,-1 3-2 0,0-3 2 0,1 2 2 16,-1 1-1-16,1-1-1 0,0 1-4 0,-2 0 3 16,2 2 1-16,0-2 1 0,0-1-1 0,0 3 0 15,0-3-2-15,0 3 2 0,0-1 2 0,0-1-2 16,-2 0 1-16,2 0-4 0,0 2 1 15,0-1 1-15,0-1-2 0,-2 0 3 0,2 0 0 16,-2-1 2-16,2 3-2 0,-1-2 2 0,1-1 0 16,0 1-4-16,0 2 4 0,0-1-4 0,0 0 0 15,0 0 2-15,0 0-2 0,0 0 2 0,-1-1 0 16,1 2 1-16,-1 0 1 0,0-1-4 0,0 0 4 16,1 1-2-16,0-1-3 0,0 0 5 0,0 1-4 15,0-1 1-15,0 1 4 0,0-1-5 0,0 1 3 16,0-1 1-16,0 0-6 0,0 1 8 0,0-1-5 15,0 0 1-15,-1 0 2 0,1 0-6 0,-1 0 1 16,1-1 0-16,0 0 3 0,0 0 0 0,0 0 3 16,-3 0-6-16,3 0 3 0,0 0 2 15,0 0-3-15,0 1 3 0,0 0-3 0,-2 0-1 16,2 0 3-16,-1 0 2 0,1 0 0 0,0 0-3 16,-1 0-2-16,1 0-2 0,0 1 0 0,0 0 6 15,0-2-3-15,0 1-1 0,0 1 0 0,0-1 1 16,0 0 0-16,0 0 0 0,0 0 3 0,0 1-2 15,0-2 2-15,0 1 0 0,0 0-2 0,0 0 1 16,0 0-4-16,0 0 4 0,0 1-2 0,0-1-2 16,0 1 3-16,0-1-1 0,0 1-2 0,0 0 3 15,0-1 2-15,0 1 0 0,0-2 0 0,0 1-3 16,0 0 1-16,0-1-2 0,0 1 3 0,0 0 0 16,0-2 1-16,0 1-2 0,0 1 0 0,0-2 0 15,0 3-2-15,0-3 3 0,0 1-3 16,0 2 1-16,0-2 1 0,0-1 0 0,-14 2 3 15,14 0-2-15,0 1-3 0,0-2-1 0,0 2-1 16,0-1 5-16,0 0 1 0,0-2 0 0,0 3 2 16,0 0-7-16,0-3 5 0,0 3-3 0,0 0-3 15,0-1 4-15,0 1-3 0,0-1 3 0,0 1 1 16,0 0 0-16,0 0 0 0,0 0-5 0,0 0 2 16,0 0-2-16,0 0 0 0,0 0 4 0,0 0 0 15,0 0 0-15,-6 0 0 0,6 0-5 16,0 0-5-16,0 0-1 0,0 0-1 0,0 0-1 15,0 0 1-15,0 0 0 0,0 0 1 0,0 0 2 16,-6 0 3-16,6 0 2 0,-2 0 3 0,1 0 0 16,-1 17 1-16,1-17-1 0,-1 10 0 0,0-10 1 15,-1 12 0-15,2-12 0 0,-1 13-2 0,0-6 1 16,1-1-3-16,-1 0 4 0,-1-1 0 0,2 1 0 16,0 0 4-16,-2 1-7 0,3-1 3 0,-3 1 1 15,0-2-5-15,3 2 3 0,-2 0-1 0,0 0 6 16,-1-2 2-16,1 1 4 0,0 0-3 0,0-2-10 15,-1 0 2-15,2 0 2 0,-1-1-4 0,1-2 9 16,0 1-1-16,1-1-6 0,-1-1 4 16,1 0 0-16,0 0-3 0,0 0 3 0,0 0-1 15,0 0-1-15,0 0 2 0,0 0 3 0,0 0 0 0,0 0-6 16,0 0-1-16,0 0 0 0,0 0-5 16,0 0 7-16,0 0 1 0,0 0-2 0,0 0 1 15,0 0-2-15,0 0-6 0,0 0 2 0,0 0 3 16,0 0-1-16,0-14 2 0,0 14 1 0,0 0-1 15,0-9-6-15,0 9 6 0,0 0-3 0,0-9-2 16,0 9 9-16,0-5-9 0,0 2 5 0,0 0-3 16,0 1 0-16,0-2 4 0,0 3-1 0,0-1-2 15,0 0 1-15,0-1 1 0,0 0-2 0,0 1 3 16,0-1 3-16,0 0-3 0,0-1 0 0,0 1 1 16,0-1-2-16,0 0 0 0,0 0-1 15,0 0-3-15,0 0 3 0,0 0-2 0,0 0 1 16,0 0 3-16,0 1-2 0,0 1 3 0,0-2 0 15,0 2 1-15,0 1-2 0,0-2 0 0,0 1 0 16,0 1 1-16,0 0-5 0,0-1-1 0,0 1 2 16,0-1 2-16,0 0 5 0,0 1-2 0,0-1-3 15,0 2-1-15,0-1 4 0,0-1-3 0,0 1 3 16,0 0-2-16,0 0-2 0,0 0 4 0,0 1-3 16,0-1-4-16,0 1 3 0,0-2-2 0,0 2 3 15,0-2 2-15,0 2-5 0,0-1 2 0,0 1-4 16,0 0 4-16,0 0-3 0,0 0-2 15,0 0 6-15,0 0-9 0,0 0 4 0,0 0 3 16,0 0-7-16,0 0 4 0,0 0 4 0,0 0 2 16,0 0 0-16,0 0 5 0,0 0-2 0,18 0-2 15,-18 0-4-15,0 0 3 0,0 14 0 0,15-14 0 16,-15 0 4-16,10 0-5 0,-10 9-2 0,11-9 1 16,-11 0 6-16,13 8-1 0,-9-8-1 0,1 3-2 15,0 0-1-15,-1-3-2 0,1 2 1 0,-2-1 4 16,1 0-1-16,0 0 1 0,0 0 0 0,-2 0-2 15,1 0 0-15,-1 0 0 0,2-1 2 0,-1 0-3 16,0 1 2-16,-2-1 0 0,2 1-3 0,-1 0 4 16,0-1-3-16,-2 1 2 0,2 0-3 15,-1-1 3-15,0 1-3 0,1-1-1 0,-1 0 7 16,1 1-5-16,-2-1 2 0,2 1 2 0,-1-1-6 16,0 1 2-16,0-1 0 0,1 1-1 0,-2 0 2 15,1-1 0-15,2 1-1 0,-3 0 5 0,3 0 0 16,-3 0 0-16,2-1 0 0,-2 2-7 0,1-1 2 15,-1-1-26-15,3 1-29 0,-1 0-49 0,1-1-58 16,-1 1-54-16,0-1-69 0,1 0-36 0,-1 0 4 16,2 0-4-16,-2 0 74 0,-2 1 85 0</inkml:trace>
  <inkml:trace contextRef="#ctx0" brushRef="#br0" timeOffset="65359.85">29223 2928 43 0,'0'0'8'0,"0"0"5"0,0 0-4 16,0 0 9-16,0 0 4 0,0 0-20 0,0 0 9 16,0 0-3-16,0 0-22 0,0 0 26 15,0 0-11-15,0 0-8 0,0 0 22 0,0 0-18 16,0 0 8-16,0 0 6 0,0 0-18 0,0 0 13 15,0 0-2-15,0 0 5 0,0 0-4 0,0 0 2 16,0 0 1-16,0 0-6 0,0 0 11 0,0 0-7 16,0 0-1-16,0 0-4 0,0 0 4 0,0 0-1 15,0 0 1-15,0 0 4 0,0 0-8 0,0 0 0 16,0 0 4-16,0 0 0 0,0 0 4 0,0 0-4 16,0 0 0-16,0 0 0 0,0 0-5 0,0 0 8 15,0 0-3-15,0 0-4 0,0 0 3 16,0 0 1-16,0 0-4 0,0 0 4 0,0 0-5 0,0 0 1 15,0 0 4-15,0 0-5 0,0 0 10 16,0 0-5-16,0 0-1 0,0 0 1 0,0 0-5 16,0 0 0-16,0 0 1 0,0 0-5 0,0 0 0 15,0 0 4-15,0 0-4 0,0 0 4 0,0 0 4 16,0 0-4-16,0 0 0 0,0 0 4 0,0 0-4 16,0 0 1-16,0 0 0 0,0 0-1 0,0 0-3 15,0 0-5-15,0 0 12 0,0 0-3 0,0 0 8 16,0 0 4-16,0 0-9 0,0 0-8 0,0 0 4 15,0 0 0-15,0 0-3 0,0 0 15 0,0 0-15 16,0 0-1-16,0 0 12 0,0 0-16 0,0 0 8 16,0 0 8-16,0 0-12 0,0 0 12 15,0 0 1-15,0 0-9 0,0 0 4 0,0 0 1 16,0 0-9-16,0 0 5 0,0 0 0 0,0 0-6 16,15 0 10-16,-15 0 0 0,0 0-1 0,0 0-4 15,0 0 9-15,9 0-13 0,-9 0 4 0,0 0 5 16,0 0-14-16,7 0 13 0,-7 0 0 0,4 0-8 15,-1 0 5-15,-1 0-4 0,1 0 2 0,0 0 6 16,0 0 3-16,2 0-4 0,-2 0-8 0,1 0 5 16,0 0-5-16,-1 0 8 0,-1 0-8 0,1 0 13 15,0 0 0-15,0 0-13 0,2 0 12 0,-2 0-16 16,1 0 13-16,0 0 9 0,0 0-10 0,1 0 1 16,0 0-10-16,0 0 1 0,2 0 9 15,-2 0 4-15,0 0-5 0,1 0-11 0,1 0 11 16,-1 0 1-16,-1 0-1 0,2 0 8 0,-1 0-12 15,0 0-4-15,0 0 0 0,-1 0 9 0,0 0-4 16,1 0-1-16,-1 0 4 0,2 0-4 0,-2 0-4 16,0 0 9-16,0 0-1 0,0 0-3 0,0 0 3 15,2 0 5-15,-2 0-9 0,-1 0 5 0,-1 0-6 16,3 0-3-16,-2 0 8 0,1 0 0 0,-2 0-3 16,1 0-10-16,-1 0 1 0,1 0-5 0,1 0 26 15,-1 0-5-15,-1 0-3 0,2 0 3 16,-1 0-21-16,0 0 13 0,1 0 1 0,-1 0-1 15,-1 0 4-15,2 0 0 0,2 0-4 0,-2 0 4 16,3 0-9-16,-2 0-7 0,1 0 8 0,1 7-5 16,1-7 5-16,-2 0 8 0,0 4 0 0,0-1 1 15,-2-1-1-15,0 0 5 0,0 0-5 0,0-1-3 16,1 0 7-16,0 1-4 0,0-1 1 0,0 1-5 16,2-1 0-16,2 1-9 0,-3-1 5 0,-2 1 12 15,2 0-8-15,1-1 0 0,-2 2 5 0,2-2-5 16,-3 1 5-16,2 1 8 0,1-2-22 0,-3 0 5 15,1 1 0-15,-1-1-1 0,0 1 14 0,3-1 0 16,-4 2-1-16,1-2-4 0,0 1-4 0,3-1 1 16,-2 2 3-16,1-2-13 0,1 2 14 15,-3-2-1-15,2 2-4 0,0-2 8 0,0 2-8 16,-2-1 4-16,2 0-4 0,-2 0 9 0,3-1 4 16,-3 2-17-16,2 0 8 0,-2-2-8 0,0 1-1 15,1 0 5-15,-1 1-4 0,-1-2-1 0,2 2 10 16,-3-2-5-16,2 1 9 0,-1 0-10 0,1-1-8 15,-1 0 5-15,-1 0-14 0,2 1 22 0,-2 1-9 16,0-2 10-16,1 1 8 0,-1 1-17 0,2-1 8 16,-1 1-4-16,-1 0-9 0,1-1 9 0,0 1 9 15,-1 0-9-15,1-2 9 0,1 2 0 16,2 1-9-16,-3-1 8 0,1 0-3 0,0 1-1 16,2-1-8-16,-1 0 4 0,0 1 0 0,-1 0-1 15,1-1 6-15,0-1-5 0,-1 1 0 0,2-1-5 16,-2 3 0-16,1-3 5 0,-1 2 0 0,1-3 5 15,0 3-1-15,1 0 1 0,-2-1-1 0,1 0-4 16,0 0 5-16,1 0-10 0,-2 1 10 0,2-1-1 16,-2-1 1-16,-1 1 0 0,1-1-10 0,2 2 9 15,-3 0-4-15,0-1-5 0,1 1-5 0,0-2-4 16,1 0 14-16,0 1 9 0,1-2 5 16,-2 0-9-16,0 0-19 0,0-1 5 0,1 2 5 0,-2 0 13 15,0 1 11-15,1 1-11 0,0 0-4 0,1 0-9 16,0 1-6-16,-1 1 6 0,1-1-1 15,0-2 5-15,1 3-4 0,-1-2 4 0,1 0 10 16,-2 1-10-16,1-1 4 0,-1 0-3 0,1 0-1 16,1 0 9-16,-2-1 0 0,1 1-8 0,-1-1 3 15,0 1-8-15,0 0-5 0,0-2 18 0,-2 3-14 16,1-3 10-16,-1 1 4 0,1 0-8 0,1 0-10 16,-2 1 4-16,2-2 1 0,-1 2-1 0,1-1 10 15,-1 0-1-15,0 1 1 0,0-1 4 0,0 0-4 16,1 0-5-16,-1 1-4 0,1-1 8 0,0 2-8 15,-1-2 4-15,0-1 9 0,1 3-18 0,1-2 18 16,-2 1-9-16,0-1 4 0,0 1 1 16,0-1 0-16,1 1 3 0,3-1-12 0,-3 0 8 0,2 1-8 15,-2-1 0-15,-1 2 14 0,1-3-10 16,-1 3-9-16,-2-3 13 0,0 1-9 0,0 2 10 16,-1-2 8-16,1 1-13 0,0-1 0 0,2 1 0 15,-1 1 0-15,1 0 0 0,1-2 6 0,1 2-16 16,-1-1 15-16,0 1-9 0,0-1-1 0,1 1 14 15,-3-1-4-15,2 0 10 0,-2 0-15 0,2 1 0 16,-2-1-5-16,1 0 10 0,0 0 5 0,1 1-19 16,1-1 9-16,0 0 0 0,-1 0-11 0,0 0 26 15,0-1-10-15,-1 2-10 0,-1-3 11 0,2 3-11 16,-2-3 5-16,2 2 5 0,2 0 0 0,-3 0 10 16,1 0-15-16,2 0 5 0,-1 1 0 15,1 0-10-15,0-1 5 0,0 0-15 0,-2 1 15 16,0-1 5-16,1 0-5 0,-2 0 5 0,1 0-5 15,-1-1-5-15,1 2 10 0,-1-1 5 0,0 0-15 16,0 0 5-16,-1 0-10 0,2 0 10 0,-2 0 15 16,1-1-10-16,1 2 10 0,-2-3-20 0,1 2 5 15,1 0 0-15,-3-1-4 0,3 1-1 0,-1 1 0 16,-1-1 9-16,2-1-4 0,-2 2 10 0,0-1-5 16,1 0-4-16,-1 0-1 0,0 1-5 0,0-2 0 15,0 1 0-15,1 0 15 0,0-1 0 0,0 1-5 16,-3-1-5-16,1 0 0 0,2 1 0 0,-1-2 5 15,-1 2 1-15,0-1-1 0,0 0 0 16,0 1 4-16,1-1-4 0,1 0-5 0,-3 1 5 16,2-1-14-16,-1-1 9 0,0 1 0 0,0 2-10 15,0-3 11-15,0 2 4 0,0-1-15 0,-1 0 10 16,1 0-4-16,0-1-6 0,0 2 15 0,0-1-5 16,-1 2-10-16,1-1 5 0,2-1 5 0,-2 1 0 15,0-1 16-15,-1 2-11 0,1-2 0 0,1 2-4 16,-2-2 4-16,1 3-10 0,0-3 5 0,0 2 1 15,-1 0-7-15,2-1 12 0,-1 1-6 0,-1-1-5 16,2 1 5-16,-1-1 1 0,0 1-1 16,0-1 0-16,1 2 6 0,-1-1-1 0,1 0 6 15,-1 0 10-15,-1-1-20 0,2 3 4 0,-1-1-9 16,0-2-1-16,0 1 0 0,-1 1-5 0,1 0 5 16,-1 2-5-16,2-3 16 0,-1 4 0 0,-1-3 0 15,0 1 6-15,1 0-17 0,-1 0 11 0,1 0-11 16,1-2 6-16,-3 1 10 0,0-2-6 0,2 2 5 15,-2-1-10-15,2 2-1 0,-2-2-10 0,3 0 15 16,-3 4 10-16,2-2-10 0,0 1 17 0,-1-1-27 16,0 1 5-16,0 1 0 0,-1 0 0 0,2 0 10 15,-2 0-10-15,0 1 0 0,1-1-5 0,1 0 0 16,-2 1 5-16,0-3 14 0,0 3-9 0,1-3 1 16,-1 3-5-16,0-3-14 0,0 3 18 15,0-1-4-15,0-1-1 0,0 0 10 0,0 1-5 16,0 0 0-16,0 0 0 0,0-1 0 0,0 1-4 15,0-1 4-15,0 1 10 0,0 0-10 0,0-1-9 16,0 0 18-16,0 1-12 0,0 0-1 0,0-1 14 16,0 1-27-16,0-1 16 0,0 0 6 0,0-1-9 15,0 1 18-15,0 0-18 0,0-1 5 0,0 1-1 16,0-2-4-16,0 1 9 0,0 1-9 0,0 0 9 16,0-1-10-16,0 2 2 0,0-2 4 0,0 0 0 15,0 1 4-15,0 0-17 0,0-1 10 0,-15 1-11 16,15 0 10-16,0-2 3 0,0 2-4 0,0-2 5 15,0 1-13-15,0-1 13 0,0 1-5 16,0 1 0-16,0-1 9 0,0 0-13 0,0 0 9 16,0-1-4-16,0 1-9 0,0 0 22 0,0 1-17 15,0-1 3-15,0 1 10 0,-12-1-18 0,12 1 4 16,0 0 9-16,0 0-8 0,0 0 3 0,-7-1 2 16,7 1-14-16,0-1 19 0,-3 2-10 0,3 0 8 15,-3 2 6-15,1-1-11 0,0 0 7 0,-1 1-5 16,0 1-3-16,1 0 0 0,-2-1 0 0,1 0 3 15,1-2 7-15,0 3-10 0,-1-2 7 0,1 0 1 16,-1 0-14-16,0 0 9 0,1 2-9 16,-2 0-3-16,2 1 21 0,-2-1-12 0,0 2 4 15,1-2 0-15,-2 1-15 0,2-1 19 0,-1 0-9 16,1 2 5-16,-2-1 1 0,1-1-11 0,-1 0 7 16,0 1-1-16,0 0 3 0,-2-1 5 0,2 1-9 15,0-2 1-15,-1 3-4 0,-1-3 1 0,2 3 12 16,-1-2-4-16,-1-1 0 0,2 1-8 0,-1 0 3 15,-1 0-3-15,3-2 4 0,-2 2 1 0,1-2-1 16,-1 1 5-16,2 0-5 0,-2 1 3 0,3-2-7 16,-3 0 4-16,1 1 5 0,-2-1 0 0,2 0 9 15,0-2-1-15,1 2-15 0,-2 0-1 0,3-1-9 16,-1 1 1-16,-2 0 15 0,2 0-3 0,0-2 9 16,0 1-9-16,-2 0 5 0,2-1 7 15,-2 1-8-15,1-2-5 0,-2 1-3 0,2 0-3 16,0-1 3-16,0 1 9 0,-1-1 0 0,0-1 8 15,1 0 1-15,0 2-1 0,0-4-8 0,-1 2 0 16,0-1 4-16,0 0-8 0,1 0 8 0,0 1-8 16,-1-3-14-16,1 2 13 0,-2-1 4 0,3 0 5 15,-3 0 7-15,3-1-7 0,-2 2-4 0,0-1-13 16,1-1 8-16,1 0 4 0,-1 2-7 0,1 0 8 16,1 1-8-16,-5-1 3 0,3-1 6 0,-1 2-1 15,-2 0-4-15,-2-1-1 0,0 1 5 0,1-1-8 16,-1 0 6-16,-2 0-14 0,3-1 9 15,-3 0 7-15,2 0-7 0,0 1 15 0,0 0-24 16,-1-1 4-16,2 1 3 0,0 0 1 0,-1 2 9 16,1 0-4-16,0 0 1 0,0-2-5 0,1 1 3 15,0 0-8-15,1-1 5 0,-1 2-3 0,-2-3 5 16,4 2-6-16,-1-2 1 0,-4 0 3 0,4 2-5 16,-1-1 14-16,-1 0 0 0,1 1 2 0,-1 0-7 15,0-2 0-15,1 2-1 0,0-2-10 0,1 0 3 16,0 1 7-16,-1-1-6 0,2-1 12 0,-1 1-4 15,1-1-8-15,1 1 0 0,-2-1 0 0,2 0 3 16,0-1 1-16,-1 0-5 0,2 0 0 0,-1 0 4 16,-1 1-1-16,1 0 10 0,-1 0-13 15,1-1 6-15,-1 1 2 0,-1 0 1 0,2 0 5 16,-2 0-10-16,2-1-2 0,-1 3 7 0,-1-3 6 16,1 0-5-16,1 2-1 0,-2-1-8 0,2-2-4 15,-3 3 8-15,2-2 0 0,0 0-4 0,-1 1 0 16,2 0 4-16,-4-1-1 0,2 1 5 0,0-1-1 15,1 1 0-15,-4-1-7 0,3 1 6 0,0 0-1 16,1 1-8-16,-2-2 10 0,1 1-6 0,0-1 5 16,-1 1 2-16,3-1-4 0,-2 0 3 0,0-1-10 15,1 1 10-15,-1-1 1 0,-1 1-11 0,3 0 11 16,-3-1-4-16,1 0 0 0,0 1 7 16,-1-1-5-16,0 1-2 0,1 0 1 0,0 1-6 15,-1-2 11-15,1 0-6 0,1 1-4 0,-1 0 6 16,0-1-10-16,-2 0 7 0,2 0 1 0,0 0 2 15,1-1 3-15,-2 2-10 0,1-2 9 0,-2 1-3 16,2-1-1-16,-2 2 7 0,3-1-11 0,-1 0 4 16,0 0 0-16,-1-1 5 0,1 1-1 0,1 0-6 15,0-1 5-15,0 0-7 0,-3 2 5 0,2-2 1 16,-3 1-5-16,4-1-1 0,-1 0 15 0,0 0-9 16,-1 0 2-16,1 0-7 0,1 0-4 0,-3 0 10 15,1 0-3-15,-2 0 3 0,1 0 1 0,-2 0 0 16,2 0-4-16,-2 0 7 0,1 0-13 0,0 0 10 15,0 0 1-15,0 0-8 0,3 0 9 16,-1 0-5-16,-1 0 3 0,4 0 3 0,0 0 2 16,0 0-5-16,0 0 12 0,1 0 1 0,-1-11-9 15,1 11 8-15,-1 0-9 0,1 0 6 0,-1 0 2 16,0-8-3-16,0 8-8 0,0 0-5 0,0-6 6 16,0 4 2-16,2 0 2 0,-4 0 3 0,2 0-5 15,1-1-6-15,0 1 3 0,0 0 1 0,-1-3-4 16,1 2 3-16,-2 0 4 0,2-1-10 0,-1 0 10 15,2 1-7-15,-2-2-7 0,1 1 5 0,-1 2 0 16,1-4 6-16,0 1-2 0,0 2 6 16,0-3-6-16,0 1-3 0,0-1 3 0,1-1-5 15,-1 2 0-15,-2-1 1 0,1 0 7 0,1-1-2 16,0 1 0-16,-1 0-8 0,1 0-6 0,-1 0 10 16,1 0-1-16,-1-1 7 0,1 1-1 0,1-1-6 15,-2 0-6-15,2 2 2 0,-1-2 1 0,-1 0 1 16,2 2 3-16,-1-1 6 0,0-1 1 0,-2 1-8 15,3 1 7-15,-1-1-8 0,-3-1 6 0,3 0 0 16,0 1-5-16,0-1-2 0,1 0-8 0,0 0 12 16,0 1 0-16,-1 1 6 0,-1-1 5 0,2 2-11 15,1 0-4-15,-2-2-4 0,1 0-2 0,-1 1 5 16,0-3 8-16,1 1-1 0,0 2 5 16,-1-2-10-16,2 0 4 0,-1 1-3 0,1 0-8 15,-2-1 8-15,4 1-4 0,-2 0 6 0,-2 0 5 16,4-1 2-16,-1 1-3 0,-1 0 0 0,1-1-2 15,0 0-3-15,0 0-3 0,1 0 3 0,-2 0-4 16,0 0 4-16,-2 0 4 0,3 1-8 0,-1-1 6 16,0 0-5-16,-1-1 8 0,1 3-8 0,0-2 5 15,-1 0-3-15,1 1-2 0,0 0 10 0,0 1-3 16,0-1-4-16,-1 1-3 0,1 0-2 0,-1-2-7 16,0 1 18-16,1 2-6 0,-1-2 0 0,1 0 8 15,1 1-11-15,-2 1 5 0,1 0 0 0,1 0-4 16,-2 0 3-16,2-2-4 0,-1 3 3 15,0-2 2-15,0 1-4 0,0-1 8 0,-1 3-6 16,1-3 0-16,0 3 2 0,1-1-6 0,-1 0 5 16,2 0-4-16,-2 1 3 0,1 0 0 0,-1-1 0 15,2 1 6-15,0 1-7 0,-2-2 1 0,2 2-3 16,0 0 3-16,-2-1-4 0,1 1 1 0,0 0 6 16,1-1-2-16,-1 1 6 0,0-1-6 0,0 1-6 15,1 0 2-15,0-1 2 0,0 0 7 0,0 0-6 16,0 1-1-16,0 0-7 0,-2-2-1 0,2 1 9 15,0 0 4-15,-1 0 0 0,-1 0 5 0,2 0-7 16,-2 0-2-16,1 0 2 0,0 0-5 16,-1 0 1-16,2 1-6 0,0-1 9 0,-1 1-4 0,1-2 6 15,-1 2 2-15,1 0-10 0,0-1 5 16,0 0-1-16,0 0 3 0,-1 0 1 0,1 1 2 16,-1-1-4-16,1-2-5 0,0 3 7 0,-1-2-7 15,1-1 5-15,0 2 0 0,0 0-2 0,0-2 0 16,0 2-2-16,0 0 0 0,-1 0 6 0,1-1 1 15,-2 2-7-15,2-1 6 0,0 1-8 0,0 0 8 16,-2 0-4-16,2-1-3 0,0 2 2 0,0-2-3 16,0 2 10-16,0-2-4 0,-1 0-1 0,1 1 1 15,0-1-5-15,0 0 7 0,0 1-3 0,0-1 4 16,0 1 0-16,0-1-6 0,0 1 1 16,0 0-4-16,0-1 4 0,0 1 0 0,0 0 4 15,0 1-3-15,0-1 0 0,0 1 2 0,0 0-7 16,0-1 4-16,0 0-2 0,0 0 2 0,0 0 2 15,0 0 6-15,0-1-9 0,0 1 5 0,0-1-7 16,0 2-2-16,0 0 10 0,0-1-14 0,0 1 6 16,0 0 1-16,0 0-1 0,0 0 0 0,0 0 4 15,0 0-4-15,0 0-5 0,0 0 5 0,0 0 0 16,0 0-10-16,0 0 7 0,0 0 2 0,0 0 0 16,0 0 0-16,0 0-1 0,0 0-2 0,0 0-2 15,0 0 6-15,0 0 0 0,0 14 0 0,0-14 0 16,0 0 6-16,0 14-2 0,0-14 5 0,0 14 0 15,0-7-4-15,0 1 0 0,0 0 2 16,0 1-5-16,0-1 3 0,0 0 2 0,0-1-5 16,0 2 8-16,-17-2-5 0,17 0-1 0,0 0-4 15,0 0 3-15,0 0 4 0,-10 0-4 0,10 1 9 16,-8 0-8-16,8 0 3 0,-6 1-6 0,2 0 2 16,-1 0-5-16,-1 0 4 0,2 0 2 0,2-1-1 15,-1 0 3-15,-1 0-1 0,2-2 9 0,-2 0-8 16,1-2 7-16,1 0-5 0,1-1-9 15,0-1 10-15,0-1-1 0,0 0 5 0,1-1 0 0,0 0 1 16,0 0-2-16,0 0-4 0,0 0 4 16,0 0-3-16,0 0 2 0,0 0 1 0,0 0-8 15,0 0 1-15,0 0-5 0,0 0-1 0,0-16 1 16,0 16 4-16,0 0-4 0,0-14-4 0,0 14 14 16,0-12-7-16,0 12-1 0,0-12 5 0,0 4-5 15,0 1-4-15,0-2 11 0,0 1-7 0,0 1 1 16,0 0 1-16,0-1-4 0,0-1 3 0,0 3 4 15,0-1-6-15,0-1 3 0,15 2-3 0,-15-1 2 16,0 0 7-16,0 0-3 0,0 0 0 0,0 0-6 16,10-1-2-16,-10 1 3 0,0 0-2 0,5 0 4 15,-5 1 1-15,4 0-3 0,-3 0 6 0,3-1-5 16,-2 3 0-16,1-1 3 0,-1 0-1 16,0 1 1-16,-1 0-5 0,1-1 4 0,0 1-4 15,-1 0-1-15,1 0 1 0,-1-1 0 0,1 2-1 16,0-2 1-16,-1 1 7 0,1 1-6 0,0 0 6 15,2 1 0-15,-4-2-6 0,2 1 0 0,-2 2 4 16,2-2-4-16,-2 1 5 0,2 0-6 0,-1 2-2 16,-1-2 7-16,0 0-4 0,0 1 8 0,2 0-9 15,-2 0 3-15,0 1 0 0,0 0 0 0,0-2 7 16,0 2-11-16,0 0-3 0,0 0 2 0,0 0 2 16,0 0-5-16,0 0 3 0,0 0-6 0,0 0-2 15,0 0 5-15,0 0 0 0,0 0 0 0,0 0-2 16,0 0-2-16,0 0 1 0,0 0 7 0,0 0-4 15,0 0 6-15,0 14 2 0,0-14-4 16,0 0 14-16,19 16-9 0,-19-16 1 0,0 14 1 16,17-7-8-16,-17 1 7 0,15-1-6 0,-6 1-4 15,-1 0 12-15,1 0-4 0,1-2 4 0,-1 2 0 16,-1 1-1-16,2-2-2 0,0 0-5 0,-3-2 7 16,1 1-6-16,-1 0 6 0,-1-1 3 0,-1 0 1 15,1-2-3-15,-2 1 1 0,1-1 1 0,-3 0-4 16,3-1-2-16,-2 0-3 0,-1 0-13 0,0 0-83 15,-2 0-84-15,0 1-59 0,0 0-55 0,0 0 45 16,0 2 83-16</inkml:trace>
  <inkml:trace contextRef="#ctx0" brushRef="#br0" timeOffset="78900.36">18434 5032 127 0,'0'0'-9'0,"0"0"20"0,0-8-4 16,0 8 11-16,0 0 9 0,0 0-14 0,0-4 8 15,0 1-14-15,0 3-2 0,0-1 6 0,0 0-4 16,0-1 14-16,0 0 7 0,0 1-11 0,0 0 1 16,0 0-4-16,0-2-6 0,0 3 1 0,0-1 8 15,0 0 0-15,0 1 4 0,0 0 5 0,0 0-5 16,0-1-20-16,0 1-5 0,0-2-1 0,0 2 0 16,0-1 15-16,0 0-5 0,0-1 0 15,0 2-4-15,0 0-1 0,0 0 1 0,0 0-5 16,0 0 15-16,0 0-5 0,0 0 14 0,0-1-4 15,0 1-11-15,0 0 11 0,0-2-16 0,0 2 6 16,0 0-6-16,0-1 6 0,0 1-6 0,0-1 1 16,0 1 4-16,0-1-16 0,0-1 21 0,0 2-10 15,0-2 6-15,0 2 4 0,0-1-16 0,0-1 11 16,0 1-10-16,0-2 0 0,0 3 15 0,0-1-10 16,0-1 0-16,0 1-5 0,0 0 0 15,0 0 10-15,0-1 1 0,0 2 10 0,0 0-16 0,0 0 0 16,0-1 11-16,0 1-6 0,0-1 0 0,0 1 0 15,0 0-10-15,0 0 0 0,0-1 10 16,0 1-5-16,0 0 1 0,0-1-1 0,0 1 0 16,0 0 5-16,0 0-5 0,0 0 5 0,0-1-10 15,0 1 5-15,0 0 15 0,0-1-4 0,0 1 10 16,0-1-6-16,0 1-15 0,0-1 18 0,0 1-11 16,0 0-1-16,0 0 12 0,0 0-24 0,0 0 12 15,0 0 0-15,0 0-6 0,0 0 0 0,0 0 0 16,0 0 0-16,0 0 0 0,0 0 13 0,0 0-1 15,0 0 1-15,0 0 0 0,0 0-6 0,0 0 0 16,0 0-1-16,0 0 13 0,0 0 0 0,0 0-13 16,0 0 0-16,0 0 5 0,0 0-11 15,0 0 0-15,0 0 13 0,0 0-31 0,0 0 6 16,0 0 29-16,0 0-16 0,0 0 5 0,0 0 0 16,0 0-24-16,0 0 5 0,0 0 8 0,0 0-1 15,0 0-7-15,0 0 7 0,0 0 5 0,0 0 7 16,0 0 13-16,0 0-19 0,0 0-6 0,0 0 0 15,0 0-7-15,0 0 25 0,0 0-18 0,0 0 6 16,0 0 0-16,0 0-12 0,0 0 12 0,0 0 12 16,0 0-12-16,0 0 6 0,0 13 6 0,0-13-6 15,0 8 17-15,0-8-11 0,0 8 0 16,0-4 0-16,12 2-6 0,-12-1 17 0,0-1 0 16,0 2-17-16,8-2 5 0,-8 2-12 0,7 1 2 15,-7 0 10-15,7-1-1 0,-7 1 2 0,3 0-1 16,-1 1-17-16,0-1 2 0,1-1-2 0,-1 0 1 15,0 0 11-15,0-1-7 0,0 0 1 0,0 1-5 16,0-1 10-16,0 0 1 0,-1 0-2 0,2-1 12 16,-2 2-21-16,0-1 10 0,0 0-5 0,0 0-10 15,0 0 15-15,1 0-15 0,-2 2 11 0,1-3 4 16,0 2-6-16,1-1-4 0,-2 0-1 16,2 0 6-16,-1-1-4 0,0 0 9 0,2 0 1 0,-1-1-10 15,-2 0 4-15,2 0-6 0,0 0 6 0,-1-2 4 16,-1 1-9-16,0-1 15 0,2 0-10 0,-2 1 6 15,2-1 1-15,-2 0-18 0,0 1 6 0,0-1-6 16,1 0 17-16,-1 1 0 0,0-1 5 16,0 0-6-16,0-1-5 0,0 1 5 0,0 0-11 15,2-1 1-15,-2 0 5 0,0 1-5 0,1-1 5 16,-1 0 0-16,0 0-4 0,0 0 4 0,0 0 0 16,0 2 10-16,0-2-5 0,0 0 1 0,0 0-6 15,0 0-10-15,0 0 10 0,0 0 0 0,0 0 11 16,0 0-7-16,0 0 2 0,0 0-1 0,0 0-10 15,0 0 0-15,0 0-1 0,0 0-5 0,0 0-7 16,0 0-17-16,0 0-1 0,0 0-24 16,0 0-13-16,0 0 19 0,0 0-46 0,0 0 13 15,0 0-11-15,0 0-21 0,0 0-2 0,0 0 17 16</inkml:trace>
  <inkml:trace contextRef="#ctx0" brushRef="#br0" timeOffset="79903.74">18497 5053 175 0,'0'-2'6'0,"0"0"11"0,0 0 6 16,0 1 2-16,0-1 4 0,0 1-8 0,0 0 3 15,0 1 6-15,0-1-11 0,0-1 7 0,0 1 1 16,0-1-11-16,0 0-4 0,0 0-6 0,0 2-11 16,0-4 5-16,0 3 6 0,0-2-1 0,0-1-15 15,0 1 11-15,0 2-2 0,0-2 1 0,0 0 10 16,0 1-10-16,0-1 5 0,13 2-9 16,-13 0 9-16,0 1 2 0,0 0-1 0,0 0 9 15,0 0-13-15,0 0 8 0,0 0-5 0,0 0-4 16,0 0 14-16,0 0-9 0,0 0-1 0,0 0 0 15,0 0-20-15,0 0 15 0,0 0-9 0,0 0 4 16,0 0 19-16,0 0-9 0,0 0 11 0,0 0 4 16,0 14-9-16,0-14 10 0,0 0-1 0,0 15 7 15,0-15 23-15,0 13-9 0,0-4 18 0,17-1-5 16,-17 1-1-16,0 2-6 0,0 0-6 0,0 0-13 16,0 2-11-16,0-1 11 0,0 2-6 0,0 0 6 15,0 0-6-15,0 0 0 0,0 1 4 0,0 1 2 16,0-1 13-16,0 0 6 0,0 2-4 15,0-3 3-15,0 2-10 0,0 0-5 0,0-1-4 16,0-1-1-16,0 1 2 0,0-2 1 0,0 0 0 16,0 0-6-16,0-3-3 0,0 0-8 0,0 0-1 15,0-2-4-15,0-1 6 0,0 0-7 0,0-2-3 16,0 0-1-16,0 0-10 0,0-1 6 0,0-2 6 16,0 2-1-16,0-2 0 0,0-1 1 0,0 2-5 15,0-1 0-15,0-2 12 0,0 0-11 0,0 0 6 16,0 0 11-16,0 1-13 0,0-1-1 0,0 0-4 15,0 0-6-15,0 0 7 0,0 0 10 16,0 0-23-16,0 0-18 0,0 0-25 0,0 0-31 0,0 0 0 16,0 0-23-16,0-13-53 0,0 13-28 15,0 0-16-15,0 0 5 0,0-13 15 0,0 13 25 16,0-14 40-16</inkml:trace>
  <inkml:trace contextRef="#ctx0" brushRef="#br0" timeOffset="80519.23">18477 4988 89 0,'0'0'15'0,"0"-2"1"15,0 2-5-15,0 0 15 0,0 0-14 16,0 0 3-16,0 0 1 0,0 0-16 0,0 0 1 16,0 0-11-16,0 0 10 0,0 0-4 0,0 0 4 15,0 0 4-15,0 0 1 0,0 0 1 0,0 0 7 16,0 0 9-16,11 0-3 0,-11 0 14 0,0 0-5 16,0 0-9-16,0 0 4 0,0 0-14 0,0 0 4 15,0 0-2-15,0 0-4 0,0 0 3 0,0 0-13 16,0 0 4-16,0 0 4 0,0 0 1 0,0 0 5 15,0 0-1-15,0 0-4 0,0 0 0 16,0 0-1-16,0 0 6 0,0 0-4 0,0 0 5 0,0 0 10 16,0 0 0-16,0 0 15 0,0 0-7 15,0 14-9-15,0-14-5 0,-13 18-16 0,13-7 15 16,0 2 0-16,-13 1-9 0,13 0 15 0,-11 0-15 16,4-2 12-16,0 3-7 0,-1-2-5 0,3-2 1 15,-2 0-7-15,1 0 6 0,1-2 6 0,1-1-6 16,-1-2-6-16,3 0 0 0,0-1-6 0,-1-2 6 15,1 1 0-15,2-1 6 0,-2-1-6 0,2 0 6 16,0 0-6-16,-1-1-6 0,1 1-18 0,0-1-25 16,0-1-11-16,0 0-15 0,0 1-14 0,0-1-15 15,0 0-27-15,0 0 21 0</inkml:trace>
  <inkml:trace contextRef="#ctx0" brushRef="#br0" timeOffset="82575.53">22216 5106 235 0,'0'0'25'15,"0"0"13"-15,0 0 20 0,0 0 10 0,0 0-24 16,0 0-7-16,0 0-16 0,0 0-5 0,0 0 4 16,0 0-15-16,0 0 5 0,0 0-5 0,0 0-5 15,0 0 5-15,0 0-5 0,0 0 5 0,0 0-5 16,0 0 19-16,0 0-9 0,0 0-4 0,0 0 8 15,0 0-9-15,-11 0 5 0,11 0 4 0,0 0 2 16,0-12-11-16,0 12 6 0,0 0-5 0,0 0-12 16,0 0 12-16,0 0 5 0,0 0-17 0,0 0 18 15,0 0-12-15,0-7-12 0,0 7 12 0,0 0-5 16,0-4 10-16,0 2-5 0,0 0 6 16,14 0-6-16,-14 0-5 0,0 0 5 0,0 0-6 15,14 0 0-15,-14 0 0 0,8 1 6 0,-8-1 6 16,9 1-6-16,-3-1 0 0,-1 0-11 0,-1 2 5 15,3-3 1-15,-3 2 0 0,1 0 22 0,0 0-17 16,0 0 5-16,-2 1 5 0,1 0-21 0,-1 0 6 16,2 0 0-16,-3 0-10 0,1 0 5 0,0 0 10 15,-1 0 0-15,0 0 10 0,-1 0-10 0,-1 0 4 16,2 15-8-16,-2-15 10 0,3 0 3 0,-2 12-18 16,-1-12 13-16,1 11-24 0,-1-11 15 0,0 12 10 15,0-6-10-15,0 1 5 0,0 1-4 0,0-2 4 16,0 1 9-16,0 0-4 0,0 0-5 15,0 0-10-15,0 2 10 0,0-3 5 0,0 0-10 16,0 2 10-16,0-1-10 0,-12-1 0 0,12 1 20 16,0-1-11-16,0 0-4 0,0 0 10 0,0-1-24 15,0 0 18-15,0-1-4 0,0 1 0 0,0 0 15 16,0 0-25-16,0-3 10 0,0 3-10 0,0-2 1 16,0 0 14-16,0-1-10 0,0 0 5 0,0-1 0 15,0 2-5-15,0-2 5 0,0 1 0 0,0-1 0 16,0 0 5-16,0 0-1 0,0 1 1 15,0-2-5-15,0 0-10 0,0 0 10 0,0 0-4 0,10 0 4 16,-10 0 9-16,0 0-14 0,0 0 1 16,0 0 8-16,0 0-4 0,6 0 5 0,-6 0 10 15,3 0-15-15,-1 0 0 0,1 0 0 0,0 0 0 16,1 0 5-16,0 0 0 0,2 0-10 0,-2-14-5 16,1 14 10-16,0 0 6 0,1 0 10 0,0-8 0 15,0 8-10-15,1 0-1 0,0-9 1 0,0 9 0 16,0-6 17-16,0 3-11 0,-1-1 6 0,1 1 10 15,0 0-16-15,1 0-1 0,-2 0 6 0,-1-1-22 16,2 1 16-16,-2-1 0 0,0 1-10 0,-1 0 10 16,0 0-16-16,0 1-6 0,-2 0 0 0,-1 0 6 15,1 1-2-15,1 0 13 0,-2 0-1 0,-1 1 1 16,1 0-6-16,-1 0 5 0,0 0-16 16,0 0-12-16,0 0-18 0,0 0-43 0,0 0 0 0,0 0-16 15,0 0 0-15,0 0-20 0,0 0 2 16,0 0 22-16</inkml:trace>
  <inkml:trace contextRef="#ctx0" brushRef="#br0" timeOffset="84236">25938 4854 133 0,'0'0'9'0,"0"0"-6"15,0 0 13-15,0 0-9 0,0 0-4 0,0 0 12 16,0 0-9-16,0 0 15 0,0 0 0 0,0 0-4 16,0 0-5-16,0 0 6 0,0 0-10 0,0 0 10 15,0 0 5-15,0 0-4 0,0 0 4 0,0 0-4 16,0 0 4-16,0 0-5 0,0 0-1 0,0 0 10 16,0 0-10-16,0 0 5 0,0 0-1 0,0 0-10 15,0 0 4-15,0 0 1 0,0 0-1 0,0 0-5 16,0 0-5-16,0 0-5 0,0 0 0 15,0 0 0-15,0 0 0 0,0 0 5 0,0 0-4 16,0 0 19-16,0 0 13 0,0 0 1 0,0 0 4 16,0 0-25-16,0 0-13 0,0 0 0 0,0 0-12 15,0 0 17-15,0 0 1 0,0 0-18 0,0 0 12 16,16 0-18-16,-16 0 5 0,0 0 14 0,19 0 5 16,-19 0-16-16,19 0 4 0,-9 0 17 0,2 0-17 15,-1 0 34-15,0 0-21 0,1 0-13 0,1 0 6 16,-3 0-12-16,0 0 12 0,-1 0-6 0,0 0-1 15,1 0 7-15,-4 0 0 0,1 0 12 16,-3 0-5-16,2 12-7 0,-2-12 0 0,-2 0-7 0,-2 9 13 16,0-9 0-16,0 10 0 0,0-3-18 0,0 0 6 15,0-1 6-15,-21 2 0 0,21 1 6 16,0-2 0-16,-22 1-12 0,22-1-6 0,-14-1 6 16,14-1 0-16,-14 1 6 0,14-2 11 0,-6-2-5 15,6 1-6-15,-9 0 0 0,9-1-11 0,-4 1 16 16,0-2-11-16,4 2 0 0,-2 0 2 0,1-2-13 15,1 1-2-15,0 0-5 0,0-1 5 0,0 1-1 16,0-2 6-16,0 2 4 0,0-1 1 0,0 1 9 16,0 0-4-16,0 1 8 0,0-2 5 0,16 3-8 15,-16-2 3-15,0-1-4 0,0 3-9 0,10-2 4 16,-10 1 10-16,0-1-14 0,12 1 14 16,-12 0-5-16,7 1 0 0,-1-1 9 0,-3 1-13 15,1 1 9-15,1 0-10 0,0 0 1 0,-1 0 4 16,1 2 0-16,3-2 5 0,-4 1 4 0,4 0-4 15,-2 0-10-15,-1-1 5 0,2 0-9 0,0 0 9 16,-3 0 0-16,-2-1 1 0,3 0 17 0,-3 0 1 16,0-1 0-16,-2 0 4 0,0-1-3 0,0 2 1 15,0-2 0-15,0-2 6 0,0 1-4 0,0 1-12 16,0 1 1-16,-21-2-6 0,21 0-6 0,-13 1 6 16,13-1 11-16,-22 2-12 0,6 0-11 0,2-3 1 15,-3 2 0-15,-3-1-1 0,1 1 23 0,-2 0-6 16,2-2-28-16,-2 1-26 0,4 0-35 15,-1-1-10-15,3 0-14 0,2 0-5 0,3 0-27 16,-1 0 16-16,3 0 30 0</inkml:trace>
  <inkml:trace contextRef="#ctx0" brushRef="#br0" timeOffset="85643.09">29615 5172 185 0,'2'-2'18'0,"1"-1"11"16,-2 2 14-16,2-2 6 0,-1 1-13 0,-2 1 3 16,2 0-10-16,-2-1 6 0,2 2 10 0,-1-3-3 15,0 2 11-15,0 0 12 0,-1-1-2 0,0 1 10 16,0-2 0-16,2 0-2 0,-2 2 2 0,0-1-14 15,0-2 7-15,0 3-4 0,0-1-7 16,0-1 7-16,0 2-16 0,0 0-10 0,2 1-8 16,-2 0-9-16,0 0-4 0,0-1-3 0,0 1-4 15,0 0-4-15,0 0-2 0,0 0-7 0,0 0-2 16,0 0-2-16,0 0-1 0,0 0-2 0,0 0-1 16,0 0 6-16,0 0-2 0,0 0 6 0,0 0 2 15,0 14 7-15,0-14-2 0,0 0-5 0,0 11 6 16,0-11-13-16,0 11 9 0,0-5 3 0,0-1 0 15,-13 1-3-15,13 0-1 0,0-1 3 0,-11 1-4 16,11-1 5-16,0 1 2 0,-14 0-5 0,14-1-7 16,-9 1 3-16,5-2-6 0,1 2 5 0,-2-1 2 15,2-2 4-15,0 2 7 0,1 0-9 16,-1-3 5-16,3 3-5 0,-1-2-8 0,0-1 9 16,1 1-4-16,-2-1 1 0,2-1 3 0,-1 2-8 15,1-2 8-15,0-1 2 0,0 2 0 0,0-2 0 16,0 0 1-16,0 0-1 0,0 0 5 0,0 0-3 15,0 0 0-15,0 0-1 0,0 0-4 0,13 0 8 16,-13 0 0-16,0 0-8 0,14 0 12 0,-14 0-1 16,14 0-12-16,-7 0 12 0,0 0-8 0,-2 0 2 15,0 11 11-15,0-11-5 0,0 0 2 0,3 0 2 16,-3 0-2-16,1 0-2 0,1 0-2 16,-1 0-1-16,1 0-4 0,-1 0 2 0,0 0 0 15,-1 0-2-15,0 0 1 0,-1 0-1 0,0 0-3 16,-1 0 2-16,-1 0-3 0,-2 0 1 0,1 0-1 15,0 0-6-15,0 0-2 0,-1 0-6 0,0 0-25 16,0 0-37-16,0 0-27 0,0 0-50 0,0 0-26 16,0 0 6-16,0 0-2 0,0 0 23 0,0 0 7 15,0-11-14-15,0 11 35 0</inkml:trace>
  <inkml:trace contextRef="#ctx0" brushRef="#br0" timeOffset="85903.8">29767 5174 568 0,'0'0'21'0,"0"0"52"0,-15 0 63 15,15 0 37-15,0 0 7 0,0 0-40 0,0 0-65 16,0 0-37-16,0 0-23 0,0 0-15 0,0 0 0 16,0 0-8-16,0 0-3 0,0 0 7 0,0 15 1 15,0-15 7-15,-18 13-4 0,18-13-6 0,0 21 1 16,-16-8 4-16,16 2 3 0,0 1 9 0,-15 2-3 15,15 0-3-15,0 1 10 0,-8 1-13 0,8-1 5 16,0 1 2-16,0-1-1 0,0-2 0 0,0-2-46 16,0-1-51-16,0 0-59 0,0-2-58 15,0 0 7-15,0-3 15 0,0-2-2 0,16 0 27 16,-16-4 36-16</inkml:trace>
  <inkml:trace contextRef="#ctx0" brushRef="#br0" timeOffset="110514.34">29806 4550 67 0,'0'0'-4'0,"0"0"3"0,0 0-7 0,0 0 7 16,0 0 0-16,0 0-4 0,-15 0 5 0,15 0-5 15,0 0 5-15,-11 0-5 0,11 0 8 16,-11 0-4-16,11 0 0 0,-11 0-3 0,4 0 3 15,0 0 1-15,0 16 0 0,-3-16 7 0,1 0-8 0,0 0 1 16,-3 0-1-16,3 11 1 0,0-11 0 16,-3 0-1-16,4 7-3 0,-1-7-1 0,-1 6-4 15,2-6-1-15</inkml:trace>
  <inkml:trace contextRef="#ctx0" brushRef="#br0" timeOffset="115280.92">1126 1963 94 0,'0'0'6'0,"0"0"7"16,1 0 14-16,-1 0 3 0,1 0 1 0,-1 0 5 15,1 0-16-15,-1 0 6 0,0 0-5 0,1 0-8 16,-1 0 3-16,0 0-10 0,0 0 10 0,0 0-6 16,0 0 1-16,0 0 1 0,0 0-5 0,0 0 6 15,0 0 8-15,0 0 0 0,0 0-10 0,0 0 5 16,0 0 4-16,0 0 4 0,0 0 14 0,0 0 6 16,0 0-20-16,0 0 0 0,0 0 19 0,0 0-8 15,0 0 11-15,0 0-11 0,0 0-17 0,0 0 0 16,0 0-7-16,0 0 12 0,0 0-12 0,0 0 1 15,0 0 4-15,0 0-10 0,0-7 0 16,0 7-6-16,0 0 1 0,0 0 15 0,0 0-1 16,0 0 7-16,0 0-10 0,0-3-12 0,0 3-5 15,0 0 10-15,0 0 0 0,0 0 1 0,0 0 6 16,0 0 4-16,0 0 11 0,0 0 14 0,0 0 0 16,0 0-9-16,0 0-3 0,0 0-18 0,0 0-2 15,0 0-5-15,0 0-14 0,0 0-5 0,0 0 1 16,0 0 3-16,0 0 6 0,0 0 5 0,0 15 5 15,0-15-5-15,0 0 1 0,0 16 4 16,16-16-9-16,-16 17 5 0,0-6 9 0,16 0-9 16,-16 1 19-16,0 1-14 0,13 1-4 0,-13-1 13 15,9 0-9-15,-9 1 10 0,8 1-9 0,-8-2 0 16,8 0 10-16,-6 1-3 0,3-1 7 0,-3 0 3 16,2 0-6-16,1-3-6 0,-2 3 6 0,-1-2-9 15,2-2-7-15,-2 0 12 0,1 0-13 0,-1-1 4 16,0 0-3-16,0-2-8 0,0 0 12 0,1 0-9 15,-2 0 7-15,1-1 1 0,0-1-3 0,-2 0 14 16,2-1-2-16,0 0-4 0,-2-1-11 0,2-1 5 16,-2 0-45-16,0-1-52 0,0 0-45 0,0 0-72 15,0 0-5-15,0 0 24 0,0 0 11 0,0 0 18 16,0 0 44-16</inkml:trace>
  <inkml:trace contextRef="#ctx0" brushRef="#br0" timeOffset="117009.55">1211 1969 76 0,'0'0'0'15,"0"0"2"-15,0 0-1 0,0 0 2 0,0 0 6 16,0 0-9-16,0 0 4 0,0 0-5 0,0 0-2 15,0 0 12-15,0 0-4 0,0 0 9 16,0 0-5-16,0 0-8 0,0 0 6 0,0 0 6 0,0 0 5 16,0 0 4-16,0 0-9 0,0 0-2 15,0 0-4-15,0 0 5 0,0 0 13 0,0 0-12 16,0 0 7-16,0 0-5 0,0 0-5 0,0 0 1 16,0 0-9-16,0 0 3 0,0 0-3 0,0 0 3 15,0 0 0-15,0 0-5 0,0 0 5 0,0 0 0 16,0 0 5-16,0 0-9 0,0 0 6 0,0 0 3 15,0 0-3-15,0 0 10 0,0 0 4 0,0-11 0 16,0 11 4-16,0 0 0 0,0 0-5 0,0 0-9 16,0-7-6-16,0 7 10 0,0-3-4 0,0 1 8 15,0 1 5-15,0 0-10 0,0 0 0 0,0-1 1 16,0 0-1-16,0 2-4 0,0 0-6 0,0 0 1 16,0 0-10-16,0 0 1 0,0 0-1 15,0 0 5-15,0 0 0 0,0 0 5 0,0 0-5 16,0 0-10-16,0 0 5 0,0 0-4 0,0 0 18 15,0 16-9-15,0-16-4 0,0 12 13 0,0-12-23 16,0 17 19-16,0-6-1 0,0 3-4 0,0 0 5 16,14 1-10-16,-14 1 27 0,0 1-5 0,0 1 35 15,0 2 1-15,9-2 1 0,-9 2 2 0,4 0-19 16,0 0 12-16,0-1-12 0,0 1 1 0,0-1 1 16,2-1-11-16,-3 1-5 0,2-1 8 0,-1-2-6 15,0-1 8-15,3-1-2 0,-3 0-20 0,1-3 8 16,0 1-25-16,-1-3 10 0,2 1 9 0,-1-3-14 15,0-1 19-15,0 2-13 0,-1-2-1 16,-2-3 0-16,3 2 5 0,0-2-3 0,-4 1 3 16,4-1-3-16,-1-3 0 0,-1 2 7 0,-1 0-2 15,2 0 8-15,0-2-1 0,-1 0-3 0,1 0 14 16,3 0 9-16,0 0-10 0,0 0 0 0,-1 0-11 16,4 0-15-16,-2 0 0 0,2-19 7 0,1 19 3 15,0-15-8-15,0 15 8 0,1-17-9 0,1 7-3 16,-2 1 6-16,3-2 1 0,-5 0-1 0,4-1-8 15,-4 1 8-15,2-1-17 0,-2-1 12 16,0 1 8-16,-3-1-11 0,-1 2 15 0,0-1-10 16,0 2-6-16,-3 0 12 0,0 1 1 0,-2 0 5 0,0 2 9 15,0 1-2-15,0-1-5 0,0 4-7 16,0-2-5-16,0 3-5 0,0 0-2 0,0-1-5 16,-20 1-2-16,20 2-2 0,0 0-2 0,-12-1 8 15,12 1-4-15,0 0-2 0,-13 0 0 0,13 0 3 16,-7 0 0-16,7 0 3 0,-7 0 0 0,7 0-1 15,-5 17-2-15,1-17 2 0,1 0-1 0,0 17-2 16,-2-17 10-16,1 17-3 0,2-8-5 0,-1 2 5 16,1-1 0-16,0 2-6 0,2 1 15 0,0-1-13 15,0 1-3-15,0-1 12 0,0-1-9 0,0-1 12 16,18 0-7-16,-18-2-6 0,0-1 9 16,18 0-5-16,-18 0 10 0,15-3 2 0,-15 2-1 15,19-1 1-15,-9 0-1 0,2 0 4 0,-3-2-2 16,2-1-1-16,0 0 3 0,-2 0-8 0,0-2-1 15,3 1 4-15,-2-1 0 0,-2 0 5 0,-2 0 8 16,1 0 6-16,-2 0 15 0,-1 0 7 0,-1 0-5 16,-3-17 3-16,0 17-5 0,2 0-7 0,0-13 4 15,-1 13 2-15,-1-12-3 0,0 5 6 0,0-3-1 16,0-1-17-16,0 0-4 0,0-1-8 0,0-1-8 16,-19-1-4-16,19 1 1 0,0 1-5 0,-24 1 0 15,24 1 2-15,-23 2-5 0,12-2 3 0,-1 3 2 16,1 2-2-16,3 1-1 0,-1-1-7 0,3 2-18 15,0-1-29-15,1 3-38 0,1-2-49 16,1 1-58-16,1-1-50 0,-3 1-55 0,3 0 3 16,2-1 35-16,0 1 26 0,0 2 82 0,0-1 50 15</inkml:trace>
  <inkml:trace contextRef="#ctx0" brushRef="#br0" timeOffset="117529.06">1883 2181 299 0,'7'0'11'0,"2"0"15"0,-4 0 10 0,2 0 22 0,-3 0-3 15,-1 0 3-15,-1-12 16 0,1 12 9 0,-3 0 3 16,3 0 19-16,-3 0 14 0,0 0-6 16,2-8 20-16,-2 8-16 0,0 0-28 0,0 0-16 15,0 0-11-15,0 0-12 0,0 0-10 0,0 0-3 16,0 0-19-16,0 0-7 0,0 0-5 0,0 0-12 15,0 0-8-15,0 0 2 0,0 0-6 0,0 0 4 16,-16 14 5-16,16-14-3 0,0 0 2 0,-13 11 6 16,13-11 1-16,-10 12-3 0,10-7 3 0,-10 2 0 15,7 2 0-15,-1-1 7 0,2 0-8 0,0 1-4 16,1 0-2-16,-1 1-6 0,2-1 13 0,0 3-2 16,0-1 2-16,0 2-4 0,0 0 5 15,0-1 5-15,18 0 4 0,-18-2 2 0,0 2-7 16,25-2-6-16,-25-1-3 0,21-1 12 0,-21-1-9 15,21 1 13-15,-9-3 2 0,0 2-6 0,-1-2 12 16,2-1-17-16,-2-3 2 0,0 1 0 0,-2-1-7 16,1-1 17-16,-3 0 3 0,3 0-7 0,-3 0 15 15,-3 0 6-15,3-20-1 0,-3 20 24 0,2 0 5 16,-2-18-1-16,-2 18 2 0,0-17 0 0,-1 7 0 16,0 1 4-16,-1-5 10 0,0 2-3 0,0-3-7 15,0-1-17-15,0-1-19 0,-21 1-12 0,21 0-13 16,-15 1 0-16,15 2 1 0,-21-1-3 0,21 0-1 15,-22 4 0-15,9-1-3 0,4 2-3 16,-3 1-19-16,3 0-24 0,-1 1-26 0,2 0-37 16,-1 1-35-16,3 1-42 0,1 0-46 0,0 2-51 15,2-2-12-15,0 3 17 0,3 0 41 0,0 2 39 16,0 0 70-16</inkml:trace>
  <inkml:trace contextRef="#ctx0" brushRef="#br0" timeOffset="117828.95">2214 2144 315 0,'2'0'10'0,"-2"0"10"0,1 0 2 15,0 0 0-15,-1 0-10 0,0 0 4 0,0-17-5 16,0 17-2-16,0 0-4 0,0-10-15 0,0 10 15 15,0 0-14-15,0-8 9 0,0 8-9 0,0 0-10 16,0 0 14-16,0 0-4 0,0-6 9 0,0 6 9 16,0 0 0-16,0 0-5 0,0 0-9 0,0 0-5 15,0 0 1-15,0 0 8 0,0 0 10 0,0 0-30 16,0 0 4-16,0 0-9 0,0 0-2 16,0 0 14-16,0 11-4 0,0-11-7 0,0 0 0 15,0 0 2-15,0 0-11 0,0 0 2 0,0 0 0 16,0 0-6-16,0 0 11 0</inkml:trace>
  <inkml:trace contextRef="#ctx0" brushRef="#br0" timeOffset="118509.48">2268 2131 400 0,'0'0'21'0,"0"0"16"0,0 0 5 15,0 0 16-15,0 0-16 0,0 0-7 16,0-16 8-16,0 16 2 0,0 0 8 0,0-10 13 16,0 10-13-16,0 0-22 0,0-10-2 0,0 10-12 15,0-7-5-15,0 7 15 0,0-4-7 0,0 4-15 16,0-3-11-16,0 2 6 0,0 1-16 0,0 0-6 16,0 0 16-16,0 0-21 0,0 0 15 0,0 0 7 15,0 0 0-15,0 0 5 0,0 20-10 0,0-20 16 16,0 17 0-16,0-17 0 0,0 24-5 0,15-7-5 15,-15 1 7-15,13 1-12 0,-13 4 12 0,12 3-6 16,-3 1 1-16,1 1 17 0,-1 4 21 0,0-3 25 16,0 2-7-16,1-1 0 0,-1-3-20 15,0 0-11-15,1-4 11 0,-2-2 17 0,-3-3 6 16,3-2-10-16,-4-5-3 0,2-2-27 0,-3-1-4 16,-1-3 2-16,0-2-1 0,-1 0 3 0,-1-3 4 15,0 0-1-15,0 0-6 0,0 0 16 0,0 0-20 16,0 0-2-16,0 0 0 0,0 0-15 0,0-15 11 15,0 15 0-15,0 0-4 0,-16-21 2 0,16 21-4 16,0-19-12-16,-13 6 15 0,13 0-8 0,-11-2-2 16,11-1 12-16,-12-1-13 0,6 0 3 15,1 1 16-15,-1-2-18 0,-2 0 10 0,1 1 2 0,2 0-7 16,0 0 5-16,0 1-3 0,-1 1-2 16,2-1-4-16,0 2 9 0,0 1-1 0,3 0 1 15,-1 2-2-15,2 1-7 0,0-2 2 0,0 2-3 16,0 0 8-16,0 1 12 0,0 0-2 0,0 1 4 15,0 0-1-15,19 2-1 0,-19-1-10 0,0 2 0 16,15 1-2-16,-15 0-9 0,14 2 7 0,-14 0 1 16,14 1 2-16,-5 1 3 0,1 0-2 0,0 0 0 15,0 0-1-15,2 0 3 0,-1 21-1 0,0-21 5 16,1 17-1-16,-3-17 2 0,-2 18 6 0,2-18 4 16,-4 16 6-16,-1-6 5 0,-3-10 17 0,0 17 3 15,-1-7-1-15,0 0 2 0,0 2-24 16,0-2-12-16,-23 4-4 0,23-2-12 0,-27 2 4 15,11-2 2-15,-1-1-6 0,2-1-43 0,-2-2-59 16,3-1-79-16,-1-2-75 0,5 0-25 0,0-4 2 16,0 0 52-16,1 1 11 0,2-1 56 0,2-1 58 15</inkml:trace>
  <inkml:trace contextRef="#ctx0" brushRef="#br0" timeOffset="119836.8">2778 2056 163 0,'2'0'2'16,"1"-2"0"-16,-2 1 19 0,1-1 2 15,1 0 9-15,-3 0 5 0,2 0-14 0,-2 0 0 16,1-2 0-16,-1 4-6 0,2-2 6 0,-2 1 4 16,0-1 4-16,0 1 10 0,0 0-16 0,0 0 16 15,0 0-21-15,0 0 14 0,0 0 17 0,0-1-20 16,0 2 22-16,0-3-23 0,0 1-18 0,0 1-6 16,0 0-12-16,0-1 1 0,0 1-1 0,0 0 11 15,0 1-11-15,0 0-5 0,0 0 11 0,0-1 0 16,0 1 12-16,0 0-1 0,0 0 13 0,0 0-2 15,0 0 13-15,0 0 21 0,0 0-11 0,0 0 5 16,0 0-2-16,0 0-6 0,0 0 14 16,0 0 3-16,0 0-16 0,0 0 2 0,0 0-29 15,0 0-14-15,0 0 3 0,0 0-18 0,0 0 6 16,0 0 1-16,0 0-5 0,0 0 2 0,0 0 9 16,0 16-3-16,0-16 0 0,0 12-3 0,0-2-6 15,19 1 9-15,-19 4 10 0,0 2-1 0,20 1 9 16,-20 4-10-16,18 1-6 0,-18 2 9 0,16 0 2 15,-7 1 4-15,1-1 6 0,-2-2 16 0,0-1-10 16,-1-3 11-16,0-2-7 0,1-2-11 0,-3-3-2 16,0-1-7-16,-1-2 2 0,1-1-3 15,-3-2 7-15,1 0-10 0,-1-1 1 0,0 1 3 0,-1-2-7 16,0 1 10-16,0-2 0 0,-1 0-6 16,0-1-7-16,0 0-35 0,0 0-58 0,0-2-53 15,0 0-53-15,0 0-19 0,0 0 23 0,0 0 33 16,0 0 32-16,-16 0 7 0,16 0 5 0,0-23 19 15</inkml:trace>
  <inkml:trace contextRef="#ctx0" brushRef="#br0" timeOffset="120119.55">2839 2146 262 0,'0'-9'1'15,"-2"0"17"-15,-1 1 12 0,2-2 17 0,0 1 10 16,1 0-3-16,-2-2-6 0,1 3-2 0,0-2 9 15,0 3 9-15,0 2 13 0,0-2 7 16,-1 1-9-16,1 2-13 0,0 1-18 0,0 0-12 16,-2 3-21-16,2-1-12 0,0 1 1 0,1 0-16 15,-1 0 5-15,1 0 5 0,-1 0 0 0,0 0 6 16,-1 0-5-16,0 16 1 0,0-16 5 0,-2 15-5 16,0-15 0-16,-3 22 0 0,0-7-4 0,0 0-1 15,0 1 21-15,-2 0-4 0,-2 2-1 0,3 1 6 16,-1 0-4-16,0-3-13 0,1 2-36 0,0-1-32 15,0-1-37-15,1-1-21 0,3-4 6 0,1-1 6 16,0-1-20-16,1-2 14 0,1-3 30 0</inkml:trace>
  <inkml:trace contextRef="#ctx0" brushRef="#br0" timeOffset="123994.25">3184 2276 44 0,'0'0'10'0,"0"0"17"15,0 0 5-15,8 0-4 0,-8 0 1 0,0 0-16 16,0 0 5-16,0 0 10 0,0 0-5 0,0 0 0 16,0 0 1-16,0 0-4 0,0 0 4 0,0 0 5 15,0 0 4-15,0 0-16 0,0 0 1 0,0 0 9 16,0 0-10-16,0 0 14 0,0 0-4 0,0 0-11 16,0 0-10-16,0 0 5 0,0 0 0 15,0 0-11-15,0 0 16 0,0 0-1 0,0 0 6 16,0 0 11-16,0 0-10 0,0 0-11 0,0 0 1 15,0 0-5-15,0 0 5 0,0 0 14 0,0 0-7 16,0 0 0-16,18 0 0 0,-18 0 0 0,15 0 5 16,-15 0 0-16,21 0-1 0,-8 0 1 0,1 0-18 15,-1 0 11-15,0-11 6 0,1 11-7 0,-3 0 6 16,1-10-10-16,-1 10-5 0,-3 0 11 0,0-7-2 16,-3 7 1-16,2-3-7 0,-4 2 0 0,0 1-5 15,0 0 7-15,-3 0-7 0,1 0-9 16,-1 0 14-16,0 0-10 0,0 0-11 0,0 0-7 15,0 0-33-15,0 0-42 0,0 0-18 0,0 0-30 16,0 0-17-16,0 0 5 0,0 0-4 0,0 0 36 16</inkml:trace>
  <inkml:trace contextRef="#ctx0" brushRef="#br0" timeOffset="124225.71">3242 2466 337 0,'0'3'23'16,"0"-2"23"-16,0 0 21 0,12-1 1 0,-12 0 10 16,0 0 2-16,0 0-14 0,12 0 30 15,-5 0-40-15,1 0-6 0,-1-15-13 0,5 15-13 16,0 0 6-16,2-12-24 0,-1 12 2 0,-1-11-12 16,0 11 0-16,-2-9 9 0,0 9 7 0,-3-7-12 15,1 7 11-15,1-6-16 0,-2 4-43 0,2 0-34 16,0-1-46-16,0 3-15 0,-1-2 18 0,0 1 7 15,-1 1-13-15,-1 0 7 0,-2-2 24 0</inkml:trace>
  <inkml:trace contextRef="#ctx0" brushRef="#br0" timeOffset="128493.91">2834 3416 158 0,'0'0'1'0,"0"1"10"16,0-1 1-16,0 0 6 0,0 0-1 16,0 0-14-16,0 0 3 0,0 0-5 0,0 0-1 0,0 0 11 15,0 0 0-15,0 0-8 0,0 0 10 16,0 0 0-16,0 0 0 0,0 0 10 0,0 0-2 16,0 0 2-16,0 0-5 0,0 0 3 0,0 0 1 15,0 0-5-15,0 0 9 0,0 0-9 0,0 0-6 16,0 0 0-16,0 0-14 0,0 0 13 0,0 0-4 15,0 0-1-15,0 0 25 0,0 0-20 0,0 0 5 16,0 0 9-16,0 0-28 0,0 0 14 0,0 0 0 16,0 0 6-16,0 0 9 0,0 0 1 0,0 0 8 15,0 0-34-15,0 0 12 0,0 0-12 16,0 0 0-16,0 0 25 0,0 0-31 0,0 0 5 0,0 0-5 16,0 0-12-16,0 0 12 0,0 0-1 15,0 0 7-15,0 0-11 0,0 0 11 0,0 0 0 16,0 0-17-16,0 0 28 0,17 0-11 0,-17 0-5 15,0 0 16-15,14 0-11 0,-14 0 6 0,13 0 6 16,-13 15-6-16,17-15 6 0,-9 0 7 0,1 0 5 16,-1 0 12-16,1 0 1 0,1 0 10 0,-1 0 5 15,1 0-12-15,-2 0 1 0,3 0-18 0,-2 0 0 16,-1 0-1-16,-1 0 0 0,1 0-1 16,-1-15-10-16,-2 15-10 0,1 0 4 0,-2 0-5 0,-2 0 1 15,2-8 8-15,-2 8-8 0,-1 0 4 0,1 0-5 16,-2 0-10-16,0 0 0 0,1 0-23 15,-1 0-18-15,0 0-25 0,0 0-55 0,1 0-5 16,-1 0-14-16,1 0-1 0,0 0-1 0,-1 0 25 16</inkml:trace>
  <inkml:trace contextRef="#ctx0" brushRef="#br0" timeOffset="130489.01">3254 3121 113 0,'0'0'7'0,"0"0"2"0,0 0 5 16,0 0 6-16,0 0-1 0,0 0-1 0,0 0 5 16,0 0-15-16,0 0-6 0,0 0 0 0,0 0-1 15,0 0 11-15,0 0-1 0,0 0 6 0,0 0-16 16,0 0 5-16,0 0 0 0,0 0-10 15,0 0 14-15,0 0-8 0,0 0 4 0,0 0 11 16,0 0-20-16,0 0 20 0,0 0-10 0,0 0-7 16,0 0 7-16,0 0-6 0,0 0-6 0,0 0 7 15,0 0 8-15,13 0-14 0,-13 0 5 0,0 0 0 16,14 0-4-16,-14-13 20 0,10 13 9 0,-10 0-4 16,13 0 6-16,-4 0-17 0,0 0-4 0,2 0-1 15,0 0 0-15,-1 0-5 0,-1 0-1 0,4 0 1 16,-4 0-1-16,0 0 6 0,-1 0-7 0,2 13 1 15,-3-13-1-15,1 0-5 0,0 14 11 0,-2-14 4 16,1 12-4-16,-2-12-12 0,-1 12 6 16,-2-5-4-16,-1 1 11 0,1 1 6 0,-2 1-15 0,0 2 10 15,0 0-17-15,0 1 17 0,-19 2-1 16,19-1-21-16,-16-2 6 0,16 1 0 0,-17-1 5 16,17-1 14-16,-16-1-9 0,16-2 4 0,-11 0 0 15,11-2-5-15,-7 0 0 0,7-2-5 0,0-1 0 16,-8-2 5-16,8-1 5 0,0 0-10 0,0 0 5 15,0 0-5-15,0 0 15 0,0 0-11 0,0 0-3 16,0 0 9-16,0 0-24 0,0 0 23 0,18 0 1 16,-18 0-5-16,0 0 9 0,18-11-14 0,-18 11 5 15,17 0-5-15,-6 0-5 0,2 0 15 0,-3-7-14 16,3 7 5-16,-2 0 19 0,-2 0-10 16,2 0 15-16,-1 0-5 0,-1 0-10 0,-2 0-4 15,2 0-6-15,-2 0 1 0,-1 14-6 0,-1-14 6 16,2 0 0-16,-4 11 4 0,1-11-4 0,-1 10 10 15,-2-10-6-15,1 12-5 0,-2-5 15 0,0 1 11 16,0 1 5-16,0 1 15 0,0-1 10 0,0 2-25 16,-20-1 17-16,20 1 3 0,0 0-22 0,-21-1 30 15,21 0-13-15,-15-2-22 0,15 1 15 0,-14-2-7 16,5-1-10-16,9 0 0 0,-11-1 6 0,6 0-22 16,-1 0 16-16,-1-2-1 0,2 1 0 0,1-1-3 15,-2-1-18-15,3 0 14 0,-1 0-19 0,0-1 5 16,1 0 5-16,-2 0-43 0,2 0-44 15,-1-1-32-15,0 1-15 0,2-1 8 0,-1 0 12 16,-1 0 4-16,1 0-17 0,1 0 26 0</inkml:trace>
  <inkml:trace contextRef="#ctx0" brushRef="#br0" timeOffset="131289.85">3838 3055 136 0,'2'-1'5'0,"0"-1"16"0,-1 0 7 15,1 0 2-15,1 1 10 0,-3 0-22 16,2-1 11-16,-1 2 3 0,1-1-13 0,-2 1 26 0,0 0-6 16,2 0-11-16,-2 0 5 0,0 0-17 15,0 0-4-15,0 0-6 0,0 0-6 0,0 0 0 16,0 0-5-16,0 0 5 0,0 17-5 0,0-17-11 15,0 0 5-15,-17 11 6 0,17-11 14 0,0 13 5 16,-15-4-4-16,15-2-16 0,-11 2 5 0,11-1-5 16,-13 2 0-16,7 0 25 0,0-2-20 0,2 0 6 15,-1 0 0-15,2 0-5 0,-2 0-4 0,3-1 5 16,-1 0-11-16,1 1-11 0,0-1 27 0,1 3-16 16,-1-1 10-16,2 1 1 0,0 0-20 0,0-2 14 15,0 2 11-15,0-1-6 0,0 1 5 0,0-1 1 16,0-1-5-16,0 0 5 0,0-1-1 0,18 3-9 15,-18-3 5-15,0 1-6 0,12 1-4 16,-12-2 14-16,9 0-9 0,-9 0 10 0,13 1 9 16,-6-3-14-16,0 2-1 0,0-1 16 0,1 1-16 15,1 0 6-15,-2-3 9 0,4 1-15 0,-3-1 11 16,1 0-2-16,0-1-8 0,1-1-1 0,-1-1 0 16,1 0 10-16,-1-1 0 0,-1 1-6 0,-1-1-3 15,0 0-11-15,0 0 10 0,-2 0 10 0,-1 0 0 16,2 0 0-16,-1-17-10 0,0 17 0 0,3 0 5 15,-4-16-5-15,3 16 5 0,-1-14 5 16,-1 14 0-16,-1-17 10 0,1 7 15 0,-2 0 2 16,-1-1 13-16,0 0 1 0,0-3 1 0,-2 2 16 15,2 1 7-15,-2-2 19 0,0 2-6 0,0 0-16 16,0-1-7-16,0 1-16 0,0 3 2 0,0-3-5 16,0 2-11-16,-20 0-9 0,20 2-7 0,0 2 6 15,-18-1 13-15,18 2 12 0,-17 0 14 0,8 1-14 16,1 2-4-16,-2-4-11 0,3 0-19 0,0 1-2 15,-1-1-8-15,0 2-4 0,2 0-3 0,1-1-2 16,0 1 8-16,1 0 5 0,1 2-8 0,1-1 2 16,-1 1-11-16,0-1-50 0,1-1-27 0,0 1-75 15,0 1-69-15,1-1-13 0,-1 2-6 16,2-1 23-16,-1 1 20 0,1-3 11 0,-1 3 42 0</inkml:trace>
  <inkml:trace contextRef="#ctx0" brushRef="#br0" timeOffset="133056.62">4338 3348 133 0,'0'0'2'15,"0"0"7"-15,0 0 9 0,0 0 11 0,0 0 3 16,0 0-4-16,0 0-5 0,0 0-5 0,0 0-10 16,0 0 4-16,0 0 0 0,0 0-5 0,0 0 10 15,0 0-10-15,0 0-6 0,0 0 4 0,0 0 1 16,0 0-1-16,0 0 10 0,0 0-10 0,0 0-9 15,0 0 4-15,0 0-5 0,0 0 1 0,0 0 14 16,0 0-10-16,0 0 5 0,0 0-9 16,0 0-6-16,0 0 6 0,0 0 5 0,0 0 14 0,0 0-5 15,0 0 1-15,0 0-5 0,0 0 5 16,0 0 1-16,0 0 3 0,0 0-8 0,0 0 3 16,0 0-5-16,0 0 4 0,0 0-4 0,0 0-15 15,0 0 6-15,0 0-1 0,0 0 1 0,0 0 9 16,0 0-1-16,0 0-4 0,0 0 0 0,0 0-5 15,0 0 5-15,0 0 1 0,0 0 14 0,0 0-5 16,0 0 1-16,0 0 10 0,0 0-5 0,0 0 4 16,0 0-15-16,0 0-5 0,0 0 0 0,0 0 0 15,0 0 10-15,0 0-10 0,0 0 0 0,0 0-5 16,0 0 5-16,0 0 0 0,16 0-5 16,-16 0 10-16,0 0-10 0,0 0 5 0,0 0 10 15,0 0-5-15,11 0 5 0,-11 0 21 0,0 0-16 16,9 0 6-16,-4 0-6 0,0 0-9 0,-1 0 18 15,2 0 13-15,1 0 16 0,0 0 1 0,-1 0-7 16,3 0-17-16,0 0-7 0,-1 0-4 0,4 0 4 16,0 0 6-16,-3 0 15 0,5 0-1 0,-3 0 0 15,1 0 1-15,0 0-12 0,0 0 12 0,-1 0-14 16,0 0-6-16,0 0-10 0,-2 0-12 0,-1 0 7 16,-1 0 1-16,-1 0-1 0,2 0-8 0,-1-9 8 15,-1 9 1-15,0 0-7 0,-1 0 2 0,2 0-2 16,-1-3-3-16,0 3 9 0,1 0 1 0,-2-3-10 15,3 3 0-15,-2-2 0 0,0 2 4 16,1-1-4-16,-2 0-2 0,3 0 4 0,-3-1-2 16,0 2 0-16,0-2 12 0,0 1-15 0,1-1 3 15,0 1 2-15,-2 0-19 0,1-1-15 0,-1 1-43 16,-1-1-35-16,-1 0-39 0,0-1-14 0,0 2 13 16,-1-2 0-16,0 0 2 0,-1 1-14 0,0-1 27 15</inkml:trace>
  <inkml:trace contextRef="#ctx0" brushRef="#br0" timeOffset="133457.65">4518 3187 366 0,'0'0'1'16,"0"0"13"-16,0 0 5 0,0 0 17 0,0 0-13 15,0 0-6-15,0 0-6 0,0 0-22 0,0 0 6 16,0 0 0-16,0 0-1 0,0 0 2 0,0 0 4 16,0 0-5-16,0 0 1 0,15 21 9 0,-15-21 2 15,0 17-9-15,11-17 3 0,-11 25 1 0,8-11-10 16,-8 2 15-16,9 2-5 0,-5 1 0 0,-1 2 9 16,3 1-5-16,-3 0-5 0,0-1-9 0,-1 0 0 15,1 0 0-15,-1 1-13 0,0-2-17 0,0-2-30 16,-1 1-45-16,0-2 16 0</inkml:trace>
  <inkml:trace contextRef="#ctx0" brushRef="#br0" timeOffset="136841.95">5310 3073 273 0,'2'-2'12'15,"-2"2"7"-15,0-1 16 0,0 1 11 0,3 0-11 16,-3 0 8-16,0-1-20 0,0 1-6 0,0 0 8 15,0 0-19-15,0 0 4 0,0 0 6 0,0 0-5 16,0 0 10-16,0 0-1 0,0 0-9 0,0 0 5 16,0 0-1-16,0 0 0 0,0 0 1 0,0 0-11 15,0 0-5-15,0 0 0 0,0 0 0 0,0 0 0 16,0 0-11-16,0 12 1 0,0-12-5 0,0 0-1 16,0 13 21-16,0-7 0 0,0 4-1 15,-17 0 12-15,17 1-16 0,0 0 0 0,-12 0 11 0,12 2-17 16,-10-3 6-16,10 2 0 0,-7-1-5 15,7 1-5-15,-7 0 6 0,3 2 4 0,1-1 0 16,-2 0 5-16,1 2-10 0,1-2 0 0,0 1 5 16,-2-1 5-16,1 0 5 0,-1-2-4 0,2 0-11 15,-2-1 0-15,1-1 10 0,0-1 0 0,0 1 0 16,1-3-5-16,0 1-19 0,1 0 19 0,0-2 5 16,0 0-1-16,0-1 1 0,1 0-19 0,0-1 9 15,-1 0 10-15,0-1 0 0,2 0 4 0,-2 0-19 16,2 0 1-16,0-1 9 0,0 1-5 0,0-1 14 15,0-1-13-15,0 1 4 0,0-1 9 0,0 0-8 16,0 0 8-16,0 0-4 0,0 0-10 0,0 0 5 16,0 0 0-16,0 0-5 0,0 0 5 15,0 2 0-15,0-2 1 0,0 1 14 0,16-1-10 16,-16 1 6-16,0-1 12 0,16 0 0 0,-6 0 13 16,-2 0 0-16,1 0 4 0,3 0 0 0,-1 0 0 15,2 0-2-15,0 0-15 0,0-16-1 0,2 16-1 16,-3 0-14-16,3 0 9 0,-4-11-5 0,1 11 0 15,-2 0 11-15,0 0 2 0,-1-7-4 0,-1 7-3 16,-1 0 9-16,-1 0-14 0,-1-3 8 0,-2 3-2 16,1 0-8-16,-1 0 10 0,1 0-6 0,-4 0 2 15,2-2-1-15,-2 2-10 0,1 0 8 0,-1 0-4 16,0 0 3-16,0 0-4 0,0 0-6 0,0 0 7 16,0 0-13-16,0 0-4 0,0 0-31 15,0 0-40-15,0 0-35 0,0 0-38 0,0 0-1 16,0 0 1-16,0 0 5 0,0 0-3 0,0 0-3 15,0 0 36-15</inkml:trace>
  <inkml:trace contextRef="#ctx0" brushRef="#br0" timeOffset="137305.79">5345 3119 273 0,'0'-3'22'16,"0"0"7"-16,0 0 21 0,0 2 7 0,0-2-17 15,0 2-12-15,0 1-11 0,0 0-17 0,6 0 0 16,-6 0 5-16,0 0-12 0,0 0 12 0,0 0-15 15,0 0 4-15,0 0 1 0,0 0 5 0,0 19 14 16,0-19-4-16,0 11-6 0,0-11 0 0,0 15-16 16,0-6 7-16,14-2 5 0,-14 3-4 0,0 2 6 15,11 0-6-15,-11 1 1 0,0 2 4 16,11 2 1-16,-11 2 5 0,10 1-5 0,-7 0-1 16,4 1-4-16,-2-2-1 0,0 1 5 0,1 0 0 15,-2 0 19-15,1-2-15 0,2-1 1 0,-4-1-1 16,3-1-10-16,-3 0 10 0,1-3 0 0,-1 0 5 15,-1-3-4-15,1 1 3 0,-1-2 1 0,1-1-5 16,-2-1 5-16,0-1-10 0,0 0 10 0,0-2-10 16,-1-1 5-16,0 0 4 0,0 0-9 15,1 0 5-15,-1-2-1 0,0 1-8 0,1 1 8 0,-1-1-4 16,0 0-14-16,0 0-6 0,0-1-44 16,0 0-12-16,0 0-25 0,0 0-32 0,0 0 34 15</inkml:trace>
  <inkml:trace contextRef="#ctx0" brushRef="#br0" timeOffset="139209.62">5939 2843 205 0,'0'-1'11'15,"1"1"12"-15,-1-1 15 0,0 1 15 0,0 0-1 16,0-2-15-16,0 2-2 0,0-1-1 16,0 1-4-16,0 0 3 0,0 0 1 0,0 0-10 0,0 0 5 15,0 0 5-15,0 0-14 0,0 0 1 16,0 0 8-16,0 0-6 0,0 0 5 0,0 0 0 15,0 0-22-15,0 0 5 0,0 0-5 0,0 0-12 16,0 0 6-16,0 0-11 0,0 0 6 0,0 0 10 16,0 0 1-16,0 17-1 0,-18-17 0 0,18 12-10 15,0-12 5-15,0 17-5 0,-16-7-6 0,16 0 6 16,-15 2-5-16,15-1 10 0,-15 1 1 0,15 2 0 16,-14-1 6-16,8 1-6 0,-1 2 5 0,0 0-17 15,2 2 0-15,-1-1 12 0,2 2-11 0,-1 1 17 16,2-1 7-16,-1 0-19 0,2-1 11 15,-1 1 0-15,3-1-26 0,-2 2 13 0,2-1 0 16,0 1 6-16,0-3 23 0,0 2-11 0,0 1-12 16,0-2-5-16,18 0-12 0,-18-2 18 0,16 1 16 15,-16 0-16-15,17-3-1 0,-17 2-11 0,17-2 6 16,-6 1 6-16,-2-2 6 0,0-1 5 0,-3 1-5 16,1-2 5-16,1 1 0 0,0 0-11 0,0-3-11 15,-2 1 11-15,2 0-11 0,0-1 5 0,0 0 6 16,2-1-5-16,-3-1 11 0,1-1 11 0,0 0-11 15,0-1 5-15,-3-1 0 0,2 0-5 0,-1-2 11 16,-2 0-1-16,0 0 1 0,-1-2 16 0,-1 2-17 16,1-2 11-16,-1 1-16 0,0-1 0 15,0 0 10-15,-2 0-10 0,0 0 5 0,0 0-15 16,2 1 0-16,-2-1-1 0,0 0 6 0,0 0-1 16,0 0 0-16,2 0-4 0,-2 0-22 0,0 0-45 15,0 0-24-15,1 0-31 0,1 0-12 0,-2 0 17 16,0 0-9-16,0 0-23 0,0 0 34 0</inkml:trace>
  <inkml:trace contextRef="#ctx0" brushRef="#br0" timeOffset="140881.74">6292 2995 249 0,'0'-3'9'0,"2"2"2"15,-2-1 16-15,0 2 1 0,0-2 17 0,0 2 3 16,0 0-25-16,0 0 3 0,0 0-30 0,0 0 5 15,0 0 3-15,0 0-8 0,0 0 9 0,0 0-9 16,0 0 9-16,0 0 0 0,0 0-5 16,0 0 1-16,0 0-2 0,0 10 11 0,0-10-1 15,0 0-4-15,0 0 5 0,0 9-6 0,0-9-4 16,14 8 9-16,-14-3-23 0,0 1 14 0,0 1-6 16,11 2 5-16,-11 1 20 0,0 1-21 0,7 1 16 15,-7 1-5-15,7 2-21 0,-4 0 6 0,-3-1-5 16,3 1 5-16,-1 1 17 0,0 0-4 0,1 0 5 15,-1 1-6-15,0 0 1 0,1-1 4 0,0 0-9 16,0 1-11-16,3 0 10 0,-4-1 5 0,3-1-1 16,-2-1 10-16,2-1-10 0,-1-2-4 0,1 1 9 15,1-3-5-15,-1 1 5 0,-1-3 0 0,1-1 0 16,1 0 16-16,-3-1 8 0,4-1 11 0,-2-2 29 16,0 1-10-16,0-2 5 0,0-1-6 15,1 0-25-15,0 0-10 0,1 0-18 0,-2 0-5 16,2 0-14-16,-1 0 21 0,1 0-6 0,0 0-10 15,-2-17 5-15,2 17-50 0,-2 0-24 0,1 0-10 16,-2-12-21-16,0 12 8 0,-2 0-3 0,2-11-14 16,-1 11-21-16,-1-11-3 0,0 4 32 0</inkml:trace>
  <inkml:trace contextRef="#ctx0" brushRef="#br0" timeOffset="141174.89">6505 2811 827 0,'0'0'-12'0,"0"0"-4"16,7 0 10-16,-7 13 0 0,0-13 6 15,0 0 0-15,0 0 0 0,0 0-17 0,0 0-6 16,0 11-27-16,0-11-42 0,0 10-16 0,0-5-49 16,0 4 18-16,0-2 30 0</inkml:trace>
  <inkml:trace contextRef="#ctx0" brushRef="#br0" timeOffset="141733.22">6840 3298 321 0,'1'0'12'0,"-1"0"15"15,0 0 2-15,1 0 0 0,-1 0-12 0,0 0-20 16,0 0 3-16,0 0-10 0,0 0-5 0,0 0 15 16,0 0-9-16,0 0 9 0,0 0 14 0,0 0-20 15,0 0 16-15,0 0-4 0,0 16-15 0,0-16 14 16,0 0-3-16,0 17 3 0,0-17 2 15,0 19-10-15,18-9-5 0,-18 0 10 0,0 2 5 16,0 2 14-16,10 1 4 0,-10 0-8 0,0 1-1 0,8-1-10 16,-8 2 14-16,8-2 4 0,-4 3 0 15,2-3 10-15,-1 0-29 0,-1 0 10 0,1 0-1 16,0-2-9-16,-1 0 10 0,-1-3-15 0,0 0 0 16,-1-3 4-16,0 0 1 0,-1-2 0 0,0 0 0 15,0-1 1-15,0-2-6 0,0 0 0 0,-1 0 12 16,0 0-12-16,0-1 0 0,0-1-15 0,0 0-31 15,0 0-24-15,0 0-21 0,0 0-46 0,0 0-2 16,0 0 31-16</inkml:trace>
  <inkml:trace contextRef="#ctx0" brushRef="#br0" timeOffset="142001.7">6821 3310 328 0,'-5'-2'4'0,"5"0"2"0,-5 1 6 16,5 0 15-16,-2 0-4 0,1 0 0 0,0 1-12 16,1 0-10-16,-1 0-6 0,-1 0 0 0,2 0 6 15,-2 0-6-15,1 0 6 0,-1 19 9 16,0-19-9-16,-3 15 9 0,1-15-9 0,1 19-14 0,0-10 13 15,0 2-3-15,1-2 8 0,0 1 0 16,1-1-14-16,1-1-22 0,-1 1-23 0,1-1-29 16,-1-1-14-16,1-1 16 0</inkml:trace>
  <inkml:trace contextRef="#ctx0" brushRef="#br0" timeOffset="142633.23">7170 3299 438 0,'0'5'37'0,"0"-5"26"0,0 0 43 16,0 0 42-16,0 0-11 0,0 0-2 0,0 0-24 15,0 0-36-15,0 0-27 0,0 0-10 0,0 0-24 16,0 0-4-16,0 0-3 0,0 0-16 0,0 0 3 16,0 0 1-16,0 0 5 0,13 0 5 0,-13 0 0 15,0 0 4-15,13 0 2 0,-7 0 7 0,1 0 5 16,2 0 9-16,1 0 4 0,-1 0 4 0,1 0 11 16,1 0-14-16,-1 0-2 0,0 0-1 0,1 0-16 15,-2 0-1-15,1-13-5 0,0 13-10 0,-1 0 0 16,-1 0 1-16,-1 0-3 0,3-9-14 0,-4 9-21 15,-1 0-42-15,0-5-43 0,-1 5-26 0,3-3-30 16,-4 1-19-16,3-1 6 0,-3 1 10 16,1-2 21-16,0 0-3 0,0-1 36 0,1 1 29 15</inkml:trace>
  <inkml:trace contextRef="#ctx0" brushRef="#br0" timeOffset="157829.5">7707 3033 115 0,'0'0'1'0,"0"0"11"0,0 0 15 0,0 0 5 0,0 0 4 15,0 0-3-15,0 0-16 0,0 0-7 16,0-12-2-16,0 12 3 0,0 0-4 0,0 0 9 15,0 0-5-15,0 0 6 0,0 0-6 0,0-5 0 16,0 5 0-16,0 0-6 0,0-4 6 0,0 4-1 16,0-2 2-16,0 1-10 0,0 1 18 0,0-2 1 15,0 1-6-15,0 0 15 0,0-1-10 0,0 1-4 16,0-1 8-16,0 2-14 0,0-3 5 0,0 2 5 16,0 0-1-16,0 0 12 0,0-1-11 15,0 2 2-15,0 0-6 0,0-1-4 0,0-1 5 0,0 2 1 16,0-1 5-16,0 1 0 0,0 0-5 15,0 0-7-15,0 0 0 0,0 0-6 0,0 0-5 16,0 0 1-16,0 0-7 0,0 0 6 0,0 0 0 16,0 0-6-16,0 0-5 0,0 0-6 0,0 0 11 15,0 0 6-15,0 0-6 0,0 0 7 0,0 0-1 16,0 0-6-16,0 15 18 0,0-15 0 0,0 0-12 16,20 16-5-16,-20-16 0 0,0 14-6 0,0-5 6 15,12 1 24-15,-12 0-13 0,0 1 1 0,0 1-6 16,0 1 0-16,9-1 6 0,-9 3-11 0,0-3 11 15,0 1-7-15,0 1 0 0,0 1-1 0,0-1 6 16,0 1-6-16,0-2 16 0,0 3 3 0,0-1-2 16,0 2 5-16,-13-4-21 0,13 1 15 0,0 0-11 15,0-1 2-15,0 0 9 0,0-3-16 16,0 1 6-16,0-1-17 0,0 0 1 0,0-3 11 16,0 1-11-16,0-3 21 0,0 0-6 0,0-1 2 15,0 1 9-15,0-2-8 0,0 0-2 0,0-1 6 16,0 0-1-16,0 0 6 0,0 0 5 0,14 1-14 15,-14-2 10-15,0 1-1 0,9-1 0 0,-9 1 14 16,8 0-25-16,-8-1 9 0,6 0 2 0,-3-1-1 16,1 1 15-16,-1-1-10 0,1 0-5 0,1 0-1 15,-1 0 1-15,1 0-1 0,1 0 3 0,0 0-7 16,0 0-9-16,0-18-22 0,-1 18-24 0,3 0-36 16,-1-14-40-16,0 14-32 0,-2-13-4 0,0 13 17 15,2-14 26-15,-1 5 7 0,1 1-9 16,-1-2 8-16,-1 1 19 0</inkml:trace>
  <inkml:trace contextRef="#ctx0" brushRef="#br0" timeOffset="158165.75">7760 2870 1157 0,'0'-8'0'0,"17"-1"-9"0,-17 0 9 0,12 0-1 16,-6-1 4-16,0 1 5 0,-2 3-14 15,0-1-13-15,0 1-46 0,1 2-51 0,-3 2-41 16,0-3-21-16,0 3 4 0,1-1 1 0,2 1 47 16</inkml:trace>
  <inkml:trace contextRef="#ctx0" brushRef="#br0" timeOffset="158978.04">8048 3269 227 0,'0'0'6'0,"0"1"6"0,0 0 7 0,0-1 6 16,0 0-1-16,0 0-7 0,0 0-6 0,0 0 0 15,0 0 6-15,0 0-9 0,15 0 3 0,-15 0 6 16,0 0-11-16,13 0 15 0,-13 0-4 0,13 0-6 15,-13 0 1-15,12 0 0 0,-6 0-1 0,1 0 5 16,0 0-1-16,0 0 1 0,0 0-1 0,-2 0-14 16,3 13-1-16,-2-13 5 0,0 0-5 0,-2 9 10 15,1-9-5-15,-1 9-4 0,-1-9 14 0,2 12-24 16,-5-5 10-16,1 2-1 0,-1 2-4 0,0 1 24 16,0 2-5-16,0 3-15 0,-19-2-4 0,19 2 0 15,-15 0-1-15,15 1 15 0,-18-2-1 16,18-1-4-16,-16-1 9 0,16-1-9 0,-13-1 4 15,13-2 6-15,-9 0-15 0,9-3 4 0,0 0 1 16,0-3-5-16,0 0 22 0,0-3 29 0,0 2 11 16,0-1 32-16,0-2 3 0,22 0-9 0,-22 0-8 15,17 0-30-15,-17 0-17 0,22 0-17 0,-11 0-6 16,1 0 8-16,2-18-9 0,-2 18-10 0,0 0 9 16,-1-14-12-16,-2 14 6 0,2 0 11 0,-4-10-25 15,0 10-16-15,-1 0-25 0,0-8-46 16,-3 8-15-16,1 0-25 0,-2-3 6 0,0 3 16 15,0-3-3-15,-2 3-5 0,0-1-18 0,0 1 23 16</inkml:trace>
  <inkml:trace contextRef="#ctx0" brushRef="#br0" timeOffset="159836.76">8248 2820 417 0,'15'0'-5'0,"-15"0"6"0,0 0 4 0,0 0 1 15,15 0 13-15,-15 0-9 0,12 0-4 0,-3 0 4 16,4 0 1-16,0 0 13 0,4 0 0 16,1 0 0-16,3 0 10 0,-2 0-1 0,1 0-5 15,0 0 0-15,2 0-12 0,-1 18-10 0,3-18 10 16,-3 15-4-16,1-15-6 0,-1 19-6 0,1-7 0 16,-2 0 0-16,-1 0 6 0,-4 2 12 0,-1 1-6 15,-1 1-6-15,-3 4 1 0,-1-1-18 0,-1 5 7 16,-2-2 5-16,-3 4 1 0,1-1 18 0,-3 3-7 15,-1 0-1-15,0 2 5 0,0 0 11 0,0 0 12 16,0-2 10-16,0 0-1 0,0 1 7 0,-18-1-15 16,18-5-1-16,0 0 22 0,-12-1-15 0,12-2 10 15,0 0-7-15,-12-3-32 0,12-1-2 0,-10 0-5 16,10 0 1-16,-11-2-4 0,7 1-3 0,-1-2-4 16,-1 1 1-16,1-3-5 0,0 2-41 15,0-2-53-15,-1-1-54 0,1 0-36 0,-1-1 3 16,0-3 19-16,1 1 15 0,0-1-13 0,0-2 35 15</inkml:trace>
  <inkml:trace contextRef="#ctx0" brushRef="#br0" timeOffset="168251.19">4361 3956 1415 0,'5'0'1'0,"-2"0"10"16,-2 0-1-16,-1 0 12 0,0 0-6 0,0 0-14 15,0 0-2-15,0 0-35 0,0 0-43 0,0 0-72 16,0 0-52-16,0 0-31 0,0 0-25 0,0 0 40 16,0 0 56-16</inkml:trace>
  <inkml:trace contextRef="#ctx0" brushRef="#br0" timeOffset="182101.46">935 5582 315 0,'0'-2'16'0,"0"2"17"0,0 0 16 16,0 0 5-16,0 0-1 0,0 0-7 0,0 0-1 15,0 0 25-15,0 0-9 0,0 0 24 0,0 0 3 16,0 0-9-16,0 0 19 0,0-14-13 0,0 14 1 15,0 0-4-15,0 0-6 0,0 0 2 0,0-7-15 16,0 7-11-16,0 0-19 0,0 0-23 0,0 0 8 16,0 0-19-16,0 0 12 0,0 0-6 0,0 0-17 15,0 0 12-15,0 0-20 0,0 0 9 0,0 0-2 16,0 0 1-16,0 0 2 0,0 0-5 16,0 0 7-16,0 0-1 0,0 0 8 0,0 16 4 15,0-16-3-15,0 11 2 0,0-11-3 0,0 16-1 16,0-7 9-16,0 1-7 0,0 3-4 0,18-2 10 15,-18 4-9-15,0-1 5 0,0 0 6 0,0 0-11 16,0 2 1-16,0 1 3 0,0-1 0 0,0 1 2 16,0-1-1-16,0-1-8 0,0 0 3 0,0 1 2 15,0-1 2-15,0-1-3 0,0 0-3 0,0-1 9 16,0 0-4-16,0-2 8 0,0 3-2 0,0-3-10 16,0 1-3-16,0-1 3 0,15 0 0 0,-15-1 0 15,0 2 5-15,0-2-1 0,14-2 4 0,-14 0-6 16,7-1 4-16,-7-1 0 0,7 0-1 0,-3-1-1 15,1-1-1-15,1 0 0 0,-1-1 1 16,-1 0 4-16,2 1-1 0,-1-2 4 0,2 1 0 16,-2-1 6-16,3-1 2 0,-1 0 1 0,1 1 2 15,0-2-10-15,1 0 7 0,0 0 3 0,1 0-4 16,1 0 5-16,-1-18-15 0,2 18-1 0,-1 0 2 16,0-18-3-16,0 18 7 0,-2-13-10 0,-2 13 3 15,2-11-5-15,-2 11-22 0,-2-11-46 0,-1 11-54 16,2-9-77-16,-2 4-43 0,0 1 5 0,-2 1-2 15,0-1 19-15,-2 0 51 0,2 1 44 0</inkml:trace>
  <inkml:trace contextRef="#ctx0" brushRef="#br0" timeOffset="182742.23">1375 5752 182 0,'2'0'14'15,"1"-1"3"-15,-1 0 19 0,1 1 15 0,-3-1-14 16,0 1 7-16,2 0-15 0,-2 0-13 0,0 0-6 16,0 0-9-16,0 0-4 0,0 0-1 0,0 0 5 15,0 0 4-15,0 14-5 0,0-14 10 0,0 0-10 16,-19 16-3-16,19-16 12 0,0 15-5 0,-15-5-8 16,15 0 5-16,-14 0-1 0,14-1-7 0,-11 1 12 15,5 0 0-15,-1 0-3 0,3 0 7 0,-4 1-4 16,4-2-4-16,-3 1 0 0,5-1-6 0,-3 1 23 15,1 0-10-15,-1 1 1 0,3-2-9 16,-1 0 0-16,1 0 0 0,1-1 0 0,1 0 4 16,0 0-8-16,0-2 21 0,0 0-4 0,0-1 14 15,0 1 4-15,0-2-4 0,0 0-5 0,17-1 6 16,-17-1 7-16,0 2 6 0,14-3 0 0,-14 0-9 16,14-1-5-16,-14 0-7 0,15 0 1 0,-5 0 14 15,-2 0-20-15,1 0-4 0,0 0 8 0,2-16-18 16,-1 16 14-16,-2 0 9 0,3-16 6 0,-4 16 7 15,0-10 4-15,1 10 5 0,0-13 2 0,-1 13 0 16,-3-15 5-16,2 7 5 0,-1 0 11 16,-1-1 18-16,1 2 7 0,-3-3 11 0,-1 3 0 15,1 0-10-15,-2 1-12 0,0 1-30 0,0-1-13 16,0-1-21-16,0 2-4 0,0-1-6 0,-23-1-9 16,23 0 5-16,-16 0-5 0,16 0-1 0,-18 1 1 15,18-3-4-15,-22 3-3 0,13-1-4 0,-1 1-7 16,1 2-37-16,1 2-36 0,3-3-51 0,-1 3-72 15,1 1-44-15,2 1-40 0,0-2 29 0,0 2 37 16,1-1 12-16,0 1 78 0,2 0 30 0</inkml:trace>
  <inkml:trace contextRef="#ctx0" brushRef="#br0" timeOffset="183356.73">1725 5797 191 0,'3'0'22'0,"-1"2"3"0,0-2 5 15,-2 1 5-15,4-1-8 0,-4 0 3 0,2 0 0 16,-2 0 0-16,0 0-4 0,0 0 3 0,0 2-5 15,0-2 4-15,0 0-5 0,0 0 9 16,0 0 9-16,0 0-19 0,0 0 10 0,0 0-1 16,0 0-4-16,-17 0 20 0,17 0 5 0,0 0-20 15,-16 0 0-15,16 0-11 0,-13 0-15 0,13 0 4 16,-11 0-5-16,3 0-1 0,0 14-14 0,1-14 5 16,-2 0-6-16,0 16-4 0,0-16 24 0,1 13-20 15,-4-4 6-15,6-2 15 0,1 3-20 0,-2-2 5 16,1 1 4-16,0 3-9 0,0-2 5 0,3 0 10 15,0-2 0-15,1 2-5 0,-1 1 4 16,1-2-4-16,0 0-10 0,2-2 5 0,0 1-9 16,0 0 4-16,0-2 15 0,0 1-5 0,0 0 5 15,0-2 0-15,0 0 1 0,17 2 4 0,-17-4 11 0,0 2-11 16,18 1-9-16,-18-4 19 0,12 0-15 16,-12 2 10-16,16-4-5 0,-8 0-8 0,-1 0 8 15,4 0 6-15,-1 0 3 0,-2 0-5 0,0 0-14 16,0-19 0-16,-3 19 4 0,2 0 1 0,-1-20 19 15,0 20-10-15,1-17 19 0,0 17 17 0,0-16 0 16,1 16 33-16,0-16-2 0,0 9 2 0,-3 2 14 16,-1-2-6-16,0 2 7 0,-1 0 0 0,-3 1-7 15,2 0-6-15,-2 0-12 0,0 1-17 0,0 1-21 16,0-3-14-16,0 2-13 0,0-1-4 0,-16-1 2 16,16 0-4-16,0 0 0 0,-16-1-1 15,16 0-2-15,-14 0-2 0,14-1-6 0,-14 0-36 16,14 2-47-16,-10-1-61 0,10 2-72 0,-8-1-50 15,8 2-31-15,-2 1 16 0,0 0 26 0,2 1 27 16,0 0 83-16</inkml:trace>
  <inkml:trace contextRef="#ctx0" brushRef="#br0" timeOffset="184213.58">1973 5809 143 0,'0'0'-3'0,"0"0"3"16,0 0 2-16,0 0 4 0,0 0-2 0,0 0 6 16,0 0 9-16,0 0 0 0,0 0 1 0,0 0 5 15,0 0-7-15,0 0 4 0,0 0 13 0,0 0-4 16,0 0 9-16,0 0-6 0,0 0-9 0,0 0-1 15,0 0-4-15,0 0-1 0,0 0 8 0,0 0-8 16,0 0-6-16,0 0-4 0,0 0-9 0,0 0 0 16,0 0 4-16,0 0-12 0,0 0 8 0,0 0-9 15,0 0 0-15,0 0 5 0,0 0-13 0,0 0 16 16,0 0-3-16,0 0 4 0,0 0 8 16,-9 0 6-16,9 0-5 0,0 0-9 0,0 20 4 15,0-20-21-15,0 20 8 0,0-8 14 0,-4 1-5 16,4 1 9-16,0 2-9 0,0 2 4 0,0 3-8 15,0 2 12-15,0 0 1 0,0 3 0 0,15 0 8 16,-15 0-17-16,0 1 18 0,18-1-5 0,-18-1 11 16,11-3 11-16,-11-2-3 0,15-1 7 0,-15-5-10 15,9-2 0-15,-9-3-5 0,6-2 4 0,-6-3-11 16,5-2 6-16,-5 0 6 0,0-2 4 0,0 0 21 16,0 0 5-16,0 0-3 0,0 0-12 0,0 0-24 15,0 0-12-15,0 0-18 0,0-20-4 0,0 20 20 16,-16-17-10-16,16 17 10 0,0-20-10 15,-19 7-26-15,19 1-1 0,-13-2-5 0,13-1 17 16,-17-1 11-16,9 1 5 0,1 0 6 0,-2-2-13 16,3 1-4-16,-1 2 10 0,4-2 0 0,-1 0 9 15,3 3 9-15,0 0-5 0,1 0 15 0,0-1 2 16,0 0-2-16,0-1 1 0,21 1-10 0,-21 0 1 16,21-1 7-16,-21-1-2 0,23 2-7 0,-9 0-5 15,-1 1 1-15,-1 1 2 0,0 3 6 0,0 1 3 16,-1 3 1-16,-1 1-2 0,1 3-7 0,-5 1-5 15,3 0 5-15,-1 0-11 0,-2 0 7 16,-1 0 1-16,0 23-15 0,-1-23 14 0,1 16-6 0,-3-16 9 16,-2 20 0-16,0-20 1 0,0 23 5 0,0-9-15 15,0 0 8-15,0 1-7 0,-21 0-6 16,21 1 9-16,-20 2-3 0,20 0-2 0,-26-1 4 16,13 0-6-16,-3 0 0 0,2 0 0 0,0-2-52 15,0 0-68-15,2-2-66 0,-1-2-56 0,5-3 16 16,0 2 40-16,1-5 1 0,2 0 49 0,2-5 34 15</inkml:trace>
  <inkml:trace contextRef="#ctx0" brushRef="#br0" timeOffset="184750.66">2265 5959 655 0,'0'0'30'0,"0"0"27"0,-8 0 31 0,8 0 14 16,0 0-30-16,0 0-26 0,0 0-32 0,0-17-13 16,17 17-2-16,-17 0-4 0,0-13 10 0,23 13 0 15,-11-12 14-15,2 12 5 0,2-10 5 0,-1 10 4 16,3-7-10-16,-1 7-4 0,-1 0-6 0,0 0-9 16,-3 0-8-16,-1 0 20 0,-2 0-21 0,-2 0 13 15,-3 0-1-15,1 20-10 0,0-20 12 0,-4 14-7 16,-2-14 4-16,0 18 2 0,0-6-11 15,0 0 6-15,0 2 2 0,0 0-6 0,-18 2 9 0,18-1-7 16,0 0-3-16,-15-1-6 0,15 0 5 0,0-1-8 16,-13-4 3-16,13 1 5 0,0-3-6 15,0-1 15-15,0-1-2 0,0-2 7 0,0-1 3 16,0 0-8-16,0-1 8 0,18-1-5 0,-18 2-3 16,0-2 14-16,22 0-11 0,-22 0 3 0,22 0 2 15,-12 0-11-15,1 0-16 0,0 0-20 0,3-18-30 16,-2 18-29-16,1 0 19 0,0-12 5 0,-1 12 7 15,3 0 2-15,-2-11-16 0,-1 11-4 0,-2 0-8 16,0-8 0-16,0 8-1 0,-3-4-34 0,0 4-13 16,-3-4 27-16</inkml:trace>
  <inkml:trace contextRef="#ctx0" brushRef="#br0" timeOffset="186085.82">3130 6006 283 0,'0'0'18'0,"0"0"25"0,0 0 14 15,0 0 22-15,0 0 0 0,0 0 7 0,0 0 17 16,0 0-2-16,0 0 10 0,0 0-20 15,0 0-4-15,0 0-5 0,0 0-16 0,0 0 9 16,0-16-19-16,0 16-4 0,0 0-3 0,0-14-1 16,17 14-3-16,-17-13-2 0,16 6-3 0,-16 0-11 15,15-1-9-15,-4 1-9 0,0-2-4 0,-2 2-8 16,3 0 2-16,-1 1-2 0,-2 1 4 0,1 0-6 16,-1 1-6-16,-1 1-30 0,-2 0-47 0,1 0-67 15,-2 0-58-15,1 2-29 0,-1 0 13 0,-1 0 33 16,0 1 25-16,0 0 9 0,0 0 29 0</inkml:trace>
  <inkml:trace contextRef="#ctx0" brushRef="#br0" timeOffset="186301.7">3182 6179 483 0,'0'5'27'0,"0"-5"16"15,16 2 26-15,-16-2 28 0,0 0-1 0,15 0-10 16,-6 0-26-16,1-19-19 0,2 19-25 0,3 0 2 16,1-21 1-16,3 21-6 0,2-17 0 0,-4 17 0 15,2-18-9-15,0 10-5 0,1-1 4 0,-3 0-48 16,0 2-33-16,-1-1-43 0,-1 2-46 16,2 1 7-16,-5 0-34 0,-2 1 44 0</inkml:trace>
  <inkml:trace contextRef="#ctx0" brushRef="#br0" timeOffset="203729.63">3954 6602 56 0,'0'0'4'0,"0"0"1"15,0 0 10-15,0 0-2 0,0 0 12 0,0 0 0 16,0 0-4-16,0 0 7 0,0 0-16 0,0 0 9 16,0 0-4-16,0 0-2 0,0 0 4 0,0 0-8 15,0 0 8-15,0 0-9 0,0 0-4 0,0 0 3 16,0 0-13-16,0 0 9 0,0 0-1 0,0 0-4 16,0 0 4-16,0 0-16 0,0 0 3 0,0 0 6 15,0 0 3-15,0 0 8 0,10 0 5 16,-10 0-4-16,0 0-9 0,0 0 5 0,4 0-13 0,-4 0 4 15,0 0 9-15,0 0 0 0,0 0 4 16,0 0 1-16,2 0-5 0,-2 0-5 0,0 0 9 16,0 0-9-16,1 0 0 0,-1 0 14 0,1 0-18 15,-1 0 9-15,1 0-1 0,0 0-12 0,0 0 3 16,1 0 1-16,0 0 4 0,0 0 0 0,-2 0 4 16,1 0 1-16,1 0-14 0,0 0 14 0,1 0-5 15,-1 0 5-15,-1 0 9 0,0 0-14 0,0 0 10 16,1 0-5-16,0 0-1 0,1 0 1 0,-1 0 4 15,0 0-9-15,1 0-9 0,1 0 9 0,-1 0-5 16,2-13-3-16,-1 13 21 0,0 0-13 0,2 0 0 16,-1 0 4-16,-1-8-9 0,0 8 10 15,1 0 4-15,-1-4 0 0,0 4-3 0,0-2-1 0,-2 1-8 16,1 1 13-16,-1-2-1 0,0 1 1 16,1 1 0-16,-3 0-10 0,0 0 10 0,2 0 0 15,-2 0-1-15,0 0 1 0,0 0-14 0,0 0 9 16,0 0 4-16,0 0-4 0,0 0 4 0,0 0 0 15,0 0-13-15,0 0 9 0,0 0 0 0,0 0-5 16,0 0 9-16,0 0-5 0,0 0 1 0,0 0-5 16,0 0-5-16,0 0 6 0,0 0 3 0,0 0-4 15,0 0 0-15,0 0 5 0,0 0-5 16,0 0-5-16,0 14 15 0,0-14-6 0,0 10-3 16,0-10 12-16,0 13-12 0,0-4-1 0,-14-1 4 15,14 3 1-15,0-1 4 0,-12 1-9 0,12-1 5 16,-10 1-10-16,3 2 5 0,7-3 14 0,-9 3-9 15,3-2 8-15,0 1-8 0,0 0-5 0,0 1 10 16,-2 0-15-16,0 0 5 0,1 0 0 0,-1-1 0 16,0-1 11-16,0 1-11 0,0 0 11 0,1-2-11 15,1-1-10-15,1-1 14 0,0-1-9 0,1-1 15 16,1-1 1-16,0-2-11 0,2 1 0 0,-1-2-11 16,2-1 5-16,0-1 12 0,-1 1 0 0,0-1-12 15,1 0 28-15,0 0-22 0,0 0-5 0,0 0 10 16,0 0-15-16,0 0 10 0,0 0-1 0,0 0-4 15,0 2-1-15,0-2 6 0,0 0 6 16,0 1-11-16,0 1 5 0,0-2 0 0,0 0 0 16,0 0 16-16,0 0-16 0,0 0 0 0,0 0-6 15,0 0-5-15,0 0 11 0,0 0 11 0,0 0 12 16,0 0 33-16,0 0 20 0,16 0 10 0,-16 0 12 16,13 0-10-16,-13 0-20 0,17 0 10 0,-6 0-17 15,0 0 7-15,4 0 17 0,-1 0-20 0,1 0 6 16,1 0-12-16,1 0-13 0,0 0-1 0,1 0-7 15,-1 0 1-15,1 0-8 0,-3-14 5 0,0 14-3 16,-1 0-4-16,0 0 1 0,-3-8-11 0,-2 8 2 16,-1 0-7-16,-1 0-1 0,-2 0-1 15,-2-5 0-15,-1 5-4 0,-1 0-1 0,0 0 1 16,0 0-5-16,-1 0 2 0,0 0-4 0,0 0-3 16,0 0 4-16,0 0-2 0,0 0-10 0,0 0-8 15,0 0-36-15,0 0-33 0,0 0-44 0,0 0-47 16,0 0-34-16,0 0-28 0,0 0-6 0,0 0 31 15,0 0 31-15,0 0 7 0,-12 0 27 0,12 0 25 16</inkml:trace>
  <inkml:trace contextRef="#ctx0" brushRef="#br0" timeOffset="204188.59">4205 6626 321 0,'0'-2'19'0,"0"-1"11"0,5 2 16 0,-5-1 18 15,4-1 0-15,-3 1 9 0,-1 0 13 16,0 1 8-16,0 0 2 0,0 1-10 0,0 0-19 0,0 0-31 15,0 0-16-15,0 0-17 0,0 0-12 16,-16 0 3-16,16 0-10 0,0 0 2 0,0 0 3 16,0 0 0-16,0 0 6 0,0 15 9 0,0-15-9 15,0 12 0-15,0-12 4 0,0 18-14 0,0-5 23 16,0 1-4-16,0 1 7 0,0 3 3 0,0 2-17 16,0 3 5-16,0-2-6 0,0 3 5 0,0 3 8 15,0-2 4-15,13 2-3 0,-13 1 15 0,0-3 5 16,0 1 9-16,7-1 2 0,-7 0-16 0,0-3 6 15,6 2-6-15,-6-3-5 0,3-2 8 0,-1-2-17 16,-1-1-2-16,-1 0 8 0,1-2-11 0,-1-3 4 16,0-1-7-16,0-1-5 0,0-1 2 15,0-2 7-15,0-2-3 0,0-2 10 0,0 0-5 16,0-1-7-16,0-1-39 0,0 0-67 0,0 0-51 16,0 0-60-16,2 0 14 0,-2 0 30 0,0 0-8 15,0 0 37-15,0-17 26 0</inkml:trace>
  <inkml:trace contextRef="#ctx0" brushRef="#br0" timeOffset="204741.63">4580 6511 366 0,'3'-4'11'15,"-2"-1"21"-15,-1 1 15 0,1 1 40 0,-1 1 12 16,0 1-10-16,0-1-9 0,0 1-29 0,0 0-28 16,0 1-6-16,0 0 0 0,0 0-11 0,-15 0 0 15,15 0-1-15,0 0-10 0,0 0 0 0,0 0-2 16,0 0 1-16,0 0 5 0,-9 0-6 0,9 0 7 16,-7 22-6-16,2-22-1 0,0 18 12 0,-2-18 3 15,1 24-4-15,-1-9-10 0,0 2-5 0,-1-1 0 16,1 2 5-16,1 1 10 0,0 1 1 0,0 0 10 15,-2 0 16-15,3 2 0 0,1 1 5 0,1-2-4 16,0 1-10-16,2 0 0 0,0 0 1 0,1-2 4 16,0 1-9-16,0-1 1 0,0-1-1 0,0-1-9 15,0-1 8-15,24 0-4 0,-24-1-4 16,16-1 7-16,-16-3 6 0,21 1 1 0,-21-3 5 16,21-1-9-16,-8-2-8 0,-1 2 3 0,0-4-2 15,-1-1 1-15,0 2-5 0,1-3 3 0,-1 1-18 16,-2-3-28-16,1 2-25 0,-1-3-45 0,0 0-20 15,0 0-24-15,-1 0-14 0,-2 0 28 0,2 0-3 16,0 0-14-16,-1 0 25 0,-1-18 12 0</inkml:trace>
  <inkml:trace contextRef="#ctx0" brushRef="#br0" timeOffset="205697.07">4783 6536 224 0,'1'-1'25'0,"1"-1"6"15,2 0 17-15,-3-1 5 0,0 2-10 0,-1-1 4 16,2 0-7-16,-2 0 9 0,2 1-10 0,-1 1 11 16,0-2-16-16,-1 2 4 0,1-1-6 0,-1 1-9 15,0 0 16-15,0 0-21 0,0 0 15 0,0 0-11 16,0 0-11-16,0 0 10 0,0 0-9 15,0 0 4-15,0 0 0 0,0 0-15 0,0 17 18 16,0-17-14-16,0 0 0 0,0 18 8 0,0-18-23 16,0 16 14-16,15-5-6 0,-15 0 10 0,0 2-4 15,0 1 0-15,11-2-4 0,-11 5 4 0,0-1-6 16,7 0-8-16,-7 1 19 0,5 2-18 0,-5-1 15 16,2-1 4-16,0 0-9 0,-1 2 11 0,1-2-5 15,-1 0 10-15,0 0 9 0,1-1 0 0,-1 0 0 16,2-1-8-16,-2 0-14 0,1-3-1 0,1-1-1 15,-1 0-1-15,2-1 9 0,-2-3 0 0,1 0 6 16,-1-2 0-16,3-1-1 0,-3 0 4 16,3-2 6-16,-1 0 3 0,0-2 0 0,0 0-4 0,1 0-8 15,0 0-7-15,3 0 1 0,-3 0 2 16,3 0-11-16,-1 0-16 0,2-19-33 0,-1 19-43 16,1-12-35-16,0 12-21 0,3-17-12 0,0 8-1 15,-2-1 20-15,2-3-2 0,-1 1-3 0,1-1 38 16</inkml:trace>
  <inkml:trace contextRef="#ctx0" brushRef="#br0" timeOffset="206010.77">5068 6349 1683 0,'5'-1'42'0,"-1"1"53"15,-1-1 44-15,-3 1 27 0,0-1-39 16,0-1-52-16,0 0-48 0,0 1-24 0,0 0-5 0,0-1-2 15,0 0-4-15,0 0-34 0,0 0-57 16,0 1-86-16,0 1-88 0,0-4-65 0,0 3 0 16,0 1 44-16,1-1 40 0,1 1 45 0,2 0 57 15</inkml:trace>
  <inkml:trace contextRef="#ctx0" brushRef="#br0" timeOffset="209665.88">5122 6839 121 0,'0'0'9'16,"0"0"11"-16,0 0 15 0,0 0 5 15,0 0-5-15,0 0-4 0,0 0-19 0,0 0 14 16,0 0 0-16,0 0 9 0,0 0 7 0,0 0-3 16,0 0-5-16,0 0 0 0,0 0 0 0,0 0-5 15,0 0 14-15,0 0-9 0,0 0 18 0,0 0 1 16,0 0-5-16,0 0 6 0,0 0-21 0,0 0 3 15,0 0-14-15,0 0-17 0,0 0 1 0,0 0-15 16,0 0 9-16,0 0 5 0,0 0 5 0,0 0-1 16,0 0-8-16,0 0 3 0,0 0-4 0,0 0 10 15,0 0 3-15,0 0-7 0,0 0 13 0,0 0-14 16,0 0 6-16,0 0 4 0,0 0-10 0,0 0-10 16,0 0 5-16,0 0-10 0,0 0 6 15,20 0 14-15,-20 0-10 0,0 0 18 0,12 0-10 16,-12 0-17-16,16 0 8 0,-16 0-2 0,18 0-6 15,-8 0 22-15,0 0-17 0,-1-11 0 0,2 11-1 16,-1 0 0-16,-1 0 5 0,0 0-5 0,-1-7 6 16,-1 7-2-16,-2 0 0 0,3 0 9 0,-3 0-8 15,-1 0-4-15,-1 0 9 0,1 0-8 0,-2 0-2 16,1 0 5-16,-1 19-5 0,-2-19-8 0,1 0 24 16,-1 21-9-16,0-21-5 0,0 18 19 0,0-7-23 15,0 1 8-15,0 0 1 0,0-1-11 0,0 0 5 16,-16-1 6-16,16 2-1 0,0-3 5 15,0-1 0-15,-13-1-6 0,13-1 10 0,0-2-18 16,0 0 19-16,0-1-11 0,0-1-10 0,0 0 16 16,0-1-11-16,0 1 1 0,0-1 4 0,0 1 0 15,0-1-4-15,0 0 5 0,0 0 8 0,0 0 2 16,0 1 5-16,0-1 21 0,0 0 5 0,0 0 8 16,14-1 16-16,-14 3-10 0,0-3 1 0,14 0 3 15,-14 0-18-15,11 3-3 0,-11-3-7 0,11 1-8 16,-7-1 2-16,1 0-5 0,1 0-12 0,-2 0 6 15,2 0-10-15,-1 0-2 0,0 0 10 0,-1 0-12 16,4 0 5-16,-2 0 3 0,0 0-8 0,1-15-17 16,-2 15-19-16,3 0-44 0,-1-15-35 15,0 15-39-15,0-12-36 0,-1 4-8 0,3 2 2 16,-2-2 16-16,1 1 7 0,0-2 14 0,-3 2 34 16</inkml:trace>
  <inkml:trace contextRef="#ctx0" brushRef="#br0" timeOffset="210033.11">5595 6807 932 0,'0'3'31'0,"0"-2"29"0,0-1 34 16,0 0 25-16,0 0-23 0,11 0-34 0,-11 0-32 15,0 0-35-15,9 0-7 0,-9-16 0 0,11 16 10 16,-5 0 11-16,2 0-6 0,0-14 4 15,2 14-12-15,1 0 4 0,-2-10-4 0,2 10 3 16,-2 0-5-16,0-6-1 0,1 6 12 0,-1 0-11 16,-1-3-14-16,-1 3-41 0,1 0-39 0,-1-1-42 15,-2 1-24-15,1-1-5 0,-2 0 14 0,2 0-8 16,-2 0 12-16,0-3 42 0</inkml:trace>
  <inkml:trace contextRef="#ctx0" brushRef="#br0" timeOffset="210637.81">6096 6594 759 0,'4'-1'39'0,"-1"0"71"16,-1 0 63-16,-2 0 56 0,0 0-15 0,0 0-50 16,0-1-55-16,0 2-45 0,0 0-20 0,0 0-18 15,0 0-11-15,0 0-18 0,0 0-7 0,0 0-7 16,0 0-1-16,0 0 3 0,0 0 3 0,0 0 7 16,0 0 3-16,0 17 4 0,0-17 1 0,0 0-1 15,0 17 2-15,0-8-2 0,0 0 2 16,0 1-4-16,0 2-2 0,0 0 4 0,0 1-4 15,0 1 0-15,0 1 1 0,0-1-1 0,0-2 0 16,0 2 4-16,0-1-6 0,-13-2 0 0,13 3 0 16,0-3 3-16,0 1 1 0,0 0 1 0,0 0 1 15,0-1-1-15,0 1 3 0,0-1 2 0,0-1-8 16,18 0 4-16,-18 0 4 0,0-3-6 0,14 1 5 16,-14-1-5-16,0-3-3 0,13 1 0 0,-13-1 0 15,10-3 5-15,-10 3-4 0,10-3 12 0,-6 0 0 16,1-1-10-16,0 1-2 0,1-1-33 0,-1 0-27 15,1 0-28-15,1 0-26 0,-2 0-13 0,3 0-35 16,-1 0-17-16,-1-19-12 0,2 19 8 16,-3 0 32-16,3-18 8 0,-2 18-7 0,-1-14 23 15,0 5 31-15</inkml:trace>
  <inkml:trace contextRef="#ctx0" brushRef="#br0" timeOffset="210961.13">6278 6334 1927 0,'4'0'9'15,"-4"0"25"-15,0 0 11 0,0 10 7 0,0-10-8 16,0 0-30-16,0 0-12 0,0 0-13 0,0 0-18 16,0 0-49-16,0 0-63 0,0 0-63 0,0 0-50 15,0 0-12-15,0 0 9 0,0 0 33 0,0 0-1 16,18 0 40-16,-18 0 55 0</inkml:trace>
  <inkml:trace contextRef="#ctx0" brushRef="#br0" timeOffset="211645.63">6524 6821 337 0,'2'10'19'0,"-1"-10"7"16,0 0 15-16,0 0 19 0,0 0 4 0,0 0-2 15,0 0 14-15,-1 0 9 0,0 0 6 0,0 0 17 16,0 0-10-16,0 0-8 0,0 0-27 15,0 0-2-15,0 0-23 0,0 0-4 0,0 0 4 16,0 0-18-16,0 0 4 0,0 0-12 0,0 0-9 16,0 0 5-16,0 0-7 0,0 0 0 0,0 0-7 15,0 0-2-15,0 0 8 0,0 0-13 0,0 0 17 16,0 0-3-16,0 0-1 0,0 17 14 0,0-17-13 16,0 10 3-16,15-10-3 0,-15 17 5 0,0-7-3 15,9 1 2-15,-9 3 14 0,6 1-23 0,-6 4 5 16,6-1 1-16,-3 4-10 0,2 0 13 0,-1 2 8 15,0-1 0-15,0-2-9 0,-1-1 8 16,1-1-10-16,1-3-9 0,-2-2 14 0,-1-2-23 0,2-3-73 16,-3-3-68-16,0 1-77 0,0-3-26 0,-1-1 33 15,0-2 4-15,0-1 71 0</inkml:trace>
  <inkml:trace contextRef="#ctx0" brushRef="#br0" timeOffset="211995.22">6593 6858 690 0,'2'0'34'0,"-2"0"28"0,0 0 26 16,0 0-4-16,0 0-30 0,0 0-37 15,0 0-26-15,0 0 9 0,-18 15-5 0,18-15 16 0,0 0-5 16,-18 19-9-16,18-19 0 0,-14 19-5 0,14-5-2 15,-18 0-29-15,10 1-47 0,-3 0-30 16,2 0-27-16,0-1-6 0,-1 0-19 0,2-1 31 16</inkml:trace>
  <inkml:trace contextRef="#ctx0" brushRef="#br0" timeOffset="213701.58">6849 6346 189 0,'0'0'9'0,"4"0"15"0,-4 0 6 16,2 0 17-16,0 0-9 0,-1 0-7 0,1 0 4 16,0 0-11-16,0 0 10 0,-2 0 0 0,2 0-1 15,-2 0-1-15,1 0-5 0,-1 0 0 0,2 0-16 16,-1 6 6-16,1-6-1 0,1 0-11 16,-1 5 6-16,1-3 1 0,1 0-12 0,0 0 18 15,1 1-1-15,0-1-4 0,0 1 18 0,0-1-6 16,0 2 6-16,2-2 12 0,0 1-7 0,-1 0 11 15,0 0-7-15,2 1-6 0,-1-1-12 0,0 1-12 16,0 0-6-16,2 3 5 0,-2 0 1 0,2 0 4 16,0 1 5-16,-1 2-11 0,2 0 1 0,-1 1-5 15,1 1 0-15,-2 0-5 0,0 1 2 0,0 0-3 16,2 2-5-16,-3 2 13 0,1-1 2 0,0 2-1 16,-1 0 6-16,-1 2-19 0,0-2 4 0,0 3 1 15,-1-2 1-15,2 0 5 0,-4 2-3 0,-1-1 3 16,1-1-5-16,-1 2 10 0,0-1-4 15,-1 0-8-15,-1-1 6 0,1-1-6 0,-1-1 10 16,1 2 4-16,-1-3-9 0,0 4-3 0,0-4 3 16,0 0 0-16,0 1-4 0,0 0 4 0,0-3-8 15,0 2 4-15,0-2 14 0,0-3-1 0,0 3 0 16,0-3-20-16,0 1 10 0,-14-2 1 0,14 0-5 16,0-1 20-16,-11 0-10 0,11-2-7 0,0 0 3 15,-11-1-10-15,11 0 0 0,-6 0 3 0,6 1 6 16,-6-2-3-16,2 1 7 0,1 2-4 0,0 2 1 15,0 0 4-15,-1-2-11 0,1 0 1 0,-1 1 1 16,1 0-1-16,-1-2 1 0,0 0 5 16,1-1-14-16,0 2 16 0,-1-2 2 0,2-1-4 0,-1-1 8 15,1 0-7-15,0-1-5 0,0 0 0 16,2-2 5-16,-2-1-8 0,2 0 4 0,0 0 5 16,0 0-5-16,0 0-14 0,0 0-49 0,0 0-35 15,0 0-59-15,0 0-39 0,0 0 3 0,-2 0-40 16,-2 0 59-16</inkml:trace>
  <inkml:trace contextRef="#ctx0" brushRef="#br0" timeOffset="-204034.69">7429 6940 200 0,'0'0'19'16,"0"0"14"-16,0 0 3 0,0 0 19 0,0 0-13 15,0 0-4-15,0 0 10 0,0 0-8 0,0 0-2 16,0 0 0-16,0 0-10 0,0 0 0 0,0 0 18 16,0 0-5-16,0 0 13 0,0 0-4 0,0 0-7 15,0 0-5-15,0 0-6 0,0 0-5 16,0 0-11-16,0 0 14 0,0 0-5 0,0 0 6 15,0 0-1-15,0 0-10 0,0 0-9 0,0 0-6 16,0 0 0-16,0 0-10 0,0 0 14 0,0 0-5 16,0 0-4-16,0 0 9 0,0 0-5 0,0 0 1 15,0 0-2-15,0 0-2 0,0 0-4 0,0 0 3 16,0 0 0-16,0 0-1 0,0 0 1 0,0 0-5 16,0 0 5-16,0 0 7 0,0 0-3 0,0 0 0 15,0 0 1-15,0 0-7 0,0 0 15 0,0 0-7 16,0 0-6-16,0 0 4 0,0 0-17 0,0 0 16 15,0 0 7-15,0 0-10 0,0 0 4 0,0 0-4 16,0 0-9-16,0 0 5 0,0 0-1 16,0 0 6-16,0 0-1 0,0 0 4 0,0 0-5 15,0 0-4-15,0 0 6 0,0 0-6 0,0 0 6 16,0 0-1-16,0 0 4 0,0 0-3 0,0 0 3 16,0 0-4-16,0 0-9 0,0 0 8 0,0 0-7 15,0 0 8-15,0 0-1 0,0 0 5 0,0 0 5 16,0 0-4-16,0 0 10 0,13 0 4 0,-13 0 14 15,11 0 8-15,-11 0 2 0,13 0 5 0,-5 13 5 16,1-13-5-16,1 0 14 0,0 0-14 0,1 0-5 16,-1 0 2-16,0 7-14 0,0-7 5 0,-1 0-7 15,3 0 2-15,-2 4-4 0,-1-4-6 0,0 0-1 16,0 0-4-16,-2 0-1 0,0 0 2 0,0 0-3 16,-3 0-5-16,1 0 5 0,0 0-2 15,-1 0-2-15,2 0 3 0,-1 0-7 0,1 0 1 0,-1 0 5 16,-1 0-1-16,1 0 2 0,-1 0-3 15,0 0-1-15,1 0-3 0,-3 0 3 0,1 0 5 16,-1 0-3-16,2 0 5 0,-4 0-4 0,3 0-4 16,-3 0 3-16,0 0-7 0,0 0 1 0,2 0 0 15,-2 0-5-15,0 0 10 0,0 0-9 0,0 0 0 16,0 0 2-16,0 0-6 0,0 0 5 16,0 0-1-16,0 0 0 0,0 0-1 0,0 0-8 0,0 0-50 15,0 0-62-15,0 0-99 0,0 0-104 0,0-10-33 16,0 10-1-16,0 0 26 0,0 0 114 15</inkml:trace>
  <inkml:trace contextRef="#ctx0" brushRef="#br0" timeOffset="-202054.7">8231 6594 162 0,'0'0'19'0,"0"0"7"0,0 0 14 0,0 0 11 16,0 0-19-16,0 0 2 0,0 0-9 0,0 0-5 16,0 0 4-16,0 0-4 0,0 0-1 0,0 0-8 15,0 0-1-15,0 0 0 0,-11 0 0 0,11 0 8 16,0 0 6-16,0 0-1 0,0 0-4 0,0 0 14 15,-7-12 1-15,7 12 2 0,0 0 21 0,0 0-24 16,0 0 0-16,0 0 0 0,0 0-11 0,0 0-1 16,0 0-9-16,0-6 9 0,0 6-10 15,0 0 4-15,0 0-5 0,0 0-10 0,0 0 0 0,0 0-5 16,0 0 9-16,0 0-9 0,0 0-5 16,0 0 4-16,0 0-9 0,0 0 14 0,0 0-15 15,0 0 6-15,0 0 10 0,0 0-11 0,0 0 16 16,0 0-5-16,0 0-16 0,0 0 10 0,0 19 0 15,0-19 0-15,0 15 6 0,0-5 4 0,0 2 6 16,0 1-11-16,0 3 11 0,0 0-15 0,0 2 4 16,14 2 6-16,-14 1-5 0,0 1 10 0,0-1-8 15,0 2 10-15,0-3 6 0,12 1 0 0,-12-1 4 16,6-1 5-16,-6-1 5 0,7-1 1 16,-2-2 5-16,-1-2-1 0,1 1 6 0,0-2-12 15,0-1 1-15,0-3-10 0,0 1-8 0,-2-2-7 16,0-1 3-16,-2 0 0 0,2-3-8 0,-1 2 12 15,-1-3-10-15,-1 2 6 0,0-2 3 0,0-2-7 16,0 0 7-16,0 0-1 0,0 0 3 0,0 0-6 16,0 0 1-16,0 0-5 0,0 0 4 0,0 0 12 15,0 0-12-15,0 0-14 0,0 0-59 0,0 0-69 16,0 0-55-16,0 0-15 0,0 0 25 0,0 0 63 16,-14 0 32-16,14 0 14 0,0 0-1 0,0 0-26 15,-11 0 0-15,11 0 17 0</inkml:trace>
  <inkml:trace contextRef="#ctx0" brushRef="#br0" timeOffset="-201159.14">8384 6667 280 0,'0'-2'11'15,"1"2"10"-15,-1-2 5 0,0 0 21 0,0 0-3 16,0 0 1-16,0-1 8 0,0 2-6 0,0-1-10 16,0 1-4-16,0-1 6 0,0-1-2 0,0 1 16 15,0 0-5-15,0 1-5 0,0-2-16 16,0 1-5-16,0 0 10 0,0 1-11 0,0 1 5 15,0-3-1-15,0 3-10 0,0 0 0 0,0 0 9 16,0 0-10-16,0 0 0 0,0 0-10 0,0 0-8 16,0 0 3-16,0 0-9 0,0 0-5 0,0 0 4 15,0 0 1-15,0 0 5 0,0 0 14 0,0 18-9 16,0-18-6-16,0 0 11 0,17 18-11 0,-17-18 2 16,0 19 4-16,14-10-5 0,-14 4 0 15,10-1 9-15,-10-1-4 0,10 2-4 0,-10-1 13 0,9 2-8 16,-9-1-1-16,5-1 15 0,0 0-14 15,-3-2 4-15,0-1-4 0,-1 1-4 0,0-4 0 16,0 2-2-16,1-4 5 0,-2 1 0 0,1-3 1 16,-1 0-1-16,0-1 5 0,0 0-4 0,0-1 9 15,0 0 10-15,0 0-6 0,0 0 5 0,0 0-2 16,0 0-8-16,0 0-4 0,0 0 5 0,1 0-18 16,-1 0 9-16,3-14 2 0,-1 14-8 0,4 0 8 15,0-13-8-15,3 13 4 0,2-12 4 0,0 12 2 16,3-11 3-16,-2 5-12 0,3 1-5 0,-3 0 1 15,2 1 4-15,-1 3-1 0,-1-3 9 0,2 2 4 16,-1 0-18-16,0 2 5 0,-2-2 0 0,3 2 4 16,-1 0-4-16,-2 0 10 0,-1 0-19 15,0 0 5-15,-2 0 10 0,-1 15 0 0,-1-15-1 16,-1 0 0-16,0 14-4 0,-3-14-3 0,1 14 7 16,-3-14 2-16,0 17 3 0,0-7-4 0,0 0 6 15,0 2-9-15,0 1 9 0,0 2 0 0,-21 0-10 16,21 3 7-16,-16-1-6 0,16 0 1 0,-20-1 10 15,20 1-2-15,-21-1-8 0,9 1 9 0,1-2-5 16,1-2-5-16,0 1 0 0,0-2 5 0,0-3-1 16,1 1 1-16,1-2 11 0,-1 1-12 0,1-5 15 15,1 2 0-15,1-4 5 0,1 1 10 0,1-1-12 16,-1-1 1-16,1-1-3 0,1 0-10 0,1 0-8 16,-3 0 9-16,3 0-18 0,-1 0-24 15,1 0-55-15,-1 0-53 0,1-14-37 0,-2 14-4 16,1 0 22-16,0-14-9 0,1 14 22 0,0-11 27 15</inkml:trace>
  <inkml:trace contextRef="#ctx0" brushRef="#br0" timeOffset="-200507.45">8398 6636 140 0,'0'0'7'16,"0"0"27"-16,0 0 2 0,0 0 5 0,0 0 7 16,0 0-17-16,0 0 8 0,0 0-4 0,0 0-4 15,0 0 4-15,0 0-10 0,0 0 9 0,0 0-6 16,0 0-4-16,0 0-1 0,0 0-4 0,0 0-5 16,0 0-5-16,0 0 1 0,0 0-6 0,0 0 1 15,0 0-10-15,0 0 1 0,0 0 4 16,0 0 10-16,0 0 10 0,0 0 11 0,0 0 16 15,0 0 2-15,15 0 14 0,-15 0 5 0,14 0 7 16,-14 0 7-16,16 0-15 0,-16 0-1 0,18 0-12 16,-8 0-10-16,3 0 5 0,4 0 5 0,1 0-4 15,0 0 0-15,5 0-1 0,1 0-12 0,1 0-12 16,-2-18-3-16,1 18-13 0,0-15 3 0,-1 15 0 16,-3-12-8-16,-2 12 8 0,-1-10-13 0,-3 10 3 15,-2-10 4-15,-1 10-8 0,-2-6 1 0,-4 6-6 16,2-5-27-16,-2 5-48 0,0-1-57 0,-3 1-45 15,0 0-27-15,0 0-7 0,-1 0 18 16,0 0-34-16,-1 0 45 0,0 0 59 0</inkml:trace>
  <inkml:trace contextRef="#ctx0" brushRef="#br0" timeOffset="-193821.92">9095 6934 48 0,'0'0'13'0,"0"0"-6"0,0-7 7 0,-15 7 6 16,15 0-3-16,0 0 6 0,0 0-6 0,0-3 12 15,0 3-4-15,0 0 13 0,0 0 0 0,0 0-8 16,0 0 4-16,0-3-14 0,0 3-3 0,0-1-1 15,0 1-5-15,0-2 5 0,0 2 8 0,0 0-10 16,0 0 5-16,0 0-1 0,0 0-4 0,0 0 0 16,0 0-13-16,0 0 3 0,0 0-3 0,0 0 3 15,0 0 5-15,0 0-9 0,0 0-4 16,0 0 4-16,0 0 0 0,0 0 4 0,0 0 1 0,0 0-9 16,0 0 4-16,0 0-14 0,0 0 23 15,0 0 0-15,0 0-4 0,0 0 18 0,0 0-9 16,0 0 5-16,0 0 8 0,0 0-3 0,0 0-4 15,0 0 0-15,0 0-9 0,0 0 5 0,0 0 1 16,0 0-12-16,0 0 6 0,0 0-11 0,0 0 11 16,0 0-1-16,0 0-4 0,0 0-1 0,0 0-10 15,0 0 10-15,0 0-5 0,0 0 11 0,0 0-11 16,0 0 0-16,0 0 0 0,0 0-11 0,0 0 11 16,0 0 5-16,0 0-10 0,0 0 0 0,0 0 5 15,0 0-6-15,0 0 17 0,0 0-6 16,0 0 1-16,0 0-11 0,0 0 5 0,0 0 10 15,0 16-15-15,0-16 21 0,0 0 22 0,13 0 10 16,-13 0 21-16,13 12-8 0,-5-12-20 0,1 0 3 16,2 0 3-16,1 8-1 0,-2-8 12 0,4 0-9 15,0 0-6-15,0 0 3 0,2 0-5 0,-1 0 1 16,-1 0 1-16,2 0-5 0,-2 0-10 0,-3 0 2 16,3 0-8-16,-4 0-1 0,1-16-4 0,0 16 0 15,-3 0 0-15,2 0-13 0,-2-11 9 0,1 11-3 16,-2 0-7-16,2-9 6 0,-3 9-7 0,-2-4-2 15,1 4 4-15,-4-3 1 0,1 2 4 0,-1 0-8 16,0 1 3-16,0 0 5 0,-1-2-2 0,1 2-3 16,-1 0-10-16,0 0-32 0,1 0-30 15,-1-1-27-15,0 1-41 0,0-2-25 0,0 2-43 16,0 0-12-16,0-1 8 0,0 1 12 0,0 0 28 16,-17 0 27-16,17 0 38 0</inkml:trace>
  <inkml:trace contextRef="#ctx0" brushRef="#br0" timeOffset="-193420.04">9229 6848 449 0,'0'-2'14'0,"0"1"24"0,0 0 33 0,0 0 37 16,12-3 6-16,-12 4 1 0,0-4-18 0,0 3-32 15,0-1-13-15,0 1-23 0,0-1-16 0,0 2-8 16,7-1-9-16,-7 1-2 0,0 0-2 0,0 0 7 16,0 0-9-16,0 0 2 0,2 0-7 0,-2 0 2 15,0 0 8-15,3 0 0 0,0 0 10 0,-1 15 0 16,0-15-9-16,1 0 5 0,-1 18 1 0,1-18 3 15,-1 17 1-15,0-7-4 0,1 1 8 16,-1 0-4-16,1 0 1 0,1 2 0 0,-1-1-7 16,-1 1-15-16,1 1 18 0,0-3-5 0,-2 3-2 15,2-2 18-15,-2-1-12 0,1 2 5 0,-2-2-4 16,1 0-2-16,1-2 3 0,-2 0-2 0,1 1 5 16,0-2-8-16,0-2-37 0,0 2-45 0,0-3-54 15,0 0-26-15,-1-1-6 0,1 1-10 0,-1-2 21 16,0 0 33-16</inkml:trace>
  <inkml:trace contextRef="#ctx0" brushRef="#br0" timeOffset="-192153.95">9861 6615 264 0,'2'-2'13'0,"0"2"16"16,-1-1 6-16,-1-1 14 0,0 2-12 0,0-1-16 15,2 1 13-15,-2 0-19 0,0 0 9 0,0 0 4 16,0 0-13-16,0 0 4 0,0 0-5 0,0 0 0 16,0 0-5-16,0 0 0 0,0 0-9 15,0 0-9-15,0 0 4 0,0 0-4 0,0 0 9 16,0 0 5-16,0 18-9 0,0-18-1 0,0 16 1 16,0-6-5-16,0 2 14 0,0 1 0 0,0 3 4 15,0 1-4-15,0 3 8 0,0-3 5 0,0 3-9 16,0 1 9-16,0 0-13 0,0 0 5 0,0-2 0 15,0 1 17-15,0-2-4 0,0 0 6 0,0 0 5 16,0-2-11-16,0 0 12 0,0-1-11 0,0-1 0 16,0-1-7-16,0-1-5 0,0-1 4 0,0-4-20 15,0 1 16-15,0-1-11 0,0-1-5 16,16-3 15-16,-16-1-16 0,0-1 5 0,0 0 5 0,0-1 7 16,0 0-1-16,0 0 1 0,0 0-1 15,0 0-28-15,0 0-40 0,0 0-35 0,0 0-30 16,0 0-9-16,0 0 18 0,0 0-3 0,0-15-22 15,0 15 32-15</inkml:trace>
  <inkml:trace contextRef="#ctx0" brushRef="#br0" timeOffset="-191805.91">9864 6637 486 0,'0'0'18'0,"0"0"5"0,0 0 5 15,7 0 14-15,-7 0-23 0,0 0 4 0,0 0-9 16,0 0-14-16,0 0 5 0,0 0-10 0,0 0-3 16,0 16 8-16,0-16 0 0,-19 0-5 0,19 19 9 15,0-19-4-15,-17 20 0 0,17-11-4 16,-12 3 4-16,12-2-9 0,-12 1-14 0,4 0-5 16,2-2-20-16,0 2-19 0,0-2-7 0,0-1-33 15,-2-1-5-15,1-1 25 0</inkml:trace>
  <inkml:trace contextRef="#ctx0" brushRef="#br0" timeOffset="-191279.36">10396 6409 354 0,'0'0'15'0,"0"0"-2"0,0 0 5 0,0 0 5 16,0 0-16-16,0 0 9 0,-23 0-1 0,23 0-14 16,0 0 9-16,-22 18-8 0,22-18-6 0,-17 15 10 15,17-15-9-15,-18 21 4 0,8-10 1 0,-3 4-5 16,1 0 0-16,0 2 14 0,0 0 0 0,1 2 0 16,0-2 8-16,0 3-12 0,1 1-1 0,0 0 17 15,2 0-9-15,1 0 0 0,1 2 4 0,3-1-4 16,-3 1 8-16,6-1 17 0,0 1 1 0,0-3 18 15,0 1 13-15,0 0-6 0,25-1 10 0,-25-1-10 16,22 0-11-16,-22 1 0 0,26-2-4 0,-12 0-3 16,2-2-9-16,0-1-5 0,1 1-6 0,-1-2-10 15,0 0 0-15,-1-1-8 0,0-1-2 16,-2-1-2-16,0-2-5 0,-3 2 6 0,-1-5-6 16,1 2-2-16,-5 0 18 0,2-5-5 0,-3 0 2 15,0 0-6-15,-1 2-66 0,0-4-51 0,-1 1-77 16,1-2-33-16,-1 0 25 0,-1 0 1 0,0 0 15 15,0 0 38-15</inkml:trace>
  <inkml:trace contextRef="#ctx0" brushRef="#br0" timeOffset="-190258.78">10693 6603 383 0,'0'-1'14'0,"2"1"11"15,-2 0 15-15,1 0 13 0,1-2-13 16,-2 2-7-16,0 0-10 0,0 0-9 0,2 0-4 0,-2 0-10 15,0 0-10-15,0 0-3 0,0 0 13 16,0 0 0-16,0 0 9 0,0 0 0 0,0 0-13 16,0 0-5-16,0 15 4 0,0-15-8 0,0 0 4 15,0 13 14-15,0-13-9 0,0 10 4 0,0-2 9 16,0-1 0-16,14 1 0 0,-14-1 0 0,0 2-5 16,0 1 1-16,0 2-1 0,9-1 14 0,-9 1-9 15,0 1 0-15,0 1 11 0,0 1-4 0,0-1-6 16,0 3 6-16,0-2-5 0,0 2 6 0,0-1 21 15,4-1 6-15,-4 0-6 0,3 0-4 0,-1 0-7 16,3-1-14-16,-3-1 10 0,3 0 9 0,-1-2-3 16,1-1 15-16,1 1-7 0,1-2 0 15,0-1 3-15,1 0-10 0,-1-1-5 0,3-2-7 0,-2 0-2 16,0-1-6-16,-1-1 10 0,1-2-10 16,0-1 6-16,-1 0 2 0,0 0-9 0,0 0 4 15,0 0-12-15,0 0 3 0,0 0-18 0,-1-18-29 16,1 18-29-16,-1 0-38 0,-1-19-21 0,0 19-5 15,1-15 7-15,1 15-1 0,-4-17 14 0,4 7-32 16,-3 2 4-16,-1-3 34 0</inkml:trace>
  <inkml:trace contextRef="#ctx0" brushRef="#br0" timeOffset="-189910.07">10800 6476 1233 0,'3'-3'42'16,"0"0"51"-16,-1 0 42 0,0-1 41 0,0-2-26 15,-1 0-52-15,1 1-47 0,2 0-40 0,-2 0-18 16,1 1 5-16,2-1 2 0,-2-1-2 0,3 2-7 16,-1-1-27-16,1-1-33 0,2 0-63 0,-2 2-60 15,2-1-47-15,2 0-24 0,1 2 33 0,-3 1 35 16,1 0 22-16,4 2 11 0,-5 0 30 0</inkml:trace>
  <inkml:trace contextRef="#ctx0" brushRef="#br0" timeOffset="-189299.15">11141 6857 690 0,'0'0'44'16,"0"0"51"-16,7 0 38 0,-7 0 17 0,0 0-39 16,0 0-43-16,7 0-38 0,-4 0-17 0,1 0-10 15,0 0-7-15,0 0 5 0,2-15-4 0,-1 15 15 16,3 0-3-16,0 0-6 0,-1 0 2 0,0 0-6 15,1 0 0-15,2 0 1 0,-2 0 0 16,-1 0-3-16,0 0-1 0,0 0-4 0,-2 0 11 16,1 15-3-16,-2-15 5 0,-2 0 1 0,2 17-3 15,-3-17-4-15,1 16 8 0,-2-7 0 0,0 1-8 16,0-1 3-16,0 3-8 0,0 0 1 0,0 0 5 16,-18 1 5-16,18-1-5 0,0 0 7 0,-16 0-9 15,16 0 1-15,0-1 6 0,-11-2-7 0,11 1 9 16,0-1-5-16,-8-3-6 0,8 1-3 0,0-3 3 15,-7 0 0-15,7 0 6 0,0-1-2 0,0-2 8 16,0 0 1-16,0 0 8 0,0 0 5 0,0 0 0 16,0-1 10-16,0 0-4 0,17 0 4 0,-17 0-3 15,0 0-10-15,15 0-13 0,-15 0-5 16,17 0-1-16,-8 0 0 0,2-18-1 0,-1 18-26 16,0 0-57-16,3-19-57 0,-3 19-56 0,1-12-23 15,0 12 13-15,0-13 10 0,-2 13 1 0,1-14 47 16</inkml:trace>
  <inkml:trace contextRef="#ctx0" brushRef="#br0" timeOffset="-189003.16">11565 6844 1207 0,'5'0'4'0,"-1"0"8"0,3 0 18 16,-3 0 17-16,1 0 6 0,2 0-2 0,-2 0-14 16,1-17-17-16,2 17-10 0,0 0-7 0,1 0 1 15,0-12 0-15,1 12 4 0,0 0 1 16,1 0-6-16,0 0-14 0,-2 0-31 0,-1-8-35 0,0 8-46 15,-1 0-28-15,2-4-26 0,-3 4 8 16,1 0 10-16,-3-1 0 0,1-1 0 0,0-1 28 16</inkml:trace>
  <inkml:trace contextRef="#ctx0" brushRef="#br0" timeOffset="-188221.52">12125 6513 417 0,'2'-3'15'0,"0"0"25"15,-1 3 28-15,-1-3 51 0,0 1 51 0,0 0 13 16,0 1 7-16,0 1-38 0,0-1-57 0,0 1-44 16,0 0-28-16,0 0-23 0,0 0-7 0,0 0 3 15,0 0-14-15,0 0 8 0,0 0 2 0,0 0 4 16,0 0 0-16,0 19 1 0,0-19-1 0,0 17 0 15,0-17 0-15,0 23 10 0,0-8-8 0,0 3 0 16,0 0 9-16,0 0-3 0,0 3-16 0,0 0 8 16,0 1-7-16,0-1 4 0,0 1 22 0,0-1-4 15,0 0 4-15,0-1-8 0,0-1-11 16,0-2 4-16,0-2 2 0,14 0 5 0,-14-1 6 16,0-1-6-16,16-3-2 0,-16-1 0 0,12-1 8 15,-3-2-8-15,-4 0 1 0,3-2 0 0,-3-3-7 16,3 2 13-16,0-3 0 0,-3 1-4 0,1-1 2 15,0 0 4-15,3 0-5 0,-3 0-32 0,2 0-43 16,-1 0-44-16,-1-19-42 0,3 19-12 0,-2-14 3 16,0 14 9-16,0-13 17 0,2 13 26 0,-3-16 8 15,-1 7-26-15,1 1 10 0,-2-1 15 0</inkml:trace>
  <inkml:trace contextRef="#ctx0" brushRef="#br0" timeOffset="-187934.84">12311 6321 1742 0,'0'-5'30'0,"9"-1"24"0,-9-1 29 0,4 1 6 15,-4-1-23-15,0 0-26 0,1 1-32 0,1 0-13 16,-2 3-33-16,0 2-57 0,0-1-100 0,0 0-124 16,0 2-36-16,1 0-3 0,0 0 37 0,3 0 120 15,-4 0 63-15</inkml:trace>
  <inkml:trace contextRef="#ctx0" brushRef="#br0" timeOffset="-187215.6">12547 6840 486 0,'0'2'5'0,"0"-2"15"0,0 1 31 15,0-1 21-15,0 0 1 0,0 0 2 16,0 0-27-16,0 0-17 0,0 0 15 0,0 0-9 16,16-15 8-16,-16 15 14 0,10 0-10 0,-10 0-7 15,15 0-9-15,-7-11-23 0,1 11-6 0,-2 0 1 16,2 0-9-16,2 0 11 0,1 0-2 0,-1 0-5 16,-4 0 13-16,1 0-7 0,2 0-5 0,-4 17 12 15,-3-17-13-15,-1 0-13 0,-2 19-23 0,0-19-32 16,0 18-24-16,0-8 2 0,-25 0 6 0,25 0 13 15,-18 0 22-15,18 1 22 0,-24 1 16 0,12-3 11 16,12-2 0-16,-18 2 0 0,8-3-5 16,10-1 5-16,-13 0 10 0,7-2-10 0,6-2 5 0,-5-1 7 15,5 2-18-15,0-2 34 0,0 0 6 16,0 0-11-16,0 0 17 0,0 0-29 0,20 0 0 16,-20 0 5-16,17 0-6 0,-17 0-9 0,22-13 5 15,-9 13-11-15,-1 0 6 0,1 0 10 0,-4 0 0 16,2 0 0-16,-4 19 6 0,0-19-5 0,-1 16 7 15,-4-16 21-15,1 18 11 0,-3-18 10 0,0 22 8 16,0-11-16-16,0-1-16 0,0 0-18 0,0 2-9 16,-18 0-3-16,18-1-24 0,-25-2-63 0,25 0-79 15,-33 0-49-15,16-2-25 0,-2-1-1 0,-2-2 62 16,-2-1 51-16</inkml:trace>
  <inkml:trace contextRef="#ctx0" brushRef="#br0" timeOffset="-185763.54">12954 6284 335 0,'-2'-1'6'15,"2"0"7"-15,0 0 11 0,0-2 0 0,0 3 4 16,0-1 4-16,0-1-11 0,0 2 0 0,0-1-11 16,0 1-4-16,0 0-2 0,0 0 1 15,0 0 0-15,0 0-10 0,0 0 0 0,0 0 5 0,0 0 19 16,0 0 15-16,0 0 5 0,17 17-5 15,-17-17-19-15,16 0-5 0,-16 18-5 0,22-18 0 16,-10 15 6-16,-1-15 7 0,5 16 0 0,-3-7-6 16,0 0-6-16,3 3-1 0,-3 0 5 0,-1 2-5 15,3 3 11-15,-3 2-22 0,-3 3 10 0,0 2 16 16,2 0-15-16,-4 2 10 0,-1 2-6 0,-1 0-10 16,-3 1 1-16,2 1 10 0,-4 3-15 0,0-2 10 15,0 2 6-15,0-2 0 0,0 1 1 0,-19 0 2 16,19-2 9-16,0 0 2 0,-23-3 14 0,23 1-2 15,-15-1 10-15,15-1 4 0,-18-3 4 0,18 0 6 16,-15-1-10-16,7-3-23 0,1-1-16 0,-3-3 2 16,2-1-14-16,1 0 9 0,1-1-6 15,-3-3-4-15,2-1 8 0,0-2 2 0,-1 1-5 16,3-2-1-16,-1-1-2 0,0-2 2 0,2-1 14 16,2 1-12-16,-1-3 0 0,3 1-7 0,-2 1 2 15,2-2 6-15,0 0-8 0,0 0-4 0,0 0-22 16,0 0-23-16,0 0-40 0,0 0-47 0,0 0-40 15,0 0 0-15,0 0-1 0,0 0 11 0,0 0 20 16,0 0 26-16</inkml:trace>
  <inkml:trace contextRef="#ctx0" brushRef="#br0" timeOffset="-184854.83">13547 6801 359 0,'0'0'27'0,"0"0"11"16,0 0 23-16,0 0 17 0,0 0-1 16,0 0 14-16,0 0-16 0,0 0 6 0,0 0-10 15,0 0-2-15,0 0 8 0,0 0-9 0,0 0-2 16,17 0-3-16,-17 0 0 0,18 0 1 0,-7 0 14 16,5-13-18-16,-2 13-1 0,4 0-20 0,-3 0-22 15,4-7 3-15,-1 7-13 0,-1 0 5 0,0-6-5 16,-2 6-2-16,1-4 2 0,-3 4-7 0,1-1 0 15,-1-1 0-15,-2 2-2 0,-2 0 8 0,-2-1-14 16,0 0-48-16,-5 1-56 0,2 0-55 0,-4 0-24 16,2 0-11-16,-2 0-1 0,0 0 9 15,0 0-39-15,0 0 55 0</inkml:trace>
  <inkml:trace contextRef="#ctx0" brushRef="#br0" timeOffset="-184585.65">13582 6979 541 0,'0'2'9'0,"0"-1"14"0,0-1 26 0,0 0 38 16,0 0 0-16,0 0-3 0,0 0-35 0,17-18-23 16,-17 18 19-16,17 0 8 0,-17-15 24 15,18 15-3-15,-18 0-15 0,22-11-9 0,-8 11-4 16,-1 0 1-16,3-11-5 0,-3 11-5 0,1 0-2 15,-3-6-8-15,2 6-11 0,1-3-2 0,-5 2-8 16,3 0-10-16,-4 0 7 0,1 0-6 0,-2 0 0 16,2-1-11-16,-4 1-49 0,-1 1-45 0,3 0-64 15,-3-1-47-15,2 1 19 0,-2-2 8 0,0 1 6 16,0-2 27-16,1 1 23 0</inkml:trace>
  <inkml:trace contextRef="#ctx0" brushRef="#br0" timeOffset="-183962.91">14467 6568 306 0,'3'-3'15'0,"-1"-1"25"16,0 2 19-16,-2-1 23 0,0 0-1 0,0 2 2 15,0 0 8-15,0 1 12 0,0 0 39 0,0 0 12 16,0 0-11-16,0 0-26 0,-19 0-55 0,19 0-42 15,-14 0-13-15,14 0-10 0,-17 16 3 0,7-16-6 16,-2 15-3-16,-3-15 8 0,3 22-7 0,-4-8 7 16,3 0 4-16,-3 0-6 0,-1 1 3 0,5 1 5 15,-1-1-7-15,0-1-3 0,3 1 3 0,1-1-1 16,3 1 6-16,3-1 0 0,-2 0 5 0,3 0-7 16,2 0 4-16,0-1 6 0,0-1-1 0,0 1 1 15,0 0-1-15,27-2-4 0,-27 0-5 0,20 0 2 16,-20-2 3-16,24 1-1 0,-11-2 4 15,3 0 7-15,-5-2-9 0,3-2 11 0,-1 0 0 16,-1 0-5-16,2-3 1 0,-2 0-4 0,1-1-1 16,1 0 3-16,-1 0 4 0,5 0-4 0,0-16 10 15,-4 16 13-15,2-15 28 0,-1 15 11 0,1-18 6 16,0 18-2-16,-1-23-14 0,1 8 2 0,2 0 1 16,-2-1 3-16,2-1-3 0,-3-2 3 0,4-1-7 15,-4 1-9-15,-1 0-6 0,-1 1-16 0,-2-1-6 16,-4 2-8-16,1 1-1 0,-3 1-3 15,-1 0-6-15,-2 1-1 0,-2-1-9 0,0 4-3 16,0-1-1-16,0 1-3 0,-21 0 0 0,21 3-32 16,-23-1-44-16,5 4-55 0,1-1-71 0,-5 3-54 15,0 0-58-15,-2 2-45 0,-3 1 24 0,0 0 31 16,-2 0 39-16,0 0 102 0</inkml:trace>
  <inkml:trace contextRef="#ctx0" brushRef="#br0" timeOffset="-178111.29">4340 8270 76 0,'0'0'6'0,"0"0"8"0,0 0 2 0,0 0 6 15,0 0 7-15,0 0 1 0,0 0-2 16,0 0 4-16,0 0-9 0,0 0-17 0,0 0 4 0,0 0-4 16,0 0-6-16,0 0-3 0,0 0 3 15,0 0-8-15,0 0 8 0,0 0 8 0,0 0-13 16,0 0 13-16,0 0-21 0,0 0 9 0,0 0-5 15,0 0-4-15,0 0 3 0,0 0-4 0,0 0 2 16,0 0-6-16,0 0 4 0,0 0-1 0,0 0-5 16,0 0-6-16,0 0-10 0,0 0-4 0,0 0 11 15</inkml:trace>
  <inkml:trace contextRef="#ctx0" brushRef="#br0" timeOffset="-177874.77">4279 8292 8 0,'0'0'0'16,"0"0"4"-16,0 0-4 0,0 0-2 0,0 0 0 16</inkml:trace>
  <inkml:trace contextRef="#ctx0" brushRef="#br0" timeOffset="-177143.87">4279 8292 59 0,'0'0'0'0,"0"0"0"0,0 0 10 0,0 0-5 16,0 0 5-16,0 0 0 0,0 0-6 0,0 0 6 16,0 0 0-16,0 0-6 0,0 0-2 0,0 0 3 15,0 0 0-15,-15 0-1 0,15 0 0 0,0 0-8 16,0 0-5-16,0 0 5 0,-11 0 9 0,11 0-5 15,0 0 5-15,-7 0-4 0,7 0-6 0,-5 0 18 16,5 0 1-16,-4 0 10 0,3 0 1 0,-1 0 1 16,2 0 7-16,-1 0-5 0,1 0 1 0,0 0-8 15,0 0-6-15,0 0 4 0,0 0-9 16,0 0 4-16,0 0-18 0,0 0 4 0,0 0 0 0,0 0-8 16,0 0 17-16,0 0-10 0,0 0 1 15,0 0 3-15,0 0-7 0,0 0-4 0,0 0 3 16,0 0 10-16,0 0-5 0,0 0 8 0,0 0 1 15,0 0-13-15,0 0 0 0,0 0 0 0,0 0-1 16,-12 0 1-16,12 0 12 0,0 0-7 0,0 12 8 16,-11-12-1-16,11 0-3 0,-5 0-5 0,5 0-3 15,-8 0 3-15,8 0-3 0,-4 0 12 0,3 0 1 16,-1 0 4-16,1 0-6 0,-2 0-3 0,3 0 0 16,-1 0 4-16,0 0 1 0,0 0 4 0,1 0-8 15,-1 0-6-15,0 0 9 0,1 0-4 0,0 0 13 16,0 0-5-16,0 0-4 0,0 0 4 0,0 0-3 15,0 0-5-15,0 0 0 0,0 0 8 16,0 0-4-16,-16 7 9 0,16-7 0 0,0 0-14 16,0 0 10-16,0 0 0 0,0 0 6 0,0 0 5 15,-8 0-3-15,8 0-1 0,0 0 0 0,-5 0-5 16,3 0 5-16,1 0 0 0,1 0 0 0,0 0 0 16,-1 0-6-16,1 0-4 0,0 0-1 0,0 0 9 15,0 0 1-15,0 0-4 0,0 0-6 0,0 0-5 16,0 0 1-16,0 0 8 0,0 0 4 0,0 0-17 15,0 0 3-15,0 0-12 0,0 0 3 0,0 0 5 16,0 0-4-16,0 0 13 0,0 0-13 0,0 0 3 16,0 0 2-16,0 0-2 0,0 0 1 15,0 0 4-15,0 0 0 0,0 0-4 0,15 0 1 16,-15 0 10-16,0 0-5 0,0 0 8 0,17 0 19 16,-17 0-9-16,13 0 0 0,-5 0 1 0,1 0 1 15,0 0 5-15,1 0 0 0,1 0 7 0,2 0-9 16,2 0 9-16,-1 0 1 0,3 0-15 0,1 0 1 15,0-12-10-15,2 12-3 0,-1 0 0 0,0 0-8 16,-2-11-1-16,1 11 7 0,-1-6-3 0,0 6 5 16,-3-5-2-16,1 5 2 0,-3-5 7 0,0 3-1 15,-3 2 2-15,0-2-3 0,-3-1-6 0,0 2 3 16,-2 0 0-16,1 1-2 0,-3-2-2 0,0 2-3 16,1 0-9-16,-3 0 2 0,2-1 4 15,0 1 3-15,-2 0 2 0,0 0-27 0,0-1-48 16,0 1-57-16,0-1-61 0,0 1-30 0,0 0-8 15,0-2 9-15,1-1 35 0,1 0-11 0,-2-1 53 16</inkml:trace>
  <inkml:trace contextRef="#ctx0" brushRef="#br0" timeOffset="-176483.02">5068 7937 183 0,'5'-1'23'0,"-2"1"11"0,-1 0 13 16,0 0 6-16,-2 0-13 0,0 0 0 0,0 0-7 15,0 0-15-15,0 0 3 0,0 0-10 0,0 0-10 16,0 0 10-16,0 0-14 0,0 0 4 0,0 16 10 15,0-16-5-15,0 18 1 0,0-18-6 0,0 23 0 16,0-7 5-16,-24 1-9 0,24 1 9 0,-20 1-9 16,20 0 4-16,-26 0 13 0,11 1-17 0,1 1 0 15,1-2 3-15,1-2-8 0,0 2 17 16,0-2-1-16,2 0-8 0,1-2 9 0,-1-2-17 16,3 1 12-16,0-2-4 0,0 0 0 0,1-1 13 15,1-1-8-15,0-2-5 0,3 0 0 0,-2 0-9 16,1-2 4-16,2-1 1 0,-1-1-1 0,1-1 6 15,1 1-5-15,-1-3 4 0,1 2-4 0,0-1 8 16,0-1 0-16,0-1 5 0,0 2 4 0,0-2-4 16,0 1 9-16,0-1 9 0,17 1 7 0,-17-1 5 15,0 0-8-15,20 0 1 0,-20 0-6 0,19 0-5 16,-7 0 0-16,1 0-10 0,2 0-6 0,0 0-5 16,4-14 1-16,-2 14-6 0,1 0 9 0,-3 0-3 15,-1-11 8-15,-1 11 1 0,-1 0-14 16,-2-8 4-16,-2 8 0 0,-1 0-5 0,-1-6 5 0,0 6 10 15,0-1-10-15,-2 0 0 0,-1 0 10 16,0 0-20-16,-1 1-21 0,1 0-12 0,-3-1-46 16,0 1-9-16,0-1-13 0,0 1-35 0,0-1 9 15,0-1 19-15</inkml:trace>
  <inkml:trace contextRef="#ctx0" brushRef="#br0" timeOffset="-176098.5">5184 8021 611 0,'0'-3'25'0,"0"0"25"16,0-1 23-16,0 2 16 0,-10 0-31 0,10-2-12 15,0 4-24-15,-5-1-17 0,5-1 5 0,0 2-26 16,-4 0 3-16,4 0-9 0,-1 0 5 0,1 0 21 16,0 0-10-16,0 0 5 0,0 20-11 0,0-20 5 15,0 22 6-15,0-8 4 0,0 3 16 16,0 1-26-16,0 2 15 0,0 2 1 0,0 3-1 0,0 0 17 16,0 1-6-16,0-1 11 0,0 0 4 15,0 1 5-15,0-3-10 0,0 1 0 0,0-2-4 16,0 0 0-16,0 0-1 0,0-3-9 0,0 1-16 15,0-2 5-15,0-1-1 0,0 1-4 0,0-2 15 16,0-1-14-16,0-1 7 0,0 0 1 0,0-1-1 16,0-2-56-16,0 1-86 0,0-3-40 0,0-1-63 15,0-2 0-15,0 0 54 0,0-3 41 0</inkml:trace>
  <inkml:trace contextRef="#ctx0" brushRef="#br0" timeOffset="-175193.42">5365 8076 188 0,'3'-1'10'0,"0"-2"25"0,2-1-4 0,-2 2 11 16,0-3 0-16,0 1-15 0,0 0 4 0,0 1 3 16,-1 0-4-16,0 2-4 0,0-1 9 0,0 1-6 15,-1 1 5-15,-1 0 5 0,2 0 6 0,-2 0-3 16,0 0 23-16,0 0-8 0,0 0-7 0,0 0-6 16,0 0-33-16,0 0 14 0,0 0-15 0,0 0-1 15,0 0 6-15,0 0-21 0,0 15 6 0,0-15 4 16,0 0-1-16,0 19 6 0,0-19-5 0,0 19-6 15,0-5-8-15,0-1 13 0,15 2-5 0,-15 0 5 16,0 2-5-16,0 0-3 0,0 1 9 0,8 1-1 16,-8 0 7-16,0-1-11 0,0 0 5 0,4 0-7 15,-4 0 12-15,2-1-3 0,-1 0-4 16,-1-1 8-16,0 0-4 0,0-1-4 0,0 0 5 16,1-1-2-16,-1 0 5 0,0 0-3 0,0-1-6 15,1-1 1-15,0-1-13 0,3-2 12 0,-4 1 5 16,2-3-9-16,-1 2 9 0,3-4-5 0,-2 1 10 15,0-2 8-15,1-2-3 0,-1 1 17 0,2-1-14 16,0 1 9-16,1-3-8 0,0 0-6 0,-1 1-8 16,1-1-1-16,0 0 3 0,2 0-7 0,0 0-1 15,-3 0-38-15,2 0-41 0,-1 0-28 0,1 0-13 16,1 0-11-16,0-18 17 0,-1 18-2 0,2-12-14 16,-1 12-24-16,2-19 29 0</inkml:trace>
  <inkml:trace contextRef="#ctx0" brushRef="#br0" timeOffset="-174899.01">5740 7803 1121 0,'3'-1'0'0,"1"1"14"16,-4 0 1-16,0 0 0 0,0 0-6 0,0 0-13 15,0 0-7-15,0 0-12 0,0 0 0 0,0 0-11 16,0 0-61-16,0 0-33 0,0 14-42 0,0-14-37 15,0 0 17-15,0 16 46 0</inkml:trace>
  <inkml:trace contextRef="#ctx0" brushRef="#br0" timeOffset="-174163.2">5844 8418 232 0,'0'-1'14'0,"-14"-2"11"16,14 1 19-16,0 1 1 0,0-2-4 0,0 2-2 15,0 0-13-15,0-2 16 0,-7 2 4 0,7-1 0 16,0 0 20-16,-3 0-7 0,3 1-2 0,-2-1 11 16,1-1-16-16,1 1-1 0,0 0-5 15,0 1-17-15,0 1-9 0,-1 0-10 0,1-2-5 16,0 2-10-16,-1 0-4 0,0 0-2 0,1 0 1 16,-1 0-6-16,1 0 10 0,0 0 2 0,0 0-10 15,0 0 19-15,0 17-4 0,0-17-5 0,0 14 9 16,0-14-4-16,0 21 0 0,0-9 5 0,0 2-8 15,0 3 4-15,0 1-4 0,0-1 5 0,0 2-1 16,0 0-24-16,0-1 24 0,0-1-9 0,0 3 9 16,11-4 5-16,-11 1-9 0,0-2 0 0,0 0-1 15,0 0 23-15,0-2-18 0,0-2 15 16,6-1-6-16,-6-1-7 0,0 0 10 0,0-3-9 0,0 0 6 16,0-3-5-16,0 2-9 0,0-1-38 0,0-3-35 15,0-1-31-15,0 0-42 0,0 0-10 16,0 0-24-16,0 0 21 0,0-16 47 0</inkml:trace>
  <inkml:trace contextRef="#ctx0" brushRef="#br0" timeOffset="-173915.82">5880 8351 490 0,'2'-4'18'16,"-2"1"19"-16,0 3 39 0,0 0 11 0,0 0-8 16,0 0-23-16,0 0-40 0,-17 0-5 0,17 0-6 15,-15 0 1-15,15 23 4 0,-19-23-9 0,8 16-6 16,1-16 10-16,-3 24-9 0,0-10 5 0,0 0 0 16,1 2-4-16,0 0 4 0,0 1-16 0,2 0-39 15,1-1-20-15,-2-1-40 0,4-1-25 0,1 0-11 16,1-2 2-16,1-1 39 0</inkml:trace>
  <inkml:trace contextRef="#ctx0" brushRef="#br0" timeOffset="-172253.97">6270 8417 122 0,'0'0'8'16,"0"0"1"-16,0 0 4 0,0 0 1 0,0 0-5 15,0 0 8-15,0 0-13 0,0 0 2 0,0 0-9 16,0 0 3-16,0 0 2 0,0 0 11 0,0 0 0 15,0 0-2-15,0 0 3 0,0 0 0 0,0 0-4 16,0 0 0-16,0 0 4 0,0 0-7 0,0 0 11 16,0 0-7-16,0 0-5 0,0 0-1 0,0 0 4 15,0 0-8-15,0 0 9 0,0 0-5 0,0 0-1 16,0 0 5-16,0 0-4 0,0 0 0 16,0 0-5-16,0 0 5 0,0 0-5 0,0 0 0 15,0 0 1-15,0 0 0 0,0 0 13 0,0 0-4 16,0 0 10-16,0 0-5 0,0 0 9 0,0 0 3 15,0 0-8-15,0 0 18 0,0 0-10 0,0 0 0 16,0 0-13-16,0 0 4 0,0 0-4 0,0 0-5 16,0 0 20-16,0 0-29 0,0 0 0 0,0 0 5 15,0 0-10-15,0 0 16 0,0 0-6 0,0 0 1 16,0 0 15-16,0 0-26 0,0 0 15 0,0 0-4 16,0 0-12-16,0 0 17 0,0 0-11 0,0 0 0 15,0 0 11-15,0 0 5 0,0 0-1 0,0 0 1 16,0 0-16-16,0 0 5 0,0 0-5 15,0 0 5-15,0 0 0 0,0 0-5 0,0 0 1 16,0 0 4-16,0 0-5 0,0 0 6 0,0 0 4 16,0 0 6-16,0 0 20 0,0 0 6 0,0 0 7 15,17 0 0-15,-17 0-10 0,13 0 4 0,-13 0-10 16,13 0 0-16,-13 0-5 0,15 0 7 0,-7 0 3 16,1 0-5-16,-1 0 4 0,2 0-6 0,1 0-4 15,-1 0-2-15,4 0 7 0,-3 0-9 0,4 0-5 16,-2 0 0-16,1 0-13 0,2-10-2 0,-2 10 7 15,1 0-6-15,-1-7 6 0,3 7-8 0,-4-5 0 16,1 5 13-16,1-3-9 0,-1 1 13 0,-2 0 2 16,1 2-7-16,-3-2 1 0,-1 1 1 15,3 1-8-15,-3-2 6 0,-1 2 0 0,-2-1-3 16,3 0 2-16,-5 1 0 0,3-3-2 0,-2 3-3 16,-1-2-4-16,-1 1-1 0,0 0 4 0,1 0-1 15,-1 1-6-15,-2-2 2 0,1 1 2 0,-1-1-20 16,-1 2-16-16,2 0-42 0,-2-1-52 0,0 1-34 15,0-2-25-15,0 2-19 0,0 0 6 0,0 0 25 16,0 0-14-16,0-1 14 0,0 1 41 0</inkml:trace>
  <inkml:trace contextRef="#ctx0" brushRef="#br0" timeOffset="-171873.9">6536 8253 673 0,'13'-2'41'0,"-13"2"37"0,0 0 40 0,0 0 21 16,0 0-28-16,0-1-33 0,5 1-48 0,-5 0-26 16,0 0-18-16,0 0-8 0,0 0 4 0,0 0 3 15,0 0 5-15,0 0 6 0,0 17 7 0,0-17-3 16,0 15 0-16,0-15-1 0,0 22-8 0,0-7 2 16,0 2 8-16,0 1-2 0,0 1 7 0,0 3 9 15,0 0-20-15,0 0 7 0,0 0-2 0,0 0 0 16,0-2 8-16,0 0-8 0,0-1 3 0,0-1-2 15,0-1 4-15,0-1-49 0,0-2-50 0,0 1-53 16,0-1-39-16,0-2-11 0,0-2-12 0,0-1 52 16</inkml:trace>
  <inkml:trace contextRef="#ctx0" brushRef="#br0" timeOffset="-167223.71">7000 8199 200 0,'0'-2'6'15,"0"2"6"-15,0-2 12 0,0-1 2 0,0 1 6 16,0 1 0-16,5 1-8 0,-5-2 0 0,0 0 0 15,0 2-13-15,0-2 0 0,0 2 13 0,3 0 0 16,-3 0 12-16,0 0 13 0,0 0-17 0,0 0 4 16,0 0 7-16,0 0 12 0,0 0 15 0,0 0-3 15,0 0-5-15,0 0-26 0,0 0 4 0,0 0-20 16,0 0 4-16,0 0-10 0,0 0-13 0,0 0-1 16,0 0-5-16,0 0 0 0,0 0-5 0,0 0 4 15,0 0-3-15,0 0 4 0,0 0-5 16,0 0 0-16,0 0 5 0,0 0-9 0,0 0 14 15,0 0 9-15,0 0-14 0,0 0 9 0,0 16-5 16,0-16-8-16,15 11 18 0,-15-3-9 0,0 0 10 16,0 1-6-16,0 2-9 0,8 1 15 0,-8 0-11 15,0 0 10-15,0 2-4 0,0-2-5 0,0 2 5 16,0 0-9-16,0-1 9 0,0-1-5 0,0 0 1 16,0 0-1-16,0-2 0 0,0-1 4 15,0-1-9-15,-12-2 10 0,12 0-14 0,0-3 19 0,0-1-6 16,0 0-17-16,0-2 31 0,0 0-41 15,0 0 9-15,0 0 13 0,0 0-31 0,0 0 22 16,0 0 4-16,0 0 10 0,0 0 0 0,15 0 5 16,-15-19-9-16,15 19-9 0,-15 0 14 0,18-19-5 15,-7 19 4-15,0-14-4 0,1 14 8 0,-1-11-8 16,1 11-10-16,0-11 10 0,-1 11-14 0,-1-7 0 16,1 4 14-16,0 3 0 0,-2-3 0 0,1 3 10 15,-2 0-6-15,-1 0-9 0,1 0 0 0,-1 0-1 16,-1 0 6-16,-2 0 4 0,1 16 1 0,-1-16-9 15,-1 0-5-15,2 13 0 0,0-13 4 16,-3 12 5-16,1-12 5 0,-1 14-9 0,-1-6-6 0,1 0 6 16,-2 2-4-16,0 0 18 0,0 0-4 15,0 1 4-15,0 0-3 0,0 0-11 0,0 0 0 16,0-1 6-16,-22 1 4 0,22 2 1 0,0-1 0 16,-17-2 4-16,17 1-10 0,-13 0 0 0,13 0 11 15,-12-1-20-15,4-1 20 0,2-2 0 0,0 2-10 16,0-2 3-16,-1-1-14 0,0 0-1 0,2-2 6 15,-4 3 10-15,3-3 10 0,-1 0 0 0,0-1-1 16,-1 0-20-16,3-2-45 0,0 1-29 0,1-2-30 16,0 0-16-16,1 0 20 0,0 0 7 0,-1 0 8 15,1 0-26-15,1-18 13 0,0 18 22 0</inkml:trace>
  <inkml:trace contextRef="#ctx0" brushRef="#br0" timeOffset="-166695.03">7003 8219 202 0,'0'-13'5'0,"0"13"19"0,0 0-3 0,0 0 13 15,0 0-9-15,0-10-5 0,0 10 7 0,0 0-18 16,0 0 14-16,0-4-8 0,0 4-4 0,0-3 22 16,0 1-5-16,18-2 4 0,-18 3 9 0,20 0-9 15,-20-2 0-15,21 1 5 0,-7 0 6 0,-2 0 8 16,0 0 9-16,0 2-3 0,0-2 5 0,-1 2 1 15,-2 0-14-15,1 0 4 0,-1 0-21 0,-2 0-13 16,1 0-4-16,-2 0-15 0,-1 0 0 0,2 0-3 16,-2 0 10-16,0 0 2 0,0 0 0 0,0 13 4 15,2-13-21-15,-2 0-29 0,0 0-51 0,1 0-34 16,0 0-34-16,-2 0 1 0,4 0 8 0,-2 0-24 16,1 0 38-16,0 0 29 0</inkml:trace>
  <inkml:trace contextRef="#ctx0" brushRef="#br0" timeOffset="-165287.39">7671 8150 195 0,'0'-1'2'0,"0"0"14"0,0 0 18 0,0 0 9 15,0 0 4-15,0 1-8 0,0 0-5 0,0-2-13 16,0 1 3-16,0-1-5 0,0 1-4 0,0 0 3 16,0-2-3-16,0 1 3 0,0 0 5 0,0-1 5 15,0 1-6-15,0 0 5 0,0 1 13 0,0-2 6 16,0 2-1-16,0 0 3 0,0 1-17 0,0-1 1 16,0 1-1-16,0 0 4 0,0 0-9 0,0 0-6 15,0 0-1-15,0 0-18 0,0 0 4 0,0 0-9 16,0 0 4-16,0 0-1 0,0 0-4 0,0 0-6 15,0 0 0-15,0 0 1 0,0 0 0 16,0 0 14-16,0 15-4 0,0-15 0 0,0 11 12 16,0-11-18-16,0 17 9 0,0-6 6 0,0 1-18 15,0 2 14-15,14 2-10 0,-14 0-5 0,0 1 14 16,0 1-9-16,0 0 5 0,0 1 4 0,0 0-17 16,0 0 23-16,0 0-10 0,0-1 5 0,0 1 5 15,0-2-13-15,0 2 4 0,14-3 1 0,-14 0 0 16,0-1 5-16,0-1 0 0,12-3 13 0,-12 1 1 15,0-2-9-15,11 0 13 0,-11-2-18 16,9-1 14-16,-3 0 15 0,-3 0-6 0,4-3 5 0,-1-1 3 16,0 0-6-16,0 0-5 0,1-1-2 15,0 0-12-15,0-2-4 0,0 0 1 0,0 0-2 16,1 0 4-16,0 0-4 0,-1 0-8 0,1 0-17 16,0 0-32-16,-1-17-31 0,0 17-31 0,0 0-24 15,-1-14-4-15,1 14 15 0,-2-11-6 0,2 11 12 16,-2-14-31-16,0 7 4 0,1-3 43 0</inkml:trace>
  <inkml:trace contextRef="#ctx0" brushRef="#br0" timeOffset="-164994.72">7832 7964 1324 0,'9'0'5'16,"-9"0"-3"-16,8 0 0 0,-5-16 3 15,-1 16-13-15,-1 0-1 0,0 0-39 0,0-11-51 16,0 11-45-16,0 0-42 0,0 0 1 0,0 0 9 16,2 0-9-16,1 0 48 0</inkml:trace>
  <inkml:trace contextRef="#ctx0" brushRef="#br0" timeOffset="-164243.2">8068 8473 471 0,'0'0'0'0,"0"0"9"0,0 0 14 15,0 0-9-15,0 0 9 0,0 0-13 0,0 0-14 16,0 0 13-16,0 0-9 0,0-13 13 15,14 13 1-15,-14 0-5 0,14 0 14 0,-14-11-14 16,18 11 5-16,-6-7 8 0,1 7-3 0,2-9 5 16,-1 7 16-16,2-3-8 0,0 3-11 0,0-1 15 15,-1 0-16-15,-2 2-5 0,-2 1 10 0,-2 0-15 16,1 0-5-16,-3 0-4 0,-2 0-10 0,-1 0 4 16,-1 0-4-16,-1 19 24 0,0-19-5 0,-1 16-4 15,-1-16 0-15,0 23-8 0,0-9 3 0,0 1 1 16,0 1 5-16,-24 1-15 0,24 0 5 0,0 1 0 15,-20-1-1-15,20-2 6 0,-12 2-1 16,12-3-10-16,-11 0 0 0,11-3 14 0,0-1-9 0,-8 0-1 16,8-1 0-16,0-3 6 0,0 0-12 15,0-1 22-15,0-1-5 0,0 1-15 0,0-1 26 16,20 0-11-16,-20-3 6 0,0 3 0 0,14-3-1 16,-14 1 18-16,11-2 0 0,-11 0 4 0,16 0-15 15,-9 0-2-15,0 0-16 0,2 0 5 0,1 0 6 16,-2 0-8-16,3 0 5 0,-3-18 1 0,1 18-16 15,2 0-26-15,-2-16-13 0,0 16-44 0,0-10-18 16,-2 10-11-16,-1-9-5 0,-1 9 0 0,2-10-3 16,-2 6-1-16,1-2 26 0</inkml:trace>
  <inkml:trace contextRef="#ctx0" brushRef="#br0" timeOffset="-161209.9">8841 8479 122 0,'2'0'9'15,"-2"0"13"-15,0 0 5 0,0 0 10 0,0 0-14 16,0 0-7-16,0 0-1 0,0 0 0 0,0 0 10 16,0 0 3-16,0 0-7 0,0 0-9 15,0 0 3-15,0 0-8 0,0 0 12 0,0 0 4 0,0 0-4 16,0 0-5-16,0 0 0 0,0 0 0 0,0 0-4 16,0 0 4-16,0 0-4 0,0 0-1 0,0 0 1 15,0 0 8-15,0 0-5 0,0 0 1 16,0 0-5-16,0 0 0 0,0 0-4 0,0 0 4 15,0 0 4-15,0 0 1 0,0 0-5 0,0 0 0 16,0 0-14-16,0 0-4 0,0 0 9 0,-11 0-4 16,11 0 28-16,0 0-20 0,0 0 11 0,0 0-11 15,0 0-14-15,-6 0 14 0,6 0-9 0,0 0 10 16,-5 0-9-16,3 0 4 0,0 0 0 0,0 0-6 16,0 0 11-16,-2 0-5 0,2 0-5 0,-3 0 1 15,1 0-1-15,1 0 5 0,-4 16 0 16,3-16 5-16,-1 0 5 0,2 0-5 0,1 0-5 0,-2 0 0 15,1 0-5-15,0 8 5 0,2-8 15 0,1 0 12 16,0 0 16-16,0 0 0 0,0 0 10 16,0 0-16-16,0 0-6 0,0 0 0 0,0 0-11 15,0 0 1-15,0 0-7 0,0 0 0 0,0 0-4 16,0 0-2-16,0 0-3 0,0 0-5 0,0 0 1 16,0 0 4-16,0 0-5 0,0 0 5 0,0 0-10 15,0 0-5-15,0 0 5 0,0 0 0 0,0 0 10 16,0 0-10-16,0 0 9 0,0 0-8 0,0 0 9 15,0 0 24-15,0 0 5 0,16 0 12 0,-16 0 6 16,0 0-6-16,18 0-7 0,-18 0 5 0,17 0-11 16,-5 0-2-16,0 0 2 0,-2 0-8 15,3 0 1-15,-2 0-9 0,1 0-3 0,1 0 1 16,-3 0-4-16,4 0 6 0,-5 0-4 0,3 0 7 16,-1 0 0-16,0 0 5 0,-1 0-6 0,-2 0-1 15,2 0-3-15,-2 0-8 0,-1 0 3 0,0 0-6 16,-1 0 2-16,-1 0 2 0,-3 0 3 0,3 0-2 15,-3 0-2-15,0 0-3 0,-1 0 1 0,2 0-7 16,-3 0 4-16,0 0 0 0,2 0-17 0,-2 0-19 16,0 0-49-16,0 0-46 0,1 0-39 0,-1 0-28 15,2 0 0-15,-1 0 0 0,1 0 22 0,0 0-17 16,2-15 27-16,-1 15 47 0</inkml:trace>
  <inkml:trace contextRef="#ctx0" brushRef="#br0" timeOffset="-158631.62">9311 8338 143 0,'0'-2'-6'0,"0"0"2"0,0 0 0 16,0 0-4-16,0-1 9 0,0 0-1 0,0-1-7 16,0 0 16-16,0 0-9 0,0-1 9 0,0 0 9 15,0 0-7-15,0 0 10 0,0 1 4 0,0 1 14 16,0-1 4-16,0-1 3 0,0 2-20 0,0 0-2 16,17 0-6-16,-17-1-3 0,0-1 12 15,0 1-8-15,0 0 5 0,9 0 4 0,-9 1 3 0,6-2-5 16,-6 1-13-16,6-1-4 0,-6 2 0 0,4-1 0 15,-2 1 9-15,1-1-1 0,1 1-12 16,-3 1 4-16,2-1 6 0,0 2-11 0,-1-1 10 16,1 1 7-16,-1-1-16 0,-2 1 21 0,3 0-5 15,-1-1 5-15,0 2 21 0,-2-1-6 0,1 1 4 16,-1 0 9-16,0 0-24 0,0 0-2 0,0 0 2 16,0 0-24-16,0 0-1 0,0 0-5 0,0 0-5 15,0 0-6-15,0 0 11 0,0 0-1 0,0 0 4 16,0 0 3-16,0 0-2 0,0 15-9 0,0-15 0 15,15 0 5-15,-15 11 3 0,0-11-3 0,0 12-5 16,12-4 5-16,-12-1-4 0,0 3 9 0,7-1 0 16,-7 1-9-16,0 1 4 0,0 1 0 0,0 1-1 15,0-1 1-15,0 0 1 0,0 1-5 16,0 1 5-16,0-1 0 0,0 2 4 0,0-1-13 16,0-3 9-16,0 4 4 0,0-1-13 0,0-1 26 15,-14 0-25-15,14 0 8 0,0-1 6 0,0 0-9 16,0-1 18-16,0 1-3 0,0-2-11 0,0 1 11 15,0-1-6-15,0-2-9 0,0 1 14 0,0-2-10 16,16 0 5-16,-16-2 4 0,0 1-1 0,14-1 1 16,-14-2-4-16,11 2 14 0,-11-3-6 0,11 0 0 15,-11-1 3-15,8 0-9 0,-4-1 6 0,3 0-1 16,-2 0 3-16,1 0-8 0,0 0-1 16,1 0 2-16,2 0-8 0,-1 0 9 0,0-16-10 15,2 16-7-15,0 0-8 0,-3-18-29 0,4 18-24 0,-1-14-21 16,0 14-24-16,0-16 3 0,0 8-11 15,0 0 8-15,-2-1 8 0,2 0 2 0,-2 0 8 16,-1-1-33-16,0 0 19 0,0 2 22 0</inkml:trace>
  <inkml:trace contextRef="#ctx0" brushRef="#br0" timeOffset="-158336.83">9587 8044 1547 0,'11'0'13'0,"-7"0"3"0,-2 0 2 0,-1 0-1 16,-1 0-12-16,0 0-1 0,0 0-5 0,0 0-9 16,0 0-37-16,0-17-68 0,0 17-48 15,0 0-47-15,0 0-24 0,0 0 34 0,0 0 0 16,0 0 16-16,16 0 60 0</inkml:trace>
  <inkml:trace contextRef="#ctx0" brushRef="#br0" timeOffset="-157624.15">9888 8459 429 0,'0'0'9'0,"0"0"2"0,0 0 13 0,18 0 14 16,-18 0-5-16,12 0 4 0,-12 0-10 0,16-18-8 16,-8 18 3-16,3 0-4 0,2 0-9 0,-2-10-4 15,0 10 1-15,1 0-6 0,-2 0 4 0,1 0 0 16,0 0-14-16,-2 0 10 0,-3 0 11 0,0 0-11 15,-1 0 4-15,-1 18-4 0,-2-18 1 0,-2 15 4 16,0-15-5-16,0 19 0 0,0-9-5 16,-21 0 16-16,21 2-5 0,-21 0-1 0,21 1-10 0,-19-1-6 15,6 0 17-15,13-2 0 0,-21 1 0 16,10-1-6-16,11-1-12 0,-12-2 1 0,12-1 5 16,-9-2-5-16,9-1 11 0,0-1 0 0,0 0 0 15,0-2 0-15,0 0 0 0,0 0 0 0,0 0 6 16,0 0-1-16,20 0-5 0,-20 0-10 0,15 0 10 15,-15 0 0-15,16 0 0 0,-16 0 5 0,20 0-5 16,-9 0 0-16,-1 0 6 0,0 0 5 0,0 0-17 16,0 0 6-16,1 0 0 0,-4 0-6 0,3 0 1 15,-2 17 5-15,-2-17 6 0,-1 0 5 0,-2 12 12 16,-1-12-6-16,-2 11-17 0,0-11-5 16,0 12-1-16,0-3 1 0,-21-3 6 0,21 5 17 15,-23-4-11-15,23 3-2 0,-29-1 7 0,13 0-18 16,0-1 11-16,-2-1-5 0,4-2 0 0,-2 2 11 15,2-2-5-15,1-3 0 0,2 1-18 0,1-3-28 16,0 0-36-16,2 0-38 0,3 0-22 0,1 0-27 16,0-17 37-16</inkml:trace>
  <inkml:trace contextRef="#ctx0" brushRef="#br0" timeOffset="-157031.53">10604 8340 673 0,'0'2'41'15,"0"0"36"-15,0-2 29 0,0 1 33 0,0-1-24 0,0 0-33 16,0 0-33-16,0 0-36 0,0 0-10 15,0 0-7-15,0 0 5 0,17-16 6 0,-17 16-2 16,20 0 3-16,-7-12 7 0,2 12-6 0,2-11 0 16,3 11-7-16,-1-10-5 0,2 4 15 0,-1 6-4 15,1-8 7-15,-2 4 2 0,-1 1-16 0,0 1-1 16,-5 0 6-16,0 1-5 0,-4 1 2 0,2 0-3 16,-5 0-1-16,-2 0-7 0,0 0-13 0,-2 0-30 15,1 0-57-15,-2 0-57 0,0 0-25 0,1 0-2 16,-1 0 9-16,-1 16 15 0,0-16 26 15,0 0 37-15</inkml:trace>
  <inkml:trace contextRef="#ctx0" brushRef="#br0" timeOffset="-156747.92">10625 8564 328 0,'0'1'11'0,"0"0"21"0,0 1 6 16,0-2 14-16,18 1-7 0,-18-1 0 0,0 0-6 16,14 0-1-16,-14 0-5 0,13 0-7 0,-4 0-6 15,0 0-9-15,1 0 1 0,0 0-7 0,0 0 12 16,1-18-7-16,2 18-5 0,0 0 1 0,-1-11-17 15,0 11-6-15,-1-13-23 0,3 13-23 0,-3-10-5 16,1 10-17-16,-1-10 10 0,-1 4-28 0,0 3-13 16,-2 0 24-16</inkml:trace>
  <inkml:trace contextRef="#ctx0" brushRef="#br0" timeOffset="-154307.18">11594 8181 301 0,'3'-3'9'15,"-3"2"13"-15,1 0 15 0,-1 1 14 0,0-1-13 16,0 1-9-16,0 0-23 0,0-1-6 0,0 1-8 15,0 0 9-15,0 0 4 0,0 0-9 16,0 0 12-16,0 0-8 0,0 0 3 0,0 0-7 16,0 0 4-16,0 0-9 0,0 0-3 0,0 15 17 15,0-15-5-15,0 12 0 0,0-12 1 0,0 19-9 16,0-7 4-16,0 2 4 0,0 0 5 0,0 2 4 16,0 1 0-16,0 4-4 0,-13-2 3 0,13 1 5 15,0 0 4-15,0 0 0 0,0 1-4 0,0-2-4 16,0 2-5-16,0-1 9 0,0 1 5 0,0-1 4 15,0-2-8-15,0 1 4 0,0-1-8 16,16-2-6-16,-16 1 6 0,0-5-4 0,0 1 5 0,0-2-5 16,0-1-6-16,0-3 5 0,0-1-5 0,7-3 6 15,-7-1 0-15,0 0 0 0,0 1 0 16,0-3 6-16,0 0-1 0,0 0-5 0,4 0-6 16,-4 0-28-16,0 0-25 0,0 0-46 0,0 0-39 15,0 0-29-15,0 0 29 0</inkml:trace>
  <inkml:trace contextRef="#ctx0" brushRef="#br0" timeOffset="-153922.8">11624 8153 427 0,'0'-2'10'15,"0"1"14"-15,0 1 15 0,0 0 13 0,0 0-6 16,0 0-18-16,0 0-5 0,0 0-23 0,0 0 5 16,0 0-5-16,-15 0-5 0,15 17 1 0,0-17-9 15,-19 14 13-15,19-14-4 0,-17 20 17 0,7-7-4 16,1 1 0-16,-2 1-9 0,-1 0-4 0,1 0 4 16,1 0-14-16,-2-1-17 0,5 0-14 0,-2-2-20 15,2-2-18-15,0-1-4 0,3-2-31 0,1-2 19 16</inkml:trace>
  <inkml:trace contextRef="#ctx0" brushRef="#br0" timeOffset="-153180.2">11916 8207 416 0,'4'0'13'0,"-2"0"0"15,-1 0 10-15,0 0-9 0,0 0-12 0,1 0-2 16,-2 0-12-16,0 0 16 0,0 0-9 0,0 0-4 16,0 0 14-16,0 0-13 0,0 17 3 0,0-17 6 15,0 15-5-15,0-15 8 0,0 20 1 16,0-9-5-16,0 2 4 0,0 0-4 0,0 1 4 15,0-2 0-15,0 2-8 0,0 0 4 0,-13-3-5 16,13 1 5-16,0-2 0 0,0-1-9 0,0-3 14 16,0-1-5-16,0-1 9 0,0-1 13 0,0-3 5 15,0 1 19-15,0-1-1 0,0 0-5 0,13 0-13 16,-13 0-14-16,0 0-8 0,13-18-5 0,-5 18-5 16,0-15-8-16,2 15-17 0,0-17 7 0,1 17 1 15,1-17 5-15,-1 8 17 0,2 9-8 0,-3-14 4 16,-1 14 4-16,0-10 0 0,2 6 0 0,-2 1 0 15,-2 1-5-15,1 1 5 0,1 1-4 0,-1 0 4 16,0 0 4-16,1 0-8 0,-2 0 12 16,-1 0-4-16,1 0-4 0,0 18 5 0,0-18-9 15,-1 0 4-15,1 17 4 0,-2-17-5 0,1 13 1 16,-2-13 0-16,0 15-4 0,-2-8 13 0,0 1-10 16,0 1 6-16,0 1 7 0,-2-1-12 0,0 1 13 15,0 0-4-15,0 0-5 0,0 0 10 0,-24 3-1 16,24-1 6-16,-16 0-10 0,16 0 6 0,-24 0 1 15,10 1-10-15,0 1 10 0,1 0-10 0,-3-1-1 16,-3 1-4-16,4-1-1 0,-1 0 6 0,1-1-11 16,-3 0 5-16,4 1 17 0,-2-2-28 0,1-1 11 15,-1 2-5-15,0-4-6 0,5 1 17 0,-2-3-12 16,4 1 18-16,-1-2-18 0,4-2-11 16,2 0-15-16,1-2-22 0,2-1-17 0,0 0-14 15,-1 0-32-15,2 0-19 0,0 0 21 0</inkml:trace>
  <inkml:trace contextRef="#ctx0" brushRef="#br0" timeOffset="-152728.28">11913 8187 636 0,'0'0'24'16,"0"0"32"-16,0 0 31 0,0 0 16 0,0-16-15 15,0 16-14-15,0 0-25 0,0-13-9 0,0 13-3 16,0 0-5-16,20-10 1 0,-20 10 2 0,0 0-3 16,12-6-12-16,-12 6 3 0,15-7-14 0,-5 7-1 15,3-4 0-15,1 1-15 0,1 3 14 0,0-3-7 16,2 2 1-16,1 0 3 0,-5-2-13 0,3 2 1 15,-2 0-11-15,-1 0-16 0,1 0-14 0,-3 1-20 16,2 0-25-16,-4 0-3 0,2 0-15 0,-3 0-5 16,0 0 3-16,-1 0-1 0,-1 0-5 0,-1 0-29 15,0 16 26-15,-3-16 22 0</inkml:trace>
  <inkml:trace contextRef="#ctx0" brushRef="#br0" timeOffset="-151681.77">12812 8429 813 0,'4'2'5'16,"-1"-2"-5"-16,1 0 15 0,1 0 11 0,-1 0-2 16,3 0 16-16,2 0-26 0,-1-21-4 0,4 21-10 15,-1 0-14-15,-2-14 9 0,3 14-4 0,-1 0-11 16,0 0-16-16,0-8-28 0,-2 8-14 16,3 0-16-16,-4 0-6 0,1 0-9 0,-2 0-35 15,0 0 25-15,0 0 26 0</inkml:trace>
  <inkml:trace contextRef="#ctx0" brushRef="#br0" timeOffset="-151338.68">13530 8361 731 0,'3'0'30'0,"0"0"35"16,-1 0 23-16,-2 0-3 0,0 0-28 16,0 0-43-16,0 0-23 0,0 0-16 0,0 0-37 15,0 0-27-15,0 0-39 0,0 0-14 0,0 0-13 16,0 0-18-16,0 0 40 0</inkml:trace>
  <inkml:trace contextRef="#ctx0" brushRef="#br0" timeOffset="-150750.02">13715 8177 229 0,'0'0'0'0,"0"0"9"16,0 0 9-16,20 0 4 0,-20 0-8 0,21 0 9 0,-21 0-12 15,21 0-1-15,-9 0 13 0,-1 0-25 16,0 0 11-16,-1 0-4 0,1 0-9 0,-3 0 5 0,2 16 4 16,-4-16-8-16,-1 0 0 0,-1 22 4 15,0-22-12-15,-3 14 12 0,1-14 8 0,-2 19 3 16,0-9-8-16,0-1 0 0,0 0 1 0,0 1-9 16,-16 0 8-16,16 1-7 0,0-1-5 0,-18 1 12 15,18-1-4-15,0 1 12 0,-15-1 9 0,15 1-8 16,-14-2 4-16,7 2-8 0,1 0-8 15,-3-1 9-15,0 1 3 0,0-2-8 0,-2 1 12 0,1-1-13 16,4-2-4-16,-1 0 13 0,3-3-8 0,-1 1-1 16,3-3 4-16,0-1 1 0,2 1-4 15,0-2 17-15,0 1 14 0,0-1 12 0,0 0 15 16,0 0-4-16,0 0-17 0,24 0-15 0,-24 0-21 16,18 0 13-16,-18 0 0 0,23 0 1 0,-8 0-1 15,-1 0-19-15,2 0 1 0,-2-18-6 0,1 18 10 16,-1 0-5-16,-1 0-1 0,-2-12 11 0,-1 12-15 15,-2 0-31-15,-3 0-26 0,1-7-35 0,-2 7-26 16,-1 0 1-16,0 0-48 0,-1-5 28 0,-2 1 36 16</inkml:trace>
  <inkml:trace contextRef="#ctx0" brushRef="#br0" timeOffset="-150103.85">14142 8063 398 0,'0'-5'1'0,"-20"-1"20"0,20 0 19 15,-19 2 5-15,19-4 12 0,-22 1 12 0,22-1-7 16,-25 2 12-16,12-3-4 0,0 1-35 0,-3 0-1 15,1 1-6-15,-2 1-22 0,2 1 16 16,-3 1-16-16,1-1-1 0,0 1 7 0,-1 3-12 16,0-1 4-16,-2 2-20 0,-1 0 24 0,2 0-4 15,-2 0-5-15,-2 0 14 0,4 22-25 0,-6-22 15 16,2 22-1-16,0-22-5 0,1 27 5 0,0-10-29 16,1 1 16-16,2-1 9 0,3 1-9 0,3-2 19 15,-2 1-5-15,5 0-18 0,1-1 10 0,1-1 4 16,0 1-4-16,1-1 14 0,0 0-5 0,0 1-9 15,1-1 0-15,1 2 0 0,-1-2 10 0,4 1-5 16,-3 1 5-16,3 0 0 0,-1 1-13 16,1 0 9-16,0-1 0 0,2 2-5 0,0-2-5 0,0 1 5 15,0 0 6-15,0 0-5 0,0 0 15 16,24-2 0-16,-24 3-10 0,17-3 5 0,-17 2-4 16,17-1 4-16,-17 0 1 0,18-2-15 0,-18 2 14 15,18-3-9-15,-6 1 3 0,1-3 17 0,1-1-11 16,5-1-1-16,-2-2-9 0,0-2-1 0,5 0-1 15,-3-3 1-15,1-1 14 0,0-1 16 0,1-1 7 16,0 0 25-16,2 0 7 0,-4 0-12 0,0-24-11 16,2 24-23-16,-1-20-18 0,0 20 2 0,0-25 9 15,-2 12-8-15,-2 0-1 0,0-1-1 0,-1 0-5 16,0-1 0-16,0 0 9 0,-2 0-10 16,-1 0 8-16,1-1 22 0,0 2 16 0,1-3 27 15,-2 1 24-15,0 0-4 0,-3 1-20 0,1 0-9 16,-4 0-15-16,-3 3-14 0,-1 0-4 0,-2-1-8 15,0 2-21-15,0 0 3 0,0 0-7 0,-23 0-47 16,23 0-42-16,-19 1-67 0,19-1-52 0,-21 2-23 16,21 1-1-16,-23-1 36 0,23 1 22 0,-17 1 22 15,7 0 24-15,1 2 29 0</inkml:trace>
  <inkml:trace contextRef="#ctx0" brushRef="#br0" timeOffset="-145967.24">917 9670 188 0,'0'0'17'0,"0"-1"8"16,0 0 11-16,0 1 14 0,0-1-12 0,0-1-8 16,0 2-10-16,0-4-18 0,0 3-1 0,0-1 5 15,0 0 14-15,0-1 0 0,0-1-4 0,0 1 8 16,0 0-22-16,0 2 17 0,0-1 11 0,0 1-20 15,-14 0 24-15,14 1-15 0,0 0-8 16,0 0 13-16,0 0-10 0,0 0 1 0,0 0 11 16,0 0-4-16,0 0-4 0,0 0 23 0,0 0-7 15,0 0-10-15,0 0 4 0,0 0-11 0,0 0-11 16,0 0 16-16,0 0-11 0,0 0-17 0,0 0 6 16,0 0 6-16,0 0-12 0,0 0 11 0,0 0-6 15,0 0-14-15,0 0 9 0,0 0-4 0,0 0 10 16,0 0 5-16,0 0-11 0,0 0 6 0,0 0-1 15,0 0-5-15,0 0 11 0,0 0-16 0,0 0 11 16,0 13-6-16,0-13 12 0,0 0 5 0,0 16-12 16,0-7 1-16,0 2-1 0,0 2 10 0,0 1-5 15,0 0 1-15,0 2 5 0,0 3-21 0,0-1 5 16,0 0 10-16,0 0-15 0,0-1 21 0,0 1-5 16,-15-1-6-16,15 0 2 0,0-2-6 15,0 2 0-15,0-3 12 0,0 3 9 0,0-2 0 16,0-1 11-16,0 0-21 0,0 0-10 0,0-2 10 15,0 0-11-15,0 0 1 0,0-4 15 0,0 0-10 16,0 1-5-16,0-4 16 0,22 1-12 0,-22 0 6 16,0-1 24-16,18-2 7 0,-18 0 19 0,18 1 11 15,-11-2-15-15,2 1-6 0,0-1-10 0,0-1 8 16,0 0 11-16,0 0 7 0,0 0 16 0,0-1-8 16,0 0 7-16,0 0 0 0,0 0-18 0,0 0-5 15,0 0-17-15,2 0-11 0,-2-20-10 0,0 20-10 16,1-13-5-16,-2 13 2 0,1-12 1 0,0 12 0 15,-2-13-5-15,-1 13-3 0,-1-12 7 16,1 12-5-16,-2-8-10 0,2 2-30 0,-2 3-42 16,0-2-48-16,-1 0-43 0,1 1-38 0,-1 0-32 15,1-1 18-15,1-1 20 0,-1 2 17 0,0-1 22 16,-1 1 33-16</inkml:trace>
  <inkml:trace contextRef="#ctx0" brushRef="#br0" timeOffset="-145334.93">1317 9873 289 0,'9'-7'5'0,"1"0"6"15,-2 1 13-15,0-1 1 0,-3 1 1 0,0 2 3 16,-1 1-4-16,-2 1 4 0,1 0 0 16,-3 2-5-16,0 0-13 0,0 0 8 0,0 0 0 15,0 0-6-15,0 0 9 0,0 0-17 0,0 0-5 16,0 0-4-16,0 0-1 0,0 13 5 0,-14-13 0 15,14 0 9-15,0 14-9 0,-13-14 0 0,13 13 4 16,-16-4-8-16,7 1 4 0,0 1 0 0,-2 1-17 16,0 2 8-16,2-2 0 0,-3 2 0 0,3 1 21 15,-3 0-8-15,2-2 4 0,1 3 1 0,2-2-14 16,-2 0 4-16,3-2-4 0,-1 2-4 0,2-3 13 16,-1 1 5-16,3-1-10 0,1-1 10 0,0 0-14 15,1-1-5-15,1-1 10 0,0-1-5 0,0 0 5 16,0-1 0-16,0-1 4 0,0 0 6 0,17-1 9 15,-17 0 22-15,0-2 6 0,19 1 7 16,-19 0-9-16,16-3-16 0,-16 0 4 0,21 0-10 16,-10 0 4-16,0 0 5 0,3 0-15 0,-1-17-6 15,1 17 8-15,-1 0-10 0,3-22 15 0,-5 22 10 16,2-17-5-16,-1 17 14 0,-1-18 6 0,-3 8 4 16,0 0-1-16,1 0-2 0,-5 0-3 0,4 0 7 15,-5 1 19-15,2-1 2 0,-2 0-3 0,-1 0-7 16,-1 1-16-16,-1 0-6 0,0 1 0 0,0 0-8 15,0 0-6-15,0 1-7 0,0 2-9 0,-19-2-5 16,19 2-11-16,0 0-3 0,-20 0-1 0,20 0-6 16,-18 0-29-16,18 1-38 0,-17 1-62 0,11 0-67 15,-1-1-40-15,3 3-21 0,-1-1 21 16,-2 1 35-16,6 0 19 0,-1 1 63 0</inkml:trace>
  <inkml:trace contextRef="#ctx0" brushRef="#br0" timeOffset="-144827.48">1652 9850 410 0,'8'0'6'16,"-4"0"28"-16,-1 0 13 0,-3 0 15 0,0 0 18 15,0 0-17-15,0 0 12 0,0 0-18 0,0 0-21 16,0 0-10-16,0 0-16 0,0 0-5 0,0 0-10 16,0 0 5-16,-13 0-20 0,13 0 15 0,0 0 0 15,0 0-11-15,-12 0 16 0,12 0-11 0,-10 0 1 16,3 15 10-16,1-15-6 0,-2 15 7 0,-3-15-1 16,2 20 0-16,-3-9 0 0,2 3-11 0,0 0 17 15,-3 0-11-15,4 2 5 0,1-1 6 0,-1 1-16 16,4-2 5-16,-2 0 1 0,5 0-1 0,-2 0 10 15,1-2-10-15,3 1 6 0,0-2-6 0,0 0-5 16,0 0 16-16,0 0-17 0,0-1 11 16,24-1 0-16,-24-2 6 0,19 0 0 0,-19-4 5 15,27 1 1-15,-13-1-12 0,3-3 6 0,-2 0 0 16,4 0-1-16,-4 0 0 0,1 0 10 0,0 0-5 16,0-24-1-16,0 24-4 0,-2-19 0 0,1 19-1 15,-2-22 11-15,0 22 9 0,-1-22 6 0,-3 9 14 16,-3 2 9-16,2 2 10 0,-4-1 5 0,-2 0 11 15,-2 0-8-15,0 1-9 0,0-1-6 0,0 1-19 16,0 0-11-16,0 0-1 0,-20 1-13 0,20-2-2 16,0 3-13-16,-26-1 4 0,26 1-10 0,-22-1-16 15,22 1-43-15,-22 0-63 0,11 2-65 16,0 0-25-16,11 1 13 0,-11 1 13 0,11 0 6 16,-10 2 39-16</inkml:trace>
  <inkml:trace contextRef="#ctx0" brushRef="#br0" timeOffset="-144142.49">2040 9853 157 0,'4'3'6'0,"-2"-1"1"15,1-1 0-15,-3 0 0 0,2 0-6 0,0 1 8 16,-1 1 0-16,1 0 5 0,0 3 0 0,1 1 1 16,0 2 1-16,0 1 4 0,2 2-1 0,-2 2-5 15,3 2 4-15,-2 3-10 0,1 2 5 0,-1 2-6 16,1 2-4-16,0 1 8 0,0 0-5 15,1 2 5-15,-2 1 4 0,2-2-14 0,0-2 7 16,-3-1-5-16,1-1 11 0,2-3 5 0,-4-3 1 16,2-3-11-16,-2-4-9 0,0-3-5 0,-1-2 6 15,0 0 9-15,0-3-9 0,-1-1 14 0,0 1-10 16,0-2 1-16,0 0 4 0,0 0-14 0,0 0 4 16,0 0-5-16,0 0 0 0,0 0 9 0,0 0-8 15,0 0 10-15,0 0 4 0,-16 0-9 0,16 0-1 16,0-21-3-16,-12 21-6 0,12-18 15 0,0 4 0 15,-10 2 5-15,10-3 10 0,-6 0-5 0,6-1 23 16,-8-1 6-16,5-1 29 0,-1 0-1 0,0-1 22 16,-2-2 1-16,1 0-14 0,0 1 4 0,1 0-37 15,1 1-17-15,-1-1 6 0,2 3-2 16,0 0 4-16,1 2 32 0,0 2-12 0,1 0 4 16,0 2 3-16,0 1-17 0,0 2-14 0,0-1-13 15,0 1-7-15,0 1-7 0,16-1-9 0,-16 1 6 16,0 1-11-16,17 0-5 0,-17 1 3 0,13 1-6 15,-13 2 9-15,12 0-6 0,-12 2 0 0,13 0 7 16,-7 0-3-16,2 0 7 0,-2 0 5 0,-1 18-8 16,1-18 6-16,-1 0-1 0,2 23 1 0,-2-23 1 15,-1 19-3-15,-1-19 4 0,-3 22-1 0,2-11-1 16,-2 2 7-16,0 0-5 0,0 1-5 16,0 2 8-16,-22-1-14 0,22 2 4 0,-21 0 10 0,21-1-8 15,-25 1 7-15,11-2-42 0,0 0-59 16,-1-2-64-16,3-1-85 0,0-1-1 0,-2-3 14 15,6-2 41-15,0-2 47 0,-1-1-22 0,5-3 39 16</inkml:trace>
  <inkml:trace contextRef="#ctx0" brushRef="#br0" timeOffset="-143435.33">2411 9911 362 0,'0'0'9'0,"0"0"22"0,0 6 11 16,0-6 9-16,0 0 8 0,0 0-26 0,0 0-6 16,0 0-5-16,0 0-12 0,0 0 23 15,19-14 2-15,-19 14 11 0,19 0 1 0,-8-15-6 0,2 15 0 16,2-13-20-16,-3 13-5 0,3-12-7 16,-3 12-2-16,1-7-8 0,-1 7 7 0,-2-4-11 15,-2 4-1-15,0 0 15 0,-1 0-19 0,-2 0 6 16,-2 0-1-16,-1 17 6 0,-2-17 18 0,0 17-9 15,0-17 0-15,0 22-5 0,0-10-4 0,-22 3-1 16,22-1 5-16,0-1-9 0,-23 1 0 0,23-1 10 16,-17-1-5-16,17 0 9 0,-14-2-11 0,14-1-9 15,-11-1 1-15,11-3-1 0,-7 0 0 0,7-3 10 16,0 1 0-16,0-2-11 0,0-1 11 0,0 1-5 16,0-1-6-16,0 0 1 0,0 0 0 0,0 0 6 15,0 0 4-15,21 0 0 0,-21 0 0 0,0 0 0 16,14 0-6-16,-14 0 10 0,13 0-4 0,-13 0-5 15,12 0 0-15,-12 0-5 0,14 15 10 0,-9-15-9 16,-1 0 14-16,-1 12 2 0,0-12 20 16,-2 9 35-16,-1-9 5 0,0 10 18 0,0-3-11 15,0 0-20-15,0 1-7 0,0 1-16 0,-21 1-24 16,21 2 2-16,-17 0-11 0,17 2-45 0,-29-1-74 16,11 1-78-16,0-1-39 0,-2 0-25 0,-2-4 55 15,0 1 70-15</inkml:trace>
  <inkml:trace contextRef="#ctx0" brushRef="#br0" timeOffset="-142292.2">3136 10009 319 0,'0'0'-4'0,"13"0"18"0,-4 0 5 16,-1 0 1-16,1 0-1 0,5 0-3 0,-1-20-2 15,4 20-4-15,1 0 0 0,0-16-14 16,0 16 1-16,2-11 3 0,0 11 5 0,-2-11-9 16,-1 11 4-16,-2-9-9 0,-1 9-5 0,-3-7-1 15,-2 7-23-15,1-5-8 0,-7 5-12 0,1 0-15 16,0 0 2-16,-3 0 15 0</inkml:trace>
  <inkml:trace contextRef="#ctx0" brushRef="#br0" timeOffset="-142123.6">3281 10235 411 0,'0'5'30'15,"20"-2"35"-15,-20-3 22 0,21 0 24 0,-21 0-4 16,20 0-29-16,-11-19-13 0,1 19-23 0,2-17-33 15,-2 17-11-15,0-20-10 0,1 20-37 0,-1-18-42 16,-1 18-23-16,0-16-56 0,1 16-25 0,-2-11 37 16,-1 11 27-16</inkml:trace>
  <inkml:trace contextRef="#ctx0" brushRef="#br0" timeOffset="-42309.23">9073 3339 162 0,'-1'0'-3'15,"-3"-1"16"-15,4 1 6 0,-2-2 16 0,-1 0-5 16,1-1-11-16,0 1 0 0,-1 0-1 0,1-2 5 16,2 2-5-16,-3-1 10 0,2 2-15 0,0-2 4 15,0 1 5-15,0 1-1 0,1 0 1 0,0-1-1 16,0 2 1-16,0-1-15 0,0 0 4 16,0 0 6-16,0 1 0 0,0-1 4 0,0 1-5 0,0 0-5 15,0 0 0-15,0 0 0 0,0 0-1 16,0 0 1-16,0 0 0 0,0 0-11 0,0 0 12 15,0 0 7-15,0 0-13 0,0 0 13 0,0 0-13 16,0 0-6-16,0 0 7 0,0 0-1 0,0 0-12 16,0 0 6-16,0 0 0 0,0 0-7 0,0 0 14 15,0 0-7-15,0 0 0 0,0 0 7 0,0 0-7 16,0 0-7-16,0 0 1 0,0 0-1 0,0 0 8 16,0 0 11-16,0 0 1 0,0 0-19 0,0 0 12 15,0 0-12-15,0 0 12 0,0 0 7 0,0 0-1 16,0 0 7-16,0 0-12 0,0 0-1 15,0 0 1-15,0 0 16 0,0 0-16 0,0 0 12 0,0 0-2 16,0 0-16-16,0 0 23 0,0 0-12 16,0 0-5-16,0 0 5 0,0 0-23 0,0 0 23 15,0 0 0-15,0 0-6 0,0 0 23 0,0 0-29 16,0 0-5-16,0 0 16 0,0 0-16 0,0 0 15 16,0 0 12-16,0 0-27 0,0 0 22 0,0 0-16 15,0 0-5-15,0 0 15 0,0 0-3 0,0 0 19 16,0 0-9-16,0 0 3 0,0 0 0 0,0 0-13 15,0 0 4-15,0 0 0 0,0 0-12 0,0 0 5 16,0 0 1-16,0 0-1 0,0 0 5 16,0 0 1-16,0 0 5 0,0 0 1 0,0 0 4 0,0 0 7 15,17 0-4-15,-17 0 11 0,12 0-1 0,-12 0 8 16,15 0 5-16,-15 0-8 0,15 0 7 16,-6 0 9-16,1 0-2 0,0-12-3 0,-1 12-5 15,0 0-21-15,-2 0-3 0,4-8-12 0,-2 8 6 16,0-7-2-16,-1 7 1 0,1-5 4 0,-2 2-22 15,1 1 5-15,1 1-2 0,-1-2-2 0,-1 2 8 16,1-2-5-16,1 3 1 0,-2-3-2 0,3 2 0 16,-2-1 12-16,-3 1-13 0,1 1 7 0,-1-2 1 15,0 1-10-15,0-1 18 0,0 1-9 0,0 0 3 16,0 1 10-16,0-3-8 0,4 3 2 0,-1-3 4 16,-1 2-6-16,-1 0 1 0,2-1-2 15,-3 1-9-15,2 0 3 0,-3-1 2 0,-1 1 7 16,1-1-9-16,-2 2 1 0,1 0-5 0,-2 0 1 15,1 0 9-15,-2 0-11 0,1 0 4 0,-1 0-3 16,0 0 0-16,0 0 1 0,0 0-5 0,0-1 3 16,0 1-3-16,0 0 1 0,0-2 8 0,0 2-17 15,0 0-29-15,0 0-37 0,0 0-42 0,0-1-32 16,0 0-24-16,13-1-40 0,-13 2 11 0,0 0 5 16,9 0 19-16,-9 0 49 0,8 0-16 0,-8 0 11 15,8 0 34-15</inkml:trace>
  <inkml:trace contextRef="#ctx0" brushRef="#br0" timeOffset="-41793.1">9321 3054 220 0,'0'-1'16'16,"0"0"8"-16,0-1 10 0,0 0 6 0,0-1-13 16,0 2 2-16,0-1-4 0,0 1-2 0,0 1 9 15,0-2-5-15,0 1-5 0,0 1 0 0,0 0-11 16,0 0 0-16,0 0-1 0,0 0 1 0,0 0 5 15,0 0-16-15,0 0 15 0,0 0-24 0,0 0 9 16,0 0 16-16,0 0-16 0,0 0 31 0,0 0-9 16,0 0 1-16,0 0 1 0,0 0-6 15,0 0-18-15,0 0 0 0,0 0 7 0,0 0-7 0,0 0 6 16,0 0 0-16,0 0-12 0,0 0 0 16,0 0 12-16,0 0 0 0,0 0-6 0,0 0 13 15,0 16-19-15,0-16-13 0,0 0 13 0,0 17-12 16,0-17 18-16,0 22 0 0,0-7 8 0,0-1-1 15,0 3-14-15,0 3 20 0,0-1-1 0,0 2 6 16,0 1 7-16,0 1-7 0,-15 0-6 0,15 1 0 16,0-1 15-16,0 0-16 0,0-2 11 0,0-1-6 15,0-1-27-15,0-3 16 0,0 0-17 0,0-2 17 16,0-1 12-16,0-1-6 0,0-2 1 0,0 0-17 16,0-2 11-16,0 1-6 0,0-2 17 15,12 0-71-15,-12-1-42 0,0-2-58 0,10 1-56 0,-10-3 31 16,10 0 32-16</inkml:trace>
  <inkml:trace contextRef="#ctx0" brushRef="#br0" timeOffset="-39787.77">9814 3125 265 0,'11'0'7'15,"0"0"7"-15,2 0-3 0,1 6 14 0,0-6 0 16,-1 0-1-16,2 0 4 0,-1 0-9 0,0 0-6 15,-1 0-1-15,-2 0 5 0,1 0-11 0,-3 0-6 16,0 0 12-16,2 0 5 0,-4 0 0 0,-1 0 11 16,-1 0 0-16,-1 0-17 0,1 0-5 15,-4 15 10-15,2-15-16 0,-3 0 6 0,0 0-2 16,0 14 2-16,0-14-7 0,0 0 1 0,0 10 17 16,0-10-28-16,0 10 12 0,0-5-6 0,0 1 0 15,0 1 16-15,0 1-5 0,-18 2 4 0,18 2-4 16,0-2-6-16,-12 2-10 0,12 0 5 0,-12 0 0 15,12 1-5-15,-11 0 21 0,11 0-11 0,-11 1-10 16,4 1 21-16,2-2-16 0,-1 2-5 0,1-1 11 16,0-1-6-16,-2 2 5 0,3-2 10 0,1-1 0 15,0-1-5-15,1 0-5 0,1 1 5 0,0-3-10 16,1 0 1-16,0-1-1 0,0 0-5 0,0-1 19 16,0-2-4-16,0-1 1 0,0 0 20 15,17-1-4-15,-17 1 18 0,0-2 17 0,0-1-5 16,16 1-11-16,-16-2-29 0,16 0 0 0,-8 0-5 15,1 0 10-15,4 0 16 0,-1 0 1 0,0 0 3 16,3-16 1-16,-2 16-6 0,2 0-15 0,-2-16 4 16,0 16-9-16,-1-12 3 0,-1 12 6 0,0-8-16 15,-1 8 0-15,-3-9 1 0,-1 9-11 0,0-5 1 16,-2 5 4-16,-2-4-6 0,-1 1 11 0,1 2-10 16,-2 1 4-16,0 0-18 0,0-1-28 0,0 0-48 15,0 0-49-15,0 1-13 0,0 0-19 0,2 0 6 16,-2 0 18-16,1 0 31 0</inkml:trace>
  <inkml:trace contextRef="#ctx0" brushRef="#br0" timeOffset="-38700.97">10509 3096 50 0,'2'-3'-4'0,"-2"-2"6"0,2-2 6 0,1 2 14 15,2-3 20-15,-2 0 6 0,3 1 6 0,-1-2 3 16,1 1-8-16,-1 0-6 0,1 0 8 0,-2 0-6 15,0 1 8-15,1 1 4 0,-1-1-4 0,-2 2 7 16,1-2 24-16,-1 2 6 0,0 0-5 0,1-1 4 16,-2 4-31-16,1-2-1 0,-1-1-1 0,0 2-16 15,-1 1 0-15,0 0 1 0,0 1-22 0,0 1 10 16,0-1-3-16,0 1-21 0,0 0 8 0,0 0-25 16,0 0-5-16,0 0-6 0,0 0 8 0,0 0-7 15,0 0 15-15,0 15 9 0,0-15-7 0,0 0 16 16,0 19-16-16,0-9 3 0,0 2 6 15,0 4 1-15,0 2-4 0,0 1-9 0,0 3 1 16,0-1 9-16,0 0-9 0,0 3 7 0,0-2 2 16,0 1-12-16,0 0 14 0,0-2 2 0,0 1 0 15,0-2-11-15,0 2 10 0,0 0-10 0,0-2 0 16,0-1 10-16,0 1-6 0,0-3 8 0,0 0 2 16,0-2-5-16,0 0-6 0,0-3-3 0,0-1-8 15,0-3 18-15,0 0 2 0,0-1 2 0,0-4 9 16,12 2 0-16,-12-2 20 0,10 0 5 0,-10-2-5 15,10 1-9-15,-10-1-14 0,13-1-7 16,-7 0 8-16,2 0-13 0,-1 0 9 0,2 0-9 16,-1 0-5-16,1 0 9 0,0 0-17 0,0-19-21 15,2 19-39-15,-1-13-50 0,-1 13-60 0,2-15-31 16,-2 15 2-16,-1-17 15 0,0 7 37 0,-1-1 5 16,0 0 35-16</inkml:trace>
  <inkml:trace contextRef="#ctx0" brushRef="#br0" timeOffset="-38429.2">10519 2723 1566 0,'0'0'-10'0,"14"0"-7"0,-14 0-4 16,0 0 5-16,0-17 9 0,10 17-7 0,-10 0-50 16,9-15-72-16,-3 15-85 0,1 0-41 0,1 0-21 15,2 0 43-15,0 0 86 0</inkml:trace>
  <inkml:trace contextRef="#ctx0" brushRef="#br0" timeOffset="-36769.53">11701 3180 213 0,'0'1'17'0,"0"-1"23"0,0 1 23 0,0-1 13 15,0 0-1-15,0 0-12 0,0 0 6 0,0 0 1 16,0 0 3-16,0 0 14 0,0 0-12 0,0 0-1 16,0 0-2-16,0 0-18 0,0 0-7 15,0 0-11-15,0 0-14 0,0 0 8 0,0 0-19 16,0 0 5-16,0 0-11 0,0 0-5 0,0 0-2 15,0 0 5-15,0 0-5 0,0 0-9 0,0 0 9 16,22 0-8-16,-22 0 23 0,20 0-8 0,-5 0 6 16,1 0 1-16,0 0-12 0,-1 0 9 0,2 11-5 15,0-11 2-15,0 0-6 0,-2 0 12 0,0 0-7 16,1 6 1-16,-2-6 5 0,3 0-9 0,-5 0 9 16,-1 0-4-16,1 0-3 0,-6 0 8 0,3 0-11 15,-2 0 0-15,0 0 6 0,-2 0-24 16,-2 0-38-16,2-14-47 0,-3 14-51 0,1 0-50 15,-1 0 7-15,-2 0 4 0,0-9-7 0,2 9 64 16</inkml:trace>
  <inkml:trace contextRef="#ctx0" brushRef="#br0" timeOffset="-36449.79">11790 3404 155 0,'0'2'20'0,"15"1"12"0,-15-3 20 0,12 0 16 15,-5 0-15-15,-1 0-10 0,1 0-6 0,1 0-15 16,2 0 3-16,-1 0 1 0,1 0-11 0,0 0 0 15,1 0-6-15,1 0 6 0,-1 0-15 0,0 0 5 16,0 0-5-16,-1 0-9 0,-2 0 18 0,4 0-13 16,-6 0-1-16,1 0 10 0,-1 0-15 0,-1 0 15 15,1 0 0-15,-2 0-5 0,0 0 9 0,0 0-13 16,1 0-26-16,1 0-37 0,-2 0-52 0,2 0-25 16,-1 0 26-16</inkml:trace>
  <inkml:trace contextRef="#ctx0" brushRef="#br0" timeOffset="-35725.45">12791 3044 370 0,'6'-3'13'16,"-6"-1"2"-16,0 1 26 0,0 1 24 0,0-1-18 15,0 1 8-15,0 0-25 0,0 1-25 0,0 1-5 16,0-3-14-16,0 3 4 0,-23-1 1 0,23 1 13 16,0 0 6-16,-21 0-15 0,21 0 5 15,-17 0-6-15,7 0-4 0,-1 0 5 0,1 21-5 16,0-21 15-16,-3 14-5 0,3-14-1 0,-1 16 10 16,0-16-25-16,-3 20 21 0,2-11 4 0,0 3-20 15,-1 1 20-15,2-1-10 0,-1-2-4 0,3 2 10 16,0-1 1-16,-3 1-11 0,4 0 6 0,-1 0 0 15,2 0-6-15,0 0 1 0,1 3 0 0,1-1 0 16,1-1-5-16,2 1 14 0,-2-1 1 0,3 0 4 16,1-2 5-16,-2 0-5 0,2-1-5 0,0-1 5 15,0 1 0-15,0-3-5 0,0 3 14 0,18-3 2 16,-18 0 7-16,0 0 4 0,24 1-20 0,-24-3-1 16,23 0-5-16,-10 0 0 0,2-2 16 0,0-1-11 15,5 0 6-15,-3-2-6 0,-1 0 1 16,0 0-1-16,2 0 1 0,-1 0 0 0,2-17 11 15,-1 17 16-15,0-15-1 0,0 15 1 0,0-19-1 16,0 19 0-16,1-20-5 0,-4 9 19 0,3-1-14 16,-5 1-2-16,3-1-6 0,-1-1-11 0,-1 0 8 15,-1 0 2-15,0 0 16 0,-1 1 24 0,-1-3 6 16,1 3 1-16,-5 0 5 0,1 2-5 0,-3 2 8 16,-1-1 3-16,0 1-12 0,-1 1-13 0,-3 0-7 15,0-1-8-15,0 1 5 0,0-1-11 16,0-2-14-16,0 1-13 0,0-1-10 0,-24 0-5 15,24-2-4-15,-17 3-1 0,17-4 6 0,-25 1-6 0,12 0-19 16,0-1-22-16,-5 0-50 0,2 0-45 16,-2 2-40-16,0-1-59 0,1 2-47 0,-2 2-12 15,4-1-4-15,-1 4 14 0,1 1 89 0</inkml:trace>
  <inkml:trace contextRef="#ctx0" brushRef="#br0" timeOffset="-11533.08">10959 3592 67 0,'0'0'0'0,"0"0"0"0,0 0 1 0,0-1 0 16,0 1-1-16,0-2 1 0,0 2 4 0,0-1 0 15,0 1 2-15,0 0 2 0,0 0-9 0,0 0 4 16,0 0-4-16,0 0-5 0,0 0 1 15,0 0 4-15,0 0-5 0,0 0 5 0,-13 0 5 16,13 0-5-16,0 0 8 0,0 0-7 0,0 0-1 16,0 0 0-16,0 0 1 0,0 0 9 0,0 0-2 15,0 0-3-15,0 0-5 0,0 0-4 0,0 0 5 16,0 0-5-16,0 0 9 0,-6 0 8 0,6 0-9 16,0 0-3-16,0 0 3 0,0 0-4 0,0 0 0 15,0 0 9-15,0 0-14 0,0 0-3 0,0 0 9 16,0 0 3-16,0 0 4 0,0 0-3 0,0 0-5 15,0 0-5-15,0 0-3 0,-14 0 12 0,14 0-4 16,0 0 0-16,0 0 12 0,0 0-12 0,-12 0 5 16,12 0-1-16,0-7-12 0,0 7 9 0,0 0-2 15,0-5 2-15,0 5-6 0,0-5 0 16,0 5 5-16,0-4 0 0,0 1-1 0,0 1-4 16,0 0-8-16,0 0-1 0,0 0 9 0,0 0-6 15,-14 0 8-15,14 0-4 0,0 0-9 0,0 0 5 16,0 0-8-16,0 0 0 0,0 1 8 0,0-2 0 15</inkml:trace>
  <inkml:trace contextRef="#ctx0" brushRef="#br0" timeOffset="-10649.25">11015 3323 134 0,'0'0'6'15,"0"0"16"-15,0 0 5 0,0 0-4 0,0 0 1 16,0 0-13-16,0 0-4 0,0 0 9 0,0 0-5 15,0 0 9-15,0 0 5 0,0 0-9 0,0 0-1 16,0 0-9-16,0 0 0 0,0 0 0 0,0 0 1 16,0 0 8-16,0 0-4 0,0 0-6 15,0 0 10-15,0 0-9 0,0 0 0 0,0 0 9 16,0 0-5-16,0 0-13 0,0 0 8 0,0 0 1 16,0 0-1-16,0 0 10 0,0 0-5 0,0 0 0 15,0 0-4-15,0 0 4 0,0 0-9 0,0 0 4 16,0 0 1-16,0 0 4 0,0 0 1 0,0 0 4 15,0 0 6-15,0 0-6 0,0 0 0 0,0 0-9 16,0 0 4-16,0 0-10 0,0 0 0 0,0 0 10 16,0 0-15-16,0 0 15 0,0 0-5 0,0 0-10 15,0 0 1-15,0 0-6 0,0 13 20 16,0-13 0-16,0 0 5 0,0 14-5 0,-18-14 7 0,18 16 1 16,0-10-7-16,0 2 18 0,0 1-7 15,0 1 12-15,-9 0 5 0,9-1 4 0,0 1-6 16,-6 1-11-16,6 2 1 0,-8-1-22 0,8 2-5 15,-4-1 10-15,1-1-1 0,-1 2 1 0,1-1-1 16,0 0-3-16,1 0 13 0,0 0-9 0,-1-1 2 16,0 0-2-16,1 0-7 0,-1-1 12 0,3-2 5 15,-1 1-4-15,0-2-1 0,0 1-1 0,1-1 2 16,0-1-10-16,0 0 0 0,0 1 10 0,0-1 3 16,0 1 0-16,0 0 6 0,0-1-10 0,0 1-17 15,0-1 20-15,0 1-8 0,0-1-9 0,0 0 13 16,0 1-17-16,0-3-7 0,14 1 17 0,-14 0-9 15,0 1 4-15,0-1 8 0,0 0-8 16,0-1 8-16,0 0-4 0,0 0 4 0,0 0-14 16,0-1 3-16,7-1 1 0,-7 0 2 0,0 0 8 15,0-1-4-15,0 0 0 0,0 0-9 0,0-1 3 16,0 0-3-16,0 0 2 0,0-1 7 0,0 0-2 16,0 0 10-16,0 0-1 0,0 0-3 0,0 0-5 15,0 0-37-15,0 0-35 0,0 0-51 0,0 0-59 16,0 0 6-16,0 0 5 0,0 0-3 0,0 0 19 15,0-15-8-15,0 15 33 0</inkml:trace>
  <inkml:trace contextRef="#ctx0" brushRef="#br0" timeOffset="-9840.94">10945 3331 73 0,'4'-2'-5'0,"0"0"1"0,-1-1 4 0,-2 2 0 15,1-1-1-15,-1 1 0 0,2-1 0 16,-1-2 1-16,3 2 4 0,-1-1 0 0,2 0-9 16,-1-1 1-16,-1 1-1 0,-1 1 5 0,2-1 4 15,-4 2-9-15,2 0 14 0,-3 0-6 0,2 1-7 16,-2-2 16-16,0 2-17 0,0 0 7 0,0 0 13 16,0 0-8-16,0 0 9 0,0 0-9 0,0 0-1 15,0 0 5-15,0 0-5 0,0 0 10 0,0 0-6 16,0 0 2-16,0 0-5 0,0 0 6 0,0 0 1 15,0 0 3-15,0 0-6 0,0 0 4 0,0 0-11 16,0 0-3-16,0 0 13 0,0 0-18 0,-15 0 15 16,15 0-11-16,0 12 0 0,0-12 5 0,0 0-10 15,0 0 5-15,0 7-3 0,0-7 4 0,0 0 4 16,0 5-5-16,0-5-8 0,0 3-1 16,0 0 4-16,0-2 10 0,0 0-1 0,0-1 5 15,0 2-12-15,0-1-1 0,0 0 13 0,0-1-17 16,0 0 12-16,0 0 6 0,0 0-10 0,0 0 15 15,0 0-3-15,0 0 4 0,0 0 0 0,0 0-4 16,0 0 4-16,0 0-6 0,0 0 5 0,0 0 0 16,0 0-15-16,0 0 1 0,0 0-5 0,0 0 4 15,0 0 5-15,0 0-10 0,0 0 6 16,0 0-6-16,0 0 11 0,0 16-5 0,0-16 9 16,0 11-4-16,-18-11 1 0,18 15-1 0,-13-7 0 15,13 2 1-15,-14 1 8 0,5 0 9 0,1 0-14 16,-2 1 14-16,1-1-23 0,-1 0-1 0,2-1 1 15,-1-1-1-15,2-2 9 0,2 0-18 0,-1 0 14 16,1-2 0-16,1 0-14 0,1 0 23 0,0-2-19 16,1 1-4-16,0 0 18 0,1 0-18 0,1 0-16 15,0 1-29-15,0-1-31 0,0 2-21 0,0-1 1 16,0 0 25-16</inkml:trace>
  <inkml:trace contextRef="#ctx0" brushRef="#br0" timeOffset="-1551.2">5034 4346 148 0,'0'0'9'0,"0"0"6"0,0 0 2 0,0 0 5 15,0 0-9-15,0 0 4 0,0 0-1 0,0 0 9 16,0 0-10-16,0 0 1 0,0 0-1 0,0 0-14 15,0 0 5-15,0 0 0 0,0 0 4 0,0 0 0 16,0 0 10-16,0 0 3 0,0 0-7 0,0 0 3 16,0 0 1-16,0 0-5 0,0 0 0 0,0 0 4 15,0 0-9-15,0 0-4 0,0 0 18 0,0 0-9 16,0 0 4-16,0-13 9 0,17 13-23 0,-17 0 4 16,0 0 10-16,0 0-14 0,0 0 4 0,0-9 11 15,0 9-16-15,0 0-4 0,0-6 5 0,0 6-11 16,0-2 18-16,0-1 4 0,0 2 0 15,0 1 7-15,0 0-6 0,0 0 11 0,0 0 6 16,0 0-12-16,0 0 5 0,0 0-21 0,0 0-7 16,0 0 6-16,0 0-21 0,-12 0 11 0,12 0-6 15,0 0 0-15,0 13 11 0,0-13 5 0,-12 0 0 16,6 13-5-16,-1-6 5 0,-3 1-9 0,1 0-2 16,0 4 11-16,-1 0-10 0,-1 0 6 0,0 2-1 15,-1 1 5-15,1 1-10 0,0 3 6 0,-2 0-6 16,1 1-16-16,1 0 33 0,-2 3-21 0,1 2 16 15,1 0-6-15,0 0-16 0,0 2 11 0,1-1 7 16,1 0 10-16,2 1-7 0,1-1 5 0,0 1-13 16,-1-3-11-16,5 1 5 0,-1 0 12 15,2-1-5-15,1 1 5 0,0-4 1 0,0 1-23 16,0-2 18-16,0-2 0 0,21-1-6 0,-21-4 23 16,0 1-18-16,19-4 7 0,-19 0 16 0,20-2-17 15,-10-2 1-15,2-1 6 0,2 0-6 0,1-2 5 16,0-2 10-16,2 0-17 0,2-1-10 0,0 0 7 15,1 0 0-15,-1 0 5 0,-2 0 10 0,-1 0-15 16,0 0-5-16,-5 0 20 0,-1-18-15 0,0 18 16 16,-2 0 4-16,1-15-18 0,0 15 18 0,-2-14-14 15,1 4-1-15,1 2 10 0,-1-3-21 0,-1 1 23 16,-1-2-11-16,-1-1-4 0,0 0 10 0,-1-1-15 16,0-1 9-16,-3 1-4 0,0-1 10 15,0 1 26-15,-1-3 13 0,0 4 20 0,0-1 17 16,0 2-8-16,0 1 12 0,0 1-10 0,-20 2-19 15,20 0-14-15,0 3-24 0,-18 0-17 0,18 0-11 16,-17 2-8-16,17 2-2 0,-20 1 0 0,8 0 2 16,-4 0 10-16,0 0-6 0,-1 0 0 0,0 20-3 15,-2-20-1-15,1 18 8 0,0-18-1 0,3 21-32 16,2-21-44-16,0 21-42 0,2-10-43 0,2 0-15 16,1 1 5-16,2 0 10 0,-2 1 15 0,5-1 25 15,-1 0 2-15,-1 0-14 0,2 1 29 0</inkml:trace>
  <inkml:trace contextRef="#ctx0" brushRef="#br0" timeOffset="-662.93">5489 4582 278 0,'0'-4'2'0,"2"1"10"0,-2 0 2 0,1-1 16 16,-1 2 8-16,0-2-1 0,0 2 4 15,0-1-17-15,0 1-9 0,0 0-18 0,0 0 9 16,0 1-1-16,0 0 10 0,0 1 13 0,0-2-18 16,0 2 14-16,0 0-14 0,0 0-1 0,0 0 5 15,0 0-14-15,0 0 5 0,0 0-5 0,0 0 0 16,0 0 4-16,0 0-4 0,0 0 0 0,0 0-4 15,0 0-1-15,0 0 5 0,0 13 4 0,0-13 6 16,0 0-15-16,0 13 9 0,-12-13-4 16,12 16-5-16,0-5 0 0,0 0 4 0,0 3 6 0,0 2-11 15,0-2 20-15,0 3-15 0,0 2 6 16,0-2 20-16,-6 2-15 0,6-1-5 0,-4 2-9 16,2-1-12-16,-1 1 7 0,2 1 9 0,-2-2 5 15,1 3 6-15,1-3-1 0,-1 1-10 0,1-1 0 16,-1-2-4-16,2 0-1 0,0-4-4 0,0 2 9 15,0-3 0-15,0-1 0 0,0-3 9 0,0 0-9 16,18-1 5-16,-18-3 16 0,0 1-5 0,0-3 0 16,14 0 0-16,-14-1-4 0,9-1 5 0,-9 0-11 15,13 0 6-15,-6 0-18 0,1 0 7 0,3 0 5 16,-1-19-6-16,1 19 6 0,0-16-6 16,1 16 6-16,-2-16-6 0,1 16 6 0,-1-19 6 15,0 19-17-15,-2-17-29 0,0 8-41 0,-1 1-34 16,-1-2-55-16,0 2 2 0,-2-3 35 0</inkml:trace>
  <inkml:trace contextRef="#ctx0" brushRef="#br0" timeOffset="-414.67">5536 4277 654 0,'15'0'-10'0,"-15"0"-13"16,0 0-14-16,0 0-5 0,0 0 5 0,0 0 3 15,0 0 4-15,0 0-25 0,0 0-39 0,13-16-13 16,-13 16 11-16</inkml:trace>
  <inkml:trace contextRef="#ctx0" brushRef="#br0" timeOffset="192.18">5934 4843 127 0,'0'-4'5'0,"0"-1"12"0,0 0 7 0,0-1 1 15,0 0 5-15,0 1-9 0,0 0 7 0,0 0-1 16,0 0 11-16,0 1 4 0,0-1-13 0,0 1 5 15,0 0-16-15,0 1 10 0,0 0-6 16,0-1 6-16,0 1-12 0,0 2-9 0,0 0-6 16,0 1 0-16,0-2 4 0,0 2 0 0,0 0 11 15,0 0-22-15,0 0 1 0,0 0 5 0,0 0-5 16,0 0 16-16,0 0 10 0,0 15-21 0,0-15 1 16,0 14-1-16,0-14-9 0,0 22 14 0,0-8-4 15,0 1-5-15,0 2 5 0,0 1-5 0,0 3 5 16,0-1 14-16,0 2-19 0,0 0 5 0,0 0 8 15,0-3-13-15,0 2 18 0,18-4 0 0,-18 0-9 16,0-2 4-16,0-2-4 0,0 0 6 16,0-3-2-16,12-2-4 0,-12 2 5 0,0-3-10 15,0-1 12-15,0-2-7 0,0 1 1 0,0-3-6 16,0 3 6-16,0-3-1 0,0-1 1 0,0 0-17 16,0 1-38-16,0-1-11 0,0 1-37 0,0-2-24 15,0 0-19-15,0 0 16 0</inkml:trace>
  <inkml:trace contextRef="#ctx0" brushRef="#br0" timeOffset="453.74">5926 4767 455 0,'0'-1'15'0,"0"0"28"0,0 1 41 16,0-2 33-16,0 1 8 0,0 1-22 0,0 0-47 16,0 0-33-16,0 0-28 0,0 0-18 0,0 0 17 15,0 0-7-15,0 0 12 0,0 0 16 0,0 0-12 16,-15 23-4-16,15-23 5 0,-15 24-19 0,15-11-46 16,-20 2-21-16,8 2-37 0,-1 0-16 0,1 0 45 15,-3 0-4-15,1-2-15 0,1 0 6 0,0 0 3 16</inkml:trace>
  <inkml:trace contextRef="#ctx0" brushRef="#br0" timeOffset="2785.99">6510 4954 160 0,'0'0'6'0,"0"0"14"0,0 0 1 0,0 0-3 15,0 0 2-15,0 0-17 0,0 0 3 0,0 0 13 16,0 0-15-16,0 0 10 0,0 0-5 0,0 0-22 16,0 0 23-16,0 0-5 0,0 0 5 0,0-13 9 15,0 13-7-15,0 0 10 0,0 0-1 0,0 0 10 16,0 0-10-16,0 0-14 0,0 0 8 0,0 0-10 15,0 0 5-15,0 0 5 0,0 0-19 0,0 0 13 16,0 0-13-16,0 0 9 0,0-6 4 0,0 6-9 16,0 0 9-16,0 0-4 0,0 0 5 15,0 0-5-15,0-3 6 0,0 3 8 0,0 0-9 16,0 0 19-16,0 0-10 0,0-2-19 0,0 2 5 16,0 0-10-16,0 0 10 0,-12 0 0 0,12 0 0 15,0 0 4-15,0 0-8 0,0 0 4 0,0 0-5 16,0 0 0-16,0 0-5 0,0 0 0 0,0 0 10 15,0 0-19-15,0 0 18 0,0 0-13 0,0 0-1 16,0 0 15-16,0 0-10 0,0 0 10 0,18 0-5 16,-18 0 0-16,13 0 0 0,-13 0 0 15,20 0 9-15,-10 0-4 0,2 0 0 0,0 0 5 16,2 0-10-16,0 0 4 0,-1 0 6 0,2 0-5 16,-1 0 4-16,2 0 7 0,-2 0-16 0,0 0 17 15,0 0-11-15,-2 0-6 0,2 0 16 0,-4 0-10 16,-2 0-1-16,2 0-5 0,-5 0-5 0,2 0 5 15,-3 0-5-15,0 0-1 0,0 0 12 0,0 0-6 16,-1 0 11-16,-1 0 0 0,-1 0-11 0,1 0 0 16,-1 0-6-16,1 0-5 0,-2 0-20 0,0 0-34 15,2 0-25-15,-1 0-22 0,1 0-31 0,0 0 18 16,0 0 31-16</inkml:trace>
  <inkml:trace contextRef="#ctx0" brushRef="#br0" timeOffset="3441.81">7485 4566 197 0,'0'0'11'0,"0"0"15"0,0 0 11 0,0 0 5 15,0 0 7-15,0 0-18 0,0 0 0 0,0 0-1 16,0 0-9-16,0 0 8 0,0 0 4 0,0 0-9 16,0 0 4-16,0 0-19 0,0 0-4 15,0 0-5-15,-12 0-14 0,12 15 18 0,0-15-8 16,0 10 12-16,-14-10 5 0,14 16-14 0,-11-5 1 16,4 1-1-16,-2 3-5 0,-1-1 10 0,0 4 5 15,-1-1 5-15,1 1 1 0,-2 1-5 0,0-1-5 16,0 1-10-16,-1 0 1 0,2-1-1 0,0 0 11 15,1-1-6-15,1 1-9 0,-1-1 4 0,0-1-4 16,3-2 9-16,0-1 5 0,2 0-5 0,1-1 5 16,-2-1-18-16,3-2 13 0,1-2 5 0,0 0-15 15,2 0 19-15,0-3-9 0,0 1 0 16,0-2 9-16,0 0-9 0,0-2 5 0,0 1-5 0,0-1-4 16,23-1 4-16,-23 0 0 0,15 0 0 15,-15 0-9-15,18 0 4 0,-6 0 1 0,0 0 3 16,0 0 15-16,3 0-9 0,-2-17-6 0,1 17-8 15,0 0 5-15,3 0 4 0,-3-13 4 0,1 13 5 16,-2 0-9-16,-1-10 5 0,2 10-10 0,-3 0 10 16,1-6-1-16,-4 6 1 0,0-3-1 0,-1 1 1 15,0 0 0-15,-2 1 0 0,-1 1-10 0,-2-2 5 16,-1 2-5-16,1-1-9 0,0 0 19 0,0 1-29 16,-1-1-15-16,0 0-27 0,0 0-40 0,2 0-38 15,-3-2 20-15</inkml:trace>
  <inkml:trace contextRef="#ctx0" brushRef="#br0" timeOffset="3816.46">7517 4602 192 0,'0'-3'4'16,"0"0"1"-16,-5 0 0 0,5 1 6 15,0-1 6-15,0 2 0 0,0 0-1 0,0 1 3 0,0 0-13 16,0 0-7-16,0 0-3 0,0 0-4 16,0 0 19-16,0 0 3 0,0 17 4 0,0-17-2 15,0 18-18-15,0-18 3 0,0 31 5 0,0-11 4 16,0 1 16-16,0 3-5 0,0 2 6 0,0 2-11 15,0 3-1-15,0 2-2 0,0-1-14 0,0 1 5 16,0 1 3-16,0-3-5 0,0 0 5 0,17-2-1 16,-17-3-5-16,0-1 9 0,17-3 3 0,-17-2 1 15,0 0-14-15,12-4 0 0,-12 0 0 0,0-1 5 16,0-2 12-16,8 0-8 0,-8-2-1 0,0 0-12 16,0-2-29-16,0 0-18 0,0-2-54 15,0 0-31-15,0-2 20 0</inkml:trace>
  <inkml:trace contextRef="#ctx0" brushRef="#br0" timeOffset="4873.22">7907 4551 325 0,'1'-2'-4'16,"0"-2"5"-16,-1 1 1 0,0 2 5 0,0-3 22 16,0 2-2-16,0 1 11 0,0 1-1 15,0 0-12-15,0 0-15 0,0 0-5 0,0 0-9 16,0 0-1-16,0 0 12 0,0 0-12 0,0 0 5 16,-16 22-10-16,16-22 5 0,0 19 3 0,-9-6 0 15,9 1 0-15,-10 2 9 0,10 3-5 0,-11 3 14 16,6-1 0-16,1 1-3 0,-1 2-3 0,1 0-18 15,0 1 6-15,2 0-10 0,-3 1 9 0,5-2 1 16,0 0-1-16,-2-1 10 0,2 0 4 0,0 0 8 16,0-2 0-16,0-1-13 0,0-2-1 0,0 0-4 15,18-2 4-15,-18-1 8 0,0 0-8 0,13-4 4 16,-13 0-9-16,11-3 10 0,-11 2 8 16,10-5-9-16,-10 1 9 0,12-2 1 0,-5-1-14 15,-2-1-1-15,1-1 6 0,-1 0-4 0,0-1 5 16,3 0 10-16,-1 0-16 0,-1 0-15 0,2 0-6 15,-3 0-19-15,3-17-9 0,0 17-13 0,-2 0-19 16,0-17-8-16,2 17-29 0,-2-16-8 0,1 7 29 16</inkml:trace>
  <inkml:trace contextRef="#ctx0" brushRef="#br0" timeOffset="5144.85">7880 4318 673 0,'0'0'0'16,"0"0"-18"-16,0 0-5 0,0 0-4 0,0 0-9 16,-17 0-5-16,17 0-37 0,0 0-52 0,0 0-3 15,0 0 24-15</inkml:trace>
  <inkml:trace contextRef="#ctx0" brushRef="#br0" timeOffset="5838.5">8206 4924 373 0,'0'0'15'0,"0"0"16"0,0 0 29 0,0 0 25 16,0 0-15-16,0 0 1 0,0 0-35 0,0 0-30 15,0 0 5-15,0 0-16 0,17 0-6 0,-17 0 11 16,0 0-6-16,11 0 6 0,-11-14 17 0,12 14-17 15,-6 0 0-15,0 0 0 0,1-8-6 0,1 8 6 16,-1 0 5-16,0 0-5 0,0 0-5 0,1 0 10 16,-2 0-5-16,0 0 0 0,-1 0 11 0,1 0-22 15,1 19 16-15,-3-19 0 0,0 0-5 16,-2 20 16-16,0-20-10 0,0 16-12 0,-2-7 6 16,0 2-11-16,0 0 0 0,0 3 11 0,0-3-1 15,0 3 12-15,-21-2-1 0,21 0 0 0,0 1-10 16,-18-2 5-16,18-2-5 0,0 0-10 0,-13-1 10 15,13-2 0-15,0-2-5 0,0 1 15 0,0-3 7 16,0 0-6-16,0-1 20 0,0 1 6 0,0-2-16 16,0 0 4-16,20 0-9 0,-20 0-1 0,19 0-5 15,-19 0-4-15,25 0-1 0,-9 0-9 0,-1-19 4 16,3 19 6-16,-4 0-1 0,1-15-15 0,-1 15 6 16,-3-10-1-16,-1 10-20 0,1-9-35 15,-3 9-28-15,1-10-19 0,-1 10-18 0,1-9 5 0,0 4-18 16,1 1 3-16,-3-1 34 0</inkml:trace>
  <inkml:trace contextRef="#ctx0" brushRef="#br0" timeOffset="8558.89">9114 4709 166 0,'0'0'15'15,"0"0"18"-15,0 0 21 0,0 0 11 0,0 0-9 0,0 0 7 16,0 0-16-16,0 0 5 0,0 0 13 15,0 0-6-15,0 0 6 0,0 0 7 0,0 0-3 16,0 0-8-16,0 0 5 0,0 0-11 0,0 0-3 16,0 0-3-16,0 0-13 0,0 0 1 0,0 0-9 15,0 0-1-15,0 0-8 0,0 0-5 0,0 0-9 16,0 0-3-16,0 0 1 0,0 0-7 0,0 0-1 16,0 0-1-16,0 0 2 0,0 0-1 0,19 0 5 15,-6 0 0-15,1 0 5 0,4 0-2 0,1 0-2 16,0 0-2-16,3 0 1 0,-3 0 9 0,1 0-2 15,-1 0 2-15,2 0 3 0,-3 0-8 16,1 0 0-16,-2 0 0 0,0-18 0 0,1 18 1 16,-1 0 6-16,-4 0 0 0,-1-15-6 0,-1 15 2 15,-2-9-5-15,1 9-3 0,-3-10-3 0,-1 10-23 16,-2-8-67-16,-2 4-66 0,0 1-51 0,-1 2-30 16,-1-2-10-16,0 1 62 0,0 1 50 0</inkml:trace>
  <inkml:trace contextRef="#ctx0" brushRef="#br0" timeOffset="8829.47">9172 4883 328 0,'0'2'4'0,"0"-1"1"0,0-1 5 16,0 0 5-16,0 0 6 0,17 0 4 0,-17 0 2 15,0 0-6-15,26 0-6 0,-26-16 1 0,26 16 9 16,-11 0 5-16,-3-12-6 0,4 12 1 0,0 0-5 16,2-12-10-16,-1 12-6 0,0-7 6 15,-2 7-5-15,2-5 10 0,1 5-5 0,0-4-10 0,-4 4 0 16,0 0 0-16,-3-2 5 0,2 1 0 16,-2 1-5-16,-2-1 0 0,2 0 0 0,-4 0 0 15,3 0-36-15,-2-1-46 0,0 0-40 0,0 0-45 16,-1-1 35-16</inkml:trace>
  <inkml:trace contextRef="#ctx0" brushRef="#br0" timeOffset="9944.84">10050 4499 229 0,'0'0'8'0,"0"0"6"16,0 0 0-16,0 0 4 0,0 0-13 0,20 0 2 15,-20 0 20-15,14 0 7 0,-14 0 8 0,22-15-6 16,-12 15-20-16,5 0-1 0,-1-13-4 0,1 13 13 15,1 0 3-15,0 0-9 0,0-10 4 0,0 10-13 16,1 0 0-16,-1 0 4 0,0 0 0 0,-2 0 4 16,-3 0 1-16,-1 0-9 0,-1 0-5 0,-4 20 5 15,-2-20 1-15,-1 0-2 0,-2 19 17 16,0-19-25-16,0 20 0 0,-19-8 11 0,19-1-21 16,-23 3 21-16,23-1-17 0,-33 0-9 0,17 0 4 15,-2 0-9-15,3-2 1 0,-1 2 9 0,1-3 5 16,1 0-10-16,1 1 20 0,4-3-6 0,-1 1-4 15,3-2 5-15,-3-2-14 0,7-1 9 0,-1-1-5 16,1-2 5-16,3 0 9 0,0-1-14 0,0 0 5 16,0 0 5-16,0 0 0 0,22 0 0 0,-22 0 0 15,16 0 1-15,-16 0-1 0,23 0-5 16,-10 0 6-16,1 0-6 0,-2 0-9 0,5 0 19 0,-2 0-5 16,1 0 9-16,0 0 5 0,-2 0-5 0,-2 0 11 15,-1 0-1-15,-1 19 6 0,-2-19-5 16,-2 17 8-16,0-17-11 0,-2 17 6 0,-1-17 1 15,-2 16-13-15,-1-7 0 0,0 3-11 0,0-2 5 16,-19 4-6-16,19 0 6 0,-26 1 0 0,9 1 5 16,-2 0-5-16,-2-1 5 0,-1-2 6 0,0 0-11 15,-1 0-1-15,4-3-4 0,-1-1-5 0,-1-1 5 16,4-2 11-16,0-2-1 0,4-1-27 0,0-3-35 16,5 0-39-16,-1 0-24 0,4 0-1 0,1 0-5 15,2 0-9-15,0-22 24 0</inkml:trace>
  <inkml:trace contextRef="#ctx0" brushRef="#br0" timeOffset="10562.85">11028 4431 255 0,'0'-1'18'0,"0"0"-3"0,0 0 0 16,0 0 5-16,0-1-5 0,-17 1 4 0,17-1 3 15,0 1 5-15,-14 0-22 0,14 0 8 0,-13 0-13 16,13 1-13-16,-17 0 14 0,6 0-10 0,0 0 9 15,-1 0 7-15,-5 0-7 0,2 0 0 0,-1 23-5 16,-1-23-4-16,-6 20 8 0,1-20-5 0,1 25 13 16,-2-11-5-16,3 2-4 0,-1-2 0 0,2 2 5 15,0 0 0-15,5 0-5 0,0 0 3 0,-1 0-12 16,5-1 13-16,-1 2-4 0,2 1 12 0,3-1-4 16,1 0 1-16,2-1 24 0,3-1-5 15,0-2 15-15,0 2 7 0,0-2-16 0,0-1 8 16,21-1-4-16,-21-1-14 0,21-2-1 0,-21 2-10 15,27-1 6-15,-11-2 6 0,2-1-7 0,1-2 7 16,1-1-1-16,1 0-1 0,2-1 3 0,-2-2 4 16,4 0-5-16,0 0 11 0,1 0 17 0,0 0-1 15,-3-22 0-15,1 22-5 0,-1-16-1 0,0 16-2 16,-3-19-8-16,-1 19 3 0,-2-20-4 0,1 7-6 16,0 2 13-16,-5-3-6 0,2-1 8 0,-2 2 5 15,-2-2 22-15,0 0 1 0,-2-1-7 0,-3 3 3 16,-1-1-27-16,2 2-2 0,-4-2-9 15,-2 1-14-15,1 0-11 0,-2 0-1 0,0 0 2 16,0 0-6-16,0 1 7 0,0 0-12 0,0 0-10 16,0-1-5-16,-22 4-15 0,22-1-4 0,0 1-15 15,-24 1-10-15,24 1-27 0,-22 0-32 0,7 0-19 16,0 3-33-16,-1-1-14 0,-3 2 15 0,1 1 7 16,0 2 22-16,-3 0 22 0,-1 0-8 0,-2 0 36 15</inkml:trace>
  <inkml:trace contextRef="#ctx0" brushRef="#br0" timeOffset="13049.46">6043 5418 59 0,'0'0'8'0,"0"0"2"15,0 0 10-15,0 0 6 0,0 0 8 0,0 0 0 16,0 0 1-16,0 0 2 0,0 0-14 0,0 0 7 16,0 0-10-16,0 0-3 0,0 0-2 0,0 0-4 15,0 0-5-15,0 0 0 0,0 0-5 0,0 0 4 16,0 0 5-16,0 0-5 0,0 0 4 0,0 0-5 15,0 0 1-15,0 0 0 0,0 0 5 0,0 0-4 16,0 0-2-16,0 0 2 0,0 0-10 16,19 0 4-16,-19 0 5 0,14 0 4 0,-14 0 0 0,22 0 1 15,-10 0 0-15,3 0-9 0,-2 0 4 16,3 0 0-16,-4 0-9 0,1 0 18 0,-2 16 5 16,-1-16-10-16,-1 0 8 0,-1 0-8 0,-2 12-9 15,0-12 9-15,-3 0-9 0,-1 11 0 0,1-11 0 16,-3 11-5-16,0-5 0 0,0 3 4 0,0 1 5 15,0 1 4-15,-21 2 1 0,21-1-4 0,-19 1 0 16,19-1-9-16,-24 1 5 0,12-2-5 0,0 0-5 16,-1-2 5-16,1 2 9 0,0-2-9 0,3 0 4 15,2-1-5-15,-2-1-9 0,2-3 9 0,2 0 5 16,2 0 0-16,0-1 0 0,3-1 5 0,0-2-15 16,0 0-5-16,0 0 5 0,0 0-5 15,0 0 10-15,0 0 14 0,0 0-4 0,18 0-5 16,-18 0 0-16,0 0-5 0,18-13 10 0,-18 13-1 15,16 0 1-15,-16 0-1 0,16 0-18 0,-6 0 10 16,0 0 0-16,0 0-10 0,1 0 11 0,-1 0-1 16,1 0 4-16,1 15 1 0,-2-15-1 0,-1 0 5 15,2 17-18-15,-2-17 14 0,-2 13-1 0,0-13-12 16,-1 14 17-16,-1-14 0 0,0 12 0 0,-3-7 4 16,1 1-4-16,-1 0-13 0,-2-2 13 0,0 2 0 15,0-1 0-15,0-1 9 0,0 3-13 16,0-1 4-16,0-1 4 0,0 2 0 0,-21-1 0 0,21 1-5 15,0-2 1-15,-19 1-1 0,19-1 5 16,-18 0 0-16,18 0 1 0,-20-2 8 0,8 1-5 16,-1-3-4-16,0 1 0 0,0 0-9 0,-4-1-4 15,3 0 8-15,-3 0-8 0,3 0-1 0,-2 0-18 16,0-1-32-16,1 1-33 0,1 0-29 0,2-1-20 16,-2 1 29-16</inkml:trace>
  <inkml:trace contextRef="#ctx0" brushRef="#br0" timeOffset="13696.31">6559 5397 258 0,'0'-2'20'0,"0"2"12"0,0 0 11 0,0-2 23 16,0 2-7-16,0 0-6 0,0 0-6 0,0 0-28 16,0 0 0-16,0 0-10 0,0 0-4 0,0 0 9 15,0 0-19-15,0 0 5 0,0 0-4 16,0 0-1-16,0 0-4 0,0 12 4 0,0-12-4 15,0 0 9-15,0 11 4 0,0-11-14 0,0 12 14 16,0-5-9-16,0 2 5 0,0 2 9 0,-10 1-1 16,10 0-13-16,0 2 4 0,0 0-9 0,0-3 0 15,-8 3 20-15,8 0-14 0,0 0 9 0,-4 1 1 16,4-1-5-16,0-1-1 0,0 1-3 0,0 1 8 16,0-1-10-16,0 1 6 0,0-1 8 0,0 0-22 15,0-2 18-15,0 0 0 0,0-1-5 0,0-1 9 16,0-1-13-16,0-1 13 0,0-2-9 0,0-1 5 15,0 1-1-15,0-3 11 0,0 1 13 0,0-1 2 16,19-2 10-16,-19-1-19 0,0 1 5 0,12 0-4 16,-12-1-12-16,11 0 1 0,-11 0-10 15,14 0-1-15,-7 0-5 0,1 0 11 0,1 0-6 16,1-19-4-16,2 19-18 0,-2 0-26 0,0-17-13 16,2 17-14-16,-1-13-8 0,-1 13-5 0,0-15-13 15,-2 7-25-15,-2-1 25 0,1 1 21 0</inkml:trace>
  <inkml:trace contextRef="#ctx0" brushRef="#br0" timeOffset="13957.66">6545 5226 512 0,'0'-2'-5'0,"0"-1"-4"16,0 0 0-16,0 1-4 0,0-1 9 0,0 1-9 15,0 1-14-15,0 0-15 0,0 0-38 16,13 1-26-16,-13 0 14 0</inkml:trace>
  <inkml:trace contextRef="#ctx0" brushRef="#br0" timeOffset="14540.25">7018 5693 256 0,'0'0'5'0,"0"0"15"0,0-7 6 0,0 7 11 15,0 0 4-15,0-6-8 0,0 6 1 16,9-5-5-16,-9 4-10 0,0-3 4 0,0 3-13 15,0-1-4-15,0 2 4 0,0 0-14 0,0 0 4 16,0 0-5-16,0 0-4 0,0 0 9 0,0 0 4 16,0 0 1-16,0 0 9 0,0 0-4 0,0 0-1 15,0 17 6-15,0-17-6 0,0 11-8 0,0-11-5 16,0 17 9-16,0-7-5 0,0 0 10 0,0 0-1 16,0 1 0-16,17-1-4 0,-17 2 0 0,0-2 0 15,0 0-5-15,11 2 9 0,-11-3-5 0,0 2 9 16,0-2-9-16,7 1-4 0,-7-2 9 15,0 2-17-15,5 0 12 0,-5-2-4 0,0 0 0 16,4 0 8-16,-4-2-8 0,0 0 0 0,2 1-4 0,-2-3 4 16,0-1 0-16,0 0 4 0,0-1-25 15,0-1-18-15,0-1-19 0,0 0-15 0,0 0-3 16,0 0-29-16,1 0-10 0,-1 0 16 0</inkml:trace>
  <inkml:trace contextRef="#ctx0" brushRef="#br0" timeOffset="14808.87">7034 5635 335 0,'0'0'14'0,"0"0"6"0,0 0 19 15,0 0-4-15,0 0-19 0,0 0 0 0,0 0-21 16,0 0 5-16,0 0 4 0,0 0-9 0,0 0-4 16,0 0 1-16,0 0-1 0,0 0 6 0,-19 0 8 15,19 22-4-15,0-22 5 0,-24 15-1 0,24-15-8 16,-22 20 0-16,11-10-6 0,-3 0-18 0,4 0-5 16,0-1-29-16,1-2-46 0,-1 1 19 0</inkml:trace>
  <inkml:trace contextRef="#ctx0" brushRef="#br0" timeOffset="15381.16">7439 5736 328 0,'0'2'24'0,"0"0"11"0,0-2 15 15,0 0 18-15,0 0-6 0,0 0-7 0,0 0 2 16,0 0-18-16,0 0-18 0,0 0-10 0,0 0-16 16,0 0 5-16,0 0 0 0,0 0 5 0,0-13-5 15,0 13-5-15,12 0-6 0,-12 0 11 0,13 0 0 16,-4 0 0-16,0-8 5 0,0 8-16 0,1 0 6 16,-1 0 15-16,2 0 11 0,0 0 11 0,0 0 6 15,1 0-17-15,1 0-5 0,-1 0 5 16,-3 0-15-16,2 0 5 0,0 0-5 0,-1 0-5 15,0 0 9-15,-1 0-10 0,1-16 6 0,0 16-49 16,0 0-34-16,-1 0-25 0,1-12-39 0,-3 12-4 16,0 0-9-16,-3-9 29 0</inkml:trace>
  <inkml:trace contextRef="#ctx0" brushRef="#br0" timeOffset="16532.45">8121 5550 156 0,'-1'0'16'0,"1"0"7"15,-1 0 11-15,1 0 7 0,0 0-6 0,0 0 3 16,0 0-6-16,0 0-16 0,0 0-10 0,0 0 0 15,0 0-10-15,16 0 15 0,-16 0-5 0,14-18-15 16,-14 18 10-16,18 0-1 0,-6 0 1 0,1-12 4 16,1 12 0-16,0 0 10 0,0 0-1 0,1 0 0 15,-1 0-9-15,-1 0-9 0,-1 17 4 16,-1-17 16-16,0 0-10 0,-2 19 0 0,-1-19 5 0,0 15-5 16,-2-15 9-16,-1 19-5 0,-4-8-13 0,1-1-18 15,-2 4 18-15,0-1 4 0,0-1 0 16,0 3 9-16,0-2-18 0,-24 1 5 0,24 1 12 15,-20 0-12-15,20-1 9 0,-22 0-14 0,22-1 0 16,-22-1 13-16,12-1-5 0,10-1 0 0,-17 1-4 16,17-4 4-16,-11 0-5 0,11-1 10 0,-6-1-1 15,6 0-8-15,0-1 8 0,0 0-4 0,0-1 5 16,0 1-5-16,0-2-4 0,0 3 17 0,0-3 5 16,22 2 13-16,-22-1 4 0,0-1-13 0,19-1-8 15,-19 1-1-15,15-1-4 0,-15 0-1 0,14 0 6 16,-5-1-9-16,0 0 9 0,0 0-3 0,0 0-6 15,1 0 16-15,-1 0-21 0,0 0 5 0,0 0-5 16,1-15 5-16,-2 15 0 0,0 0 0 16,1 0 5-16,-2 0-35 0,0-12-13 0,-2 12-32 15,2-8-24-15,1 8-12 0,-1-10-26 0,0 5 8 16,-2-1 25-16</inkml:trace>
  <inkml:trace contextRef="#ctx0" brushRef="#br0" timeOffset="17044.15">8714 5466 274 0,'1'-5'20'0,"1"-1"11"16,0 3 12-16,-1-2 18 0,-1 1-15 0,1 2-6 16,-1-2-6-16,0 3-15 0,0 0-9 0,0 1-15 15,0 0 0-15,0 0 0 0,0 0 5 16,0 0 9-16,0 0 0 0,0 0-9 0,0 16 9 15,0-16-10-15,0 15-4 0,0-15 8 0,0 19-3 16,-15-5 3-16,15-3-3 0,0 3-5 0,0-1-4 16,-9 2 20-16,9-1 9 0,0 2-5 0,0-1-4 15,-5-1-11-15,5 1 1 0,0 0 8 0,0-1 10 16,0 0 0-16,0-1 1 0,0-1 11 0,0-1-4 16,18-1 10-16,-18-1 4 0,0 0-15 0,18-2 15 15,-18-1-16-15,12-1-4 0,-12 0-1 0,13-2-14 16,-3-1 4-16,-2 0 1 0,-1-2-6 15,2 0 1-15,2 2-5 0,-1-2-1 0,-2 0 10 0,1 0-1 16,-3 0 0-16,1 0-9 0,-2 0-9 16,0 0-15-16,-1 0-16 0,1 0-16 0,-1 0-17 15,0 0 4-15,0 0-7 0,1-14 6 0,0 14-2 16,3 0-28-16,-3-13 1 0,1 13-31 0,0-13 24 16</inkml:trace>
  <inkml:trace contextRef="#ctx0" brushRef="#br0" timeOffset="17337.35">8833 5294 833 0,'3'0'-10'16,"0"0"0"-16,1 0 0 0,-2 0 0 0,1-22 10 15,-1 22 5-15,4 0-5 0,-3-19-5 0,2 19-1 16,-2 0 1-16,1-15 0 0,0 15 0 0,0 0 10 16,1-9-10-16,1 9 5 0,-2 0-10 15,1 0-43-15,1 0-29 0,-1 0-25 0,2 0-18 0,-1 0-10 16,1 0 25-16,-2 0 23 0</inkml:trace>
  <inkml:trace contextRef="#ctx0" brushRef="#br0" timeOffset="20348.97">9087 5657 138 0,'0'0'23'0,"0"0"5"0,0 0 16 0,0 0 5 16,0 0-18-16,0 0 0 0,0 0-19 0,0 0 3 15,0 0-9-15,0 0-4 0,0 0 12 0,0 0-7 16,0 0 4-16,0 0 8 0,0 0-8 0,-11 0-2 16,11 0 11-16,0 0-10 0,0 0 4 0,0 0-4 15,0 0-5-15,0 0-4 0,0 0 4 0,0 0 4 16,0 0 0-16,0 0 5 0,0 0-5 0,0 0 0 16,0 0-8-16,0 0 9 0,0 0-5 0,0 0 14 15,0 0 9-15,0 0 2 0,0 0-1 0,0 0-8 16,0 0-11-16,0 0-10 0,0 0 6 0,0 0-6 15,0 0 6-15,0 0 0 0,0 0-1 16,0 0-17-16,0 0 18 0,22 0-1 0,-22 0-10 0,17 0 22 16,-17-14-17-16,21 14 6 0,-10 0-1 15,2 0-4-15,0 0 4 0,1 0-4 0,-1-9 9 16,0 9 1-16,-1 0 0 0,-1 0-17 0,-2 0 1 16,-2 0 4-16,0 0-15 0,-3 0 16 0,-3 0 0 15,1 0 0-15,-1 0 11 0,-1 16-6 0,0-16-6 16,0 0 1-16,0 17-1 0,0-17-4 0,0 18 15 15,-18-6-11-15,18-1 11 0,0 1 0 0,-22 0-15 16,22 0 4-16,-16-2-15 0,16 1 16 16,-14-1 0-16,14-3-1 0,-14 2 1 0,14-4 0 15,-7 1-10-15,7-3 4 0,0 1 6 0,-4-2-5 16,4 0 10-16,0-1 0 0,0 1-10 0,0-2 0 16,0 0 5-16,0 1 0 0,0 0 10 0,0 0 0 15,0-1-9-15,0 2 4 0,16-1-4 0,-16 1 9 16,0-2 11-16,17 0-6 0,-17 0 5 0,12 0-9 15,-3 0-1-15,-2 0 0 0,-1 0 0 0,3 0 0 16,-1 0-4-16,0 0-2 0,0 0 6 0,-1 0 1 16,1-15 7-16,-3 15-2 0,2 0-2 0,-2 0-8 15,-2 0-10-15,-1-9 9 0,1 9-5 0,-1 0 10 16,1-6-5-16,1 6-8 0,-2-4 3 0,3 1-4 16,2 1-11-16,-1-1-15 0,1 1-31 15,-1 0-26-15,-2-1 5 0,0 3-6 0,-1-2 12 16,-1-1 19-16,-2 3-6 0,2-2-1 0,-2 2-7 15,2-2-37-15,-1-1 17 0</inkml:trace>
  <inkml:trace contextRef="#ctx0" brushRef="#br0" timeOffset="20876.62">9602 5534 241 0,'2'0'11'0,"-2"0"17"0,0 0 21 0,0 0 7 15,0 4 0-15,0-4-3 0,1 3-5 0,-1-3-11 16,0 1 3-16,0 0 2 0,0 2-8 0,0-3 21 16,0 1 9-16,0 1-11 0,22-2-5 0,-22 3-12 15,19-3-13-15,-19 1 5 0,22-1 0 16,-10 1 3-16,2 0-3 0,-2 0-11 0,1-1-2 0,-1 0-14 16,-2 0-13-16,0 0 11 0,-2 0 5 15,0 0 1-15,-4 0 1 0,1 0-6 0,2 0 6 16,-3 0-6-16,1 0 9 0,-1 0-9 0,1 0-11 15,0 0-11-15,2 0-45 0,-4-14-51 0,2 14-25 16,-1 0-20-16,-1 0 11 0,0-12 2 0,-1 12 13 16,-1 0 41-16</inkml:trace>
  <inkml:trace contextRef="#ctx0" brushRef="#br0" timeOffset="21136.28">9639 5705 150 0,'0'3'23'0,"0"-1"11"15,0-2 14-15,0 0 15 0,0 0-17 0,0 0-6 16,0 0 10-16,0 0-11 0,20 0 4 0,-20 0 3 16,13 0-27-16,-13 0 4 0,19 0-4 0,-8 0-23 15,-1-13 13-15,2 13 11 0,0 0-9 0,1 0 13 16,0-11-15-16,-3 11-14 0,2 0-1 0,-3-8 0 15,1 8 18-15,-2-4-18 0,-1 4 12 0,-1-2-11 16,0 2-30-16,-1 0-13 0,-1-1-25 0,2 1-21 16,-2 0-12-16,1 0-19 0,-2 0 20 0</inkml:trace>
  <inkml:trace contextRef="#ctx0" brushRef="#br0" timeOffset="22164.8">10372 5348 176 0,'0'-3'10'16,"0"-1"2"-16,0 1 17 0,0-1-2 0,0 1 7 15,0 1 17-15,0-1-19 0,0 1 15 0,0 1-5 16,0-1-8-16,0 1 3 0,0 0 4 0,0 1-9 16,0-1-5-16,0 1 5 0,0 0-14 0,0 0-3 15,0 0-11-15,0 0-12 0,0 0 8 0,0 0-10 16,0 0 10-16,0 0 0 0,0 0-10 0,0 0 10 15,0 0-5-15,0 0 10 0,0 16-5 16,0-16 0-16,15 13 15 0,-15-13 0 0,0 19 6 16,13-7 0-16,-13 1-15 0,9 3 6 0,-9 1-6 15,8 1 1-15,-8 1 10 0,10 2-10 0,-6-2-6 16,1 0-7-16,-2 1 0 0,1-3 5 0,-2 0 17 16,1-2-1-16,0 0-15 0,0-2 5 0,0 1-10 15,-1-2-1-15,0-2 11 0,0 0 0 0,-1-2-5 16,0-2 21-16,0 1-11 0,-1-3-5 0,1-1 6 15,0-1-11-15,-1 0 0 0,2-1 10 0,-2 0 6 16,0-1 0-16,0 0 4 0,1 0-14 0,-1 0-6 16,1 0-26-16,-1 0-10 0,1 0-24 0,-1 0-23 15,2 0 7-15,-2 0-23 0,2-15-3 16,0 15-14-16,-1 0-19 0,1-12 34 0</inkml:trace>
  <inkml:trace contextRef="#ctx0" brushRef="#br0" timeOffset="22968.92">10589 5318 141 0,'0'0'0'15,"0"-9"1"-15,0 9 4 0,0 0 15 0,0 0-4 16,0 0-5-16,0 0 4 0,0 0-19 0,0 0 4 16,0 0 13-16,7 0-3 0,-7 0 1 0,0 0 2 15,0 0-8-15,0 16 6 0,0-16 0 0,0 17-5 16,0-17 1-16,0 22-14 0,0-9 5 0,0 0 9 15,0-1 1-15,0 3 10 0,0-3-1 0,0 2-3 16,0-1-1-16,0-2 5 0,0 0-4 0,0-3-4 16,0 2 0-16,0-3-5 0,0-1 10 0,0-2-1 15,0-1 0-15,12-1-8 0,-12 0-6 0,0-1 5 16,0-1-4-16,0 0 4 0,13 0-5 16,-13 0 1-16,11 0 4 0,-4 0-4 0,2 0 0 15,2 0-4-15,0-20-1 0,2 20 5 0,0 0 5 16,3-18-5-16,-1 18-5 0,2-11 0 0,-1 11 5 15,2-8-1-15,-4 8 4 0,4-6-4 0,-1 6-4 16,-4 0 4-16,-1 0-5 0,0 0 5 0,-3 0-4 16,0 0 4-16,1 0 5 0,-3 0 14 0,1 0-1 15,-3 0 0-15,4 0 0 0,-2 18-22 0,-1-18 19 16,0 0 0-16,-1 13-1 0,1-13 10 16,-2 11-9-16,-2-11-11 0,1 10 11 0,-1-2-6 15,-2-2-9-15,0 0 10 0,0 1-15 0,0-2 5 16,0 2 0-16,0-1-5 0,0-1 10 0,0 2-5 15,-17-1 10-15,17 0 0 0,0 1-10 0,-14 2 11 16,14-1-21-16,-12 0 5 0,12 2 10 0,-15 0-15 16,8 0 19-16,-1-1 1 0,-4 1-4 0,3-1-6 15,-1 1 0-15,-1 0-5 0,2 0 5 0,-5-1 10 16,4-1 0-16,0 0-10 0,1 0-5 0,-1-1-1 16,1-2 1-16,1 0 11 0,1-1-6 0,2-1 0 15,1 0-6-15,0-1-27 0,2-2-21 0,0 0-24 16,0 0-18-16,-1 0-11 0,2 0-12 0,0 0 25 15</inkml:trace>
  <inkml:trace contextRef="#ctx0" brushRef="#br0" timeOffset="23457.26">10641 5306 359 0,'-2'6'0'0,"1"-6"19"16,-1 4 9-16,1-4 28 0,0 0 8 0,0 0-5 15,1 0-4-15,0 0-28 0,0 0-3 0,0 0-14 16,0 0-5-16,0 0-9 0,0 0-2 0,0 0-3 15,0 0 3-15,0 0 6 0,0 0 0 0,0 0 0 16,0 0-13-16,0 0 13 0,22 0-9 0,-22 0 5 16,19 0 17-16,-19 0-13 0,22 0 4 0,-8 0-4 15,-1 0 0-15,1 0 10 0,-2 0-6 0,0 10-4 16,0-10-4-16,0 0-10 0,1 0 14 0,-3 0 9 16,-1 0-27-16,3 0-5 0,-2 0-27 0,-2 0-23 15,2 0-1-15,-3 0-11 0,1 0-25 0,1 0 10 16,0 0 24-16</inkml:trace>
  <inkml:trace contextRef="#ctx0" brushRef="#br0" timeOffset="24144.88">11497 5437 368 0,'3'0'8'0,"3"0"0"0,-2 0 5 0,-1 0-3 15,2 0 5-15,-3 0-5 0,2 0-3 0,-1 0 3 16,1 0-13-16,0 0 3 0,0 0 0 0,0 0 5 15,-1 0-10-15,0 0 10 0,2 0-5 0,-3-10 0 16,1 10 4-16,1 0-4 0,1 0-11 0,-2 0-19 16,0 0-25-16,1 0-24 0,-1 0-10 0,1 0 3 15,-2 0 30-15</inkml:trace>
  <inkml:trace contextRef="#ctx0" brushRef="#br0" timeOffset="24296.8">11675 5411 56 0,'5'0'3'0,"-1"0"1"0,-1 0-1 0,1 0-1 15,-1 0-3-15,1 0-8 0,-2 0 13 0,1 0-6 16,-1 0-1-16,2 0 12 0,-2 0-30 16,3 0 7-16</inkml:trace>
  <inkml:trace contextRef="#ctx0" brushRef="#br0" timeOffset="24484.49">11913 5385 337 0,'9'0'10'0,"2"0"20"0,-1 0 27 0,-2 0 14 16,1 0-2-16,1-20-6 0,1 20-26 0,-3 0-28 16,2 0-1-16,-4-13-17 0,1 13-1 0,-2 0 15 15,1 0-5-15,-2 0 0 0,-2 0 4 16,2 0-13-16,-2 0-30 0,0 0-10 0,-2 0-23 0,2 0-3 15,0 0 6-15,0 0-25 0,1 0-6 16,-1 16 16-16</inkml:trace>
  <inkml:trace contextRef="#ctx0" brushRef="#br0" timeOffset="25024.93">12358 5197 445 0,'0'0'13'15,"2"10"14"-15,0-10 17 0,-1 0 23 0,0 0 15 16,-1 0 12-16,2 0-8 0,-1 0-7 0,-1 0-22 16,0 0-14-16,3 0-7 0,-3 0-10 0,0 0-17 15,0 0 7-15,0 0-7 0,0 0-1 0,0 0 4 16,0 0-20-16,0 0 8 0,0 0-1 0,0 0-6 16,0 0 11-16,0 17-3 0,0-17-3 0,0 17 6 15,0-6 1-15,0 2 1 0,0-1-1 0,0 3-2 16,0-1-4-16,0 0 3 0,0 1 2 0,0-3 7 15,13 1-5-15,-13-2-12 0,0 0 3 16,0-1-4-16,0-3 4 0,0-2 17 0,7 1-16 16,-7-2-52-16,0-1-40 0,0 1-61 0,0-1-24 15,0 0 0-15,0-3-20 0,0 0 49 0</inkml:trace>
  <inkml:trace contextRef="#ctx0" brushRef="#br0" timeOffset="25668.02">12588 5074 388 0,'2'-4'-4'16,"-2"-2"14"-16,0 1 0 0,0 0 0 0,0-2 13 15,0 1-14-15,0-1 4 0,-19 1 4 0,19 0-13 16,0 0 4-16,-25 0 0 0,25-1 1 0,-15 0-5 16,15 3 0-16,-24-2 0 0,15 2-13 0,-5 1 18 15,0 1-9-15,-2 1-9 0,-1 1 14 0,-1 0-18 16,0 0 10-16,-2 0-5 0,1 17 0 0,0-17 13 16,-2 18-9-16,1-18 9 0,2 23 3 15,2-10-12-15,-2 1 1 0,1 0 7 0,3 1-11 16,0-1 3-16,-1 3 8 0,3-3-12 0,-1 3 11 15,4-1 5-15,-2 0-17 0,4 1 8 0,1 0-4 16,1 0 0-16,3 0 8 0,0-1 0 0,0 1 5 16,1 0 0-16,1-1 4 0,0 0 10 0,0 0-14 15,0-1 4-15,0 1 0 0,18 0-17 0,-18 0 4 16,0 1 0-16,16-1 9 0,-16 0 0 0,14 1-4 16,-14-1 4-16,15-1-8 0,-15-2 0 0,16-1 5 15,-8-2-4-15,2 1 14 0,-3-1 10 0,1-2 3 16,1 0 8-16,-2-3-4 0,2 1 1 0,-2 0 24 15,1-3-1-15,2-1 4 0,1 0-5 16,3-2-23-16,-3 0-16 0,4 0-5 0,1 0-5 16,1 0-10-16,2-20 10 0,-1 20-10 0,0 0 17 15,-2-16-7-15,1 16 1 0,0 0-1 0,-2-15-7 16,1 15 0-16,-1-12-1 0,-1 5 5 0,-1-1 3 16,1 0 10-16,0-2-4 0,-1-1-5 0,1-3 5 15,-1 1 18-15,-1-1 12 0,0 0 29 0,2-1 6 16,-3 0 9-16,0 0 14 0,-3 0 1 0,-2-1-3 15,-1 2-14-15,-1-2-12 0,-2 0-28 0,-2 0-10 16,0-1-12-16,0 0-18 0,0 0 0 0,-27 0-9 16,27 0 0-16,-22-1 2 0,22 0-22 15,-27 0-67-15,13 0-94 0,-1-2-81 0,1 2-50 16,1 1 29-16,2 1 39 0,-1 1 22 0,1 2 71 16</inkml:trace>
  <inkml:trace contextRef="#ctx0" brushRef="#br0" timeOffset="39841.83">3979 11082 131 0,'0'0'11'0,"0"0"15"16,0 0 2-16,0 0 11 0,0 0-11 0,0 0 2 15,0 0 2-15,0 0-13 0,0 0 8 0,0 0-5 16,0 0 0-16,0 0 10 0,0 0-1 0,0 0-10 16,0 0-15-16,0 0 20 0,0 0-20 0,0 0-1 15,0 0 15-15,0-13-30 0,0 13 10 0,0 0 6 16,0 0-11-16,0 0 15 0,0 0-10 15,0 0 0-15,0 0 10 0,0 0-15 0,0 0 20 16,0 0-15-16,0 0-5 0,0 0 10 0,0 0-10 16,0 0 11-16,0 0 4 0,0 0-6 0,0 0 1 15,0 0 0-15,0 0-5 0,0 0-10 0,0 0 10 16,0 0 0-16,0 0-5 0,0 0 10 0,0 0-10 16,0 0 5-16,0 0 5 0,0 0-5 0,0 0 10 15,0 0-15-15,0 0 6 0,0 0 9 0,0 0-15 16,0 0 9-16,0 0-4 0,0 0-10 0,0 0 5 15,0 0 5-15,0 0-5 0,0 0 10 0,0 0 0 16,0 0-15-16,0 0 10 0,0 0 1 0,0 0-11 16,0 0 15-16,0 0 0 0,0 0-5 15,0 0-5-15,0 0 5 0,0 0-5 0,0 0 0 16,0 0 19-16,0 0-14 0,0 0 10 0,0 0-5 16,0 0-9-16,0 0 9 0,0 0-10 0,0 0 5 15,0 0 10-15,0 0-15 0,0 0 5 0,0 0 0 16,0 0 5-16,0 0 0 0,0 0 0 0,0 0-10 15,0 0-5-15,0 0 10 0,0 0-10 0,0 0 11 16,0 0-6-16,0 0 5 0,0 0 9 0,0 0-8 16,0 0 8-16,0 0-4 0,0 0-10 0,0 0 15 15,0 0-5-15,0 0-10 0,0 0 5 16,0 0 0-16,0 0-5 0,0 0 10 0,0 0-5 0,0 0-9 16,0 0 9-16,0 0-5 0,0 0 10 15,0 0 4-15,0 0-9 0,0 0 5 0,0 0-5 16,0 0 0-16,0 0 5 0,0 0 0 0,0 0 5 15,0 0-10-15,0 0 1 0,0 0-6 0,0 0 5 16,0 0 15-16,0 0 1 0,0 0 11 0,0 0-16 16,0 0 13-16,0 0-12 0,0 0 5 0,0 0 1 15,0 0-12-15,0 0-6 0,0 0 1 0,0 0-1 16,-14 0 7-16,14 0 11 0,0 0-12 0,0 0 6 16,0 0 0-16,0 0 4 0,0 0-16 0,0 0 0 15,0 0-6-15,0 0-4 0,0 0 16 0,0 0 0 16,0 0 5-16,0 0-5 0,0 0-1 0,0 0 1 15,0 0 5-15,0 0-11 0,0 0 10 16,0 0 1-16,0 0-6 0,0 0 12 0,0 0-22 16,0 0 17-16,0 0-22 0,0 0 4 0,0 0-6 15,0 0 2-15,0 0 20 0,0 0-9 0,0 0 22 16,0 0-18-16,0 0-15 0,0 0 14 0,0 0-14 16,0 0 4-16,0 0 16 0,0 0-10 0,0 0 5 15,0 0 5-15,0 0-37 0,0 0-20 0,0 0-22 16,0 0-57-16,0 0-22 0,0 17-43 0,0-17 29 15</inkml:trace>
  <inkml:trace contextRef="#ctx0" brushRef="#br0" timeOffset="43988.47">3935 11112 177 0,'0'0'6'0,"0"0"14"16,0 0 2-16,0 0 1 0,0 0 4 0,0 0-9 16,0 0-2-16,0 0 5 0,0 0-11 0,0 0-4 15,0 0 0-15,0 0-1 0,0 0 1 0,0 0-5 16,0 0 4-16,0 0 1 0,0 0 4 0,0 0-1 15,0 0 2-15,0 0-1 0,0 0-9 0,0 0 9 16,0 0-10-16,0 0 0 0,0 0-8 16,0 0 3-16,0 0 5 0,0 0 0 0,0 0 14 0,0 0-9 15,0 0 0-15,0 0-10 0,0 0 1 0,0 0 0 16,0 0 4-16,0 0 10 0,0 0-6 16,0 0 6-16,0 0-6 0,0 0-8 0,0 0-1 15,0 0 5-15,0 0-9 0,0 0 4 0,0 0 14 16,0 0-9-16,0 0 5 0,0 0 5 0,0 0-14 15,0 0-10-15,0 0 5 0,0 0-1 0,0 0 15 16,0 0-5-16,0 0-1 0,0 0-3 0,0 0-5 16,0 0 13-16,0 0 10 0,0 0-5 0,0 0 0 15,0 0-13-15,0 0-1 0,0 0 5 0,0 0-5 16,0 0 18-16,0 0-13 0,0 0-14 0,0 0 5 16,0 0-5-16,0 0 5 0,0 0 9 0,0 0 4 15,0 0 0-15,0 0-6 0,0 0-5 16,0 0-14-16,0 0-5 0,0 0-2 0,0 0-5 15,0 0 5-15,0 0-11 0,0 0-5 0,0 0 0 16,0 0-11-16,0 0 16 0</inkml:trace>
  <inkml:trace contextRef="#ctx0" brushRef="#br0" timeOffset="44782">3959 11033 81 0,'0'0'0'0,"0"0"0"0,0 0 14 15,0-14-3-15,0 14 0 0,0 0-1 0,0 0-8 16,0-8 6-16,0 8-1 0,0 0 8 0,0-8-8 16,0 8 8-16,0-5 0 0,0 2-5 0,0 0 6 15,0 0-5-15,0-1-1 0,0 1 2 0,0 0-4 16,0-1-10-16,0 0 9 0,0 2-9 0,0 0 12 16,0-1 9-16,0 1-8 0,0-1 12 0,0 2-2 15,0 0-5-15,0-1 9 0,0 1-9 16,0 1-9-16,0-2 3 0,0 1-5 0,0 1 5 0,0-1 3 15,0 1-3-15,0-3-1 0,0 3 1 16,0-2 13-16,0 2 1 0,0-1 4 0,0 1-5 16,0-1-4-16,0 1-1 0,0 0-4 0,0 0 5 15,0 0-10-15,0 0-4 0,0 0-1 0,0 0-13 16,0 0 9-16,0 0 0 0,0 0-1 0,0 0 6 16,0 0-14-16,0 0 9 0,0 12-5 0,0-12 10 15,0 0-15-15,0 15 10 0,0-7 0 0,0 2-5 16,0 2 18-16,0 2-18 0,0 2 0 0,0 2 5 15,0-1 5-15,0 2 0 0,12 2 15 0,-12 1-4 16,0 1 0-16,0 0 5 0,0 1-5 0,0-1 0 16,0 0 5-16,0 1 5 0,0-1-11 15,0-3 10-15,0 0 0 0,0-2-4 0,0 0 13 16,0-1-5-16,0-1-5 0,0-1 4 0,0-1-18 16,0 0 0-16,0-1-5 0,0-1-4 0,0-2-1 15,0 2 0-15,0-4-4 0,0 1 8 0,0-1 1 16,0-3-4-16,0 2 3 0,0-2-4 0,0-1 5 15,0-1 9-15,0-2 5 0,0 1-9 0,0-1 4 16,0-1-6-16,0 0-2 0,0 0 4 0,0 0-9 16,0 0-10-16,0 0-54 0,0 0-42 0,0 0-15 15,0 0-53-15,0 0 0 0,0 0-5 0,0 0 19 16</inkml:trace>
  <inkml:trace contextRef="#ctx0" brushRef="#br0" timeOffset="45220.37">3983 10977 104 0,'0'-3'21'0,"0"-2"24"0,0 3 15 0,0-1 21 16,0 1-12-16,0 1-9 0,0 1-2 0,0 0-19 16,0 0-11-16,0 0-10 0,0 0-8 0,-11 0-6 15,11 0 14-15,0 0-17 0,0 0 3 0,0 0 15 16,0 0-10-16,0 0 20 0,0 0-5 0,-6 0-8 15,6 0 1-15,0 0-6 0,-3 0 10 0,3 0-16 16,-1 0-5-16,0 0 0 0,0 0-15 0,1 0 20 16,-1 0-5-16,0 0-6 0,-1 0-4 15,0 0 4-15,0 18 12 0,-1-18-6 0,-1 0 1 16,-1 20-6-16,0-20 0 0,0 20 5 0,-1-9 6 16,0 1-5-16,1-1 5 0,0 1 0 0,-1 0 5 15,1 0-5-15,0 1-18 0,0 0-30 0,2-2-25 16,1 2-28-16,-1-1-31 0,0 0-3 0,1 1 0 15,0 0 34-15</inkml:trace>
  <inkml:trace contextRef="#ctx0" brushRef="#br0" timeOffset="45988.39">4243 11094 173 0,'0'0'16'0,"0"-8"20"15,0 8 12-15,0-6 15 0,0 6-6 0,0-4-9 16,0 3-11-16,0-2-5 0,0 3-11 0,0-2 4 16,0 1-5-16,0 0 0 0,0 1 5 0,0 0-15 15,0 0 9-15,0 0-14 0,0 0-5 0,0 0-4 16,0 0-1-16,0 0 0 0,0 0-5 0,0 15 10 15,0-15-10-15,0 0 15 0,0 19 9 16,0-19-18-16,0 23 5 0,0-9-6 0,0 0-8 0,0 1 23 16,-10 2-10-16,10 0 5 0,0 1 5 15,0-1-23-15,0 0 13 0,0-2-9 0,0-1 0 16,0-3 14-16,-4 0 4 0,4-1-9 0,0-3 14 16,0-1-14-16,-2-2-9 0,2-1 18 0,0-2-18 15,0 0 13-15,0-1 5 0,0 0-18 0,0 0 9 16,0 0-4-16,0 0 4 0,0 0-1 0,0-17 6 15,19 17-1-15,-19-15-4 0,20 15 8 0,-7-19-8 16,2 19 5-16,3-20-15 0,-1 9 10 0,-1 2-9 16,2 2 9-16,-4-1 4 0,1 2-4 0,-2 6-4 15,-1-6-1-15,-1 4 1 0,0 2-10 0,-2 0 23 16,1 0-4-16,-1 0 4 0,0 0-9 0,1 0 5 16,-3 0-9-16,0 16-5 0,0-16 18 0,1 0-18 15,-3 19-5-15,-1-19 15 0,-1 17-6 16,0-7 10-16,0-1 9 0,-2 1-10 0,0 2 5 15,-1-2-9-15,0 2 5 0,0 1-5 0,0-1-4 16,0 0 8-16,0 1-12 0,-22-1 17 0,22 0-13 16,-19 0 0-16,19 2 8 0,-21-2-13 0,8 1 14 15,-1-1-5-15,0 1 0 0,-4-1 4 0,2-1 0 16,-1-1 5-16,0-1-5 0,1-1 1 0,-1-1-1 16,1-2-13-16,2 1 9 0,0-3-4 0,3 1 8 15,-1-1 5-15,3-2-5 0,2 1 1 0,1 0-14 16,1-2 0-16,1 3-9 0,0-3-14 15,1 1-18-15,1 1-24 0,-3-1-18 0,3-1-17 0,-3 1-4 16,3-1 27-16</inkml:trace>
  <inkml:trace contextRef="#ctx0" brushRef="#br0" timeOffset="46556.34">4233 11028 87 0,'0'0'5'0,"0"0"6"15,0 0 4-15,0 0 6 0,0 0 4 0,0 0 0 16,0 0 1-16,0 0 5 0,0 0 6 0,0 0 0 16,0 0 14-16,0 0-5 0,0 0-11 0,0 0 4 15,0 0-14-15,0 0-10 0,0 0-1 0,0 0-4 16,0 0-15-16,0 0 10 0,0 0-10 0,13 0 10 16,-13 0 14-16,0 0 6 0,7 0 8 0,-7 0-3 15,10 0 7-15,-3 8 11 0,1-8-9 16,1 0-16-16,4 6-1 0,-2-6-10 0,1 0 10 0,3 0 6 15,-1 0-22-15,2 0-6 0,-1 0-6 16,0 0 12-16,-1 0 10 0,2 0-1 0,-1 0 6 16,0 0-2-16,0-16-9 0,2 16-6 0,-1 0 5 15,2-17-10-15,-3 17 0 0,2-16 8 0,-2 16-12 16,0-15-1-16,-2 8-26 0,-2 1-52 0,0 1-45 16,-2 2-36-16,-2-1-45 0,-3 4 42 0</inkml:trace>
  <inkml:trace contextRef="#ctx0" brushRef="#br0" timeOffset="49651.18">5026 11293 62 0,'0'0'-1'0,"0"0"-3"0,0 0 5 16,0 0 4-16,0 0-3 0,0 0 7 0,0 0 4 15,0 0-3-15,0 0 4 0,0 0 7 0,0 0-10 16,0 0 8-16,0 0 1 0,0 0-2 0,0 0-3 15,0 0 10-15,0 0-4 0,0 0-10 0,0 0 17 16,0 0-22-16,0 0 4 0,0 0-10 0,0 0-4 16,0 0-4-16,0 0-5 0,0 0 16 0,0 0-12 15,0 0 17-15,0 0-3 0,0 0-9 16,0 0 0-16,-11 0 0 0,11 0 4 0,0 0-4 16,0 0 8-16,-11 0-12 0,11 0 3 0,-5 0 10 15,5 15-10-15,-4-15 18 0,4 0-9 0,-3 0-3 16,1 0 4-16,1 0-14 0,-2 0 18 0,1 0-9 15,0 0 9-15,1 0-13 0,0 0 8 0,-1 0 0 16,0 0-13-16,1 0 22 0,-1 0-26 0,0 0 12 16,-1 0 9-16,2 0-12 0,-1 0 1 0,-2 0-1 15,2 7-4-15,-1-7 8 0,-1 0 5 0,1 3-5 16,-1-3-3-16,-1 2 7 0,2 0 10 0,0-1-4 16,0 1 11-16,-1-1-6 0,1 0-5 0,-1 0 1 15,2 1-10-15,-1-2 4 0,-2 2-4 16,2-2-1-16,-1 1-4 0,0 1 0 0,0-2 4 15,1 1 1-15,0 0 12 0,0 1-8 0,0-1-5 16,0 1 9-16,1-2-13 0,0 0 9 0,1 0 14 16,1 0 0-16,-1 1 5 0,1-1-9 0,0 0-5 15,0 0 1-15,0 0 8 0,0 0 4 0,0 0 4 16,0 0-4-16,0 0-9 0,0 0 0 0,0 0-5 16,0 0-4-16,0 0-1 0,0 0-4 0,14 0-4 15,-14 0 4-15,0 0 4 0,13 0-4 0,-13 0-4 16,16 0 13-16,-7 0 0 0,2 0 5 0,0 0 15 15,2 0-19-15,3 0 6 0,0 0 1 16,3 0-1-16,-4 15 16 0,2-15-11 0,1 0 1 16,1 0-7-16,2 0-4 0,-2 0-1 0,0 0 6 15,-1 0-1-15,3 0-10 0,0 0 1 0,-4 0-9 16,1-16-1-16,0 16 4 0,-4 0-5 0,2-17 10 16,-4 17-4-16,-2-10 9 0,2 10 5 0,-3-8-9 15,-3 8 9-15,0-7-19 0,-2 7 4 0,1-4 5 16,-4 4-5-16,1-3 0 0,-1 3 0 0,-1 0 10 15,0 0-10-15,0 0 5 0,0 0-10 0,0 0-26 16,0 0-12-16,0 0-5 0,0 0-25 0,0 0 1 16,0 0-7-16,0 0-30 0,0 0 7 15,0 0-11-15,0 0-8 0,0 0 41 0</inkml:trace>
  <inkml:trace contextRef="#ctx0" brushRef="#br0" timeOffset="50088.79">5233 11124 262 0,'0'-1'6'0,"0"0"7"0,0 0 8 0,0-1 8 16,0 0-2-16,0 1-7 0,0 0-3 0,0 0-12 15,0 0 10-15,0 1-8 0,0 0-3 0,0 0 3 16,0 0-25-16,0 0 16 0,0 0-5 0,0 0 2 16,0 0 9-16,0 0-12 0,0 0 8 0,0 0 5 15,0 17-4-15,0-17 6 0,0 14-10 0,0-4 0 16,-10 2 1-16,10 2 5 0,0 3 6 0,-9 1 4 15,9 4 4-15,-7 0 5 0,4 1-2 16,-2 0-5-16,1 2-8 0,0-1 7 0,-1-1-4 16,0 0-9-16,1-4 16 0,2 1-21 0,-1-4 9 15,0 1 4-15,1-5-9 0,1-2 0 0,1-1 4 16,0-1-3-16,0-1 3 0,0-2 5 0,0-2-5 16,0 1 5-16,0-1-4 0,0 0 0 0,0 0-1 15,0 0-9-15,17-2-28 0,-17 2-28 0,0-1-43 16,0 0-40-16,14-1 27 0,-14-1 28 0</inkml:trace>
  <inkml:trace contextRef="#ctx0" brushRef="#br0" timeOffset="51456.78">5705 11112 131 0,'0'0'0'0,"0"0"21"15,0 0 22-15,0 0 7 0,0 0 5 0,0-14-20 16,0 14-16-16,0 0-7 0,0 0-5 0,0 0 4 15,-5 0 0-15,5-6 5 0,0 6-5 0,0 0-4 16,0-6-1-16,0 3-6 0,0 0 6 0,0-1 3 16,0 0-8-16,0-1-4 0,0-1 0 0,22 0-1 15,-22-1 10-15,16 0-1 0,-16-1 1 0,23 1 1 16,-11 0-5-16,3 1 8 0,1 0 5 0,0 1-14 16,1 1 5-16,1 0-6 0,-2 2-4 0,-2 0 18 15,2 1-9-15,-3 1 0 0,-1 0 1 0,0 0-2 16,-3 0 10-16,-1 0-1 0,1 0 1 0,1 0-9 15,-2 0 4-15,-1 17 10 0,0-17-14 0,-3 0 4 16,0 18-4-16,-1-18-5 0,-2 20 13 16,-1-7 2-16,0-1-10 0,0 3-5 0,0 2 5 15,-26 3-9-15,26 0-1 0,-21 0 6 0,21-1-6 16,-27 1 1-16,14 2 13 0,0-5-4 0,13 0-4 16,-21-4 12-16,11 0-12 0,-1-2-6 0,11-3 14 15,-12-1-13-15,7-1 4 0,5-2 0 0,-5-3-9 16,5 2 9-16,0-3-5 0,0 0 9 0,0 0-4 15,0 0-13-15,0 0 17 0,0 0-8 0,0 0-1 16,0 0 5-16,0 0-5 0,0 0 5 16,0-14 5-16,0 14-10 0,13 0 0 0,-13 0 1 0,0-14-1 15,9 14 9-15,-9-8 1 0,10 8-10 16,-4-10 10-16,1 7-5 0,0-2-5 0,0 1 5 16,-1-1 4-16,0 1 1 0,0 0-5 0,2 1 4 15,-1-1-13-15,0 1 9 0,0 1-5 0,1 2 0 16,4-3 5-16,-1 3-4 0,1 0 4 0,0 0-5 15,1 0 1-15,-3 0 8 0,2 0-4 0,-1 0 5 16,0 0-4-16,0 0-10 0,-1 20 5 0,-2-20 4 16,0 0 0-16,-2 13 4 0,1-13-4 0,-2 10 5 15,-2-10-5-15,0 9 9 0,-2-9-4 0,0 8-5 16,0-8 4-16,0 7-12 0,-1-5 8 0,0 3-5 16,0-1 1-16,0 0 17 0,0 0-8 15,0 0 4-15,0 2-4 0,0-1-9 0,-17 2 8 16,17-1 5-16,0 0 5 0,-14 0 0 0,14 0-5 15,-15 0-3-15,15 1-1 0,-17 0-5 0,6-1 11 16,-1 3-1-16,-3-1-4 0,-2 0 4 0,1 1 1 16,0-2-6-16,-3 1 16 0,2-1-5 0,-2 0 4 15,2 0-9-15,-3-3 5 0,1 1 14 0,1 0-4 16,-4-2 10-16,3 0-20 0,0-1-9 0,1 1 3 16,2-2-5-16,2-1 0 0,3 0-48 0,3 0-53 15,-1 0-27-15,4 0-29 0,3 0 7 0,0 0-10 16,2 0 33-16</inkml:trace>
  <inkml:trace contextRef="#ctx0" brushRef="#br0" timeOffset="52673.35">6685 10820 192 0,'0'-2'10'0,"0"-1"19"0,0 2 19 16,0-2 13-16,0 0-10 0,0 2-4 15,-12-3 0-15,12 2-14 0,0 1 12 0,-11-1-10 16,11-1-13-16,-7 1 9 0,7 2-23 0,-7-1 1 15,7 1-9-15,-6 0-4 0,3 0 4 0,-4 0-5 16,4 0 1-16,-3 0-9 0,0 0 13 0,0 0 0 16,-1 19-5-16,-2-19 5 0,2 16 0 0,-1-16 4 15,-1 19 5-15,2-7-10 0,-1 1-4 0,1 1-8 16,-3 1 8-16,2 3 8 0,1-1-3 0,0 2 4 16,-2 1 0-16,4 1-10 0,-2 2 5 0,0-1-5 15,2 1 7-15,-1-2-10 0,1 3 10 0,-1 1 9 16,3-1-18-16,-3-1 18 0,3 0-10 0,-3 2-4 15,3-2 4-15,0 0 10 0,2-4-10 0,0-1-9 16,1 1 9-16,0-4 9 0,0-1 1 16,0-1 12-16,0-1 2 0,0-2-19 0,21 1 10 15,-21-1-4-15,0 0-5 0,20-2-6 0,-20 2 0 16,16-2 5-16,-16 1 11 0,20-2-11 0,-12-1 0 16,1 1 6-16,1-1-11 0,-1-1 16 0,-2 0-16 15,2-1-10-15,-1-1 5 0,0 0-6 0,-1-1 32 16,-1 0 0-16,0-1-6 0,0 0 6 0,0-1-16 15,-1 1 0-15,-1 0 5 0,1-1-9 0,-2 1-6 16,4-1 1-16,-4 0-1 0,3 0 10 16,-2 0 5-16,0 0-5 0,1 0 6 0,-1 0-16 15,2 0-11-15,-3 0-21 0,1 0-34 0,-1 0-2 16,-1 0-6-16,1 0 4 0,1 0-21 0,0 0-40 16,0-15 9-16</inkml:trace>
  <inkml:trace contextRef="#ctx0" brushRef="#br0" timeOffset="59589.37">6933 11116 153 0,'0'-2'6'0,"0"1"-3"15,0 0 7-15,0 0 5 0,0 0-6 0,0-1 0 16,0 0-11-16,0 0 4 0,0 0 4 0,0-2 4 16,0 1 0-16,0 0 1 0,0 0-1 0,0 0 2 15,0 0 3-15,0 0-7 0,0 1-6 0,0 0 9 16,0 1-4-16,0-2-7 0,0 3 7 0,0-3-12 15,0 1 10-15,0 0 0 0,0-2-13 0,0 3 4 16,0-1-9-16,0-1 5 0,0 1 17 0,0-1-8 16,0 2 13-16,0-1 0 0,0-1-14 15,0 2 5-15,9-1-8 0,-9-1 5 0,0 0 3 16,0-1-4-16,8 1 4 0,-8 0-9 0,6 0 4 16,-4-1 6-16,0 0-3 0,0-1 9 0,0 2-3 15,-1-1 12-15,0 0-4 0,0 0-2 0,0 1 1 16,-1 0-10-16,1 0-5 0,0 2 0 0,0-1 4 15,-1-1-9-15,1 2 13 0,-1-1-4 0,1 0-5 16,0 0 1-16,-1 1-1 0,1 0-1 0,-1 0 1 16,2 0 5-16,-2 1-1 0,0 0 1 0,0 0 5 15,0 0 0-15,0 0-5 0,0 0 0 16,0 0 5-16,0 0-5 0,0 0 4 0,0 0-5 0,0 0 1 16,0 0 0-16,0 0-1 0,0 0-3 0,0 0-1 15,0 0 14-15,0 0-14 0,0 16 18 16,0-16-5-16,0 10-8 0,0-10 4 0,0 14-10 15,0-5 1-15,0 0-1 0,0 3-4 0,0-1 14 16,0 0-9-16,0 2 0 0,0 1 10 0,0 0-10 16,0 1 6-16,0 1-5 0,0-1 4 0,0 1-9 15,0-1-1-15,0 4 15 0,0-2-14 0,-15-1 13 16,15 1-4-16,0-1-4 0,0 0 12 0,0-1-8 16,0 1 0-16,0-1-9 0,-7 0-5 0,7-1 0 15,0-1 9-15,0 0-4 0,0-2 4 0,0-1-5 16,0-1 5-16,0-1 9 0,0-1 5 15,0-2 15-15,17 0-15 0,-17-1 12 0,0-1 0 16,14-2-15-16,-14 2 0 0,11-2 5 0,-11-1-11 16,12 0 1-16,-12 0 5 0,13 0-16 0,-6 0 0 15,0 0 20-15,1 0-9 0,0 0-1 0,0 0 0 16,1-17-9-16,0 17 4 0,-2 0 1 0,3-15-1 16,-1 15 5-16,-1-12-5 0,1 12 0 0,-2-13-38 15,2 6-28-15,-2 0-5 0,0 0-33 0,-2 0 5 16,2 0-45-16,-2-1 9 0,-1 0 34 0</inkml:trace>
  <inkml:trace contextRef="#ctx0" brushRef="#br0" timeOffset="59917.02">7053 10830 1131 0,'0'0'5'16,"0"0"-14"-16,0 0 5 0,0 0-10 0,0 0 4 16,0 0 9-16,0 0-27 0,0-15-28 0,12 15-43 15,-12 0-20-15,9 0-3 0,-3 0 8 0,-1-14 8 16,4 14-12-16,1 0-10 0,-2-7 28 0</inkml:trace>
  <inkml:trace contextRef="#ctx0" brushRef="#br0" timeOffset="60703.89">7312 11286 188 0,'0'0'10'0,"0"0"2"0,0 0 14 16,0 0 6-16,0 0 5 0,0 0-2 15,0 0-8-15,0 0-4 0,0 0 3 0,0 0 9 16,0 0 0-16,0 0 17 0,0 0-9 0,0 0-14 15,0 0-1-15,0 0-19 0,0 0-18 0,0 0 9 16,0 0 0-16,0 0-9 0,0 0 18 0,0 0-4 16,0 0-5-16,17 0 4 0,-17-17-9 0,13 17 0 15,-13-10 1-15,17 10-1 0,-8-11 14 0,2 11-9 16,-4-8 10-16,3 8-1 0,-2 0-18 0,1-4 14 16,-2 4-5-16,0 0 0 0,0 0 4 0,0 0 1 15,-1 0 0-15,-2 19 0 0,0-19-5 0,0 14-9 16,-2-14 9-16,-1 17 5 0,-1-5-1 0,0 0 10 15,0 1-8-15,0 0-15 0,-20 1 19 16,20 0-10-16,-19 0-10 0,19-1 19 0,-18-1-15 16,18-2 6-16,-17-1 10 0,17-1-14 0,-15 0-1 15,15-3 1-15,-10-1-2 0,10-1 11 0,0-3-1 16,-5 1 6-16,5-1 1 0,0 0-16 0,0 0 1 16,0 0-15-16,0 0 14 0,0 0 9 0,0 0 1 15,17 0-1-15,-17 0-23 0,0 0 10 0,18 0-9 16,-18 0 27-16,17 0 0 0,-17 0-9 0,15 0 14 15,-8 0-14-15,2 0 0 0,-3 0 4 0,-1 0-4 16,-1 0 6-16,1 14-2 0,-4-14-4 0,1 0 10 16,0 15-4-16,-2-15-6 0,0 13 9 0,0-13-3 15,0 16-11-15,0-7 21 0,-17 1-16 16,17 0 5-16,0 0 6 0,-25 0-16 0,25 0 11 16,-23 2-11-16,10-2-1 0,-1 0-10 0,-1 1-32 15,-2-1-30-15,2 1-31 0,1-2-31 0,0-2 5 16,4-1 29-16</inkml:trace>
  <inkml:trace contextRef="#ctx0" brushRef="#br0" timeOffset="61697.64">7816 11317 101 0,'0'0'5'0,"0"0"10"16,0 0-3-16,0 0 9 0,0 0 3 0,0 0 1 15,0 0 13-15,0 0-5 0,0 0-8 0,0 0-5 16,0 0 2-16,0 0-1 0,0 0 0 15,0 0 4-15,0 0-13 0,0 0 12 0,0 0-5 16,0 0 0-16,0 0 4 0,0 0-17 0,0 0-6 16,0 0 1-16,0 0-1 0,0 0 5 0,0 0 4 15,0 0-4-15,0 0-5 0,0 0 1 0,0 0 13 16,0 0-14-16,0 0 9 0,0 0-4 0,0 0-14 16,0 0 18-16,0 0-5 0,0 0 1 0,0 0 4 15,0 0-14-15,0 0 19 0,0 0 1 0,0 0-1 16,18 0 9-16,-18 0-9 0,17 0 0 0,-8 0 11 15,2 0-11-15,1 0-8 0,-1 0 11 16,2-12-17-16,-1 12 5 0,1 0 6 0,0 0-22 0,-2-7 17 16,3 7-6-16,-3 0 0 0,1-5 11 15,-1 5-11-15,1 0 16 0,-1-1-27 0,0-1 17 16,-2 2 4-16,1-2-15 0,-1 0 27 0,-1 1-33 16,0 0-21-16,-1-1-27 0,0 1-29 0,0 0-11 15,-1 0-15-15,-1 1-22 0,1 0 25 0</inkml:trace>
  <inkml:trace contextRef="#ctx0" brushRef="#br0" timeOffset="62817.18">8545 10978 146 0,'3'-4'4'0,"0"-1"16"0,-3 1 5 0,1-1 9 16,0 0 3-16,0 0-5 0,0-1-1 0,0 2 10 16,0-1 3-16,-1 0-10 0,1 0 6 0,0-1-11 15,0 3 0-15,-1-2 3 0,0 2-1 0,0 0-8 16,0 1-1-16,0 0-4 0,0 2-4 0,0 0 1 15,0 0-5-15,0 0 1 0,0 0-11 0,0 0-10 16,0 0 5-16,0 0-6 0,0 0 1 0,0 0 10 16,0 17-10-16,0-17 6 0,0 18 8 0,0-18 1 15,-16 25 5-15,16-9-10 0,0 2 6 16,0 2-6-16,-14 1-16 0,14-2 27 0,0 2-17 16,-9 1 6-16,9 0 5 0,0 1-11 0,-7-2 6 15,7-2-5-15,0 1 15 0,0 0-10 0,0-2 6 16,0 0 4-16,0-3-10 0,0-1 6 0,19-2-1 15,-19 1-5-15,0-3 0 0,20 0 5 0,-20-1 6 16,12-2 4-16,-12 0-4 0,14-2 5 0,-14 0-5 16,13-2-5-16,-6-1-1 0,0-1 6 0,1 0-6 15,0-1 6-15,1 0-1 0,0 0-20 0,-1 0 0 16,0 0-22-16,-1 0-9 0,1-16-19 0,-3 16-22 16,0 0 0-16,-1 0-21 0,0-15-14 15,-1 15 0-15,0-10 21 0</inkml:trace>
  <inkml:trace contextRef="#ctx0" brushRef="#br0" timeOffset="63092.88">8618 10791 1103 0,'0'14'2'16,"0"-14"-10"-16,0 0-5 0,0 0-15 0,0 0-8 15,0 0-33-15,0 0-35 0,0-16 2 0,0 16-30 16,0 0 17-16,22 0 0 0,-22 0-31 0,23 0 36 15</inkml:trace>
  <inkml:trace contextRef="#ctx0" brushRef="#br0" timeOffset="63700.32">9035 11300 221 0,'2'0'15'0,"-1"0"10"0,1 0 26 0,-1 0 18 16,-1 0-13-16,0-20 12 0,1 20-15 0,-1 0-14 15,1 0 7-15,-1-14 0 0,1 14-10 0,-1 0 1 16,1-8 2-16,-1 8-6 0,1 0 0 0,-1-5 15 16,1 5-11-16,-1 0-5 0,0 0-2 0,0 0-13 15,0 0-3-15,0 0-9 0,0 0 6 0,0 0-7 16,0 0-4-16,0 0-1 0,0 0-5 15,0 0 5-15,0 0 5 0,0 18 4 0,0-18-5 16,-18 15-9-16,18-15 4 0,0 24-4 0,-15-11 10 16,15 0-1-16,-13 1-5 0,6 0 1 0,1-3-3 15,0 0 12-15,0 0 0 0,-1-2-3 0,2 0-1 16,1-2 0-16,0-1-7 0,1-1 3 0,1 0-6 16,0 0-2-16,1-4 7 0,-1 2-4 0,2 0-4 15,0-3 4-15,0 1-9 0,0 0 5 0,0-1 9 16,0 0-9-16,0 0 14 0,0 0 0 0,16 0 0 15,-16 0-5-15,0 0-4 0,14 0-1 0,-14 0 9 16,18 0 9-16,-8 0-8 0,4 0 3 0,-3 0-16 16,3 0 3-16,-1 0 10 0,2 0 0 15,-3 0 9-15,0-12-22 0,1 12 16 0,-4 0-12 16,2 0-5-16,-1 0 13 0,-2-7-12 0,1 7-1 16,0 0-36-16,-3 0-37 0,0-5-23 0,1 5-28 15,-2-2 17-15,2 1-11 0,-2-1-32 0,-3 2 36 16</inkml:trace>
  <inkml:trace contextRef="#ctx0" brushRef="#br0" timeOffset="63977.16">9197 11283 441 0,'0'-4'5'0,"0"0"11"16,0 0 13-16,0 1 15 0,0-2 3 15,0 1 11-15,0 2-19 0,0 1-15 0,0-1-4 16,0 2-36-16,0 0 11 0,0 0-1 0,0 0-10 16,0 0 32-16,0 0-10 0,0 21-1 0,0-21 0 15,0 19-16-15,0-5 1 0,0 1 10 0,0 2 5 16,0 2 1-16,0 1 4 0,-14 1-16 0,14 1-4 16,0-1 10-16,-9 0-5 0,9-2 5 0,0 1 4 15,-6-2-9-15,6-3 10 0,0 0-14 0,0-1-23 16,0-3-28-16,0 0-26 0,0-1-15 15,19-3-21-15,-19-1 9 0,0-1 21 0</inkml:trace>
  <inkml:trace contextRef="#ctx0" brushRef="#br0" timeOffset="68217.17">9452 10776 153 0,'-1'-1'1'0,"-1"-1"11"0,1-2 8 16,-1 1 2-16,1 0 11 0,-1 0-1 0,1 0-13 15,0-1 5-15,0 1-6 0,-1 0-3 0,1 1-5 16,1-1 8-16,0 1-7 0,0 0-1 0,-1 0 12 16,1 0-8-16,0 0 0 0,0 1-5 15,0-1 9-15,0 0-13 0,0 0 13 0,0-1-1 0,0 1-16 16,0-1 7-16,0 1-12 0,16-1 8 15,-16 1-3-15,0-1-1 0,12 1 1 0,-12-1-10 16,14 1 9-16,-7 1 8 0,0-1-4 0,4-1 0 16,-2 2 1-16,1 0-9 0,1 1 4 0,0 0-4 15,1 0 13-15,1 0-4 0,-2 0-1 0,1 0 5 16,1 0-1-16,-2 16 1 0,2-16 8 0,1 0 4 16,-3 21-8-16,1-21 4 0,1 19-4 0,-1-8 5 15,-1 2-13-15,0 1 9 0,0 0-10 0,0 3 1 16,-1-1 10-16,0 2-4 0,-1 1-5 15,-1 2 5-15,1-1-5 0,-2 4-5 0,-2 0 5 16,-1 1-4-16,-1 2-1 0,-2-2-6 0,1 4 16 16,-2-2-11-16,0-1 15 0,0 2 7 0,0-1-7 15,0 1 5-15,0 0-6 0,-18 0 0 0,18 1 5 16,0-2-10-16,-21-1 1 0,21-1 9 0,-13-1-4 16,13-1 5-16,-15-1 9 0,15-2-19 0,-12-1 14 15,7 0-5-15,-3-1-17 0,4-1 13 0,-1 0-14 16,1 0 10-16,0-2 9 0,0-1-9 0,1 1 5 15,-2-2-10-15,2 0 4 0,1-1 6 0,0-1-22 16,0-3 9-16,0 2-10 0,0-3-2 0,0 0 15 16,1-2 3-16,-1 1 6 0,1-2-5 15,-1-1 8-15,0 1-17 0,1-1 5 0,0-1 4 16,-2 1-5-16,1-1 9 0,1-1-14 0,-2 2 5 16,1-2-11-16,-1 0 11 0,1 0 0 0,-1 0-19 15,1 0-32-15,-2-1-61 0,2 1-34 0,1-1-20 16,-1 0 6-16,0 0-8 0,0 0-5 0,1 0 34 15</inkml:trace>
  <inkml:trace contextRef="#ctx0" brushRef="#br0" timeOffset="74412.82">10186 11297 87 0,'0'-1'-3'0,"-22"-1"10"0,22 2 7 16,0-1 2-16,0 1 6 0,0-1-7 15,0 0-5-15,0 0 1 0,0 0 3 0,0 0-4 0,0 1-5 16,0-2 9-16,0 2-14 0,0-1 4 0,0 1 8 16,0-1-13-16,0 1 1 0,0 0 5 15,0-1-8-15,0 1 18 0,0 0 0 0,0 0 4 16,0 0 5-16,0 0-21 0,0 0 17 0,0 0-18 15,0 0 9-15,0 0 8 0,0 0-8 0,0 0 8 16,0 0-14-16,0 0 5 0,0 0-5 0,0 0-1 16,0 0 1-16,0 0-8 0,0 0 3 0,0 0-4 15,0 0 5-15,0 0 12 0,0 0-13 0,0 0 4 16,0 0-4-16,0 0-8 0,0 0 4 0,0 0 4 16,0 0 5-16,0 0 3 0,0 0-4 0,0 0 0 15,-10 0-8-15,10 0-5 0,0 0 9 0,0 0 0 16,-8 0 5-16,8 0 5 0,-5 0 13 0,5 0 0 15,-2 0-4-15,0 0-5 0,0 0-4 16,2 0-10-16,-2 0 10 0,2 0-2 0,0 0-3 16,0 0 4-16,0 0-9 0,-1 0 0 0,1 0 1 15,-2 0-6-15,0 0 10 0,2 0-5 0,0 0 0 16,-2 0 4-16,2 0-17 0,0 0 13 0,0 0-13 16,0 0 9-16,0 0 8 0,0 0-4 0,0 0 0 15,0 0-8-15,0 0 12 0,0 0-8 0,0 0 4 16,0 0 4-16,0 0-4 0,0 0 4 0,0 0 1 15,0 0-1-15,0 0-8 0,0 0-1 0,0 0 10 16,0 0-14-16,0 0 5 0,0 0 4 0,0 0-5 16,0 0 10-16,0 0 7 0,0 0-7 0,0 0-1 15,0 0-3-15,0 0-6 0,0 0 5 0,0 0 5 16,0 0-1-16,0 0-8 0,0 0-5 16,0 0 0-16,0 0 5 0,0 0 17 0,0 0 5 15,0 0 5-15,0 0 13 0,0 0-7 0,0 17 15 16,12-17-9-16,-12 0-8 0,0 0 5 0,16 0-11 15,-8 0 5-15,2 13-5 0,1-13-1 0,2 0-4 16,2 0 4-16,2 0 5 0,2 0-9 0,0 0 18 16,0 0-9-16,-1 0 14 0,-1 0 3 15,1 0-5-15,-2 0-5 0,0 0-13 0,-1 0 9 0,0 0-7 16,-2 0 11-16,3 0 9 0,-4 0-4 0,1 0 3 16,1 0-3-16,-2 0-11 0,1 0-7 15,-1 0-3-15,-1-12-10 0,2 12 3 0,-3 0 1 16,0-9-12-16,-1 9 6 0,0-7 2 0,-2 7-1 15,1-7 12-15,-2 3-8 0,0 1-11 0,0 0-3 16,-1 0 1-16,1 1 8 0,-3 0 0 0,-1 0 0 16,2 1-10-16,-2 0-26 0,-1-2-57 0,0 3-65 15,-1-2-57-15,2 1-7 0,0 0 22 0,0 0 18 16,0-1 6-16,1 0 32 0</inkml:trace>
  <inkml:trace contextRef="#ctx0" brushRef="#br0" timeOffset="75748.02">10962 11004 47 0,'0'0'-5'0,"0"0"-1"16,0 0 2-16,0 0-1 0,0 0 5 0,0 0 2 15,0 0 2-15,0 0-2 0,0 0 2 0,0 0 1 16,0 0-5-16,0 0 4 0,0 0 0 0,0 0-7 16,0 0-1-16,0 0 0 0,0 0 5 0,-13 0 12 15,13 0 2-15,0 0 14 0,0 0 2 16,-9 0 4-16,9 0 5 0,0 0 0 0,-6 0-9 0,6 0 1 16,-2 0-6-16,1 0-9 0,1 0-5 15,-1 0-6-15,1 0-5 0,0 0-1 0,0-9 4 16,0 9-4-16,0-5 1 0,0 5-9 0,16-6 4 15,-16 3 0-15,0-1 5 0,23 1 4 0,-23-2 0 16,18 1 1-16,-7 1 9 0,2 1 4 0,0 1-3 16,0 1-1-16,0 0 0 0,1 0-6 0,1 0 14 15,-3 0-4-15,3 20-10 0,-2-20 9 0,-2 0-8 16,1 20 8-16,0-20 0 0,-4 13-8 0,0-13-5 16,1 14 9-16,-3-14-14 0,-1 14 14 0,1-7-5 15,-4 1 1-15,0 2 13 0,-1 0-18 16,-1 0 5-16,0 2-19 0,0 3 9 0,0 2 0 0,-28 2 0 15,28 0 5-15,-25 0 6 0,25 3-7 16,-29-1 6-16,15 1-5 0,-2-4-10 0,3 2 10 16,-1-4-15-16,2-1 10 0,0 0-5 0,3-2-5 15,2 0 14-15,1-3-4 0,1 1 0 0,2-2 10 16,-2 0-10-16,5-1 5 0,-2-1-5 0,2-1-5 16,0-1 1-16,0 1-6 0,0-2 10 0,0 0 11 15,0 0-2-15,0-1 1 0,0 0 0 0,0-1-10 16,21 1 6-16,-21-3-1 0,18 0-5 0,-18 0 16 15,26 0-11-15,-10 0 0 0,0 0 15 0,1 0-9 16,-1 0-1-16,2 0 5 0,-1 0-4 0,-3 0 4 16,2-15 10-16,-2 15 10 0,-2 0-5 0,2 0 10 15,-3-10 4-15,0 10 5 0,0 0 2 16,-3-9 9-16,0 9 1 0,1 0-10 0,-3-5 0 16,0 5-24-16,-1-3-7 0,-2 1-11 0,2 2-12 15,-1 0 8-15,-4 0-8 0,1-1 5 0,-1 1 5 16,0 0-18-16,0 0 15 0,0 0-14 0,0 0-48 15,0 0-47-15,0-1-58 0,0 1-35 0,0-1 11 16,0 1 20-16,0-1 0 0,0-1 25 0,0-2 37 16</inkml:trace>
  <inkml:trace contextRef="#ctx0" brushRef="#br0" timeOffset="76316.76">11675 11038 150 0,'4'-5'13'0,"1"-2"9"0,-2 2 18 0,0-2 7 15,-1 1-3-15,2 1 4 0,-2 0-6 0,-2 1 0 16,0 0 7-16,0 1 3 0,0 0 6 15,0 1 10-15,0 0 4 0,0 1-15 0,0 0-14 0,0 1-21 16,0 0-27-16,-20 0 0 0,20 0 0 16,-16 0 0-16,16 0 11 0,-21 21-11 0,9-21-10 15,-1 19 21-15,0-19-15 0,0 24 16 0,1-11-6 16,-1 0-17-16,0 1 22 0,2 1-18 0,-3 0 26 16,5 3-20-16,-1 0-1 0,0-1 6 0,1 0-11 15,2 2 17-15,3 0-6 0,0 1 10 0,1 0-15 16,1-1 10-16,2-1-9 0,0 0 4 0,0 0 16 15,0 0-20-15,0-2 19 0,24 1-14 0,-24-3 0 16,21-1 19-16,-21-1-19 0,25-2 10 0,-10 0-4 16,-1-3-1-16,1-2 0 0,3-2-5 15,0-1 5-15,1-2-9 0,-3 0 23 0,3 0 10 16,-1 0 6-16,0 0 14 0,-1-17 4 0,-3 17 11 16,1-15 0-16,-1 15-1 0,1-19-10 0,-2 19-10 15,0-23-9-15,-2 10 7 0,-1 0-13 0,-2-2-2 16,1 0-2-16,0 0-1 0,-2 1 4 0,-3-2 7 15,-1 0 4-15,1 2 9 0,-1-2 16 0,-1 0 4 16,-2 0 0-16,0-1 2 0,0 2-14 0,0-1-16 16,-20 1-8-16,20-1-21 0,-21 1-3 0,21 2-7 15,-26-2 0-15,10 3-9 0,1 3-29 0,-2-4-36 16,4 4-45-16,-1 0-53 0,2 2-44 0,2 0-36 16,3 3-13-16,0-2 12 0,3 1 14 0,2 1 44 15,2 1 60-15</inkml:trace>
  <inkml:trace contextRef="#ctx0" brushRef="#br0" timeOffset="78489.15">12302 11222 62 0,'0'0'5'0,"0"0"9"0,0 0 6 0,0 0-9 15,0 0 4-15,0 0-4 0,0 0-5 0,0-2 13 16,-7 2-4-16,7 0-1 0,-4 0-3 16,4 0-5-16,-5 0-4 0,3 0 4 0,0 0 8 15,0 0 4-15,0 0-1 0,1 0-17 0,-1 0 1 0,1 0-1 16,-1 0 0-16,2 0 4 0,-2 0-4 16,0 0-4-16,0 0-8 0,2 0 17 0,-3 0-1 15,1 0-4-15,1 0 9 0,0 0-9 0,-1 0 1 16,0 0 9-16,2 0-5 0,-2 0-4 0,-1 0 0 15,3 0-1-15,-2 0 9 0,2 0-3 0,-1 0-1 16,1 0 0-16,-1 0-3 0,1 0 12 0,0 0 15 16,0 0-5-16,0 0 0 0,0 0-5 0,0 0 1 15,0 0-10-15,0 0 9 0,0 0-14 0,0 0-9 16,0 0 4-16,0 0-9 0,0 0 10 0,0 0 4 16,15 0 0-16,-15 0 4 0,14 0 9 0,-14 0-9 15,22 0 4-15,-10-10-3 0,1 10-1 16,3 0 1-16,-1 0 5 0,2-7 8 0,0 7 1 15,0 0 9-15,0 0-9 0,1-3 11 0,-2 3-2 16,2 0-5-16,0 0 10 0,-2-2-15 0,2 1 4 16,-3-1-6-16,1 0 1 0,-1-1 0 0,1 2-11 15,-2-3-10-15,2 2 5 0,-5 1-11 0,2-1 6 16,-1 0 5-16,-2-1 5 0,-1 0 1 0,-1-1-1 16,-2 2 10-16,-1-3-25 0,1 3 10 0,-2-1 0 15,-2 0-11-15,2 1 16 0,-2 0 0 0,0 0-10 16,0-1-6-16,-2 3-62 0,0-1-42 15,0-1-24-15,0 0-11 0,0 0 15 0,0 0-22 16,0-1 28-16,0 1 20 0</inkml:trace>
  <inkml:trace contextRef="#ctx0" brushRef="#br0" timeOffset="78861.28">12529 11010 362 0,'0'-2'10'15,"0"0"10"-15,0 0 0 0,0 0 0 0,0 0-19 16,0 0-5-16,0 2-1 0,0-1 5 0,0 1 8 15,0 0-8-15,0 0 4 0,0 0-9 0,0 0 1 16,0 0 7-16,0 0-12 0,0 16 8 0,0-16 0 16,0 16-1-16,0-16 14 0,0 24 10 0,0-10-9 15,0 4-2-15,0 2-7 0,0 4-10 0,0 1 1 16,0 1 12-16,0 2 4 0,-22 0-13 0,22 2 8 16,0-3-14-16,-16-1-3 0,16-2 16 0,0-1-1 15,-10-3 1-15,10-3-1 0,0-2-11 0,0-3 11 16,0 1-8-16,0-5 9 0,0 1 3 15,0-2-30-15,19-2-15 0,-19 0-43 0,0-1-44 16,17-1 18-16</inkml:trace>
  <inkml:trace contextRef="#ctx0" brushRef="#br0" timeOffset="79824.61">13245 10884 196 0,'0'0'9'0,"0"0"13"0,0 0 7 0,0 0-1 16,2 0-12-16,-1 0-5 0,-1 0-13 15,0 0 7-15,0 0 12 0,0 0-17 0,0 0 21 16,0 0-12-16,0 0-3 0,0 0 11 0,0 0-7 16,2 0 8-16,-2 13 0 0,2-13 0 0,-2 0 9 15,0 13 5-15,2-13 3 0,-2 14-4 0,0-5-13 16,0 1 4-16,0 2 1 0,0 3 11 0,0 1 11 15,0 2 3-15,0 1-13 0,0 1 5 0,-17 0-23 16,17 2-1-16,0 1 9 0,0 0-27 0,-14 1 21 16,14-1-16-16,0-1 4 0,0 1 11 0,0-1-5 15,0-2 1-15,0-3-5 0,0-2 0 0,0-2-9 16,0-1 1-16,0-1-1 0,0-1 4 0,0-2 0 16,0 0 1-16,0-1-45 0,0 0-58 0,0-1-41 15,0-1-51-15,0-1-19 0,0-2 54 16</inkml:trace>
  <inkml:trace contextRef="#ctx0" brushRef="#br0" timeOffset="80591.68">13913 10719 269 0,'2'-7'13'0,"-2"7"11"0,0-7 13 15,0 7 0-15,0-4-8 0,0 3-7 0,0 0-13 16,0-1-8-16,0 2 3 0,-20 0-4 0,20 0-4 16,-14 0 12-16,14 0-12 0,-22 0 4 0,11 17 8 15,-3-17-12-15,-2 19 3 0,-2-19-3 0,1 27-1 16,0-11 8-16,-3 1-1 0,3 1 5 0,-2 1 0 16,2 2 4-16,1 0 10 0,2 1 4 15,0 2 5-15,2 1 5 0,2 2 1 0,1 2 7 0,2-2-2 16,-3 2 12-16,2 0 1 0,2 0-17 15,3 0 9-15,-1-2-17 0,2-1-1 0,2-1 0 16,0-1-15-16,0-2 0 0,0 0 1 0,23-2 3 16,-23-2 1-16,17-1-10 0,-17-1-4 0,23 0-3 15,-23-3 4-15,23 0 0 0,-23-3 8 0,21 1-5 16,-9-3-3-16,-3-2 3 0,-3 1-12 0,1-3 8 16,0-1-4-16,-2 0 5 0,-1 1-1 0,0-3-8 15,-1 1-28-15,1-2-45 0,-4 0-48 0,4 1-18 16,2-1-8-16,-2 0-9 0,-2 0 4 0,2 0 23 15</inkml:trace>
  <inkml:trace contextRef="#ctx0" brushRef="#br0" timeOffset="82049.58">14103 10910 42 0,'0'0'0'16,"0"0"-6"-16,0 0 8 0,0 0-8 0,0 0 6 15,0 0 6-15,0 0-2 0,0 0 8 16,0 0-2-16,0 0 5 0,0 0-2 0,0 0 10 0,0 0-4 15,0 0 0-15,0 0 6 0,0 0-20 16,0 0 5-16,0 0-1 0,0 0-8 0,0 0 6 16,0 0-3-16,0 0-9 0,0 0 10 0,0 0-9 15,0 0-1-15,0 0 5 0,0 0-3 0,0 0 7 16,0 0-3-16,0 0-1 0,0 0-5 0,0 0 2 16,0 0 11-16,11 0 1 0,-11 0 4 0,0 0-4 15,0 0 2-15,0 0 3 0,0 0 0 0,0 0-4 16,0 0-4-16,0 0-5 0,0 0-8 0,0 0 19 15,0 0-12-15,0 0 4 0,0 0 4 0,5 0-16 16,-5 0 9-16,0 0-1 0,3 0 0 16,-1 0-4-16,-2 0 4 0,0 0-4 0,2 0 4 0,-2 0 16 15,0 12-9-15,2-12-3 0,-1 0-4 0,0 0-12 16,-1 0 13-16,1 0 3 0,-1 0-3 16,0 0 3-16,0 0-8 0,0 0 1 0,0 0-2 15,0 0 17-15,0 0-7 0,0 0-1 0,0 0 0 16,0 0-7-16,2 0-1 0,0 0 5 0,-2 0 11 15,0 0-8-15,0 0 9 0,0 0-5 0,0 0-7 16,0 0 8-16,2 0-9 0,-2 0 4 0,0 0 6 16,0 0-9-16,0 0 12 0,2 0-4 0,-2 0-9 15,0 0 0-15,0 0 5 0,0 0-9 0,0 0 12 16,0 0-8-16,0 0-4 0,0 0 8 0,0 0-7 16,0 0 12-16,3 0 0 0,-3 0 1 15,0 0 8-15,2 0-4 0,-2 0 8 0,2 14-5 16,-2-14-12-16,0 0 12 0,2 13-17 0,-2-13 8 15,2 11 4-15,1-4-21 0,-3 2 13 0,1-1-1 16,-1 2 1-16,0 1-1 0,0 2 1 0,0 0-5 16,0 0 10-16,0 1 19 0,0 0-9 0,0-1 15 15,0 2-15-15,-17-2-9 0,17 0 16 0,0 1-5 16,0 0 7-16,0 0 4 0,-7 1-7 0,7 2-15 16,0-3 5-16,0 2-5 0,0-1 0 0,0-1 5 15,0-1-6-15,0-1 9 0,0-2-18 16,0-1 0-16,16 1 15 0,-16-4-5 0,0 0 19 0,16-1-9 15,-16-2-6-15,0 0 2 0,15 0-15 0,-15-3 18 16,12 0-9-16,-12 0 0 0,13 0 0 16,-6 0-5-16,0 0 1 0,2 0-15 0,-2-17-21 15,1 17-24-15,2 0-31 0,1-17-24 0,-1 17 1 16,0-16-3-16,1 16 11 0,0-18 3 0,1 8-31 16,-1 0 25-16</inkml:trace>
  <inkml:trace contextRef="#ctx0" brushRef="#br0" timeOffset="82293.24">14301 10686 941 0,'0'0'-15'15,"0"0"-64"-15,-20 0-42 0,20 0-23 0,0 0-14 16,0 0 3-16,0 0 40 0,0 0 24 0</inkml:trace>
  <inkml:trace contextRef="#ctx0" brushRef="#br0" timeOffset="83284.7">14469 11207 210 0,'0'0'9'15,"0"0"7"-15,0 0 13 0,0 0 11 0,0 0-1 16,0 0 0-16,0 0-10 0,0 0-13 0,0 0-6 16,0-13-10-16,0 13 5 0,0 0 3 0,0-6-4 15,0 6 5-15,0 0-14 0,13-6 1 0,-13 2-5 16,0 2-1-16,17-1 14 0,-17-1-3 0,15 2 8 15,-7 0 6-15,0 0-10 0,-1 0 14 16,2 2-5-16,-2 0-3 0,0 0 12 0,-1 0-12 16,0 0-1-16,1 17 4 0,-2-17-8 0,-2 15 3 15,1-15 1-15,-2 22-5 0,-2-10-5 0,0 1 1 16,0 1-1-16,0 0 5 0,0 2-1 0,-22-2 1 16,22-1-1-16,-16-1-3 0,16 0-1 0,-20 0-9 15,20-4 1-15,-16 1-5 0,16-3 9 0,-13-2 0 16,13 0 4-16,-12-1 0 0,12-2-4 0,-9 0 8 15,9 0 4-15,0-1-12 0,0 0-4 0,0 0 7 16,0 0-7-16,0 0 16 0,0 0-8 0,20 0-5 16,-20 0 1-16,17-14-4 0,-17 14 12 15,23 0-4-15,-23 0 4 0,24 0-4 0,-12 0-4 16,0 0 0-16,-1 0 0 0,-1 0 13 0,-1 0 4 16,-1 0 4-16,-1 0 0 0,0 20 5 0,-2-20-1 15,-3 15-8-15,0-15 4 0,-2 18 3 0,0-18-15 16,0 19 19-16,0-10-14 0,0 2-9 0,-20 0 18 15,20 0-14-15,-18 1 0 0,18-2 5 0,-21 1-9 16,5-2 9-16,3 1-5 0,0-2 0 0,-3-1-5 16,1 0-9-16,-1-4-7 0,-1 1-31 0,2-1-30 15,2-2-14-15,-1-1-23 0,1 0-20 0,4 0 13 16,0 0 15-16</inkml:trace>
  <inkml:trace contextRef="#ctx0" brushRef="#br0" timeOffset="83656.31">14922 11297 915 0,'2'0'15'0,"0"6"-5"0,0-6-5 0,3 0-4 16,-1 0-11-16,-2 0 1 0,6 0 0 0,0-17 8 15,-1 17-8-15,2 0 5 0,1 0 4 16,0 0-5-16,0-14-26 0,0 14-16 0,1 0-14 0,1 0-18 16,-4 0 8-16,4 0 2 0,-3 0-18 15,-1 0 16-15,2 0-13 0,-5 0-14 0,0 0 21 16,-3 0 2-16</inkml:trace>
  <inkml:trace contextRef="#ctx0" brushRef="#br0" timeOffset="84201.91">15491 10949 814 0,'1'-4'50'0,"1"1"50"15,-2-3 26-15,1 3 16 0,-1-5-50 16,0 4-46-16,0 0-35 0,0 2-20 0,0-2 3 16,0 4-9-16,0 0 6 0,0-1 1 0,0 1-9 15,0 0 9-15,0 0-13 0,0 0 9 0,0 0 10 16,0 16 0-16,0-16 6 0,0 16-8 0,0-16 1 16,-15 25-5-16,15-11 12 0,0 3 5 0,-14 2-14 15,14 0 3-15,-12 0 1 0,12 3-4 0,-11-2 4 16,6 1 7-16,0-1-2 0,5-1-7 0,-3-3 8 15,3 1-9-15,0 0 1 0,0-2 9 0,0-2 5 16,0-1 1-16,20-3-3 0,-20 0-1 0,18-2 1 16,-18-1-5-16,22-2 3 0,-9-1-3 15,1-2-24-15,1-1-10 0,0 2-21 0,-1-2-1 16,-1 0 11-16,-1 0-1 0,-1 0 7 0,1 0-30 16,-2-16-15-16,-1 16-22 0,2 0-20 0,0-18 9 15,0 18-23-15,-2-17-2 0,1 17 11 0,2-20 24 16</inkml:trace>
  <inkml:trace contextRef="#ctx0" brushRef="#br0" timeOffset="84457.52">15682 10735 1886 0,'2'0'23'0,"0"0"0"0,-2-17-1 0,0 17-2 16,0-16-37-16,0 16-29 0,0-12-56 0,0 12-55 16,0 0-58-16,0-10-18 0,0 10 10 0,21 0 12 15,-21 0 54-15,0 0 24 0,19 0 10 0,-19 0 0 16,12 0 17-16</inkml:trace>
  <inkml:trace contextRef="#ctx0" brushRef="#br0" timeOffset="85084.27">15769 11227 388 0,'0'0'18'16,"0"0"-2"-16,0 0 17 0,0 0 1 0,0 0-10 16,0-16 4-16,0 16-18 0,0 0 8 15,0 0-8-15,0-14 13 0,17 14 5 0,-17 0-5 16,0-14 6-16,13 14-3 0,-13-7 11 0,13 7 2 15,-5-9 5-15,2 5 0 0,0-1-16 0,2 2-7 16,0-1-10-16,-1 2-11 0,1 0 5 0,-3 1 5 16,3 1 5-16,-5 0 0 0,0 0 5 0,-2 0-5 15,0 0 3-15,-1 22-4 0,0-22-6 0,-2 14 5 16,0-14-13-16,-2 18 3 0,0-18-5 0,0 22 6 16,0-10-1-16,0 0 0 0,-21 2 4 0,21-2-12 15,0 1 4-15,-23-1 4 0,23 1 0 0,-15-3 0 16,15 0 4-16,-14 0-12 0,14-2 0 15,-12 1 4-15,12-2-13 0,-10-2 17 0,10 1-8 0,-5-2 1 16,5 1 4-16,0-3-5 0,0 1 1 16,0-1 5-16,0 0 12 0,0-1-12 0,18 1 17 15,-18-1 4-15,17 0-17 0,-17-1 8 0,21 0-3 16,-21 0-14-16,25 0 9 0,-13 0 0 0,0 0-51 16,1 0-24-16,-1 0-32 0,-4 0-27 0,2 0 27 15,-2-17 8-15,-3 17 8 0,2 0-5 0,-2-11-25 16,-2 11-4-16,-1 0 24 0</inkml:trace>
  <inkml:trace contextRef="#ctx0" brushRef="#br0" timeOffset="85966.97">16259 10647 73 0,'0'0'0'0,"0"0"-6"0,0 0 6 0,19 0 5 16,-19 0 14-16,0 0 21 0,14 9 15 0,-14-9 4 15,11 9-4-15,-11-2 2 0,12-1-8 0,-4 2 8 16,0 1-2-16,3 1 0 0,-2 1 1 0,3 1 11 16,1 0 6-16,-2 2-15 0,4 1-4 15,-3 1-16-15,0 0-12 0,1 3 4 0,0 0-4 16,-2 1-13-16,-1 2 8 0,-1 1-7 0,-2 1-14 15,2 2 12-15,-3 2-9 0,-2 0 3 0,-2 2 10 16,0 0-15-16,-2 3 2 0,0 1 14 0,0 0 3 16,0 0 15-16,0 1 1 0,0 0-13 0,0-2 5 15,-19 1-7-15,19 99-21 0,-108-7 7 47,108-126 2-47,0 0-11 16,-27 0-324-16,27 0 8 15</inkml:trace>
  <inkml:trace contextRef="#ctx0" brushRef="#br0" timeOffset="88396.55">16943 11077 140 0,'-1'3'2'16,"-1"-3"-9"-16,0 0 14 0,2 0 6 0,0 0 11 0,-1 0 11 16,1 0-9-16,-2 0-4 0,2 0 1 0,0 0 9 15,0 0 0-15,-1 0 13 0,1 0-9 16,0 0-10-16,-1 0 4 0,1 0-19 0,0 0 8 16,-2 0-5-16,2 0-9 0,0 0 4 0,0 0-8 15,-2 0 8-15,2 0 0 0,0 0-4 0,0 0-5 16,-1 0-9-16,1 0 9 0,0 0 0 0,0 0 0 15,0 0 19-15,0 0-10 0,0 0 19 0,0 0 10 16,0 0-19-16,0 0 16 0,0 0 3 0,0 0-4 16,0 0 16-16,0 0-11 0,0 0-6 0,17 0-1 15,-17 0 0-15,22 0-1 0,-6 0-20 16,2 0 1-16,4 0 5 0,-1 0-11 0,3 14 11 0,-1-14-7 16,1 0-10-16,-3 0 1 0,1 0 3 15,-2 0-4-15,-1 0 4 0,-4 0 9 0,-1 0-8 16,-3 0 8-16,-3 0-7 0,-1 0-1 0,-2 0 5 15,1 0-6-15,-3 0-5 0,-1 0-4 0,0 0 9 16,1 0 1-16,-3-12-15 0,2 12-31 0,-2 0-59 16,0 0-40-16,0 0-14 0,0 0 2 0,0 0 0 15,0 0 3-15,0 0 32 0</inkml:trace>
  <inkml:trace contextRef="#ctx0" brushRef="#br0" timeOffset="88722.92">16997 11315 296 0,'0'3'18'0,"0"-2"18"0,0 2 15 15,0-3 18-15,0 0 2 0,0 0-13 0,0 0-10 16,0 0-13-16,0 0-16 0,0 0-5 0,0 0 2 15,0 0-1-15,0 0 6 0,0 0 9 0,24 0 5 16,-24 0-5-16,23 0-1 0,-23 0-14 0,28 0-5 16,-12 0 9-16,-1 0-5 0,1 0 5 0,-1 0-5 15,0 0-8-15,-2 0-2 0,-1 0-4 16,-1 0-5-16,-1 0 4 0,-2 0 6 0,-2 0 0 16,-2 0 9-16,0 0-4 0,-1 0-15 0,-1 0 10 15,0 0-9-15,0 0-20 0,-1 0-30 0,1 0-59 16,1 0-23-16,-1 0-17 0,0 0-21 0,-1 0 31 15,1 0 27-15</inkml:trace>
  <inkml:trace contextRef="#ctx0" brushRef="#br0" timeOffset="89276.64">17739 11039 181 0,'14'-14'-7'0,"0"0"6"0,-3 1 8 0,-3-2 3 16,-3 3 10-16,-2 1-4 0,0 2-9 0,1 1 12 15,-2 1 1-15,-1 1 14 0,-1 1 17 16,0-1-4-16,0 2 3 0,0-1-22 0,0 2-14 0,0-1-17 15,-20 1-8-15,20 1 7 0,-14 1-1 0,14 1 9 16,-24 0-1-16,12 0 0 0,-6 0-7 16,0 0 3-16,-2 18 0 0,0-18 0 0,3 17 8 15,-3-17-8-15,3 21 3 0,-1-9 0 0,3 2-11 16,2 0 7-16,0 1-4 0,2 1-5 0,2 1 23 16,2-1-3-16,1 0 5 0,-1 3 10 0,5-1-8 15,1 2 4-15,1-1-1 0,0 0-4 0,0-1-1 16,0 1 0-16,28-1 4 0,-28-1-5 0,31 0-4 15,-12-5-4-15,1 0-5 0,4-2 8 0,2-1 1 16,-1-4 10-16,0 0 5 0,-2-5 7 0,1 1 15 16,-1-1 5-16,-1 0 13 0,-1 0 14 15,-2 0-5-15,1-22 2 0,-2 22-8 0,1-20-20 16,-1 20 8-16,0-25-7 0,1 8 3 0,-2 0 5 16,1-3 7-16,-1 2-3 0,1-1 1 0,-3-3 20 15,2 2 10-15,-4 1 22 0,-1-1 14 0,-3 1-15 16,-2 1-13-16,-3-1-11 0,-1 0-20 0,-3 2-13 15,0-1-16-15,0 0-15 0,0 2-14 0,-30-1-9 16,30 4-5-16,-28-1-26 0,9 2-32 0,-1 1-49 16,-1 2-72-16,-4 2-81 0,-2 1-88 0,-3 1-38 15,3 3 6-15,-2 0 36 0,-3 2 123 0</inkml:trace>
  <inkml:trace contextRef="#ctx0" brushRef="#br0" timeOffset="99303.04">4232 12655 68 0,'0'0'7'0,"0"0"1"0,0 0 5 0,0-14-4 16,0 14-3-16,0 0 5 0,0 0 1 0,-1 0 13 15,0 0 0-15,0-8 4 0,1 8-5 0,-1 0-3 16,1 0-5-16,0 0-4 0,-1-4 3 0,1 4-9 15,0-2 13-15,0 2-5 0,0-1-18 0,0 1 5 16,0 0 3-16,0 0-13 0,0 0 9 16,0 0 8-16,0 0-15 0,0 0 15 0,0 0 1 15,0 0-10-15,0-1 4 0,0 1-3 0,0 0 5 16,0 0 5-16,0 0-3 0,0 0 4 0,0 0 4 16,0 0 1-16,0 0 3 0,0 0-14 0,0 0 14 15,0 0-10-15,0 0-3 0,0 0 3 0,0 0-8 16,0 0 13-16,0 0-5 0,0 0 5 0,0 0-4 15,0 0-10-15,0 0 9 0,0 0 1 0,0 0-14 16,0 0 4-16,0 0-4 0,0 0 4 0,0 0 9 16,0 0 0-16,0 0 0 0,0 0-9 0,0 0 0 15,0 0 5-15,0 0-5 0,0 0 5 0,0 0 4 16,0 0-9-16,0 0 9 0,0 0-4 0,0 0-1 16,0 0 1-16,0 0-5 0,17 0 5 0,-17 0-1 15,0 0 1-15,19 0 4 0,-19 0 5 0,15 0 0 16,-6 0 5-16,-9 0 1 0,17 0 2 15,-9 10-11-15,2-10 11 0,0 0-6 0,1 6-5 16,0-6 11-16,1 0-11 0,-1 0-6 0,0 0 1 16,2 0-1-16,-2 0-10 0,1 0 10 0,-1 0-4 15,0 0 4-15,-1 0 1 0,0 0-6 0,2 0 5 16,-1 0-11-16,-1 0 11 0,1 0-5 16,1 0 5-16,-1 0 1 0,1 0-6 0,-1 0 5 0,0 0 0 15,1 0 16-15,-2 0-5 0,-1 0 5 0,2 0 1 16,-2 0-7-16,-1 0 0 0,-1 0-6 15,0 0 1-15,-3 0-15 0,0 0 11 0,-1 0-6 16,1 0 1-16,-3 0-1 0,0 0 5 0,0 0 5 16,-1 0-10-16,0 0 9 0,0 0-13 0,0 0-1 15,0 0-5-15,0 0-31 0,0 0-28 0,0 0-16 16,0 0-21-16,0 0-4 0,0 0 7 0,0 0-39 16,0 0 6-16,0 0 30 0</inkml:trace>
  <inkml:trace contextRef="#ctx0" brushRef="#br0" timeOffset="100326.52">4983 12400 84 0,'0'0'8'0,"0"-7"0"15,0 7 2-15,0 0 3 0,0-3-11 0,0 1 17 16,0 1 8-16,0-1 9 0,0 1 4 0,0 0-7 15,0-1-5-15,0 1-13 0,0 0-1 0,0-1-4 16,0 1-5-16,0-1 5 0,0 1 0 0,0-1 8 16,0 0-5-16,12 1 3 0,-12 0-11 0,0 0-8 15,0 1 3-15,0 0-7 0,0 0 15 0,0 0-3 16,0 0-1-16,0 0-3 0,0 0 0 16,0 0 3-16,0 0 0 0,0 0 3 0,0 0-3 0,0 0-4 15,0 0-3-15,0 15-1 0,0-15 0 16,0 0 3-16,0 15 9 0,-11-15-1 0,11 16-1 15,0-6-2-15,0 1-6 0,-8 2 5 0,8-1 8 16,-8 2-8-16,8 1-9 0,-7 2 0 0,4 0 0 16,-1-1 4-16,-1 3 8 0,1-2 0 0,-1 2-12 15,1 1 3-15,1 0 1 0,0-1 11 0,0-1-3 16,-1 0-4-16,1 0 1 0,0-1-6 0,1 0 4 16,0-2 5-16,-1-2 8 0,1 2-17 0,2-1 9 15,0-2 8-15,0-2-17 0,0 2 13 0,0-3 3 16,0-1-3-16,19 0 3 0,-19-3 1 0,0 1 0 15,14-1-5-15,-14-1 5 0,13-2-1 0,-13 1-4 16,13-1-4-16,-13-1 4 0,14 0-14 16,-8-1 1-16,2 0 8 0,-1 0 5 0,1 0 4 15,1 0 1-15,-1 0-6 0,1 0-12 0,1 0 4 16,-3-15-5-16,1 15 1 0,-1 0 4 0,-1-12 4 16,0 12-18-16,1-11-9 0,0 11-33 0,1-13-20 15,0 6-17-15,1-1-45 0,3-1 26 0,-2 0 16 16</inkml:trace>
  <inkml:trace contextRef="#ctx0" brushRef="#br0" timeOffset="100652.83">4917 12055 1069 0,'-9'0'-8'0,"4"0"-20"0,0 0-40 16,2-23-31-16,0 23-20 0,3-18-21 0,0 18-1 15,0 0-14-15,0-11 14 0,0 11 41 0</inkml:trace>
  <inkml:trace contextRef="#ctx0" brushRef="#br0" timeOffset="101550.94">5415 12716 79 0,'1'0'0'0,"-1"0"9"0,1 0-5 16,-1 0-4-16,0 0 1 0,0 0 0 0,1 0 10 15,-1 0 10-15,0 0 9 0,1 0 11 0,-1 0-7 16,0 0 0-16,1 0 3 0,-1 0-5 0,0 0 7 15,0 0 1-15,0 0-19 0,0 0 1 0,0 0-7 16,0 0 5-16,0 0-1 0,0 0-19 0,0 0 5 16,0 0-5-16,0 0-4 0,0 0 5 15,0 0-9-15,0 14 0 0,0-14 9 0,0 17 0 16,0-6 5-16,0 2-9 0,0 0 4 0,0 3 0 16,0 0-8-16,0 0 13 0,0-1 0 0,-13 4-10 15,13-1 10-15,0 1-5 0,0-1-4 0,0 0 12 16,0 0 5-16,-8-3-5 0,8 2 0 0,0-2-1 15,-4-2-7-15,4 0 3 0,-4-2 5 0,3-1-5 16,0 1 1-16,-1-2-5 0,2-2 0 0,-2-1-4 16,2 0 12-16,-1 0-4 0,0-2-4 0,0-3 4 15,0 2-8-15,1-3 8 0,0 0-9 0,0 0-8 16,0 0-23-16,0 0-40 0,0 0-30 0,-1 0-28 16,0 0 23-16</inkml:trace>
  <inkml:trace contextRef="#ctx0" brushRef="#br0" timeOffset="101842.04">5463 12667 162 0,'8'-11'25'0,"-3"1"15"0,-1 0 17 0,1-2 24 0,-5 4-2 16,2 1-1-16,-2 3-3 0,0-1-13 15,0 5-28-15,0 0-15 0,0 0-19 0,0 0-16 16,-19 0 22-16,19 18-12 0,-17-18 6 0,17 18 11 16,-26-18-27-16,11 22 22 0,0-6 0 0,-2 1-12 15,-2 0 16-15,1 4-21 0,0-2-26 0,-2 4-18 16,2-2-47-16,-1 3-55 0,-1-1 16 0,2-2 23 15</inkml:trace>
  <inkml:trace contextRef="#ctx0" brushRef="#br0" timeOffset="106465.78">5230 12844 39 0,'0'0'5'0,"0"0"5"16,0 2-1-16,0-2 5 0,0 0-5 0,0 0 8 15,0 0-2-15,0 0 0 0,0 0 8 0,0 0-8 16,0 0 9-16,0 0-1 0,0 0 2 0,0 0 0 16,0 0 4-16,0 0 3 0,0 0-3 0,0 0 3 15,0 0-9-15,0 0 0 0,0 0-13 16,0 0-4-16,0 0 3 0,0 0-13 0,0 0 4 16,0 0 4-16,0 0-8 0,0 0 4 0,0 0 4 15,0 0 0-15,0 0 0 0,0 0 0 0,0 0-4 16,0 0-3-16,0 0-2 0,0 0 6 0,0 0 7 15,0 0-12-15,0 0 13 0,0 0 0 0,0 0-4 16,0-13 9-16,0 13-5 0,0 0 0 0,0 0 9 16,0 0 4-16,0 0-13 0,0 0 9 0,0 0-9 15,0 0-4-15,0 0 3 0,0 0-12 0,0-5 4 16,0 5 0-16,0 0 4 0,0 0 5 0,0 0 0 16,0-3-5-16,0 3 0 0,0-2-4 0,0 2-9 15,0-2 9-15,0-1 0 0,0 1 9 0,0 0 5 16,14-1-5-16,-14 0 10 0,0 1 1 15,0 1-4-15,0 0-1 0,0 0-5 0,0-1-20 16,0 1 4-16,0 1 1 0,8-2 5 0,-8-2 0 16,0 2 0-16,5-1 6 0,-5 0-11 0,3-1 10 15,-1 1 1-15,2-1-17 0,-1 0 11 0,-3 0 0 16,4 1 0-16,-2-2 11 0,1 2-11 0,-1-1 0 16,2 1 0-16,-1 1 0 0,-1-1-5 0,2 0 10 15,-1-1-10-15,0 1 5 0,-1 1 5 0,2-1-15 16,-2-1 26-16,1 1-22 0,-1-1 1 0,1 2 11 15,0 1-12-15,-1-2 12 0,-2 1 0 0,3 0-6 16,-1 2-5-16,-1-1-1 0,0-1 17 0,0 1-11 16,0 0 6-16,0-1-1 0,0 2-16 0,0-1 6 15,0 1 5-15,0 0 0 0,-1 0 11 16,1 0 0-16,-1 0-17 0,0 0 6 0,1 0-5 16,-1 0-1-16,1 0 12 0,-1 0-1 0,1 0-10 15,1 0 16-15,-2 0-11 0,2 0 5 0,0 0 1 16,1 0-6-16,-3 0-6 0,2 0 6 0,-1-2 5 15,1 2-16-15,0-1 16 0,-2 1-5 0,2-3-10 16,1 2 15-16,-3-1 0 0,2 2-10 0,2-1 10 16,-2 1-5-16,1-1-5 0,0 0 5 0,1 0 10 15,-1 0-4-15,1-1-6 0,-1 2 10 0,1 0-20 16,2 0 10-16,-3 0 5 0,4 0 0 16,-4 0 1-16,2-1-1 0,-1 0-10 0,1 0-6 15,0-1 6-15,-1-1-6 0,2 3 16 0,-3-1-15 16,1 0 10-16,0 1 0 0,-1 0 10 0,0 0 1 15,-1 0-6-15,0 0 6 0,0 0-11 0,1 0 11 16,0 0 0-16,-1 0-6 0,0 0-10 0,1 0 0 16,0 0 10-16,0 0 1 0,-1 0-11 0,2 0 0 15,-2 15-5-15,0-15 0 0,-1 0 21 0,1 0-6 16,0 9 1-16,1-9-1 0,-1 0 0 0,-1 9 10 16,1-9-10-16,-1 8-6 0,0-1-10 0,0-2-5 15,-1 3 10-15,0 0 16 0,0 0-1 0,0 1 1 16,0 0-11-16,0 1-10 0,0-1 10 0,0 1 1 15,0-1 14-15,0 2-10 0,0-3 0 16,0 1-4-16,0 2-10 0,0-2 14 0,0 0-19 16,0 0 25-16,0 0-20 0,0-1 15 0,0 1 9 15,0 0-20-15,0 0 20 0,0 0-19 0,-15-1 0 16,15 3 0-16,0-1 0 0,0 0 5 0,-11 0 4 16,11-2 1-16,-7 2-5 0,7 1 4 0,-9-3-8 15,6 1-1-15,0 0 10 0,-1-1-10 0,0 0 10 16,2-1 0-16,-1-1-5 0,-2 1 0 0,3-1 4 15,-5 0 1-15,3-1 4 0,-1 1-4 0,1-2-5 16,-1 3 0-16,-1-2-4 0,0-1-1 0,1 1 5 16,-1-1 0-16,2 0 5 0,0 0-5 0,-1-1-5 15,0-1 6-15,3 1-1 0,-1-1 4 0,1-1 5 16,0 1-8-16,-1-2-1 0,3 0 0 16,0 1 1-16,0-1 3 0,-2 0 1 0,2 0 4 15,0 0-9-15,0 0 5 0,-1 0-14 0,-1 0 10 16,0 0 3-16,2 0-4 0,-2 0 5 0,0 0-10 15,0 0 5-15,-1 0-4 0,0 0 4 0,0 0 4 16,0 0-8-16,0 0 8 0,1 0-4 0,-1 0 0 16,0 0 4-16,1-11-13 0,-1 11 9 0,1 0 0 15,1 0 0-15,-1 0 9 0,-1-6-5 0,1 6-8 16,0 0 4-16,1-2 0 0,1 2 0 16,-2-3 5-16,2 2-1 0,-3 0-3 0,3 0 3 15,-1 0-4-15,0 1 0 0,1 0 0 0,0-2-5 16,0 2 1-16,-1 0-1 0,1 0 5 0,0 0 0 15,0 0 5-15,0 0-10 0,0 0 5 0,0 0-4 16,0 0-1-16,0 0 5 0,0 0 0 0,0 0 8 16,0 0-3-16,0 0 0 0,0 0-10 0,0 0 5 15,0 0 0-15,0 0 0 0,0 0 5 0,0 0-4 16,0 0 8-16,0 0 10 0,0 0 4 0,0 0 5 16,0 0-6-16,0 0-3 0,0 0-1 0,0 0-18 15,0 0 9-15,0 0-9 0,0 0-13 0,0 0 8 16,0 0-4-16,0 0 0 0,16 0 13 0,-16 0-9 15,11 0 1-15,-11-12 3 0,15 12-3 16,-4 0 13-16,1 0 0 0,0-7-9 0,1 7 1 16,0 0-1-16,2-4-5 0,-1 4 5 0,1-6 13 15,0 4-8-15,-1 0 0 0,2-1 8 0,-2 0-12 16,0 0 8-16,1-1 4 0,0 2-3 0,-1-1 2 16,0 1-3-16,0-1 0 0,-1 1-1 0,-1-1 1 15,2 1 0-15,-3-1-9 0,1 1 5 0,-1 0-9 16,-3 0 4-16,0 0 0 0,0 1 4 0,-3-2 7 15,0 3-10-15,-2 0 3 0,-1 0 0 0,2 0 1 16,-3-1 0-16,1 1 11 0,-2 0-16 0,0 0-3 16,0 0 11-16,0 0-11 0,0 0 8 0,0 0 1 15,0 0-6-15,0 0-4 0,0 0 7 0,0 0-5 16,0 0 1-16,0 0-3 0,0 0-3 16,0 0-2-16,0 0-7 0,0 0-7 0,0 0-26 15,0 0-23-15,0 0-17 0,0 0-23 0,0 14-9 16,0-14-14-16,0 0-23 0,0 0-2 0,0 12 30 15</inkml:trace>
  <inkml:trace contextRef="#ctx0" brushRef="#br0" timeOffset="115106.31">6128 12764 106 0,'0'0'11'0,"0"0"0"16,0-12 2-16,0 12-1 0,0 0-1 0,0-9 8 16,0 9 8-16,0-6 9 0,0 2-12 15,0 4 5-15,0-4 1 0,0 0-13 0,0 1 12 16,0 0-8-16,0 2-1 0,0-1 9 0,0 1-5 15,0 1 4-15,0 0-9 0,0-1-9 0,0 1 0 16,0 0-9-16,0 0 0 0,0 0 12 0,0 0-8 16,0 0-5-16,0 0 4 0,0 0-8 0,0 0 8 15,0 0-8-15,0 0 4 0,0 0-4 0,0 0 4 16,0 0 13-16,0 0-8 0,0 0 8 0,0 0 1 16,0 0-9-16,0 0 0 0,0 0-5 0,0 0 0 15,0 0 5-15,0 0-1 0,0 0 6 16,0 0-6-16,0 0 5 0,0 0-4 0,0 0 4 0,0 0-14 15,0 0 1-15,0 0 8 0,0 0-13 16,0 0 9-16,0 0 0 0,0 0-4 0,0 0 4 16,0 0 0-16,0 0 4 0,0 0-4 0,0 0 5 15,0 0-5-15,0 0 0 0,0 0-5 0,0 0 1 16,0 0 13-16,0 0-14 0,0 0 10 0,0 0-5 16,0 0-5-16,0 0 5 0,0 0 9 0,0 0-13 15,0 0 4-15,0 0 0 0,0 0-18 0,0 0 18 16,0 0 5-16,0 0 14 0,0 0 20 0,0 0 5 15,14 0-7-15,-14 16 5 0,10-16-5 0,-10 0-5 16,15 0 8-16,-6 12-10 0,0-12-10 16,3 0-5-16,0 0-6 0,0 8-3 0,1-8-2 15,2 0 4-15,-2 5-12 0,3-5 3 0,-2 0 10 16,0 4 0-16,1-2 15 0,0-2 0 0,-2 0 0 16,3 1-4-16,-2-1 0 0,1 0-7 0,-1 0 1 15,2 0-5-15,-2 0 0 0,1 0-3 0,-1 0-7 16,-2 0 5-16,0 0-8 0,0 0 3 0,-2 0 5 15,-1 0 4-15,-3 0 0 0,0 0 0 0,0 0-7 16,-1 0 0-16,0 0-1 0,-3 0-1 0,2 0 1 16,-1 0 7-16,0 0-2 0,0 0-4 0,-1 0 9 15,1 0-12-15,-1 0-7 0,0 0 16 0,2 0-4 16,-2 0-7-16,-1 0 15 0,1 0-14 0,-1 0-10 16,1 0 7-16,0 9-10 0,-2-9 10 0,0 0 1 15,2 5-4-15,-2-5-29 0,0 3-37 0,1 0-32 16,-1-1-25-16,0-2-3 0,0 2 10 15,0 0 8-15,0-1-13 0,0-1 6 0,0 1 20 16</inkml:trace>
  <inkml:trace contextRef="#ctx0" brushRef="#br0" timeOffset="115515.8">6408 12573 274 0,'-2'0'10'0,"1"0"5"0,1-2 5 16,0-1 0-16,-1 1-6 0,1 2-1 0,0-2-17 0,0 2 12 16,0 0-12-16,0 0-4 0,-1 0 7 0,1 0-8 15,0 0 8-15,0 0 0 0,0 0-4 16,-1 16 3-16,1-16 0 0,0 14 4 0,-1-14 7 16,0 22-12-16,1-9-1 0,-1 1 1 0,1-1 1 15,-1 2 7-15,1 0 2 0,0-1 1 0,0 1-4 16,0 2-1-16,0-1 1 0,0 0 3 0,0 1-3 15,0 0 2-15,0-1 0 0,0 0-8 0,0-2 4 16,0 0-4-16,0 0-1 0,0-3-3 0,0 2 11 16,0-3-19-16,0 1-40 0,0-2-38 0,0 2-8 15</inkml:trace>
  <inkml:trace contextRef="#ctx0" brushRef="#br0" timeOffset="116523.38">7308 12549 226 0,'2'0'9'0,"-2"0"10"0,0 0 9 0,0 0 13 16,0 0-13-16,1 0-1 0,-1 0-4 0,0 0-4 16,0 0 12-16,0 0-4 0,0 0-1 0,0 0-8 15,0 0 4-15,0 0-9 0,0 0-4 0,0 0-1 16,0 0-12-16,0 0-5 0,0 0 1 0,0 0 0 15,0 0 3-15,-13 0 5 0,13 0 4 0,0 0-5 16,-13 15-4-16,5-15 8 0,0 16-12 16,-3-6 12-16,0 2 0 0,-2 2-1 0,-1 1 14 15,0 0-12-15,0-2-9 0,-3 4-3 0,3-2 4 16,-3 2 1-16,1-3 1 0,2 3 7 0,-2-4-8 16,3 2 4-16,1-1 12 0,-1-1-21 0,4-1 8 15,0-2-7-15,-1-1-6 0,3-1 22 0,1-1-13 16,2-1 8-16,0-2-8 0,1 1 4 0,2-3-4 15,-1 1 0-15,2 1 12 0,0-3-16 0,0 1 12 16,0 0 0-16,0 1 1 0,18-2 3 16,-18 1-8-16,17 0 9 0,-17 0-5 0,19-2-4 15,-5 1 9-15,-2-1-9 0,3 0 4 0,0 0-4 16,1 0 0-16,1 0-8 0,1 0-5 0,1 0 17 16,0 0 5-16,-2 0 8 0,2-13 0 0,-1 13-4 15,-1 0-5-15,-2 0-3 0,-2 0 7 0,2-9 1 16,-3 9-4-16,0 0 8 0,-2 0-17 0,-1-6-5 15,-2 6-3-15,-1 0 4 0,1-2 8 0,-4 2 0 16,1-3 5-16,-2 3-14 0,-1 0-12 0,-1-1-13 16,2-1-23-16,-2 2-22 0,0 0-16 0,0-1-37 15,0 1 12-15,0 0 27 0</inkml:trace>
  <inkml:trace contextRef="#ctx0" brushRef="#br0" timeOffset="116894.51">7350 12568 294 0,'0'-2'10'0,"0"1"9"0,0 0 1 15,0-2-1-15,0 3-5 0,0 0-26 16,0 0 4-16,0 0 3 0,0 0-8 0,0 0 19 16,0 0-7-16,0 19-1 0,-16-19 4 0,16 16 0 15,0-16 3-15,-10 20-8 0,10-7 8 0,0 0-13 16,-7 0 6-16,7 1-2 0,0 1-2 0,0 4 11 16,-5 0-8-16,5 1 11 0,-2 2-4 0,0-2 0 15,2 4 3-15,-2-2-8 0,-1 2 4 0,3-4-5 16,-2 2 4-16,2-4 0 0,-3 0 3 0,3 0 4 15,0-3-5-15,0 0 8 0,-2-2-11 0,2 0-1 16,0-1 0-16,0-2-3 0,0 0 7 16,-2 0 0-16,2-2-14 0,-2 0-42 0,2-1-45 0,-1-2-4 15,0 1 13-15</inkml:trace>
  <inkml:trace contextRef="#ctx0" brushRef="#br0" timeOffset="117510.74">7710 12477 353 0,'1'0'12'0,"-1"-1"10"0,0 1 4 0,0 0 4 16,0 0-12-16,0 0-9 0,0 0-9 0,0 0-8 15,0 0 8-15,0 0-4 0,0 0 7 16,-15 0 5-16,15 0-12 0,0 0 7 0,0 0-11 16,-9 15 0-16,9-15 8 0,0 0-5 0,-6 0 5 15,6 10 0-15,-3-10-5 0,1 0 9 0,0 9 0 16,0-9-1-16,1 8-7 0,-1-4-5 0,0 2 8 16,-1-1 8-16,1 2 0 0,0 0 0 0,0 0-8 15,-1 1-4-15,-2 1 11 0,2 0-11 0,-1 1-1 16,2 1 8-16,-2 2-8 0,1-1 13 0,-1 2 3 15,2-1-10-15,-1 1 0 0,1 1 6 0,0 1-8 16,0-1 4-16,2 2 5 0,0 0-13 16,-1 1 17-16,1 1 0 0,-2 3-9 0,2-2 4 0,0 1-8 15,-1 0 3-15,1 0 8 0,0-1-4 16,0-3 3-16,0 0-11 0,0 0 8 0,0-2 11 16,0-3 5-16,0 0 16 0,0-2-4 0,18-1 14 15,-18-1-2-15,19-1 11 0,-19-2 5 0,23 0-23 16,-9-3-1-16,1-1-14 0,1-1-10 0,-1 0 5 15,-1 0-17-15,1 0-24 0,0 0-28 0,-1-23-32 16,1 23-4-16,-1-17-14 0,-2 17 9 0,0-19-4 16,-2 19-33-16,-1-21 10 0,2 10 19 0</inkml:trace>
  <inkml:trace contextRef="#ctx0" brushRef="#br0" timeOffset="117782.78">7803 12236 1066 0,'0'0'0'0,"0"0"-30"0,0 0-64 15,0 0-47-15,0 0-40 0,0 0-16 0,0 0 24 16,0 0 48-16</inkml:trace>
  <inkml:trace contextRef="#ctx0" brushRef="#br0" timeOffset="118546.36">8104 12936 253 0,'0'1'14'15,"0"-1"15"-15,0 0 17 0,0 0 9 0,0 0-6 16,0 0-6-16,0 0-13 0,0 0-14 0,0-17-7 15,0 17-5-15,0 0-4 0,0 0 4 16,15-15 3-16,-15 15-7 0,0 0 4 0,13-14 4 16,-13 14-4-16,12-10 1 0,-5 10 3 0,0-8 1 15,1 4-1-15,-1 1 5 0,2 1-5 0,1 0-3 16,-1 0-1-16,0 2 4 0,-1 0 1 0,1 0-13 16,-2 0 8-16,2 0-4 0,-4 0-4 0,0 0 4 15,-1 16-4-15,-2-16-4 0,0 0 8 0,-2 14 5 16,0-14 3-16,0 13-4 0,0-4-4 0,0-1 4 15,-21 2-8-15,21-1 12 0,-18 0-7 0,18 1-1 16,-20 0 0-16,20 1-4 0,-18-3 0 16,18-2 8-16,-15 0-4 0,15-1 0 0,-9 0-4 0,9-3-5 15,0 1-3-15,0-3 0 0,0 0 3 16,0 1-3-16,0-1 12 0,0 0-8 0,0 0 9 16,0 0-1-16,0 0-4 0,22 0 12 0,-22 0-4 15,19 0-5-15,-19 0 1 0,24 1-7 0,-13 1-1 16,1 1 8-16,1-1 1 0,-3 2 6 0,0 0-6 15,-2 2-1-15,-2-1 0 0,-2 1 4 0,0 0 4 16,-2-1 0-16,-2 2 4 0,0 0 4 0,0-1-4 16,0 0 0-16,-23 2-4 0,23 0-12 0,-25 0 8 15,25 2 0-15,-32 1 5 0,13 0-21 0,-1 1-34 16,-3-1-47-16,0 0-38 0,0-2-26 16,0 3 34-16</inkml:trace>
  <inkml:trace contextRef="#ctx0" brushRef="#br0" timeOffset="123910.06">8826 12892 63 0,'0'0'0'0,"0"-13"-2"16,0 13 8-16,0 0 8 0,0 0 5 0,0 0 3 16,0 0 4-16,0-7 0 0,-11 7-10 0,11 0 6 15,0 0-7-15,0 0-5 0,-6 0 4 0,6-5 0 16,-2 5-4-16,0-2 0 0,1 1 11 0,-1 1-8 16,0 0 5-16,2-2 0 0,0 2-9 15,-3-2 0-15,3 2-1 0,0 0-4 0,-2 0 0 16,2 0-7-16,0 0-4 0,0 0 3 0,0 0 5 15,-3 0-1-15,3 0-4 0,0-1 1 0,0 1-1 16,0 0 12-16,0 0 0 0,0 0-4 0,0 0 5 16,0 0 0-16,0 0 8 0,0 0 0 0,0-1-8 15,0 1 0-15,0 0-4 0,0 0 4 0,0-1 6 16,0 1-14-16,0 0 3 0,0 0-12 0,0 0 1 16,0 0 7-16,0 0-5 0,0 0 13 0,0 0-12 15,0 0 0-15,0 0 0 0,0 0 0 0,0 0 4 16,0 0 8-16,0 0 1 0,0 0 5 0,0 0 11 15,0 0-4-15,17 0 8 0,-17 0-4 16,12 0-12-16,-12 0 12 0,17 0-12 0,-7 0 4 16,2 0 0-16,-1 0-13 0,2 11 5 0,1-11-4 15,-1 0 5-15,2 0 0 0,-1 0 0 0,1 6-1 16,1-6 6-16,1 0-1 0,-1 5 5 0,2-5-4 16,-3 0-6-16,2 0 6 0,0 0-14 0,-1 0 13 15,-3 0-4-15,2 0 3 0,-2 0 6 0,-1 0-14 16,-1 0-1-16,1 0 1 0,-3 0 0 0,-3 0 0 15,1 0-5-15,0 0 1 0,-2 0 8 0,0 0 0 16,0 0 0-16,-1 0-13 0,-1 0-5 0,1 0 9 16,-1 0 0-16,2 0-29 0,-1 0-29 15,2 0-38-15,-1 0-29 0,1 0-8 0,3 0-30 16,-1 0 24-16,0 0 35 0</inkml:trace>
  <inkml:trace contextRef="#ctx0" brushRef="#br0" timeOffset="126262.99">9656 12624 155 0,'0'0'13'0,"0"0"11"0,-4 0 9 16,3-14 2-16,-1 14-5 0,1 0-1 0,0 0-5 15,0-10-2-15,0 10-11 0,-1 0 0 0,0-8-5 16,2 8 3-16,0 0 8 0,-2 0-13 0,1-3 5 16,1 3-17-16,-2 0 9 0,2-2-1 0,-2 0-4 15,2 2 13-15,0 0-13 0,0 0 8 0,0 0 5 16,0 0-5-16,0 0 5 0,0 0-4 0,0 0 0 15,0 0 0-15,0 0 8 0,0 0-4 0,0 0-3 16,0 0 11-16,15 0-8 0,-15 0 0 0,15-12 8 16,-15 12-9-16,23 0-7 0,-9 0 12 15,0-8-17-15,2 8 0 0,1 0 4 0,-3 0-8 16,0 0 12-16,0 0-5 0,-3 0 1 0,1 0 0 16,-4 0-9-16,-1 0 13 0,-2 18 4 0,-1-18-9 15,-3 15 13-15,-1-15-13 0,0 23-5 0,0-11 9 16,0 2-4-16,-24 0 1 0,24 1-4 0,-22 0 5 15,22 2-8-15,-25-3 8 0,11 1 4 0,1-3 0 16,1 1 8-16,-3 0-17 0,4-2 5 0,0 0-1 16,0-3-8-16,3 0 9 0,0-2-9 0,2 1-1 15,0-3 5-15,2 0 4 0,2 1 0 16,1-3-4-16,-1 1-5 0,2-1-4 0,0-1 4 16,0 0-4-16,0 1 9 0,0-2 0 0,20 0 8 15,-20 0-5-15,19 0 5 0,-19 0 0 0,26 0-12 16,-11 0 8-16,1 0 0 0,-2 0-4 0,2 0 8 15,-1 0-4-15,-2 0-8 0,1 0 8 0,-3 0-4 16,0 0 12-16,-1 0-3 0,1 0-5 0,-2 0 1 16,-1 0-4-16,-1 14 13 0,0-14-1 0,-2 0 4 15,0 13-9-15,-3-13-3 0,1 12 3 0,0-12 1 16,-3 12 3-16,0-5-3 0,0 0 7 0,0 1-3 16,0 0-13-16,0 0 5 0,0 1-13 0,-24 1 5 15,24-2 11-15,-15 2 0 0,15 1 4 16,-17-1-8-16,17-2 4 0,-20 2-4 0,9-1-4 0,-4 0 5 15,3-1-1-15,-3 0 0 0,-1-1 0 16,-1 0 7-16,0-2-7 0,0 0-4 0,1 0-26 16,2-2-30-16,1-1-40 0,1 0-39 0,3-2 28 15</inkml:trace>
  <inkml:trace contextRef="#ctx0" brushRef="#br0" timeOffset="126802.81">10366 12605 401 0,'3'-5'5'0,"-2"2"10"0,0-2 1 0,0 0 13 15,0-2 2-15,-1 5-12 0,0-3-1 0,0 4-13 16,0-2-1-16,0 3-4 0,0-1 12 15,0 1-3-15,0 0-18 0,0 0 9 0,0 0-17 16,0 0 9-16,0 0 4 0,0 0 3 0,0 0 5 16,-13 15 3-16,13-15-4 0,0 15-4 0,0-15-4 15,-11 23-10-15,11-8 18 0,-10 0 0 0,5 3 6 16,-3 0-3-16,3 0-4 0,-1 2-1 0,1 2-7 16,0-3 12-16,0 1 3 0,1 2-7 0,1-1 12 15,1 0-9-15,1 0 0 0,0-3 12 0,1 1-12 16,0-1 7-16,0-1-7 0,0-1-9 0,0 0 8 15,21-2 0-15,-21-2 4 0,0-1 9 16,20-1-1-16,-20-2-8 0,16-2-7 0,-16 0-1 16,13-2 8-16,-13-1-4 0,15-1 4 0,-6-2-4 15,0 0-4-15,4 0-16 0,-2 0-17 0,2 0-13 16,-1-21-30-16,2 21-1 0,-1-18-11 0,1 18-37 16,-1-21 24-16,-1 10 22 0</inkml:trace>
  <inkml:trace contextRef="#ctx0" brushRef="#br0" timeOffset="127051.33">10484 12351 1315 0,'0'0'0'0,"7"0"-33"0,-7 0-72 0,3-22-46 16,-3 22-49-16,2 0 4 0,2-16 39 0,1 16-20 16,1 0 48-16</inkml:trace>
  <inkml:trace contextRef="#ctx0" brushRef="#br0" timeOffset="127677.95">10824 12919 359 0,'3'0'9'0,"-1"0"15"15,1 0 20-15,-1-17 9 0,2 17-2 0,0 0-8 16,-1-16-13-16,0 16-4 0,1-13-14 0,1 13 11 15,-1-11-10-15,-1 11 12 0,1-8 13 0,-2 8 2 16,-2-7 5-16,1 7 3 0,0 0-9 16,-1 0-9-16,0-3-2 0,0 3-27 0,0 0-2 15,0 0-9-15,0 0-4 0,0 0 4 0,0 0 1 16,0 0 13-16,0 0-1 0,0 0 6 0,-14 16 4 16,14-16-18-16,0 0 9 0,-16 19-5 0,16-19-4 15,-18 19 4-15,8-9-4 0,0 1 9 0,-2 1-9 16,0 0 9-16,1 2-9 0,-2 0-1 0,1-2 10 15,0 2-10-15,1-2 2 0,2 1 8 0,0-2-9 16,-1 0 9-16,2-1-4 0,2 0-13 0,1-1 13 16,0-2-9-16,2 0 0 0,1-3 9 0,1 2-9 15,1-2 5-15,0 0-1 0,0-2-4 0,0 0 8 16,0 1-3-16,0-1 4 0,0-2 5 0,0 2-14 16,18-1 13-16,-18 0 1 0,0-1-10 15,19 1 14-15,-19-1-9 0,19 2 1 0,-9-2 3 16,3 0-3-16,0 0-6 0,2 0 5 0,-2 0 4 15,4 0-4-15,-3 0 4 0,1 0 0 0,1 0-8 16,-1-16 4-16,0 16-4 0,-1 0 9 0,-1 0-5 16,-2-12 4-16,2 12 0 0,-4 0-8 0,-2 0 4 15,0-8-18-15,-1 8-11 0,-2 0-35 0,-1-3-20 16,-2 3-7-16,1-2-8 0,-2 1 10 0,0 0-22 16,0 1-9-16,0-2 23 0</inkml:trace>
  <inkml:trace contextRef="#ctx0" brushRef="#br0" timeOffset="127970.43">11006 12873 407 0,'0'-2'14'16,"0"-3"18"-16,0 3 13 0,0 0 9 0,0-2-6 15,0 3-30-15,0-1-6 0,0 2-12 0,0 0-8 16,0 0 12-16,0 0-12 0,0 0 4 0,0 17-4 16,0-17 8-16,-20 17 1 0,20-17 7 0,0 25-3 15,0-11-5-15,-14 1 0 0,14 4-12 16,0-1 9-16,0 4-5 0,-9 1 4 0,9 2 8 16,0 1-5-16,-7 3 13 0,4-1-9 0,0 0 1 15,-1 0 4-15,0-2-13 0,2 1 8 0,-2-1-4 16,1-2-31-16,0-2-30 0,1-1-46 0,-2 1-47 15,3-3 32-15</inkml:trace>
  <inkml:trace contextRef="#ctx0" brushRef="#br0" timeOffset="137023.15">11568 12818 89 0,'0'-3'9'0,"0"0"0"0,0 0 0 0,0 1 9 16,0 0-13-16,0 0 3 0,0 0-4 0,0 2-7 16,0-1 11-16,0 0-4 0,0 0 0 0,0 0 3 15,0 0-6-15,0-1 1 0,0 2 11 0,0 0-11 16,0-1 0-16,-12 1 6 0,12-1-3 0,0 1-1 15,0 0 0-15,0 0-6 0,0 0 1 16,0 0 6-16,0 0-1 0,0 0-1 0,0 0-2 16,0 0 3-16,0 0-1 0,0 0 2 0,0 0-4 15,0 0 0-15,0 0 5 0,0 0 0 0,0 0 3 16,0 0-8-16,0 0 0 0,0 0 8 0,0 0-8 16,0 0 16-16,0 0-3 0,0 0 4 0,0 0 9 15,0 0-9-15,0 0 0 0,0 0-11 0,14 0 3 16,-14 0-5-16,9 0 5 0,-9 0 12 0,15 0-12 15,-7 0 8-15,1 0-1 0,2 14-7 16,2-14-1-16,0 0 0 0,1 0 0 0,2 9-4 0,0-9 8 16,1 7-4-16,-2-7-1 0,-1 0 1 15,2 7 0-15,0-4 0 0,0-3 0 0,-3 1 12 16,1 0-8-16,-3-1 0 0,0 1-1 0,2-1-12 16,-3 0 9-16,0 0-5 0,2 0 0 0,-3 0 1 15,2 0-5-15,0 0 4 0,-1 0-4 0,2 0-5 16,-2 0 1-16,-3 0 4 0,-1 0-4 0,2 0 8 15,-2 0 5-15,-2-12-18 0,1 12 9 0,-1 0-8 16,-1 0-5-16,-1 0 4 0,2 0-21 0,1 0-13 16,-3 0-11-16,1 0-18 0,-1 0-10 0,0 0-31 15,0 0 6-15,1 0 28 0</inkml:trace>
  <inkml:trace contextRef="#ctx0" brushRef="#br0" timeOffset="137452.66">11754 13029 81 0,'0'0'14'0,"0"0"14"0,0 0 8 0,0 0 14 16,0 0-13-16,20 0 2 0,-20 0-2 0,16 0 2 15,-16 0-5-15,18 0-15 0,-18 0 2 16,18-14-15-16,-8 14 3 0,2 0-1 0,-1 0 1 0,0-10-1 16,1 10-8-16,-1 0 4 0,3 0-12 0,1-6 8 15,1 6 4-15,-2 0-4 0,4-2 4 16,-5-1-11-16,3 2 3 0,-1 0 4 0,0-1-4 16,-1 1 7-16,-2-1-8 0,1 2-25 0,-2-2-11 15,1 0-38-15,-3 1-27 0,0 1 17 0,0 0 15 16</inkml:trace>
  <inkml:trace contextRef="#ctx0" brushRef="#br0" timeOffset="138626.67">12779 12597 125 0,'2'0'8'0,"0"0"-8"0,-2 0-2 15,2 0 6-15,-2 0-12 0,0 0 11 0,0 0-5 16,0 0-11-16,0 0 11 0,0 0-6 0,0 0 5 16,0 18 7-16,0-18-4 0,0 19-6 0,0-19 5 15,-18 25 12-15,18-11-10 0,-14 2 7 0,14 0 6 16,-15 2-15-16,15 2 14 0,-18-2-2 0,18 1-6 15,-11 1 7-15,11-2-8 0,-8-1 19 16,8 0 0-16,-2-3-8 0,2-1 6 0,0-1-10 16,0-2-7-16,0-3 10 0,0 0-9 0,0-1-8 15,0-2 7-15,0 0-3 0,0-2 16 0,0 0 5 16,0-2-5-16,0 0 0 0,0 0-16 0,19 0-1 16,-19 0 4-16,22 0 3 0,-22 0 0 0,27-21-3 15,-11 21 5-15,0 0-12 0,1-20 12 0,-2 20 4 16,-2 0-4-16,2-15-1 0,-1 15-11 0,-3 0 4 15,1 0-4-15,-2 0 7 0,-1 0 0 0,1 0-3 16,-2 0 3-16,-1 0-4 0,1 0 5 0,0 0 3 16,1 0-8-16,-1 0 5 0,2 16-4 0,-3-16-9 15,3 0 8-15,-3 13 0 0,3-13 0 16,-4 0 8-16,1 13-3 0,1-13-5 0,-2 9 4 16,-2-4-3-16,0-1-1 0,-1 0 0 0,-1 1 0 15,0-1 5-15,-2 1-5 0,0-2 0 0,0 3-3 16,0-2-5-16,0 0 9 0,0-1 3 0,0 2 0 15,0-2 4-15,0 1-4 0,0-1-4 0,-18 3 0 16,18-3 1-16,-13 3-1 0,13 0 0 0,-17 1 8 16,6 1-12-16,-2 0 4 0,-1 1-3 0,-1-1 3 15,-1 2 0-15,-1-1-4 0,0 1 8 0,-3-1-8 16,2-1 4-16,0 0 7 0,1-1-11 16,-2-1 0-16,2 1 8 0,1-1-4 0,0 0 0 0,2-2 3 15,1 1-3-15,0-1-8 0,4 0 16 16,2-1-12-16,-2-1 1 0,2 1 6 0,1-1 1 15,1 0 0-15,-1-1 8 0,0 1-13 0,4-2-25 16,-2 0-22-16,2 0-26 0,2 0-23 0,0 0-8 16,0 0 29-16</inkml:trace>
  <inkml:trace contextRef="#ctx0" brushRef="#br0" timeOffset="139335.36">12805 12590 178 0,'0'0'8'0,"0"0"1"0,0 0-3 0,0 0-5 16,0 0-6-16,0 0-2 0,0 0-2 0,0 0 8 15,0 0 1-15,0 0 3 0,0 0 0 16,0 0 1-16,0 0-5 0,-14 17-3 0,14-17 0 15,0 0 0-15,0 0 4 0,-8 0 3 0,8 14 2 16,0-14-1-16,0 0 17 0,0 0-7 0,0 0 13 16,0 0 0-16,0 0-28 0,0 0 16 0,0 0-6 15,0 0-4-15,0 0 4 0,0 0-5 0,0 0-7 16,0 0 12-16,0 0 0 0,0 0 10 0,0 0 9 16,0 0-17-16,0 0 12 0,14 0-4 0,-14 0-4 15,10 0 17-15,-10 0-1 0,16 0-8 0,-6 0 8 16,1 0-18-16,1 0 10 0,2 0-10 0,0 0-4 15,2 0 4-15,1 0-13 0,1 0 9 0,1-16-9 16,-2 16 5-16,4 0-1 0,-2 0-4 16,0-8 4-16,-1 8 1 0,-1 0-1 0,0 0 10 15,-4 0 10-15,1 0 5 0,-3 0-13 0,-1 0-1 16,-2 0 0-16,-1 0-10 0,-1 0 5 0,-2 0-10 16,-1 0-4-16,-1 0-1 0,0 0 0 0,0 0-20 15,1 0-31-15,-3 0-22 0,0 0-18 0,0 0-27 16,0 12-19-16,0-12 22 0</inkml:trace>
  <inkml:trace contextRef="#ctx0" brushRef="#br0" timeOffset="145753.71">1146 13854 172 0,'0'-3'14'0,"0"2"14"16,0-2 6-16,0-1 28 0,0 3-5 0,0-2 0 16,0 1 5-16,0-2-13 0,0 2 0 15,0 0-5-15,0-1-1 0,0 1 2 0,0 0 5 0,0-1 2 16,0 0-6-16,0 1-5 0,0-1-16 16,0 1-9-16,0 0 4 0,0-1-14 0,0 2 5 15,0-1 0-15,0 1-10 0,0 1 4 0,0 0 0 16,0 0-6-16,0 0-10 0,0 0 5 0,0 0-4 15,0 0 0-15,0 0 19 0,0 0-5 0,0 16-4 16,0-16 14-16,0 16-24 0,0-16 1 0,0 22 0 16,0-9-10-16,0 2 24 0,0 2 0 0,0 1 6 15,0 2 5-15,0-2-15 0,0 2 2 0,0 1 4 16,0-2-5-16,0 1 5 0,0 0-15 0,0 0 5 16,0-4-9-16,0 3-1 0,0-2 20 15,0-1-14-15,0 1 14 0,0-1 1 0,0-2-12 16,0 1 12-16,0-2-12 0,0 1-5 0,0-1 6 15,21-1-8-15,-21-4 8 0,0 1 7 0,15-1 1 16,-15-2 4-16,16-1-6 0,-16 1 2 0,17-2 0 16,-7 0 1-16,-1 1-1 0,1-1-4 0,2-1-7 15,-3 0 1-15,2-2 11 0,0 1-1 0,-1-2 7 16,0 0-17-16,0 0 1 0,-2 0 5 0,1 0 12 16,1 0 14-16,-2-18-3 0,0 18 1 0,0 0-12 15,2-14-9-15,-1 14 1 0,1-11-12 0,0 11 5 16,-1-15 5-16,0 15 5 0,0-15-1 15,-2 8-26-15,-3-1-6 0,2 1-26 0,-1 0-7 0,-1 4-24 16,1-2-9-16,-3-1-14 0,1 2-46 16,1-1-28-16,-1-1 17 0</inkml:trace>
  <inkml:trace contextRef="#ctx0" brushRef="#br0" timeOffset="146374.56">1660 14032 493 0,'7'-3'4'0,"-2"-2"-4"0,-3 2 4 16,0 1-8-16,1-1 10 0,-3 2 9 0,0 0-4 15,0 1 14-15,0 0-15 0,0 0 0 0,0 0-5 16,0 0-5-16,0 0-5 0,0 0-5 0,0 0 10 16,-16 0-1-16,16 15 1 0,0-15 5 0,-14 0-1 15,14 17 0-15,-16-17 5 0,7 18-19 0,-4-7 4 16,2 1 1-16,-4 1 9 0,3 1 5 15,1-2-15-15,-3 2 11 0,3 0-16 0,2-2 20 16,-2 2-6-16,2-1-9 0,0 1 10 0,2 1-5 16,0-2-6-16,0 0 7 0,1 1 0 0,1 0 1 15,-2 0 5-15,3-1-10 0,2 0-6 0,0-3 10 16,1 1-4-16,1 0 9 0,0 0-4 0,0-1-11 16,0-4 15-16,0 2-5 0,0-2 5 0,19-2-5 15,-19-2 6-15,0 2 5 0,21-4 10 0,-21 0-5 16,21 0 10-16,-7 0-10 0,-1 0-16 0,2-23 10 15,3 23-26-15,1-21 21 0,1 7 1 16,-2 3 5-16,2-4 11 0,-4-1-22 0,4 0 11 16,-3-1-12-16,0 1 7 0,-4-1 5 0,1 2 15 15,-1-2-5-15,-2 3 1 0,-1 1 16 0,-1 2-9 16,-5 0 31-16,1 3 17 0,-2 1 8 0,-3 0-9 16,0 2-19-16,0 1-24 0,0-1-24 0,0 3 4 15,0-3-19-15,-23 3-4 0,23-1 4 0,-21-1-9 16,21 2 14-16,-23-1-4 0,13 1-15 0,-2 0-25 15,-1 1-28-15,0-2-24 0,3 2-29 0,-1-1 0 16,5 0-13-16,-1 1-29 0,-1-1 5 16,4 0 25-16</inkml:trace>
  <inkml:trace contextRef="#ctx0" brushRef="#br0" timeOffset="146902.48">2063 13954 114 0,'3'0'5'0,"-2"0"18"0,2 0 20 16,-2 0 19-16,-1 0 14 0,1 0-4 0,-1 0-24 15,0 0-9-15,0 0-16 0,0 0-17 16,0 0 8-16,0 5-8 0,0-5-6 0,0 0 10 15,0 4 0-15,0-2-5 0,0 0 4 0,-18-1-4 16,18 4-1-16,-14-2-4 0,14 3-10 0,-14-1 10 16,3 3-10-16,4-1 5 0,-3 3 4 0,-1-1-4 15,-1 2 0-15,1 0 14 0,-1 2-10 0,1 1-9 16,0 0 18-16,-2 2-3 0,0-1-2 0,2 0 10 16,2 1-9-16,1 1-15 0,-1-3 4 0,2 1 12 15,1 0-11-15,2 0 4 0,1 0 11 0,2-2-16 16,0-1 13-16,1 0 0 0,0 1-16 15,0-3 6-15,0 1-16 0,0-2 16 0,20-1 4 16,-20 1 5-16,0-2 16 0,22-1 1 0,-22-2 5 16,22-4 0-16,-11 0 0 0,3 0 0 0,-1 0 6 15,2 0-5-15,0-21 7 0,1 21-23 0,0-21 0 16,0 21-6-16,-1-22-1 0,1 8 11 0,0 0-1 16,0 2 0-16,-3-2-5 0,0-1 5 0,-3-2-4 15,0 4 11-15,0-1 11 0,-3 2 10 0,-2-1 11 16,-2 1 25-16,-1 2-5 0,-1 0-17 0,-1 1-18 15,0 1-20-15,0 1-17 0,0-2 1 0,-20 1 8 16,20 1-17-16,-18 0 5 0,18-2-8 0,-21 3-10 16,21-2-40-16,-20 2-32 0,8 0-39 0,12 3-48 15,-15-2-23-15,8 2-38 0,7 1 47 0</inkml:trace>
  <inkml:trace contextRef="#ctx0" brushRef="#br0" timeOffset="147569.94">2379 14015 128 0,'3'0'0'0,"-3"0"5"15,0 0 8-15,0 10 1 0,0-10-2 0,0 8 5 16,0-3-14-16,0 3 15 0,0 0 8 0,0 3 1 16,0 1 10-16,-13 2 0 0,13 2-4 0,0 0 5 15,0 4-5-15,-12 1-9 0,12 2-1 0,0-1-8 16,-8 4 7-16,8 3 6 0,0 1-4 0,0-1-11 16,0 2-6-16,0-1-11 0,0 0 9 15,0 0 1-15,0-2 5 0,0-5 4 0,0 1-14 0,0-2 4 16,0-2 10-16,0-1-10 0,0-4 0 15,0-1 5-15,0-3-10 0,0 1 4 0,0-5 1 16,0-2-5-16,0-1 0 0,0 0 10 0,0-4 10 16,0 0 6-16,0 0-16 0,0 0 0 0,0 0-9 15,0 0-1-15,0-20 5 0,-12 20-5 0,12-14 0 16,0 14-5-16,-8-17 5 0,8 17-5 0,-6-21 10 16,6 11-21-16,-4-2 11 0,2 0-5 0,1 0 0 15,-1-2 21-15,1 1-22 0,1 0 6 0,0-2-6 16,0 0-10-16,0-3 16 0,0-1-6 0,0-1 0 15,0-2 16-15,18 2-5 0,-18-1-1 0,0-2 7 16,21 0-16-16,-21 1-5 0,16 1 10 0,-16 3-5 16,15 1 11-16,-15-2 9 0,15 2-4 15,-6 3 9-15,-3 1 6 0,2-1-21 0,-2 3 10 0,0 1-15 16,0 2 5-16,-1-1 5 0,2 2 1 16,-3 2-2-16,0 2-9 0,0 0 5 0,-2 2-5 15,0 1 5-15,0 0 0 0,0 0 5 0,-1 0-10 16,2 0-5-16,0 0 5 0,2 23 5 0,0-23 5 15,0 18 5-15,0-18 5 0,1 22-9 0,-2-22 10 16,2 24-5-16,-3-13 1 0,2 3 6 0,-3-3 5 16,-1 2 13-16,0-2-11 0,-1 3 11 0,0-3-10 15,0-2-3-15,0 3-18 0,0-3 1 0,-23 1 2 16,23 1-8-16,-17-1 15 0,17 1-5 0,-23 0-17 16,11-1-34-16,-4-1-38 0,2 1-43 15,-4 0-56-15,1-3-22 0,0-1 38 0</inkml:trace>
  <inkml:trace contextRef="#ctx0" brushRef="#br0" timeOffset="148231.68">2853 14039 613 0,'3'-3'14'0,"0"0"5"16,-1 0 16-16,-1 2 19 0,-1-2-3 0,0 1 5 15,0 0-25-15,0 2-15 0,0-1-11 0,0 1-16 16,0 0 15-16,0 0-19 0,0 0 0 0,0 0 6 15,0 0 5-15,0 18 4 0,-16-18 1 0,16 18-1 16,0-18 2-16,-14 24-1 0,6-9 1 0,-1 1-1 16,1 1-14-16,-1 2 9 0,0-2 11 0,-1 2-11 15,1 1 5-15,1-1 0 0,-2-2-4 0,1 0 8 16,1-2 10-16,1 0-5 0,-1-1-13 0,1-2 7 16,0 0-20-16,2-1 10 0,1 0 16 15,0-1-11-15,1-2 11 0,1 0-11 0,1-2-9 16,0-1 10-16,1-1-11 0,0-1 6 0,0-1 5 15,0-1-10-15,0 0 16 0,0-1 9 0,0 0-14 16,0 0 10-16,23 0-4 0,-23 0-5 0,19 0-1 16,-19-19 22-16,24 19-6 0,-7-14-10 0,-2 14 10 15,2-16-16-15,-1 16-11 0,0-16 11 0,-1 16 0 16,0-15-8-16,-2 15 8 0,1-12 7 0,-4 12-1 16,1-9-7-16,-2 9 5 0,0-5 6 0,-3 5-11 15,1 0-6-15,-3 0-6 0,0 0-29 16,-1 0-2-16,-1 0-5 0,-1 0-22 0,0 0-11 15,-1 0-26-15,0 0-30 0,0 0-13 0,0 0 22 0</inkml:trace>
  <inkml:trace contextRef="#ctx0" brushRef="#br0" timeOffset="148506.08">2912 14115 650 0,'0'-7'10'0,"13"-1"15"0,-13 3 16 16,0 0 12-16,0 1 0 0,0 1-1 0,0 1-19 16,0 1-22-16,0 0-7 0,0 1-15 0,0 0 1 15,0 0 15-15,0 19-18 0,0-19 11 16,0 25 5-16,0-5 0 0,0 1 6 0,-13 4-6 16,13 4 8-16,-12 3-12 0,12 4 8 0,-14 0-1 15,14 2-9-15,-13 1-10 0,6 1 16 0,0-3-4 16,1-1-4-16,-1-4 24 0,3-4-15 0,-1-3 0 15,0-4 0-15,-1-5-25 0,2-2-25 0,1-3-27 16,-1-2-14-16,3-1-9 0,0-4-19 0,1-3-50 16,0-1 17-16,0 0 26 0</inkml:trace>
  <inkml:trace contextRef="#ctx0" brushRef="#br0" timeOffset="150326.79">14175 12797 296 0,'0'0'18'16,"0"0"1"-16,0 0 5 0,0 0 9 0,0 0-14 16,0 0-1-16,16 0 4 0,-16 0-16 0,0 0 4 15,11 0-1-15,-11 0-5 0,9 0 9 0,-9 0-13 16,12 0 8-16,-6 0-4 0,1 0-4 0,-3 0 8 16,5 0-20-16,-2 0-14 0,-2 0-11 0,1 0-25 15,0 0-15-15,2 0-19 0,-2 0 7 0,-1 0 23 16</inkml:trace>
  <inkml:trace contextRef="#ctx0" brushRef="#br0" timeOffset="150518.77">14426 12794 239 0,'5'0'9'0,"0"0"4"0,-2 0 5 0,1 0-8 15,0 0-6-15,3 0-7 0,-3 0-4 0,3 0 14 16,-3 0-6-16,-1 0-1 0,2 0 4 0,-1 0-12 16,0 0-6-16,3 0-17 0,-3 0-19 0,1 0-19 15,0 0 9-15</inkml:trace>
  <inkml:trace contextRef="#ctx0" brushRef="#br0" timeOffset="150679.45">14732 12771 383 0,'0'0'1'0,"0"0"17"15,0 0-3-15,0 0 4 0,0 0-2 0,0 0-30 16,0 0 13-16,0 0-32 0,0 0-37 0,0 0-17 16,0 0-24-16,0 0 28 0</inkml:trace>
  <inkml:trace contextRef="#ctx0" brushRef="#br0" timeOffset="151450.96">15163 12547 236 0,'0'0'4'0,"0"0"5"16,0 0-1-16,0 0 0 0,0 0-8 0,0 0-8 15,0 0 12-15,0 0-4 0,0 0 5 0,0 0 9 16,13 0-12-16,-13 0 7 0,15 0 9 0,-4 0-1 16,0 0 6-16,-2 0-6 0,2 0-4 0,-1 0-5 15,0 18-5-15,0-18 0 0,-1 0 0 0,-2 18-4 16,1-18 0-16,1 15 4 0,-6-6-5 0,-1 2 9 16,-2 1-2-16,0 1 5 0,0-1 2 0,0 1-11 15,-27 1 0-15,27 0-12 0,-25-1 1 0,25 0 16 16,-25-1 3-16,14-2-4 0,-2 0 8 0,2 0-16 15,0-3 0-15,0-2-1 0,2 0 0 0,2-2 4 16,0-1-8-16,3 0 12 0,0-1-9 16,2-1-3-16,0 1 7 0,2-1-3 0,0 0 0 15,0 1 12-15,0 0-3 0,19 0-1 0,-19-1 0 16,16 1-3-16,-16-1-1 0,22 0-4 0,-22 0 1 16,22 0-1-16,-10 2-4 0,0-2 12 0,1 1 0 15,0 1 1-15,-4 0 12 0,0 2-11 0,1 0-1 16,0 0 1-16,-2-1-5 0,-2 3 0 0,-3 0 13 15,0-1 8-15,-2 2 4 0,-1-1 9 0,0 3-9 16,0-2-1-16,0 3-8 0,-26 0-9 0,26-1 1 16,-21 2-9-16,21 0 0 0,-25-1 4 15,11 0 0-15,-2-2-3 0,0 2 7 0,-3-2-4 16,-1-2-8-16,0 1 8 0,-2-3-8 0,3 0 0 16,2-2-5-16,-1-1-23 0,7-1-22 0,2 0-13 15,1 0-27-15,3 0-36 0,0 0 19 0,5 0 18 16</inkml:trace>
  <inkml:trace contextRef="#ctx0" brushRef="#br0" timeOffset="152367.69">15463 12455 94 0,'0'-8'0'0,"-12"-1"9"0,4 1-4 15,1-1 10-15,-2 0-8 0,2 0 2 0,-4 0 4 16,3 0-7-16,-1 1 10 0,-2 0-7 0,0 0-5 16,0 1-2-16,-1 1 6 0,0 1-7 0,0 2 3 15,-1-1 0-15,0 3-7 0,0 1 6 0,1 0-7 16,1 0 4-16,-4 0-4 0,3 0 7 0,-2 23 1 15,-1-23-5-15,-1 18 4 0,0-18-6 0,-1 21 4 16,0-21 8-16,-1 22-8 0,-1-9-3 16,0-2 0-16,2 3-3 0,0 0 7 0,-1-2 8 0,0 3-1 15,2-1 0-15,0 1 1 0,1-1-12 16,-1 1 11-16,3 0 0 0,2-1-4 0,-3 2 2 16,5-1-14-16,0 2 7 0,-1-2-4 0,0 1 4 15,2 0 9-15,-1 0-17 0,1 0 7 0,2-2 1 16,-1 1-9-16,1 0 4 0,0 1 9 0,1 0 2 15,0-1 1-15,0-2 3 0,3 3-8 0,-1-1 0 16,1 0 0-16,0-2 8 0,-1 1-9 0,3-1-2 16,0 0-1-16,0 1-4 0,0-2 1 0,0 0 10 15,0-1-1-15,0 0 2 0,0 1 2 0,0-2 2 16,0 1-2-16,14-1 0 0,-14 0 7 16,0 0-14-16,0 0-1 0,11-1 1 0,-11 0-4 15,8 0 11-15,-4-1 0 0,2 2 4 0,0-3 1 16,0 2-8-16,3-1 8 0,-2 0-9 0,1 0 12 15,0 0 3-15,2-1-7 0,-3 1 0 0,2-1-8 16,0-1 4-16,0 1 4 0,2-1 5 0,0 0-1 16,3-3-7-16,-1 2 4 0,3-1 4 0,0-1-9 15,4-1 9-15,0-2-9 0,2 1-4 0,1-1 4 16,2 0-8-16,1 0 8 0,-2 0 0 0,-3 0-12 16,0 0 4-16,-1 0-4 0,-2-16 1 0,1 16 11 15,-1 0-4-15,-1-16 0 0,3 16 0 0,-2-16-8 16,3 16 0-16,-2-17 8 0,1 7-4 0,-1 1 16 15,1-4 4-15,-2 2-4 0,4 0 11 16,-4-1-5-16,3 0 2 0,-4 0-5 0,0 0-5 16,-1 0 5-16,-3 0 4 0,-3 1 5 0,0-1 0 15,-2 0-4-15,-3 0-5 0,-2-1-8 0,-1 1-6 16,0-2 5-16,-2-1-3 0,0 0-6 0,0-2 1 16,0-1-8-16,0-3-5 0,0 0 19 0,-20-4-14 15,20 2 4-15,-19-2 12 0,19-2-17 0,-22 2 17 16,9-3-14-16,1 5 0 0,-1-1 2 0,2 4-9 15,-2 0-34-15,4 3-38 0,-1 1-41 0,0 4-35 16,-2 2-28-16,5 4 31 0</inkml:trace>
  <inkml:trace contextRef="#ctx0" brushRef="#br0" timeOffset="155151.2">3497 14225 487 0,'0'0'15'16,"0"0"11"-16,16 0-5 0,-16 0 9 0,0-17-5 0,0 17-4 15,0 0-1-15,12-16-5 0,-12 16-10 16,9-13-4-16,-9 13 4 0,9-10-5 0,-9 10-10 15,8-6 5-15,-8 6 1 0,4-4-1 0,-3 4 5 16,1 0-5-16,-2 0 4 0,0 0 6 0,0 0 0 16,0 0-5-16,0 0-21 0,0 0-34 0,0 18-27 15,0-18-60-15,0 16 0 0,-16-16 29 0</inkml:trace>
  <inkml:trace contextRef="#ctx0" brushRef="#br0" timeOffset="155275.88">3538 14421 394 0,'0'5'0'0,"13"-2"0"0,-13-2 4 16,0 1-4-16,0-2 0 0,8 0 4 0,-8 1-3 15,0-1-26-15,4 1-73 0,-4 2-5 0</inkml:trace>
  <inkml:trace contextRef="#ctx0" brushRef="#br0" timeOffset="162043.39">4351 14816 200 0,'0'-1'5'0,"0"-3"15"16,0 0 14-16,0 2 19 0,0-2 9 0,0-1-13 16,0 1-15-16,0 1-3 0,0-2-5 0,0 0 8 15,0 3 1-15,0-3-5 0,0 1-1 0,0 0 0 16,0-1 5-16,0 1 11 0,0-1-4 0,0 0-5 16,0 0 10-16,0 3-20 0,0-2-10 0,0 2-1 15,0-1-19-15,0 2 14 0,0-1 5 16,0 1 0-16,0 0 5 0,0 0-8 0,0 0 4 15,0 1-5-15,0-1 8 0,0 1-9 0,0 0-6 0,0 0-4 16,0 0-9-16,0 0 13 0,0 0-9 16,0 0 9-16,0 0 0 0,0 0-8 0,0 0 4 15,0 0 0-15,0 0-14 0,0 0 4 0,0 0 5 16,0 0 0-16,0 0 14 0,0 0-9 0,0 0-5 16,0 0-4-16,0 0 4 0,0 14 5 0,0-14 9 15,0 0 6-15,0 15-10 0,0-7-3 0,0 2-1 16,0 3-8-16,0 1 9 0,0 1 1 0,0 4-9 15,0-1 0-15,0 1 5 0,0 3 0 0,0 1 11 16,0 1-1-16,-16 1-15 0,16-1-5 0,0-1-8 16,0 2-3-16,-12-2 10 0,12-1 10 0,0-1-11 15,0-1 22-15,0-1-6 0,0 0-11 16,0-1 17-16,0-3-21 0,0 0 5 0,0 0 1 16,0-2 0-16,17-3 11 0,-17-1-11 0,14-1 11 15,-14 0 0-15,21 0-4 0,-8-1 10 0,2-2 9 16,0-1-19-16,4 0 5 0,-2-1 0 0,0-2-6 15,2-1 15-15,-1 0-4 0,1 0-5 0,-2 0-4 16,0 0 9-16,0 0 0 0,-2-20 6 0,1 20-6 16,-1-17-4-16,0 17-5 0,-3-21 0 0,0 8-28 15,1 1-52-15,-2-1-40 0,1 0-42 0,-3 0-7 16,-1-1-7-16,-1 1 22 0,1-3 37 16</inkml:trace>
  <inkml:trace contextRef="#ctx0" brushRef="#br0" timeOffset="162338.84">4534 14451 1163 0,'0'0'15'16,"0"0"3"-16,0-17 0 0,0 17 9 0,0 0-24 16,0-19 3-16,-19 19-6 0,19 0-14 0,0 0 4 15,0 0-60-15,0 0-51 0,0 0-51 0,-13 0-42 16,13 0-3-16,0 0 28 0,0 0 58 0</inkml:trace>
  <inkml:trace contextRef="#ctx0" brushRef="#br0" timeOffset="163387.27">4999 15120 258 0,'3'-2'7'0,"-1"1"2"15,-2-1 20-15,4 0 10 0,-2 1-6 0,-2-3 8 16,0 3-3-16,2-1-7 0,-2 1 1 0,2-1-6 16,-1 2-4-16,-1-2-1 0,1 1-5 0,0 0 5 15,0 1-16-15,-1 0 0 0,0-1 6 0,0 1-11 16,0 0 10-16,0 0-15 0,0 0 0 0,0 0-5 16,0 0 0-16,0 0 15 0,0 0 5 0,0 0 0 15,0 0-5-15,0 0-10 0,0 16 0 16,0-16 6-16,-19 12-1 0,19-4 5 0,0 2 5 15,-19 3-10-15,9-1 1 0,-1 3 4 0,1 1-5 16,-3 0 9-16,0 1-13 0,-2 1-1 0,3-1 1 16,-1 0 4-16,-1 0 14 0,2 0-10 0,-1-2-4 15,2-1-5-15,1-3-4 0,0 2 9 0,3-2-4 16,0-2-5-16,2-1 9 0,-1 0-4 0,2-3 8 16,3-1 5-16,-1 1-5 0,2-3-13 0,-2-1 5 15,2 0-5-15,0 0 4 0,0-1 14 16,0 0-9-16,0 0 5 0,0 0-5 0,0 0 0 0,0 2 0 15,0-2 0-15,0 1 0 0,0 0-5 16,19-1 5-16,-19 3-9 0,0-3 5 0,14 1 4 16,-14 1 0-16,16-2 9 0,-9 1-5 0,2-1 1 15,1 0-5-15,1 0-4 0,0 0 4 0,4 0 4 16,-1 0-4-16,-1 0 5 0,2 0-10 0,0-16 1 16,0 16 4-16,-1 0 4 0,-3 0 1 0,0 0 4 15,0-12-5-15,-2 12-13 0,-2 0 9 0,0 0 0 16,-1 0 0-16,-1 0 5 0,-1-7-5 0,-1 7-5 15,-1 0 5-15,0 0 5 0,-2 0 4 0,0-2-4 16,0 1-19-16,0 1-19 0,0 0-28 0,0-2-30 16,0 2-22-16,0-2-22 0,0 0 23 15</inkml:trace>
  <inkml:trace contextRef="#ctx0" brushRef="#br0" timeOffset="163773.62">5085 15204 118 0,'0'-9'2'0,"0"0"23"0,0 0-3 0,0 1 15 0,0 0 9 16,15 1-12-16,-15 0 14 0,0 3-9 15,0 1-11-15,0 1 0 0,0 1-6 0,0 1-6 16,0 0-5-16,0 0-6 0,0 0-9 0,0 0 4 15,0 0 0-15,0 0 0 0,0 0 10 0,0 17-9 16,0-17 14-16,0 14-19 0,0-14-4 0,-15 20 13 16,15-7-8-16,0 1 10 0,0 3-1 0,0-1-13 15,-5 3 8-15,5 2 0 0,0 2 9 0,0-1 0 16,0 0-9-16,0 2 8 0,0-2-4 0,0 1 5 16,-4 1 3-16,2-3-3 0,1 1-6 0,0-1 6 15,0-1-1-15,-1-2 0 0,1 1 9 16,0-1-4-16,-1-4 0 0,2 1 5 0,-2-2-10 0,1-1 1 15,0-1-10-15,0 0 6 0,0-3-6 16,0-1 6-16,1-1-1 0,-1-1-16 0,0-1 17 16,1-2-22-16,0 1-4 0,0-3-15 0,0 0-46 15,0 0-27-15,0 0-44 0,0 0 19 0</inkml:trace>
  <inkml:trace contextRef="#ctx0" brushRef="#br0" timeOffset="164206.73">5376 15258 90 0,'0'0'8'0,"1"0"1"0,0 0 14 16,2 0 17-16,-1 0 12 0,2 0 19 0,0 0-3 15,2 0-12-15,1 0-15 0,2 0-19 0,1 0-3 16,0 0-4-16,3 0-5 0,-1 0-5 0,1 0 0 16,-1 0-5-16,3 0 0 0,-3-10 10 0,-1 10-10 15,2 0 4-15,-4 0-8 0,1-5-1 0,-1 5 0 16,-1 0 1-16,-3-3 4 0,1 2 4 0,-3-1 1 16,2-1-4-16,-1 3 8 0,-2-1-14 0,-1 1-19 15,0-1-21-15,-1 1-27 0,0-2-59 0,0 2 16 16,0 0 26-16</inkml:trace>
  <inkml:trace contextRef="#ctx0" brushRef="#br0" timeOffset="164446.51">5429 15391 243 0,'0'1'0'0,"0"-1"1"0,0 0-5 15,0 0 1-15,0 0-1 0,0 0 8 0,19 0 1 16,-19 0-5-16,0 0 9 0,12 0-13 16,-12 0-4-16,10-12 13 0,-10 12-9 0,12 0 12 0,-5 0 6 15,0 0 4-15,1-7 1 0,0 7-13 16,-1-6-1-16,3 2-9 0,-1 0 8 0,-1 2-4 16,-1-3 8-16,1 1 0 0,-1 1-18 0,-1 0-15 15,2-1-30-15,-4 1-29 0,2 0 8 0</inkml:trace>
  <inkml:trace contextRef="#ctx0" brushRef="#br0" timeOffset="166771.28">5975 15012 91 0,'0'0'9'15,"0"-9"-1"-15,0 9 13 0,0-10 15 0,0 5-3 16,0-1 12-16,0 1-3 0,14 0-15 0,-14-2-1 16,0 1 0-16,11 1-19 0,-11-3 13 0,7 3 2 15,-7-1 3-15,8 2 10 0,-5-2-9 0,2 2 0 16,-3 0-5-16,-1 2-1 0,1-1 0 0,-2 2 5 16,2-1-20-16,-2 2-1 0,0 0 1 0,0 0-24 15,0 0 14-15,0 0-5 0,0 0-5 16,1 0 15-16,-1 0 5 0,0 0-1 0,1 16 6 15,0-16-11-15,0 13 0 0,0-13 6 0,0 21-16 16,-1-8 20-16,0 4-15 0,0 1-30 0,0 1 11 16,0 1-4-16,0 4 6 0,0-1 32 0,0 2 7 15,0 0-9-15,0 1 9 0,0-2-5 0,0 1-5 16,-13-2 5-16,13-2-19 0,0 1 14 0,0-2-5 16,0-1 4-16,0-2 9 0,0-2-5 0,0 0-9 15,0-2 9-15,0 1-13 0,0-3 0 0,0 0 4 16,0-2 0-16,0-1 14 0,0-1-14 15,0-1 13-15,0 0-22 0,0-2 5 0,0 0 4 0,0-2 0 16,0 0 0-16,0-1-18 0,0 0 0 16,0-1-28-16,0 0-12 0,0 0-20 0,0 0-44 15,0 0 14-15,0 0 20 0</inkml:trace>
  <inkml:trace contextRef="#ctx0" brushRef="#br0" timeOffset="167422.31">6365 15060 177 0,'2'-2'0'0,"1"2"11"0,-3-2 12 0,2-3 15 15,-2 4 10-15,2-4 0 0,-1 1-6 0,-1 3-5 16,0-3-10-16,2 3-5 0,-2-1 5 0,0 1-6 16,0 1 16-16,0 0-5 0,0 0-6 0,0 0 0 15,0 0-15-15,0 0 5 0,0 0-21 0,-14 0 5 16,14 0 0-16,0 15-11 0,-15-15-25 0,15 0 36 16,-12 16-37-16,12-16-3 0,-15 12 41 0,7-12-41 15,0 13 32-15,0-4 13 0,-2-2 1 16,3 3-10-16,-3-1 10 0,1 5-15 0,-1-1 6 15,1 0 9-15,-1 1-14 0,1 0 14 0,0 2-9 16,2-1-5-16,-3 0 13 0,4-1-4 0,-1 0 8 16,2 0-3-16,-1-2-14 0,2 2 4 0,2-1-9 15,-1-3 13-15,1 1 4 0,1 0-4 0,1-3 0 16,0 2-4-16,0 1 0 0,0-4 8 0,0 1 1 16,0 0-9-16,0 1 17 0,21 0-18 0,-21-1 10 15,0 1-1-15,20-1-17 0,-20 0 13 0,21 1-4 16,-10-4 4-16,4 1 5 0,-1-3 4 0,3 0-9 15,0-3 9-15,1 0-4 0,1 0-5 0,0 0 9 16,0 0-4-16,0-20 17 0,-3 20-3 16,2 0 8-16,-3-21 15 0,2 21-3 0,-3-18 20 15,0 18-13-15,-1-21-10 0,-3 9-4 0,3 1-6 16,-4 0 15-16,-1-1-5 0,1 1 5 0,-4 1-14 16,0-2-2-16,-3 1-3 0,2 1-14 0,-2-2 4 15,-1 0 10-15,-1-1-5 0,0 2 19 0,0-1-9 16,0-1-18-16,0 0 13 0,0-1-9 0,-21 1 4 15,21 1-8-15,-18-1-10 0,18-1-3 16,-22 0 9-16,10 1 11 0,0 1-8 0,0-1-2 0,1 0 1 16,-1-1-13-16,1 1-30 0,0-1-24 15,0 4-55-15,1-3-11 0,1 2 4 0,-1 4 5 16,3-1 17-16,0 3-37 0,0 0-22 0,-1 2 17 16,3 2 26-16</inkml:trace>
  <inkml:trace contextRef="#ctx0" brushRef="#br0" timeOffset="169406.65">6991 15188 239 0,'0'-5'18'16,"0"-1"11"-16,0 0-5 0,0-3 10 15,0 3-9-15,0-3-15 0,0 2 8 0,0-2-5 16,0 1-3-16,0 0-1 0,0 1 34 0,0 1-39 15,0 1-4-15,0 1 5 0,0 1-34 0,0 1 30 16,0 1-1-16,0 1-10 0,0 0 1 0,0 0 4 16,0 0 1-16,0 0 6 0,0 17-1 0,0-17-3 15,0 18-1-15,0-18 1 0,0 26-4 0,0-8 4 16,0-1 4-16,0 3 0 0,0-1 0 0,0 2 1 16,0 1-5-16,0 1 12 0,0 1-5 0,0-2 0 15,0 2-4-15,0-1-4 0,16-2 3 0,-16 1 4 16,0-3 0-16,0 0-13 0,11-4 5 0,-11 0-8 15,0-3 8-15,9-1 12 0,-9-3-4 0,5-1 8 16,-5-3-13-16,7 0 1 0,-5-3 14 16,1 0 4-16,-1-1 9 0,-1 0 9 0,1 0-23 15,0 0-4-15,1 0 0 0,0-21-21 0,0 21 12 16,1-14-4-16,-1 14 4 0,1-17 4 0,-1 17-9 16,1-18 5-16,-2 7-8 0,1 2 4 0,1-2 8 15,-1 1-4-15,0-1 0 0,0 0 4 0,2-1-9 16,-2 0 5-16,-1 2-4 0,1-1-6 0,0-1 14 15,-1 1-4-15,-1 0 7 0,0 1-3 0,0 0-4 16,-1 1 4-16,2 1-5 0,-2 0-3 0,0 1-5 16,0 1 0-16,0-2 4 0,0 3 14 15,0 2-1-15,0-3-8 0,0 3 0 0,0 1-5 16,0 0 1-16,0 0 4 0,0 1-5 0,0 1-4 16,0 0 0-16,0 0 5 0,0 0-1 0,0 0 1 15,0 0 12-15,0 0-7 0,0 0 4 0,0 19-3 16,2-19-10-16,-2 15 9 0,0-15-4 0,2 22 11 15,-2-9-3-15,1 0-1 0,-1 1 9 0,2 0-13 16,0 1-3-16,1 1-1 0,-1-2-12 0,1 0 12 16,1 0 4-16,0-2-4 0,0-1 8 0,0-1-4 15,1 1 8-15,1-4-4 0,-3 0 0 16,3-2 4-16,-3-1-4 0,3 0 0 0,-2-1 1 0,1-2-5 16,1-1-8-16,0 0 8 0,1 0-8 15,-1 0 4-15,2 0 9 0,0-20-5 0,-1 20 4 16,2-17 4-16,-1 17-8 0,0-20 4 0,-1 20 5 15,1-21-14-15,-1 10 5 0,-1-1 0 0,1 0 0 16,-2 0 8-16,0-1 1 0,2 2-8 0,-2 1 16 16,-1-1-8-16,-1 1-1 0,0 2 1 0,-1 0-18 15,0 3 9-15,-1 0 5 0,1-1 8 0,-2 4-5 16,0 0 1-16,0 1-18 0,0 1 0 0,0 0 1 16,0 0-10-16,0 0 18 0,0 0-8 0,0 0 12 15,0 19 1-15,0-19-5 0,0 15 9 0,0-15-8 16,0 22-1-16,-15-10 4 0,15 0-12 0,0 2 4 15,0 0 0-15,-14 3-4 0,14-2 8 0,0 0 4 16,-5 1-4-16,5-1 4 0,0 0-4 16,0-2-4-16,0 0 4 0,0-2-5 0,0-2 13 15,0 1-8-15,0-3 4 0,0-1 0 0,0-1-4 16,0-2-9-16,0-1-13 0,14 1-6 0,-14-2-18 16,0-1 6-16,0 0 12 0,12 0-8 0,-12 0 1 15,11 0-2-15,-2-22-1 0,-1 22-1 0,0-18 5 16,2 18 5-16,1-23 2 0,-1 10 12 0,2-2 9 15,-2 1 0-15,3-4 6 0,-2 2 1 0,1-2 17 16,0-1 9-16,3-1 8 0,-2 0-4 0,1-2 1 16,-1 2 3-16,0-2 0 0,0 1 8 0,0-1-25 15,0 1-5-15,-3 1-9 0,0 2-6 16,-3 0 0-16,2 2 4 0,-3 2-7 0,-1 1 47 16,-1 2 5-16,-2 4-14 0,0 2-33 0,-1-1-5 15,1 3-38-15,-1 2 5 0,-1 1 32 0,0 0-32 16,0 0 39-16,0 0 2 0,0 20 0 0,0-20-9 15,0 22 13-15,0-22-4 0,0 30 3 0,-17-9-3 16,17-1-10-16,0 2 9 0,-15-1-4 0,15 2 5 16,-14 2 3-16,14-1-9 0,-11 2 4 0,11-1-1 15,-9 0-3-15,9 0-1 0,-3-2 4 0,3 0 0 16,0-5 4-16,0-2-4 0,0-3-4 0,0-4 7 16,0-2-6-16,0-3 15 0,0-2 5 15,0-2-3-15,0 0 9 0,14 0-9 0,-14 0 0 16,0 0-10-16,10-22-4 0,-10 22-3 0,11-21-1 15,-5 21 12-15,-6-23-9 0,10 8 5 0,-5 2-5 16,0-3-12-16,0-1 4 0,0 0-1 0,1-2 5 16,1-1 0-16,4 0 8 0,-3-3 4 0,1 1-4 15,-1-3 8-15,1 4-9 0,0-2 11 0,-1 2 14 16,-1-1-4-16,-3 3-5 0,1 1 47 0,0 4-14 16,-3 2 5-16,1 1 5 0,-3 2-66 0,0 1 5 15,0 2-1-15,2 2-4 0,-2 0 10 0,0 1-6 16,0 1-4-16,0 0 16 0,0 1-22 0,0 1 0 15,0 0 11-15,0 0-11 0,0 0 16 16,0 0 11-16,0 0-57 0,0 0 36 0,0 0-35 16,0 21-11-16,0-21 42 0,0 15-21 0,0-15 30 15,0 23-4-15,0-9 5 0,0 2-4 0,0 6 3 16,0-3-3-16,0 3 4 0,0 1-9 0,0 0 4 16,0 1 9-16,17 1-4 0,-17-1-1 0,18 0 5 15,-18-1-5-15,21-2 4 0,-9 1-4 0,-1-3-8 16,0-2 4-16,1 0 0 0,-3-5 8 0,-1 2-5 15,0-1 1-15,2-2 5 0,-2-2-1 0,-1-1 4 16,-1-1 1-16,1-2-9 0,-2 1 4 0,0-4-4 16,-2 2 0-16,-1-2 8 0,0-1-34 15,1 1-18-15,-2-2-24 0,-1 0-50 0,0 0-16 16,1 0 23-16</inkml:trace>
  <inkml:trace contextRef="#ctx0" brushRef="#br0" timeOffset="169643.24">7634 15412 480 0,'-4'-1'4'0,"1"-1"9"16,0 1-4-16,-1 0 0 0,3-1-9 15,1-1-13-15,0 2 4 0,0 1 1 0,0 0 8 16,0 0 4-16,0 0-8 0,0 0 9 0,20 0-9 15,-20 0 4-15,25-1 8 0,-9 0-12 0,5-2 8 16,1 1-8-16,2-2 0 0,0-1-1 0,3-1-26 16,0 0-15-16,-1 0-16 0,-1-2-27 0,-3 2-5 15,-1 0 20-15</inkml:trace>
  <inkml:trace contextRef="#ctx0" brushRef="#br0" timeOffset="169794.99">8213 15225 654 0,'5'0'0'0,"-1"0"0"15,-1 0 0-15,-3 9 5 0,0-9-5 0,0 0-35 16,0 0-43-16,0 0-71 0,0 8-14 0,0-8 34 16</inkml:trace>
  <inkml:trace contextRef="#ctx0" brushRef="#br0" timeOffset="170577.7">6125 16340 490 0,'-7'5'9'15,"-1"-2"-4"-15,3-3-1 0,1 0 10 0,2 0-19 16,2 0 5-16,0 0 1 0,0-26-9 0,30 26 9 15,-30-20-1-15,35 5 5 0,-11-1 0 0,5-4-1 16,3-1 9-16,4-3 0 0,3-2-5 0,2-2 5 16,1 0-5-16,0 0-9 0,0 2 0 0,-3 0 5 15,-1 2 0-15,-4 1-5 0,-4 5 9 0,-1 2-8 16,-5 1-1-16,-4 3 1 0,-4 2 0 0,-3 3 0 16,-2 0-5-16,-4 4 0 0,-2-1-20 0,-3 3-16 15,-2 1-32-15,0 0-35 0,0 0-15 16,0 0 16-16</inkml:trace>
  <inkml:trace contextRef="#ctx0" brushRef="#br0" timeOffset="170790.24">6217 16540 446 0,'-4'15'-10'0,"3"-4"1"16,1-5 6-16,0-5 9 0,0-1 11 15,25 0 1-15,-25-28-5 0,35 28-9 0,-10-36 8 16,6 12-1-16,4-3-4 0,3-4-1 0,5-3-18 0,5-3 4 16,2 1 4-16,1 0-5 0,-2 0-1 15,1 3-19-15,-3 1-10 0,-5 4-19 0,-5 4-11 16,-7 4-14-16,-5 4-1 0,-5 3 23 0</inkml:trace>
  <inkml:trace contextRef="#ctx0" brushRef="#br0" timeOffset="193234.54">8368 15183 213 0,'0'0'15'15,"0"-12"16"-15,0 12 10 0,0-8 10 0,0 8-11 16,0 0-10-16,0-7-10 0,0 7-5 0,0-6 0 16,0 2-11-16,0 0 0 0,0 0-9 0,0 0 0 15,0 1 5-15,0-1 4 0,0 0 6 0,0 1-5 16,0 1 5-16,0 0-5 0,0 0 0 0,0 1-5 16,0 1-5-16,0 0 5 0,0 0-5 0,0 0-4 15,0 0 5-15,0 0 0 0,0 0-1 16,12 15 14-16,-12-15-28 0,0 0-11 0,0 0-1 15,10 13-29-15,-10-13 2 0,9 0-29 0,-4 9 0 0,0-9 24 16</inkml:trace>
  <inkml:trace contextRef="#ctx0" brushRef="#br0" timeOffset="193474.33">8582 15242 100 0,'2'0'-4'0,"0"9"4"16,0-9-2-16,-1 0-2 0,1 0 17 15,-1 0-13-15,1 4 3 0,1-4 2 0,0 0-11 16,1 2 2-16,2-2 9 0,2 1-5 0,-3 0 4 16,4 1 9-16,2-1-9 0,-2-1 1 0,0 1-1 15,1 1-4-15,0-2 0 0,-1 0 1 0,0 0-2 16,-1 0-3-16,0 0-6 0,0 0-8 0,-1 0-11 15,0 0-1-15,0 0 5 0</inkml:trace>
  <inkml:trace contextRef="#ctx0" brushRef="#br0" timeOffset="195022.19">9553 15142 167 0,'3'0'5'0,"-2"0"6"15,0 0 9-15,1 0 3 0,0-19 13 0,1 19-6 16,-2 0 5-16,0-14-1 0,-1 14-3 0,0 0 4 16,1 0-4-16,-1-8 14 0,0 8-20 0,0 0 10 15,0 0-15-15,0 0-19 0,0 0 4 0,0 0-10 16,0 0-4-16,0 0 9 0,0 0 0 15,0 0-10-15,0 0 15 0,0 0-5 0,-19 0-4 16,19 16-4-16,-11-16 4 0,11 11 0 0,-18-11 13 0,8 14 5 16,-1-4-13-16,1-3 0 0,0 4-14 15,-3-1 9-15,3-1 5 0,0 1-1 0,-1 0 5 16,1-1 0-16,-1 0-1 0,2 1-7 0,0-2 3 16,3 1-4-16,-1-4-4 0,0 3 4 0,2-3 4 15,0 2 1-15,2-2 3 0,-1-1 1 0,1 1-10 16,0-2 5-16,2 0-4 0,0 0 4 0,0 0 0 15,1-3 4-15,-1 2 1 0,1-1 3 0,0-1-4 16,0 0-13-16,0 0 5 0,0 1-4 0,0-1 8 16,0 2 4-16,0-1 1 0,16 0 3 0,-16-1-3 15,0 2 4-15,21 1 8 0,-21-1 1 16,20-2 3-16,-6 3-8 0,-3-2-8 0,4 1 3 16,-2 0 7-16,1-1 14 0,-2 0 10 0,0 1-3 15,1-2-5-15,-2 0-11 0,-1 0 0 0,-1 0-5 16,0 0-5-16,-1 0 0 0,1 0-10 0,-4 0 0 15,1 0-5-15,-2 0 0 0,0 0 5 0,0 0-25 16,-1 0-21-16,0 0-26 0,0 0-13 0,-1 0 1 16,0 0 4-16,2 0 3 0,-2 0-15 0,1 0-8 15,0 0 8-15,0 0 23 0</inkml:trace>
  <inkml:trace contextRef="#ctx0" brushRef="#br0" timeOffset="195360.4">9643 15130 226 0,'0'-5'15'0,"0"0"-2"0,0 3 10 16,0 0 5-16,0 1-16 0,0 1 7 0,0-1-14 0,0 1-10 15,0 0 5-15,0 0-6 0,0 0 7 16,0 0-9-16,0 18 2 0,0-18 8 0,0 18 4 16,0-18 1-16,0 24-4 0,0-10-4 0,0 1-2 15,-14 2 24-15,14 2 5 0,0 0-9 0,-14 2 7 16,14-1-17-16,-9 3 3 0,9-3-5 0,-9 1-8 16,4-1 12-16,1-2-13 0,0 0 9 0,2-3-1 15,1 0 0-15,-1-1 0 0,2-2 0 0,0-4 0 16,0 3-8-16,0-1 8 0,0-4-13 0,0 1-24 15,0-2-24-15,0-1-33 0,0 0-17 0,0-1 23 16</inkml:trace>
  <inkml:trace contextRef="#ctx0" brushRef="#br0" timeOffset="196111.67">9849 14945 277 0,'-16'-10'1'0,"16"2"22"0,-19-2-3 16,19 0 14-16,-24 1 7 0,13 2-16 0,-4-2 4 16,2 2-9-16,-2 0-9 0,0 1 7 0,-2 1-4 15,2 1-5-15,-3 1-5 0,3 1-8 16,-2 1 8-16,1 1-5 0,-1 0 1 0,-2 0 0 0,2 0-9 16,-2 0 0-16,1 0 4 0,-2 21-5 0,-2-21 14 15,-1 16 3-15,1-16-4 0,-1 23-4 0,-1-9-1 16,1-1-8-16,0 3-2 0,-2 2 24 15,0-2-23-15,1 5-17 0,2-4 7 0,-1 2-26 0,3-2 20 16,1 1 26-16,0-1-5 0,3 2 8 16,4-3 0-16,1-1-3 0,1 3-4 0,2 2 0 15,1-2-5-15,0 1 14 0,0 1 6 0,2-1 0 16,2 3-8-16,0-1-5 0,0 2-11 0,1-2 7 16,1 0 12-16,0 1-8 0,1-2 11 0,0-1-7 15,0-1-2-15,0 1-3 0,0-4 7 0,0 0 5 16,19 0 0-16,-19-1 8 0,18 0-12 0,-18-1 4 15,20 1-4-15,-20-1 3 0,23 1 6 0,-10-2-14 16,1-1 13-16,1 3-3 0,-1-2 12 0,3-1 9 16,0 2-12-16,-2-3 14 0,1 0-14 15,2-2 10-15,1-1 4 0,0-2-5 0,0-3-4 16,1-2 1-16,3 0-4 0,1 0-10 0,2 0 6 16,0-18-16-16,-3 18 0 0,2-16 0 0,1 16 10 15,-3-20-6-15,0 20 1 0,-3-17-5 0,1 17 0 16,0-21 0-16,-3 10 0 0,2-1 15 0,-2 1-15 15,0-3 9-15,-1 0 11 0,-1 0-5 0,1-2 14 16,-1-1 6-16,0-4-1 0,-2 1-4 0,1-2-4 16,-1-1 4-16,1-2 0 0,-2-1 5 0,-1-1-3 15,0 0-11-15,-1 1-8 0,-2 0-4 0,0 2-1 16,-4-1-3-16,0 3 9 0,-1 2 3 0,-2 1-1 16,-2 1 21-16,0 3-10 0,0 4-3 0,0 1-4 15,0-2-24-15,-24 3 1 0,24 1-12 0,-16-1-28 16,16 1-16-16,-21-2-25 0,21 1-31 15,-23-1 8-15,11 1-17 0,-1-2-39 0,-1-1-35 16,0 1 25-16</inkml:trace>
  <inkml:trace contextRef="#ctx0" brushRef="#br0" timeOffset="200394.55">1692 17079 112 0,'0'-3'13'0,"0"1"10"15,0-1 5-15,0 0 9 0,0 1-5 0,3-1 9 16,-1 1-8-16,-2 0 0 0,0 1-4 0,0 0-10 16,0 0 12-16,0 1-8 0,0 0-1 0,0 0-12 15,0 0-6-15,0 0-4 0,0 0-8 0,0 0 12 16,0 0-4-16,0 0-4 0,0 18 3 0,0-18-3 16,-18 14-1-16,18-14 9 0,-14 21 0 15,14-10-8-15,-19 1 7 0,8-1 1 0,1 1-9 16,-2 0 8-16,1 1 1 0,2-1-9 0,-1 0 8 15,0 0 5-15,1 1-18 0,-1-1 13 0,0 2 0 16,1 0-9-16,2-2 0 0,-3 2 5 0,0 0-6 16,4 0 6-16,-1-1 14 0,-1-1-15 0,2-1 10 15,-1-1-8-15,3-2-1 0,1-1-4 0,1-2 1 16,-3-2 4-16,5 0-5 0,0-1 14 0,0-2-9 16,0 0 5-16,0 0 4 0,0 0-9 0,0 0 5 15,0 0-14-15,0 0 5 0,0 0 9 0,0 0-4 16,0-15 8-16,14 15-9 0,-14 0-4 0,0 0 4 15,11-12-4-15,-11 12-1 0,10 0-3 16,-10-7 4-16,13 7 4 0,-6-5 1 0,-1 5 3 16,5-5-4-16,-1 3-4 0,0-1 4 0,4 0 1 15,-3-1-5-15,4 1 9 0,0-1 0 0,1 1-1 16,-2 1 1-16,1-1-4 0,-3 1-9 0,3 0 4 16,-2-1 1-16,0 1 3 0,-1 0 5 0,1 0-5 15,-1 0 0-15,1 0 0 0,-2 2 0 0,-1-1 4 16,0 0-8-16,-3 0 0 0,-1 1 4 0,-1 0-5 15,-2 0 14-15,-1-1-1 0,2 1-12 0,-3 0 9 16,1 0-9-16,-2 0-10 0,0 0 13 0,0 0-19 16,0 0-7-16,0 0-15 0,0 0-61 15,0 0-3-15,0 0 14 0</inkml:trace>
  <inkml:trace contextRef="#ctx0" brushRef="#br0" timeOffset="200701.92">1826 17104 216 0,'0'-9'-3'0,"7"2"18"15,-7-1 14-15,0 0 14 0,0 1 8 0,0 3-8 16,0 0-11-16,0 2-21 0,0 1-2 16,0 1-14-16,0 0-7 0,-17 0 12 0,17 0-1 15,0 19-7-15,-21-19 11 0,21 18 0 0,-17-18-7 16,17 24 7-16,-16-24-3 0,16 24 4 0,-10-12-6 15,10 0 1-15,-6 1 0 0,6-1-13 0,-2 1 5 16,2 1 20-16,0 0-13 0,0 2 4 0,0 1-1 16,0 2-12-16,0 1 16 0,0 2-4 0,15 2 8 15,-15-1 31-15,0 1-3 0,0-2 6 0,0 0-3 16,0-2-34-16,0-2 0 0,0-2 0 0,0-2-5 16,0-1-1-16,0-5-11 0,0 1-40 0,0-5-8 15,0-2-5-15,0-2-30 0,0 0-6 0,16 0 11 16</inkml:trace>
  <inkml:trace contextRef="#ctx0" brushRef="#br0" timeOffset="201478.2">1964 16980 102 0,'0'-5'9'0,"-14"2"2"0,14-3 9 0,-11 3-1 15,5-2-8-15,-1 2 7 0,-4-1-9 0,2 1 15 16,-2-2 4-16,-1 1-4 0,-1-1 0 0,-3 1-14 15,1-2 11-15,-4 2-11 0,2-1 7 0,-2 1-4 16,-2-3-13-16,2 2 8 0,-1 1-7 0,-3-1 7 16,1 2-7-16,1 0-1 0,-2 2 1 0,-1 1-5 15,4 0 8-15,-4 0 1 0,0 0-8 0,2 0 0 16,0 21-4-16,2-21-1 0,-1 14 13 16,4-14-1-16,-1 18-4 0,2-18 1 0,2 19-5 0,1-9 0 15,-1-1 12-15,3 3-8 0,2-1 1 16,1-1-5-16,0 2-4 0,1-1 11 0,1 2-3 15,0-1 3-15,-2 1-3 0,4 0 4 0,0 3-9 16,1 0 1-16,-1 0-1 0,2 0-5 0,-1 2 12 16,1 1-1-16,0 2 3 0,-1-1-3 0,1 4-1 15,2-2-4-15,-1 3 9 0,1-2-9 0,-1 1 4 16,1 1 37-16,0-2-5 0,0 0 15 0,0-1-12 16,0 2-18-16,0-3-15 0,0 1-5 0,20 0 15 15,-20-1-11-15,0 1 10 0,16-1-14 0,-16-2-6 16,14 0 0-16,-14 0 10 0,14-2 13 0,-4-1-4 15,-1-2 10-15,2 0-14 0,1-3 13 16,1 1 10-16,3-4-9 0,0-2 13 0,3 0-23 16,-1-2 4-16,5-2-3 0,0-2-6 0,2 0 10 15,3 0-5-15,-2 0 0 0,0-21 1 0,1 21 4 16,2-24-4-16,1 24-5 0,-1-29-6 0,-2 13-4 16,0-1 0-16,-3 0 10 0,0-1 0 0,-1-2-4 15,-2 1 4-15,0-2-43 0,-2 1 5 0,3 0-1 16,-4-2 6-16,1 1 32 0,-1-1 1 0,-3 2 4 15,1 1-10-15,-3 1 0 0,-2 0-1 0,-2 1 6 16,-3 2 6-16,-2-1 16 0,-1 5-1 16,-2-2 11-16,-1 1-2 0,0 1-5 0,0 1-1 0,0-1-16 15,-21 2-4-15,21-2-10 0,-17-1-9 16,17 1 5-16,-20 1-5 0,20-2 0 0,-21 1 9 16,10 0 1-16,1 0 8 0,0 1 1 0,2 0-4 15,1 2-15-15,2-2-5 0,1 2-24 0,4-1-16 16,-4-1-15-16,4 1-26 0,0 1 11 0,0-2-17 15,0 3-25-15,18 0 6 0,-18 0 18 0</inkml:trace>
  <inkml:trace contextRef="#ctx0" brushRef="#br0" timeOffset="202190.05">2211 17451 264 0,'-1'0'15'0,"-1"-10"6"0,0 10 15 0,0-10 2 0,1 10-15 16,-2-7-7-16,2 7-14 0,-1-5 3 16,0 5 0-16,1-3 0 0,-1 3-4 0,1-2 4 15,0 0-5-15,0 1 9 0,-1 1 1 0,2 0-5 16,0-2 0-16,-1 1-3 0,1 0 7 0,0 1-3 15,0 0 8-15,0 0-5 0,0 0-5 0,0 0-4 16,0 0-4-16,0 0-1 0,0 0-4 0,0 0 9 16,0 0 0-16,0 0 0 0,0 0 5 0,0 0-5 15,19 0-5-15,-19 0 5 0,16 0 1 0,-16 0-5 16,22 0 4-16,-10 0-3 0,3 0 13 0,1 0 3 16,1 0 1-16,0 0 0 0,0-13-4 15,3 13-5-15,-2 0 5 0,3 0 0 0,-1 0-9 16,1 0 18-16,2 0-5 0,-2 0 0 0,-1-7 0 15,1 7-18-15,-1 0 4 0,-2 0 5 0,0-4-1 16,-2 4 5-16,-1-2 5 0,0 1-13 0,-2 1 3 16,-3 0 1-16,0-1-10 0,-2 1 10 0,0 0-5 15,-2 0-5-15,-2 0 0 0,0 0 5 0,-1 0 0 16,0 0 0-16,0 0-10 0,-2 15-28 0,1-15-25 16,-2 0-9-16,0 0-20 0,1 10-21 0,-1-10 8 15,0 0 13-15</inkml:trace>
  <inkml:trace contextRef="#ctx0" brushRef="#br0" timeOffset="202582.75">2718 17230 167 0,'6'0'1'0,"1"0"13"16,0 15 5-16,-1-15 10 0,2 0-1 0,1 0-13 16,-2 12-5-16,1-12 4 0,0 0-1 0,2 9-8 15,-3-9 4-15,0 6-4 0,0-2-5 0,0 0 11 16,-2 2-3-16,0-2-5 0,-3 3-4 0,1 0-3 15,-3 2 6-15,0 0-3 0,0 3 8 0,0 0 14 16,0 1-9-16,0 2-1 0,-21 0-4 0,21 0-14 16,0-2 40-16,-22 0-31 0,22-2 47 0,-14-1 1 15,14 0-49-15,-11-2 30 0,11-1-36 0,-11-2 6 16,11 1-1-16,-11-1 1 0,11 1-1 0,-7-2-10 16,4-1 5-16,1 0 10 0,1-2-6 0,0 1-3 15,1-2 3-15,0 0-57 0,0 0-47 16,0 0-27-16,0 0 2 0</inkml:trace>
  <inkml:trace contextRef="#ctx0" brushRef="#br0" timeOffset="204078.69">3348 17222 125 0,'0'-5'12'0,"0"5"2"15,0-4 4-15,0 3 1 0,0-2-9 0,0 2 4 16,0-1-4-16,0 0 4 0,0-1-4 0,0 1 3 16,0 1 0-16,0-1-5 0,0 0 1 0,0 0-12 15,0-1 0-15,0 0-4 0,15-1 8 0,-15 0 8 16,0-1 1-16,0 1 8 0,15-1-6 0,-15-1-3 16,9 2-3-16,-9-2 0 0,11 2 3 0,-4 0-8 15,2 1 8-15,1-1 5 0,1 2-6 0,2 1 5 16,-2 1-8-16,2-1 0 0,-1 1 0 0,1 0 0 15,-2 0 8-15,0 0-4 0,-1 0 5 16,-1 0 3-16,-2 0-4 0,-1 16-5 0,-1-16-4 16,0 0-9-16,-2 16 5 0,-2-16 4 0,-1 15 0 15,0-4 8-15,0 0-13 0,0 2 0 0,0 0-4 16,-22 3 4-16,22-1 8 0,-15 0-8 0,15 1 8 16,-17-3-3-16,17 1-15 0,-19-1 15 0,19-1-9 15,-13-2 5-15,13 0 8 0,-11-3-8 0,11 0-1 16,-8-2-3-16,8-2-1 0,-3-2 5 0,3 0 4 15,0-1-4-15,0 0 1 0,0 0-6 0,0 0 5 16,0 0-4-16,0 0 9 0,0 0-9 0,0 0 4 16,0 0 5-16,20-17-9 0,-20 17 4 0,0 0 0 15,13 0-4-15,-13-10 13 0,12 10-1 16,-12 0-16-16,9 0 16 0,-9 0-16 0,12 0 3 16,-5 0 14-16,1 0-14 0,-3 0 5 0,2 0-5 15,-1 0 0-15,2 0-4 0,-3 0 9 0,1 15-1 16,0-15 1-16,-3 0 3 0,2 14-3 0,-3-14 13 15,1 11-14-15,-3-11 10 0,2 12-4 0,-2-6-6 16,0 2 44-16,0 0 2 0,0 2-6 0,0-2-10 16,-19 4-24-16,19 0-5 0,-18 0 10 0,18 2 15 15,-25 0-14-15,11-3-11 0,2 1 5 0,-3 0-15 16,2-3-5-16,1-2 25 0,1-2-15 0,0-2 15 16,1-2 5-16,0-1-15 0,1 0-15 15,0 0-31-15,2 0-55 0,1-17-86 0,0 17 25 16,0-15 20-16</inkml:trace>
  <inkml:trace contextRef="#ctx0" brushRef="#br0" timeOffset="204956.48">3673 17032 132 0,'0'-6'17'0,"-14"0"6"0,14 0 1 16,-12 0 9-16,12-1-11 0,-13 1-3 0,4-1 8 15,1 2 0-15,-1-3-5 0,-1 1 5 0,-2 0-5 16,1 1-8-16,0-2 4 0,-2 1-5 0,0 0 0 16,-1 1 4-16,1-1-5 0,2 1-2 15,-2 1-2-15,1 0-8 0,1 1 4 0,0 1-8 16,0 0-8-16,0 2 8 0,1 1-4 0,1 0 8 16,-2 0 0-16,2 0 5 0,-1 0-5 0,-2 22-3 15,1-22 11-15,0 18-11 0,-3-18-1 0,-1 22 5 16,0-9-12-16,-1 2 7 0,1-1 9 0,-1 2-5 15,1 0 4-15,0 1-4 0,1 0-4 0,1-1 7 16,2 1 1-16,-2-2-1 0,3-1-4 0,0 1 0 16,3-1-8-16,-2-2 4 0,4 1 4 0,-1-1 5 15,1 0 3-15,1 0-4 0,0-1 0 0,1 1-13 16,1-1 5-16,0 1 8 0,-1-1-4 16,1 1 4-16,2 0 4 0,-2 0-13 0,1 1 4 15,0 0-4-15,1 1 5 0,0 0 8 0,-1 0-5 16,1 1 0-16,0-1-5 0,0 0 32 0,0 0 5 15,0 0 0-15,0 0-4 0,0-2-29 0,0 2-1 16,0-2 1-16,16 2 9 0,-16 0-9 0,0 0-1 16,17-1 6-16,-17 0-11 0,13 1 11 0,-13 1 4 15,15-2-10-15,-8 1 0 0,0 0 1 0,1 1-6 16,2 2 5-16,-1-3 10 0,1 0-14 0,1-2-1 16,0 3 10-16,2-1-4 0,1-3 8 0,0 1 9 15,2-3-4-15,0 0 10 0,2-2 5 0,-3-1-10 16,1-1 16-16,-1-2-10 0,3-1 0 0,-1-1 10 15,-1-1-15-15,2 0 1 0,-2 0 0 16,5 0-1-16,0 0-3 0,-2-24 3 0,1 24-9 16,0-21-9-16,0 21 14 0,2-28-9 0,0 11-1 15,-1 0 6-15,-1-2-14 0,0-1 6 0,-1 0-2 16,1 0 3-16,-4 0-1 0,-1-1-10 0,-1 0 16 16,-1 2-16-16,0-1 8 0,-3 2 13 0,1 0-15 15,-2-1 11-15,-1 0 5 0,0 2-11 0,-1-1 5 16,-2 1 4-16,1-3-18 0,-2 1 11 0,-1 1 4 15,-1 0-4-15,0 1 14 0,-1-1-6 0,-1 1-1 16,0 1 8-16,0-1-3 0,0 0-8 0,0 2 0 16,0-2-8-16,-22 0-1 0,22 1-3 0,-15 0 1 15,15 2-3-15,-18 1 0 0,18-1 11 0,-21 4-8 16,12-1-1-16,-3 2-8 0,5 0-53 16,-3 0-21-16,3 0-43 0,-1 2-19 0,3-2 27 15,1 2-2-15,1-2 12 0,1 2-13 0,0 2-16 16,2-2 25-16</inkml:trace>
  <inkml:trace contextRef="#ctx0" brushRef="#br0" timeOffset="206021.83">4294 17445 194 0,'-5'0'9'0,"0"0"3"0,1 0 5 0,0 0 6 15,1 0 0-15,-1 0 0 0,1 0-2 0,0 0 0 16,0 0-9-16,1 0 3 0,-1 0 0 0,1 0-10 16,2 0 4-16,-2 0-13 0,1 0 4 0,1 0 0 15,0 0-5-15,0 0 9 0,0 0-9 0,0 0 4 16,0 0-3-16,0 0-2 0,0 0 7 0,0 0-5 15,0 0 9-15,22 0 10 0,-22 0 0 0,19 0 15 16,-4 0 0-16,-1 0-4 0,4 0 33 0,0 13-34 16,1-13 25-16,2 0-35 0,-1 0-30 0,3 0 25 15,-2 7 1-15,-1-7 46 0,-1 0-15 16,2 5 1-16,-3-2-26 0,1 0 0 0,0-1 5 16,-4 0 10-16,3 1 6 0,-3-2-16 0,1 1 1 15,-1-2-1-15,0 0-15 0,-3 0-1 0,0 0 9 16,0 0-20-16,-3 0 10 0,0 0 0 0,-1 0-14 15,-2 0 4-15,1 0-17 0,-2 0-17 0,-2 0-12 16,0 0-16-16,1 0-9 0,-1 0 17 0,-1 0-9 16,-1 0-10-16,0 0-10 0,1 0-22 0,-2 0-12 15,1 0 22-15,-1 0 31 0</inkml:trace>
  <inkml:trace contextRef="#ctx0" brushRef="#br0" timeOffset="206462.54">4681 17363 78 0,'0'-15'0'0,"0"15"-2"15,0 0 7-15,0-11-1 0,0 11 0 0,0 0 3 16,0-6-7-16,0 6 0 0,0 0-6 0,0 0 8 15,0-5 3-15,0 5 7 0,20 0 15 16,-20 0 0-16,0 0-2 0,19 0-5 0,-19 0 3 16,18 0 1-16,-7 0-1 0,-1 0-1 0,1 0-9 15,0 16-12-15,1-16 3 0,-1 0 5 0,0 12-4 16,2-12 8-16,-2 0-13 0,0 11-1 0,0-11 4 16,-1 11-7-16,1-11 16 0,-2 11-8 0,-1-8-5 15,0 4 8-15,0-3-12 0,-1 3 5 0,-2-1-2 16,0 0 1-16,-1 0 4 0,0 1 33 0,-2 0-14 15,0-1-23-15,-1-1 30 0,-1 2-33 0,0-2 20 16,0 3 24-16,0 0-39 0,0-1 5 0,0-1-10 16,0 2-5-16,0 0 15 0,-18 0-10 0,18 1 10 15,0-1-5-15,-19 0-1 0,19 1 1 0,-17 0 0 16,6 1 4-16,0 0-4 0,0 0 5 16,-2 0 4-16,2 0-10 0,0 1 1 0,-2-2-1 15,4-1-17-15,0 2 17 0,-2-2-37 0,2-1-45 16,1 0-37-16,0 0-11 0,1-1 38 0</inkml:trace>
  <inkml:trace contextRef="#ctx0" brushRef="#br0" timeOffset="209202.32">5732 17353 81 0,'0'0'13'0,"0"0"-1"16,0-15 13-16,11 15 6 0,-11 0-13 0,0 0 6 16,9-9-13-16,-9 9-1 0,0 0-1 15,6 0 0-15,-6 0 0 0,1-5-3 0,1 5 4 0,1 0-4 16,-1 0-1-16,1 0 5 0,0 0 3 15,3 0 9-15,-2 0-4 0,3 0 0 0,1 0-12 16,-1 0-4-16,2 0-1 0,1-3 0 0,1 3 8 16,3 0 6-16,0-1 3 0,-1 0-4 0,1-1-4 15,2 1-5-15,1-1 0 0,1-1-4 0,-1 0 0 16,1 0 0-16,-1 0-4 0,0 0 3 0,2 0 13 16,-2-1-4-16,0 2-1 0,-3 1-9 0,0-1-35 15,-1 1-37-15,0 1-29 0,-2 0-7 0,-2 0 22 16</inkml:trace>
  <inkml:trace contextRef="#ctx0" brushRef="#br0" timeOffset="210470.37">6688 16954 103 0,'0'-5'15'0,"0"-1"8"0,0 0 9 16,0 1-2-16,0 0 1 0,0 2-20 0,0-1 0 15,0 2 3-15,0 0-12 0,0 2 2 0,0 0-5 16,0 0-7-16,0 0 4 0,0 0 1 0,0 0 3 16,-19 0 1-16,19 20-5 0,0-20 5 0,0 15-8 15,0-15 10-15,-16 21-5 0,16-9 6 0,-9 1 1 16,9 3 0-16,-13 0-1 0,5 2-4 0,2 1-1 16,-1 2-8-16,0 0 11 0,1 1 3 0,-1 2-5 15,3 0 8-15,-2 2-15 0,0-1 3 0,1 1-4 16,2 1 12-16,0-1 1 0,1-1-6 0,0 0 13 15,2-3-15-15,0-1 41 0,0-2 7 0,0-2-8 16,0-3 11-16,22-2-31 0,-22-2 4 0,0 0 10 16,23-2-11-16,-23-2 1 0,19 2-1 15,-8-4 0-15,1 0 5 0,-1-2-6 0,1-1-4 0,2-1 6 16,-1 0-12-16,2 0 1 0,-2 0-39 16,2-21-11-16,-1 21 16 0,1-19-14 0,-1 19 35 15,0-20 5-15,-2 20-16 0,1-22-3 0,0 22-2 16,-2-20-28-16,1 10-14 0,-2 0-10 0,-1 0-46 15,0 0 24-15</inkml:trace>
  <inkml:trace contextRef="#ctx0" brushRef="#br0" timeOffset="210733.84">6862 16805 438 0,'0'0'0'0,"0"0"1"16,0 0 8-16,0 0-9 0,0 0-15 0,0 0-18 15,0 0-32-15,0 0-23 0,0 0-7 16,0 0 18-16</inkml:trace>
  <inkml:trace contextRef="#ctx0" brushRef="#br0" timeOffset="211446.56">7000 17331 273 0,'0'0'9'0,"0"0"5"0,0-17 5 16,0 17-3-16,0 0-9 0,0-16 4 0,0 16-7 15,22-14 15-15,-22 6-3 0,18 1 3 0,-18 0 4 16,19-1-13-16,-7 1 11 0,0 0-16 0,0 1 4 16,1 2-4-16,0-1-9 0,0 3 9 0,-2 0-4 15,0 1 4-15,1 1 7 0,-3 0-8 0,-1 0 4 16,0 0 0-16,-2 0-16 0,1 0 3 0,-4 18 1 15,1-18 7-15,-1 0 8 0,-1 20-4 16,-2-20 1-16,0 19-10 0,0-7 1 0,0 2 4 16,0 0 4-16,0 3-4 0,0 0-8 0,-22-1 3 15,22 3-5-15,0-1 44 0,-14-3 8 0,14 0-7 16,0 0 0-16,-10-1-38 0,10-1 0 0,0 1 5 16,0-2-15-16,0-1 10 0,0 2-5 0,0-1-4 15,0-2 19-15,0-1-15 0,0-1 10 0,0-2-10 16,0-1 5-16,0 0 10 0,14-2-10 0,-14 1 13 15,0-2-13-15,14-1 1 0,-14 2 4 0,11-2-5 16,-11 0 0-16,9 0 0 0,-2-1 0 0,-2 0 5 16,2 0 0-16,-1 0-5 0,1 0 0 0,1 0 0 15,0 0 0-15,-1 0 0 0,1 0 5 16,1-16 0-16,0 16 0 0,0 0-15 0,1-14-24 16,-1 14-10-16,2-13-25 0,1 13-4 0,0-16-12 15,1 8-33-15,1 0 4 0,-1 0 20 0</inkml:trace>
  <inkml:trace contextRef="#ctx0" brushRef="#br0" timeOffset="212860.18">7668 17341 68 0,'0'0'21'16,"0"0"1"-16,0 0 11 0,0 0 9 0,-13 0-17 16,13 0 10-16,0-11-9 0,0 11 7 0,0 0-8 15,0 0-5-15,0 0 3 0,0 0-13 0,0-6 7 16,0 6-8-16,0 0-1 0,0 0-4 0,0 0-8 15,0 0 8-15,0 0-3 0,19 0 4 16,-19 0 4-16,20 0 1 0,-7 0 3 0,3 0-4 16,0 0 13-16,4 0-5 0,-2 0 1 0,1 0 4 15,1 13 0-15,-2-13 0 0,0 0-1 0,-2 0 1 16,1 0-14-16,-2 7 9 0,-1-7-4 0,-2 0 1 16,0 0-5-16,-3 0-13 0,0 0 4 0,0 0 0 15,-2 0 5-15,-1 0 4 0,0 0-3 0,-1 4-16 16,-1-4-21-16,0 0-18 0,-1 0-18 0,-1 0-14 15,0 0 1-15,0 0-23 0,-1 0-8 0,-1 0 23 16</inkml:trace>
  <inkml:trace contextRef="#ctx0" brushRef="#br0" timeOffset="213166.16">7900 17213 236 0,'0'-2'15'0,"0"0"6"0,0 1-1 16,0-1-7-16,0 1-16 0,0 0-6 0,-14 1 0 15,14 0 12-15,0 0-5 0,0 0 1 16,0 19-4-16,-12-19 3 0,12 19-5 0,-9-19 11 15,9 30 4-15,-8-13-12 0,4 1 12 0,0 1-21 16,2 1 1-16,-1 0 15 0,1 1 22 0,0-1 16 16,1 0-3-16,-2 0-4 0,1-1-25 0,2 2-10 15,0-3 18-15,0 1-14 0,0-1-19 0,0 1-24 16,0-2-69-16,0-3 1 0,18 0 19 0</inkml:trace>
  <inkml:trace contextRef="#ctx0" brushRef="#br0" timeOffset="214027.87">8850 17122 29 0,'-19'0'0'0,"19"11"0"0,0-4-3 16,-23 2 3-16,23 3 2 0,-24-2 2 0,12 3 7 15,-4 2-6-15,0-1 6 0,-2 3-2 0,1 0 2 16,-4 1-1-16,0 0-6 0,1 0 3 0,-1 0-6 16,0 0 7-16,2-1-4 0,0-1-2 0,3-2 8 15,-1 0-4-15,3-1 4 0,1-1-3 0,4-3 4 16,2 0-4-16,-1-3-4 0,4-2 3 0,0 1-6 15,3-2 17-15,0-3-11 0,1 0 17 0,0 0 3 16,0 0-7-16,0 0 24 0,0 0-17 0,0 0-13 16,0 0-2-16,0-17-12 0,18 17 8 15,-18 0 3-15,16-15 0 0,-16 15-1 0,22-11-3 16,-10 11-1-16,3-11-2 0,0 11 3 0,2-10 1 16,0 10 6-16,2-8-3 0,-2 4-2 0,3 1-8 15,-1 0 1-15,0 1 8 0,0 0-12 0,-3 1 7 16,0 1 5-16,-2 0-9 0,-1 0 4 0,-2 0 8 15,-3 0-11-15,0 0-1 0,-1 0 11 0,-3 0-19 16,0 0 12-16,-2 0 4 0,0 0-12 0,0 0 8 16,-1 0-17-16,-1 15-6 0,0-15-13 0,2 0-26 15,-2 0-31-15,0 7-21 0,0-7 19 0</inkml:trace>
  <inkml:trace contextRef="#ctx0" brushRef="#br0" timeOffset="214322.14">8829 17161 143 0,'0'-3'5'0,"0"1"8"0,0 1 0 16,0 0-4-16,0-1-5 0,0 2-9 0,0 0-3 15,0 0 7-15,0 0 0 0,0 0 1 0,-14 0-1 16,14 23-3-16,0-23 2 0,0 19-3 0,-11-7 2 15,11 2 7-15,0 2-4 0,-7 0 15 16,7 4 3-16,-5 0-7 0,3 5 8 0,1 3 21 0,1-3-1 16,-1 3 3-16,1-1-11 0,0 1-30 15,0-1-1-15,0-2 2 0,0-1 5 0,0-4-5 16,0 0 8-16,0-2-12 0,0-4 4 0,0 0 7 16,0-5-4-16,19 0 0 0,-19-2-14 0,0-3-32 15,14-1-52-15,-14-2-8 0,12-1 9 0</inkml:trace>
  <inkml:trace contextRef="#ctx0" brushRef="#br0" timeOffset="-214426.42">9204 17068 94 0,'0'0'-4'0,"0"0"-5"16,0 0 0-16,0 0 4 0,0 0 0 0,0 0 9 16,0 0-4-16,0 0-7 0,0 20 8 0,0-20-5 15,0 17 10-15,-12-17 10 0,12 22-4 16,0-9 5-16,0 2-14 0,0 2 3 0,-8 1 12 16,8 1 3-16,-5 2 15 0,5 0-11 0,-4 3 8 15,1 1-10-15,1 1 2 0,-1 1 38 0,1-1-13 16,0-1 5-16,-1-2-10 0,3-1-32 0,-2 2-2 15,2-3-5-15,0-3 10 0,0-4-2 0,0 2-4 16,0-3 9-16,0-1 3 0,0-3 11 0,21-1 18 16,-21-1 6-16,18-4-5 0,-18 0-18 0,21-3-14 15,-6 0-15-15,-1 0-4 0,1 0 8 0,-2 0-12 16,1 0-7-16,-2-23-14 0,0 23-14 0,1-15-20 16,-4 15-14-16,4-18-6 0,-4 18-24 0,1-19-15 15,-1 8-19-15,2-1 17 0</inkml:trace>
  <inkml:trace contextRef="#ctx0" brushRef="#br0" timeOffset="-214150.07">9407 16797 541 0,'0'0'7'0,"0"0"-7"15,0 0 0-15,-21 0 0 0,21 0-12 0,0 0 20 16,0 0-4-16,0 0-46 0,0 0-40 0,0 0-61 15,0 21 4-15</inkml:trace>
  <inkml:trace contextRef="#ctx0" brushRef="#br0" timeOffset="-213265.82">9505 17494 249 0,'0'0'5'0,"15"-10"-15"0,-15 10 19 16,0-6 7-16,15 2 9 0,-15 0 25 0,16-1-12 15,-7-2 2-15,3-2-13 0,-1 4 3 16,1-2-10-16,0 0-1 0,-3 1-1 0,2 1-8 16,-2 1 11-16,-2 1-8 0,1 2 0 0,-2 1-13 15,-1 0-9-15,-1 0 1 0,0 0-1 0,-1 0 12 16,-1 0 5-16,0 0 1 0,0 20-6 0,-2-20 30 15,0 0-6-15,0 20 11 0,0-20-1 0,0 19-18 16,0-9-15-16,0 2-13 0,-18 1 13 0,18 1-19 16,0-1 24-16,-23 2-9 0,23-1-23 0,-17-1 13 15,17 0-8-15,-14-2 9 0,14-3 9 0,-12 1-5 16,12-2 1-16,-7 0 0 0,7-4 4 0,0 1-13 16,0-3 8-16,0 0 5 0,0-1-8 0,0 0 16 15,0 0-21-15,0 0 13 0,0 0 9 16,0 0-9-16,0 0 13 0,20 0-22 0,-20 0 9 15,0 0-4-15,15 0-1 0,-15 0 6 0,13 0 3 16,-13 0 0-16,10 0-4 0,-10 0 0 0,10 0-9 16,-6 0 9-16,0 0 5 0,0 0-1 0,0 0-8 15,-1 16 4-15,1-16-9 0,-1 0 5 0,-1 11 5 16,1-11-1-16,-3 8 17 0,0-8-4 0,0 10-1 16,0-4-7-16,0 0-5 0,-20 1 0 15,20 0 0-15,-19 1 4 0,19 2-4 0,-26-3 9 0,12 4-5 16,-2-1-17-16,-1 0-29 0,-2-2-36 0,-1 2-30 15,0 1-41-15,-1-3 19 0,0 1 31 16</inkml:trace>
  <inkml:trace contextRef="#ctx0" brushRef="#br0" timeOffset="-210218.61">10133 17338 45 0,'0'0'0'0,"0"0"7"0,0 0-3 0,0 0 0 16,0 0 9-16,0 0-17 0,0 0-4 0,0 0 10 16,0 0-2-16,0 0 9 0,0 0 9 0,0 0 2 15,0 0-15-15,0 0 8 0,0 0 0 16,0 0-7-16,0 0 4 0,0 0-1 0,0 0-3 16,0 0-1-16,0 0 0 0,0 0-4 0,0 0 11 15,0 0-5-15,0 0 4 0,0 0-4 0,0 0-14 16,0 0 12-16,0 0-5 0,0 0-6 0,0 0 6 15,0 0-1-15,0 0-6 0,0 0 10 0,0 0 9 16,0 0-15-16,0 0 14 0,0 0 2 0,0 0 2 16,0 0 3-16,0 0 0 0,0 0-8 0,0 0-1 15,0 0-12-15,0 0 12 0,0 0-4 0,0 0-9 16,0 0 17-16,0 0-17 0,0 0 7 0,0 0 1 16,0 0-4-16,0 0-3 0,0 0 7 15,0 0-7-15,0 0 4 0,0 0 3 0,0 0-3 16,0 0 12-16,0 0-11 0,0 0 2 0,0 0-3 15,0 0-5-15,0 0 8 0,0 0 0 0,0 0-8 16,0 0 12-16,0 0 9 0,0 0 6 0,0 0 11 16,0 0-7-16,22 0 0 0,-22 16-1 0,21-16 1 15,-8 0-1-15,1 0 0 0,3 11-13 0,0-11 0 16,3 0 5-16,0 0 0 0,-2 10 10 0,2-10 5 16,-2 5-8-16,-2-5 1 0,1 4-11 0,-2-1 1 15,0-3-6-15,-3 2 5 0,-1-2-5 0,0 1 0 16,-2 0 1-16,0 0-11 0,0 1 9 0,-3-2-4 15,1 0 1-15,0 1-2 0,-2-1-3 0,0 2-15 16,0-2 10-16,-1 1-5 0,1 0 9 0,-1 0 10 16,2 1-41-16,-2 0-33 0,2-1-33 15,1 0-28-15,-2 0-16 0,2 0-9 0,0 0 27 16</inkml:trace>
  <inkml:trace contextRef="#ctx0" brushRef="#br0" timeOffset="-206998.42">11016 17071 81 0,'0'0'4'15,"0"0"0"-15,0 0 1 0,0-12 4 0,0 12-4 16,0 0 0-16,0 0 1 0,0 0-1 0,0 0 3 15,0 0-3-15,0 0 8 0,0 0-5 0,0 0 5 16,0 0 0-16,0 0-5 0,0 0 1 0,0 0-3 16,0 0 10-16,0 0-3 0,0 0 4 0,0 0-2 15,0 0-1-15,0 0 2 0,0 0-7 0,0 0 3 16,0 0-4-16,0 0 0 0,0 0 4 0,0 0-11 16,0 0 2-16,0 0-5 0,0 0 3 15,18 0 3-15,-18 0-3 0,0 0 15 0,18 0-7 16,-18-11 7-16,16 11 5 0,-7 0-15 0,0 0 2 15,0 0 1-15,-1 0-13 0,-1 0 5 0,-1 0-1 16,1 0 0-16,-1 15 3 0,2-15-3 0,-3 0 8 16,1 13-8-16,-2-13 0 0,0 15 8 0,-2-7-5 15,0 2 0-15,-2 3 1 0,0 1-1 0,0 0-8 16,0 2 8-16,-29 2-2 0,29-1 1 0,-24 3 4 16,8-1-4-16,1 0 1 0,1 1-5 0,-1-2 0 15,2 0-4-15,3-2 5 0,-1-1-1 0,1-2-3 16,1 0 13-16,3-5-9 0,2 0 5 0,-2-2 4 15,2-2-12-15,3-2 8 0,0 0-8 16,1-2 4-16,0 0 4 0,0 0-8 0,0 0 4 16,0 0-4-16,0 0 0 0,0 0 13 0,0 0 1 15,15 0-6-15,-15 0 2 0,0-19-14 0,19 19 0 16,-19 0 4-16,20-13 0 0,-9 13 8 0,-1 0 1 16,2-14-1-16,2 14-8 0,-3 0 1 0,0 0-9 15,0 0 11-15,-2 0 9 0,0 0-8 0,-1 0 12 16,1 0-12-16,-1 0 4 0,-1 0 4 0,-1 20-9 15,1-20 0-15,-2 0 0 0,0 19 1 0,-3-19-1 16,2 14 4-16,-2-14-8 0,-1 15 3 0,0-7 38 16,-1 0-41-16,0-2 18 0,0-1-9 15,0 0 11-15,0 2 28 0,0-4-5 0,0 4-4 0,0-2-34 16,0 0 1-16,0 2-1 0,-20 0 9 16,20 1-23-16,0-1 19 0,-20 1-5 0,20-1 0 15,-17-1 9-15,17-1-9 0,-16-1 5 0,7 2-10 16,-3-1 5-16,3-1 0 0,-1 0 10 0,-3 0-6 15,2 1-4-15,-1-1 10 0,1 3-38 0,0-2-14 16,-3 0-19-16,2 0-61 0,1 0-37 0,2-1 29 16</inkml:trace>
  <inkml:trace contextRef="#ctx0" brushRef="#br0" timeOffset="-205513.97">11636 17148 52 0,'2'-1'16'0,"-1"-1"1"0,0 1 12 16,1-1 8-16,0 1-12 0,-2-1 0 0,0 1-7 16,0 0 4-16,2 1-8 0,-2-1 7 0,0-1-10 15,2 1-6-15,-2 0 8 0,0 1-12 0,0-1 7 16,1 1-12-16,-1 0 4 0,0 0-1 0,0 0-6 16,0 0 7-16,0 0-4 0,0 0 7 0,0 0 1 15,0 0 0-15,0 0 0 0,0-1-7 0,0 1 3 16,0 0-4-16,0 0 4 0,0 0 4 0,0 0 0 15,0 0-5-15,0 0 2 0,0 0-1 16,0 0 7-16,0 0 1 0,0 0-4 0,0 0 1 16,0 0-4-16,0 0 3 0,0 0-7 0,0 0 4 15,0 0-4-15,0 0 4 0,0 0 2 0,0 0 1 16,0 0-1-16,0 0-3 0,0 0 4 0,0 0 0 16,0 0-8-16,0 0 4 0,0 0 1 0,0 0-5 15,0 0 11-15,0 0 1 0,0 0-8 0,0 0 0 16,0 0 8-16,0 0-11 0,0 0 15 0,0 0-3 15,0 0-5-15,0 0 5 0,0 0-8 0,0 0-1 16,0 0 1-16,0 0 2 0,0 0-6 0,0 0 3 16,0 0-4-16,0 0 4 0,0 0 4 15,0 0 4-15,0 0 0 0,0 0 0 0,0 0 4 16,0 0-3-16,0 0-5 0,0 0 1 0,0 0-5 16,0 0 0-16,0 0 8 0,0 0 0 0,0 0-8 15,0 0-4-15,0 0 5 0,0 0-9 0,0 0 4 16,0 0 7-16,0 0-3 0,0 0-1 0,0 0 5 15,0 0-8-15,0 0-3 0,-12 0 14 0,12 13-4 16,0-13 1-16,-15 0-1 0,15 11-7 0,-9-11-4 16,4 10 12-16,0-10-1 0,0 12-7 0,-1-5 11 15,1 0-15-15,1 1 4 0,-1 0 4 16,-1-1-5-16,2 2 4 0,-3-1 0 0,3 0 4 0,1-1-3 16,-2 2 3-16,3-2-4 0,0 1-8 15,0-2 8-15,0 1 4 0,2 0-4 0,-2 0 8 16,0 1-8-16,2-1 4 0,-2 1 4 0,2-1-13 15,0 3 9-15,0-2-8 0,0 1-5 0,0 0 26 16,-3-1-13-16,3 2-4 0,0-2 13 0,0 1-18 16,0 0 5-16,0 0 4 0,0 1-13 0,0-1 32 15,0-1-19-15,0-1 34 0,0 2 5 0,0-1-32 16,0 0 20-16,0-1-34 0,0 0 9 0,0 0 0 16,0 2 4-16,0-2 1 0,19-2-15 0,-19-1 10 15,0 0 10-15,15 1-1 0,-15-4 15 0,10 2-9 16,-10 0-5-16,16-2 0 0,-7 0-5 0,0 0-5 15,2-1-5-15,1 0-5 0,1 0 10 16,1 0 10-16,-1 0-5 0,0 0 10 0,2 0-29 0,0-17 5 16,0 17 9-16,-1 0-14 0,2-21 25 15,-3 21-36-15,-1-14 0 0,-1 14 10 0,0-15-11 16,0 6 27-16,-2-1-7 0,-2-1 1 0,2 0 10 16,-3-1-6-16,1-2 1 0,2-1 0 0,-2-1-6 15,0 1 15-15,-1 0-10 0,1 1 11 0,0-1 4 16,0 2-6-16,-3 0 16 0,-1 1-20 0,-1 1-5 15,-2 0-4-15,0 1 3 0,0-1 6 0,0 1-1 16,0 2-4-16,0-2-8 0,0 2 8 0,-25-2-9 16,25 2 0-16,-15-1 9 0,15 0-13 0,-20 1 9 15,20-2 4-15,-25 0-13 0,11 0 14 16,-2 1-9-16,0-1-6 0,-4 0 18 0,2 2-17 16,1-1 21-16,1 2-12 0,2 0-9 0,0 1 14 15,3 2-18-15,2 0 13 0,1 2-9 0,0 0-9 16,2 1-32-16,1 1-11 0,1 0-32 0,2 0-17 15,-1 0-6-15,0 0-26 0,3 0 30 0,0 18 25 16</inkml:trace>
  <inkml:trace contextRef="#ctx0" brushRef="#br0" timeOffset="-204738.33">12316 17363 170 0,'-2'0'10'0,"0"0"20"0,1 0 16 16,-1 0 1-16,2 0 7 0,0-14-20 0,0 14-10 16,0 0 2-16,0 0-16 0,0 0 3 0,0 0 0 15,0 0-3-15,18-7 7 0,-18 7 5 0,20 0-8 16,-9-2 12-16,3 0-14 0,3 2-3 0,0 0-1 16,0 0-12-16,1 0 9 0,-3 0-13 0,2-1 12 15,-1 0 5-15,-1-1-13 0,1-1 12 0,-4 2-8 16,0-3-3-16,0 1 7 0,-1-1-4 0,0 0 5 15,-2-2-5-15,-2 3 4 0,0-1-4 0,1-1-16 16,-4 0-14-16,0 3-36 0,-2-1-11 16,0 2-28-16,-2-2-17 0,0 2 32 0</inkml:trace>
  <inkml:trace contextRef="#ctx0" brushRef="#br0" timeOffset="-204450.4">12406 17570 243 0,'0'0'9'0,"17"0"10"15,-17 0 13-15,14 0 14 0,-8 0 9 0,3-17-4 16,1 17-4-16,1 0-9 0,2-15-19 0,1 15-5 15,3-15-5-15,-2 15 10 0,0-15-5 0,3 7 4 16,0 0-42-16,0 2 19 0,-2 0-31 0,1 0-6 16,-3 4 43-16,-1-1-33 0,-2 0 33 0,-1 2-1 15,-3-1-13-15,1 2-16 0,0 0-9 0,-2-1-16 16,1-2-21-16,1 0-21 0,2 1 13 16,-1-3 14-16</inkml:trace>
  <inkml:trace contextRef="#ctx0" brushRef="#br0" timeOffset="-203611.18">13158 17012 181 0,'0'0'-2'0,"0"0"-8"0,0 0 1 0,0 0 6 16,0 0-1-16,0 0 4 0,0 0 6 0,0 0-12 15,0 0 6-15,0 0 0 0,0 0 4 0,0 21 16 16,0-21-4-16,0 16 0 0,0-16 6 0,0 22-8 15,0-10 10-15,0 3-1 0,0 0-12 0,0 2 3 16,0 0-6-16,0 1 7 0,0 0 0 0,0 0 11 16,0 1-7-16,-15-1-4 0,15-1 0 0,0-3-14 15,0 0 6-15,0-1 0 0,0-1-7 0,0-3 4 16,0-2 0-16,0-1-3 0,0-2 16 16,0-1 12-16,0-2 18 0,0-1 12 0,0 0-13 15,0 0-17-15,0 0-20 0,0 0-9 0,17-23 4 0,-17 23 1 16,0-17-5-16,20 17-4 0,-20-21-12 15,15 9-9-15,-5 1 2 0,-3-1 7 0,4 0 4 16,-2 2 16-16,2-1-3 0,-2 1-5 0,1 3 8 16,-4-1-15-16,1 4 11 0,-1-1 0 0,-1 2-8 15,2 1 12-15,-3-1-4 0,1 3-1 0,1 0 5 16,-1 0-8-16,-1 0 0 0,3 0 4 0,-2 0-7 16,1 0 3-16,1 0 0 0,-3 21 4 0,4-21-4 15,-4 0 3-15,2 18-3 0,-1-18-4 0,-1 17 19 16,1-9-11-16,0 1 3 0,-1 1-8 0,-1 2-3 15,-1-2 11-15,0 2-8 0,2 0 12 16,-4 0 0-16,2 1-4 0,-2 0 4 0,0 2 1 16,0-1-9-16,0 2-4 0,0-1 4 0,0 0 32 15,0 0 10-15,-27-1 0 0,27-1 5 0,-17-1-41 16,17 1-10-16,-25-1 0 0,11 0-1 0,-1 0 1 16,1-2 5-16,-1 0 9 0,1 0-4 0,0 0-10 15,-1-3 9-15,1 0-8 0,1-1-1 0,1-2 10 16,1 1-5-16,3-2 0 0,-2 0 5 0,3-1-1 15,3-1-4-15,0 0-4 0,0-1 4 0,1 0-5 16,1 0-9-16,2 0-13 0,0 0-37 0,-2 0-35 16,2 0-36-16,-3 0-15 0,0-15 27 15</inkml:trace>
  <inkml:trace contextRef="#ctx0" brushRef="#br0" timeOffset="-203150.74">13155 17034 286 0,'0'0'15'0,"17"-13"1"0,-17 13 0 0,0 0-2 15,0-9-13-15,0 9 4 0,0-8-4 0,13 8 8 16,-13-6 0-16,14 6 0 0,-5-5 0 0,1 2 3 16,0 0 0-16,1 0-4 0,2 2 3 0,-1-2-7 15,3 1-4-15,-1-1 0 0,1 1 3 0,1 0-11 16,0-1-9-16,0 1-29 0,-1 1-29 0,1-1-26 15,0 1 9-15</inkml:trace>
  <inkml:trace contextRef="#ctx0" brushRef="#br0" timeOffset="-186406.07">18440 9144 36 0,'0'3'0'0,"0"-1"2"16,0-1 7-16,0 2 2 0,0 1 1 0,0-3-4 16,0 1-4-16,0 2 0 0,0-1-1 0,0-2 2 15,0 1 2-15,0 0-6 0,0 1 7 0,0 1 5 16,0-1-5-16,0 1 9 0,0 0-4 0,0 2 1 15,0 0 2-15,0 0-8 0,0 1-1 0,0 1-1 16,0 0 1-16,0 1 3 0,0 1 1 0,0 0 4 16,0 1-12-16,0-1 3 0,-16 1 1 0,16-2-11 15,0 1 19-15,0 1-1 0,0-1-7 16,0 0 4-16,0 1-5 0,0 1-3 0,0-1 10 16,0 3-11-16,0-1 0 0,0-1-1 0,0 3-7 15,0-2 12-15,0 0-5 0,0 2 0 0,0-2 2 16,0 0 4-16,0 1-9 0,0 0-3 0,0 1 8 15,0 0-4-15,0-1 0 0,0 1 8 0,0 2-5 16,0-1-3-16,0 0 15 0,0 0-13 0,0-1-2 16,0 1-4-16,0-2-3 0,0 1 10 0,0-1 7 15,0 1 3-15,0-2-6 0,0 3-5 0,0-1-7 16,0-2 4-16,0 2 5 0,0 0-1 16,0 0 2-16,0 1 0 0,0-3-10 0,0 4 13 15,0-2-10-15,0 2 3 0,0-2 6 0,0 2-10 16,0 0 7-16,0-1-4 0,0 1 4 0,0 0-1 15,0-1-3-15,0 2 3 0,0-1-7 0,-11 0 10 16,11 0 1-16,0 0-7 0,0 0 10 0,0 2-3 16,0-1-9-16,0-1 8 0,0 1-12 0,0 0-3 15,0 2 19-15,0-3-11 0,0 1 7 0,0-1-7 16,0 0-6-16,0 0 19 0,0 1 0 0,0-1-5 16,0 0-4-16,0 0-7 0,0 2 7 0,0-2 4 15,0 0 3-15,0 0-4 0,0-1-7 0,0 0 4 16,0-1-5-16,0-1 7 0,0-1-13 0,0 2 10 15,0-1 3-15,0-2-10 0,0 1 14 16,0 0-11-16,0 0-3 0,0 0 9 0,0 0-2 16,0 0 2-16,0-1 4 0,0 1-7 0,0-1 0 15,0-1 0-15,0 1-3 0,0-1 3 0,0 1 3 16,0-1-3-16,0 0 7 0,0 0-14 0,0 0 6 16,0-1-6-16,0 1 10 0,0-1 7 0,0 1-11 15,0-1 7-15,0 1-7 0,0 0-3 0,0-1 10 16,0 1-3-16,0-1-11 0,0 0 3 0,0 1 1 15,0-3 3-15,0 3 7 0,0 0 1 0,0-1-8 16,0-2 0-16,0 3-4 0,0-1 4 0,0-1 4 16,0 2-1-16,0-1-3 0,0 0 11 0,0 0-11 15,0 1 0-15,0 0 7 0,0-1-11 0,0 2 4 16,0-3-3-16,0 0 2 0,0 1-1 16,0 1 1-16,0-1 8 0,0 0 0 0,0-1-5 15,0 2 5-15,0 2-5 0,0-2 4 0,0 1-7 16,0 0 3-16,0 1 0 0,0-1-12 0,0 2 20 15,0-1-8-15,0-1-4 0,0 1 4 0,0 0-4 16,0 0 0-16,0 0 5 0,0 0-5 0,0 1-3 16,-11 0 7-16,11-1-5 0,0 2 5 0,-8-2 0 15,8 0-4-15,0 2 3 0,-4-1 4 0,2-1-1 16,0 1 1-16,1 1-4 0,-1-1 0 16,0 0-3-16,2 1 6 0,-3-1-3 0,1 0-1 15,0 1 0-15,0-1 1 0,1 0-5 0,-3 1 4 16,2 0 11-16,1 0-14 0,-1 0 10 0,1 0-4 15,-1 0-10-15,0 2 6 0,0-3 1 0,0 2 3 16,-1 0 0-16,0 0-4 0,2 0 5 0,-3-1-9 16,1 3 12-16,-1-3-5 0,3 1 1 0,-4-1-3 15,2 1-2-15,-1-1 0 0,0 1 10 0,1-1-1 16,0-1-4-16,-2 0 3 0,2 1-11 0,0 2 0 16,0-4 0-16,1 2 11 0,-1 0-8 0,1-1 8 15,-2 0-3-15,1 1-1 0,-1-1 7 0,-1-1-14 16,1 1 11-16,0 0-11 0,-1 0 0 0,-2 1 10 15,2-2 4-15,-2 1-11 0,1-2 0 0,-1 2-3 16,0-1-8-16,0 1 14 0,-1-2-7 16,1 2 4-16,-1-1 3 0,-2 0-6 0,1-1 6 15,0 1 7-15,0 0-10 0,-2-1 12 0,1 1 1 16,-2-1-4-16,0 1 7 0,2-1-10 0,-2 0 3 16,-2 0-6-16,1-1 0 0,0 1-1 0,-1-2-3 15,-3 2-1-15,2-1 4 0,-3 0 1 0,1 0 2 16,1 0 5-16,-2 0-5 0,-1 0 1 0,0 0 0 15,-1 0 0-15,-1-1-4 0,2 1 0 0,1 0 0 16,-3 1-4-16,-1 0 4 0,-1-1 3 0,2 1 0 16,-3-1 5-16,-1 2-5 0,0-2-3 0,-3 0 1 15,3-1 5-15,-2 0-5 0,-1 0 2 0,2-1-1 16,-2 1-8-16,1-2 9 0,-1 2-1 16,-1 0-4-16,0 0 0 0,-2 1-4 0,1 0 8 15,-3-1 3-15,0 1-7 0,-1-1 4 0,-2 0-4 16,0 2 0-16,-2 0 11 0,-2-1 1 0,5 2-9 15,-3-2-6-15,1 0-1 0,0 0 4 0,0 1 11 16,3-2-4-16,0 2 7 0,0-2-11 0,-2 1 0 16,2 0 1-16,1-1-5 0,0 1 4 0,0-1-3 15,0 0 6-15,1 0-6 0,-1 0 0 0,2-1-4 16,0 1 7-16,-1-1 0 0,0 0 0 16,3-1 14-16,-1 1-14 0,2-1 4 0,1 1-1 0,-1-1-10 15,1 0 7-15,2-1 3 0,1 1-3 16,2-1-4-16,3 0 4 0,-1 0-7 0,2 0 6 15,-2-1 5-15,3 1-8 0,0 0 3 0,1-1 1 16,0 0-3-16,-3 1 2 0,4-1 9 0,-2 0-9 16,3 0 8-16,-1 1-4 0,1-2-3 0,1 0 0 15,0 1-1-15,3 0 1 0,-3-1-5 0,1 2 1 16,1-2-4-16,2 2 12 0,-2-2-1 0,0 2 8 16,2-1 0-16,0 0-15 0,-2 1 8 0,2 0-5 15,-1 0-3-15,-2-1 11 0,3 1-11 0,-1-1 3 16,1 2 0-16,-1-1-12 0,0 1 5 15,1 1 2-15,-2 0 13 0,0 1-4 0,1 1 3 0,-3 1-11 16,1 2-5-16,0 0 58 0,-1-1-5 16,2 0-4-16,-3-1 6 0,3 2-50 0,-1-1 1 15,0 1 9-15,1-1-1 0,0-1 1 0,1 2-5 16,1 1 0-16,-2-1-13 0,3 2 13 0,-2-2-8 16,2 1 8-16,-1-2 0 0,0 2-4 0,0 1 17 15,-2-1-13-15,1 1 0 0,1-2-8 0,-4 3 4 16,3-1 4-16,-1 1 4 0,-1 0 0 0,2-1-8 15,-1 1 0-15,0-1 0 0,-1 1 4 0,3 0 0 16,-2 0 0-16,0 2-8 0,0-2 8 0,1 1 4 16,1 0-4-16,-1 0 7 0,1 2-3 0,-1-1 1 15,3 0-6-15,-2-1 1 0,0 1-5 16,1-1 1-16,-3 2 13 0,1-2-14 0,1 4 0 16,-1-2 0-16,1 3 0 0,-1-2 14 0,2 2 0 15,-2 0-14-15,1 1 6 0,2-1 3 0,-4 2 1 16,2 0 9-16,0-1-14 0,2 1-4 0,-5 0 9 15,2 1-14-15,1-1 5 0,0 0 0 0,0-1-9 16,0 0 13-16,-3-1 1 0,3 2 3 0,-1-2 0 16,-1 0-4-16,1-2 4 0,2 1-8 15,-3 0 4-15,1-1-1 0,-1 0 1 0,2-2 9 0,1 1-14 16,-2-1 14-16,3 1-10 0,-3-1-3 16,2 2 13-16,1-1-19 0,-1 0 10 0,1 2 5 15,0 2-5-15,0 0 4 0,1-2-42 0,-2 1-4 16,3 1 1-16,0 1 10 0,0-1 37 0,0 1 0 15,1-2-8-15,-2 0-5 0,3 1 4 0,0-2 0 16,-1 0 9-16,2-2-9 0,2 1 0 0,-1-2 0 16,0 0 0-16,1-2 7 0,0 1-3 0,0 0-4 15,0-1 3-15,0 1 0 0,0 0 0 0,0-1 12 16,0 0-5-16,0 2 1 0,0-1-8 0,0 0-8 16,14 1 7-16,-14-1-8 0,0 1 12 0,0 0-4 15,0 0-4-15,0 0 12 0,0-1-8 0,0 1 8 16,0-1-13-16,0 2-4 0,0 1 4 15,0-2 5-15,0 2 7 0,0 1 1 0,0-2-4 16,0 2-4-16,0-1 1 0,0 1 2 0,0 0 4 16,-13 0-4-16,13 1-4 0,0-2 4 0,0 2-1 15,0 1 0-15,-8-1-4 0,8-1 0 0,0 0 4 16,-5 0-4-16,5-2 8 0,-3 2-5 0,0-1-7 16,0 1 3-16,-1-2-3 0,2 2 11 0,-1-1-4 15,-1 2-1-15,2-1 13 0,-1 1-12 0,0-1-2 16,-1-1 5-16,2 2-4 0,-1 0 0 0,1 1 0 15,-1-1 0-15,0 2-5 0,-1-2 4 0,0 2 4 16,3 0 0-16,-3 1 1 0,-1-2 0 0,3-2 1 16,-1 1-3-16,1 0 5 0,-2 0-17 0,2-1 9 15,0 1-5-15,0-2 0 0,-1 3 17 16,-1 1-4-16,3-1-1 0,-1-2 0 0,-1 3-4 16,-1-4-4-16,2 3 8 0,0-2-12 0,1 0-5 15,-1 0 9-15,0 1 3 0,-2-3 0 0,4 2 0 16,-2-2 4-16,0 0-12 0,1-1 11 0,0-1 5 15,0 0-5-15,0-1-4 0,1 0-4 0,0 0 12 16,0 0-8-16,0 2 8 0,0 0 0 0,0 3-12 16,0-2-1-16,0 0 4 0,0 2 1 0,0 2 8 15,0-3-9-15,0 0 50 0,0-2 0 0,0-2-14 16,0 1 9-16,0-2-54 0,0 0 6 16,0-1 5-16,0 0 0 0,0-1 5 0,0 1 0 0,0 2 4 15,0-2-4-15,0 3-5 0,-14-1-10 16,14-1 0-16,0 1 5 0,-7 2 5 0,7-3 10 15,-6-1-19-15,6 2 13 0,-7 0 1 0,4-2-10 16,0 1 19-16,1 0-14 0,-2-1-14 0,2 0 14 16,0-1-9-16,2 2 4 0,-1-3 19 0,0 2-14 15,0-2 0-15,1 1 4 0,0 0-13 0,0-1 14 16,0 0 4-16,0 0-9 0,-1 0 0 0,1-1-4 16,-1-1 4-16,1 0 5 0,-2-2-5 0,2-1 5 15,0 2 0-15,0-3-10 0,0 1 15 0,0 0-14 16,0-1-6-16,0 0 15 0,0 1-5 15,0-1 5-15,0 0 0 0,0 1 0 0,0 0-5 0,0-1-4 16,0 0 4-16,13-1-10 0,-13-1 15 16,0 3-5-16,0-2-5 0,0-2 15 0,0 0-20 15,8 0 20-15,-8 0 0 0,0 0-25 0,0-1 15 16,0-1-5-16,0 0-5 0,0 1 26 0,4 0-11 16,-4 1-5-16,2 1 6 0,-2-1-17 0,2 2 22 15,-1-1-16-15,0 1-1 0,0 0 12 0,1 1-16 16,-2-3 21-16,2 0 0 0,-2-1-6 0,2 0-10 15,-2-2-1-15,0 1 6 0,0-1-5 0,0-1 10 16,0 0-5-16,0 1-5 0,2-1-1 0,-2 2 12 16,0-1-1-16,0 0-5 0,0 1 6 15,0-1-22-15,3 3-1 0,-3-1 28 0,2 0-11 16,-1-2 17-16,-1 2-11 0,1 0-22 0,-1-1 21 16,0 1-10-16,0-2 16 0,0 0-6 0,0-1-15 15,0 1 10-15,0 0-11 0,0-1 16 0,0 0 1 16,2 0-6-16,-2 0 11 0,2 1-17 0,-2-1 6 15,0 2 5-15,0-2-11 0,3 2 6 0,-2-2 0 16,-1 1-5-16,0-1 16 0,1 2-11 0,-1-2 18 16,0 0-18-16,0 0-6 0,0 0 0 0,0 0-6 15,0 0 29-15,1 0-17 0,-1 0 12 0,0 0-6 16,0 0-18-16,0 0 17 0,0 0 0 0,0 0-16 16,0 0 12-16,1 0 5 0,-1 0-6 0,1 0 0 15,1 0 5-15,2 0-44 0,4 0-26 16,1 0-22-16,4 0-55 0,2 0-19 0,5 0 32 15</inkml:trace>
  <inkml:trace contextRef="#ctx0" brushRef="#br0" timeOffset="-181156.37">18893 9363 78 0,'-1'0'15'15,"0"0"7"-15,0 0 4 0,-1 0 5 0,1 0-15 16,0 0 2-16,1-11-4 0,-1 11-4 0,0 0 8 16,1 0-4-16,-1 0 0 0,0 0-1 0,0 0-7 15,0-6 0-15,0 6 0 0,0 0 8 0,0 0 0 16,1 0 0-16,-1 0-5 0,0-3-4 0,1 3 3 15,-2 0-7-15,2 0 4 0,0 0-5 0,0 0 5 16,-2 0 3-16,2 0-3 0,0 0-1 0,0 0-7 16,0 0 3-16,0-1 5 0,0 1 3 0,0 0 1 15,0 0-4-15,0 0 0 0,0 0 5 16,0 0-6-16,0 0 5 0,0 0-1 0,0 0-7 16,0 0 7-16,0 0-12 0,0 0 4 0,0 0-4 15,0 0 4-15,0 0 4 0,0 0-4 0,0 0 4 16,0 0-4-16,0 0-4 0,0 0 9 0,18 0 3 15,-18 0-8-15,14 0 8 0,-14 0-8 0,18 0-4 16,-8 0 8-16,-1 0-4 0,-1 0 0 0,2 0-8 16,-2 0 5-16,-1 0 7 0,0 0 0 0,0 0 9 15,-2 15-5-15,2-15-4 0,-4 0 0 0,1 0 4 16,2 9-8-16,-3-9 5 0,1 0-5 0,0 0-4 16,-1 6 8-16,1-6-8 0,-1 0 4 15,0 0 0-15,1 0-4 0,-1 0-5 0,1 0-18 0,2 0-18 16,-2 0-37-16,0 0-38 0,0 0 17 15</inkml:trace>
  <inkml:trace contextRef="#ctx0" brushRef="#br0" timeOffset="-180411.5">19474 9098 201 0,'0'-1'20'0,"0"0"7"15,0 0 16-15,0-1 8 0,0 1-16 16,0 1-8-16,0 0-6 0,0 0-12 0,0 0-5 15,0 0 3-15,0 0-18 0,0 0 3 0,0 0 1 16,0 0-5-16,0 0 8 0,0 0-4 0,0 0 5 16,0 0 3-16,0 0 4 0,-14 0 7 0,14 16-11 15,0-16 0-15,-13 0-4 0,13 17-3 0,-12-17 10 16,6 16-3-16,-1-8 3 0,-1 1 1 0,-2 2-4 16,3 1 3-16,-2 0-3 0,0 1 3 0,1 0 4 15,-1 1 3-15,-2 1-3 0,2-2-4 16,4 4-8-16,-2-2-8 0,1 1 21 0,1 0 3 0,2 0 14 15,-1 0 16-15,4-1-24 0,0 1-1 0,0-3-3 16,0 1-9-16,0-1 17 0,0 1 1 16,0-4 1-16,22 0 4 0,-22-1-14 0,16-1 1 15,-16-1-5-15,19-3 7 0,-19 0-6 0,26-1-10 16,-12-2 6-16,0-1-17 0,1 0 1 0,2 0 16 16,-1 0-21-16,4 0-4 0,0-20-8 0,-3 20-37 15,3-15-4-15,-1 15-19 0,1-18-6 0,-4 18-16 16,-1-19 13-16,-1 10 24 0</inkml:trace>
  <inkml:trace contextRef="#ctx0" brushRef="#br0" timeOffset="-180111.19">19543 8831 455 0,'-4'-5'-5'0,"1"1"-4"0,-1-2-13 0,4 1 3 16,0 0 5-16,-2 0-4 0,2 4-2 0,-2 1-23 16,2 0-27-16,0 0-16 0,0 0 14 0</inkml:trace>
  <inkml:trace contextRef="#ctx0" brushRef="#br0" timeOffset="-179400.31">19755 9322 100 0,'0'0'12'16,"0"2"10"-16,0-2 14 0,0 0 0 0,0 0-4 16,0 0-9-16,0 0-9 0,0 0 7 0,0 0 2 15,0 0 8-15,0 0 4 0,0 0-4 16,0 0 4-16,0 0-14 0,23 0-4 0,-23 0-5 15,17 0-11-15,-17 0 3 0,21 15 0 0,-8-15 0 16,0 0-4-16,-1 10 7 0,-2-10 6 0,0 9 3 16,0-9 4-16,-1 9-3 0,-3-3-4 0,-2-1-9 15,-1 2 0-15,-1-1 5 0,-1 1-10 0,-1 2 5 16,0-1 0-16,0 2-5 0,0 1 1 0,0 0 0 16,-18 2-5-16,18 0 9 0,-17-1-5 0,17-1 5 15,-15 1 1-15,15-2-14 0,-19 0 9 0,19 1 1 16,-15-3-1-16,6 2 1 0,2 0-1 0,1-1-4 15,0 0-5-15,2-1 5 0,1 0 9 0,-2-3-1 16,3 1 5-16,1-2-1 0,1-1-12 16,0 0 0-16,0-1 21 0,0 0 2 0,0-2-2 15,20 2 1-15,-20-2-18 0,19 0-5 0,-19 1 5 16,24-1 5-16,-9 0 0 0,-1 0 5 0,1 0 1 16,0 0-1-16,-2 0 0 0,-2 0-20 0,0 0 10 15,0-13-10-15,-4 13-6 0,0 0-10 0,0 0-33 16,-1 0-6-16,0 0-31 0,0-8-8 0,0 8-20 15,0-5 11-15</inkml:trace>
  <inkml:trace contextRef="#ctx0" brushRef="#br0" timeOffset="-178968.94">20458 9386 445 0,'0'14'-4'16,"0"-14"8"-16,0 0 4 0,0 0-7 0,0 0 12 15,0 0 9-15,0 0-3 0,17 0 19 0,-17 0-11 16,18 0-13-16,-2 0 7 0,0 0-16 0,5 0 12 16,4 0 0-16,3 0-4 0,0 0 0 0,4 0-5 15,0 0-4-15,0 0 2 0,0 0-6 0,-1 0 5 16,-2 0-5-16,-3 0 5 0,-4 0 9 0,-1 0-14 15,-3 0 10-15,-5 0-10 0,-2 0 5 16,-1 0 5-16,-2 0-5 0,1 0 0 0,-3 0 0 16,-1 0-15-16,-1 0-26 0,-2-14-22 0,1 14-43 15,-2 0-10-15,-1 0-18 0,0-10 0 0,0 10 37 16</inkml:trace>
  <inkml:trace contextRef="#ctx0" brushRef="#br0" timeOffset="-178676.11">20712 9233 258 0,'-7'0'4'0,"2"0"3"0,1 11-3 0,1-11 8 15,1 0-8-15,0 0-3 0,2 0 3 0,0 0-12 16,0 0 16-16,0 0 8 0,0 0 4 0,0 21 8 16,0-21-3-16,0 17-12 0,0-6-10 0,0 3-5 15,16 3 0-15,-16-1 7 0,0 3 4 0,0 1-1 16,11 1-3-16,-11 1-8 0,0 0 4 0,0-2 9 16,0-1-21-16,0-2-14 0,0 0-23 0,0-3-45 15,0-2-3-15,0 0 19 0</inkml:trace>
  <inkml:trace contextRef="#ctx0" brushRef="#br0" timeOffset="-176568.95">21829 9174 171 0,'2'0'3'0,"1"0"19"16,-1-16 13-16,2 16 9 0,-1 0 15 0,-1 0-5 15,0-11-6-15,-1 11 3 0,0 0-14 0,-1 0-10 16,0 0-7-16,0 0-16 0,0-6 0 0,0 6-3 16,0 0-5-16,0 0 4 0,0 0-8 15,0 0 0-15,0 0 4 0,0 0-3 0,0 0 11 16,0 0 3-16,-16 16-3 0,16-16 3 0,0 12-7 16,-21-12-11-16,11 20 3 0,-1-10 4 0,-3 3-1 15,2 0 12-15,-3 0-8 0,0 2 4 0,-2-1 1 16,2 0-5-16,0 0 8 0,0 0-12 0,0-2 5 15,0 2-5-15,2-2 1 0,2-2 7 0,0 1-4 16,1-3 5-16,2 2 3 0,2-3-12 0,1 1 5 16,1-1-5-16,1 0 1 0,0 0 11 0,2 1-7 15,1-3 7-15,0 2-12 0,0-2 1 0,0 2 4 16,0-1-9-16,0-1 17 0,0 1 0 0,23-1 0 16,-23 0 0-16,20 1-3 0,-20-2-5 15,25-1-4-15,-10 1 4 0,2-1-4 0,0 0-1 16,3 0 14-16,-2-1-5 0,3-1-5 0,-2 0 1 15,-2 1-4-15,2-1 0 0,-5 0 4 0,0 1-4 16,-2-1-1-16,-1-1-3 0,-1 1 7 0,-3 2 10 16,0-3-10-16,-4 1 13 0,4-1-11 0,-4 1-2 15,-1-1-3-15,0 0-13 0,-2 0-6 0,0 0-12 16,0 0-11-16,1 0-19 0,0 0-19 0,0 0-23 16,0-15 15-16,0 15 29 0</inkml:trace>
  <inkml:trace contextRef="#ctx0" brushRef="#br0" timeOffset="-176179.33">21966 9210 205 0,'0'-3'-6'0,"0"2"3"16,0-2 1-16,0 1 3 0,0 1-2 15,-14 1-3-15,14 0-1 0,0 0-6 0,0 0 14 16,0 0-7-16,-14 16 3 0,14-16 2 0,-8 16-3 16,8-16 8-16,-11 22 7 0,6-8 10 0,-2 1 4 15,2 1-1-15,1 2-3 0,-1 1-13 0,1 2-4 16,1 1 3-16,0 2 3 0,-3 0 8 0,5 0 2 15,-1 2-6-15,0-2-4 0,2 1 2 0,-2 0-4 16,2-2 14-16,0 0-12 0,0-2 2 0,0 0 0 16,0-2-13-16,0-2 8 0,0-2-12 0,0-1 3 15,0-1-2-15,0-3 2 0,0 0 9 0,0-3-9 16,0 0 8-16,0 0-8 0,0-1-4 0,0-2 0 16,0-1-33-16,0 0-15 0,0-2-48 15,0-1-20-15,0 0 28 0</inkml:trace>
  <inkml:trace contextRef="#ctx0" brushRef="#br0" timeOffset="-175672.74">22324 9147 281 0,'3'-4'0'0,"-2"1"4"16,0-1 0-16,-1 3-3 0,2-2-3 16,-2 1 2-16,1 0 0 0,-1 2-10 0,0 0 7 15,0 0-10-15,0 0 3 0,0 0 13 0,0 0-3 0,0 0-1 16,0 19-6-16,0-19 12 0,-14 17 4 16,14-17 0-16,0 22-1 0,0-8-9 0,-12 0 4 15,12 2 7-15,0 2 8 0,-10 0 4 0,10 1-3 16,-7 0-13-16,2 1 7 0,0 2-8 0,2 1-3 15,-1 1 18-15,0 0-19 0,1-1 11 0,-1-1-3 16,2 0-5-16,2 0 14 0,0-3-15 0,0-2 1 16,0 0 7-16,0-2-12 0,0 0 15 0,0-3 8 15,22-1-12-15,-22 0 19 0,15-3-7 0,-15-1-6 16,18-3-3-16,-18-2-17 0,20 0 0 0,-9-2-9 16,1 0-12-16,-1 0-15 0,3 0-22 15,-2 0-16-15,3-25-25 0,-3 25 3 0,0-19 19 16</inkml:trace>
  <inkml:trace contextRef="#ctx0" brushRef="#br0" timeOffset="-175375.54">22447 8939 709 0,'-7'0'18'0,"1"0"-9"15,2 0 0-15,2 0 9 0,0 0-18 0,2-17 14 16,0 17-10-16,0 0-3 0,0 0-11 0,0 0-25 15,0 0-7-15,19 0-20 0,-19 0-12 0,0 0-10 16,24 0-23-16,-24 0-26 0,21 0 20 0</inkml:trace>
  <inkml:trace contextRef="#ctx0" brushRef="#br0" timeOffset="-174679.96">22641 9428 202 0,'0'2'10'0,"0"-1"15"0,0-1 29 0,0 0 13 15,0 0-5-15,0 0-11 0,0 0-16 0,0 0-13 16,0 0 3-16,0 0 0 0,0 0-8 16,0 0 0-16,16 0-9 0,-16 0-4 0,11 0 5 15,-11 0 3-15,17 0 0 0,-8 0 0 0,3 0 2 16,1 0-10-16,-2 0 0 0,0 0 10 0,3 0-19 16,-4 16 10-16,1-16-5 0,-2 17 5 0,-2-17 0 15,-1 20 0-15,-1-11 6 0,0-1-16 0,-5 2 10 16,0 0 0-16,0 0-5 0,0-1 0 0,-26 1 0 15,26-1-1-15,-24 2 6 0,24 0-5 16,-27 0 4-16,14-2-19 0,1-1 0 0,0-1 1 0,3-1-9 16,-1-2 19-16,2 0-8 0,0-1 8 15,2-1 8-15,0-1-12 0,3 2 12 0,1-1-4 0,1-1-8 16,1 0 8-16,0 0-4 0,0 2 0 16,0-2 4-16,0 2 4 0,0-1-8 0,22 3 4 15,-22-2 0-15,21 3-3 0,-21-1 7 0,24 0-4 16,-11 2 0-16,0-1-4 0,-2 1 0 0,-1 0 0 15,-3 0 1-15,0 0-1 0,-7-1 1 0,8 1 3 16,-8 0 8-16,0-1 3 0,0 1-3 0,0 1 0 16,0-2-4-16,0 1-4 0,-24 1 4 0,24-3-4 15,-21 3 0-15,21-4 4 0,-26 1-1 0,13 0 5 16,-3-1-12-16,2 0 4 0,-2-2-11 0,1 1-28 16,0-1-28-16,2-2-39 0,1 0-35 0,0 0 8 15,1 0 35-15</inkml:trace>
  <inkml:trace contextRef="#ctx0" brushRef="#br0" timeOffset="-173371.59">23546 9450 144 0,'-8'0'5'0,"8"0"13"0,-5 0 8 15,3 0 10-15,-1 0-9 0,1 0 0 0,1 0 3 16,0 0-7-16,0 0 18 0,0 0-7 0,0 0-3 16,-1 0 7-16,2 0-12 0,-2 0 4 0,1-15-5 15,-2 15-5-15,3 0 5 0,-2 0-5 0,0 0-8 16,2 0 4-16,0 0-16 0,-1 0 4 0,-1 0 4 16,2 0-4-16,0 0 8 0,0-7-8 0,-2 7 4 15,2 0 6-15,0 0 5 0,0 0 0 0,0 0 4 16,0 0-8-16,0 0-6 0,0 0 4 15,0 0-12-15,0 0 3 0,24 0 0 0,-24 0-8 0,27 0 4 16,-12 0-9-16,4 0 5 0,3 0 0 16,-1 0 13-16,0 0 1 0,2 16-5 0,-2-16 13 15,0 0-18-15,1 0 9 0,-1 10 5 0,-1-10-10 16,1 0 5-16,0 0-4 0,-3 0 0 0,0 0-1 16,-1 0 1-16,-2 0 3 0,-2 0-4 0,1 0-3 15,-7 0-1-15,1 0 5 0,-3 0-5 0,-2-15 13 16,-1 15 1-16,1 0-18 0,-3 0 4 0,0 0-13 15,0 0-10-15,0 0-15 0,0 0-34 0,0 0-36 16,0 0-29-16,0 0-16 0,0 0-3 0,-21 0 40 16</inkml:trace>
  <inkml:trace contextRef="#ctx0" brushRef="#br0" timeOffset="-173043.1">23548 9629 182 0,'0'2'9'0,"0"-1"21"0,0-1-1 0,0 0 15 16,16 0-2-16,-16 0-11 0,17 0 9 0,-17 0-6 15,22 0 1-15,-8 0-5 0,2 0 4 0,1 0-1 16,-4 0-9-16,1 0 13 0,1 0-17 0,1 0-4 16,-2 0 0-16,3 0-20 0,-4 0 8 0,2 0-4 15,1 16 0-15,-1-16 13 0,-1 0-4 0,-2 0-4 16,-1 9-5-16,-2-9 0 0,-2 0 0 0,1 0 0 16,-4 6-12-16,0-6-28 0,-1 0-17 0,-1 0-31 15,-1 0-4-15,0 0-22 0,0 0-11 0,-1 0 36 16</inkml:trace>
  <inkml:trace contextRef="#ctx0" brushRef="#br0" timeOffset="-171744.67">24428 9249 175 0,'-2'0'11'16,"0"0"5"-16,1 0 8 0,1 0 7 0,0 0-6 15,-2 0 3-15,1 0-5 0,0 0-1 0,1-12 1 16,0 12-4-16,-1 0-3 0,0 0 0 0,1 0-1 16,0 0 4-16,0 0 4 0,0 0 6 0,0 0-3 15,0 0 0-15,0 0-1 0,0 0-17 16,0-6 2-16,0 6-6 0,27 0-4 0,-27 0 0 15,23 0 4-15,-6 0 3 0,-1 0 4 0,-1 0 7 16,-3 0-7-16,4 22-11 0,-3-22 7 0,1 14 1 16,-4-14-5-16,0 13 17 0,1-13-16 0,0 12 1 15,-2-12-1-15,-1 11-8 0,-1-11 4 0,-2 11-12 16,0-5 7-16,-3-2 5 0,1 1-4 0,-3 1 7 16,0-1-3-16,0 0 0 0,0 0 0 0,0 1 5 15,-22 0-9-15,22 0-4 0,-21 0-4 0,21-1-12 16,-25 1 1-16,25-1 3 0,-27-1 8 15,16 1-1-15,0-1 5 0,1-1 5 0,1-1-13 16,-3 1 12-16,3 0-4 0,1 0-12 0,4-1-4 16,-1 1-8-16,3-1 2 0,2-1-2 0,0 1 18 15,0 2 5-15,0-2 12 0,0 1-4 0,26 1-3 16,-26 0 14-16,21 2-11 0,-21 0 3 0,23 1 4 16,-11 0-11-16,4 1-8 0,-3 0 19 0,-1 0-8 15,0-1-3-15,2 2 17 0,-2-1-6 0,-2-1 12 16,2 1 0-16,-4-1-8 0,0 0-1 0,0 1-3 15,1-2 4-15,0 1 3 0,-4-1 0 0,1 1-5 16,0-2-3-16,-3 0-5 0,-1 0 1 0,1 0-8 16,-3 0 0-16,0 0 8 0,0 1-8 0,0 0 15 15,0 1-3-15,-23 1-8 0,23 0 12 16,-21-1-16-16,21 1 11 0,-23 0 4 0,9-1-11 0,2 0 7 16,-3-1-11-16,3 0 11 0,-2-2 3 15,4 0 1-15,-1-1 3 0,-3 0-7 0,-1 0-7 16,-1-1 3-16,1 0-8 0,-2-1 5 0,-2 0 6 15,-1 0-3-15,-1-1 4 0,4 0-8 0,-1 0 0 16,2 0-21-16,0 0-23 0,3-16-37 0,-2 16-45 16,4-14 20-16</inkml:trace>
  <inkml:trace contextRef="#ctx0" brushRef="#br0" timeOffset="-170875.07">25050 9283 194 0,'0'-1'6'0,"0"1"19"0,12 0 1 0,-12 0 7 16,0 0-13-16,0 0-15 0,0 0 2 16,0 0-17-16,0 0 9 0,0 0-6 0,0 0 3 15,0 0 6-15,0 0-6 0,0 0-1 0,0 0-3 16,0 20 7-16,0-20 13 0,-18 16-4 0,18-5 1 15,0 0-6-15,-9 2-8 0,9 1 5 0,-11 0 5 16,11-1-1-16,-12 1-6 0,5 2 0 0,1-1-5 16,0-1 5-16,-1-1 3 0,2 0 5 0,1-2-8 15,1-1 0-15,-1-1 5 0,1-3-1 0,2-3 11 16,-1 1 1-16,2-2 12 0,0-1 6 16,0-1 8-16,0 0-5 0,0 0-17 0,19 0-13 0,-19 0-8 15,22 0 3-15,-22 0 9 0,32 0 0 16,-18 0-5-16,4-16-3 0,2 16-5 0,-5 0 1 15,2-17 4-15,-2 17-5 0,1 0 9 0,-3-13-5 16,3 13-7-16,-5 0 7 0,0-7-12 0,-1 7 12 16,0 0 8-16,0 0-8 0,1 0 8 0,-2 0-4 15,0 0-4-15,2 0 0 0,-2 0 0 0,-2 0 3 16,1 0 9-16,-2 0-5 0,0 17-8 0,-4-17 0 16,2 0-3-16,-3 15-1 0,-1-15 0 0,2 11 1 15,-2-11 0-15,0 10 13 0,0-3 4 0,0 1-5 16,0-1-7-16,0-1-11 0,0 2 6 0,0 0 1 15,-16-1 8-15,16 1 3 0,0-1-15 16,-13-1 7-16,13 0-3 0,-10 0-1 0,10 1 12 16,-14-2-7-16,6 0 3 0,0 3 1 0,1-2-8 15,-5 0 4-15,-1 1-4 0,-1-2-1 0,1 2 12 16,-4 0-7-16,2 1 7 0,-1-3-1 0,-3 2-10 16,2-2 11-16,2 1-12 0,-3-1 4 0,2-1 8 15,-2-1-8-15,5 0 4 0,-3-1 3 0,5 0-7 16,-3-2 0-16,4 1 0 0,-1-1-4 0,1 0 4 15,3 0-4-15,-2 0-27 0,3 0-9 0,-2 0-30 16,2-19-30-16,-1 19-12 0,3 0 11 0</inkml:trace>
  <inkml:trace contextRef="#ctx0" brushRef="#br0" timeOffset="-170379.85">25143 9283 105 0,'0'14'3'0,"9"-14"2"0,-9 0 10 16,5 0 7-16,-5 0 2 0,8 0 14 0,-3 0-6 15,4 0 1-15,-3 9-4 0,3-9-3 0,-2 0 3 16,3 8 6-16,0-8 5 0,2 5-6 0,1-2-5 16,-2-1-14-16,3 1-3 0,-3-1-1 0,-2 0-8 15,1 0 1-15,0 0 0 0,-3-1-4 0,0 0 0 16,-2 0 4-16,1 1-4 0,-4-2-12 0,1 1-7 15,1-1-24-15,-2 1-21 0,0-1-28 0,-2 0-12 16,2 1 8-16,-1-1 22 0</inkml:trace>
  <inkml:trace contextRef="#ctx0" brushRef="#br0" timeOffset="-169076.26">25965 9564 203 0,'0'0'17'0,"0"0"13"15,0 1 6-15,0-1 4 0,0 0-14 16,0 0-13-16,0 0-1 0,0 0-9 0,0 0 1 15,0 0 0-15,0 0-4 0,0 0 0 0,0 0 3 16,16 0-2-16,-16 0-1 0,0 0-5 0,13 0 1 16,-13 0 1-16,7 0 6 0,-7 0 5 0,9 0-8 15,-9 0-5-15,6 0-3 0,-3 0-20 0,3 0-6 16,-4 0-7-16,1 0-33 0,1 0 5 0,0 0 5 16</inkml:trace>
  <inkml:trace contextRef="#ctx0" brushRef="#br0" timeOffset="-168875.34">26212 9567 178 0,'2'0'1'0,"2"0"8"0,0 2 2 15,2-2 3-15,-4 0 3 0,0 0-10 0,0 0-6 16,1 0-1-16,-3 0-6 0,0 0 13 0,2 0-7 15,0 0 3-15,0 0 3 0,0 0-22 0,3 0-2 16,-1 0-30-16,3 0-14 0,0 0 11 0</inkml:trace>
  <inkml:trace contextRef="#ctx0" brushRef="#br0" timeOffset="-168708.51">26416 9569 414 0,'3'0'8'0,"1"0"13"15,0 0 16-15,1 0 12 0,1 0 0 0,0 0-13 16,2 0-16-16,1 0-12 0,1 0-8 0,0 0 0 16,-1 0-8-16,0 0 4 0,3-11-8 15,-1 11 0-15,1 0-9 0,0 0-24 0,-1 0-23 0,-1 0-30 16,-1-6-34-16,-1 6 21 0</inkml:trace>
  <inkml:trace contextRef="#ctx0" brushRef="#br0" timeOffset="-164071.91">27112 9343 149 0,'0'-7'7'0,"0"7"4"15,0 0 5-15,0-4 4 0,0 4 0 0,0-4 10 16,0 3 0-16,0-1-3 0,20 1 0 0,-20-2-11 16,0 1-3-16,0 0-2 0,0 0-9 0,0 1-2 15,0-1 4-15,0 1 0 0,0-1 0 0,0 1 2 16,9 0-9-16,-9 1 3 0,0 0 7 0,0 0-14 15,0 0 13-15,0 0-10 0,0 0 1 16,0 0 2-16,0 0-6 0,0 0 7 0,0 0-4 16,0 0 1-16,0 0 2 0,0 0 1 0,0 14-8 15,0-14-7-15,0 0 8 0,0 16 2 0,0-16 4 16,0 15 3-16,0-6-10 0,0 2 10 0,0-1 5 16,0 1 12-16,0-1 3 0,0 2-20 0,0-1-7 15,0 0 0-15,-13 1-4 0,13-4 7 0,0 2 5 16,0-1-1-16,0-1-3 0,-8-1 8 0,8-1-8 15,0-2 4-15,0 2 1 0,0-2-12 0,0-1 20 16,0 0-8-16,0-2 21 0,0-1 3 0,0 1-11 16,21-1 3-16,-21 0-11 0,17 0-11 15,-17 0 6-15,22 0-11 0,-11 0 0 0,2 0 15 0,1 0-8 16,-5-14 8-16,2 14-11 0,1 0-1 16,-4 0 4-16,1 0-3 0,1 0 6 0,-4 0-3 15,-2 0-7-15,1 0 6 0,-3 0-6 0,2 0 10 16,-2 0 1-16,-1 0-8 0,2 0 3 0,-3 0-7 15,4 0 4-15,-4 0 11 0,2 0 7 0,0 0-8 16,-2 12 1-16,0-12-11 0,0 0 1 0,0 9-3 16,0-9-1-16,0 10 4 0,0-4-4 0,0 2 8 15,0-1 11-15,0 0-7 0,0 1-4 0,0 1 0 16,0-3-12-16,0 2 12 0,0-1 6 0,-14-1-3 16,14 1-10-16,0-1 3 0,0-1-3 15,0 1 7-15,0-2 7 0,-8 2-4 0,8 0 0 16,-7-1-7-16,1 0 4 0,1 2 10 0,-4-2-17 15,0 1 7-15,-4 0 0 0,1-2-18 0,-3 2 24 16,1-1-10-16,-1-3 6 0,-1 1 1 0,0-1-7 16,2 0 20-16,3-2-10 0,-3 1 3 0,3-1-3 15,1 0-15-15,0 0-4 0,3 0-8 0,1 0-16 16,1 0-27-16,1 0-27 0,2 0-21 0,2-15 20 16,0 15 26-16</inkml:trace>
  <inkml:trace contextRef="#ctx0" brushRef="#br0" timeOffset="-163627.79">27175 9314 63 0,'-2'-4'3'0,"0"2"0"15,-3 1 0-15,5-4-3 0,0 3-1 0,0 2 1 16,0-3 0-16,0 3 7 0,0 0-9 0,0 0 1 16,0-2 3-16,0 2 0 0,0 0 9 0,0 0-1 15,0 0 14-15,18 0 4 0,-18 0-2 0,0 0 14 16,14 0-10-16,-14 0 0 0,12 16-15 0,-12-16-10 16,13 0-3-16,-7 13-8 0,1-13 13 15,0 10 0-15,2-10 3 0,-3 8-1 0,1-8 1 16,2 6-6-16,-2-6-4 0,-1 5 4 0,1-5-1 15,0 2 4-15,0-1-4 0,0-1-13 0,-1 0-17 16,0 0-34-16,0 0-29 0,1 0 12 0</inkml:trace>
  <inkml:trace contextRef="#ctx0" brushRef="#br0" timeOffset="-162628.63">27555 9278 86 0,'0'-5'2'0,"-21"0"-1"0,9-2 1 16,0 3-1-16,1-2-2 0,-3 1 4 16,3-1-3-16,-2 1 1 0,-1 1-5 0,-1-1 2 0,-1 2 1 15,0 0-2-15,-4 0 6 0,1 1-4 16,2 1-2-16,-6 0 5 0,-2 0-2 0,4 1 4 16,-4 0-4-16,0 0 0 0,2 0-3 0,3 0 0 15,-4 0 2-15,7 0-3 0,2 0 4 0,-1 0-6 16,5 0 8-16,0 14-1 0,-3-14-1 0,5 0 2 15,-2 0-7-15,-2 10 4 0,0-10 0 0,1 7 4 16,1-7 3-16,-3 8-1 0,3-4-1 0,-2 2-12 16,1-1 5-16,-1 1 2 0,1-2-15 0,3 3 14 15,-2 0-5-15,0-2-4 0,4 2 21 0,1 0-5 16,-1 1-4-16,1-1-4 0,0 0-1 0,2 1-4 16,-1 1 13-16,1-1 7 0,0 1 4 0,0-1 3 15,1 2 10-15,1 0-6 0,-3 3-3 16,3-2 2-16,-1 2-19 0,1-1 6 0,-2 0 5 15,2 2-4-15,-1-2 10 0,1-1-3 0,-2-1-6 16,2-1-6-16,-3 0-1 0,2 0 2 0,1 1 1 16,0-4 7-16,0 2-11 0,0 0 8 0,2 2 8 15,-2 1 6-15,2-3-3 0,0 0-5 0,0 0-3 16,0 1-8-16,0-1 15 0,0 0-3 0,0 0-2 16,0 0 1-16,0 1-9 0,18 0 8 0,-18-1 4 15,0 0 2-15,15-1-10 0,-15 3-4 0,14-4-10 16,-5 3 13-16,0-2 11 0,-1 1-4 0,4 0 7 15,1 0-14-15,-1 0-4 0,1 0-3 0,0 0 0 16,1 0-4-16,1-1 8 0,1 1-5 0,-2-1 2 16,0-1 3-16,1 1 5 0,-1-3 12 15,-1 1 7-15,-1 0 1 0,-1-1-4 0,-5-1-4 16,3 0-9-16,1 0 1 0,-2 0-5 0,-1-1 0 16,4 0 0-16,0 0-8 0,0 0-4 0,3 1-7 15,0-2 7-15,2 1 0 0,-1 0 11 0,-1 0 12 16,3 0-11-16,-1-1 4 0,0 1-4 0,0-2-1 15,-1 1-6-15,-1-1-2 0,1 0 1 0,1 0-11 16,-2 0 15-16,0 0 0 0,1 0-3 0,-1 0 6 16,1 0-11-16,-2 0 7 0,5-15 1 0,-5 15 11 15,1 0 4-15,0 0-1 0,0-10-3 16,-1 10-12-16,3 0-3 0,-3-11-4 0,1 11-3 16,-1-6 7-16,1 1 6 0,-3 0-9 0,0 1 6 15,3 2-7-15,-5-3-3 0,1 1 7 0,-2 0 4 16,1 1-4-16,-3 1-3 0,1-1 7 0,0-1 7 15,-2-1 10-15,-1 3 4 0,0-3 2 0,0 1-13 16,-1-1-9-16,1 0 5 0,0-2-2 0,-1 0 5 16,0-1 0-16,1-2-2 0,-1-1-16 0,0-1 11 15,0-2-2-15,1-2-6 0,0-1 10 0,-2-1-17 16,1-3 9-16,0-1-2 0,-1 2-3 0,0-5 6 16,-1 1-2-16,0 0 3 0,-1 0 9 0,0 2-5 15,0 1-7-15,0 0 2 0,0 2-10 16,0 2 4-16,-20 0 2 0,20 2-7 0,-17 0-43 0,17 2-68 15,-19 0-59-15,19 1-46 0,-22 0-4 16,9 2 2-16,-1 0 30 0,0 1 53 0</inkml:trace>
  <inkml:trace contextRef="#ctx0" brushRef="#br0" timeOffset="-138890.05">19795 10469 232 0,'0'0'13'0,"0"0"7"0,0 0 3 16,0 0 0-16,0 0-13 0,0 0 7 0,0 0-21 15,0 0 14-15,14-16-6 0,-14 16-3 0,0 0 17 16,0-10-26-16,0 10 18 0,10 0 0 0,-10 0-9 15,0-6 17-15,0 6-17 0,0 0-5 16,0 0 8-16,0 0-13 0,0 0 3 0,0 0-3 0,0 0-10 16,0 0 3-16,0 0 1 0,0 0-4 15,0 0 4-15,0 0-4 0,0 0 7 0,0 0-3 16,0 0 3-16,0 0 7 0,0 0-4 0,0 0 4 16,0 0-8-16,0 0 13 0,0 0-6 0,0 0 1 15,0 0 13-15,0 0-14 0,0 0 2 0,-13 0 3 16,13 0-7-16,0 0 4 0,0 0 0 0,0 0 1 15,0 0 11-15,0 0-2 0,0 0 10 0,0 0 2 16,0 0-3-16,0 0-5 0,0 0-8 0,0 0 0 16,0 0-2-16,0 0 13 0,0 0-4 15,0 0-4-15,0 0 1 0,0 0-1 0,0 0-1 16,0 0-3-16,0 0 12 0,0 0-7 0,0 0 3 16,0 0 13-16,0 0-15 0,0 0 3 0,0 0 1 15,0 0-5-15,0 0 3 0,0 0-3 0,0-11 0 16,0 11-1-16,0 0-8 0,0 0 12 0,10-8-5 15,-10 8 1-15,0-5 4 0,0 2-9 0,0 0 4 16,7-1 0-16,-7 1-4 0,3-1 13 0,-3 2-13 16,2 0 13-16,-1-1-3 0,0 0-19 0,0 1 19 15,1 1-15-15,-2-1 19 0,1 1-4 16,0-1 5-16,2 0 0 0,-3 0 0 0,0 1 9 16,2 0-9-16,-2 0 4 0,0-1-9 0,0 1-5 15,0-1-5-15,2 1 10 0,-2-1-6 0,1 1 6 16,-1-1 4-16,1 0-19 0,-1 1 10 0,1 0 0 15,-1 0-10-15,0 0 10 0,0-1-5 0,2 1 21 16,-2 0 5-16,0 1 12 0,0-1 0 0,0 1-16 16,3-2 1-16,-3 2 0 0,0-1 5 0,1 1 0 15,-1 0 6-15,0 0-12 0,0 0-10 0,0 0 5 16,0 0 4-16,0 0-4 0,0 0 5 0,0 0 14 16,0 0-5-16,0 0 4 0,0 0 5 0,0 0-15 15,0 0-6-15,0 0 0 0,0 0-11 0,0 0-13 16,0 0-6-16,0 0-9 0,0 0 1 0,0 0 9 15,-17 0-1-15,17 16 14 0,-12-16 4 16,12 0 0-16,-18 16-4 0,6-16-6 0,-2 16 8 16,1-5-3-16,-2-1 8 0,-2 1-7 0,0 3-13 15,-2-3 8-15,1 3-8 0,-1-1 12 0,1 0 8 16,-2 0-13-16,2-1 2 0,0 0 3 0,0-1-6 16,2-1 0-16,-1 1 11 0,1-3-16 0,2 1 3 15,2 0 1-15,1 0 0 0,-3-1 4 0,3 0 0 16,1 0 1-16,3-1-1 0,-2 0-2 0,1-1-1 15,0-1 4-15,3 0 0 0,1-1 4 0,1 1-1 16,-1-2 0-16,0 0-3 0,3-2-3 0,0 1-1 16,0-1-3-16,1-1 8 0,0 0 2 15,0 1-2-15,0-1 11 0,0 0-13 0,0 0-7 16,0 0 8-16,0 0-12 0,0 0 17 0,0 0 12 16,0 0-4-16,0 0 3 0,17 0-12 0,-17 0 0 15,14 0 8-15,-14 0-4 0,19 0 9 0,-7 0 2 16,1 0-6-16,-2 0 12 0,2 0 0 0,2 0 6 15,0 0 8-15,0 0-7 0,1 0-9 0,-1 0-4 16,1 0-12-16,-2 0 3 0,1 0 4 0,-2 0-8 16,-1 0 4-16,-2 0 1 0,1 0-3 0,0 0 2 15,-2 0 3-15,0 0-2 0,1 0-3 16,-2 0-3-16,-1 0-7 0,2 0 7 0,0 0 0 0,-3 0 2 16,0 0 1-16,0 0-12 0,-1 0 5 15,3 0 3-15,-3 0-4 0,0 0-22 0,0 0-46 16,0-12-62-16,-1 12-55 0,1 0-27 0,0-9 5 15,-3 9 5-15,0-9 1 0,-2 9 33 0,2-10 39 16</inkml:trace>
  <inkml:trace contextRef="#ctx0" brushRef="#br0" timeOffset="-138442.64">19793 10442 290 0,'0'-3'2'16,"0"-1"20"-16,0 1 6 0,-7-1 20 0,7 0 13 15,0 0-2-15,0 2 13 0,-3-1-9 0,3 1 13 16,-2 0-13-16,2 1-13 0,-1-1-1 0,1 2-33 15,0 0-6-15,-1 0-4 0,1 0-17 0,0 0 6 16,0 0-6-16,0 0 4 0,0 0-9 0,-1 0 0 16,0 0 10-16,-1 20 5 0,0-20 5 0,-1 19 1 15,-1-8 9-15,0 5-1 0,-3-1 21 0,2 3 10 16,1 1-2-16,-1 3-3 0,-1-2 2 0,0 2-1 16,0 0-9-16,1-1 0 0,1-1-1 15,0 1-4-15,-1-3 1 0,2 0 6 0,1-2-7 16,0 1-8-16,1-3 3 0,0 1-12 0,-1-4-7 15,1 3 6-15,1-3-2 0,-1-1-4 0,0 0 12 16,0-1 1-16,0 0-10 0,0-1 4 0,0-1 2 16,1 0-10-16,-1-1 6 0,0-2 0 15,1 0-7-15,0 0-37 0,0-2-65 0,0-1-58 0,0-1-48 16,0 0 15-16,0 0 39 0,0 0 21 16,0 0-16-16,0 0 18 0,0 0 23 0</inkml:trace>
  <inkml:trace contextRef="#ctx0" brushRef="#br0" timeOffset="-137202.31">20117 10310 495 0,'1'-3'10'0,"-1"-1"14"16,0 2 6-16,0 0 4 0,0-2-5 0,0 4-9 15,0-1-6-15,0 1 1 0,0 0-6 0,0 0-9 16,0 0-5-16,0 0-5 0,0 0 1 0,-15 0 19 16,15 17-9-16,0-17-1 0,-16 14 5 0,16-14-25 15,-14 22 16-15,4-9 4 0,3 3-8 0,0 2 8 16,0 2 14-16,0-1 0 0,-1 3 20 0,1-1 1 16,2 1 1-16,-1-2 10 0,-1 1-7 0,2-2-3 15,1 1-2-15,1-2-10 0,1 0-5 0,0-2 9 16,2 0-19-16,0-2 5 0,0-1-5 15,0-1 10-15,0-3 5 0,0 1-1 0,0-3 5 0,18 0-13 16,-18-1 7-16,16-2-13 0,-16-2 8 16,26 0-8-16,-11-2-4 0,1 0-5 0,0 0-39 15,2 0-26-15,0 0-50 0,-1-18-20 0,1 18-3 16,-2-15-3-16,-1 15-13 0,-1-19-5 0,0 7 30 16</inkml:trace>
  <inkml:trace contextRef="#ctx0" brushRef="#br0" timeOffset="-136909.92">20224 10060 1366 0,'7'0'-6'0,"-7"0"8"0,0 0 0 0,0 0 0 16,0 0 6-16,0 0-12 0,0 0-12 0,0 0-45 0,0 0-69 15,0 0-45-15,0 0-29 0,0 0 23 16,0 0 28-16,0 0-11 0,0 0 39 0</inkml:trace>
  <inkml:trace contextRef="#ctx0" brushRef="#br0" timeOffset="-136162.93">20336 10629 236 0,'-2'1'5'0,"1"1"13"0,1-2 3 0,0 0 16 16,0 0-3-16,0 1 0 0,0-1 7 0,0 0-4 16,0 0-1-16,0 0-5 0,18 0-4 0,-18 0-5 15,15 0-5-15,-15 0 5 0,21 0-5 0,-11 0 0 16,2 0 4-16,-2 0 2 0,-1 0 1 0,0 0-9 16,-2 0 0-16,-2 0-14 0,-2 0-1 0,1 16 5 15,-2-16 0-15,-2 0-5 0,0 15 5 0,0-15-5 16,0 14-5-16,0-14 5 0,0 14 0 15,0-5-5-15,-25-1 5 0,25 0 0 0,-16-1-10 16,16-1 10-16,-17 0-5 0,17-1-10 0,-17-1 15 16,17 0-16-16,-14-1 6 0,14 0 25 0,-11 0-20 15,11-1 5-15,-7 0 5 0,4 0-20 0,3 0 10 16,0-1 5-16,0 1-5 0,0 0 10 0,0 0 0 16,0 1-5-16,0 0 0 0,26 1-5 0,-26-1 0 15,21 3 5-15,-21-1 5 0,27-1-9 0,-12 3 9 16,-2 0 5-16,-2 0 1 0,2 0 19 0,-3 0-5 15,-1 1 1-15,-2-1 0 0,0 0-10 16,-7 1-10-16,5-1 0 0,-5 1-6 0,0-1 6 16,0-1 10-16,0 4 0 0,0-3 6 0,0 3-6 15,-22-3 1-15,22 1-20 0,-24 1-1 0,8-1 20 16,-1 0-10-16,-1-2 5 0,-2 1 0 0,3-4-15 16,-2 1 10-16,3-1-23 0,-2-2-42 0,2-1-36 15,3 0-23-15,1 0 3 0,0 0-2 0,1 0-15 16,2 0-4-16,0-18 30 0</inkml:trace>
  <inkml:trace contextRef="#ctx0" brushRef="#br0" timeOffset="-135514.24">21146 10632 465 0,'0'0'17'0,"-8"4"23"16,8-4 31-16,0 2 40 0,0-2 30 0,0 0 6 15,0 0 2-15,0 0-27 0,0 0-44 0,0 0-28 16,0 0-41-16,0 0-9 0,0 0-7 0,0-12 4 15,20 12 10-15,-20 0-3 0,16 0 4 0,-16-11-5 16,24 11-6-16,-11-8 3 0,3 8-1 0,2-6 3 16,-2 4 1-16,2-2-9 0,-2 2 6 15,-1 0 0-15,-3 0 0 0,0 2 15 0,-2-2-8 16,-1 1 0-16,-2 0-2 0,-1 1-3 0,-2-1 3 16,-1 1-4-16,0 0-2 0,-2 0 6 0,0 0-6 15,1 0-5-15,-2-1-16 0,0 1-58 0,0 0-52 16,0 0-43-16,0 0-12 0,0 0 21 0,0 0 36 15,0 0 25-15,0 0-18 0,0 0 1 0,0 0 20 16</inkml:trace>
  <inkml:trace contextRef="#ctx0" brushRef="#br0" timeOffset="-135222.36">21048 10776 430 0,'-2'4'12'0,"1"-2"1"16,1-1 1-16,0 1 4 0,0-2-8 0,0 0 12 16,20 0 0-16,-20 0 8 0,22 0 0 0,-22 0-13 15,27 0 8-15,-13 0-16 0,2-16 4 0,0 16-5 16,0 0-4-16,-1 0 10 0,0 0-14 0,-1-7 0 15,3 7 0-15,-2 0-5 0,0 0 1 16,-4 0 4-16,1 0-5 0,-2 0 5 0,-2 0-8 16,-1 0-13-16,-3 0-18 0,0 0-25 0,-1 0-7 15,1 0-27-15,-1 0-32 0,-1 0 22 0</inkml:trace>
  <inkml:trace contextRef="#ctx0" brushRef="#br0" timeOffset="-133570.02">21859 10451 157 0,'0'0'13'0,"0"1"10"16,0-1 6-16,0 0 18 0,0 0-4 0,0 0-6 15,0 0 5-15,0 0-13 0,0 0 4 0,15 0 9 16,-15 0 3-16,0 0 9 0,14 0-5 16,-14 0-3-16,13 0-13 0,-3 0 2 0,0 0 5 0,2 16-14 15,0-16 19-15,0 0-11 0,-1 10-10 0,0-10 4 16,-2 0-24-16,-1 10 1 0,-1-10-10 15,-2 6 0-15,-3-6 14 0,1 7-4 0,-3-4-10 16,1 2 14-16,-1-1-14 0,0 1-4 0,0 0 17 16,0 2-32-16,0-1-15 0,0 2-15 0,0 1-15 15,-27-1-1-15,27 0 7 0,-25 1 16 0,9-1 5 16,1 0 13-16,-2-1 8 0,1-1 12 0,1 0 0 16,-1-1 9-16,2 0 4 0,1 0-12 0,4-1 4 15,0 0 0-15,0-1 0 0,3 1 4 0,1-1 0 16,3-1 0-16,0 0 4 0,1 1 0 15,1-1 5-15,0 0 3 0,0 1 1 0,0-2-3 16,25 4-6-16,-25-3 5 0,25 3-5 0,-9-2 12 16,4 3 0-16,-1-2-12 0,4 2 5 0,-3-1-13 15,-3 0 0-15,3 1 8 0,-4 0-12 0,-1 0 12 16,-3 0 0-16,0 1-4 0,-4-1 4 0,-1 1-4 16,2 1-8-16,-3-1 5 0,-2 0 7 0,-1 1-4 15,-3-1 7-15,0 1 9 0,0 0-4 0,0-2-4 16,-23 3 0-16,23-1-8 0,-18 0 0 0,18-1 4 15,-24 1 0-15,9-2-4 0,1 0 0 0,-2 0 4 16,-2-1-8-16,-2-1 8 0,0-1-8 0,0-1 0 16,1-1 16-16,-1 0-12 0,4-1 0 15,-1 0 0-15,4 0-8 0,-1 0 12 0,2 0-8 16,3 0-26-16,2-17-23 0,0 17-44 0,1 0-20 16,4-13-13-16,1 13 23 0</inkml:trace>
  <inkml:trace contextRef="#ctx0" brushRef="#br0" timeOffset="-132827.06">22373 10526 446 0,'0'0'13'16,"0"0"14"-16,0 0 9 0,0 0 8 0,0 0-13 16,0 0-6-16,0 0-16 0,0 0-13 0,0 0 4 15,0 0-13-15,0 0 9 0,0 0 4 0,0 0 4 16,0 0 5-16,0 0-9 0,-5 0 4 0,5 17-12 16,0-17 0-16,-2 19 8 0,1-7-7 0,-2 0 11 15,1 2 4-15,1 0 0 0,-1 1 1 0,-2-1-5 16,1 1-8-16,1-1 4 0,-1-1 8 0,0 2-4 15,0-4 0-15,1 2 0 0,0-3-4 0,1 0-4 16,0-1 8-16,-1 0-4 0,1-3-4 0,1-1 8 16,0-2 4-16,0 1-4 0,0-2 4 0,0-1-3 15,0-1-5-15,0 0 14 0,0 0 0 16,0 0-10-16,0 0 6 0,25 0-20 0,-25-17 5 16,20 17 10-16,-20 0-1 0,25-17 6 0,-10 17-15 15,-2-11 5-15,2 11-10 0,-1-9 1 0,0 9 5 16,-1-7-5-16,1 7 4 0,-2 0 10 0,-2 0-5 15,0 0 4-15,-1 0-16 0,-2 0 3 0,-1 0 13 16,-1 0-12-16,0 0 20 0,-2 0-8 0,-1 20-4 16,0-20 8-16,0 13-8 0,-2-13 0 0,0 17 0 15,0-17 0-15,0 19 0 0,0-9-4 0,0 1 4 16,0-1 0-16,-19 1 0 0,19 0 14 0,0-1-4 16,-20 0 5-16,20 0-5 0,-14-1-4 0,14-1-1 15,-15 1-15-15,5-1 10 0,3 0 0 0,-1-2-5 16,0 0 16-16,0 1-1 0,-2-2-4 15,1-1 9-15,-2-1-15 0,1 0 11 0,-2 0-16 16,0 1 5-16,-3-3 5 0,0 0-10 0,0 0 11 16,-1-1-6-16,2 0 5 0,-1 0-5 0,0 0 15 15,2 0-10-15,0 0-26 0,1 0-32 0,2 0-40 16,1-17-34-16,2 17-37 0,2 0 18 0,-1-18 31 16</inkml:trace>
  <inkml:trace contextRef="#ctx0" brushRef="#br0" timeOffset="-132333.89">22375 10489 448 0,'-2'0'17'0,"1"0"13"0,1 0 9 15,0 0 13-15,0 0-12 0,0 0-5 0,0 0-9 16,0 0-2-16,0 0-4 0,0 0-10 0,0 0 10 16,0 0 5-16,0 0 10 0,19 0 9 0,-19 0-10 15,17 0 0-15,-17 0-5 0,22 0 0 16,-7 16 4-16,0-16-10 0,0 0 0 0,0 0-11 15,2 0-4-15,-2 11-5 0,0-11-5 0,-2 0 3 16,-1 8 3-16,-1-8 0 0,-4 4 2 0,1-4 5 16,-1 4-11-16,-3-1-4 0,-1-2-33 0,0 1-50 15,-1 0-35-15,-1-1-29 0,1 0 1 0,-2 0-25 16,1-1 19-16,0 0 34 0</inkml:trace>
  <inkml:trace contextRef="#ctx0" brushRef="#br0" timeOffset="-131190.66">22888 10757 146 0,'-2'0'9'0,"2"0"10"0,-3 0 12 0,3 0 14 16,-4 0-9-16,1 0-5 0,0 0-1 0,0 0-12 16,-1 0 7-16,2 0-1 0,1 0-10 15,-1 0 3-15,2 0 0 0,-1 0-8 0,1 0 11 0,0 0-3 16,0 0 0-16,0 0 19 0,0 0-19 15,0 0 11-15,0 0-4 0,0 0-12 0,0 0 12 16,0 0-16-16,0 0 4 0,0 0 2 0,0 0 0 16,-1 0 4-16,1 0-3 0,0 0-1 0,0 0-4 15,0 0-6-15,0 0-4 0,0 0 0 0,0 0 5 16,0 0 4-16,0 0 15 0,0 0-5 0,0 0 8 16,0 0 10-16,0 0-14 0,0 0 5 0,0 0-5 15,0 0 11-15,0 0 17 0,0 0 7 16,0 0-5-16,0 0-23 0,24 0-13 0,-24 0-5 0,20 17-3 15,-20-17 11-15,24 0-3 0,-8 12-1 16,-2-12-3-16,0 0-7 0,0 12-1 0,2-12-4 0,-1 0 7 16,-1 7-6-16,-2-7 5 0,2 0-4 15,-3 0-3-15,0 0-9 0,-1 0-39 0,-3 0-30 16,-1 0-41-16,-1 0-25 0,-2 0-2 0,2 0-6 16,-4 0-8-16,-1 0-17 0,0 0 36 0</inkml:trace>
  <inkml:trace contextRef="#ctx0" brushRef="#br0" timeOffset="-129545.91">23497 10562 286 0,'2'-2'6'0,"-1"-1"20"0,1 1 17 0,0 0 5 16,2-2 14-16,-3 0-7 0,-1 1-5 0,2 0 17 16,-2-1-10-16,2 0-3 0,0 1-2 0,-1-1-5 15,-1 1-13-15,1 1-1 0,0-1-1 0,0 1-9 16,0-1 8-16,0 2-10 0,-1 1-12 0,0 0-9 15,0 0 4-15,0 0-21 0,0 0 12 0,0 0 1 16,0 0-14-16,0 0 17 0,0 0-11 16,0 0 3-16,0 0 9 0,0 16 12 0,0-16-5 15,-17 16-4-15,17-16 0 0,0 19-8 0,-10-6 4 16,10-1 0-16,0 1 1 0,-8 1 0 0,8 0 3 16,-6 1 9-16,6 0 1 0,-4-2 5 0,3 2 11 15,-1 0-7-15,1-1-4 0,1 0 3 0,0-1-7 16,0-1-1-16,0 1 4 0,0-3-7 0,0 0 19 15,0 1 3-15,25-3-2 0,-25-1 1 0,19 0-21 16,-19-1 0-16,22-1-2 0,-10-1 0 0,1-1-1 16,1-1-3-16,-2 1 2 0,2-3-9 15,-1 0 1-15,-1 0-14 0,-2 0-30 0,1 0-12 16,-1 0-23-16,-2 0-13 0,2-17-4 0,-3 17-7 16,0 0 2-16,-2 0 10 0,1-17 5 0,-1 17 15 15,0-10-10-15,-1 10-12 0,0-12-13 0,0 12 8 16</inkml:trace>
  <inkml:trace contextRef="#ctx0" brushRef="#br0" timeOffset="-129244.59">23582 10319 880 0,'-10'0'44'16,"3"0"52"-16,0 0 32 0,2 0 17 0,0-19-33 15,3 19-43-15,-1 0-28 0,3-17-21 0,0 17-13 16,0-10-9-16,0 10-7 0,0-9-35 0,21 9-38 15,-21-9-49-15,0 9-55 0,20-7 1 16,-20 7 6-16,19-4 10 0,-8 4 15 0,-2 0-1 16,1 0 31-16</inkml:trace>
  <inkml:trace contextRef="#ctx0" brushRef="#br0" timeOffset="-128646.27">23812 10733 417 0,'-5'2'12'16,"1"-1"17"-16,2 0 12 0,-1-1 8 0,1 0 3 15,0 0-8-15,2 0-7 0,0 0 1 0,0 0-6 16,0 0-4-16,0 0 4 0,0 0-9 0,0 0 0 16,20 0-18-16,-20 0 8 0,15 0 5 0,-15 0-5 15,20 0 19-15,-6 0-6 0,-3 0 1 0,2 0-1 16,-1 14 0-16,0-14-4 0,-1 0-4 0,-2 17 12 16,0-17-2-16,-1 13-6 0,-3-13 0 0,0 13-13 15,-3-6-5-15,0 2 1 0,-1-1-4 0,-1 1 2 16,0 3 4-16,0-1-4 0,0 1 7 0,-25 2-12 15,25 1 5-15,-19 0-5 0,19 0-1 0,-22 0 6 16,22 0-7-16,-21 1 3 0,21-3-4 16,-17-1-2-16,17-1 0 0,-13-2 9 0,13-2 8 15,0 0 23-15,0-2 26 0,0-3 33 0,0 1 14 16,0 1-13-16,22-4-26 0,-22 1-33 0,29-1-19 16,-10 0-10-16,3 0 1 0,2 0-7 0,1 0-9 15,1-17-22-15,-1 17-43 0,-3 0-44 0,-1-14-44 16,-4 14-28-16,-2 0-2 0,-4-13-1 0,-2 13 12 15,-3 0-26-15,-2-9 44 0</inkml:trace>
  <inkml:trace contextRef="#ctx0" brushRef="#br0" timeOffset="-121882.46">19829 11517 369 0,'4'0'0'0,"-3"0"9"0,0 0 13 0,-1 0 9 16,1 0 4-16,1-10 11 0,-2 10-12 0,0 0 0 16,0 0-2-16,0 0-11 0,2-5 3 0,-2 5 7 15,0 0 10-15,0-3 7 0,0 3 0 0,0 0-5 16,0-2 4-16,0 2-11 0,0-1 9 0,0 1-6 15,0 0-25-15,0 0-1 0,0 0-12 0,0 0-9 16,0 0 11-16,0 0-7 0,0 0 3 0,0 0 1 16,0 0-13-16,0 0 4 0,0 0 1 0,0 0-5 15,0 0 13-15,0 0-5 0,0 0-3 16,0 16 8-16,0-16 1 0,-16 12 7 0,16-12-3 16,0 16 3-16,-11-6-12 0,11 0-4 0,-9 3 4 15,9-3-7-15,-7 4 12 0,7-1 0 0,-7 1 0 16,3 0 5-16,0 2-9 0,0-2 4 0,1 3 1 15,-1-2-4-15,1 2 9 0,0-2-5 0,1 1-5 16,1 0 10-16,0 0-14 0,1-2 11 0,0 3-1 16,0-3-5-16,0 1 10 0,0-2-14 0,0 1 19 15,17-3-10-15,-17-3 19 0,0 0 17 0,23 0-10 16,-23-2 8-16,20 0-21 0,-10-2-3 16,1 1-5-16,1-2 6 0,0 1 0 0,-1-1 0 0,3-3-4 15,-3 2-9-15,1-2 8 0,-3 0-18 16,2 0-23-16,-1 0-36 0,-2 0-43 0,-1 0-29 15,0 0 3-15,-2-16 16 0,2 16 3 0,-2 0-10 16,-2 0-16-16,0-16 25 0</inkml:trace>
  <inkml:trace contextRef="#ctx0" brushRef="#br0" timeOffset="-121620.33">20015 11239 585 0,'0'-9'0'0,"0"1"4"0,11 1-4 15,-11 0 0-15,0 1-1 0,0 2-25 0,0 3-19 16,0-1-25-16,0 2-28 0,0 0-26 0,5 0 24 16</inkml:trace>
  <inkml:trace contextRef="#ctx0" brushRef="#br0" timeOffset="-120794.4">20151 11844 268 0,'0'0'9'0,"0"0"2"16,0 0 15-16,0 0 4 0,0 0-4 0,0 0 13 15,0 0-10-15,0 0 5 0,0 0-1 0,0 0-9 16,0 0 0-16,0 0-5 0,0 0-5 0,0 0 9 15,0 0-5-15,0 0-5 0,0 0 1 0,14 0-5 16,-14-14 0-16,11 14 5 0,-11 0 1 0,11 0-15 16,-3 0 10-16,0 0 1 0,0 0 10 15,1 0-5-15,-2 0-15 0,2 0-6 0,-2 0-6 0,3 0 6 16,-3 0 16-16,0 17-6 0,-2-17-10 16,-1 0 16-16,-1 20-15 0,-3-20 4 0,0 16 1 15,0-7-24-15,0 1 1 0,-22-2-4 0,22 1-13 16,-21 0 3-16,21-1 4 0,-25-1 0 0,25 0 18 15,-21 0 5-15,21-2 10 0,-20 0-6 0,20 0 1 16,-15-3 13-16,15 1-18 0,-11-1 9 0,11-1 4 16,-5 1-12-16,5-2 12 0,0 0-4 0,0 0-9 15,0 0 14-15,0 0 0 0,0 0 18 0,0 0 4 16,0 0-9-16,20 0 14 0,-20 0-19 0,15 0-12 16,-15 0 7-16,23 0-17 0,-11 0 9 15,1 0 14-15,1 0-5 0,-3 0-5 0,2 0-8 16,-3 0 8-16,-1 0-8 0,-1 18 4 0,1-18 5 15,-4 0-1-15,0 15 1 0,-2-15 4 0,0 12 5 16,-3-12-14-16,0 11 9 0,0-5-9 0,0 1-5 16,0 2 10-16,-23-1-5 0,23 0 5 0,-27 2 10 15,10 1-10-15,1-3-5 0,-3 1 5 0,1-1-9 16,-1 0-1-16,4-1 10 0,-1-2-10 0,3 0 5 16,0-2 0-16,2-1-19 0,4-1-20 0,-2-1-27 15,3 0-23-15,2 0-33 0,1 0-17 0,2 0 23 16</inkml:trace>
  <inkml:trace contextRef="#ctx0" brushRef="#br0" timeOffset="-120173.84">20877 11780 365 0,'-10'0'14'0,"10"0"19"16,-7 0 17-16,7 0 14 0,-6 0 3 0,6 0 3 16,-3 0-19-16,2 0-3 0,1 0-12 0,0 0-15 15,0 0 9-15,0 0-4 0,0 0 4 0,0 0 5 16,0 0-4-16,0 0 12 0,25 0 1 0,-25 0-2 15,20 0-1-15,-20 0-17 0,27 0-8 16,-12 0-10-16,0 0 7 0,2 0 1 0,-3 0-3 16,3 0 10-16,-2 0-16 0,-1 0 4 0,-1 0-9 15,-1 0 1-15,1 0 3 0,-3 0 3 0,3 0 6 16,-5 10-9-16,0-10 0 0,0 0-20 0,-1 0-34 16,-1 0-38-16,-2 0-51 0,-1 0-29 0,-2 0 1 15,2 0 0-15,-3 0-16 0,2 0 41 0</inkml:trace>
  <inkml:trace contextRef="#ctx0" brushRef="#br0" timeOffset="-119958.26">20890 11976 162 0,'0'4'22'16,"0"0"11"-16,0-1 5 0,0-1 1 0,19-2-9 15,-19 2-14-15,0 0 3 0,22 1 0 0,-22-3-9 16,19 1 1-16,-19 1-1 0,20-1 0 0,-10 0-5 16,2-1 7-16,-2 0-3 0,0 0-18 0,2 0 4 15,-3 0-9-15,0 0-15 0,1 0-9 0,-3 0-30 16,2 0-30-16,-3 0 10 0</inkml:trace>
  <inkml:trace contextRef="#ctx0" brushRef="#br0" timeOffset="-118005.53">21644 11577 185 0,'0'0'-2'0,"0"0"16"0,0 1 9 15,0-1 5-15,0 2 12 0,0-2-12 0,0 0 0 16,0 0 3-16,0 0-5 0,0 0-5 0,0 0-3 15,0 2-4-15,0-2-4 0,0 0 3 0,0 0 3 16,0 0-7-16,0 0-1 0,0 0 0 0,0 0-7 16,0 0 3-16,0 0 8 0,0 0-7 0,0 0 3 15,0 0 4-15,0 0-8 0,0 0 4 0,0 0 0 16,0 0-8-16,0 0 0 0,0 0 4 0,0 0-4 16,0 0 0-16,0 0 9 0,0 0-1 15,0 0 4-15,0 0 8 0,0 0-4 0,0 0 5 16,0 0-13-16,19 0 0 0,-19 0-8 0,0 0 0 15,19 0 9-15,-19 0-4 0,19 0 4 0,-9 15-4 16,-1-15 5-16,3 0 0 0,-1 13 4 0,-2-13 1 16,2 11-10-16,-3-11 4 0,1 10 1 0,-2-10-10 15,0 10 10-15,-3-7 4 0,0 3-14 0,-1-3 15 16,-2 1-1-16,0 0-13 0,-1 0 13 0,0-1-18 16,0 2 0-16,0 0 13 0,0 2-8 0,-17-2-15 15,17 3-11-15,-17-3-13 0,17 2-11 0,-21 0 12 16,21-2 5-16,-22-1 9 0,11 0 10 15,11 0 8-15,-17-2 1 0,7 2-5 0,4-2 1 0,1 0 8 16,5 0 0-16,-5-1-4 0,3 0 4 16,0 0-9-16,2-1 9 0,0 1 4 0,0 0 0 15,0-1 4-15,0 1-12 0,0 1 4 0,0 0 4 16,0 0-4-16,21 1 4 0,-21-1-8 0,15 1 4 16,-15 0 0-16,16 1-4 0,-16 1-1 0,19-2-4 15,-11 2 5-15,1-1-1 0,-2 0 18 0,1 2-5 16,-1-1 1-16,2 1 8 0,-3-2-12 0,0 0 3 15,-2 2-3-15,1-1 8 0,-2 0-9 0,-1 0 1 16,0-1-5-16,-2 1-5 0,0-1 5 0,0 1 5 16,0-1 14-16,0 1-15 0,0 1 5 0,0 0-9 15,0 0-5-15,-21-1 10 0,21-1-5 16,-16 3 0-16,16-3 6 0,-19 0 5 0,19 0-5 16,-21-1-1-16,9 0-5 0,1 0-11 0,1 0 11 15,1-2 6-15,-1 1-1 0,1-1 6 0,1-1-5 16,2 0-11-16,-2 0 5 0,3 0 5 0,0 0-35 15,0 0-4-15,3 0-36 0,1-14-36 0,0 14-5 16,1 0-33-16,0 0 30 0</inkml:trace>
  <inkml:trace contextRef="#ctx0" brushRef="#br0" timeOffset="-117536.03">22153 11694 185 0,'1'-1'12'0,"-1"-2"14"0,0 1 14 0,0-1 14 15,0 0-4-15,0 1-8 0,0-2-14 0,0 3-10 16,0-1 0-16,0-2-4 0,-15 3 11 0,15-1-5 15,0 0-7-15,-14 1 4 0,14-1-13 16,0 1 1-16,0 0-1 0,-11 0-4 0,11 1 4 16,0-1 0-16,-5 1-4 0,5 0-5 0,-3 0-7 15,3 0 8-15,-3 0 0 0,2 0 4 0,0 0 7 16,-1 19-15-16,1-19 3 0,-2 0 13 0,3 20-4 16,-2-20 12-16,2 15 13 0,0-4-3 0,0-1 4 15,0 0-3-15,0 2 2 0,0 0 2 0,0 0 0 16,0 2-4-16,19 0 0 0,-19-2-10 0,0 2-4 15,0 1 10-15,13-1-16 0,-13-2-4 0,0 1 3 16,0-3-2-16,0 1 5 0,0-2 10 0,0 1 4 16,0-3-8-16,0 0-1 0,0 0 1 15,0-3-15-15,0 2 13 0,-19-2-4 0,19 0-4 16,0-2 10-16,-16 0-14 0,16 1 4 0,-14-3 0 16,14 0-4-16,-14 0 14 0,6 0-44 0,-1 0-43 15,2 0-48-15,0-22-41 0,2 22-10 0,1-14-11 16,1 14 37-16,-1-18 29 0</inkml:trace>
  <inkml:trace contextRef="#ctx0" brushRef="#br0" timeOffset="-117261.93">22105 11673 433 0,'0'-1'9'0,"0"0"6"0,0 1 8 16,2-3 12-16,0 1 4 0,1 0 6 0,1-1 6 15,2 0-2-15,4 1-4 0,-1-2-2 0,0 1-4 16,3-2-1-16,1 3-5 0,-1-1-5 0,1 1-10 16,-2-1-4-16,0 1-10 0,-1 0 1 0,-2 1-1 15,-1 0-8-15,0 1 8 0,-2-1-17 16,-1 1-34-16,0 0-24 0,-1 0-29 0,1 0-7 0,-2 0 11 15,1 0-7-15,1 0-8 0,-1 0-12 16,1 0 22-16</inkml:trace>
  <inkml:trace contextRef="#ctx0" brushRef="#br0" timeOffset="-116829.82">22524 11644 370 0,'2'13'13'0,"2"-13"9"0,-2 0 12 16,-2 0 5-16,0 0-13 0,0 0-5 0,0 0-12 15,0 6-1-15,0-6-4 0,0 0-4 0,0 0 0 16,0 0 3-16,0 5-3 0,0-2-4 0,0-1-1 15,0 3-3-15,-17 2 8 0,17 0 8 0,0 1-1 16,-16 2 1-16,16-1-1 0,-16 4 5 0,7 1 0 16,-1-1-8-16,-2 4 8 0,2 0-8 0,-5 3 13 15,1-1 26-15,-3 4-4 0,-1 1 1 0,-3 2 5 16,-2 2-5-16,-2 0 3 0,1 2 13 0,-5 0-1 16,0 2-6-16,-2-2-6 0,0-1-8 15,0-1-14-15,3-2-5 0,1-2-7 0,0-4 3 16,5 2-11-16,3-5 4 0,2-2 2 0,3-1-2 15,2-2-1-15,3-2-5 0,0-2 0 0,4-1-11 16,0-3 11-16,2 0 2 0,1-1 1 0,0 0 6 16,2-2-6-16,0-1-3 0,-1 2 1 0,1-2-44 15,0 0-39-15,0 0-46 0,0 0-46 0,0 0 8 16,0 0-15-16,0 0 13 0,20 0 46 0</inkml:trace>
  <inkml:trace contextRef="#ctx0" brushRef="#br0" timeOffset="-116381.16">22430 12101 383 0,'2'0'12'0,"-1"0"4"0,0 0 1 16,-1 0 8-16,0 0-16 0,0 0-16 0,0 0 7 16,0 0-8-16,0 0-4 0,0 13 20 0,0-13-8 15,0 0 1-15,0 0 7 0,-18 10-11 16,18-10 4-16,0 8 3 0,-15-2-8 0,15-1 8 16,-11 2-4-16,11 0-3 0,-14 0 4 0,6 0-5 15,0 1 1-15,-1-1 11 0,0 1 4 0,1 1-3 16,0-2 3-16,1-2-12 0,-1 2 1 0,3-2 7 15,-1 0-3-15,2-1-1 0,1 0 5 0,0-2-1 16,2 2 1-16,0-3 3 0,1 0-3 0,0 1 3 16,0-1 9-16,0 0 3 0,0 1 14 0,0-2-4 15,0 1-3-15,0-1 7 0,16 1-19 0,-16-1 10 16,15 0-5-16,-15 1-19 0,18-1 5 0,-7 0-10 16,0 0 4-16,-1 0 1 0,3 0-10 0,-3 0 5 15,1 0-4-15,-3 0-1 0,1 0 14 16,-1 0-9-16,-2 1-4 0,2-1-20 0,-5 1-19 15,2 0-21-15,-3-1-28 0,2 0-6 0,-1 0-23 16,0 0-26-16,0 0 32 0</inkml:trace>
  <inkml:trace contextRef="#ctx0" brushRef="#br0" timeOffset="-116069.73">22575 12094 487 0,'0'0'8'0,"0"0"5"16,0 0 8-16,0 17 1 0,0-17-17 0,0 0-1 16,0 0-8-16,0 10 0 0,0-10 5 0,-19 11 7 15,19-11 1-15,0 14-1 0,-12-5 4 0,12 1-3 16,0 0 4-16,-9 1 3 0,9 3 9 0,-8-2-4 15,8 2 1-15,-8 1 1 0,4 0-3 0,0 0 4 16,1 1-10-16,-1-2-3 0,1 1 13 0,0-1-14 16,-2 0 14-16,4-1-5 0,-1-1-14 15,-2-1 9-15,4-1-13 0,-2 0 4 0,1-2-4 16,1-1-44-16,0-1-36 0,0-2-48 0,0-3-61 16,0 3 5-16,0-3 40 0</inkml:trace>
  <inkml:trace contextRef="#ctx0" brushRef="#br0" timeOffset="-114577.2">23111 11998 137 0,'0'0'10'0,"0"0"9"0,0 0 7 0,0 0 13 16,0 0-5-16,0 0 0 0,0 0 8 0,0 0-18 16,0 0 8-16,0 0-5 0,0 0-13 0,0 0 12 15,0 0-3-15,0 0-5 0,0 0-5 16,0 0 1-16,0 0-9 0,0 0 4 0,0 0 8 16,0 0 1-16,0-11 8 0,0 11 0 0,0 0 0 15,0 0-3-15,0 0-4 0,0 0 1 0,0 0-10 16,0 0 0-16,0 0 1 0,0 0-11 0,0 0 10 15,0 0-10-15,0 0 5 0,0 0 5 0,0 0-5 16,0 0 5-16,0 0-15 0,0 0 5 0,0 0-5 16,0 0 6-16,0 0 9 0,0 0-5 0,0 0 10 15,0 0-5-15,0 0 11 0,0 0 9 0,0 0 4 16,0 0 6-16,0 0-1 0,0 0-1 0,0 0-8 16,0 0 6-16,0 0-5 0,0 0-12 0,0 0 2 15,0 0-7-15,0 0-4 0,0 0 8 16,0 0 4-16,0 0 3 0,0 0-5 0,0 0-4 15,0 0 5-15,0 0-13 0,0 0 10 0,0 0 6 16,0 0-13-16,0 0 12 0,0 0-3 0,0 0-4 16,0 0 9-16,0 0-8 0,0 0 1 0,0 0 0 15,0 0-10-15,0 0 4 0,0 0 2 0,0 0 3 16,0 0 8-16,0 0-2 0,0 0-7 0,0 0 2 16,0 0-7-16,0 0 6 0,0 0-3 15,0 0 0-15,0 0 2 0,11 0 2 0,-11 0 6 0,12 0 2 16,-5 0 1-16,2 0-9 0,1 0 2 15,0 0-7-15,1 0-2 0,-1 0 1 0,0 0-5 16,4 0-3-16,-2 0 2 0,1 0 1 0,-1 0 0 16,1 0 3-16,1 0 0 0,-1 0-2 0,0 0 4 15,-3 0-1-15,2-12 4 0,-2 12-1 0,0 0 0 16,-2 0-4-16,1 0 3 0,-2 0 2 0,-2 0-4 16,2 0 2-16,-3 0-7 0,1 0-2 0,-1 0-2 15,-1 0-1-15,-1 0 2 0,1 0-3 0,-1 0 2 16,-1 0 0-16,1 0 1 0,1 0-1 0,-1 0 1 15,0 0-1-15,-1 0-3 0,1 0 1 0,1 0 3 16,-1 0-5-16,0 0 4 0,-1 0-2 0,-1 0-21 16,3 0-18-16,-1 0-36 0,0 0-46 15,-1 0-28-15,0 0-44 0,1 0-39 0,0 0-19 0,0 0 1 16,0 0 7-16,0 0 25 0,0 0 67 16</inkml:trace>
  <inkml:trace contextRef="#ctx0" brushRef="#br0" timeOffset="-110951.06">23798 11703 127 0,'0'0'-3'16,"0"0"12"-16,0 0 1 0,0 0 5 0,0 0 7 15,0 0-12-15,0 0 4 0,0 0-1 0,0 0 5 16,0 0-1-16,0 0-3 0,0-13-2 0,0 13-11 15,0 0-4-15,0 0 3 0,0 0 0 0,0-9 4 16,14 9 3-16,-14 0-7 0,0-6-3 0,0 6-7 16,12-3-1-16,-12 3 8 0,0 0-4 0,8-3 11 15,-8 2-1-15,0 1-7 0,0 0 7 0,0 0-7 16,0 0-8-16,0 0 2 0,0 0-7 0,0 0 4 16,0 0 7-16,0 0 2 0,0 0-5 0,0 0 4 15,0 0-3-15,0 0-8 0,0 0 11 16,0 0 1-16,0 0 2 0,0 0 5 0,0 0-3 15,0 13 0-15,0-13-6 0,0 0 3 0,0 0 1 16,0 0-1-16,0 0 9 0,0 0-3 0,0 0 0 16,0 0-10-16,0 0-1 0,0 0 5 0,0 0-15 15,0 0 13-15,0 0 2 0,0 0-7 0,0 0 15 16,0 0-4-16,0 0-2 0,0 0-3 0,0 0 5 16,0 0 1-16,0 0-2 0,0 0 2 0,0 0-5 15,0 0 7-15,0 0-11 0,0 0 11 0,0 0-4 16,0 0-7-16,0 0 3 0,0 0-4 0,0 0 4 15,0 0 0-15,0 0 4 0,0 0 0 16,0 0-4-16,0 0-2 0,0 0-2 0,0 0 0 0,0 0-3 16,0 0 6-16,0 0 1 0,0 0-3 15,0 0 11-15,0 0-7 0,0 0 6 0,0 0 3 16,0 0-6-16,0 0-3 0,0 0 5 0,0 0 2 16,0-12 5-16,0 12 3 0,0 0-8 0,0 0 9 15,0-5 0-15,0 5-4 0,0 0 12 0,11-5-9 16,-11 3 4-16,0 1 7 0,0 0-5 0,0-1-2 15,0 0 3-15,5 1 5 0,-5 0 2 0,0 0 2 16,0 0-2-16,3 0-3 0,-3-1 2 16,0 2-3-16,0 0-9 0,0 0 6 0,0 0-15 0,0 0-4 15,0 0 0-15,0 0-8 0,0 0 7 16,0 0-6-16,0 0-4 0,0 0 7 0,0 0-7 16,0 0 10-16,0 0 11 0,0 15-11 0,0-15 11 15,0 13 5-15,0-13 1 0,0 17 0 0,0-6 0 16,-13 0 0-16,13 2 0 0,0 0 3 0,0 1-8 15,0-1-8-15,0 0 4 0,0 0-8 0,0-2 1 16,0-1-1-16,0 1 0 0,0-1 1 0,0-2 8 16,0 0 0-16,0 1 0 0,0-2-5 0,0 0-7 15,0 0 3-15,0 0-3 0,0-2-11 0,0-1-23 16,0 1-39-16,0-2-53 0,0-1 7 16,0 0 29-16</inkml:trace>
  <inkml:trace contextRef="#ctx0" brushRef="#br0" timeOffset="-110570.78">23706 11943 271 0,'0'0'5'0,"0"0"15"0,0 0 0 15,0 0 14-15,0 0 2 0,0 0-9 0,0 0-1 16,0 0-12-16,0 0-9 0,0 0 4 0,0 0 5 16,0 0 0-16,0 0 12 0,0 0-7 0,0 0 0 15,0 0 16-15,0 0-4 0,0 0 4 0,0 14 7 16,21-14-8-16,-21 0 1 0,23 0 10 15,-9 12-10-15,3-12-2 0,-1 0-4 0,1 7-24 0,2-7 5 16,2 4-5-16,-3-4-9 0,2 0 13 0,-1 0 0 16,-1 0-18-16,-1 0-6 0,-1 0-19 15,-1 0-20-15,-3 0-9 0,0 0-12 0,-2 0 2 16,-2 0 5-16,-2 0-11 0,-1-14 6 0,0 14-36 16,-2 0-11-16,-1 0 35 0</inkml:trace>
  <inkml:trace contextRef="#ctx0" brushRef="#br0" timeOffset="-110082.13">23992 12099 294 0,'0'1'15'16,"0"0"-2"-16,0 2 5 0,0-3 6 0,0 0-15 15,0 0 3-15,0 0-7 0,0 1-8 0,0 1-1 16,0-1 8-16,0 2-3 0,0 1 7 0,-21 0-4 16,21 1-7-16,-15 2 7 0,15 1-7 0,-23 1 4 15,11 0 4-15,-2 2-4 0,-1-1 3 0,-1 1 8 16,1 0-8-16,-3-1 4 0,2 2 9 0,-1-2-8 15,2 1 12-15,1 0-1 0,0-2-15 16,3 0 7-16,1 0-4 0,1-1 0 0,2-1 4 16,1-2-8-16,0 2-4 0,3-2 4 0,1-2 0 15,0 0 7-15,1 0-3 0,1-2 8 0,0 1 20 16,0 1 16-16,0-2 30 0,0 0 10 0,0-1-11 16,20 2-18-16,-20-2-20 0,17 1-16 0,-17-1-11 15,24 0 1-15,-11 0-9 0,-1 0-9 0,-1 0-2 16,1 0-1-16,2 0 0 0,-2 0 3 0,-1 0 6 15,1 0-5-15,-2 0-4 0,2 0 8 0,-2 0-1 16,1 0-6-16,-1 0 10 0,-1 0-6 16,-1 0-21-16,2 0-11 0,-2 0-25 0,-2 0-42 0,1 0 1 15,-1 0-7-15,1 0-10 0,-2 0 10 16,0 0-17-16,-1 0-16 0,0 0 28 0</inkml:trace>
  <inkml:trace contextRef="#ctx0" brushRef="#br0" timeOffset="-109796.64">24028 12193 499 0,'0'0'16'16,"0"-2"9"-16,0 2 11 0,0-1 0 0,0 0-8 16,0 0-13-16,0 1-15 0,0 0-8 0,0 0-3 15,0 0 3-15,0 0 4 0,0 0 12 16,0 0-4-16,-16 19-4 0,16-19 0 0,0 15 0 15,0-15-4-15,-16 21 8 0,16-9-4 0,0 2-4 16,-12 0 4-16,12 2 4 0,0 0-4 0,-7-1 7 16,7 2-3-16,-5 0-5 0,5 0 9 0,-2-1-12 15,1-1 8-15,0-1-4 0,1 0-4 0,-1-1 8 16,0-2-4-16,1-2-1 0,-1 0 5 0,1-2-4 16,0 0-13-16,0-2-32 0,0-1-24 0,0-1-23 15,0 0-27-15,0-2 0 0,0 0 23 0</inkml:trace>
  <inkml:trace contextRef="#ctx0" brushRef="#br0" timeOffset="-109261.78">24421 11828 347 0,'0'-1'21'0,"0"-1"10"16,0 2 13-16,0-2 9 0,0 1-18 0,0 0-1 15,0 1-17-15,0 0-8 0,0 0-1 0,0 0-17 16,0 0 9-16,0 0 0 0,0 0-12 16,0 0 12-16,0 0-5 0,0 0-3 0,0 0 12 0,0 0-1 15,0 0-3-15,0 20 3 0,-20-20 0 16,20 20-8-16,0-20 9 0,-19 26-4 0,19-10-3 15,-15 0 8-15,15 3 0 0,-16 0 5 0,16-1-9 16,-13 3 8-16,13 0 0 0,-10 0 4 0,10-1 7 16,-7 0-4-16,7-2 5 0,-3 0 10 0,3-2-9 15,0-2 2-15,0 2-10 0,0-3 0 0,0-1 4 16,0-1-4-16,20-2 12 0,-20 0-12 0,0-2 12 16,21-2-12-16,-21 1-9 0,19-3 12 0,-8-1-11 15,-1 0 3-15,2-2-5 0,0 0-21 0,0 0-15 16,4 0-23-16,-3 0-28 0,4 0-18 0,-3-18 0 15,0 18-11-15,-1-14-21 0,3 14 12 16,-2-19 17-16</inkml:trace>
  <inkml:trace contextRef="#ctx0" brushRef="#br0" timeOffset="-108986.5">24406 11590 675 0,'0'0'0'0,"0"0"0"16,0 0 3-16,0 0-3 0,22 0-3 0,-22 0 3 15,19 0-4-15,-19 0 0 0,23 0-4 0,-11 0-18 16,-2 0-13-16,1 0-8 0,-3 0-16 0,3 0-18 16,-1 0-27-16,-6 0-10 0,3 0 25 0</inkml:trace>
  <inkml:trace contextRef="#ctx0" brushRef="#br0" timeOffset="-108461.81">24632 12114 324 0,'-2'2'5'0,"-1"-1"13"0,1 0 13 0,2-1 8 16,-1 0 11-16,0 0-4 0,1 0 3 0,0 0 8 15,0 0-2-15,0 0 20 0,0 0-2 0,20 0 0 16,-20 0 7-16,20 0-23 0,-20 0-10 0,24 0-2 15,-11 0-21-15,-2 0-4 0,0 0-3 16,-1 0-21-16,-1 16 5 0,2-16-1 0,-4 0 6 0,-1 16 0 16,0-16 0-16,0 13 3 0,-1-5-6 0,-2 0 3 15,-1-1-5-15,1 3-2 0,-3-1-2 16,2 0 4-16,-2 0 2 0,0 2 0 0,0 1 5 0,0-1-9 16,0 1 1-16,-19 0-10 0,19-2 10 15,0 0 3-15,0 0 1 0,-14 0-4 0,14-3-3 16,0 0 1-16,0-2 22 0,0-3 43 0,0 2 23 15,0-3 9-15,20 0-16 0,-20-1-38 0,24 0-25 16,-9 0-6-16,2 0-17 0,1 0-12 0,1 0-34 16,-2-18-41-16,1 18-44 0,-3 0-43 0,1-12-23 15,-2 12 8-15,0 0 9 0,-3-13 10 0,-3 13 27 16,1-9 28-16</inkml:trace>
  <inkml:trace contextRef="#ctx0" brushRef="#br0" timeOffset="-92776.27">25341 12099 187 0,'-3'1'8'16,"-1"-1"22"-16,-1 0 6 0,3 0 9 0,1 0 4 16,0 0-15-16,1 0-3 0,0 0-1 0,-1 0-4 15,1 0-4-15,0 0 3 0,0 0 1 0,0 0-9 16,0 0 8-16,0 0-8 0,0 0-9 0,0 0 13 15,0 0-5-15,0 0 0 0,0 0 1 0,0 0-13 16,0 0 6-16,0 0 0 0,0 0 0 0,0 0 0 16,0 0-6-16,0 0 1 0,0 0 0 15,0 0 0-15,0 0-10 0,0 0-5 0,0 0 10 16,0 0-4-16,0 0 18 0,0 0-5 0,0 0-4 16,0 0 0-16,0 0-19 0,0 0-9 0,0 0-21 15,0 0-12-15,0 0-4 0,0 0 2 0,0 0-2 16,0 0 7-16,0 0-15 0,0 0-22 0,0 0 2 15,0 0 10-15</inkml:trace>
  <inkml:trace contextRef="#ctx0" brushRef="#br0" timeOffset="-92570.37">25280 12050 168 0,'0'0'12'0,"0"0"10"15,0 0 5-15,0 0 8 0,0 0-12 0,0 0-10 16,0 0-4-16,0 0-4 0,0 0 0 0,0 0-1 16,0 0 1-16,0 0-9 0,0 0 3 0,0 0 1 15,0 0-5-15,0 0 5 0,0 0 1 0,0 0-1 16,0 0-14-16,0 0-10 0,0 0-34 0,15 0-23 16,-15 0 17-16</inkml:trace>
  <inkml:trace contextRef="#ctx0" brushRef="#br0" timeOffset="-92393.58">25542 12054 238 0,'2'0'4'0,"1"0"3"0,-2 10 19 0,1-10 6 16,-2 0 4-16,0 0-7 0,2 0-18 0,0 0-2 15,-2 0-8-15,2 0 8 0,0 0-1 0,1 0-12 16,3 0-1-16,-1 0-22 0,4 0-12 0,-3 0-34 15,3 0-23-15,-2 0 18 0</inkml:trace>
  <inkml:trace contextRef="#ctx0" brushRef="#br0" timeOffset="-92219.94">25751 12025 341 0,'2'0'-5'16,"-1"0"9"-16,1 0 1 0,-1 0-4 0,2 0 8 15,-3 0-8-15,3 0-5 0,-3 0 8 0,2 0-4 16,1 0-4-16,1 0 4 0,0 0-5 0,0 0-9 16,3 0-6-16,0 0-4 0,2 0-11 0,0 0-3 15,0 0-17-15,2 0-6 0,-2 0 10 0</inkml:trace>
  <inkml:trace contextRef="#ctx0" brushRef="#br0" timeOffset="-91432.64">26136 11817 132 0,'0'-3'14'0,"0"0"6"0,0-1 13 16,0 0 14-16,0 2-13 0,0 1-2 0,0-1-8 16,0 0-12-16,0 2-3 0,0-2 0 0,0 2-4 15,0 0 0-15,0-1 3 0,0 1-7 0,0 0-1 16,0 0 0-16,0 0-5 0,0 0 12 0,0 0-7 16,0 0-4-16,0 0 5 0,0 0-5 0,-19 0 10 15,19 0 1-15,0 15-1 0,0-15 10 16,-15 0-16-16,15 19 8 0,0-19-1 0,-12 20-3 15,12-10 8-15,0 0-3 0,-10 1 13 0,10 1-12 16,0-1 5-16,-5 1 13 0,5 0-13 0,0-1 4 16,0 1 8-16,0 1-5 0,0 2 0 0,0-1-1 15,20 0-8-15,-20 0 5 0,0 0-8 0,20 0 4 16,-20-2 9-16,13 1-13 0,-13-1-5 0,14 1 9 16,-14-2-14-16,7-1 14 0,-7 2 14 0,0-3-14 15,6 0 9-15,-6 0-9 0,0 0-10 0,2-2 5 16,-2-1-4-16,0-1-4 0,0 0 12 15,0-2 1-15,0 0-4 0,0 0 8 0,0-2-4 0,0 1-4 16,0-1 3-16,0 1 0 0,-13-1-8 16,13 0 0-16,-14-1 4 0,14 0-9 0,-19 0 4 15,5 0 0-15,3 0-8 0,-2 0-22 0,-3 0-29 16,5 0-33-16,-1 0-8 0,1 0-4 0,2-19 13 16,0 19 7-16,0 0-20 0,2-20-9 0,1 20-2 15,2-16 27-15</inkml:trace>
  <inkml:trace contextRef="#ctx0" brushRef="#br0" timeOffset="-91107.84">26165 11835 441 0,'2'0'6'0,"-2"-3"13"0,2 1 13 0,-2 2 5 15,1-5-6-15,1 3-5 0,0-2-13 0,4 2 0 16,-1-1 0-16,4-1 0 0,-2 1-5 0,1-1-4 16,-1 2 9-16,3 1-9 0,-2-1 10 15,-3 2 4-15,3 0-8 0,-3 0 6 0,2 0-11 16,0 0 0-16,-1 0 0 0,3 17-5 0,-4-17 11 15,4 0-11-15,-2 0 0 0,-3 15 0 0,2-15 0 16,0 0-11-16,-2 0-25 0,0 10-15 0,-1-10-39 16,1 0-1-16,0 0-8 0,-1 0-39 0,1 0 36 15</inkml:trace>
  <inkml:trace contextRef="#ctx0" brushRef="#br0" timeOffset="-90188.17">26416 11735 125 0,'0'-7'14'0,"0"0"9"0,0-3 1 0,0 1 8 16,0 0-9-16,0 1-5 0,-18 1 0 0,18-2-4 15,0 1-6-15,-15 1 2 0,15 0 0 0,-16 0 0 16,9 1 3-16,-2 0-8 0,-3 0-3 0,2 1 3 15,-1 2-1-15,-1-2-3 0,-1 2 6 0,3 0-10 16,-1 1 3-16,-2 1 7 0,-1 0-7 0,1 1 4 16,-3 0-4-16,1 0-8 0,-1 0 4 0,-2 0 1 15,-2 0-5-15,3 16 7 0,-2-16-3 0,0 0 7 16,0 18 0-16,-1-18 0 0,3 15-1 0,0-15-2 16,0 17 10-16,2-9-8 0,1 2 1 15,-1-3-4-15,1 1 0 0,-1 1 0 0,4 1 7 16,-3-1-7-16,3 1-5 0,-1 0 8 0,1 0-8 15,-2 2 8-15,1 0 0 0,1 0-8 0,1 1 8 16,-2 0-4-16,1-1 3 0,1 5-1 0,-1-4 1 16,3 0 6-16,1 2-9 0,-4-1 1 0,6 0 10 15,-2 1-3-15,3 0 5 0,2-3 4 0,-2 4-16 16,1 0 8-16,2 0-5 0,0 0 9 0,1-2 2 16,0 3-10-16,0-2 11 0,0 0-4 0,0 1-1 15,0 0 12-15,0-1-12 0,18 1 0 0,-18-1 0 16,0 0-12-16,15-1 16 0,-15 0-4 0,0-2 7 15,14 1 11-15,-14-1-11 0,11 1 4 0,-5-3-5 16,2 0 1-16,-2 0 9 0,1 0 2 16,1-1 0-16,0 1 1 0,1-2-13 0,0 1-1 15,2-2 5-15,-2 3-9 0,2-3 4 0,1 1-5 16,-1 1-8-16,2-3 4 0,1 2 0 0,-1-1 4 16,3 0 0-16,-1-1-4 0,2 0-5 0,-2-1 5 15,3 0 0-15,-1-1 0 0,0 0 9 0,1 0-4 16,-1-2-5-16,-1 1 4 0,-2-1 0 0,2-1-5 15,1 1 5-15,-1-1 0 0,-2-1 0 0,2 2-4 16,-3-2 4-16,-2 0-4 0,3 0 0 0,-1 0 0 16,-2 0 4-16,0 0-4 0,-2 0 3 0,3-15 4 15,3 15-12-15,-1 0 3 0,1-15-7 16,-1 15-5-16,-1-13 9 0,0 13 4 0,1-17 3 16,-1 7 4-16,0 0-7 0,0-1-5 0,1-2 1 15,-2 1 0-15,-1-3 3 0,3 0-2 0,-3-2-1 16,-1 1-3-16,1-2-4 0,-2 1 3 0,-1-3 1 15,-2 1 0-15,0 0 13 0,-1-1-4 0,-1 0-4 16,-2 0-4-16,-2-2 11 0,0 2 8 0,0-2 20 16,0-1 13-16,0 2-11 0,0-1-2 0,0 2-20 15,-23-1-9-15,23 1-5 0,-13 1-5 0,13 1-5 16,-20 1-33-16,20 0-69 0,-18 2-59 0,4 0-41 16,3 1-18-16,-2 2 20 0,-1 1 59 15</inkml:trace>
  <inkml:trace contextRef="#ctx0" brushRef="#br0" timeOffset="-87200.71">17003 13291 127 0,'0'0'5'0,"0"0"15"15,0 0 12-15,0 0 3 0,0 0-2 16,0 0-9-16,0 0-5 0,0 0 0 0,0 0 0 16,0 0-4-16,0 0-5 0,0 0-5 0,0 0 5 15,0 0 0-15,0 0-9 0,0 0 4 0,0 0 1 16,0 0-10-16,0 0 17 0,0 0-7 0,0 0-6 16,0 0 12-16,0 0-8 0,0 0 4 0,0 0-3 15,0 0-9-15,0 0 0 0,0 0 0 0,0 0-1 16,0 0 13-16,0 0-8 0,0 0 8 0,0 0-3 15,0 0-17-15,0 0 8 0,0 0 0 0,0 0-4 16,0 0 20-16,0 0-12 0,0 0-4 0,0 0 8 16,0 0-8-16,0 0 9 0,0 0-1 0,0 0 4 15,0 0-7-15,0 0 8 0,0 0-6 16,0 0-2-16,0 0 3 0,0 0-16 0,0 0 8 16,0 0-4-16,0 0 4 0,0 0 12 0,0 0-4 15,0 0 4-15,0 0-3 0,0 0-5 0,0 0-5 16,0 0 5-16,0 0-4 0,0 0 0 0,0 0 0 15,0 0 0-15,0 0 4 0,0 0-4 0,0 0 8 16,0 0 0-16,0 0 0 0,0 0 0 0,0 0 0 16,0 0-4-16,18 0 1 0,-18 0-1 0,0 0-8 15,0 0 13-15,0-16-10 0,0 16 10 0,0 0 3 16,0 0-16-16,0 0 5 0,0 0-2 0,0-9 6 16,0 9 3-16,0 0 0 0,0-7-4 15,0 7-4-15,0-5 4 0,0 2 0 0,10 0 1 16,-10 1 3-16,0-2 5 0,0 2 0 0,0-1-8 15,4 0 8-15,-4 1-1 0,0 2-3 0,0-2 12 16,0 2-8-16,0 0-16 0,0 0 19 0,0 0-12 16,0 0-4-16,0 0 8 0,0 0-8 0,0 0 3 15,0 0-3-15,0 0-5 0,0 0 1 0,0 0 4 16,0 0 4-16,0 0 8 0,0 0-12 0,0 0 0 16,0 0 0-16,0 0-1 0,0 0 13 0,0 13-8 15,0-13-1-15,0 0-3 0,0 0-8 0,0 9 11 16,0-9 1-16,0 0-4 0,0 6 12 15,0-6-8-15,0 4 4 0,0-2 0 0,0 0-8 16,0 0-5-16,0 1 1 0,0-3 8 0,0 2 4 16,0-1 4-16,0-1-4 0,0 1 0 0,0 0-8 15,0-1 13-15,0 1-4 0,0-1 0 0,0 0-1 16,0 0-7-16,0 0 16 0,0 0-3 0,0 0 8 16,0 0 0-16,0 0-9 0,0 0-1 0,0 0-4 15,0 0-4-15,0 0 5 0,0 0-5 0,0 0 0 16,0 0 0-16,0 0-8 0,0 0 3 0,0 0 10 15,0-12 8-15,0 12-9 0,0 0 0 0,0 0-8 16,0-7 0-16,0 7 4 0,0 0 4 0,0-4 0 16,0 0-4-16,0 4 9 0,0-3-9 0,0 2 4 15,0-2-4-15,0 2 0 0,0 0 0 0,0 0 5 16,0 1 8-16,0-1-9 0,0 1 5 16,0-2-9-16,0 2-4 0,0-2 8 0,0 2-8 15,0-2 8-15,0 1-4 0,0-1-4 0,0-1 9 16,0 1-5-16,0 0 4 0,0 0 0 0,0-1-4 15,0 1 0-15,0 2 0 0,0-1 0 0,0 1 13 16,0-1-9-16,0 1 1 0,0 0-1 0,-17 0-4 16,17 0 0-16,0 0-4 0,0 0-1 0,0 0-3 15,0 0-1-15,0 0 5 0,0 0 0 0,0 0 0 16,0 0 12-16,0 0-4 0,0 13-4 16,0-13 0-16,0 0-9 0,0 14 5 0,-12-14-1 15,12 13 5-15,-7-5 5 0,1 1-6 0,1 0 5 16,-1 2-4-16,0 1-5 0,-1 1 0 0,-1 1 5 15,2-1 4-15,0 1-9 0,2 0 5 0,0-2 4 16,1-1-9-16,0 0 9 0,3 0 5 0,-1-3-14 16,1 0 5-16,0-1 0 0,0-1 0 0,0-1-1 15,0 0 6-15,0-2 0 0,0 0-5 0,0-2 5 16,0 0-5-16,0-1-5 0,0 1 5 0,0 0 5 16,0-1 5-16,0 0-5 0,0 0 4 0,0 0-9 15,0 0-4-15,0 0 8 0,0-15-8 16,19 15 8-16,-19 0-4 0,16-17 0 0,-16 17-9 0,14-13-4 15,-14 13 13-15,14-11 4 0,-14 11 5 16,13-10 1-16,-7 10-15 0,1-7-4 0,-2 4 14 16,2 1-9-16,-1 0 4 0,1 0 0 0,0 1-10 15,0 1 15-15,-1 0-1 0,1 0-8 0,2 0 8 16,-2 0-13-16,0 0 9 0,2 0 9 0,0 0-14 16,-1 0 5-16,0 0-9 0,2 14 9 0,-3-14 9 15,2 0-4-15,0 13-1 0,-1-13-9 0,0 11-4 16,-1-11 4-16,2 13 10 0,-1-5-1 0,-2-1 1 15,-1 2 32-15,0-1 7 0,0 0-49 0,1-2 43 16,-3 2-33-16,1-2-11 0,-1 1 38 0,-1 0-38 16,0 0 6-16,-1-3 5 0,0 2 6 0,-1 1-11 15,0-2 10-15,0 1-16 0,0 0 6 0,0 0 10 16,0-1-15-16,0 2 10 0,-18-1 0 0,18 0-10 16,0 0 20-16,-21 0-21 0,21 0 6 15,-19 0 9-15,19-1-14 0,-18 2 19 0,7-3-3 16,0 1-11-16,-1 1 5 0,0-3-10 0,0 0 0 15,-1 1 0-15,3-2-1 0,-1 1 1 0,1-1 11 16,0 0 4-16,5-1-15 0,-2 1 16 0,2-2-11 16,2 1-5-16,1-1 11 0,0 0-2 0,1 0 1 15,1 0 0-15,-1 0-22 0,1 0-35 0,-1 0-30 16,0 0-25-16,-1 0-20 0,2-20-45 0,-1 20 29 16</inkml:trace>
  <inkml:trace contextRef="#ctx0" brushRef="#br0" timeOffset="-86811.89">16960 13246 286 0,'0'-5'24'0,"0"1"7"0,0 1 12 0,0-1 10 16,0-1-12-16,-14 2-14 0,14-1-4 0,0 1-14 16,0 1-12-16,0-3 17 0,0 3-5 0,0-3 4 15,0 2 4-15,23 1-4 0,-23-1-8 0,20 0 3 16,-20 1 5-16,22 1 4 0,-8 0 4 0,-1-1 6 15,1 2 7-15,1 0 2 0,-1 0 4 0,-2 0 0 16,2 0-10-16,0 0-6 0,-3 0 0 0,1 0-9 16,-1 0-1-16,-2 0-4 0,1 0-5 0,-3 0 0 15,0 0 0-15,0 0-1 0,-1 0 1 0,-2 0-21 16,-1 0-38-16,-2 0-40 0,0 0-23 16,1 0-8-16,-2 0-11 0,0 0-15 0,0 0 21 15</inkml:trace>
  <inkml:trace contextRef="#ctx0" brushRef="#br0" timeOffset="-85884.21">17344 13118 71 0,'0'0'7'15,"0"-8"13"-15,0 8-7 0,0 0 5 0,0-8 0 16,0 8-2-16,-18-5 6 0,18 4 4 0,0-2-4 16,-16 0-8-16,16 2-5 0,-12-3 1 0,12 2 4 15,-16 1 1-15,7-2 8 0,0 0-4 0,-2 2-9 16,-1-1 8-16,-1 0 0 0,2 1-8 0,-3-1 8 16,-1 0-9-16,2 1-5 0,-3 0 5 0,1 0-9 15,-1 1 0-15,0 0 1 0,-2 0-1 0,3 0-1 16,-3 0 5-16,-2 0-4 0,2 0 3 0,0 17 2 15,2-17-6-15,1 0-2 0,1 15 7 0,1-15-9 16,1 10 9-16,3-10-1 0,-4 11-7 16,4-4 4-16,0-1-8 0,-4 1 3 0,3 0 1 15,-3 1 4-15,3 0-1 0,-3 0 8 0,3 1-8 16,0 1 5-16,-1 0-9 0,-2 0-5 0,3 0 5 16,0 1 0-16,-1 1 12 0,1-2-4 0,1 2 0 15,-1-1 4-15,2 1-17 0,-1-1 13 0,2 1 0 16,1 0-9-16,-1-1 13 0,1 0-5 0,2 3-8 15,0-3 9-15,-1 2-1 0,2-1-8 0,0 0 8 16,1 1 1-16,0 1-1 0,2-3 5 0,-2 3 31 16,2-4-4-16,0 1 11 0,0 2-4 0,0-3-31 15,0 1-4-15,0 1-15 0,22 0 9 0,-22 0 6 16,0 1 5-16,19 0-10 0,-19 1 0 16,16 0-1-16,-16-2 1 0,14 1 9 0,-5 1-5 15,0-1 0-15,-1-1-5 0,2 0 20 0,-3 0 4 16,3-2-4-16,1 0 15 0,2-2 1 0,-2 1-10 15,2-2 15-15,2 0-16 0,-1-3-14 0,1 1 14 16,1 1-19-16,-3-2-6 0,2 0 1 0,0 0 4 16,1-1 9-16,-2 0-4 0,1-1 5 0,2 1-15 15,1-1-4-15,-1-2 4 0,0 1 0 16,1-1 5-16,0 0-10 0,0 0 10 0,0 0-5 0,-1 0-4 16,1 0 4-16,0 0 0 0,1 0-4 15,-2-15 4-15,-2 15 5 0,3 0 0 0,-2-11 4 16,-2 11-9-16,-2-11 10 0,2 11-9 0,-1-9-10 15,-1 9 15-15,-1-11-11 0,0 6 11 0,1-1 3 16,0-1-18-16,0 0 11 0,-2-1-10 0,2 0 0 16,1-1 19-16,-3 0-10 0,1 0 4 0,2 0 5 15,-4 0-13-15,3-2-1 0,-1 2 6 0,0-1-5 16,-2 1 4-16,1 1 0 0,-2-1-5 0,-1 1 5 16,-2 0 0-16,2 0 0 0,-4 1 6 0,1-1-1 15,-2 0 0-15,-1 1-5 0,-1 1-27 16,1-1-12-16,-1-2 5 0,0 1 10 0,0 1 16 0,0-3 22 15,0 2-17-15,0-3 1 0,0 0 10 16,-18-3-21-16,18 2 25 0,0-3 0 0,-15 0-10 16,15 0 5-16,-13 1 0 0,13-3 5 0,-18 2 21 15,9 2 40-15,0-2 2 0,0 2 3 0,0 0-9 16,-1 2-40-16,1-1-11 0,1 3-10 0,1-1-8 16,-3 0 5-16,2 3 2 0,1-1-6 0,-1 1-2 15,0 0 14-15,0 2-25 0,1 1 7 0,0-1-1 16,-1 2-22-16,2-2-43 0,0 4-57 0,1-1-48 15,0 1-34-15,-2 0 14 0,4 0 3 0,-3 1 36 16,2 0 44-16</inkml:trace>
  <inkml:trace contextRef="#ctx0" brushRef="#br0" timeOffset="-84968.67">17668 13448 110 0,'0'0'13'0,"0"0"12"16,0 0 10-16,0 0 10 0,0 0-2 0,0 0-3 16,0 0-8-16,0 0-5 0,0 0 3 0,0 0-5 15,0 0 5-15,0 0-10 0,0 0-5 0,0 0 1 16,0 0-16-16,0 0 14 0,0 0-14 0,0 0-4 16,0 0 13-16,0 0-14 0,0 0 5 0,0 0-4 15,0 0-5-15,0 0 9 0,0 0 5 16,0 0-1-16,0 0 10 0,0 0 11 0,0 0-6 15,17 0 10-15,-17 0-9 0,0 0-10 0,19 0 4 16,-19 0 6-16,19 0-6 0,-6 0 7 0,-2 0 6 16,2 0-10-16,2 0 11 0,0 0-16 0,3 0-1 15,-1 0 6-15,0 0 0 0,3 0 21 0,0 0-16 16,0 0 0-16,0 0-11 0,0 0-11 0,-4 0 11 16,0 0-1-16,-2 0 7 0,0 0-7 0,-3 0 1 15,0 0-11-15,-4 0 0 0,1 0-3 0,-1 15 4 16,-2-15 4-16,0 0 6 0,-1 0-6 15,2 0-5-15,-4 9 0 0,3-9-4 0,-3 0 4 16,1 0 11-16,-1 0-16 0,1 0-11 0,-2 0-24 16,0 4-58-16,-1-4-9 0,0 0-14 0,0 0 2 15,0 0 2-15,0 0-22 0,0 0 26 0,2 0 25 16</inkml:trace>
  <inkml:trace contextRef="#ctx0" brushRef="#br0" timeOffset="-84543.79">17990 13362 179 0,'-7'0'19'16,"3"-16"7"-16,1 16 9 0,-1 0 0 0,1-13-19 16,2 13-5-16,0 0 3 0,1 0-9 0,0 0 4 15,0 0-9-15,0 0-7 0,0 0 7 0,0 0-5 16,0 0 10-16,0 0 8 0,0 0 1 0,0 0 9 15,0 0 1-15,0 0-1 0,19 0 9 0,-19 0-5 16,0 0 9-16,20 0-13 0,-20 0-4 0,18 15-9 16,-7-15 8-16,0 9-4 0,0-9-10 0,1 8 5 15,1-8-13-15,0 9 17 0,-1-4-4 0,0 0 9 16,0 1-13-16,-2 0-10 0,0 0 0 0,0 1 0 16,-1 0 14-16,-1-1-9 0,-1 1 14 0,1 0-14 15,-2-2 0-15,1 2 5 0,-2-1-5 0,-1 2 49 16,1-2-15-16,-1 1-28 0,-1-2 0 15,0 0-12-15,-1 1 22 0,-1 0 16 0,0 1 1 16,-1-3-34-16,0 2-4 0,0-1 10 0,0 1-5 16,0 0 10-16,0 0-16 0,0 0 1 0,0 0 10 15,-19-1-15-15,19 0 20 0,0 1 0 0,-16-1-5 16,16 0 10-16,-15 0-11 0,15-1-9 0,-16 2-23 16,6 1-25-16,-2-2-10 0,1 0-19 0,-1 2-9 15,0 0-23-15,2-2-45 0,-3 1 26 0,3-1 31 16</inkml:trace>
  <inkml:trace contextRef="#ctx0" brushRef="#br0" timeOffset="-83396.42">18611 13274 144 0,'0'-2'13'0,"0"2"14"0,0-1 7 15,0-1 9-15,0 0-5 0,0 0-5 16,0 1-1-16,0-1-4 0,0 0-9 0,0 0 1 16,0 0-1-16,0 0 3 0,0 0 1 0,0 0 4 15,0 1-9-15,0-1-5 0,0 1 5 0,0-3-9 16,0 2 12-16,0-1 0 0,0 0 0 0,0 1 11 15,0 0 1-15,16-1-5 0,-16 1 6 0,13 0-9 16,-13 0-5-16,15 1 4 0,-5-1-4 0,0 2-6 16,2-2 6-16,-1 1-15 0,2 1 0 0,-4 0 5 15,1 0-10-15,-1 0 5 0,1 0-1 0,-2 0 1 16,-1 0 0-16,1 15 5 0,-4-15 0 0,3 0-10 16,-3 14 10-16,0-14 0 0,-1 10-19 0,-1-10 10 15,0 13-4-15,-1-6-5 0,-1 1 23 16,0-1-4-16,0 0-11 0,0 1 6 0,0 0-9 15,-23 1-1-15,23-1 10 0,-17 2-9 0,17-1 5 16,-20 2 4-16,20-1-9 0,-19 0 9 0,10 1 1 16,-1-2-10-16,0 1 5 0,3-2-1 0,0 0-14 15,3-1 3-15,1 0 7 0,0 0-6 0,1-2 14 16,1 2-4-16,1-2 4 0,0-3 1 0,0 1-6 16,0 0 5-16,0-2-10 0,0-1 5 0,0 0 0 15,0 0 2-15,0 0 2 0,17 0 2 16,-17 0-1-16,0 0-6 0,21 0 0 0,-21 0 6 0,19 0 0 15,-19 0-5-15,18 0 1 0,-6 0-2 16,-2-14 1-16,1 14 5 0,-2 0 5 0,2 0-15 16,-2 0-1-16,2 0 16 0,-1 0-10 0,-1 0 9 15,0-7 6-15,-2 7-9 0,-1 0-2 0,-1 0-3 16,-2 0-1-16,2 0-5 0,-3-3 6 0,-2 3 3 16,0 0-10-16,0 0 6 0,0 0-5 0,0 0 11 15,0 0-6-15,0 0-16 0,0 0-32 0,0 0-54 16,0 0-14-16,0 0-14 0,0 0-3 0,0 0-16 15,0 0 5-15,0 0 29 0</inkml:trace>
  <inkml:trace contextRef="#ctx0" brushRef="#br0" timeOffset="-82157.02">18941 13104 146 0,'-10'-6'12'0,"10"3"6"0,-11-2 9 0,5 2 1 16,1-1-8-16,0 1 4 0,-1-1-5 0,0 0 4 15,1 0 7-15,1 1-3 0,-1 0-1 0,-2-1 1 16,4 1-8-16,-4-1-1 0,2 1-5 0,0-1-5 16,1 1-7-16,-1 0 3 0,0-1 0 0,-1 3 0 15,3-1-4-15,-1 1-4 0,-1 0 0 0,3 0 4 16,-4 0 4-16,2 1-4 0,0 0 0 15,-1 0-4-15,1 0 8 0,0 0-8 0,-1 0 4 16,-1 0 1-16,1 0-1 0,-2 0 8 0,0 0 0 16,-1 0 0-16,1 0-3 0,-4 0 11 0,2 0-7 15,0 0 8-15,-3 0-1 0,2 0-7 0,0 0-1 16,-1 0-8-16,2 0 0 0,0 0-4 0,1 0 8 16,1 0-4-16,0 0-8 0,2 0 8 0,0 0-4 15,-3 0 0-15,1 0 16 0,0 0-12 0,-2 0 0 16,-3 15 4-16,2-15-12 0,-2 0 0 0,0 15 8 15,2-15-4-15,0 11 8 0,-2-11 4 0,2 13-8 16,-1-6 8-16,2-2-8 0,0 2 0 0,2 0-4 16,-3-2-4-16,3 2 4 0,0-1-1 15,1 0 5-15,-1 0 8 0,2 1-8 0,-1-1 0 0,3 1 12 16,-1 1-21-16,0-1 17 0,2 1 0 16,-2 1-16-16,1-1 20 0,0 2-20 0,0-1 7 15,1 2 5-15,-2 1-13 0,1-1 17 0,-1 1-12 16,0 0-1-16,1 0 13 0,-2-1 1 0,3 1 3 15,0-1 1-15,1 0 5 0,-1-2-18 0,2 1 4 16,-1-2 5-16,1 1-14 0,0 1 10 0,0-1-5 16,0 1-1-16,0 0 6 0,0 2 4 0,0 0 0 15,0 1 30-15,0-2 0 0,15 0 5 0,-15-1-11 16,0 0-23-16,0 1-11 0,10-2-4 0,-10 0 14 16,0 0-20-16,9 0 10 0,-9 1-1 15,7-1 6-15,-3 1 6 0,0-1-6 0,-1 0 2 16,1-1-10-16,1 0 10 0,-1 0 5 0,1-2 9 15,1 2 6-15,0 0 4 0,0-1-10 0,0 0-5 16,0 0-5-16,2-1-10 0,0 0 5 0,-1-1 4 16,0 1-9-16,1-1 5 0,0 0 5 0,-1 0-1 15,0 0 5-15,4-1 0 0,-2 0 5 0,0 0-8 16,2-1 9-16,2-1 0 0,-3 0-1 0,1 2 0 16,0-2 0-16,-1 0 0 0,2 0-1 0,-2 1-8 15,2-1-6-15,0 0 0 0,-1 1-7 0,2-1 12 16,-1-2 0-16,1 2-8 0,-1-1-2 15,-1 1-2-15,0-2 0 0,-2 2 10 0,1-2 1 0,0 0-5 16,-1 3 5-16,1-3-12 0,0 1 4 16,-1-1 10-16,1 0 6 0,2 0 12 0,-2 0 2 15,1 0 7-15,0 0-15 0,1 0 4 0,-2 0 2 16,1 0-6-16,-1-15 3 0,0 15 4 0,0 0 0 16,-2-13 7-16,1 13-4 0,0 0-6 0,-1-15-15 15,2 15-4-15,-1-11 5 0,1 4-12 0,-1 0 11 16,1-1-10-16,0 1-2 0,-1 0 2 0,1-1-9 15,1-1 13-15,-1 0-6 0,-2 1 5 0,0-1 5 16,2 1-12-16,-1-1 10 0,-2 1-11 0,1-2 1 16,-1 2 2-16,0-1 4 0,-2-1-3 15,1 1 3-15,0-1 7 0,-1 2-8 0,-1-2 4 16,0 1-11-16,0 0 5 0,0 0-3 0,-1 0 10 16,-1 1 9-16,0-2-5 0,0 0 6 0,-2 1-1 15,0 0-3-15,0-1-2 0,0 0-2 0,0 0-3 16,0 2 0-16,0-2-6 0,-20-1 5 0,20 0-2 15,0 1 5-15,-22-2 3 0,22 2 2 0,-17-1 4 16,17-1 0-16,-19 1 3 0,9 1 3 0,-2 0 1 16,1-2-3-16,0 1-4 0,-3 2-1 0,3-1-7 15,-1-1 6-15,0 1-10 0,0-1-5 0,0 0 1 16,2 0-5-16,1 2 8 0,-1 0-6 0,2 1 1 16,0 0-5-16,0 1-1 0,0 0-40 0,1 2-68 15,-1 0-83-15,-2 2-87 0,1 1-28 16,-2-2 25-16,0 3 42 0,1 1 20 0,-2 0 70 15</inkml:trace>
  <inkml:trace contextRef="#ctx0" brushRef="#br0" timeOffset="-60071.98">15406 14841 146 0,'0'0'10'0,"0"0"10"0,0 0 6 15,-2 0 8-15,1 0 14 0,0 0-10 0,0 0-2 16,0 0 2-16,-1 0-14 0,1 0 0 0,-1 0 5 16,0 0-19-16,2 0-5 0,-1 0 5 0,0 0-19 15,-1 0 18-15,1-11-9 0,0 11-4 0,0 0 14 16,-1 0-5-16,-1 0 5 0,3 0-1 0,-2 0-4 16,1-8-1-16,1 8-3 0,-2 0 8 0,2 0-13 15,-2-2 0-15,2 2 13 0,0 0-23 16,0 0 18-16,0 0-4 0,-2 0-4 0,2 0 13 15,0 0-9-15,0 0 5 0,0 0-15 0,0 0 0 16,0-2-5-16,0 2-19 0,0-2 0 0,0 2-23 16,0-1-8-16,0 0 10 0,0-1 8 0,0 1 14 15,0 0 14-15,0 1 3 0,0-1-2 0,0 1 13 16,0 0 3-16,14 0-7 0,-14 0-4 0,0 0-20 16,0 0 0-16</inkml:trace>
  <inkml:trace contextRef="#ctx0" brushRef="#br0" timeOffset="-58900.41">15466 14640 97 0,'-2'1'4'16,"0"1"7"-16,1-2 1 0,-2 0 3 0,2 1-6 16,0-1-13-16,0 0-4 0,0 0 5 0,-1 0 8 15,1 0 21-15,-1 0 10 0,2 0 0 0,0 0 0 16,0 0-7-16,0 0 3 0,-1 0-13 0,1 0 0 15,0 0-5-15,-1 0-13 0,-3 0 4 16,2 0-5-16,-1 0-4 0,0 0 8 0,-1 0-8 0,3 0 9 16,-2 0-1-16,1 0-9 0,-3 0 14 15,5 0-14-15,-2 0-4 0,-1 0 10 0,-1 0-1 16,3 0 0-16,-1 0 4 0,-1 0 5 0,2 0-17 16,0 0 12-16,0 0 1 0,0 0-1 0,0 0 5 15,0 0-9-15,0 0 0 0,-1 0-4 0,-1 0 0 16,1 0 13-16,0 0 0 0,0 0-13 0,-1 0 22 15,-2 0-13-15,2 0 4 0,1 0 1 0,-1 0 0 16,0 0 5-16,3 0-5 0,-2 0 14 0,2 0-15 16,-1 0 10-16,1 0-10 0,0 0-9 0,0 0 14 15,0 0-18-15,0 0 8 0,0 0 15 16,0 0-24-16,0 0 14 0,0 0-4 0,0 0-19 0,0 0 23 16,0 0-13-16,0 0 8 0,0 0 1 15,0 0-9-15,0 0 8 0,0 0-8 0,0 0 13 16,0 0-5-16,0 0-8 0,0 0 8 0,0 0-4 15,0 0-4-15,0 0-1 0,0 0 1 0,0 0 4 16,0 0 4-16,0 0 1 0,0 0 4 0,0 0 1 16,0 0 4-16,0 0 10 0,0 0-5 0,0 0-5 15,19 0 0-15,-19 0 1 0,0 0 9 0,0 0-14 16,15 0 10-16,-15 0-5 0,13 17-5 0,-5-17 25 16,2 0-10-16,0 0-5 0,1 0-9 0,0 0 4 15,0 11-9-15,1-11 8 0,-1 0 5 0,1 8-12 16,0-8 12-16,-1 4 2 0,1-4-6 0,-1 6 0 15,0-4-9-15,-1 1-5 0,0-2 9 0,-1 1-5 16,-1-1 4-16,1 0 5 0,-3 0-13 16,0-1 0-16,-1 0 8 0,1 0-8 0,-2 3 4 15,-2-3 9-15,3 0-14 0,-2 1 0 0,-3-1 9 16,2 0-8-16,-2 0-1 0,0 0 5 0,0 0-4 16,0 0-4-16,0 0 8 0,0 0 4 0,0 0-9 15,0 0 9-15,0 0-9 0,0 0-30 0,0 0-26 16,0 0-36-16,0 0-42 0,0 0-31 0,0 0-63 15,0 0 37-15</inkml:trace>
  <inkml:trace contextRef="#ctx0" brushRef="#br0" timeOffset="-58164.94">16043 14397 363 0,'3'-4'5'0,"1"3"10"0,-2-1 11 16,-1 1-1-16,0 0 1 0,0 1 0 0,-1-1-11 15,0 1 1-15,0-2-6 0,0 2 1 16,0 0 4-16,0 0-5 0,0 0-5 0,0 0-9 16,0 0 4-16,0 0 0 0,0 0 5 0,0 0 5 15,0 0-5-15,0 0 10 0,0 15 1 0,0-15 4 16,-18 0-4-16,18 17-1 0,0-17-6 0,-17 16-4 16,17-7 10-16,-13-1-15 0,13 1 0 0,-18 1 0 15,10 0-5-15,-1-1 5 0,-2 1 10 0,1 0-5 16,0 0-5-16,-1 1 5 0,1-1-10 0,0 2 0 15,0-4 9-15,3 3-9 0,1-2 10 0,0-2-5 16,-2 2-5-16,5-3 10 0,-1 2-14 16,2-3 9-16,0 1 0 0,0-1 0 0,1-1 9 15,1 0-9-15,0 1-5 0,0-2 5 0,0 1-5 16,0-1 1-16,0 1 4 0,0-1-5 0,14 1 10 16,-14-1 5-16,0-1-5 0,17-1 14 0,-17 0 5 15,15-1-4-15,-5 0 4 0,1 0-18 0,2 0 4 16,1 0 1-16,0 0 4 0,2 0 10 0,1 0-15 15,0-16 0-15,0 16-4 0,-3 0-6 0,1 0 0 16,-1-11 10-16,0 11 0 0,0 0 0 0,-2-9-5 16,2 9 0-16,-1-5-9 0,1 2 8 0,0-1-3 15,-3 1 3-15,-1 3 1 0,-2-2-5 0,-1-1 5 16,-4 3 0-16,2-1-5 0,-3 0 5 16,-2 1 4-16,0 0-13 0,0 0 4 0,0-1-44 0,0 1-26 15,0-2-29-15,0 2-23 0,0-1-17 16,0-2-34-16,0 0 34 0</inkml:trace>
  <inkml:trace contextRef="#ctx0" brushRef="#br0" timeOffset="-57800.57">16174 14444 508 0,'0'-2'10'0,"0"1"16"16,0 1 10-16,0 0-1 0,0 0 0 0,0 0-15 15,0 0-10-15,0 0-5 0,-15 0-5 0,15 0 0 16,0 0 5-16,0 0 5 0,-12 0-15 0,12 14 5 16,0-14 10-16,-7 0-5 0,7 14 14 0,-7-14-3 15,7 14-6-15,-5-4 11 0,3 1 0 0,-4-1 4 16,3 3-4-16,1 2 4 0,0 1 9 0,-1 1-9 15,-1-1 0-15,0 3-11 0,3 0-17 0,0-1 8 16,0 0-4-16,0-2 6 0,1 0 2 0,0 0-3 16,0-1 5-16,0 0-1 0,0-1-13 15,0-2 3-15,18 0 1 0,-18 0-5 0,0-1 10 0,0-1 10 16,0-3-14-16,0 1-5 0,0-2-2 16,0-1-62-16,0 0-18 0,0-1-15 0,0-2-15 15,0-2-9-15,0 0-49 0,0 0 21 0</inkml:trace>
  <inkml:trace contextRef="#ctx0" brushRef="#br0" timeOffset="-57332.47">16413 14319 562 0,'1'-4'21'0,"0"-3"17"0,0 2 10 15,-1 1 1-15,0 1-22 0,0 1-4 0,0 0-12 16,0 1-6-16,0 1-6 0,0 0-10 0,0 0 5 15,0 0 11-15,0 0 0 0,0 25-1 0,-16-25-4 16,16 23-6-16,0-8 5 0,-12 1-4 16,12 2 14-16,0 1-9 0,-11 1 4 0,11 1 1 15,-6 1 0-15,6 1 5 0,-8-2 10 0,5 2 15 16,1-3-10-16,0-1 10 0,0 2-4 0,2-3-5 16,0 0 9-16,0-3 0 0,0 2 0 0,0-3-13 15,0-1-15-15,0 0 0 0,19-2-14 0,-19-1 13 16,0-1 9-16,17 1-10 0,-17-3 6 0,17-2-5 15,-17 0-5-15,16-1 9 0,-16-1 0 0,18 0 3 16,-9-3-12-16,0 0 8 0,1 0-8 0,-2 0-6 16,2 0 10-16,1 0-18 0,-2 0-20 0,0-15-35 15,1 15-41-15,-3 0-20 0,2-17-6 16,-1 17-17-16,-1-12-35 0,-1 12 24 0</inkml:trace>
  <inkml:trace contextRef="#ctx0" brushRef="#br0" timeOffset="-57068.65">16480 14125 1020 0,'0'-6'5'0,"0"-3"-5"0,0 3 6 15,0-2-6-15,0 0-6 0,0 2-21 0,0 1-40 16,0 3-29-16,0-1-24 0,0 1-18 0,0 1-39 16,0 1 19-16,0 0 23 0</inkml:trace>
  <inkml:trace contextRef="#ctx0" brushRef="#br0" timeOffset="-56424.24">16775 14718 516 0,'1'-3'10'0,"0"1"29"16,-1 0-1-16,0-1 11 0,1 0-11 0,-1-2-13 0,1 0-10 15,0 0 0-15,0 1 10 0,0-1-20 16,2 0 21-16,-3 0-10 0,2 0-6 0,-1 1 10 15,1 0-5-15,-2 1 11 0,2 0 0 0,-2 2-6 16,2-2-4-16,-1 2-6 0,-1 1-9 0,0-2-11 16,0 2 15-16,0 0-1 0,0 0-9 0,0 0 18 15,0 0-28-15,0 0 6 0,0 0 23 0,0 0-10 16,0 0 20-16,0 0-19 0,0 21-4 0,0-21 14 16,0 15-23-16,0-15 18 0,0 23-5 0,0-11-22 15,0 1 23-15,0 1-14 0,0 2 9 0,0 1 1 16,0-2 1-16,0 2 9 0,0-2 1 15,0 0 9-15,0-2 2 0,0 1 4 0,0 0-8 0,0-1 0 16,0-2-2-16,0-1-9 0,0 0 3 16,0-1 5-16,0 0-10 0,0-2 9 0,-10 0-9 15,10-1-15-15,0 1 4 0,0-3-9 0,-4 1-17 16,4 0-5-16,-3-3-22 0,2 2-29 0,1-2 14 16,0-2-2-16,0 0 1 0,0 0 1 0,0 0-9 15,0 0-37-15,0 0-49 0,0 0 26 0</inkml:trace>
  <inkml:trace contextRef="#ctx0" brushRef="#br0" timeOffset="-56175.73">16816 14657 519 0,'0'-3'33'0,"0"1"9"0,0 1 6 0,-17-2 10 16,17 2-29-16,0-1-14 0,0 1 1 0,-11 0-6 16,11 1-1-16,0 0 1 0,-7 0-5 0,7 0-15 15,-8 0 1-15,2 0 4 0,0 19 1 16,-1-19 13-16,0 15-9 0,-3-15 5 0,2 19-10 0,0-19-4 16,0 20-7-16,0-10-23 0,0 2-30 15,0-1-41-15,0 1-68 0,-1-1 20 0</inkml:trace>
  <inkml:trace contextRef="#ctx0" brushRef="#br0" timeOffset="-53380.02">17214 14708 42 0,'0'7'12'0,"-15"-7"15"15,15 0 5-15,0 0 2 0,0 4 0 0,0-4-6 16,-9 0 8-16,9 2 9 0,0-1-8 0,0-1-4 16,-4 1-8-16,4-1 3 0,0 1 0 0,0-1-1 15,0 0 1-15,0 0-5 0,0 0 0 0,0 0-9 16,0 0-9-16,0 0-1 0,0 0-8 0,0 0 9 16,0 0-1-16,0 0 1 0,0 0 0 15,0 0-1-15,0 0-4 0,0 0-5 0,0 0 10 16,0 0-10-16,0 0 5 0,0 0 1 0,0 0-10 15,0 0 13-15,0 0 5 0,0 0-9 0,0 0 10 16,0 0-1-16,0 0 0 0,0 0 5 0,0 0-5 16,0 0 0-16,0 0-9 0,0 0 4 0,0 0-12 15,0 0-6-15,0 0 15 0,0 0 8 0,0 0 13 16,0 0 1-16,19 0 5 0,-19 0-10 0,0 0-3 16,19 0-5-16,-19 0-1 0,21 0-3 15,-9 0 17-15,0 0-3 0,1 0-1 0,0 0-4 0,1 0-5 16,1 0 5-16,-2 0-4 0,0 0 13 0,2 0-13 15,-2 0 8-15,1 0-4 0,-2 0-1 16,2 0 1-16,-1 0-1 0,-2 0-3 0,2 0-10 16,-1 0 9-16,-1 0-5 0,0 0 8 0,0 0-3 15,0 0-1-15,-3 0-8 0,1 0-1 0,-2 0 4 16,2 0-4-16,-4 0 9 0,0 0-9 0,-1 0 5 16,-1 0-9-16,-1 0 0 0,0 0 9 0,0 0-9 15,0 0 12-15,-2 0 1 0,2 0-8 0,-1 0 3 16,-1 0-3-16,0 0-5 0,0 0-10 0,0 0-25 15,0 0-30-15,0 0-39 0,0 0-13 0,0 0-43 16,0 0-37-16,0 0 37 0</inkml:trace>
  <inkml:trace contextRef="#ctx0" brushRef="#br0" timeOffset="-52960.38">17383 14544 371 0,'0'0'0'16,"0"-1"4"-16,0 1-4 0,0 0-4 0,0 0 9 15,6 0-9-15,-6 0 4 0,2 0 0 0,0 0-7 16,-1 0 16-16,1 0 0 0,0 18 10 0,1-18 4 16,-2 14-3-16,0-14 10 0,0 19 7 0,1-8 0 15,-2 4 0-15,0-2-6 0,0 4 1 0,0-3-4 16,0 2-5-16,0-1-5 0,0 0-18 15,0 0 5-15,0-1-5 0,0 1 1 0,-16-2 3 16,16 1 2-16,0 1-1 0,0-2 0 0,0 0-5 16,0 0-5-16,0 0 6 0,0-2 4 0,0 0-15 15,0 1-25-15,0-2-29 0,0 0-36 0,0-3-27 16,0 0-22-16,14-1 26 0</inkml:trace>
  <inkml:trace contextRef="#ctx0" brushRef="#br0" timeOffset="-51903.21">17934 14510 316 0,'0'-2'9'0,"1"2"10"16,0 0 9-16,-1 0 4 0,0-1-13 0,0 1-18 15,0 0 0-15,0 0 0 0,0 0-6 0,0 0 18 16,0 0-13-16,0 0-9 0,0 0 14 16,0 0-9-16,0 0 5 0,0 0 13 0,0 16-5 15,0-16 0-15,0 14 14 0,-16-14-18 0,16 18 14 16,0-8 0-16,0 1-13 0,-12 2 7 0,12-1-8 15,0 0 4-15,-10 0-9 0,10 1 5 0,0-1-9 16,-5-1-1-16,5-1 5 0,0 0 0 0,0-2 4 16,0-2-4-16,0-1 5 0,0 0-1 0,0-3 5 15,0 0 4-15,0 0 5 0,18-2-4 0,-18 0-9 16,0 0 0-16,16 0 0 0,-16 0-9 0,17 0 12 16,-8 0-12-16,1-16 4 0,3 16 5 0,-1 0-10 15,-2-16 1-15,1 16 4 0,-1 0-1 16,0-13 1-16,0 13 9 0,-2 0-18 0,0 0 9 15,1-7-8-15,-2 7 12 0,0 0 0 0,0 0-8 16,0 0 4-16,0 0-4 0,-1 0 8 0,0 0-4 16,-1 0 9-16,2 0-13 0,1 16-1 0,-3-16 14 15,1 0-9-15,0 12 9 0,-2-12-5 0,2 11-13 16,-3-11 14-16,-1 13-14 0,0-13 9 0,-2 13 9 16,0-5-14-16,0-2 19 0,0 1-10 0,0 0 1 15,0 0 8-15,0 1-13 0,-17 1-4 0,17-3 17 16,0 2-8-16,-16-2 4 0,16 3 0 0,-14-3-18 15,14 3 9-15,-15-3 5 0,7 0 4 0,-1 0 6 16,0 1-5-16,0-1-10 0,-4 1-5 16,3-2 1-16,-4 0-6 0,2 3 11 0,-1-2 4 15,-1 0-10-15,-1-1 5 0,2 0 10 0,0 1-20 16,2-2 19-16,-2-1 6 0,4-1-20 0,1 0 20 16,-2-1-24-16,6-1-6 0,-3 0 5 0,4 0 0 15,-1 0-4-15,2 0-11 0,1 0-14 0,-3 0-33 16,3-18-23-16,-1 18-48 0,2 0 4 0,-1-12 34 15</inkml:trace>
  <inkml:trace contextRef="#ctx0" brushRef="#br0" timeOffset="-51470.86">17910 14523 376 0,'0'0'9'16,"0"0"10"-16,0 0-5 0,0 0 4 0,0 0 0 15,0 0-4-15,0 0 10 0,0 0 3 0,0 0-13 16,0 0 0-16,0-11-4 0,0 11-9 0,13 0 12 16,-13 0-4-16,0 0 5 0,17 0-10 0,-17 0 1 15,13 0 5-15,-5 0 4 0,2 0 4 0,0 0 4 16,2 0 1-16,0 0-9 0,0 14 0 0,0-14-9 15,2 0-5-15,-2 0 0 0,1 0 0 16,-3 12-1-16,1-12 6 0,0 0-5 0,-2 6 9 16,-2-6-4-16,0 0-14 0,1 6-19 0,-2-5-36 15,-1-1-54-15,0 1-60 0,0-1 24 0</inkml:trace>
  <inkml:trace contextRef="#ctx0" brushRef="#br0" timeOffset="-48856.56">18512 14543 289 0,'0'-2'18'16,"0"-1"17"-16,0 1 20 0,0-1 4 0,0 0-4 15,0 0-13-15,0 2-5 0,0-2 4 0,0 0-9 16,0 0-5-16,0 1-4 0,0 0 1 0,0-2-10 16,0 3 5-16,0 0-9 0,0-1-1 0,0 1 0 15,0 1-4-15,0-2-5 0,0 2-4 16,0 0 9-16,0 0-1 0,0 0 1 0,0 0-6 15,0 0-3-15,0 0-6 0,0 0 6 0,0 0-6 16,0 0 1-16,0 0 4 0,0 0 5 0,0 0 4 16,0 15 1-16,0-15 0 0,0 0-5 0,0 17-5 15,0-17 9-15,0 17-9 0,0-9 9 0,0 4 5 16,0 0-14-16,-15 1 18 0,15 0-13 0,0 1-4 16,0 1 18-16,0-1-14 0,0 1 1 0,0 0 4 15,0 0-13-15,0 0 4 0,0-1 4 0,0 0 10 16,0 1-5-16,0-3 5 0,0 2 4 15,0-3-18-15,0 1 9 0,0-1-8 0,0-2-1 0,0 2 15 16,0-2-11-16,0 0 10 0,12-1-4 16,-12-1-1-16,0 0 1 0,7 0-5 0,-7-2 0 15,10 0 10-15,-4 0-1 0,-2-1-4 0,1 0 9 16,0-2-14-16,5 0 5 0,-3 1 9 0,3-2-15 16,0 1 0-16,-1-1 14 0,0-1-14 0,1 0 5 15,0 0 5-15,-2 0-15 0,3 0 9 0,-1 0-9 16,-2 0 4-16,2-19 6 0,1 19-10 0,-1 0 13 15,1 0-14-15,0-15-10 0,-4 15-5 0,1 0-24 16,0-8-5-16,-3 8-14 0,2-6-3 0,-3 6 1 16,1-5-19-16,-1 1-22 0,-1 2-42 15,-1-4 18-15</inkml:trace>
  <inkml:trace contextRef="#ctx0" brushRef="#br0" timeOffset="-48467.91">18619 14284 841 0,'0'0'11'0,"-15"0"-11"0,15 0 11 15,0 0-5-15,-10 0-6 0,10 0 4 16,0 0-14-16,0 0 4 0,0 0 0 0,0 0-21 16,0 0-16-16,22 0-25 0,-22 0-15 0,0 0 0 15,19 0-20-15,-19 0-37 0,20 0 9 0,-10 0 25 16</inkml:trace>
  <inkml:trace contextRef="#ctx0" brushRef="#br0" timeOffset="-47767.79">18843 14801 470 0,'0'0'9'0,"-12"0"0"0,12 0 5 16,0 0 0-16,0 0-18 0,0 0 14 0,0 0-9 15,0 0 5-15,24-15 7 0,-24 15-3 0,16 0 9 16,-16-14-6-16,19 14 5 0,-8-9 4 15,0 9-4-15,-2-8 4 0,3 8-5 0,-2 0-8 16,-1-5-5-16,2 5 1 0,-3 0-5 0,0 0-14 0,-2 0 14 16,1 0 1-16,-2 0 8 0,-1 18 4 15,1-18-8-15,-2 0-10 0,-1 18 5 0,-1-18 0 16,0 15 0-16,-1-15 10 0,0 14-19 0,0-5 9 16,0 1 4-16,0 1-3 0,0-1-1 0,0 3 5 15,0-1-9-15,-20 0-1 0,20 3 10 0,0-1-4 16,-21-2-1-16,21 3 10 0,-14-2-5 0,14-1-10 15,-15 2 5-15,15-3 0 0,-11-2 6 0,11 1-6 16,-8-2 0-16,8-1-5 0,0-3 0 0,0 1 16 16,0-1 21-16,0-2 1 0,0-1 26 15,18 1 2-15,-18-2-16 0,18 0 4 0,-18 0-12 16,21 0-6-16,-8 0-7 0,2-19-14 0,1 19-15 16,-1-15 3-16,2 15 0 0,-2-15 14 0,-1 15-5 15,0-13-3-15,-3 13 4 0,-2-9-14 0,-2 9 1 16,0 0-26-16,-2-6-46 0,0 6-16 0,-3 0-45 15,0 0-30-15,0 0-41 0,-1 0 22 0</inkml:trace>
  <inkml:trace contextRef="#ctx0" brushRef="#br0" timeOffset="-43492.1">19487 14791 196 0,'-3'0'12'16,"3"0"14"-16,0 0 5 0,0 0 14 0,0 0-4 15,0 0-3-15,0 0 4 0,0 0-4 0,0 0 0 16,0 0-6-16,0 0-4 0,0 0 4 0,0 0 0 16,0 0 5-16,0 0-1 0,0 0-8 0,0 0-4 15,0 0-10-15,0 0 1 0,0 0-10 0,0 0 4 16,0 0 1-16,0 0-1 0,0 0 5 0,0 0-18 16,0 0 4-16,0 0 5 0,0 0-4 0,0 0 4 15,0 0 5-15,0 0-5 0,0 0 5 0,0 0 14 16,0 0-9-16,0 0 1 0,0 0-1 0,0 0 1 15,0 0-6-15,0 0 5 0,0 0 4 0,0 0-13 16,0 0 12-16,0 0-13 0,0 0-5 16,0 0 5-16,0 0-9 0,0 0 9 0,0 0-1 15,0 0 2-15,0 0 3 0,0 0 1 0,0 0 0 16,0 0 8-16,0 0-12 0,0 0-4 0,0 0 3 16,0 0-5-16,0 0 1 0,0 0 2 0,0 0-8 15,0 0 2-15,0 0 6 0,0 0-3 0,0 0 0 16,0 0 1-16,0 0-5 0,0 0 0 0,0 0 4 15,0 0-2-15,0 0 2 0,0 0 4 0,0 0-1 16,0 0-2-16,0 0-1 0,0 0 4 0,0 0 0 16,0 0-9-16,0 0 6 0,0 0-1 0,0 0-3 15,0 0 7-15,0 0 0 0,0 0-12 16,0 0 3-16,0 0 1 0,0 0-1 0,0 0 10 16,0 0 2-16,0 0 3 0,0 0-5 0,0 0-5 15,0 0 6-15,0 0-10 0,0 0 8 0,16 0 0 16,-16 0 1-16,0 0 0 0,15 0 8 0,-15 0 1 15,11 0-3-15,-11 0 11 0,13 0-7 0,-6 0 4 16,-2 0 2-16,1 0-8 0,-1 0 5 0,-1 0-4 16,1 0-9-16,0 0 0 0,-2 0-5 0,1 0 4 15,-1 0-4-15,0 0 8 0,0 0-8 0,1 0 0 16,0 0 4-16,1 0-7 0,-1 0 11 16,2 0-12-16,-1 0 11 0,2 0 1 0,0 0-6 0,-1 0 7 15,0 0-13-15,1 0 8 0,0 0 0 16,2 0 0-16,-3 0 8 0,1-13-9 0,-2 13-2 15,1 0-2-15,1 0-2 0,-2 0 7 0,0 0-1 16,-1 0 2-16,0 0-10 0,0 0 6 0,-1 0-1 16,2 0 1-16,-1 0 3 0,-1 0-8 0,-1 0 11 15,1 0-6-15,0 0 9 0,0 0-10 0,-1 0-2 16,-2 0-2-16,1 0 1 0,1 0 12 0,-2 0-4 16,0 0 5-16,0 0-2 0,2 0-11 0,-2 0 1 15,0 0 6-15,0 0-9 0,0 0 8 0,0 0-3 16,0 0 0-16,0 0-4 0,0 0 4 0,0 0-5 15,0 0 0-15,0 0 4 0,0 0-37 0,0 0-48 16,0 0-59-16,0 0-44 0,0 0-25 16,0 0-46-16,0 0 54 0</inkml:trace>
  <inkml:trace contextRef="#ctx0" brushRef="#br0" timeOffset="-39212.31">20107 14405 129 0,'0'0'13'0,"0"0"8"0,0 0 2 16,0 0 4-16,0 0-6 0,0 0-11 0,0 0 3 15,0 0 4-15,0 0-12 0,0 0 9 0,0 0-5 16,0 0-4-16,0 0 0 0,0 0-5 0,0 0 0 16,0 0 1-16,0 0 13 0,0 0 1 0,0 0 3 15,0 0-8-15,0 0 9 0,0 0-5 0,0 0 1 16,0 0 4-16,0-14-23 0,0 14 9 16,0 0 4-16,0 0-4 0,0 0 13 0,0 0-5 15,0 0 2-15,0-7-1 0,0 7-4 0,0 0 4 16,0 0-5-16,0 0 6 0,0-4-1 0,0 4-9 15,0 0 0-15,0-3-5 0,0 2 5 0,0 0-5 16,0 1 4-16,0-1 1 0,0 0-14 0,0-2 18 16,0 2-13-16,0-3 9 0,0 3-1 0,0 0-9 15,14 0 15-15,-14-1-10 0,12 2 0 0,-12-1 0 16,13 1 0-16,-6 0 1 0,2 0 3 0,-1 0 6 16,0 0-5-16,-1 0 0 0,3 0-5 15,-3 0 0-15,1 16-5 0,-2-16 5 0,1 0 5 16,-2 0 0-16,0 10-10 0,0-10-3 0,-1 0 12 15,-1 12-8-15,-3-12 18 0,2 10-5 0,-1-3-9 16,-1 0 14-16,0 1-27 0,0 3 22 0,0-1-9 16,-23-1-4-16,23 3 13 0,-17-1-9 0,17 0 4 15,-18-2-4-15,18 2 5 0,-19-2-5 0,19-1 4 16,-18 1-4-16,18-3-4 0,-12 0-9 0,5 0 13 16,7-1 4-16,-9-1-8 0,6 0 4 0,0-1-13 15,2-1 0-15,0-1 13 0,0 2 4 0,1-2-4 16,0-1 0-16,0 0-5 0,0 0 6 0,0 0 3 15,0 0 9-15,0 1-4 0,0-1-5 0,0 0-12 16,19 0-6-16,-19 1 10 0,0 0 0 16,15-1 8-16,-15 2 5 0,13-1-9 0,-13 0 0 15,11 1 5-15,-11 0-5 0,13 1 0 0,-5 0 4 16,-3 0-4-16,1 1 0 0,-1-3 4 0,1 3-8 16,2-1 4-16,0-1 0 0,-3 0 0 0,2 2 4 15,-1-2 1-15,-1 0-14 0,0 0 5 0,0 2-1 16,-1-2 5-16,0 0 5 0,-1 2 3 0,-1-2-3 15,4 1-10-15,-4 1 5 0,0-1-4 0,1-1 8 16,-3 0 5-16,0 1-5 0,0-1 10 0,0 1 8 16,0-1-3-16,0 0 13 0,0-1 6 0,0 1-10 15,0 0 5-15,0 0-5 0,-17 1-13 0,17 1 4 16,0-2-8-16,0 0 3 0,-14 3 5 16,14-2 0-16,-10 0 4 0,10 0-9 0,-13 0-5 15,4 3-8-15,1-2-9 0,-2 1 9 0,0 2-5 16,-1-1 1-16,-3 0 12 0,2 0 0 0,0 1-12 15,1-1 7-15,-1-1-12 0,0 0-24 0,2-1 1 16,1 0-36-16,1-1 8 0,1 0 5 0,2-2 2 16,1 1 15-16,1-1 10 0,3 0-10 0,-1 0-3 15,1-1-19-15,0 0-40 0,0 0-26 0,0 0-2 16,0 0 30-16</inkml:trace>
  <inkml:trace contextRef="#ctx0" brushRef="#br0" timeOffset="-38597.18">20575 14426 260 0,'0'0'27'16,"0"0"10"-16,0 0 0 0,0 0 19 0,0 0-13 15,0 0 0-15,0 0 4 0,-14 0-10 0,14 0-9 16,0 0-5-16,0 0-9 0,0 0-4 0,-10 0-10 15,10 0 0-15,0 0-5 0,0 0 1 0,0 0 4 16,-7 0-5-16,7 0 5 0,-3 0 0 0,1 13 0 16,-2-13-4-16,1 0 4 0,0 8-5 0,-1-8-3 15,1 9 12-15,-1-9-3 0,2 9 3 16,0-4 5-16,0 1-9 0,1-2 5 0,0 1-10 16,1 1 1-16,-1 1-1 0,1-1 1 0,0-1 4 15,0 1 4-15,0 2 1 0,0-2-9 0,0 3 0 16,0-3 4-16,16 2 0 0,-16-1 9 0,0 2 0 15,16-1-5-15,-16 1 1 0,12 0-1 0,-12 1 5 16,14-4-5-16,-14 4 0 0,12-1 1 0,-7-1-5 16,3-1 4-16,-5 0-17 0,2 0 13 0,0 1-4 15,-1-3 0-15,-1 1 21 0,0-1-8 0,0 0 9 16,0-1-4-16,0 0 9 0,-2-1-5 0,0 0-4 16,-1 0-4-16,0-2-5 0,0 1 10 0,0 0 4 15,0 0-5-15,0 0-4 0,0-1-5 0,0 1-4 16,-19 0 3-16,19-1 5 0,-13-1-9 15,13 0 0-15,-19 0 5 0,19 0-9 0,-22 0 4 16,12 0-15-16,-2 0-13 0,0-15-20 0,0 15-21 16,1 0 1-16,-1-14-13 0,0 14 0 0,1 0-5 15,1-14-21-15,3 14-4 0,0-9 20 0</inkml:trace>
  <inkml:trace contextRef="#ctx0" brushRef="#br0" timeOffset="-38235.63">20530 14423 425 0,'0'0'14'15,"0"0"5"-15,0 0 14 0,13 0 5 16,-13 0-5-16,12 0-4 0,-3 0-10 0,0 0 0 16,2 0-5-16,2 0 0 0,1 0 0 0,2 0-9 15,-1 0 4-15,0 0-9 0,0 0-4 0,-1 0 4 16,-3 0 0-16,0 0 9 0,0 0 0 0,-2 0-4 15,0 16-5-15,-1-16 0 0,-2 0-5 0,0 0 5 16,-2 0-28-16,1 0-27 0,-3 0-24 0,-1 0-32 16,-1 0-22-16,0 6 12 0,0-6 27 0</inkml:trace>
  <inkml:trace contextRef="#ctx0" brushRef="#br0" timeOffset="-36923.93">20151 14954 210 0,'0'0'1'0,"0"0"10"0,0 0 14 16,0 0 5-16,0 0 8 0,0 0 5 0,0 0-14 16,0 0 4-16,0 0 0 0,12 0-5 0,-12 0-5 15,0 0 1-15,0-14-10 0,0 14-4 0,0 0 5 16,0 0-10-16,0 0 5 0,0 0-5 0,0 0-1 15,0 0 15-15,0 0 0 0,0 0-1 0,0 0 1 16,0 0-14-16,0 0-1 0,0 0 1 0,0 0 14 16,0 0 0-16,0 0 0 0,0 0-4 0,0 0-10 15,0 0 5-15,0 0 1 0,0 0 4 0,0 0-5 16,0 0-4-16,0 0-1 0,0 0 0 16,0 0 5-16,0 0 9 0,0 0-10 0,0 0 1 15,0 0-6-15,0 0-4 0,0 0 5 0,0 0-15 16,0 0 5-16,0-10-5 0,14 10-4 0,-14 0 10 15,0-8-1-15,17 8 5 0,-17-7-1 0,10 7 6 16,-10-7-1-16,15 6-13 0,-8-3 22 0,1 2-13 16,2-1 0-16,0 2 14 0,0 1-27 0,0-2 22 15,2 1-9-15,-2 0-10 0,0 1 19 0,1 0-13 16,0-1 13-16,1 1 0 0,0 0-5 0,2 0 1 16,2 0-13-16,-1 0 13 0,3 0 1 0,-3 0 8 15,0 0 1-15,1 0 1 0,-2 0-6 0,-1 0-2 16,-1 0 8-16,0 14-2 0,-1-14 6 15,0 0-1-15,1 0-4 0,-2 9-5 0,2-9-4 16,-2 0-1-16,2 6 1 0,0-6-1 0,-1 0-4 16,1 2 8-16,-1 0 0 0,0-2-4 0,0 0 8 15,-1 0-8-15,-1 0-5 0,1 0-4 0,-2 0 0 16,0 0 4-16,-3 0 1 0,3 0 7 0,-5 0-17 16,1 0-36-16,-2 0-25 0,0-14-35 0,-1 14-31 15,-1 0-34-15,2 0-32 0,-2 0 30 0</inkml:trace>
  <inkml:trace contextRef="#ctx0" brushRef="#br0" timeOffset="-36164.14">20481 15130 148 0,'0'-12'24'0,"9"12"-2"16,-6 0 19-16,2-11 15 0,-1 11-27 0,-1-7 10 16,-1 4-18-16,0 0 0 0,0 0 3 0,-1 3 1 15,-1-1-10-15,0 0-10 0,2 1 0 0,-2 0-4 16,0 0 3-16,0 0-3 0,0 0-1 15,0 0-4-15,0 0 9 0,0 0-4 0,0 0-5 16,0 18 1-16,-21-18 8 0,21 13 5 0,-13-13-3 16,13 17 3-16,-19-7-3 0,9 2 3 0,0 0 9 15,-2-1 0-15,1 0-9 0,1 1-9 0,-3 1 0 16,4-1-5-16,-1-1 9 0,0-1 0 0,3 0-1 16,1-1 5-16,1-2-9 0,0 0 0 0,-1-3-4 15,3 3 4-15,-1-3 0 0,2-1 9 0,1 0 0 16,-1 0-9-16,0 1 0 0,2-1-4 0,-2 0 4 15,2-1 0-15,0 1 4 0,0-2-4 0,0 3 0 16,0-4-4-16,0 2 4 0,0 0 0 0,0-1 0 16,0-1 4-16,0 0-8 0,0 0 8 0,0 0-4 15,0 0 9-15,0 0 8 0,0 0 0 16,0 1 5-16,0-1-4 0,0 0 1 0,15 0 7 16,-15 0-1-16,15 0-4 0,-15 0-16 0,16 0-10 15,-4 0 5-15,-1 0 0 0,0 0 0 0,3 0 9 16,-3-12-9-16,3 12 10 0,-2 0-5 0,3 0-14 15,-4 0 4-15,-1-8-5 0,0 8 15 0,-1 0 5 16,-1 0-5-16,-2-3 0 0,0 3-10 0,-2-3 5 16,0 3 5-16,0-1-5 0,0 1 6 0,-1-2-6 15,1 2 5-15,-1 0-5 0,-1 0-5 16,1 0 5-16,-1 0-5 0,0 0-6 0,-1 0-14 16,1 0-28-16,-1 0-17 0,0 0-7 0,-1 0 13 0,1 0-8 15,0 0-6-15,-1 0-11 0,0 0-18 16,0 0 28-16,0 0 24 0</inkml:trace>
  <inkml:trace contextRef="#ctx0" brushRef="#br0" timeOffset="-35796.46">20584 15191 191 0,'0'-1'19'0,"0"-1"1"0,0 0 13 16,0 0 5-16,0-1-14 0,0-2 6 0,0 3-9 15,0-1-1-15,0 1-4 0,0-1 4 0,0 0-5 16,0 1 4-16,0 2-5 0,0 0-14 0,0 0-1 16,0 0-12-16,0 0 4 0,0 0 4 0,0 0 1 15,0 0 9-15,0 0 1 0,0 0 4 0,0 18 13 16,0-18 1-16,0 16 4 0,0-16-4 0,0 20-9 15,0-7 3-15,0 1 1 0,-14 1-1 0,14 0-1 16,0 1-8-16,0 1 0 0,0 0 9 0,0-2-14 16,0 2 6-16,0-1 0 0,0 1-15 0,0-2 15 15,0 2-10-15,0-2 1 0,0 0 8 0,20-1 1 16,-20-2-5-16,0 0-5 0,12-2 10 16,-12-1-10-16,0 0 6 0,9-2-1 0,-9 0-56 15,0-2-39-15,6 1-43 0,-6-1-55 0,4-1 41 16</inkml:trace>
  <inkml:trace contextRef="#ctx0" brushRef="#br0" timeOffset="-29567.83">21981 14529 185 0,'0'-3'9'0,"0"0"17"15,0 2 8-15,0-2 18 0,0 2-2 0,0-1-15 16,0 0 13-16,0 2-12 0,-12-2 0 0,12 0-1 16,0 1-12-16,0 0 12 0,0 1-18 0,0-1 13 15,0 1-8-15,0 0-18 0,0 0 9 0,0 0-9 16,0 0-8-16,0 0 4 0,0 0 0 0,0 0-13 16,0 0 9-16,0 0 4 0,0 0 0 15,0 0 4-15,0 0 4 0,0 0-3 0,0 13-5 16,0-13 4-16,0 0-4 0,0 19-4 0,0-19 4 15,0 16-5-15,0-6 5 0,0-2-4 0,0 4 4 16,0-2 5-16,0 2 3 0,0-1-4 0,0 1 1 16,0-1-1-16,17 2-8 0,-17-1 9 0,0-1-5 15,0 2 4-15,12-3 0 0,-12 2-4 0,0-2 0 16,8 1-34-16,-8-1-35 0,0-1-42 0,0 0-55 16,4-3 19-16,-4 0 34 0</inkml:trace>
  <inkml:trace contextRef="#ctx0" brushRef="#br0" timeOffset="-29139.94">21882 14816 184 0,'-5'0'16'0,"4"0"14"16,0 0 1-16,0 0 20 0,1 0-19 0,0 0-6 15,0 0 12-15,0 0-19 0,0 0 8 0,0 0-9 16,0 0-13-16,0 0-1 0,0 0-8 0,0 0 4 15,0 0 17-15,0 0 10 0,0 0 3 0,0 0 1 16,21 0-14-16,-21 0 9 0,16 13 0 0,-16-13 5 16,20 0-1-16,-7 0-12 0,0 0 5 0,-1 0-14 15,5 0 4-15,-2 0-4 0,2 0-8 0,-1 0 12 16,2 0-13-16,0 0-4 0,0 0 8 0,1 0-13 16,-3 0 9-16,0 0 13 0,-1 0-13 0,-1-13 0 15,-4 13 4-15,-1 0-12 0,1 0 8 16,-4 0-1-16,-1 0-30 0,1 0-9 0,-4 0-30 15,0 0-22-15,2 0-29 0,-4 0-39 0,0 0 31 16</inkml:trace>
  <inkml:trace contextRef="#ctx0" brushRef="#br0" timeOffset="-28440.33">21976 15082 429 0,'0'0'15'0,"15"0"11"16,-15 0 10-16,0-14 0 0,0 14-10 15,12 0-2-15,-12-10-9 0,0 10 10 0,0 0-16 16,8-10-4-16,-8 10 0 0,0 0-9 0,0-4 9 16,0 4-1-16,0 0 1 0,0 0-5 0,0 0 0 15,0 0-5-15,0 0 5 0,0 0 15 0,0 0-10 16,0 0 4-16,0 0-14 0,0 0-4 0,0 0 9 15,0 0-5-15,0 0 14 0,0 0-9 0,0 0 0 16,0 0-42-16,0 16 37 0,0-16-32 0,-15 0 4 16,15 16 47-16,0-16-42 0,-18 12 33 0,18-3-8 15,-16-4-10-15,16 2 6 0,-12 2 4 0,3 1 3 16,2-2 1-16,-1 1 4 0,1 0-9 0,-1-2 1 16,-1 3 7-16,1-2 1 0,2-1 0 15,1 0 7-15,-2 0-11 0,1 1-1 0,1-4 0 16,0 2-4-16,1-1 0 0,1 0-8 0,-1-1 13 15,1 1-1-15,1-2 4 0,0-1-4 0,1 1 0 16,0-1-4-16,1-1 5 0,-1 1 2 0,1-2-3 16,0 1 4-16,0 0-8 0,0-1 4 0,0 0 4 15,0 0-8-15,0 0 13 0,0 0-9 0,0 0-4 16,17 0 8-16,-17 0-3 0,0 0 7 0,16 0-8 16,-16 0 0-16,15 0-4 0,-15 0-4 0,17 0 12 15,-5 0 0-15,-1 0 5 0,1 0-1 0,1 0-4 16,1 0 5-16,-2 0 12 0,-1 0-12 0,0 0-1 15,0 0 5-15,-1 0-4 0,-4 0 4 0,0-13 4 16,1 13-17-16,-2 0-4 0,-3 0 8 16,2 0-4-16,-3 0 9 0,1 0-14 0,-2 0 1 15,0 0 4-15,0 0-4 0,0 0 4 0,0 0-22 16,0 0-26-16,0 0-19 0,0-6-21 0,0 6 0 16,0 0-15-16,0 0 1 0,0-4 27 0</inkml:trace>
  <inkml:trace contextRef="#ctx0" brushRef="#br0" timeOffset="-28108.9">22016 15082 138 0,'0'0'-4'0,"0"0"8"0,0 0-4 0,0 0 0 16,0 0 3-16,0 0-4 0,0 0-12 0,0 0 2 16,0 0 6-16,0 0 9 0,0 0 22 0,0 19 1 15,0-19 6-15,0 17 4 0,0-17 0 0,0 22 4 16,0-10-15-16,0 1-3 0,0 2 2 0,0 2 1 16,0-1 11-16,0 1-13 0,0 1-9 15,0 3-5-15,0-2-16 0,0 1-1 0,0 0 8 16,0-1 0-16,0 0 8 0,0-2-1 0,0 0-8 15,0-2 4-15,0-2 0 0,0-2-4 0,0-1 4 16,0 0-8-16,0-1 0 0,0-1 0 0,0-1-34 16,0-2-25-16,0 0-39 0,0-2-21 0,0-1 31 15</inkml:trace>
  <inkml:trace contextRef="#ctx0" brushRef="#br0" timeOffset="-27243.11">22503 14634 201 0,'2'-1'11'0,"0"1"-1"0,0 0 7 15,-2 0 4-15,0 0-10 0,0 0 9 0,0 0 9 16,0 0 12-16,0 0 4 0,0 0-11 0,0 15-13 16,0-15-16-16,0 0-5 0,0 17 16 0,0-17-3 15,0 15 8-15,0-6 1 0,0-1-4 0,0 2 16 16,0 1-5-16,0 0 4 0,0 1-3 0,0 1-13 15,0 0 5-15,0 1 0 0,0 2-8 0,0 1 0 16,-16-1-9-16,16 2-9 0,0 0 14 16,0 2-4-16,-14-2-9 0,14-1 8 0,0 2 6 0,0-4-9 15,-7 2 13-15,7-2 11 0,0-2-15 16,0 0 6-16,0-1 9 0,0-3-23 0,0 1 4 16,18-3-15-16,-18 1 11 0,0-2-23 0,23-1 31 15,-23-2 20-15,19 1-25 0,-19-2 30 0,20 1-35 16,-9-3 4-16,-1 0-5 0,1 0 6 0,1 0-7 15,0 0-26-15,-1 0-17 0,1 0-16 0,-2 0-19 16,1-18 8-16,0 18-17 0,-1-14-40 0,0 14-35 16,-3-19 14-16</inkml:trace>
  <inkml:trace contextRef="#ctx0" brushRef="#br0" timeOffset="-26887.35">22610 14382 1060 0,'-9'0'18'15,"9"0"0"-15,-7 0-9 0,7 0 1 0,0 0-19 16,-5-17-15-16,5 17-21 0,0 0-38 15,0 0-32-15,0 0-34 0,0 0-17 0,0 0-25 0,18 0 32 16</inkml:trace>
  <inkml:trace contextRef="#ctx0" brushRef="#br0" timeOffset="-24839.74">22834 15044 346 0,'0'1'6'0,"0"0"18"16,0-1 1-16,0 0 18 0,-8 0-6 0,8 0-8 15,0 0 9-15,0 0-24 0,0 0 5 0,0 0-5 16,0 0-9-16,0 0 4 0,0 0 10 0,0 0-9 16,0 0 9-16,0 0-5 0,0 0-10 15,0 0-3-15,0 0-6 0,0 0 10 0,0 0-10 16,0 0 19-16,0 0-9 0,0 0-1 0,0 0 6 15,0 0-15-15,0 0 10 0,0 0-10 0,0 0 5 16,0 0 5-16,17 0-5 0,-17 0 5 0,0 0 0 16,14 0-10-16,-14 0 5 0,14 0 0 0,-14 0-9 15,15 0 14-15,-8 0-10 0,5 0 5 0,-3 17 0 16,-1-17-46-16,2 0 46 0,-5 11 0 0,1-11-5 16,-2 0 46-16,-1 0-77 0,-2 9 3 0,0-9 2 15,-1 5 4-15,0-2 28 0,0 3-5 0,0 0 14 16,0 3-14-16,0-1 22 0,0 1-17 0,-20-1-9 15,20 2 8-15,0 0-12 0,-18-1 8 0,18-1 8 16,-11 1 1-16,11-3-12 0,-10 2 15 16,10-2-7-16,0-1-6 0,-10-1 17 0,10 0-12 15,-4 0-7-15,4 1-1 0,0-3 4 0,0 0-4 16,0 1 16-16,0-1 0 0,0 1-12 0,0-1 9 16,0 1-9-16,23-2 8 0,-23 2 9 0,16-2-5 15,-16 0 4-15,23 1-11 0,-13-2 3 0,3 0-8 16,-1 0 12-16,0 0 8 0,-1 0-11 0,-1 0 7 15,0 0-8-15,-2 0-4 0,1 0 0 16,-3 0 8-16,-1 0-8 0,-1-13 4 0,1 13 0 0,0 0-8 16,-3 0 4-16,0 0-13 0,-2-10-16 0,2 10-27 15,-1 0-35-15,-1-5-33 0,0 5-10 16,0-4 25-16</inkml:trace>
  <inkml:trace contextRef="#ctx0" brushRef="#br0" timeOffset="-24223.1">23349 14814 589 0,'-1'0'21'0,"1"0"0"0,0 0 17 15,0 0 0-15,0 0-21 0,0 0 0 0,0 0-16 16,0 0-1-16,0 0 0 0,0 0-5 0,0 0 1 16,14 0 4-16,-14 0 0 0,0 0 9 0,14 0 12 15,-14 0-4-15,15 0 9 0,-6 0-3 16,1 0-4-16,2 13 8 0,-1-13-7 0,1 0 7 16,1 0 0-16,-1 0-13 0,-1 0 3 0,0 0-12 15,-1 0 0-15,-1 0 9 0,1 0-4 0,-3 0 16 16,-1 0-16-16,0 0-1 0,-3 0-5 0,2 0-7 15,-2 0 7-15,-1 0 0 0,2 0 5 0,-2 0-5 16,-1 0 0-16,1 0-13 0,0 0-23 0,-1-11-24 16,0 11-38-16,-1 0-8 0,0 0-16 0,0 0-34 15,0 0-25-15,0 0 17 0</inkml:trace>
  <inkml:trace contextRef="#ctx0" brushRef="#br0" timeOffset="-23920.99">23337 15026 258 0,'0'1'22'0,"0"-1"21"16,0 0 18-16,0 0 15 0,0 0-14 0,19 0-16 15,-19 0-8-15,15 0-5 0,-15 0-5 16,16 0 14-16,-5 0-9 0,-1 0-14 0,1 0 5 16,2-16-14-16,-1 16 4 0,0 0 4 0,0 0-4 15,1 0-4-15,-2-10-10 0,1 10 4 0,-1 0-13 16,-1 0 9-16,-3 0 0 0,1 0-4 0,-2 0-1 16,-1 0-38-16,1 0-13 0,-3 0-23 0,0 0-19 15,-1 0-4-15,0 0-40 0,-2 0 11 0,1 16 27 16</inkml:trace>
  <inkml:trace contextRef="#ctx0" brushRef="#br0" timeOffset="-21758.97">23911 14755 167 0,'0'-1'8'0,"0"-1"16"0,0 2 5 16,0-2 20-16,0 2 8 0,0-2-4 0,0 1 12 16,0-1-24-16,0 0-4 0,0 0-4 0,0 2-8 15,0-1 4-15,0 1-9 0,0 0-4 0,0 0-3 16,0 0-1-16,0 0-8 0,0 0 16 0,0-1-11 15,0 0 3-15,0 0 5 0,0 1-17 16,0-2 13-16,0 2-5 0,0 0 1 0,0-1-1 16,0 1-7-16,0 0-1 0,0 0 4 0,0 0-4 15,0 0 8-15,0 0-13 0,0 0 9 0,0 0-8 16,0 0-13-16,0 0 17 0,0 0-16 0,0 0 16 16,0 0 4-16,0 18 0 0,0-18-4 0,0 12-3 15,0-1 3-15,0 0-8 0,0 0 13 0,0 2-1 16,0 2 9-16,0 0-4 0,0 2 0 0,0 0-3 15,0 0 1-15,0 0 13 0,0 2-5 0,0-1 1 16,0 1 0-16,0-1-4 0,0 1 10 0,0-2-30 16,0-1 17-16,0 0-27 0,0-2-10 0,0-1 32 15,0 0-30-15,0-2 26 0,0-3 4 16,0 0-4-16,0-2 9 0,0 2 1 0,0-5-6 16,0 0 6-16,0 1-5 0,0-3 0 0,0-1-5 15,0 0 0-15,0 0-4 0,0 0 4 0,0 0 5 16,0 0-5-16,0 0 0 0,0 0-40 0,0 0-31 15,0 0-28-15,0 0-30 0,0 0-7 0,0 0-15 16,0 0 26-16</inkml:trace>
  <inkml:trace contextRef="#ctx0" brushRef="#br0" timeOffset="-20848.44">24129 14772 280 0,'0'-2'15'0,"0"1"2"0,0-1 16 15,0 2 1-15,0 0 3 0,0 0 3 0,0 0-12 16,0 0 0-16,0 0-23 0,0 0 3 0,0 0-11 16,0 0-1-16,0 0 4 0,0 0-4 0,0 0 3 15,0 0-7-15,0 0 1 0,0 0 7 0,0 0 0 16,0 0 11-16,0 0-4 0,0 0-10 16,0 16-5-16,0-16 0 0,0 13 7 0,0-13 1 15,0 15 8-15,0-5-1 0,0 1-4 0,0 0 0 16,0 3 5-16,0-3-8 0,0 1 11 0,0 1-3 15,0 0-4-15,0-2 8 0,0 1-16 0,0-3 8 16,0-1 8-16,0 0-8 0,0-3 9 0,0-1-5 16,0-1-3-16,15 0 4 0,-15 0 4 0,0-2 13 15,0-1-4-15,0 0 1 0,11 0-1 16,-11 0-17-16,11 0 4 0,-6 0-5 0,3 0 1 0,0 0 3 16,3-16-13-16,1 16 9 0,-1 0-13 15,2-17 5-15,-1 17 4 0,1-11 0 0,-1 11 0 16,2-12 0-16,-4 12 0 0,-1-9-9 0,0 9 13 15,-1-5-8-15,-1 5 4 0,-2-5 4 0,0 5-13 16,-2 0 14-16,2 0-10 0,-3 0 5 0,0 0 5 16,-1 0-10-16,1 0 10 0,1 0-10 0,-1 0 5 15,0 0 0-15,1 0 0 0,-1 0 5 0,0 0-5 16,0 14-5-16,-1-14 5 0,0 0 0 0,-1 13-4 16,0-13 9-16,0 11-5 0,0-11 0 0,0 13 0 15,0-5-4-15,0-1 9 0,0 1-5 0,0 0 4 16,0 1 1-16,-14 0-14 0,14 0 0 0,0 0 14 15,-14 1 0-15,14-2 5 0,-12 3-32 16,12-2-10-16,-14-2 27 0,5 2-22 0,0-2 36 0,0 1-4 16,-1 0-24-16,1-1 28 0,-1 1-5 15,-2 0-4-15,2 1 1 0,1-2-10 0,-2 3 10 16,2-4 7-16,0 3 1 0,0-3 3 0,1 2-12 16,0-3-4-16,3 2-8 0,-2-4 8 0,2 1 12 15,0 1 0-15,2-3 5 0,0-1-9 0,1 1-13 16,-1-2 9-16,2 1 0 0,0 1 0 0,-1-2 18 15,1 0-13-15,0 0-5 0,1 0 0 0,-2 0-4 16,1 0-10-16,-1 0-15 0,1 0-12 0,-1 0-15 16,0 0-7-16,0 0 5 0,2 0-18 15,-3 0-28-15,1 0 3 0,0-17 15 0</inkml:trace>
  <inkml:trace contextRef="#ctx0" brushRef="#br0" timeOffset="-20196.16">24062 14772 122 0,'0'0'11'0,"0"0"2"0,17 0 11 16,-17 0 4-16,0-8-5 0,0 8 1 0,10 0-4 16,-10 0 3-16,0 0-10 0,0 0 3 0,0-2-1 15,6 2-7-15,-6 0 4 0,3 0-3 0,0 0 0 16,-1 0 9-16,1 0 7 0,1 0 4 16,-1 0-1-16,1 0 5 0,1 0-1 0,0 0-3 15,2 0-5-15,-1 0-11 0,1 0-1 0,-1 0 4 16,0 0-12-16,1 0 8 0,1 0-11 0,-1 0-1 15,0 0 4-15,1 0 8 0,1 0 4 0,0 0 1 16,2 0 11-16,-1 0-11 0,1 0-1 0,4 0-4 16,-2 0-11-16,1-13 3 0,-2 13-4 0,1 0 8 15,-1 0-12-15,-1-11 4 0,-1 11 4 0,-1 0-20 16,-3-6-21-16,-1 6-59 0,-1 0-78 0,0 0-11 16,-4 0 36-16</inkml:trace>
  <inkml:trace contextRef="#ctx0" brushRef="#br0" timeOffset="-12993.83">15316 15730 125 0,'0'0'5'0,"0"0"10"15,0 0 4-15,-3 0 1 0,3 0-5 0,0 0-5 16,0 0 2-16,0 0 10 0,0 0 1 0,0 0 4 16,0 0 12-16,0 0-18 0,0 0 8 0,0 0-9 15,0 0-13-15,0 0 17 0,0 0-14 0,0 0 0 16,0 0-4-16,0 0-10 0,0 0 8 0,0 0 1 15,0 0-4-15,0 0 9 0,0 0-4 16,0 0-5-16,0 0 18 0,0 0-13 0,0 0 8 16,0 0 0-16,0 0-8 0,0 0 3 0,0 0-8 15,0 0 4-15,0 0-1 0,0 0-4 0,0 0 0 16,0 0-4-16,0 0-1 0,0 0 5 0,0 0 0 16,0 0 0-16,0 0-1 0,0 0 6 0,0 0-9 15,0 0 3-15,0 0 6 0,0 0-5 0,0 0 5 16,0 0-5-16,0 0-10 0,0 0 6 0,0 0 4 15,-16 0 4-15,16 0-14 0,0 0-9 0,0 0 0 16,-13 0 0-16,13 0 13 0,0 0 0 16,0 0 1-16,-10 12 0 0,10-12 0 0,0 0 8 0,-7 0 1 15,7 0-4-15,-4 8 4 0,4-8-8 16,-2 0 3-16,0 5 1 0,2-5-9 0,0 0 14 16,0 3-5-16,-2-2 0 0,2-1 4 0,0 0-3 15,0 0-5-15,0 0 8 0,0 0-4 0,0 0 0 16,0 0 0-16,0 0-4 0,0 0 8 0,0 0-8 15,0 0 8-15,0 0-8 0,0 0 4 0,0 0 4 16,0 0-13-16,0 0 14 0,0 0-10 0,0 0 5 16,0 0 4-16,-2 0-9 0,2 0 5 0,0 0 0 15,-1 0 5-15,-2 0-1 0,3 0-4 0,-2 0 0 16,2 0-4-16,0 0 8 0,0 0 1 16,-1 0-18-16,1 0 13 0,0 0 5 0,0 0-5 0,0 0 23 15,0 0-13-15,0 0-5 0,0 0 10 0,0 0-19 16,0 0 4-16,0 0 5 0,0 0-4 15,0 0-1-15,0 0 9 0,0 0-13 0,0 0 4 16,0 0 10-16,0 0-5 0,0 0-5 0,0 0 15 16,0 0-6-16,0 0 1 0,0 0 14 0,0 0-19 15,0 0 0-15,0 0 0 0,0 0-5 0,0 0 5 16,0 0 9-16,0 0-13 0,0 0-1 0,0 0-10 16,0 0 6-16,0 0 13 0,0 0 1 0,0 0 4 15,0 0-9-15,0 0-5 0,0 0 0 0,0 0-5 16,0 0 5-16,0 0-5 0,0 0 0 0,0 0 15 15,0 0-5-15,0 0-5 0,0 0 10 16,0 0-15-16,0 0 0 0,0 0 20 0,0 0-10 0,17 0 10 16,-17 17 7-16,0-17 1 0,17 0 12 15,-17 0 0-15,15 0 6 0,-9 0-12 0,4 12 0 16,0-12 5-16,0 0-1 0,-3 0 12 0,3 0-7 16,2 0 0-16,-2 0-16 0,2 0-6 0,-3 0-4 15,2 0-6-15,-2 0 14 0,1 0-10 0,-2 0 10 16,0 0 0-16,0 0-9 0,-2 0 4 0,-1 0 0 15,5 0 18-15,-5 0-1 0,2 6 9 0,0-6-8 16,-3 0-22-16,1 0 2 0,0 0-11 0,2 0-2 16,-5 0 11-16,1 0-9 0,-1 0 5 15,0 0-7-15,1 0-10 0,-2 0 9 0,0 0-6 16,0 0 10-16,-1 0-3 0,3 0-4 0,-3 0 4 16,2 0 6-16,-1 0 1 0,0 0-1 0,0 0-1 15,1 0-6-15,0 0 6 0,-1 0-2 0,3 0 5 16,-2 0-7-16,1 0 4 0,-1 0-4 0,2 0 4 15,-2 0-37-15,1 0-65 0,-1 0-52 0,0 0-67 16,-1 0 7-16,1 0 18 0,-2 0-3 0,2 0 36 16,0-14 36-16</inkml:trace>
  <inkml:trace contextRef="#ctx0" brushRef="#br0" timeOffset="-12370.93">15740 15530 373 0,'0'-3'2'16,"0"2"9"-16,0 0 18 0,3-3 9 0,-3 1-2 16,4-2 1-16,-2 4-18 0,-1-1 0 15,0 0-1-15,0 1-4 0,1 1-5 0,-1 0-9 0,-1 0 0 16,0 0-5-16,0 0-3 0,0 0 3 16,1 0 5-16,-1 0 0 0,0 0 13 0,0 0-9 15,1 15-8-15,1-15 9 0,-1 0 4 0,0 18 9 16,1-18 8-16,-1 18 3 0,1-8-3 0,1 1 6 15,-3 2 12-15,1 1-11 0,0 2 1 0,-1 1 0 16,0 0-15-16,0 1 4 0,0 1 1 0,0 1-16 16,0 0 6-16,0 1-4 0,0-1-1 0,0 0 1 15,0-1 4-15,-14-1-1 0,14 1-1 0,0-6 3 16,0 4-5-16,0-6-1 0,0 2 0 0,0-3-1 16,0 1 0-16,0-3-4 0,0-1-10 15,0 0 1-15,0-3 6 0,0 1 4 0,0-1 14 16,0-1-9-16,0 0-11 0,0-1-5 0,0 1-20 15,0-2-35-15,0 2-23 0,0-3-44 0,0 0-3 16,0 0 18-16,0 0-5 0,0 0-2 0,0 0-13 16,0 0 27-16</inkml:trace>
  <inkml:trace contextRef="#ctx0" brushRef="#br0" timeOffset="-11621.93">16105 15483 281 0,'1'-5'14'0,"0"-1"1"0,-1 1 14 16,0 0 6-16,0-2-6 0,0 1 14 0,0 1-1 16,0 1 3-16,0 0 5 0,0 0 5 15,-16-2-7-15,16 2 0 0,0 0 4 0,0 0-1 16,0 1 15-16,0-1-9 0,0 2-17 0,0-1-11 16,0 3-29-16,0-1-1 0,0 1 4 0,0 0-17 15,0 0 13-15,0 0-4 0,-9 0 1 0,9 0 9 16,-8 21-10-16,8-21 15 0,-12 16-15 0,3-16 5 15,-1 20 1-15,3-8-15 0,-6 1 18 0,4 0-2 16,0 2-2-16,-2-1 6 0,2 1-5 0,1 2-4 16,1-1 19-16,0 1-3 0,0-1 0 0,2 1 5 15,0 1-9-15,3 0 4 0,-3-1-3 0,1 1 4 16,1 1-6-16,1 0 1 0,0 0 0 0,1 0-10 16,1 0 7-16,0 1 0 0,0-3-2 15,0 0 3-15,0-2-4 0,0-1-1 0,0 0 6 0,20-2-2 16,-20-1-3-16,0 2-4 0,19-2 4 15,-19-2 2-15,15 2-5 0,-15-2 13 0,14-1-13 16,-14-2-2-16,16-1 16 0,-8-1-14 0,-2 1 14 16,3-2 1-16,-2 1-6 0,2-3 4 0,-1-1-7 15,2 0 4-15,0 0-14 0,-1 0 4 0,4 0 5 16,-1 0-4-16,-1 0 0 0,3-21 2 0,-2 21-10 16,-1 0 5-16,1-15 13 0,-3 15-10 0,-1-14 10 15,-1 14-1-15,-2-14 25 0,-2 8 1 0,0-3 6 16,0 1 1-16,-2 0-22 0,1-1 2 0,1-1-4 15,-3 1 2-15,0-3-10 0,0 3 13 0,0-3 7 16,0 2-3-16,0 0 22 0,0 0-4 16,0 2-2-16,0 1-6 0,0 0-6 0,-21 3-6 15,21-1-17-15,0 4 2 0,-23-1-4 0,23-1-4 16,-20 3 0-16,8 0-3 0,-2 0-5 0,0 0-1 16,-1 0 4-16,-3 0 2 0,3 23-5 0,-3-23 6 15,1 15-2-15,2-15 0 0,1 17-22 0,1-17-46 16,3 18-31-16,0-18-30 0,3 13-12 0,0-13 3 15,3 11-8-15,1-11-2 0,1 8-1 16,0-8 9-16,2 5 2 0,0-2-4 0,0 0-14 0,0 0 31 16</inkml:trace>
  <inkml:trace contextRef="#ctx0" brushRef="#br0" timeOffset="-10696.01">16621 15595 301 0,'0'-4'6'0,"0"1"18"0,0-1 6 15,0-1 9-15,0 2 2 0,0 0-12 0,0-1 4 16,0 3-1-16,0-2 0 0,0 1-1 0,0 1 4 16,0 0 2-16,0-1 11 0,0 1 1 0,0 1-3 15,0 0-5-15,0 0-26 0,0 0 6 0,0 0-17 16,0 0 1-16,0 0 5 0,0 0-11 16,0 0 6-16,0 0-10 0,0 0 5 0,0 0 0 15,-13 0-4-15,13 0 4 0,0 0-4 0,0 14 4 16,0-14 0-16,-10 0 5 0,10 15-4 0,-6-15-10 15,2 15 4-15,-3-5 2 0,4 1 9 0,-1 2-4 16,-1 1 4-16,0 0-4 0,1 2 1 0,1 2-1 16,0 0 7-16,1 1 4 0,0 1 2 0,1-1 15 15,1 1 7-15,0-1-11 0,0-1-3 0,0 1-1 16,0-4-19-16,0 1 10 0,0-2-5 0,0 0 0 16,18-3 5-16,-18 2 0 0,0-3-4 0,18 2-1 15,-18-2 2-15,13-3 3 0,-13 1 5 0,18-2 7 16,-7-1 11-16,0-1-3 0,3-2 20 0,-2-1-14 15,0-1-19-15,2 0-8 0,1 0-13 16,1 0 5-16,-3-17 7 0,2 17 0 0,-1-15-4 16,0 15-4-16,-1-18-26 0,1 18-21 0,-4-20-44 15,0 9-31-15,0 0-19 0,-1 2-7 0,-3-2 4 16,0 1 4-16,-1 0 2 0,-2 0-11 0,-3 1 9 16,0-4 30-16</inkml:trace>
  <inkml:trace contextRef="#ctx0" brushRef="#br0" timeOffset="-10458.08">16648 15357 833 0,'0'0'45'0,"0"0"6"16,0 0-1-16,0 0-9 0,0 0-50 0,0 0-6 15,0 0-55-15,0-19-33 0,0 19-42 0,23 0-60 16,-23 0 16-16,0-13 43 0</inkml:trace>
  <inkml:trace contextRef="#ctx0" brushRef="#br0" timeOffset="-9675.86">17018 15848 299 0,'3'-3'24'0,"2"0"12"0,-3 1 11 15,1 0 5-15,-1-2-13 0,-1 4-2 0,-1-1-6 16,0 1-1-16,0 0-15 0,0 0-10 0,0 0-5 16,0 0-9-16,0 0 9 0,0 0 0 0,0 0 0 15,0 0-5-15,0 0 0 0,0 0 5 0,0 17 0 16,0-17 14-16,0 0 0 0,-15 16-9 0,15-16 10 16,0 16-4-16,0-7 5 0,-11 2-1 0,11 1 1 15,0 0 1-15,-9 3-7 0,9-1 18 0,-4 3-6 16,1-2 10-16,1 2-5 0,0-1-5 0,1-2 8 15,0 3-10-15,-1-2 6 0,1 0-12 16,0-1-9-16,0-2 9 0,0 1-5 0,0-2 0 16,0-2-4-16,1 1-5 0,0-1 0 0,0-2 10 15,0-2 0-15,0 0-5 0,0-1 5 0,0-1-10 16,0-2 0-16,0 2-15 0,0-2-41 0,0-1-22 16,0 0-23-16,0 0-26 0,0 0 1 0,0 0-35 15,0 0 6-15,0 0 42 0</inkml:trace>
  <inkml:trace contextRef="#ctx0" brushRef="#br0" timeOffset="-9355.34">16986 15845 484 0,'0'-2'11'15,"0"1"26"-15,0 0 26 0,0 0 52 0,0-1 0 16,0-2-5-16,0 3-15 0,0-1-56 16,0 1-17-16,0 0-11 0,-17 0-17 0,17-1-1 0,0 2 1 15,0 0-3-15,-14 0 6 0,14 0-11 16,0 17 22-16,-9-17-12 0,9 15-2 0,-8-15 15 15,4 22-12-15,1-22-5 0,-2 25-10 0,-3-11-39 16,2 0-28-16,-1 0-14 0,1 2-2 0,0-3 10 16,-1-1 7-16,1 0 0 0,1-2-35 0,2-1 3 15,0-1 16-15</inkml:trace>
  <inkml:trace contextRef="#ctx0" brushRef="#br0" timeOffset="-8205.83">17408 15970 128 0,'0'0'13'16,"0"0"-5"-16,-10 0 17 0,10 0 2 0,0 0-9 15,0 0 20-15,0 0-12 0,-5 0 8 0,5 0-3 16,0 0-14-16,-4 0 5 0,3 0-11 0,1 0 9 15,-1 0 0-15,1 0-5 0,-1 0 1 0,1 0 3 16,0 0 1-16,0 0 4 0,0 0-1 0,0 0-17 16,0 0 4-16,0 0 0 0,0 0 4 0,0 0 5 15,0 0 0-15,0 0-5 0,0 0 6 0,0 0 5 16,0 0-4-16,0 0 1 0,0 0-16 0,0 0-1 16,0 0-5-16,0 0-11 0,0 0 16 0,0 0-10 15,0 0 5-15,0 0 0 0,0 0-5 16,0 0-1-16,0 0 6 0,0 0 5 0,0 0-16 15,0 0 22-15,0 0-17 0,0 0 1 0,0 0 22 16,0 0-28-16,0 0 22 0,13 0 0 0,-13 0 1 16,11 0 10-16,-11 0-5 0,18 0 10 0,-8 0-11 15,2 0 5-15,0 0 1 0,1 0 4 0,0 0 10 16,-1 0 0-16,4 0 6 0,-3 0-12 0,0 11 9 16,1-11-7-16,-1 0 1 0,1 0 10 0,-1 0-2 15,1 0 14-15,-2 0-6 0,0 0-4 0,1 0-13 16,-2 0-12-16,0 0-6 0,-2 0 1 0,-1-13-3 15,-3 13-3-15,1 0 7 0,-3 0-22 16,-1 0 4-16,-1 0 10 0,-1 0-12 0,0 0 14 16,0 0-11-16,0 0-19 0,0 0-25 0,0 0-62 15,0 0-61-15,0 0-40 0,0 0-16 0,-15 0 29 16,15 0 10-16,0 0 31 0,-10 0 47 0</inkml:trace>
  <inkml:trace contextRef="#ctx0" brushRef="#br0" timeOffset="-7802.4">17581 15823 514 0,'2'-2'10'0,"0"-1"20"0,1 3 14 16,-3-2 11-16,0-1-4 0,0 3-31 15,0 0-14-15,0 0-6 0,0 0-11 0,0 0 17 16,0 0-1-16,0 0-16 0,0 17 16 0,0-17-10 15,0 15 0-15,0-15 16 0,-15 20-22 0,15-6 16 16,0 1 0-16,0 2 6 0,-12 1-6 0,12 1-11 16,0 3 0-16,0-2 0 0,0 1 11 0,0 0-5 15,0-3 11-15,0-2-17 0,0 0 1 0,0 0 10 16,0-3-10-16,0-1 5 0,0-2 11 0,0 0-1 16,0-1-47-16,0-1-32 0,0-2-32 0,0-1-53 15,0 0 8-15,0-1 31 0</inkml:trace>
  <inkml:trace contextRef="#ctx0" brushRef="#br0" timeOffset="-6193.39">18038 15834 266 0,'-2'0'11'0,"1"0"9"16,1 0 11-16,0 0 5 0,0 0-20 0,0 0 0 15,0 0-4-15,0 0-6 0,0 0 9 0,0 0 5 16,0 0-10-16,0 0 5 0,0 0 0 0,0 0-9 15,0 0 9-15,-1 0 10 0,1 0 4 16,-3 0-5-16,3 0 10 0,0 0-9 0,0 0 5 16,0 0 12-16,0 0-9 0,0 0 7 0,0 0 0 15,0 0-1-15,0 0-1 0,0 0-16 0,0 0-6 16,0 0-11-16,0 0-4 0,0 0 4 0,0 0-10 16,0 0 0-16,0 0 5 0,0 0 0 0,0 0 0 15,0 0-6-15,0 0 6 0,0 0-11 0,0 0 11 16,15 0 5-16,-15 0-15 0,0 0 20 0,18 0-9 15,-18 0-6-15,19 0 10 0,-8 0-15 0,-1 13 11 16,0-13 10-16,2 0-16 0,-1 0 11 0,-1 10 0 16,1-10 4-16,-4 6 11 0,0-6-15 0,0 6-7 15,-2-3-8-15,1-3 0 0,-3 3 20 0,0-3-11 16,0 1 5-16,-1-1-6 0,-1 0-4 16,1 3 4-16,-2-1 0 0,2 0 6 0,-2 2-1 15,0 0 1-15,0 2 3 0,0 1 5 0,0 2-10 16,0-2 5-16,0 4-9 0,0-1-6 0,0 0 11 15,-17 2-6-15,17 0-5 0,0-1 15 0,-14 0-14 16,14 0 4-16,0 1 11 0,-15-2-11 0,15 2 7 16,-10-3-2-16,10 2 1 0,-11-1-9 0,7-1 4 15,-1 1-4-15,1-1-5 0,-1 0 5 0,0 0 13 16,-1 0-3-16,2 1-1 0,-1-1 4 16,1 0-18-16,-1 0 9 0,2-1-4 0,-1 0-4 0,2 0 4 15,-1-1-3-15,3-2 13 0,-2 0-10 16,2-2 5-16,0 1 9 0,0-3-14 0,0 1 10 15,0-1-5-15,0-1-10 0,0 2 1 0,0-2 10 16,0 0-6-16,0 0 10 0,0 0 8 0,0 0-12 16,0 0 8-16,0 0-4 0,17 0 0 0,-17 0 0 15,14 0 23-15,-14 0 4 0,19 0 3 0,-8 0 9 16,1 0-9-16,2 0 4 0,-1-18 8 0,1 18 15 16,0 0 12-16,1-17-1 0,-1 17-3 0,1-10-11 15,-1 10-29-15,-3-10-6 0,1 10-10 0,-3-8 0 16,-1 8-2-16,-2-4-6 0,-2 2 1 0,-2 2-14 15,0-1 6-15,-1 1 0 0,-1 0-8 16,0 0 5-16,0 0-6 0,0 0 8 0,0 0 3 16,0 0-1-16,0 0 0 0,0 0-37 0,0 0-33 15,0 0-41-15,0 14-42 0,0-14-21 0,0 0-13 16,0 0 7-16,0 0 16 0,0 10 28 0,0-10-4 16,0 0 10-16,16 0 27 0</inkml:trace>
  <inkml:trace contextRef="#ctx0" brushRef="#br0" timeOffset="-4909.23">18610 15931 359 0,'0'0'5'0,"0"0"7"0,0 0 8 0,0 0 6 16,0 0-1-16,0 0 4 0,0 0-9 0,0 0-1 15,0 0-9-15,0 0-5 0,0 0 0 0,0 0-10 16,0 0 1-16,0 0 8 0,0 0 5 0,0 0 5 16,0 0 28-16,0-11-13 0,0 11-10 0,-17 0 9 15,17 0-12-15,0 0 17 0,0 0-2 0,0 0-8 16,0 0-12-16,-13 0-11 0,13 0 5 0,-10 0 1 16,3 0-1-16,0 0-5 0,-3 0-6 0,0 0 5 15,-1 18-4-15,-3-18-6 0,2 0 16 0,-2 17-16 16,0-17 16-16,1 15 0 0,-1-5-16 0,-1-3 20 15,1 3-19-15,1-1 4 0,-1 1 6 0,2 2-10 16,-2-1 19-16,2 0-9 0,1 0 0 16,-1 0-1-16,3 0-9 0,1 1 10 0,-1-2-6 15,1 0 6-15,2 0 5 0,1 0-5 0,0 0 0 16,2-1 0-16,0 0-5 0,2 0 0 0,0 0 15 16,1-1-5-16,0 1 0 0,0 1 5 0,0-2-6 15,0 1-4-15,0-1-5 0,20 0 5 0,-20 1-9 16,0-1 4-16,18 0 10 0,-18-1-10 0,16 0 10 15,-7 1-5-15,1-1 1 0,2 0-1 0,-2-1-5 16,2 1 14-16,-2-2-9 0,3-2 16 0,-1 2 18 16,1-2-4-16,-1-1 20 0,0-2 7 0,-1 0-9 15,3 0 8-15,-3 0 8 0,1 0-14 16,-1 0-2-16,1 0-10 0,0-19-20 0,-2 19-2 16,1 0-20-16,2-20 14 0,-3 20-2 0,0-17-4 15,-1 17 23-15,-1-17-11 0,0 9 13 0,-2-1 4 16,-1 1-10-16,-3-1 0 0,1 1-11 0,-3-2-4 15,2 2-2-15,-2-1-7 0,1-1 7 0,-1 0 1 16,0 0 7-16,0 1-5 0,0-1-5 0,0-1 1 16,0 0-8-16,0 0 9 0,0 0-3 0,0-2-2 15,-18 1 7-15,18 0-12 0,-15 0 1 0,15 0 1 16,-20 1-4-16,9 0-1 0,-2 1-2 16,3 0-27-16,0 2-37 0,-1 1-48 0,1-1-55 0,2 4-1 15,1-1-7-15,1 0 37 0,1 2 22 16,3 1-11-16,1-1 9 0,-1 1 21 0</inkml:trace>
  <inkml:trace contextRef="#ctx0" brushRef="#br0" timeOffset="-4325.21">18876 15847 379 0,'2'-7'11'0,"2"1"24"0,1 0 15 15,-1-1 18-15,1-1 10 0,0 0-3 0,1 2 11 0,-1-1 12 16,-3 1-6-16,2 1 2 0,-2 0-13 16,-1 3-29-16,-1-1-16 0,2 1-22 0,-2 1-15 15,0 1-8-15,0 0-3 0,0 0-6 0,0 0 1 16,0 0 7-16,0 0 5 0,0 0 15 0,0 0-8 15,0 19-5-15,0-19 2 0,0 17-3 0,-14-17 8 16,14 24 1-16,0-12 0 0,0 3-10 0,0 1 2 16,-10 2 1-16,10 1-2 0,0 1 11 0,-6 0-3 15,6 0-8-15,-4 2 1 0,2 0 0 0,1-1 1 16,0-1 7-16,1-1 2 0,-1-1-4 0,1-2-9 16,0 0 5-16,0-3-5 0,0 0-1 15,0-2 11-15,0-2-7 0,0 0 11 0,17-3 9 16,-17 1-9-16,0-2 9 0,15-2-8 0,-15 0 0 15,12 0 0-15,-12-1-1 0,14-2 9 0,-6 0-17 16,3 0 10-16,-1 0-17 0,-1 0 11 0,3 0-4 16,0 0-23-16,0-20-32 0,-1 20-48 0,0-13-18 15,1 13-11-15,-3-15 17 0,0 15 7 0,-3-18 2 16,2 11 5-16,-5-2-22 0,1 0 4 0,0 0 27 16</inkml:trace>
  <inkml:trace contextRef="#ctx0" brushRef="#br0" timeOffset="-4054.15">19006 15575 807 0,'0'-2'24'0,"0"-1"9"0,0 2 0 0,0 0 0 0,0-3-28 16,0 3-10-16,0-1-9 0,0 0-34 16,0 2-42-16,0 0-27 0,0 0-17 0,0 0 2 15,0 0-7-15,0 0 25 0</inkml:trace>
  <inkml:trace contextRef="#ctx0" brushRef="#br0" timeOffset="-3401.9">19162 16090 514 0,'0'1'22'0,"0"1"9"0,0 0 9 16,0-2-9-16,0 0-23 0,0 0 1 0,0 0-13 15,0 0 4-15,0 0 9 0,0 0-14 0,0 0 10 16,0 0 7-16,0 0-7 0,0 0 9 0,19 0 10 15,-19 0 7-15,13 0 10 0,-13 0 5 0,17 0-6 16,-8 0-4-16,-1 0-11 0,1 0-5 0,-1 0-15 16,-1 0-1-16,0 0-4 0,0 0-6 15,-2 0 20-15,-3 0-5 0,2 0 0 0,-2 14 4 0,0-14-17 16,0 11 0-16,-1-11 12 0,0 14-3 0,0-6 3 16,-1 1-9-16,0 1-4 0,0 0 4 15,0 0 6-15,0 2 4 0,0 0-4 0,0-2-5 16,0 1-5-16,0 0 1 0,-17-1 4 0,17-1 0 15,0-1 1-15,-13-1 3 0,13-1 1 0,0-2-1 16,-8 0 1-16,8-1 9 0,0-2-14 0,0 0 14 16,0-1 19-16,0 0 11 0,0 0 26 0,0 0-7 15,0 0-11-15,23 0-20 0,-23 0-21 0,17 0-5 16,-17 0-6-16,24 0 0 0,-7-20 2 0,-1 20-2 16,2 0-1-16,-1-19-10 0,0 19-42 0,0-11-38 15,-2 11-36-15,-2-11-34 0,-3 11 12 16,-2-11 9-16,-3 11-10 0,-1-6-19 0,-1 2 26 15,-1 2 31-15</inkml:trace>
  <inkml:trace contextRef="#ctx0" brushRef="#br0" timeOffset="2758.93">19782 16118 141 0,'-2'0'1'0,"1"0"2"15,-1 0 6-15,-1 0 4 0,1 0-2 0,1 0 19 16,-1 0-4-16,1 0 4 0,-1 0 6 0,-1 0-16 16,3 0 4-16,-1 0 0 0,0 0-6 0,0 0 5 15,0 0-1-15,-3 0-7 0,4 0 4 0,-2 0 3 16,2 0 0-16,0 0 4 0,0 0-4 0,0 0 0 16,0 0-5-16,0 0 0 0,0 0 18 0,0 0-18 15,0 0 0-15,0 0-4 0,0 0-18 0,0 0 10 16,-2 0-5-16,2 0 0 0,0 0 5 0,0 0 0 15,0 0 5-15,0 0-10 0,0 0-5 0,0 0 0 16,0 0-5-16,0 0 20 0,0 0 0 0,0 0-10 16,0 0 20-16,21 0-10 0,-21 15 10 0,14-15 0 15,-14 0-10-15,18 15 20 0,-7-15 4 16,-1 10 9-16,0-10 22 0,0 8-19 0,2-8-5 16,-1 6-1-16,3-6-31 0,-3 3 1 0,0-3-10 15,2 0-3-15,-2 0 6 0,3 0 5 0,-3 0 0 16,0 0 0-16,1 0-2 0,-1 0-3 0,-1-17-6 15,1 17-1-15,-2 0-37 0,1-12-46 0,-1 12-35 16,-1 0-25-16,-2-11-3 0,0 11 6 0,-3 0-9 16,-1-6 19-16,0 6 39 0</inkml:trace>
  <inkml:trace contextRef="#ctx0" brushRef="#br0" timeOffset="3775.43">20323 15943 119 0,'0'0'13'15,"0"0"6"-15,0 0 14 0,0 0 1 0,0 0-5 16,0 0-3-16,0 0-2 0,0 0 4 0,0 0-3 16,0 0-2-16,0 0-9 0,0 0-7 15,0 0 4-15,0 0 9 0,0 0-1 0,0 0 13 16,0 0-8-16,16 0 0 0,-16 0-5 0,11 0-4 15,-11 0 12-15,16 0-4 0,-5 0 0 0,0 0-1 16,0 0-8-16,5 0-14 0,-4 0 5 0,2 0-5 16,-3 0-5-16,3 16 5 0,-5-16 0 0,1 0-4 15,-2 0 4-15,1 11 4 0,-4-11-4 0,0 0 5 16,-1 7-5-16,-1-7-4 0,-1 7-1 0,-2-3 1 16,0 2 4-16,0 1 0 0,0 1 5 0,0 1 4 15,-18 1-9-15,18 1 8 0,-16 1-4 0,16 0-4 16,-19 1 15-16,19-1-20 0,-25 0 10 0,13 0-5 15,1-2-14-15,0 0 18 0,0 0-9 0,2-2-3 16,1-1 4-16,1-1-21 0,2-1 9 16,2 0 7-16,-2-1 1 0,2 0 11 0,2-2-15 15,0 2 0-15,0-1 8 0,0-2-8 0,1 1 16 16,0 1 0-16,0-2-13 0,0 0 17 0,0 2-8 16,0-3 1-16,17 3-5 0,-17-2 4 0,17 0 0 15,-17-1 0-15,20 2 8 0,-8-1-8 0,-2 0-3 16,1 1 2-16,0-1 1 0,0 1-4 0,2 1 4 15,-3-1 4-15,-2 0-4 0,3 1 5 0,-4-2-5 16,0 2-8-16,-1-1 0 0,0 0 4 0,-1 2 8 16,0-3 4-16,-2 2 4 0,1-1 0 15,-2 2-8-15,0-1 0 0,-1 1 5 0,-1-2 3 0,0 4 19 16,0 0 10-16,0 0 5 0,0 1-3 16,0 1-9-16,0 0-14 0,-21 0-5 0,21 1-10 15,-17-1 0-15,17 1-5 0,-22-2 0 0,10 2 5 16,1-2-4-16,-3-1 4 0,1 0-9 0,-1 0 5 15,2-3 4-15,-1 1-6 0,1-2-18 0,2-1-11 16,-1 0-29-16,2-1-16 0,3 0 16 0,3 0-20 16,-1 0 6-16,4 0-10 0,0 0-14 0,0-15-9 15,0 15 11-15,0 0 31 0</inkml:trace>
  <inkml:trace contextRef="#ctx0" brushRef="#br0" timeOffset="4511.53">20750 15975 181 0,'0'-2'10'0,"0"0"15"0,0 1 17 15,0-1 6-15,0-1 4 0,0 1-14 0,0 2-8 16,0-1-1-16,0-1-4 0,0 1-6 0,0 1-6 15,0 0-9-15,0-1-4 0,0 1 0 0,0 0 0 16,0 0-4-16,0 0 0 0,0 0 4 0,0 0-5 16,0 0 10-16,0 0-5 0,0 0-4 15,0 0 0-15,0 17 0 0,0-17-4 0,0 0 9 0,0 19 0 16,0-19 8-16,0 19 1 0,0-9-5 16,0 1-5-16,-18-1-7 0,18 2 0 0,0-1 8 15,0 0 7-15,0-1 1 0,0-3-5 0,0 2 1 16,-11-3-9-16,11 0 4 0,0-2 4 0,0 0-8 15,0-1 4-15,0-1 0 0,0 0 5 0,0 0-1 16,0-1 5-16,0 1-9 0,0-1 4 0,17 1 1 16,-17-1-5-16,0 2 8 0,20-1 0 0,-20 0-11 15,21 0 3-15,-10 1-4 0,-1 0-4 0,3-1 9 16,-3 1-1-16,0 1-12 0,1-1 4 0,-1 1 8 16,-3-1-4-16,1 1 20 0,-1-1-11 15,-2 0 8-15,1 1 3 0,-2-1-7 0,3 2 15 0,-5-3-20 16,3 3 0-16,-2-2 5 0,-1 0-5 15,1 1 8-15,-1 1 1 0,0-1-9 0,-1 0 4 16,1 0 5-16,-1 1-4 0,-1 1 10 0,0 0 10 16,0-1 0-16,0-1-5 0,0 3 10 0,0-1-15 15,-18-1-10-15,18 0 5 0,0 1-9 0,-20 0-9 16,20 0 13-16,-16 0-4 0,16-1-5 0,-18 1 5 16,8 0-4-16,-1-1 3 0,2 0-8 0,-1-2 14 15,1 2-14-15,0-3-5 0,0 1 18 0,-2-1-17 16,4-2 12-16,0 0-14 0,-2 2-34 0,1-2-9 15,0 0-26-15,2 0 2 0,-1 0 8 0,1 0 1 16,0 0 10-16,2 0-8 0,1-17 0 0,0 17-18 16,2 0-6-16,-1 0 26 0</inkml:trace>
  <inkml:trace contextRef="#ctx0" brushRef="#br0" timeOffset="4947.46">20802 15963 394 0,'0'-3'19'0,"0"2"13"0,0 0 11 0,0-2 4 16,0 3-10-16,0-1-10 0,0 0 1 15,0 1-1-15,0 0-18 0,0-2 4 0,0 2 2 16,9 0-4-16,-9-1 20 0,8 1-5 0,-3-2 1 15,1 2 0-15,1-1-6 0,-1 1-5 0,1-1-6 16,2 1 0-16,0 0-5 0,-2 0 5 0,1 0-5 16,-1 0 1-16,3 0-1 0,-2 0-1 0,0 0 1 15,-1 0 9-15,0 0 5 0,0 0-8 0,0 0-6 16,-1 0-9-16,-1 0-20 0,3 0-27 0,-2 0-26 16,0 0-27-16,1 0-22 0,1 0 10 0,0 0-22 15,-1 0 7-15,1 0 37 0</inkml:trace>
  <inkml:trace contextRef="#ctx0" brushRef="#br0" timeOffset="5436.59">21258 16286 386 0,'0'1'4'0,"3"1"5"0,2-1 13 0,-1-1 4 15,0 0-4-15,1 0-4 0,0 0-1 0,2 0-4 16,2 0 4-16,0 0 3 0,1 0-7 0,3 0 3 16,-1 0-3-16,0 0 11 0,1-13 6 0,0 13 10 15,2 0 9-15,-2 0-6 0,1 0 4 16,-2 0-9-16,1-7 10 0,0 7-20 0,-1 0 0 15,0-3-1-15,-3 3-27 0,-2-2 13 0,0 2-8 16,0 0-19-16,-2 0 26 0,-1 0-11 0,-1 0 3 16,1 0 13-16,-2 0-16 0,1 0 16 0,0 0-14 15,2-1-14-15,-2 1 3 0,0-2-41 0,1 1-30 16,-2 0-14-16,3-1-20 0,-3 0 3 0,0 0 11 16,-1 0-18-16,0 0-23 0,-1 0 30 0</inkml:trace>
  <inkml:trace contextRef="#ctx0" brushRef="#br0" timeOffset="8643.56">21945 16037 228 0,'2'-3'10'0,"0"-2"14"0,0 0 5 0,-1 0 16 16,2-1-1-16,-1 1-9 0,1-2 8 15,-1 0-7-15,-2-1-6 0,2 2 0 0,0-4-8 16,1 2 0-16,-1 0-9 0,2-1 0 0,-1 0 0 15,0 1-14-15,1 0 10 0,-1 0 0 0,0 2 5 16,-2 2 5-16,0-1 6 0,-1 1 6 0,3 2-15 16,-3 2-6-16,0-1-10 0,0 1-5 0,0 0-5 15,0 0 10-15,0 0 5 0,0 0-11 0,0 0 16 16,0 0-10-16,0 0 5 0,0 0-1 0,0 16-4 16,0-16 0-16,0 14-10 0,0-14 9 0,0 20 1 15,0-9-1-15,0 3 1 0,0 1 4 0,-16 0-9 16,16 2 9-16,0 0 5 0,0 1-5 0,0 1 5 15,0-2 0-15,-11 2-9 0,11 1 0 16,0-3 0-16,0 2-10 0,-7-2 15 0,7 1-10 16,-3-3 15-16,3 2 8 0,-2-2-4 0,2-3 4 15,0 2 0-15,0-3-3 0,0 0-6 0,0 0-4 16,0-2 4-16,0-1-9 0,18 1 5 0,-18-3 4 16,0 1-12-16,16-2 12 0,-16 2-4 0,12-3-5 15,-12-1 5-15,14 0-4 0,-7 0-1 0,0 0 5 16,3-2-4-16,-2 0 3 0,4-1 0 0,1 0-4 15,-2 0 8-15,2 0-4 0,-3 0-18 0,0 0-19 16,-1 0-37-16,1-18-24 0,-3 18-7 0,0 0-9 16,-2-16-7-16,0 16-25 0,-2-12 18 0,-1 12 34 15</inkml:trace>
  <inkml:trace contextRef="#ctx0" brushRef="#br0" timeOffset="8920.8">22137 15625 690 0,'4'0'-4'0,"-4"0"-4"0,0 0 0 0,0 0-8 15,0 0 12-15,0 0-12 0,0 0-25 0,0 0-30 16,0 0-52-16,0 0-25 0,17 0 24 0</inkml:trace>
  <inkml:trace contextRef="#ctx0" brushRef="#br0" timeOffset="9656.72">22292 16274 363 0,'0'0'21'0,"0"0"17"0,0 0 23 15,0 0 13-15,0 0-4 0,0 0-16 16,0 0-16-16,0 0-6 0,0 0-23 0,0 0 5 15,0 0-14-15,0 0-5 0,0 0 1 0,0 0-5 16,0 0 9-16,0-13 0 0,19 13 4 0,-19 0 1 16,17-11-10-16,-17 11-4 0,18-6 4 0,-9 6-4 15,1 0 13-15,-2 0 1 0,1 0 0 0,-1 0 4 16,-2 0-18-16,1 0 13 0,0 0-8 0,-3 0 8 16,0 0 1-16,0 18-5 0,-1-18 5 0,-1 0-5 15,0 16 4-15,-1-16-3 0,0 12-6 0,-1-12 5 16,0 16 10-16,0-7-6 0,0 1 1 0,0-1-5 15,0 4 1-15,-17-2-1 0,17 3 5 0,0-3-5 16,-18 1-8-16,18 0 8 0,0 0 0 16,-16-1 0-16,16-1 5 0,0-1 0 0,-11 0 0 15,11-2-10-15,0 0 1 0,0-1-5 0,0-2-1 16,0 1 16-16,0-1-1 0,0 0-5 0,0 0 10 16,0 1-10-16,0-3 10 0,0 1 5 0,20-1-1 15,-20-1 16-15,14-1-11 0,-14 0 9 0,18 0-14 16,-8 0-1-16,2 0-1 0,1-17-7 0,1 17-1 15,-1 0-4-15,2-16 0 0,-4 16-1 0,0 0 5 16,1-17-8-16,-3 17-2 0,-2-9-3 0,0 9-43 16,-1-7-26-16,-1 7-25 0,0-7-21 0,-1 7 16 15,-1-3-4-15,1 3-20 0,-2-2 26 0</inkml:trace>
  <inkml:trace contextRef="#ctx0" brushRef="#br0" timeOffset="10198.93">23019 16276 549 0,'0'3'23'0,"-14"0"1"0,14-2 11 16,-10 0 0-16,10-1-27 0,0 0 4 0,0 0-12 15,0 0 0-15,0 0-4 0,0 0 4 0,0 0 5 16,0 0-5-16,22-15 12 0,-22 15-16 0,20 0 4 15,-20 0-4-15,24-13-5 0,-11 13 13 0,2-8-4 16,0 8-3-16,0-7 16 0,1 7-4 0,0-4-4 16,-1 0 21-16,0 2-12 0,-2 1 4 0,0 0 1 15,-3-2-10-15,-1 2 0 0,-2-1-4 16,2-1 0-16,-4 1 4 0,0 2-9 0,-1-3 0 16,-1 1-33-16,0 1-38 0,0-1-18 0,0 1-24 15,-1 0-14-15,-2 1-10 0,1-2 20 0</inkml:trace>
  <inkml:trace contextRef="#ctx0" brushRef="#br0" timeOffset="10467.4">22976 16488 257 0,'0'0'5'16,"20"0"6"-16,-20 0 13 0,26 0 13 0,-13 0-1 15,1-16 3-15,2 16-12 0,-2 0-1 0,2-16-13 16,0 16-11-16,2-15 7 0,-1 15-16 0,-1-14 16 16,0 6-2-16,-3 0-14 0,1 1 7 0,-1 1-7 15,-3 1 3-15,2 1-1 0,-4 0-28 0,-1 1-27 16,0 1-35-16,0 1-17 0,-2 1 26 0</inkml:trace>
  <inkml:trace contextRef="#ctx0" brushRef="#br0" timeOffset="12479.99">24030 15989 258 0,'2'-8'10'0,"-1"2"21"0,1-1 6 15,1-1 12-15,-3 3-6 0,0 1-8 0,0 1-13 16,0 1-5-16,0-2 4 0,0 3-8 16,0 0 12-16,0 0-12 0,0 1 3 0,0-1-12 15,0 0 9-15,-16 1-13 0,16 0-4 0,0 0 4 16,0 0-4-16,-12 0 12 0,12 0-12 0,-14 0 4 16,9 17-11-16,-4-17 11 0,0 0 1 0,0 19 3 15,0-19 4-15,-3 20-15 0,1-8 4 0,0 1 7 16,-3 1-3-16,0 2 11 0,-1 0 4 0,0 1-20 15,0 0 5-15,0 2 3 0,-1 0-4 0,1 0 8 16,1 0-4-16,2 0-1 0,0-2-3 0,0 0 4 16,4 0 0-16,1-1-4 0,2-1 4 0,0-1 0 15,0 0 3-15,5-1-3 0,-2 0 3 16,2-2 2-16,0 1-5 0,0 1-1 0,0-3-3 16,0 0 5-16,19 1 4 0,-19-1 1 0,0 0 4 15,19-2-9-15,-19-1-5 0,18 1 0 0,-7-1-5 16,1-2 10-16,1 0 0 0,0-3 4 0,0 1 5 15,3-2-14-15,-3-1 9 0,2 0-9 0,0 0-4 16,-1 0-1-16,2 0 5 0,-2 0 9 0,1-18 0 16,-2 18 4-16,0 0-9 0,-3-17 0 0,1 17-4 15,-1-14 4-15,0 14-8 0,-1-16 12 0,-1 7 5 16,-1 0 14-16,-1-1 17 0,-1 1-1 16,-2 0 4-16,1 1-9 0,-3-2 0 0,0 0-10 0,-1 3 0 15,0-3-12-15,0 3 2 0,0-2-14 16,0 0 0-16,-17 0 4 0,17 0-15 0,-17 0 9 15,17 0-5-15,-20 1-4 0,7 1 0 0,-2 0-4 16,-1 2 7-16,2 0 8 0,-3 4-6 0,3-2 2 16,-1 3-4-16,0 0-4 0,0 0 12 0,2 0-4 15,1 0 0-15,-1 0-7 0,0 17-1 0,-1-17 1 16,3 0 3-16,0 21 7 0,-1-21 1 0,1 15-4 16,-2-15-4-16,3 18-9 0,2-8-24 0,0 0-18 15,0-1-18-15,3 2-22 0,2-2 4 0,2 0 11 16,1-2-9-16,0 0 9 0,0 1-22 0,0-1-19 15,0 0 11-15,25-1 22 0</inkml:trace>
  <inkml:trace contextRef="#ctx0" brushRef="#br0" timeOffset="13067.65">24430 16158 127 0,'3'-5'19'15,"-3"1"16"-15,0 0 10 0,2-1 15 0,-2 2-18 16,0-1-13-16,0 1-12 0,0 0-5 0,0 1-7 15,0 0 4-15,0 1 7 0,0-2 1 0,-17 2 7 16,17-1-8-16,0 1 0 0,0 1-19 0,-13 0 11 16,13 0-3-16,-11 0-1 0,11 0 11 0,-11 0-14 15,2 0 3-15,0 0-3 0,0 18-8 0,-1-18 10 16,0 14 1-16,-1-14 4 0,-1 16 3 16,1-16-7-16,1 18 1 0,0-8-5 0,1 0-4 15,0 1 4-15,1 0 4 0,-2-1 4 0,4 1 3 16,0 1-3-16,1 0 0 0,1-1-4 0,-2 0-1 15,6 0 1-15,-2 0-4 0,2-1 0 0,0 1 3 16,0-1-3-16,0 1 8 0,0-2-4 0,0 2-1 16,23-1 1-16,-23 0-5 0,16 0 5 0,-16-1 0 15,18-2 4-15,-6 0-4 0,1-1 7 0,1-2-3 16,2-2 4-16,1 0 0 0,1-2 6 0,3 0 18 16,-1 0 6-16,3 0 13 0,2 0-5 0,-4 0-1 15,0-17-5-15,0 17 6 0,1 0-12 0,-2-22-13 16,-1 22-2-16,1-20-15 0,-7 10 3 0,3-3 4 15,-1 2 4-15,0-3 4 0,-3 2 8 0,-3-1-5 16,2-1 5-16,-7 0-6 0,2 0-9 16,-4 1-2-16,-2-1-9 0,0-1-4 0,0 0 0 15,-23 2-7-15,23-1-2 0,-29 0-25 0,12 1-46 16,-4 1-45-16,-5 1-43 0,-2 1 2 0,-3 3 21 16,-1 3 28-16,-4 2 9 0,-1 2-25 0,-1 0 23 15,-4 0 20-15</inkml:trace>
  <inkml:trace contextRef="#ctx0" brushRef="#br0" timeOffset="18100.95">15622 17076 171 0,'0'0'2'0,"0"0"1"0,0 0 4 15,0 0 10-15,-1 0-2 0,1 0 4 0,0 0 0 16,-1 0-5-16,0 0 9 0,0 0-6 15,1 0-5-15,-1 0-6 0,1 0-10 0,-1 0 1 0,-2 0 13 16,3 0 3-16,-1 0 9 0,1 0 1 16,-1 0-9-16,0 0 13 0,0 0-4 0,-1 0 0 15,2 0 4-15,0 0-8 0,0 0-1 0,0 0 9 16,0 0-10-16,0 0-4 0,0 0 0 0,0 0 0 16,0 0-8-16,0 0-5 0,0 0 1 0,0 0-5 15,0 0 8-15,0 0 8 0,0 0 1 0,0 0-4 16,0 0-1-16,0 0 1 0,0 0 11 0,0 0-1 15,0 0 11-15,0 0-4 0,0 0-15 0,0 0 9 16,0 0 1-16,0 0 14 0,0 0 6 0,0 0-2 16,0 0-4-16,0 0-6 0,0 0 0 15,0 0-1-15,0 0 0 0,0 0-10 0,0 0 5 0,0 0 0 16,0 0 3-16,0 0 5 0,0 0-19 16,0 0-8-16,0 0-2 0,0 0-2 0,0 0 12 15,0 0-4-15,0 0 1 0,0 0-7 0,0 0 2 16,0 0-4-16,0 0 4 0,0 0 0 0,0 0 1 15,0 0 6-15,0 0-10 0,0 0 8 0,0 0-9 16,0 0 0-16,0 0 0 0,0 0 7 0,0 0-4 16,0 0 2-16,0 0 3 0,0 0-11 0,0 0 7 15,0 0-4-15,0 0 8 0,0 0-8 0,0 0 1 16,0 0 5-16,0 0-6 0,0 0 5 0,0 0 2 16,0 0-6-16,0 0-8 0,0 0 14 0,0 0-11 15,0 0 7-15,0 0 7 0,0 0-10 16,0 0-2-16,0 0-5 0,0 0-1 0,0 0 4 0,0 0 11 15,0 0-8-15,0 0 5 0,0 0-12 16,0 0 1-16,0 0 9 0,0 0-5 0,0 0 2 16,0 0 0-16,19 0 2 0,-19 0 2 0,0 0 8 15,19 0-2-15,-19 0-6 0,16 0-2 0,-16-12-4 16,17 12 8-16,-6 0-4 0,1 0 7 0,-1-10 3 16,1 10-12-16,1-6 9 0,-1 6-1 0,2-6-4 15,1 2 8-15,0 2-6 0,0-3-1 0,0 3 1 16,1-2 0-16,-2 1 2 0,1 0-3 15,0 0 4-15,-3 0 3 0,3 2 4 0,-5-2 4 16,1 2 3-16,-2-1-5 0,0 1-3 0,0 0 1 16,-4 1-11-16,2 0-2 0,-2-2 3 0,0 1 0 15,0 1-2-15,-1-1 6 0,1 1-5 0,1-1-5 16,-1 0 9-16,0 1-8 0,1-1 5 0,-1 1-1 16,0-2-1-16,1 2 0 0,-1 0-8 0,3-2 3 15,-5 2-8-15,3-1-41 0,-2 1-53 0,2 0-78 16,-2 0-66-16,-2 0-10 0,2 0-2 0,-3 0 41 15,1 0 72-15</inkml:trace>
  <inkml:trace contextRef="#ctx0" brushRef="#br0" timeOffset="20791.74">16445 16792 204 0,'0'0'2'0,"1"0"9"16,-1 0 6-16,0 0 9 0,0 0 3 0,2 0-4 15,-2 0-5-15,0 0-8 0,0 0-3 0,0 0-4 16,0 0-4-16,0 0 0 0,0 0 0 16,0 0 5-16,0 0 14 0,0 19 4 0,0-19-9 0,0 15 1 15,-14-15 4-15,14 19-4 0,0-9 21 16,0 3-1-16,-11 2-4 0,11 1 3 0,0 1-3 16,-6 3-5-16,6 0 6 0,-5 3 6 0,3-1-9 15,0 1 1-15,-1 1-16 0,1 0-4 0,-1 0-11 16,0-2 10-16,0 0-9 0,1-1-5 0,0 0 10 15,0-2-15-15,2 0 21 0,-1-2-1 0,0-2 0 16,0-1-5-16,1 0-10 0,0-3 5 0,0 1 1 16,0-2 4-16,-3 0-17 0,2-2-38 0,-1-1-33 15,0 1-20-15,-1-3-3 0,2 0 2 0,-1 0-4 16,-1-3-14-16,1 0 21 0</inkml:trace>
  <inkml:trace contextRef="#ctx0" brushRef="#br0" timeOffset="21426.75">16733 16772 184 0,'0'-4'9'15,"0"0"11"-15,0 2 5 0,0-3 6 0,0 2 4 16,0 0-4-16,0 1-2 0,0 1 4 0,0 1-18 16,-13 0-10-16,13 0-9 0,0 0-12 0,-12 0 8 15,12 0 4-15,-11 0 5 0,11 24 5 0,-14-24 5 16,6 20 1-16,1-20-5 0,-2 27 13 0,2-13-17 15,-2 1 8-15,1 2 3 0,0 0-16 0,-1 2 20 16,1 0-12-16,0 1 3 0,1 1 9 0,0-1-5 16,-2 3-4-16,4-1 8 0,0 0-9 0,-1 0-8 15,3-1 4-15,0 1-4 0,1-2-5 16,2 1 5-16,0-3 3 0,0 0-12 0,0-2 21 16,0-1-8-16,0-3 0 0,19 2 9 0,-19-3-18 15,17-2 10-15,-17-1-1 0,19-2-12 0,-19-1 12 16,23-2 5-16,-11-2-5 0,2-1 14 0,-1 0-18 15,2 0-4-15,0 0 13 0,-2-18-4 0,1 18-5 16,1 0 13-16,-3-20-4 0,-1 20 5 0,0-12 18 16,-3 12 3-16,0-14 1 0,-3 14 6 0,2-13 8 15,-3 5-6-15,-1 1 5 0,-1 0-2 0,-2-1-5 16,0 0-7-16,0 0 1 0,0 2-5 0,0-3 1 16,0 2 11-16,0-1-5 0,0 1 1 0,-20 0-4 15,20 0-16-15,-15 2-8 0,15-2-4 16,-16 1-7-16,16 1-4 0,-17 0 4 0,6 0 0 15,1 3-4-15,3-1 7 0,-1 1-8 0,-1 2 1 16,1 0-1-16,0 0-2 0,1 0 12 0,-2 0-16 16,1 0 4-16,0 19-37 0,-2-19-32 0,2 0-27 15,0 18-30-15,0-18 0 0,-2 14 3 0,3-14 19 16,1 12 12-16,1-12 9 0,1 12-8 0,2-12-18 16,1 10 22-16</inkml:trace>
  <inkml:trace contextRef="#ctx0" brushRef="#br0" timeOffset="21988.93">17162 16868 382 0,'1'-3'19'0,"-1"1"18"16,0 1 13-16,0-2 14 0,0 0-6 0,0 2-18 16,0-1-8-16,0 0-13 0,0 2-14 0,0 0-5 15,0 0-6-15,0 0-3 0,0 0-1 0,0 0 6 16,-14 0 4-16,14 15 0 0,0-15-4 0,0 0 8 16,-12 18-8-16,12-18 13 0,-7 20 0 0,7-9 1 15,-6 2 14-15,2 0-4 0,1 2 11 16,0 1-7-16,0 0 1 0,-1 0 4 0,0 1 5 0,3 1 1 15,-3-1 3-15,1 1-9 0,1-1-4 16,-1 1-5-16,2-2-5 0,-1 0-1 0,2-1-4 16,-1-1-3-16,1 0-10 0,0-3 1 0,0 0 3 15,0-1 9-15,0-2-4 0,17 1 3 0,-17-2-8 16,0-2 0-16,21-1 13 0,-21 2-8 0,13-3 4 16,-13 1 5-16,17-3-10 0,-9 1 5 0,0-2 7 15,-1 1-13-15,1-1 9 0,1 0-15 0,0 0-55 16,-1 0-27-16,0-19-57 0,-1 19-13 0,3-17 16 15,-1 17 5-15,-2-21 9 0,1 21-14 0,0-23 31 16</inkml:trace>
  <inkml:trace contextRef="#ctx0" brushRef="#br0" timeOffset="22264.18">17287 16534 617 0,'0'0'4'0,"0"0"-8"16,0 0-14-16,-17 0-15 0,17 0-34 0,0 11-7 16,0-11-41-16,0 10-6 0,0-3 29 0</inkml:trace>
  <inkml:trace contextRef="#ctx0" brushRef="#br0" timeOffset="22907.58">17479 17213 267 0,'3'-4'11'0,"-2"1"9"16,1-2 2-16,1 1 4 0,0-2-2 0,0 1-10 15,-1 0 5-15,0 1-10 0,0 1-8 0,1 1-8 16,-1 0-1-16,0 1 3 0,-2 1 5 0,2 0 11 15,-1 0-3-15,-1 0 0 0,0 0-3 0,0 0 0 16,1 17 4-16,-1-17 9 0,0 0 3 0,0 20-8 16,0-20-1-16,0 17-3 0,0-7 0 0,0 1 0 15,0 1 4-15,0 1-5 0,0-1 1 0,0 1 3 16,0 2-8-16,-17-1 4 0,17 1 0 0,0 2-9 16,0-2 9-16,-10 2-9 0,10 0 37 0,0 0 3 15,0 0-3-15,-8-1 5 0,8-1-41 16,0-3 5-16,0 1-5 0,-3-5 0 0,3 2 5 15,-1-3 0-15,1-2 0 0,0 0-10 0,-1-2 5 16,0 1 6-16,0-2-6 0,0 0 5 0,0-2-22 16,-2 1-10-16,2-1-14 0,-1 1-16 0,-2-1-20 15,2 0-35-15,-1 0-25 0,-1 0 5 0,-1 0 31 16</inkml:trace>
  <inkml:trace contextRef="#ctx0" brushRef="#br0" timeOffset="23216.05">17445 17172 443 0,'0'0'5'0,"-14"0"4"0,14 0 1 0,0 0-1 16,0 0 0-16,-13 0-4 0,13 0-5 0,0 15 0 15,-12-15 0-15,12 0-1 0,-5 14 1 16,0-14 7-16,2 12-7 0,0-4-5 0,-1 0 0 16,0 1 0-16,0 0 4 0,0 1 9 0,0 2-5 15,-1-1-8-15,0 1-3 0,-2 3-23 0,2-3-17 16,-2 2-27-16,1-1-40 0,0-1 19 0</inkml:trace>
  <inkml:trace contextRef="#ctx0" brushRef="#br0" timeOffset="29056">17883 17312 144 0,'0'0'9'0,"0"0"8"15,0 0 2-15,0 0 9 0,0 0-4 0,0 0-4 16,0 0-2-16,0 0 0 0,0 0-3 0,0 0 4 16,0 0 1-16,0 0-3 0,0 0 9 0,0 0-10 15,0-12 15-15,0 12-4 0,0 0-8 16,0 0 11-16,0 0-16 0,0 0 3 0,0 0-3 16,0 0-5-16,0 0 3 0,0 0-3 0,0 0 4 15,0 0-9-15,0 0-4 0,0 0 4 0,0 0-12 16,0 0 12-16,0 0 0 0,0 0-8 0,0 0 8 15,0 0 4-15,0 0-12 0,0 0 5 0,0 0 12 16,0 0-21-16,0 0 20 0,0 0 9 0,0 0-21 16,0 0 8-16,0 0-12 0,0 0 0 0,0 0-5 15,0 0 5-15,0 0 0 0,0 0-8 0,0 0 16 16,0 0 0-16,0 0-4 0,0 0 4 0,0 0 0 16,0 0-8-16,0 0 8 0,0 0-8 15,0 0-5-15,0 0 1 0,0 0 4 0,0 0 8 16,0 0 4-16,0 0 9 0,0 0-4 0,15 0 0 15,-15 0-5-15,0 14-4 0,19-14 16 0,-19 0-9 16,15 0 9-16,-5 12 11 0,-1-12-16 0,0 0 11 16,3 8 0-16,-1-8-6 0,1 7 16 0,0-7-6 15,0 6 1-15,0-4 4 0,0 0-7 0,0 1 6 16,1-1-5-16,-3 0 4 0,0-1 4 0,1 1 4 16,-1 0-5-16,0-2-5 0,-1 0-18 0,-2 2-5 15,0-2 4-15,1 0-5 0,-2 0 6 16,-2 0-5-16,1 0-7 0,-2 0-2 0,-1 0-2 0,0 0 3 15,-2 0 0-15,0 0 0 0,0 0 3 16,0 0-3-16,0 0 5 0,0 1-5 0,0-1 1 16,0 0-4-16,0 0 0 0,0 0-10 0,0 0-40 15,0 0-30-15,0 0-46 0,0 0-34 0,0 0 23 16,0 0 2-16,0 0 21 0,0 0 11 0,0 0-22 16,0 0 22-16,0 0 24 0</inkml:trace>
  <inkml:trace contextRef="#ctx0" brushRef="#br0" timeOffset="29488.25">17923 17201 310 0,'0'0'10'0,"0"-2"9"0,0 2 4 0,0-1 5 0,0-1-11 16,0 2-12-16,0 0 0 0,0-1-9 0,0 1 8 15,0 0-4-15,0 0-5 0,0 0 9 16,0 0-4-16,0 0 5 0,0 0 8 0,0 0 4 16,0 17-4-16,0-17 12 0,0 12-8 0,0-12 4 15,0 16 8-15,0-16-4 0,0 17-1 0,0-5-7 16,0-2 0-16,13 3-9 0,-13 1 0 0,0 1-4 16,0 1 0-16,0 1-4 0,0 1 4 0,0 1 32 15,0-2-4-15,0 1 8 0,0-2-9 0,9 0-32 16,-9-1-26-16,7-1-13 0,-7-3-16 0,4 0-32 15,-1 0-17-15,-1-1-39 0,-1 0 0 16,-1-1 34-16</inkml:trace>
  <inkml:trace contextRef="#ctx0" brushRef="#br0" timeOffset="30633">17786 17328 102 0,'0'0'0'15,"0"0"9"-15,0 0-7 0,0 0 5 0,0 0-1 16,0 0-2-16,0 0 11 0,0 0 2 0,0 0-3 16,0 0 2-16,0-12-8 0,0 12-6 0,0 0 5 15,0 0-10-15,0 0 11 0,0 0 0 0,0 0-8 16,0 0 8-16,0 0-7 0,0 0 2 0,0 0 6 16,0 0-9-16,0 0 5 0,0 0-4 0,0 0 5 15,0 0 3-15,0 0-3 0,0 0 3 16,0 0 5-16,0 0 2 0,0 0 2 0,0 0 1 15,0 0-13-15,0 0 3 0,0 0-5 0,0 0 6 16,0 0 3-16,0 0-3 0,0 0 3 0,0 0-8 16,0 0-4-16,0 0 7 0,0 0 1 0,15 0 9 15,-15 0-4-15,0 0 13 0,12 10-13 0,-12-10-1 16,11 0 12-16,-11 0-15 0,11 0 7 0,-11 0-8 16,7 0 0-16,-1 0-13 0,-4 0 8 0,1 0-4 15,1 0-4-15,1 0 9 0,-2 0-5 0,1 7 4 16,1-7 0-16,1 0-4 0,-1 0 5 0,1 0 3 15,-1 0 5-15,2 0 4 0,-2 0-8 16,3 3 4-16,-2-2-9 0,1 0 1 0,-2 1-1 16,3-1-4-16,-3 2 9 0,2 0 1 0,-2 1-10 15,0-1 0-15,0 1 0 0,2 0 0 0,-2 0 0 16,-1 0 5-16,1 1-4 0,1 0-1 0,1-2 10 16,-2 3-10-16,0-1-6 0,1-1 1 0,-1-1 5 15,2 1-6-15,0-2 17 0,-1 2-11 0,0-3 0 16,0 1 16-16,0-1-16 0,1 0 11 0,-1 0-6 15,2-1-10-15,-1 2-19 0,0-2-23 0,1 0-14 16,1 0-27-16,-2 0-10 0,1 0-16 0,-2 0-9 16,0-17 29-16</inkml:trace>
  <inkml:trace contextRef="#ctx0" brushRef="#br0" timeOffset="31347.68">17934 17206 170 0,'0'0'6'16,"0"-1"16"-16,0 0 4 0,0 1 5 0,0-1-9 15,0-1-9-15,0 2-8 0,0-2-3 0,0 2 2 16,0-1-4-16,0 1 1 0,0 0 3 0,0-1-1 15,0 1-3-15,0-1 4 0,0 1-3 0,0 0 0 16,0 0 13-16,0 0 0 0,0 0 4 0,0 0 12 16,0 0-11-16,0 0 7 0,0 0 0 0,0 0 0 15,0 0-1-15,0 0-4 0,0 0-5 16,0 0-7-16,0 0 7 0,0 0-8 0,0 0 1 16,0 0-5-16,0 0-4 0,0 0 4 0,0 0 4 15,0 0-4-15,0 0 0 0,0 0-8 0,0 0 0 16,0 0 8-16,0 0-8 0,0 0 4 0,0 0 0 15,0 0-8-15,0 0 12 0,0 16-4 0,0-16 8 16,0 11 0-16,0-11-4 0,0 13 8 0,0-5-8 16,0 2 4-16,0-2 0 0,0 3 5 0,0 2-5 15,0-1 11-15,0 3-4 0,0 1-4 0,0 0 0 16,0 2-5-16,0-1-6 0,0 1 33 0,0-1-33 16,0-2 32-16,-13 0-1 0,13-1-23 0,0 0 27 15,0-3-63-15,0 2-9 0,0-2-29 0,0 0-18 16,0 1-12-16,0-1-34 0,0-1-28 15,0-1 23-15</inkml:trace>
  <inkml:trace contextRef="#ctx0" brushRef="#br0" timeOffset="34291.25">19620 17187 242 0,'2'-4'13'16,"1"0"15"-16,-2 0 12 0,0-1 16 0,0 0-9 16,0 1 3-16,-1-1-2 0,2 1-11 0,-1 0 6 15,1 0-8-15,0 0-2 0,-1 1 0 0,1 2-7 16,-1-1-7-16,0 1-5 0,-1 1-1 0,1 0-13 16,-1 0 0-16,0 0-4 0,0 0-14 0,0 0 22 15,0 0-4-15,0 0 0 0,0 0 14 0,0 15-14 16,0-15 14-16,0 13 5 0,0-13 0 0,0 18 9 15,0-7-8-15,0 2 8 0,0 1-8 0,14 2 0 16,-14 0 0-16,0 2-17 0,0 1 19 0,0 1-10 16,0 0 6-16,0 1 0 0,0-1-4 0,0 1 16 15,0-2-7-15,0 0 8 0,0 1-7 16,0-4-32-16,0 1 9 0,0-2-5 0,15-3 1 16,-15-1 14-16,0 1-11 0,0-2 8 0,13-2-13 15,-13 0 4-15,0-2 6 0,8-2-14 0,-8 1 10 16,8-2-5-16,-3-2 8 0,-1 1 10 0,-1 0 0 15,2-1 5-15,0-1-1 0,1 0-14 0,0 0 1 16,1 0-6-16,0 0-6 0,-2 0-16 0,4-17-29 16,-1 17-29-16,-1 0-17 0,1-14 9 0,0 14 4 15,1-11 16-15,-1 11-23 0,2-13-22 0,-2 5-38 16,0 0-2-16,1 0 39 0</inkml:trace>
  <inkml:trace contextRef="#ctx0" brushRef="#br0" timeOffset="34568.05">19928 16865 1026 0,'7'0'31'0,"-5"0"4"0,-2 0 0 15,0 0 0-15,0 0-32 0,0 0-5 0,0 0-10 16,0 0-22-16,0 0-52 0,0 0-35 0,0 0-25 16,0 0-6-16,0 0 14 0,0 0-26 0,0 0 32 15,17 0 26-15</inkml:trace>
  <inkml:trace contextRef="#ctx0" brushRef="#br0" timeOffset="35320.02">19961 17589 567 0,'0'0'26'0,"0"0"24"15,0 1 24-15,0-1 30 0,0 0-2 0,0 0-13 16,0 0-16-16,0 0-32 0,0 0-17 0,0 0-15 15,0 0-4-15,0 0 3 0,0-16-7 0,0 16 5 16,0 0-5-16,0-15-1 0,18 15-7 16,-18-11-1-16,13 11 5 0,-13-12-4 0,16 5 13 15,-7 1 3-15,1 0-4 0,0 1-4 0,-3 0 0 16,1 2-5-16,1-1-1 0,-2 2 14 0,-1 1-9 16,0 1 5-16,0 0-5 0,-2 0-4 0,2 0 3 15,-2 0-8-15,-2 0 9 0,1 0-2 0,1 0-2 16,-2 0 8-16,-1 0 0 0,-1 0 3 0,2 19 9 15,-2-19-18-15,0 15-4 0,0-15 4 0,0 20 2 16,0-8 10-16,0-1-1 0,0 2-14 0,0-2 3 16,-20 2-4-16,20-2-3 0,0-1 16 15,0 0-12-15,-12 0 5 0,12-1 6 0,0-3-15 16,0 1 8-16,0-1 0 0,0 0 1 0,0-2-1 16,0 0-11-16,0 0 8 0,0-3-1 0,0 3 9 15,0-1 0-15,0-3 2 0,0 3-3 0,19-3 5 16,-19 2 1-16,14-2-2 0,-14 0-1 0,18 0 2 15,-9 0 5-15,2 0-8 0,1 0-4 0,-1 0-3 16,3-19 1-16,-2 19 5 0,-1 0 2 0,-1-13-6 16,0 13 2-16,-3 0-6 0,1-10 6 0,-1 10 3 15,-2 0-8-15,-1-8 3 0,-1 8-29 0,1 0-25 16,-1-5-40-16,-1 5-27 0,-1 0 8 0,1-2 6 16,1 2 12-16,-3-2-2 0,4 2-28 0,-1 0-25 15,0-2 30-15</inkml:trace>
  <inkml:trace contextRef="#ctx0" brushRef="#br0" timeOffset="36291.39">20804 17370 326 0,'0'0'18'0,"0"0"13"0,-7-15 2 0,7 15 12 15,0 0-14-15,-3 0-13 0,3 0 11 0,0 0 0 16,0-9-8-16,-2 9 0 0,2 0-9 0,0 0-3 16,0 0 8-16,0 0 3 0,0 0 2 0,0 0-8 15,0 0 10-15,0 0 1 0,0 0 9 0,0 0 1 16,0 0-2-16,0 0 0 0,0 0-18 0,0 0 18 15,0 0-14-15,0 0-3 0,0 0 21 0,0 0-5 16,14 0 13-16,-14 0 7 0,0 0-13 0,13 0-7 16,-13 0 0-16,16 0-11 0,-6 0 7 0,3 0-7 15,2 0-10-15,-1-15 7 0,2 15-8 16,0 0 4-16,1 0-2 0,-1-11-1 0,1 11 8 0,-3 0 2 16,3-8 12-16,-5 8 0 0,2-5-9 15,-2 5 2-15,-1-6-15 0,0 4 1 0,-2-1-6 16,-1-1-6-16,1 3 2 0,-2-1-5 0,-1 0 8 15,-2 1-8-15,0-1 1 0,-2 1 4 0,1 1-11 16,-1-1 8-16,-2 1 0 0,0 0-9 0,0 0 0 16,2-1-41-16,-2 1-46 0,0 0-54 0,0 0-43 15,0 0 1-15,0 0 21 0,0 0 36 0,0 0 15 16,0 0-23-16,0 0 24 0</inkml:trace>
  <inkml:trace contextRef="#ctx0" brushRef="#br0" timeOffset="36663.69">20794 17637 568 0,'-2'1'13'16,"1"-1"13"-16,0 1 5 0,1 0 8 0,0-1-17 15,0 0-8-15,0 0-10 0,0 0-3 0,0 0-1 16,0 0 4-16,21 0 5 0,-21 0 0 0,14 0 5 16,-14 0 1-16,21-16 4 0,-21 16-1 0,24 0 6 15,-12 0 5-15,1-11 0 0,3 11 1 0,-2 0 4 16,4-10-9-16,-2 10 0 0,0-6-1 0,1 3-10 15,-2 0-9-15,-1 0-4 0,0-1-1 0,-3 3-7 16,-1-1 3-16,-1 0 9 0,-2 1-8 16,-2-1 9-16,2 0-41 0,-4 2-38 0,2 0-24 15,-2 0-20-15,0 0 10 0,0 0-18 0,0 0-38 0,-1 0 17 16,-1 0 32-16</inkml:trace>
  <inkml:trace contextRef="#ctx0" brushRef="#br0" timeOffset="41691.76">21688 17276 231 0,'0'0'6'0,"0"0"13"0,0-12 8 0,0 12-2 15,0 0 0-15,0 0-15 0,0-7 4 0,0 7 3 16,0 0-3-16,0-5 2 0,0 2-6 16,0 3-2-16,0-2 2 0,0 0 3 0,0 1 11 15,0-1 5-15,0 1-1 0,0 0 4 0,0 1-12 16,0 0 0-16,0 0-4 0,0 0 4 0,0 0-4 15,0 0 5-15,0 0 9 0,0 0-8 0,0 0 6 16,0 0-5-16,0 0-9 0,0 0 0 0,0 0-4 16,-12 0-10-16,12 0 5 0,0 0 4 0,0 0 5 15,0 0 0-15,0 0-1 0,0 0-13 0,0 0-8 16,0 0 12-16,0 0-13 0,0 0 0 0,0 0 8 16,0 0-3-16,0 0 4 0,0 0 9 0,-17 0-5 15,17 0-8-15,0 0 0 0,-14 0-5 0,14 0 0 16,-9 0 9-16,9 0 5 0,-10 15-1 0,5-15-4 15,-1 0-4-15,-1 0 0 0,-1 17 4 16,1-17 6-16,0 11-6 0,-1-3 0 0,-1 0-8 0,0 1 4 16,2-1 4-16,0 0-4 0,-1 2 5 15,2 2 4-15,1-3-4 0,-1 1 0 0,1 0-5 16,3 1-11-16,-3-2 21 0,3 2-10 0,2 0 5 16,0-1 35-16,0-1-24 0,0 0 39 0,0-1-2 15,0 2-35-15,23-1 24 0,-23-1-25 0,16 0 1 16,-16-1 5-16,18 0-9 0,-18 2 12 0,23-3 0 15,-11 0-3-15,0 0-1 0,1-3-17 0,1 1-4 16,0-4 7-16,-2 2-4 0,3-2 0 0,-2 0 17 16,2 0-18-16,-2 0 6 0,0 0 1 0,0 0-19 15,-2 0 13-15,0-18-7 0,-2 18-26 16,-1 0-11-16,-1 0-37 0,0-14-20 0,-2 14 0 16,-2-9-3-16,1 9-23 0,0-10-21 0,-1 3-11 15,1 3 20-15</inkml:trace>
  <inkml:trace contextRef="#ctx0" brushRef="#br0" timeOffset="42327.6">21656 17249 197 0,'-2'-1'9'0,"0"0"8"0,2-1-5 15,0 2 6-15,0-1-1 0,0-1-18 0,0 2 7 16,0 0-6-16,0 0-3 0,0 0 6 0,0 0-2 16,0 0-1-16,0 0-3 0,0 0 11 15,0 0 13-15,0 0-2 0,0 0 10 0,0 0-7 16,0 0 3-16,0 16 3 0,0-16-7 0,0 0 4 16,0 14-16-16,13-14 12 0,-13 12 3 0,0-5 1 15,11 0-6-15,-11 0-11 0,9 1 5 0,-2 0-1 16,-1-1 0-16,-1 2 9 0,2-1-17 0,-1 0-8 15,1 0 21-15,2 1-9 0,-2-2 10 16,0 3 9-16,1-3-11 0,0 1 10 0,-2 1-10 0,0-1-6 16,0 0 1-16,-1-1 26 0,1 1-16 15,-2-2-3-15,-1 2 46 0,0-1-40 0,-1 3 23 0,-1 0 9 16,-1 1-57-16,0 0 18 0,0 3-5 16,0 3 7-16,0-2 5 0,-19 1-19 0,19 3 10 15,0-1-7-15,-23 0-9 0,23 1 18 0,-19 1 7 16,19-3 2-16,-21 2 19 0,10-1-18 0,1 0-2 15,-3-2-2-15,2 1-3 0,-1-2 11 0,1 1-20 16,-1-2 2-16,0-1-4 0,3-1-9 0,-1-1 11 16,0-2-10-16,3 0-6 0,1-2 5 0,1-2 0 15,2-2 1-15,0-1 14 0,2-1-7 0,0 0 0 16,1-1-2-16,0 0-12 0,0 0-35 0,0 0-44 16,0 0-44-16,0 0-33 0,0 0-3 15,15-15 1-15,-15 15-10 0,0 0-26 0,16-22 40 0</inkml:trace>
  <inkml:trace contextRef="#ctx0" brushRef="#br0" timeOffset="43132.1">22010 17250 328 0,'0'0'7'0,"0"0"6"0,0 0-1 15,0 0 0-15,0 0-11 0,0 0-1 0,0 0-4 16,0 0 4-16,0 0 4 0,0 0 0 0,0 0 8 15,0 0 4-15,0 0 5 0,0 20-1 0,0-20 0 16,0 0-15-16,0 20 3 0,0-20 0 0,0 19 7 16,0-8 0-16,0 2 0 0,-16 0-3 0,16 0-8 15,0 1 8-15,0 1-13 0,0-1 13 0,-11-1 1 16,11 0 33-16,0-3-38 0,0-1-9 0,0-2 1 16,-7-3-33-16,7-1 37 0,0-1-4 15,0-2 0-15,0 0 0 0,0 0 5 0,0 0 4 16,0 0-4-16,0 0 4 0,16 0-5 0,-16 0 5 15,0 0-8-15,19 0-5 0,-19 0 8 0,21-16-8 16,-8 16 4-16,1 0 1 0,2-15-5 0,2 15 4 16,-1 0 4-16,-3 0-5 0,1-10 10 0,-2 10-18 15,-1 0 5-15,-3 0 0 0,-2 0-5 0,0 0 13 16,0 0 0-16,-1 18 5 0,0-18 24 0,-1 0 6 16,-1 16 0-16,0-16 0 0,1 11-25 0,0-11 5 15,-2 17-11-15,-1-6 1 0,0-1 0 0,-2 2-10 16,0 0 6-16,0 0 0 0,0 1 8 0,0-1 5 15,0 0-5-15,0 0 9 0,-20-1-22 16,20 0-5-16,0-1 10 0,-14-1-6 0,14 0 14 16,-11 0 1-16,11-1-1 0,-13 0 6 0,13 0 4 15,-13 0-4-15,5 0-5 0,1-1 4 0,0 0-18 16,-2-1 9-16,0 0 3 0,0 0-8 0,1-1 4 16,-1 0-4-16,-2 0-8 0,0-1-3 0,1 1 7 15,-3-2 12-15,4 1-8 0,0 0-6 0,-1 1-21 16,0-3-35-16,0 1-3 0,0 0-18 0,0 0 6 15,2 0 9-15,-3-1 3 0,1 0 5 0,0-2-8 16,2 0-1-16,2 0-10 0,2 0-27 0,1 0-11 16,1 0 14-16</inkml:trace>
  <inkml:trace contextRef="#ctx0" brushRef="#br0" timeOffset="43584.07">21983 17206 331 0,'0'0'8'0,"-2"-1"5"0,2 0 0 0,0-2 8 16,0 3 4-16,0 0 1 0,0 0 15 15,19 0-7-15,-19 0 7 0,0-2 2 0,25 2 2 0,-25-1 13 16,27 1 8-16,-11-2 1 0,1 0 0 16,3 0-8-16,0-1-15 0,2 0-5 0,-2 1-17 15,-3-2-2-15,-1 1-8 0,-4 0 4 0,0 0-5 16,-3 1 4-16,-6 0-11 0,2 1-8 0,-3 0 0 16,0 0-8-16,0 1-26 0,-1 0-53 0,1 0-38 15,1 0-24-15,0 0-5 0,0 0 13 0,1 0-4 16,0 0 23-16</inkml:trace>
  <inkml:trace contextRef="#ctx0" brushRef="#br0" timeOffset="44271.9">22610 17555 584 0,'0'6'-5'15,"-11"-6"1"-15,11 0 0 0,0 0 8 0,0 0 1 16,0 0 3-16,0 0 5 0,0 0-22 0,23 0 22 15,-23 0-13-15,17 0-4 0,-17 0 7 0,20-13-29 16,-20 13 8-16,22 0 5 0,-11 0-14 0,-1 0-4 16,2 0-15-16,-1 0-18 0,-1 0-17 0,1 0-20 15,-2 0 13-15</inkml:trace>
  <inkml:trace contextRef="#ctx0" brushRef="#br0" timeOffset="44489.47">23041 17561 314 0,'12'0'14'0,"0"0"13"0,-2 0 14 0,-1 0 8 15,-2 0-5-15,-1 0-22 0,-3 0-8 0,-1 0-6 16,0 0-7-16,0 0 3 0,-2 0-3 15,2 0-32-15,-1 0-35 0,1 0-50 0,3 0-17 16,-2 0 26-16</inkml:trace>
  <inkml:trace contextRef="#ctx0" brushRef="#br0" timeOffset="44628.22">23238 17574 530 0,'2'0'0'0,"0"0"9"16,-1 0 4-16,3 0-4 0,0 0 1 0,0 0-10 15,0 0 0-15,2-13 4 0,1 13-8 0,0 0-10 16,-2-11-28-16,2 11-48 0,1-8-48 0,-2 8 11 16</inkml:trace>
  <inkml:trace contextRef="#ctx0" brushRef="#br0" timeOffset="45971.3">24007 17197 230 0,'0'-2'20'0,"0"-1"10"0,0 1 4 0,0-1 12 16,0 0-15-16,0 1 1 0,0 1 3 0,0-1-15 16,0 1-1-16,0 1-7 0,0 0-12 0,-13 0 4 15,13 0-4-15,0 0-4 0,-10 0 0 0,10 0 8 16,-10 0-5-16,4 19 8 0,0-19-4 0,-1 14 0 15,0-14 0-15,-3 19 4 0,1-8 12 0,-1 3-7 16,-1 0 10-16,0 3-3 0,-2-1 1 0,0 3 7 16,1 0-2-16,0 4 36 0,2-2-5 0,1 0-12 15,0 2-6-15,0-2-41 0,4 3-7 16,-1-2 21-16,2-1-3 0,1-1-5 0,1-1 13 16,0 0-25-16,1 1 16 0,0-3-7 0,1-1 4 15,0-2 8-15,0 0-20 0,0-2 12 0,0-1-8 16,0 0 0-16,0-2 16 0,21-1-8 0,-21-1 13 15,0-1 1-15,22-2-4 0,-22 1 12 0,18-2-4 16,-7-1 1-16,-1-1 3 0,1 1-4 0,1-2-12 16,-1 0-6-16,2 0 5 0,-2 0-4 0,1 0-5 15,0-16 5-15,0 16-20 0,1 0 8 0,1-19 7 16,-2 19 1-16,1-15 7 0,-2 15-4 16,2-16-3-16,-4 8-3 0,0 0 3 0,-2 1-3 15,-1-1 11-15,-1 1-5 0,-2 2-2 0,-1 0-2 0,-2 0-2 16,0 1 7-16,0 0-4 0,0 3 12 15,0-3-8-15,0 1 0 0,-22 0-5 0,22 0-8 16,0 0 16-16,-24 2-8 0,24 0 8 0,-20 1-8 16,8 0-8-16,0 0 3 0,0 0 4 0,-1 0 4 15,0 21-9-15,-2-21 13 0,2 16-14 0,-1-16-21 16,2 20-10-16,-1-20-22 0,-3 22-4 0,2-13 8 16,-1 2-4-16,1-1 2 0,-1 2 3 0,2-2 4 15,-1 0 6-15,2-1-5 0,2-1-8 0,2-1-16 16,1-1-16-16,2-2-24 0,2 0 12 0,0-3 24 15</inkml:trace>
  <inkml:trace contextRef="#ctx0" brushRef="#br0" timeOffset="46781.31">24026 17059 190 0,'-13'-5'9'0,"-2"0"8"16,0 0 4-16,1-1 0 0,-2 0-5 0,1 1-5 16,-1 2-7-16,-2-1-1 0,1 2-3 0,-2 0 0 15,-1 1-3-15,2 1 4 0,-2 0-5 16,3 0 1-16,0 0 6 0,-1 0 1 0,4 0-1 0,2 18-3 16,-2-18 1-16,3 0-2 0,-3 19 6 15,4-19-2-15,-1 16 1 0,0-6 0 0,0 0 0 16,-1 0 7-16,0 4 7 0,2-2-10 0,-1 1 10 15,2 2-4-15,0 0-6 0,-2 0 10 0,1 2-7 16,1 0 1-16,0 0 7 0,-1 1 11 0,0 3-12 16,2-1 4-16,-1 2-4 0,0 2-15 0,1 1 51 15,1-1-7-15,-1 0 5 0,2 2 5 0,-1-1-49 16,0 0 9-16,2 0-8 0,-2-1-5 0,3-3 9 16,-1 2 0-16,1-2 8 0,0 0 2 0,0-1-6 15,0-1 6-15,-1-1-9 0,4-2 3 0,-3 0 13 16,2 0-25-16,1-2 4 0,0 0-5 0,1 0-7 15,0-1 12-15,0 0-1 0,0 0 5 16,0-1-4-16,0-1 5 0,24-1-4 0,-24 2 7 0,19-2 9 16,-4-1-12-16,-1-1 8 0,3 0-12 15,4 1 0-15,-3-2 2 0,4 0-11 0,-1-1 8 16,1 0-9-16,-1 0 8 0,0-2 8 0,-3 1-11 16,0-2-3-16,0-2 10 0,1-1-15 0,0 0 11 15,1 0 6-15,1 0-18 0,1 0 8 0,4 0-8 16,-2-22 0-16,2 22 7 0,0-15-1 0,1 15 2 15,1-18-4-15,-1 18 0 0,1-22-3 0,0 12 2 16,-3-3-3-16,1 2 3 0,1-3 9 0,-5 1 0 16,-1 0 0-16,2-1-5 0,-3-1-3 0,-1-2-5 15,-1 1 21-15,1-1 4 0,-4-3 13 16,0 1 10-16,-1-2-3 0,1-1-14 0,-3 0-7 16,-1-3-10-16,0 0-11 0,-1 0 18 0,-1-2-7 15,1 1 6-15,-2-1 14 0,-4-1-8 0,0 1 13 16,-2 1 7-16,1 1-10 0,-3-2-2 0,0 2-3 15,0 2-8-15,0-2-13 0,-23 2 3 0,23 2-9 16,-25-1-2-16,8 0 4 0,-2 0-8 0,-3 1-39 16,-2 0-65-16,-5 0-70 0,-1 0-84 0,0-1-7 15,-4 0 10-15,-1 0 16 0,-3 3 88 0</inkml:trace>
  <inkml:trace contextRef="#ctx0" brushRef="#br0" timeOffset="59389.38">27958 8949 146 0,'0'0'11'0,"0"0"10"15,0 0 9-15,0 0 9 0,0 0-3 16,0 0-1-16,0 0-4 0,0 0 4 0,0 0-3 16,0 0-2-16,0 0-3 0,0 0 3 0,0 0 0 15,0 0-13-15,0 0 11 0,0 0-8 0,0 0 0 16,0 0 16-16,0 0-16 0,0 0-3 0,0 0-4 16,0 0-8-16,0 0 0 0,0 0 5 0,0 0-1 15,0 0-9-15,0 0 5 0,0 0-15 0,0 0 1 16,0 0 4-16,0 0-4 0,0 0 9 0,0 0-5 15,0 0 9-15,0 0-4 0,0 0 0 16,0 0 0-16,0 0-10 0,0 0 20 0,0 0-15 16,0 0 1-16,0 11 4 0,0-11 0 0,0 0 10 15,16 0-2-15,-16 11-3 0,0-11-9 0,0 6-1 16,0-6 5-16,13 7-5 0,-13-5 10 0,0 3-1 16,0-2-4-16,10 3 10 0,-10-3-10 0,4 2 4 15,-1 2 6-15,-1-2-20 0,0 1 10 0,3 1-14 16,-2 0 0-16,-1 2 23 0,0-1-9 0,0-1 14 15,0 1-4-15,1 1-10 0,-1-2 4 0,0 2-13 16,0-1 4-16,0 0-4 0,1 0 4 16,-1-1 10-16,0 1 4 0,-1 0 1 0,-1-1-10 0,0 2 0 15,0-1 0-15,4 0 5 0,-4-1 4 16,0 2-9-16,0-2-5 0,0 0 1 0,2 1-5 16,-2-1 9-16,0 1 0 0,1 0 0 0,-1-1-5 15,2 2 5-15,-2-1-4 0,0-1 4 0,2 1 10 16,-2 1-5-16,0-1-5 0,0-1 0 0,0 0-10 15,0 1 1-15,0-2 14 0,0 1-5 0,0-1 9 16,0-1-4-16,0 0 0 0,0 0-5 0,0 0 10 16,0 0 4-16,0-2-18 0,0 2 9 0,0-1-15 15,0 0-4-15,0 2 14 0,0-1 0 0,0 0 1 16,0 0 4-16,0 2 0 0,0 0 0 0,0-2-5 16,0 2 0-16,0 1-5 0,0-1-4 15,0 0 9-15,0 2 0 0,0-1 6 0,0 0-1 16,0 1-9-16,0-1 4 0,0 0 6 0,0 1-11 0,0-2 10 15,0-2-4-15,0-1-7 0,0 2 11 16,0-1-10-16,0 0 4 0,0-1 1 0,-9 0-6 16,9 3 11-16,0 1 5 0,-8 1 0 0,8-2-5 15,-4 0-10-15,4 1-5 0,-4 1-1 0,2-1 6 16,0 0 10-16,1 0-1 0,0-1 1 0,-2 0 15 16,1 0-20-16,0 1 0 0,-1-1-11 0,-2-1-3 15,1 0 24-15,0 1-15 0,-1 0 14 0,1 1-4 16,0-1-20-16,-1-2 29 0,-1 2-9 0,3-1-10 15,-2 1 9-15,1 0-18 0,2 0 9 16,-3-1 5-16,3 3 0 0,-2-1 4 0,3 0-9 0,-3 3 10 16,3-1-5-16,-1 0 0 0,0 0 5 15,0-1-15-15,0 1 20 0,0 0-10 0,-1-1 0 16,-3 1 13-16,3-1-17 0,-4 0 8 0,1-1 1 16,1 1-5-16,-1-1 0 0,-1-1-9 0,0 0 0 15,4 0 4-15,-5-1 10 0,4 1-1 0,-1 0 1 16,0-2-5-16,0 2 5 0,-1-2-10 0,0 2 10 15,-1-1-14-15,2 0-1 0,-2 0 10 0,2 1-9 16,-1-1 19-16,-1 0-15 0,1 1 14 16,-2 1-8-16,0-1-1 0,1 1 5 0,1-1 0 0,-4 3-10 15,3-3 0-15,-1 1-4 0,-1 1-5 16,2-1 24-16,0 0-15 0,1 0 10 0,-3 0 0 16,1-1-15-16,0 2 5 0,1-1 0 0,1 1-10 15,-1 1 10-15,-1-1 5 0,0 1 6 0,1-2-1 16,1 2 0-16,-2 1 6 0,2-1-16 0,-1-2 0 15,1 1 0-15,-2 0 0 0,2-1-6 0,-1 2 5 16,-1 0 6-16,1-2 1 0,-2 1 10 0,2 1-5 16,-2-3-6-16,0 3-5 0,0-3-1 0,3 1 6 15,-3-1-1-15,1 0 7 0,0 1-7 0,-1 0 1 16,0 1 0-16,0 1-5 0,-2 1 10 16,0 0 0-16,-1 1-5 0,1-1 10 0,-3 0-16 15,3 3 6-15,0-2 0 0,-3 1-10 0,1-1 4 16,1 0 1-16,-1 0 5 0,0 1-5 0,-1-1 10 15,3-1 0-15,-3 2-10 0,3-2 15 0,2-1-19 16,0 0 9-16,0 1 0 0,1-1-14 0,1-1 18 16,1 1-14-16,0 0 10 0,0 0 9 0,3-2-4 15,-3 0-9-15,2 0 9 0,0 0-14 0,0-2 0 16,2 1 13-16,-1 0-9 0,1 0 9 0,-2-1 0 16,2 1-8-16,0-1 0 0,2 0 4 0,-2 0-8 15,1-1 8-15,1 0 4 0,0 0-8 0,0-1 4 16,0 1-4-16,0 0-4 0,0 0 0 0,0 0 12 15,0 1 4-15,0 1-13 0,0 0 5 16,0 2-4-16,0-2 0 0,0 3 12 0,11 0-8 0,-11-1 4 16,0 2-4-16,0 1-4 0,0-1 8 15,0 1-4-15,0 0 4 0,0 1 0 0,0 0-5 16,0 2-7-16,0 1-1 0,0-1 0 0,0 1 9 16,0 2 4-16,0 1 0 0,0 0 4 0,0-2-8 15,0 2 0-15,0 1 0 0,0-1 1 0,0 0-1 16,0 0 5-16,0 0-1 0,0 1 1 0,0 1-5 15,0 0 0-15,0 0 0 0,0-1-4 0,0 0 12 16,0-1-8-16,0 1-4 0,0 0 4 0,0 0-8 16,0-1 4-16,0 0 4 0,0 1-4 15,0-1 8-15,0 1-7 0,0-2-6 0,17 1 13 16,-17 0-8-16,0 0 12 0,0-1 4 0,0-1-16 0,0 3 4 16,0-3-4-16,0 0 4 0,0 1 4 15,0-1-4-15,0 0-1 0,0 0-8 0,0 0 5 16,0-1 4-16,0 1 4 0,0-1 5 0,0-1-1 15,0 1 1-15,0 0-23 0,0-2 5 0,-14 1 4 16,14 0-4-16,0-1 22 0,0-3-8 0,-9 1-5 16,9-1 5-16,0-1-5 0,-5 1 0 0,-2-1 5 15,7 1-5-15,-6-1 0 0,1 1-4 0,3 0 0 16,-4 1 8-16,-1-1-4 0,2 0 5 0,2-1-1 16,-3 1-13-16,4-1 14 0,-1 1-1 0,-3-1-4 15,2 0 9-15,0 0-14 0,-2-1 5 16,2 1 6-16,1 0-15 0,-1 1 9 0,-2-1-4 15,1 1-1-15,0 0 18 0,-1 0-13 0,-1 0 5 16,-4 0-10-16,2 0 0 0,-2 0 9 0,0 1-8 16,-1 0 4-16,-1 0-4 0,-1-1 4 0,3 1 0 15,-2 1-4-15,-1-1 4 0,1 2-4 0,-3-1 0 16,3 0 8-16,-4 2-4 0,4 1 0 0,-1 0 4 16,-1 1-4-16,-1-1 0 0,0 4 4 0,0-2-4 15,1 0 0-15,-1 1 0 0,-1 2-5 0,2 0 5 16,-2 0-1-16,1 0 1 0,1 2 5 0,-1 0-6 15,2-2 6-15,-2 0 0 0,1 2 1 0,-1-1-2 16,1 0-8-16,1-1 9 0,-2 2-10 16,0-1 5-16,-1 0 4 0,3 3-9 0,-2-4 5 15,-2 0 0-15,3 1-5 0,-4 0 5 0,1-1-8 16,1 1 4-16,-1-1 8 0,0 0-8 0,-2-1 17 16,4 2-13-16,-4-2-8 0,1 1 8 0,2-1-9 15,-1-1 4-15,0 1 5 0,-2-1 0 0,1-1-4 16,0 1 12-16,-2-1-8 0,0 0-5 0,4 0 5 15,-5 0-4-15,3 0 8 0,2-1-9 0,0 1 10 16,0-1-6-16,1 1 1 0,-1-1 9 16,2-1-9-16,0 1 39 0,1 0 0 0,-1-2 6 15,-1-1-2-15,3 1-44 0,-1 0 10 0,1 1-15 0,-1-2 0 16,1 0 10-16,0 1-15 0,-1 1 25 0,3 0-15 16,0-1 0-16,-3-1 1 0,3 1-11 15,1 0 15-15,-1-1-5 0,0 0 6 0,0-2-6 16,0 1-4-16,4-1 4 0,-3 0 5 0,2-2-14 15,1 2 10-15,-2-2-5 0,2 0 0 0,0 2 10 16,1-2 4-16,-1 1 0 0,1 0-9 0,-4 0 13 16,2 0-13-16,1-1-5 0,1 2 15 0,-2-2-15 15,0 1 1-15,1 0 9 0,0 0-10 0,-1 0-4 16,2 1 9-16,-1-1-4 0,1 0 0 0,-4 1 4 16,4 0-10-16,-3 1 11 0,1-2 4 15,0 2-4-15,-3 1 4 0,2-2-9 0,0 0-10 16,0 2 20-16,0 0-5 0,3-1-1 0,-3 0 6 15,2 0-16-15,2 1 11 0,-1 0 10 0,0 1-10 16,0-1 6-16,-2 1-1 0,1 0-10 0,3-2 16 16,-3 1-11-16,1 1-5 0,2-3 0 0,-2 0-7 15,3 0 21-15,1-2-6 0,0 0 0 0,0 3 0 16,0-2-21-16,-1 1 17 0,0-1 4 0,-1 3-5 16,2 0 5-16,-2-1-10 0,1-1-5 0,1 0 5 15,2-1 11-15,-2 1 10 0,0-1-10 0,2-1-6 16,0-1-4-16,0 1-11 0,0 0 16 0,0-2-1 15,0 0 1-15,0-1 0 0,0 1-5 0,0 1 10 16,0-1-1-16,0 1 1 0,0-2 4 16,0 1-9-16,0-1-5 0,0 2 5 0,0-1-10 15,0 1 5-15,0-2 10 0,0 3-5 0,0-1 4 16,13 1 1-16,-13 0-11 0,0 0 11 0,0 1-10 16,12-1 1-16,-12-2 9 0,0 3-15 0,0-1 10 15,0-2 10-15,0 2-5 0,0 0 5 0,0 0-15 16,0 0 1-16,0-1-6 0,0 1-5 0,0 0 15 15,0-1-5-15,0-1 6 0,4 1 10 0,-4 3-11 16,0-3 6-16,2 0-6 0,0 2 5 0,1-1 1 16,-1 1-16-16,-2 0 5 0,4 1-4 0,-3-2 15 15,-1 0 5-15,1 1-5 0,0 1 1 0,-1-2-12 16,0 2-5-16,0-3 10 0,0 1-5 0,0 1 1 16,0 0 10-16,0-2-5 0,0 4 6 15,0-2-7-15,0 1-39 0,0 0-1 0,0-2-6 16,0 1 7-16,0 1 39 0,0 1 5 0,0 0-5 15,0 1 5-15,0-2 0 0,0 2-15 0,0 0 15 16,0 0-5-16,-12 0 0 0,12-1 5 0,0 0-14 16,0-2 9-16,0 2-5 0,0-2 15 0,0 1 0 15,0 0-15-15,-6 0 5 0,6 0-14 0,0-1 9 16,0 2 10-16,-5 0 0 0,1 0 4 0,3 1-9 16,-1-1-5-16,0 2 5 0,0-1 0 15,0 0 0-15,1 0 5 0,-2 1-10 0,2 0 1 16,-1 0-1-16,0-2 10 0,-1 2-1 0,-1 0-8 15,-1-1 8-15,1 0-4 0,0-1-5 0,1-1 5 16,-1 0 0-16,-2 1-5 0,3 0 10 0,-4-1-5 16,2 1 4-16,-1-1-4 0,1 2-14 0,1 0 14 15,2 1-5-15,-6-1 5 0,4 3 9 0,0-2-4 16,-1 2 0-16,1 2-16 0,-1-1-4 0,-1 2 9 16,-1-1-10-16,0-1 26 0,1 2-4 0,1-1-11 15,-2 1 11-15,-2-1-6 0,2 0 6 0,1-1-6 16,-1 5-4-16,0-3-1 0,2 1-4 0,-1-1 9 15,1-1 5-15,0 2-14 0,2-1 19 0,-4-1-10 16,4 0 0-16,1 1 4 0,-2-1-4 16,2 1 1-16,-1-1-1 0,1 2 0 0,-2-3-5 15,2 0 5-15,-1 0-9 0,-1-3 8 0,1 1-4 16,-1 0 1-16,1-2 3 0,1 0 1 0,0 0 9 16,-2-1-4-16,2 0-1 0,0 0-8 0,0-1-11 15,1 1 6-15,0-1 8 0,1 0 5 0,-1 0 5 16,1 1-4-16,0-1-10 0,0 1 4 0,0-1-4 15,0 1 15-15,0 0-6 0,-3 0-4 0,3-1 4 16,0 2-4-16,-2-2-1 0,2 3 6 0,-2-4-16 16,0 1 1-16,1 0 16 0,-1 0-11 0,0 0 22 15,0 0-12-15,2 1-15 0,-3-3 6 0,1 4-6 16,2-2 10-16,-2 1 5 0,2 0 1 16,0 0 4-16,-2-1-10 0,2 1 1 0,-2 0-5 15,2-1-10-15,-4 2 19 0,2-1-10 0,0 1 1 16,0-2 9-16,0 1-10 0,0 1 5 0,0-2 4 15,0-1 1-15,0 3-14 0,0-3 14 0,0 3 0 16,1-3-10-16,1 2 10 0,-2 1-9 0,2-1-1 16,-3 0 5-16,3 0 0 0,0 0-9 0,-1-2 4 15,0 1 1-15,-2 0 8 0,3-2 5 0,-3 0-5 16,3 1 1-16,-1-3-10 0,-1 1 9 0,0 1-4 16,2-2 0-16,-2 1 0 0,2 1-4 0,-2-1 8 15,1 0-4-15,0 2 4 0,0 0-4 16,-1 0 0-16,0 2 4 0,0-2-4 0,0 1-1 15,-1 0 1-15,1 0-5 0,0 0-5 0,-1-1 15 16,1 1-6-16,0-1 6 0,0 0 5 0,1 0-11 16,-1-1 11-16,2 1-10 0,-2 1-1 0,0 0 1 15,2 0 37-15,-1 0 10 0,-1-1-6 0,0 2 0 16,-1-2-42-16,2 2-12 0,-3-1 24 0,2 1-6 16,-2-1-5-16,2 2 29 0,0 0-35 0,0-1 17 15,-2-1 1-15,2 2-18 0,-1-1 18 0,3-1-7 16,-4 2 11-16,1-3-4 0,3 1-8 0,-1 0 1 15,-1 1-5-15,2-1-1 0,0 1-5 16,-2 0 5-16,2 0 0 0,0-1-5 0,0 2 11 16,0-2 6-16,-2 1-6 0,2 1 1 0,0-3 5 15,-2 3 1-15,0-3-5 0,0 1 6 0,0-1 8 16,0-1-18-16,0 0 9 0,-1 0 5 0,0 1-10 16,1-2-5-16,0 0 8 0,0 0-4 0,1 0-1 15,0 0 6-15,1 0-9 0,0 0 0 0,0 0-1 16,0-1 5-16,0 0-5 0,0 2 4 0,0 0-10 15,0-1 6-15,0 0-5 0,0-1 0 0,0 1 0 16,0-1 0-16,0-1-6 0,11 0 23 0,-11 1-2 16,0-1-11-16,0 1 19 0,0-1 0 0,0 2 18 15,0-1 7-15,0 4-2 0,0 0-24 16,0-2 10-16,0 3-9 0,0-1 1 0,0 0 4 16,0 1-20-16,0-1 13 0,0-2-4 0,0 0-5 15,0 0 4-15,15-3-10 0,-15 0 0 0,0 0 6 16,0-3-10-16,0 0 8 0,0-2-4 0,0-1 9 15,0-1 4-15,0 1-4 0,0-1 10 0,0 0-6 16,0 0 4-16,0 0 9 0,0 0 2 0,0 1 0 16,0-1 7-16,0 2-8 0,0-2-16 0,0 0-2 15,0 0-6-15,0 0-1 0,0 2 6 0,0-2 0 16,0 0-3-16,0 0-2 0,0 0 0 16,0 0-3-16,0 0-2 0,0 0 4 0,0 0-5 0,0 0 0 15,0 0 2-15,0 0-4 0,0 0 0 16,0 0 2-16,0 0 2 0,0 0 1 0,0 0-9 15,0 0 5-15,0 0-9 0,0 0-18 0,0 0-48 16,0 0-53-16,0 0-66 0,0 0-21 0,0 0 15 16,0 0-49-16,0 0 26 0,0 18 40 0</inkml:trace>
  <inkml:trace contextRef="#ctx0" brushRef="#br0" timeOffset="64476.36">28378 8917 122 0,'0'0'-3'0,"0"-2"4"0,0 2 1 0,0-3 12 16,0 2 4-16,0 0 5 0,0-1 8 0,0 1-4 15,0 0-5-15,0 1-4 0,0-2-8 16,0 2-8-16,0 0 7 0,0-1-5 0,0 1 2 15,0 0 2-15,0 0 1 0,0 0-4 0,0 0-1 16,0 0-8-16,0 0 5 0,0 0-1 0,0 0 4 16,0 0 4-16,0 0-8 0,0 0 0 0,0 0 0 15,0 0-4-15,0 0 0 0,0 0 4 0,0 0 4 16,0 0 0-16,0 0 0 0,0 0-4 0,0 0-8 16,0 0-4-16,0 0 8 0,0 0 4 0,0 0-5 15,0 0 8-15,0 0-3 0,0 0-4 0,0 0 0 16,0 0 8-16,0 0-8 0,0 0 4 15,0 0 0-15,0 0 0 0,0 0-4 0,0 0 9 16,0 0 3-16,0 0-12 0,0 0 8 0,0 0-8 16,0 0 0-16,0 0 4 0,0 0-8 0,0 0 9 15,0 0-1-15,0 0 11 0,0 0-2 0,0 0-2 16,0 0-7-16,0 0-11 0,0 0 11 0,0 0-3 16,0 0 10-16,0 0-7 0,0 0-1 0,0 0 1 15,0 0 1-15,0 0-5 0,0 0 4 0,0 0 0 16,0 0-8-16,0 0 12 0,0 0 0 0,0 0-8 15,0 0 12-15,0 0-8 0,0 0-7 0,0 0 6 16,0 0-6-16,0 0 7 0,0 0 8 0,0 0-4 16,0 0-1-16,0 0 1 0,0 0-8 0,0 0 11 15,0 0-11-15,0 0 4 0,0 0 1 0,0 0-16 16,0 0 15-16,0 0 0 0,0 0-1 16,0 0 9-16,0 0-7 0,0 0-1 0,0 0-3 15,0 0-2-15,0 0 5 0,0 0-3 0,0 0 10 16,0 0-7-16,0 0 1 0,0 0 2 0,0 0-10 15,0 0 11-15,0 0 0 0,0 0-7 0,0 0 11 16,0 0-4-16,0 0-1 0,0 0 0 0,0 0-7 16,0 0 0-16,0 0 1 0,0 0-1 0,0 0 11 15,0 0-6-15,0 0-5 0,0 0 8 0,0 0-12 16,0 0 8-16,0 0 3 0,0 0 5 0,0 0-1 16,0 0-6-16,0 0 3 0,0 0-11 0,0 0 3 15,0 0 4-15,0 0 1 0,0 0-1 0,0 0 4 16,0 0-4-16,0 0-12 0,0 0 12 15,0 0-7-15,0 0 8 0,0 0 9 0,0 0-6 16,0 0-1-16,0 0-3 0,0 0-4 0,0 0 4 16,0 0 4-16,0 0-1 0,0 0-3 0,0 0-4 15,0 0-3-15,0 0 3 0,0 0 4 0,0 0 0 16,0 0 0-16,0 0 0 0,0 0 0 0,0 0 0 16,0 0 4-16,0 0-4 0,0 0 1 0,0 0 2 15,0 0-3-15,0 0 4 0,0 0-1 0,0 0-11 16,0 0-13-16,0 0-20 0,17 0-14 0,-17 0-24 15,0 0 18-15</inkml:trace>
  <inkml:trace contextRef="#ctx0" brushRef="#br0" timeOffset="65099.68">28498 8911 78 0,'0'0'4'0,"0"0"4"0,0 0 0 0,0 0 1 15,0 0-5-15,0 0-7 0,0 0 3 0,0 0 0 16,0 0 0-16,0 0-4 0,0 0 4 0,0 0-3 16,0 0-1-16,0 0 14 0,0 0-7 0,0 0 0 15,0 0 1-15,0 0-7 0,0 0-1 0,0 0 0 16,0 0-4-16,0 0-8 0,0 0-9 0,0 0 1 15,0 0 4-15</inkml:trace>
  <inkml:trace contextRef="#ctx0" brushRef="#br0" timeOffset="68259.8">28498 8950 39 0,'0'0'7'0,"0"0"5"0,0 0 9 0,0 0 4 15,0 0-8-15,0 0 3 0,0 0-15 0,0 0-4 16,0 0 0-16,0 0-7 0,0 0 13 0,0 0 1 16,0 0 8-16,0 0 0 0,0-15 1 0,0 15 1 15,0 0-5-15,0 0 4 0,0 0-10 0,12 0 3 16,-12 0 0-16,0 0-1 0,0 0 3 0,0 0-7 15,0-9-1-15,0 9 0 0,0 0-3 16,0 0 2-16,0 0-2 0,0 0-1 0,0 0 5 16,0 0 3-16,0 0-4 0,0 0 0 0,0 0-3 15,0 0-3-15,0 0 12 0,0 0-9 0,0 0 15 16,0 0-7-16,0 0-5 0,0 0 8 0,0 0-12 16,0 0 1-16,0 0 0 0,0 0-1 0,0 0-4 15,0 0 8-15,0 0-5 0,0 0-2 0,0 0 7 16,0 0-4-16,0 0 4 0,0 0-4 0,0 0-4 15,0 0 4-15,0 0-4 0,0 0 8 0,0 0 4 16,0 0-5-16,0 0-2 0,0 0-5 16,0 0-4-16,0 0 9 0,0 0 2 0,0 0 1 0,0 0-4 15,0 0 4-15,0 0 0 0,0 0-4 16,0 0 0-16,0 0 0 0,0 0-8 0,0 0 4 16,0 0 8-16,0 0-9 0,0 0 0 0,0 0 4 15,0 0-7-15,0 0 3 0,0 0 1 0,0 0-4 16,0 0 7-16,0 0-3 0,0 0 7 0,0 0-9 15,0 0-13-15,0 0-3 0,0 0-8 0,0 0 8 16,0 0-10-16,0 0-4 0,0 0-8 0,0 0-5 16,0 0 6-16,0 0 9 0</inkml:trace>
  <inkml:trace contextRef="#ctx0" brushRef="#br0" timeOffset="69123.61">28521 8926 98 0,'0'0'4'0,"8"0"9"16,-8-11 3-16,2 11 1 0,2 0 5 0,-2 0-8 16,-2 0 2-16,2-7 1 0,0 7-2 0,-1 0 3 15,1-2-4-15,-2 2 13 0,2 0-1 0,-2 0-3 16,1 0 2-16,-1 0-10 0,0 0-9 15,0 0-1-15,0 0 4 0,0 0-5 0,0 0 0 0,0 0 4 16,0-3-12-16,0 3-3 0,0 0 10 16,0 0-7-16,0 0 4 0,0 0 0 0,0 0-11 15,0 0 7-15,0 0 8 0,0 0-4 0,0 0 3 16,0 0 1-16,0 0-8 0,0 0 8 0,0 0 0 16,0 0-1-16,0 0-3 0,0 0 0 0,0 0-1 15,0 0-2-15,0 0 3 0,0 0-4 0,0 0 0 16,0 0 4-16,0 0-8 0,0 0 8 0,0 0-4 15,0 0-6-15,0 0 5 0,0 0-4 0,0 0 4 16,0 0 5-16,0 0-4 0,0 0 0 0,0 0 4 16,0 0-8-16,0 0 8 0,0 0 4 0,0 0-8 15,0 0 12-15,0 0-8 0,0 0 0 16,0 0 3-16,0 0-10 0,0 0 11 0,0 0-4 16,0 0 0-16,0 0 4 0,0 0-4 0,0 0 4 15,0 0-5-15,0 0 1 0,0 0 0 0,0 0-8 16,0 0 4-16,0 0 4 0,0 0-3 0,0 0 3 15,0 0 8-15,0 0-12 0,0 0 8 0,0 0 3 16,0 0-11-16,0 0 8 0,0 0-7 0,0 0-1 16,0 0 0-16,0 0 0 0,0 0 4 0,0 0 0 15,0 0 4-15,0 0 0 0,0 0 4 0,0 0-4 16,0 0 0-16,0 0-4 0,0 0-7 0,0 0 11 16,0 0-12-16,0 0 8 0,0 0 4 0,0 0-12 15,0 0 12-15,0 0 1 0,0 0-9 0,0 0 12 16,0 0-8-16,0 0 4 0,0 0 5 15,0 0-8-15,0 0 3 0,0 0-3 0,0 0 2 16,0 0-7-16,0 0 4 0,0 0-7 0,0 0 3 16,0 0 8-16,0 0 1 0,0 0-1 0,0 0 0 15,0 0-8-15,0 15 0 0,0-15 9 0,0 0-8 16,0 10 7-16,0-10-3 0,0 11 0 0,-16-6 5 16,16 2-4-16,0 0 3 0,0 0 5 0,0 2-5 15,0 0 12-15,-9 0 3 0,9 2-6 0,0 0 7 16,0 0-4-16,0 1 8 0,-5 1-1 15,5 1-1-15,0-2-3 0,-3 2-16 0,1-2 7 0,2 1-6 16,0-2 3-16,0-1-1 0,0 2 1 0,0-2 7 16,0-1-15-16,0-1 0 0,0-1 0 15,0 0 4-15,0-1 4 0,0 0 3 0,0-1-3 16,0 0-12-16,0-1 8 0,0-1 4 0,0 0-8 16,0 0 4-16,0-1-4 0,0-1-8 0,0 1 4 15,0-1 8-15,0 0 1 0,0-1-9 0,0 0 8 16,0 0-8-16,0 0 4 0,0 0-4 0,0 0-12 15,0 0-16-15,0 0-21 0,0 0-12 0,0 0-20 16,0 0-27-16,0 0-12 0,0 0 29 0</inkml:trace>
  <inkml:trace contextRef="#ctx0" brushRef="#br0" timeOffset="70424.91">28639 8872 133 0,'6'-3'8'0,"-6"2"13"16,5 0 9-16,-5-1 5 0,2 0-4 0,-1 0-4 15,-1 1-7-15,0-2-1 0,2 0 7 16,-1 1-4-16,-1-1 4 0,0 0-4 0,0 0-12 15,0 0-5-15,0-1 8 0,0 1 4 0,0 1-1 16,0-3 0-16,0 3-12 0,0-1-3 0,0 0-10 16,-20 1 5-16,20 0-4 0,-14 2 7 0,14-2 10 15,-16 1-5-15,16 1 4 0,-21 0-12 0,9 0 9 16,-1 0-5-16,1 0 0 0,-1 0-4 0,-2 0-8 16,2 0 9-16,-1 18-1 0,-1-18 5 0,2 0 3 15,2 12 0-15,-1-12-7 0,1 10 7 0,2-10-12 16,1 10 0-16,-1-4 9 0,-1 0-5 0,4-1 4 15,-1 3 0-15,-1-2-4 0,1 2 0 0,-3-1 0 16,4 1-3-16,-2-1 4 0,2 3-5 16,-1-3 1-16,0 1 8 0,-2 1-5 0,4 0 5 15,-1 0 3-15,1 0-7 0,-1 0 7 0,2 0-8 16,-2 3 5-16,0-1-5 0,3 0 5 0,0 3-5 16,0-1-7-16,1 1 11 0,0 1-1 0,2 0 5 15,0 0 3-15,0 0-8 0,0-1-6 0,0 1 3 16,0-1 7-16,0 0 0 0,0 0-4 0,0-1 8 15,15 0-4-15,-15 0-4 0,0-1 4 0,0-1 0 16,18 2-4-16,-18-3 4 0,0 1-3 0,15 1-6 16,-15-1 5-16,14-1 0 0,-6 1 4 0,-1-2 0 15,1 0 5-15,1-1 0 0,2-1 0 16,3-1-4-16,-3-1 0 0,1-2 4 0,3 1 1 16,0-2 1-16,2-2-6 0,0 1-3 0,1-1 0 15,2 0 3-15,-2 0 0 0,4 0-7 0,-1 0 0 16,1 0 4-16,0-18-8 0,0 18 16 0,-3 0-1 15,3-19-3-15,-1 19-4 0,-3-15-8 0,0 15 3 16,-3-15 5-16,0 7 7 0,-2 0-3 0,0 1-5 16,0 0-3-16,-4 0 8 0,3-1 7 0,-3 0 4 15,0 1 8-15,0-1 4 0,-2 0 0 0,-4 1 14 16,0 0-3-16,2 0 1 0,-4 0 6 0,-1-1-18 16,0 0 3-16,0 0-17 0,0-3-19 0,0 1 10 15,0 0-5-15,0 0 9 0,-19-2 4 16,19-1 0-16,-18-1-4 0,18 0-4 0,-16-1 9 15,16 0 9-15,-14-1 8 0,14 0 4 0,-14 1-9 16,14 0-8-16,-13 2-13 0,13-1 0 0,-8 2-8 16,4 0-4-16,-1 2 8 0,3 0-9 0,0 1 0 15,-1 1-37-15,0 1-46 0,0 0-30 0,3 1-20 16,-2 1 13-16,1 1-6 0,-2 1-11 0,1 1 34 16</inkml:trace>
  <inkml:trace contextRef="#ctx0" brushRef="#br0" timeOffset="71340.71">29255 9143 192 0,'-12'-7'18'0,"0"1"16"15,0-1 11-15,-2-2 12 0,0 0-13 0,0-1 2 16,-1-1-8-16,0-1 3 0,2-1 17 0,0-2-10 16,-2 0 13-16,3 0-1 0,0-2-18 0,2 1-4 15,-1-1-9-15,1 2-19 0,2 0 4 0,2 1-5 16,1 1-12-16,0 3 9 0,-1-1-15 0,2 3 15 16,1-1 3-16,1 3-8 0,1 0 13 0,0 2-14 15,-1 0 5-15,2 1 4 0,0 0-18 0,0 1-5 16,0 0 4-16,0 0 0 0,0 0 6 0,0 1 8 15,21 0-8-15,-21 0 4 0,17 0 4 16,-17 1-13-16,22 0-1 0,-10 0 10 0,0 0-10 16,0 0 10-16,0 0 4 0,1 0-13 0,-3 0 4 15,1 17 9-15,-1-17-9 0,-1 0 5 0,-2 12 5 16,1-12-14-16,-3 9 13 0,0-9-9 0,-2 9 0 16,1-9 4-16,-2 10-13 0,-2-5 4 0,2 2 0 15,-2 0 1-15,0 1 8 0,0 1-4 0,0-1 1 16,0 1 4-16,0 1-10 0,-23 1 10 0,23 0 0 15,-15 0-1-15,15 1 1 0,-14 0-5 0,14 2 5 16,-16-1-9-16,16 1 9 0,-16-1 0 0,8 1 0 16,0 1 0-16,1 0-4 0,2 0-6 15,-2-1 6-15,3 0-1 0,1-1 5 0,1 1-8 16,2-1-10-16,0 0 9 0,0-2-9 0,0 0 18 16,0-2 0-16,0 0 0 0,0-1 4 0,19-2-4 15,-19-1 4-15,0-1-4 0,15-2 8 0,-15-1-4 16,0-1 6-16,17 0 9 0,-17 0 4 0,12 0 24 15,-12 0 8-15,15 0-1 0,-10-18-5 0,2 18-9 16,1 0-10-16,0-19-4 0,-1 19 0 0,-1-16 1 16,1 16-3-16,0-18 3 0,1 8 4 0,-1 0-12 15,-1 0-1-15,1 0-10 0,0-2-5 0,0 2 2 16,-1 0-8-16,0 0 7 0,-1 1-4 0,1 0-2 16,-2 1-15-16,1 0-40 0,-1 1-57 15,1 0-32-15,0 1-18 0,1 2 4 0,-1-2 31 0,0 0-5 16,0 3 8-16,1 0 33 0</inkml:trace>
  <inkml:trace contextRef="#ctx0" brushRef="#br0" timeOffset="72740.6">29742 8903 159 0,'0'-3'1'0,"12"0"12"16,-12-1 6-16,0 1 4 0,10 2 12 0,-10-2-8 16,7 0 4-16,-7 2-1 0,5-2-7 0,-5 0 3 15,6 3-1-15,-3-3 1 0,-1 1 0 0,0 0-5 16,1 0-7-16,-1 1-1 0,1-1-5 0,-1 1 0 15,-1-1 0-15,0 1-4 0,1 1-4 0,-1-1 0 16,0 0 0-16,-1 0-3 0,1 1 6 16,0-1-6-16,-1 1 3 0,0 0 3 0,1 0-3 15,-1 0 8-15,0 0-8 0,1 0 0 0,2 0 0 0,-3 0 0 16,1 0 0-16,0 0 4 0,0 0 8 16,1 0-7-16,0 0 15 0,-2 0 0 0,0 0-16 15,0 0 8-15,0 0-16 0,0 0-3 0,0 0 11 16,0 0-4-16,0 0 4 0,0 0 8 0,0 0-12 15,0 0 0-15,0 0 12 0,0 0-20 0,0 0 16 16,0 0 0-16,0 0-20 0,0 0 16 0,-14 0-12 16,14 0-4-16,0 0 16 0,-14 0 0 0,14 0-4 15,-13 0 0-15,4 13-4 0,0-13-3 0,2 0 7 16,0 16 4-16,0-16-8 0,-3 13 0 0,2-7 4 16,0 2-3-16,1 1 7 0,-1 2-4 15,1-3-3-15,0 3-1 0,0 0 1 0,0 0 3 16,2 1-4-16,1-1 5 0,1 0-1 0,-1 0 0 15,2-1 7-15,2 2-4 0,-2-2-3 0,2 0-3 16,0 1-1-16,0 0 4 0,0-1 4 0,0 1 0 16,0-1-4-16,0 0 4 0,0 0-11 0,16-1 10 15,-16-1 1-15,0 2-8 0,0-3 7 0,15 1 1 16,-15-1-11-16,9 0 7 0,-9-1 0 0,10-1-11 16,-4 1 22-16,-1-3 0 0,1 1-3 0,2 0 7 15,-1-1-15-15,5-1-8 0,-2 1 12 0,3 0-4 16,1-1 8-16,-1 0 7 0,2-1-8 0,-1 0 10 15,1-1-4-15,-2 0-3 0,1 0 4 0,-4 0-5 16,1 0 0-16,-1 0 9 0,-2 0-5 16,-1 0-4-16,0 0 0 0,-1-15 0 0,-1 15 0 15,-2 0 9-15,0 0 9 0,-2-12-9 0,1 12 4 16,-1-8 0-16,-1 8-5 0,0-10 0 0,0 4-9 16,0 0-4-16,0-1 1 0,0 2-10 0,0-2 5 15,0 0-8-15,0 1 4 0,0 1 4 0,-19-2 4 16,19 2 0-16,0-1-13 0,-18 2 5 0,18-1-5 15,-15 1 5-15,15 1 8 0,-14 0-4 0,7 1 0 16,-2 0-4-16,3 1-8 0,-1 1 8 16,0 0-1-16,0 0 5 0,0 0 8 0,1 0-13 15,1 0-3-15,-2 0 3 0,0 18 1 0,-1-18 8 0,1 0 5 16,2 17 0-16,-2-17-9 0,-1 16-9 16,2-16-3-16,0 13 3 0,2-6-9 0,1 0 5 15,-1-1-5-15,3-2-17 0,-1 2 3 0,2-3-8 16,0 1 5-16,0-3-3 0,0 1-13 0,0-1 5 15,0 0-17-15,0-1-14 0,0 0-20 0,0 0-25 16,0 0 20-16</inkml:trace>
  <inkml:trace contextRef="#ctx0" brushRef="#br0" timeOffset="73794.8">30001 8742 216 0,'0'-3'23'15,"-14"0"18"-15,14 3 6 0,0-1 10 0,0-1-18 16,0 1-5-16,0-2-5 0,-14 3-1 0,14-3-2 16,-8 1-12-16,8-2 8 0,-10 1-13 15,3-1-1-15,1-1-11 0,1 3-5 0,-1-2 9 16,0 1-5-16,-3 1 16 0,2 0-13 0,0 2 9 16,-3 0-4-16,-2 0-8 0,0 0 12 0,-3 0-13 15,2 0 0-15,-3 20 9 0,2-20-4 0,-2 0 0 16,2 14 0-16,0-14 1 0,0 14-1 0,3-14-3 15,-1 14 3-15,3-4 5 0,-3 1-5 0,2 0 9 16,0 0-9-16,1 1-3 0,0 1 3 0,0 0 1 16,2 0 3-16,1-1-4 0,1 1-3 0,-1 0 4 15,1-2 3-15,3 3-4 0,0-2 8 0,0 1-15 16,0 0 3-16,-1 0 1 0,0 0-1 0,0 0 12 16,0 0-8-16,-2 1 3 0,1-3-2 0,0 2-5 15,-1-1 4-15,0 1-3 0,1-2 3 16,2 1 0-16,-2-1 0 0,2 0 0 0,1 0-4 15,0 1 4-15,0-2-4 0,1 2 8 0,0-2 3 16,-1 1-7-16,1 0 0 0,0-3 4 0,0 1-4 16,0 0 7-16,0-2 0 0,0 1-7 0,0-2 0 15,0 1 4-15,0-1-4 0,14 1 0 0,-14-2 8 16,0 1-16-16,0-1 12 0,0-1-5 0,11 3-10 16,-11-3 7-16,0 1 8 0,8 0 3 0,-8 0 1 15,7 0-1-15,-7 0-7 0,4 0 4 0,-3 0 0 16,2-1 4-16,-1 1-4 0,0-1 0 0,1 1 13 15,-2-1 2-15,3 1 9 0,0 0 1 0,4-1 0 16,-3 1-10-16,3-1-4 0,2 0-1 16,1 0-4-16,3 0 0 0,0 0-10 0,0-1 0 15,-1 1 0-15,0-1 5 0,1 0 5 0,-1 1 0 16,0-1-5-16,0 0-5 0,-1 1 14 0,0-3-14 16,1 2 1-16,-1-2 8 0,0 1-13 0,1-1 9 15,-1 0 4-15,0-1-1 0,1 0-3 0,0 0 8 16,-2 0 1-16,0 0 0 0,1 0 16 0,-3 0 6 15,-1 0-1-15,2 0-5 0,-1-16-4 0,-2 16-6 16,2 0-1-16,0-14 6 0,-1 14 7 0,0-13 0 16,2 5 6-16,-2 1 7 0,0-2-2 15,0-1-8-15,2 1-3 0,-3 0-6 0,0-3-7 16,1 1 2-16,0 0-3 0,-2-1 3 0,-1-1-3 16,2-1-4-16,-3 0 8 0,-1-1-3 0,4 0 7 15,-4 0 13-15,0-2 7 0,-1 0 0 0,0-1 2 16,-1 0-4-16,-1-1-11 0,0 0 4 0,0-1-2 15,0 0-1-15,0 0 2 0,0-1-5 0,-23 0-4 16,23 1-7-16,-14-1-5 0,14 0-8 0,-19 1-6 16,19 1 1-16,-21-1-11 0,8 2-24 0,1 0-41 15,-1 1-75-15,-2 1-92 0,1 2-90 0,0 1-17 16,-3 2 15-16,0 3 40 0,0 1 115 0</inkml:trace>
  <inkml:trace contextRef="#ctx0" brushRef="#br0" timeOffset="78451.38">28495 9920 119 0,'0'0'6'0,"0"0"8"16,0 0 9-16,0 0 8 0,0 0-5 0,0 0-5 15,0 0-3-15,0 0-5 0,0 0 3 0,0 0-7 16,0 0-1-16,0 0 2 0,0 0-1 0,0 0-1 15,0 0-7-15,0 0 6 0,0 0-10 0,0 0 7 16,0 0 3-16,0 0-7 0,0 0 0 0,0 0 0 16,0 0 0-16,0 0-3 0,0 0 7 15,0 0-1-15,0 0-2 0,0 0-1 0,0 0 5 0,0 0-4 16,0 0 7-16,0 0 3 0,0 0-3 0,0 0-4 16,0 0-3-16,0 0-1 0,0 0 1 15,0 0 3-15,0 0-4 0,0 0-4 0,0 0 0 16,0 0 4-16,0 0 1 0,0 0 2 0,0 0 1 15,0 0-7-15,0 0 3 0,0 0 0 0,0 0 0 16,0 0 4-16,0 0 0 0,0 0-4 0,0 0 3 16,0 0-3-16,0 0 4 0,0 0 0 0,0 0-7 15,0 0 4-15,0 0-5 0,0 0 1 0,0 0 3 16,0 0 3-16,0 0 1 0,0 0-1 16,0 0 1-16,0 0-4 0,0 0 4 0,0 0-8 0,0 0 1 15,0 0 3-15,0 0 0 0,0 0 0 16,0 0 4-16,0 0-5 0,0 0-2 0,0 0 6 15,0 0-3-15,0 0 0 0,0 0 0 0,0 0 0 16,0 0-4-16,0 0 8 0,0 0-8 0,0 0 0 16,0 0 4-16,0 0-4 0,0 0 8 0,0 0 0 15,0 0-4-15,0 0-7 0,0 0 3 0,0 0 0 16,0 0 4-16,0 0-2 0,0 0-10 0,0 0-5 16,0 0-10-16,0 0-8 0,0 0-9 0,0 0-4 15,0 0-15-15,0 0 3 0,0 0 15 0</inkml:trace>
  <inkml:trace contextRef="#ctx0" brushRef="#br0" timeOffset="79799.49">28507 9930 153 0,'0'0'6'0,"0"0"19"0,0 0 1 15,0 0 3-15,0 0-13 0,0 0-15 0,0 0-5 16,0 0-3-16,0 0 7 0,0 0 0 0,0 0 4 16,0 0 3-16,0 0-1 0,0 0-9 0,0 0 2 15,0 0-2-15,0 0-11 0,0 0 13 16,0 0-3-16,0 0 4 0,0 0 3 0,0 0-5 16,0 0 2-16,0 0-4 0,0 0 8 0,0 0-4 15,0 0-6-15,0 0-1 0,0 0 3 0,0 0 8 16,0 0 2-16,0 0-6 0,0 0 0 0,0 0-4 15,0 0-2-15,0 0 9 0,0 0-3 0,0 0-4 16,0 0 7-16,0 0-3 0,0 0 3 0,0 0 1 16,0 0-7-16,0 0 3 0,0 0-4 0,0 0-4 15,0 0 9-15,0 0-1 0,0 0 5 0,0 0 5 16,0 0-3-16,0 0-8 0,0 0-3 0,0 0 4 16,0 0-3-16,0 0 0 0,0 0 0 15,0 0 0-15,0 0 2 0,0 0 8 0,0 0-4 16,0 0-3-16,0 0 0 0,0 0 1 0,0 0-1 15,0 0 1-15,0 0-1 0,0 0 4 0,0 0 7 16,0 0 2-16,0 0 7 0,0 0-6 0,0 0 0 16,0 0 0-16,0 0 3 0,0 0-5 0,0 0-3 15,0 0 4-15,0 0-12 0,0 0 0 0,0 0 7 16,0 0-8-16,0 0 0 0,0 0 4 0,0 0-7 16,0 0 7-16,0 0-4 0,0 0 4 0,0 0-1 15,0 0-3-15,0 0 8 0,0 0-4 0,0 0 0 16,0 0-4-16,0 0 1 0,0 0 0 15,0 0-3-15,0 0 6 0,0 0-3 0,0 0-1 16,0 0 4-16,0 0 4 0,0 0-7 0,0 0 7 16,0 0-1-16,0 0-7 0,0 0 7 0,0 0-11 15,0 0 4-15,0 0-3 0,0 0 3 0,0 0 4 16,0 0 0-16,0 0 3 0,0 0-7 0,0 0 12 16,0 0-11-16,0 0 3 0,0 0-3 0,0 0-4 15,0 0 7-15,0 0-4 0,0 0 8 0,0 0-7 16,0 0-1-16,0 0-4 0,0 0 8 0,0 0 3 15,0 0-3-15,0 0 3 0,0 0-3 0,0 0-8 16,0 0 4-16,0 0 0 0,0 0 0 0,0 0 0 16,0 0 0-16,0 0 1 0,0 0-5 15,0 0 8-15,0 0 1 0,0 0-1 0,0 0 0 16,0 0 0-16,0 0 4 0,0 0 0 0,0 0 0 16,0 0-4-16,0 0-4 0,0 0 4 0,0 0 0 15,0 0-4-15,0 0 0 0,0 0 3 0,0 0-6 16,0 0 3-16,0 0 0 0,0 0 0 0,0 0 0 15,0 0 4-15,0 0 3 0,0 0-7 0,0 0 1 16,0 0-1-16,0 0-4 0,0 0 4 0,0 0 4 16,0 0-4-16,0 0 4 0,0 0 0 0,15 0 3 15,-15 0-3-15,0 0-7 0,0 0 10 0,15 0-7 16,-15 0 4-16,12 0 4 0,-12 0-12 0,17 0 8 16,-9 0 0-16,1 0 3 0,0 0-3 15,1 0-8-15,0 0 4 0,-1 0-3 0,2 0-1 16,-3 0 8-16,0 0-1 0,2 0 1 0,-2 0-4 15,1 0 4-15,-1 0-12 0,0 0 1 0,-1 0 7 16,0 12-4-16,-1-12 12 0,-1 0-1 0,0 10-7 16,0-10 4-16,-2 7-4 0,0-7-4 0,0 7 8 15,0-7-4-15,-1 6 0 0,0-2 0 0,-1-1 0 16,0 1-4-16,-1-1 0 0,0 1 4 0,0 0 4 16,0 3 4-16,0-2-5 0,0 2 5 0,0-1-8 15,-23 1-8-15,23 2 15 0,-21-1-7 0,21-1-8 16,-25 0 16-16,13 1-16 0,-3-1 4 15,3-1 16-15,-2 0-16 0,3 0 8 0,1-1-1 0,-1-1-7 16,2 1 4-16,1-2 0 0,3 0 0 16,-2-1 0-16,3 0 0 0,1 0-4 0,2-1 0 15,-2 0 4-15,3-1-5 0,0 0 5 0,0 0-4 16,0 0-8-16,0 0 8 0,0 0-4 0,0 0 4 16,0 0 12-16,0 1 0 0,21-1 1 0,-21 0-10 15,0 2 1-15,16-2 0 0,-16 1-4 0,15 0 4 16,-15 0-4-16,12-1 4 0,-5 1 0 0,-1 0 4 15,1 1 0-15,1 0-12 0,0 2 4 0,2-2-4 16,0 4-1-16,2-1 9 0,0 1 0 0,2 2 11 16,1 1-7-16,-1-1-9 0,-1 1 5 0,-1 1-5 15,-4 0 0-15,0-1 13 0,0-1-4 0,-3 0-4 16,0-1 0-16,-5 0-5 0,1 0-3 16,1-1 16-16,-2 0 14 0,0 1 0 0,0-1 8 15,0 2-11-15,0-2 17 0,0 1 1 0,-17-1-9 16,17-1 5-16,-20 0-28 0,20-2-5 0,-24 3 4 15,9-3-5-15,-1 2 1 0,-1-2 10 0,-1 1 6 16,4-2-11-16,-2-1 5 0,1 0-15 0,0-1 5 16,1 0 11-16,-1 0-10 0,2 0-12 0,1 0-41 15,2 0-24-15,1 0-12 0,0 0-3 0,2-17 19 16,4 17-10-16,0 0-11 0,0 0-16 16,1 0 13-16</inkml:trace>
  <inkml:trace contextRef="#ctx0" brushRef="#br0" timeOffset="80507.83">29139 9930 367 0,'0'-2'5'0,"0"1"12"0,0 0 12 16,0 0 1-16,0 0-2 0,0-1-14 0,0 2-2 16,0 0-4-16,0 0-8 0,0 0 4 0,0 0-12 15,0 0 4-15,0 0 0 0,0 0-3 0,0 0 3 16,0 0-3-16,0 0 7 0,0 0 6 0,-12 15-6 16,12-15 4-16,0 13-1 0,-9-13-7 0,9 16 0 15,0-6 3-15,-9 0 1 0,9 1 0 16,-5 0 11-16,5 2-11 0,-2-1 4 0,1 2 3 15,1 0-7-15,0 1 6 0,0 0-6 0,0 1 2 16,0 1 1-16,0 0 0 0,0 0-1 0,17 0-3 16,-17-2 8-16,0 2-9 0,17 0 5 0,-17-2 4 15,12 1-12-15,-12-2 9 0,11 0 7 0,-11-2-14 16,9 0 0-16,-9-1 4 0,7 1 0 0,-7-2 8 16,5-1 0-16,0-1 4 0,-3 0-13 0,2-1-4 15,0 0 13-15,1-2-9 0,1-3 9 0,2 0-1 16,-1-1-8-16,2-1 4 0,1 0-12 15,3 0 16-15,1 0-21 0,0-17-18 0,1 17-7 0,1-17-25 16,-2 17 2-16,2-16-16 0,-2 16-21 16,0-20 6-16,-1 20 20 0</inkml:trace>
  <inkml:trace contextRef="#ctx0" brushRef="#br0" timeOffset="80772.56">29305 9633 1016 0,'0'-2'1'0,"-17"0"-1"16,17-1-17-16,0 1-35 0,-14-3-43 0,14 3-28 16,0 0-13-16,0 2 11 0,0 0-4 0,0 0-2 15,0 0 30-15</inkml:trace>
  <inkml:trace contextRef="#ctx0" brushRef="#br0" timeOffset="81367.45">29572 10271 76 0,'3'-10'30'0,"-1"10"22"0,3-9 12 0,-2 5 5 16,-1 0-11-16,0 3-18 0,0-1-2 0,-2 2-1 16,1-1-18-16,-1 1 5 0,0 0-2 0,0 0-1 15,0 0-8-15,0 0-4 0,0 0-9 0,0 0-8 16,0 0 12-16,0 0-9 0,0 0 1 16,0 0 3-16,0 0 1 0,0 0 0 0,0 15 3 15,0-15 1-15,0 10-9 0,0-10 4 0,0 16-4 16,0-7 5-16,0-1 1 0,0 1 3 0,0 1 6 15,0 0-1-15,0 2 9 0,-16-2-4 0,16 1-1 16,0 2-9-16,0 0-3 0,0 2 4 0,0-1-5 16,0 3 0-16,-9-2 8 0,9 0-4 0,0 2 1 15,0-2 3-15,0 2-12 0,0-2 0 0,0 2 8 16,0-3 0-16,0-1 0 0,16-1 0 0,-16-1 0 16,0-2-11-16,0-1 3 0,0-1 4 0,11-3-8 15,-11 0 16-15,0-2 3 0,0 0 2 0,0-2-6 16,0 0 2-16,0 0-13 0,0 0-24 0,0 0-27 15,0 0-23-15,0 0-21 0,0-19-36 16,0 19 18-16,0-17 17 0</inkml:trace>
  <inkml:trace contextRef="#ctx0" brushRef="#br0" timeOffset="81638.84">29630 10268 389 0,'0'-5'5'15,"0"0"18"-15,0 1 10 0,0 0 13 0,0 0 11 16,0 1-14-16,0 1 5 0,0 0-8 0,0 0-17 16,0 2 6-16,0-1-14 0,0 1-5 0,0 0 6 15,0 0-12-15,0 0 1 0,0 0-5 0,0 0 0 16,0 0 1-16,0 0-6 0,-18 17 10 0,18-17-9 15,-22 0-1-15,22 21 6 0,-25-21-36 0,25 16-12 16,-24-16-14-16,14 15-16 0,10-6 14 0,-18-3-18 16,9 1-30-16,2 1-6 0,-1-1 16 0</inkml:trace>
  <inkml:trace contextRef="#ctx0" brushRef="#br0" timeOffset="82686.75">30159 10192 205 0,'0'0'12'15,"0"1"10"-15,0-1 6 0,0 0 16 0,0 0-18 16,0 0 7-16,0 0 6 0,0 0-12 0,0 0 7 15,0 0-13-15,0 0-8 0,0 0-4 0,0 0 4 16,0 0 4-16,0 0 7 0,0 0-3 0,0 0 8 16,0 0-1-16,0 0-7 0,0 0 19 0,0 0-17 15,0 0-8-15,0 0 9 0,0 0-23 0,0 0 3 16,0 0 15-16,0 0-19 0,0 0 0 0,0 0 10 16,0 0-15-16,0 0 0 0,0 0 5 0,0 0 0 15,0 0 0-15,0 0 5 0,0 0 0 16,0 0-10-16,0 0 0 0,0 0 1 0,0 0 4 15,0 0 4-15,0 0-4 0,0 0 0 0,0 0 5 16,0 0-10-16,0 0 10 0,0 0-14 0,0 0-1 16,0 0 5-16,0 0 1 0,0 0 13 0,0 0-4 15,0 0-5-15,0 0 5 0,0 0-10 0,0 0 5 16,0 0 0-16,0 0-10 0,0 0 20 0,0 0-15 16,0 0 10-16,0 0-1 0,0 0-3 0,0 0 9 15,0 0 4-15,0 0 10 0,0 0 0 0,0 0 18 16,0 0 1-16,15 0-6 0,-15 0-5 15,9 0-14-15,0 0-1 0,1 0-5 0,2 0-7 0,0 0-4 16,2 0-1-16,0 0-5 0,2 0 13 16,-1 0 0-16,-1 0-12 0,1 0 5 0,-2 0-1 15,-1 0 4-15,-1 0 12 0,1 0 1 0,-2 0 9 16,1 0 0-16,-2 0 4 0,0 0 2 0,-2 0-5 16,1 0 4-16,-2 0-4 0,0 0 0 0,-4 0-3 15,0 0-5-15,1 0-7 0,-3 0-5 0,0 0 1 16,0 0-3-16,0 0-2 0,0 0 1 0,2 0-5 15,-2 0 1-15,0 0 2 0,0 0-1 0,0 0-3 16,0 0 3-16,0 0 0 0,0 0-1 0,0 0 4 16,0 0-10-16,0 0 4 0,0 0-26 0,15 0-18 15,-15 0-34-15,0 0-28 0,0 0-4 0,11 0 0 16,-11 0 10-16,0 0-11 0,7 0 8 16,-7 0-11-16,0 0-13 0,0 0-8 0,0 0 26 15</inkml:trace>
  <inkml:trace contextRef="#ctx0" brushRef="#br0" timeOffset="85111.5">30884 9965 166 0,'0'11'9'0,"0"-11"15"0,0 0 5 0,0 0 13 0,0 0 2 15,0 0-7-15,0 0 6 0,0 0-2 16,0 0-17-16,0 0 6 0,0 0-3 0,0 0-9 16,0 0 8-16,0 0-15 0,0 0-4 0,0 0-11 15,0 0 8-15,0 0-4 0,0 0-4 0,0 0 8 16,0 0-8-16,0 0 1 0,0 0-1 0,0 0 4 15,0 0 0-15,0 0 4 0,14 0 3 0,-14 0-4 16,12 0-3-16,-4 0 0 0,1 16-3 0,2-16-1 16,-1 0 8-16,1 12-4 0,2-12-4 0,-2 10 4 15,0-10-4-15,0 10 4 0,1-6 4 0,-3 1-4 16,1 1 3-16,-2-1-3 0,1 1-4 0,-1-1 0 16,-3 0 1-16,1-1 6 0,-3 0 4 15,1 0-4-15,-2 0 1 0,0 1-1 0,-1-2-6 16,-1 2 3-16,0 0-8 0,0 0-3 0,0 2 11 15,0-2-1-15,0 2 5 0,0 0-1 0,0 2 3 16,-18-1-6-16,18 0 0 0,0 0 7 0,-18 2-8 16,18-2 8-16,0 2-7 0,-14-1-12 0,14 2 7 15,-10-2 1-15,10 1 11 0,-5 0-4 0,5 1-11 16,-5 0 7-16,3-1-4 0,-2 1 13 0,2-1-9 16,0-1-7-16,1 1 4 0,-2 0-3 0,2-3 12 15,-2 2 7-15,2-1-11 0,1 0 3 16,-1-2-4-16,1 1-3 0,0-1 3 0,0-1 0 0,0 0 4 15,0-1-4-15,0-2 0 0,0 0-7 16,0-2 3-16,0 2 5 0,0-1 6 0,0-1 4 16,0 0-3-16,0 0 0 0,16 0-4 0,-16 0 0 15,0 0-4-15,14 0 0 0,-14 0-4 0,13 0 4 16,-6 0 4-16,2 0-4 0,-1 0 0 0,2 0-4 16,-1 0 0-16,-1 0 8 0,2 0 0 0,-1 0 0 15,0 0 4-15,1 0-16 0,-3 0 11 0,1-13-3 16,-2 13-16-16,1 0-9 0,-3 0-21 0,0-9-22 15,0 9-11-15,-2 0-23 0,0-8-8 0,0 4 25 16</inkml:trace>
  <inkml:trace contextRef="#ctx0" brushRef="#br0" timeOffset="85894.9">31352 10018 120 0,'0'0'3'0,"0"0"-3"16,0-1 5-16,0-1 8 0,19 1 0 0,-19 0 7 15,0-1 4-15,0 0-6 0,0 1 6 0,12 0 0 16,-12 0-8-16,0 0 6 0,0 1-14 0,0 0 3 16,0 0-2-16,0 0-1 0,0 0 4 0,0 0-3 15,0 0 6-15,0 0-14 0,0 0 6 16,0 0-6-16,0 0-7 0,0 0 10 0,0 0-8 16,0 0 1-16,0 0 6 0,0 0 1 0,0 0-4 15,0 0 10-15,0 0-14 0,0 13 1 0,0-13-1 16,0 0-2-16,0 15 13 0,0-15 3 0,0 17-1 15,0-9-3-15,-17 3-7 0,17 1 1 0,0-1 9 16,-9 3 1-16,9-2 3 0,0 3-6 0,0 0 0 16,0 0 10-16,-6-1-3 0,6 2 4 0,0 0-3 15,0 0-12-15,0 0 5 0,0-1 3 0,0 0-4 16,0-3-3-16,15 2 8 0,-15-1-7 0,0-1-4 16,20-2 4-16,-20 2-8 0,19-2 8 0,-9 1-1 15,0-1 0-15,2 0 4 0,-2-2-7 16,-1-2 6-16,1 0 1 0,-3-3-11 0,0 0 14 15,-1-1-7-15,1-2-8 0,-3 1 8 0,-1-1-12 16,3 0 4-16,-3 0 0 0,3 0-20 0,-1 0-21 16,4-16-20-16,-2 16-7 0,4 0-16 0,1-17-21 15,-1 17 21-15</inkml:trace>
  <inkml:trace contextRef="#ctx0" brushRef="#br0" timeOffset="86161.39">31573 9853 1435 0,'0'0'1'0,"0"0"2"16,0 0-16-16,0 0 4 0,21 0-22 0,-21 0-30 16,17 0-22-16,-17-16-64 0,17 16-24 15,-17 0-11-15,14 0-4 0,-14 0 16 0,11 0 12 16,-11 0 39-16</inkml:trace>
  <inkml:trace contextRef="#ctx0" brushRef="#br0" timeOffset="86823.4">31686 10377 260 0,'0'0'0'0,"0"0"9"15,0 7 4-15,0-7 2 0,0 0 11 0,0 0 0 16,0 0-8-16,14 0 2 0,-14 0-7 0,0 0 0 16,18 0-8-16,-18 0 11 0,14 0-2 0,-5 0-11 15,-1 0 17-15,0 0-15 0,-1 0-4 0,2 0 3 16,-3 16 0-16,-1-16 0 0,0 0-3 0,0 11 3 15,-2-11-4-15,1 12 1 0,-2-12 3 16,-2 12 1-16,2-5-11 0,-2-2 6 0,0 2 5 0,0 1-5 16,0 0 8-16,0 0-4 0,0 0-7 15,0 0 0-15,0 1 0 0,-18-1 0 0,18 3 3 0,0-2 1 16,0 1-1-16,-13-1-3 0,13-1 3 16,-10 1 7-16,10 0-7 0,0-2 4 0,-8 0-1 15,8-1 1-15,-3-1-1 0,3-1 4 0,0-1-6 16,0 0 0-16,0-1 10 0,0 0-10 0,0 0 13 15,0-1-4-15,0 1 1 0,0-1 4 0,0 1-4 16,0-1 11-16,23 0 4 0,-23 0 8 0,0 0 1 16,19 0-10-16,-19-1-8 0,18 0-4 0,-18 0-9 15,15 0-8-15,-6 0 4 0,0 0-4 0,0 0 5 16,-1 0 7-16,-1 0-8 0,-1-14-13 0,-1 14-27 16,1 0-22-16,-2 0-32 0,2 0-13 0,-3-10-2 15,2 10-27-15,0 0 36 0</inkml:trace>
  <inkml:trace contextRef="#ctx0" brushRef="#br0" timeOffset="87303.86">32177 10121 602 0,'0'0'0'0,"0"0"-11"0,0 0 0 0,0 0 1 16,0 0-1-16,0 0 7 0,0 0 8 0,0 0 0 16,0 0 7-16,0 0 7 0,0 0-3 0,0 0 3 15,0 0-11-15,0 0 0 0,26 0-3 0,-26 0-1 16,25 0 5-16,-7 0-1 0,-1 0 0 0,2 15 5 15,-1-15-8-15,0 0-1 0,0 0 1 0,-4 0-9 16,1 0 9-16,-3 0 4 0,-1 0-3 0,-5 8-9 16,2-8 1-16,-2 0-6 0,-1 0 9 0,-1 0 8 15,0 0 0-15,-3 0-8 0,1 0-19 0,0 0-32 16,-2 0-21-16,0 0-35 0,0 0-45 0,0 0 26 16,0 0 21-16</inkml:trace>
  <inkml:trace contextRef="#ctx0" brushRef="#br0" timeOffset="87599.47">32203 10378 366 0,'0'3'10'0,"0"-1"14"0,0-1 19 16,14-1 3-16,-14 0 2 0,9 0-6 0,-9 0-15 16,13 0-4-16,-5 0-4 0,1 0-8 15,3 0 10-15,0 0 0 0,-2-13-13 0,4 13-8 16,-4 0-4-16,1 0-6 0,0-9 6 0,-3 9 7 16,2 0 2-16,-5 0 0 0,1 0 0 0,-1 0-9 15,2 0-28-15,-4 0-4 0,4 0-23 0,-2 0-2 16,-2 0-13-16,2 0-26 0,-1 0-14 0,1 0 6 15,1 0 32-15</inkml:trace>
  <inkml:trace contextRef="#ctx0" brushRef="#br0" timeOffset="88185.41">32765 9931 448 0,'0'0'-3'0,"0"0"-3"0,0 0 7 16,0-1-3-16,0-2 6 0,0 2-2 0,0 1-2 15,0 0 0-15,0 0-4 0,0 0-2 0,0 0 5 16,0 0 0-16,0 0 1 0,0 0 7 0,12 17-6 16,-12-17 3-16,0 17 6 0,0-17 2 15,0 23 9-15,0-10 8 0,8 1-8 0,-8 0 0 16,0 1-11-16,0-1 0 0,0 2 0 0,0 1 7 16,0-1-11-16,0 1 1 0,0 2 3 0,0 1-6 15,0 0 6-15,0 1 1 0,0 1-8 0,0-1 0 16,0 0 4-16,0-1-7 0,0 0-3 0,0-1 0 15,-14-2-4-15,14 0-1 0,0-4 12 0,0 0 0 16,0-1 0-16,0-1 3 0,0-3-3 0,0-2 0 16,0 0 3-16,0-3-7 0,0 1-4 0,0-1 8 15,0-3-8-15,0 2 4 0,0 0 0 16,0-1-18-16,0-1-15 0,0 0-27 0,0 0-23 16,0 0-25-16,0 0-28 0,0 0 27 0</inkml:trace>
  <inkml:trace contextRef="#ctx0" brushRef="#br0" timeOffset="88924.49">33052 10031 257 0,'2'-3'7'0,"1"0"6"0,-2 1 20 0,0 0 8 16,0-1 14-16,-1 3 1 0,0-1-2 0,0 1 0 15,0 0-15-15,0 0-7 0,0 0-25 0,0 0-3 16,0 0-11-16,0 0 4 0,0 0-1 0,0 0 1 15,0 0 3-15,-14 16-4 0,14-16 4 0,0 12 3 16,0-12-3-16,0 19 3 0,-9-9 8 16,9 3-15-16,0 1 4 0,-10 2-1 0,10 0-6 15,0 1 6-15,-4 0 1 0,4 1-4 0,-2 0 3 16,2-2 8-16,0 0 4 0,0 0-11 0,0-2 11 16,0-1-12-16,0-2-2 0,0-2 14 0,0-2-11 15,0-2 8-15,0 0 5 0,0-3-4 0,0 0 4 16,0-2 2-16,0 0 0 0,0 0 4 0,0 0 0 15,0 0-9-15,0 0-1 0,23 0-9 0,-23 0 4 16,21 0 5-16,-21 0-18 0,23-18 18 0,-10 18-19 16,-1 0 5-16,2-12 14 0,-4 12-14 0,0 0 10 15,1-11-1-15,-3 11-8 0,-1 0 4 16,-1 0-5-16,0-6-14 0,-3 6 10 0,1 0 0 16,-2 0 9-16,0 0-5 0,1 0 5 0,-1 0 1 15,1 0-6-15,1 21 6 0,0-21 4 0,1 0-10 16,0 14 6-16,1-14 3 0,-1 12-4 0,0-12 8 15,-1 13-13-15,1-13 0 0,-2 13-5 0,0-5-4 16,-2 1 10-16,0 0 4 0,-1-1 4 0,0 1-4 16,0-1 4-16,0 1-4 0,0 0 0 0,-17-3 9 15,17 2 4-15,0 0 9 0,-14 0 4 0,14 0-5 16,-13 0-3-16,13 0-1 0,-14-1 4 0,14 2 4 16,-17-2 8-16,8 1 3 0,0 0-4 0,-1-1 11 15,-1 0 0-15,2 0-6 0,-5 0 4 16,2-1-19-16,-4 1-6 0,4-2-2 0,-2 0-11 15,1-1 6-15,0 1-8 0,-1-2 2 0,4 1-4 16,0-1-2-16,-1-1 3 0,3 1-6 0,0 0-1 16,0-1-20-16,1 0-21 0,2 0-34 0,-2-1-16 15,3 1-15-15,1-1-6 0,-1-1 14 0,1 0 8 16,1 0 0-16,-1 0-9 0,2 0-13 0,1 0 13 16</inkml:trace>
  <inkml:trace contextRef="#ctx0" brushRef="#br0" timeOffset="89684.35">33106 10009 293 0,'-3'0'0'0,"-1"6"0"0,1-6 0 16,0 0 3-16,0 0 3 0,1 0-3 15,2 0-3-15,-1 0 0 0,-1 0-2 0,0 0-2 16,2 0 4-16,0 0-4 0,-2 0 0 0,2 0 0 16,0 0 7-16,-1 0 0 0,1 0-7 0,0 0 11 15,-1 0-14-15,0 0 0 0,1 0 10 0,-2 0 1 16,0 0 5-16,2 0 10 0,0 0 2 0,0 0 7 16,0 0 6-16,0 11-7 0,0-11-4 0,0 0-7 15,0 0-4-15,0 0-1 0,0 0 0 0,0 0-3 16,0 7 2-16,0-7-3 0,0 0-1 0,0 3-2 15,0 0-7-15,0-2 3 0,0-1 4 0,0 2 0 16,0-1-1-16,0 0 0 0,0 0-9 16,0 2 13-16,16-2 10 0,-16 0 15 0,0 0 18 15,0 0 4-15,0 0 9 0,13 1 0 0,-13 0 0 16,11-2-2-16,-4 1-8 0,1 1-6 0,2-2 6 16,0 1-7-16,1 0-3 0,0 1-10 0,0-2-14 15,1 0 3-15,-2 0 0 0,0 1 14 0,0-1-2 16,0 0-2-16,-2 0 0 0,0 0-10 0,-2 0 6 15,0 0-6-15,-1 0-2 0,-1 0-4 0,-1 0-8 16,0 0-2-16,0 0-2 0,-1 0-2 0,1 0-2 16,-1 0-2-16,1 0-1 0,-1 0-2 0,0 0 0 15,2 0-17-15,1 0-47 0,-2 2-53 16,0-2-56-16,2 2-24 0,-3 1 9 0,1-1 30 16,0 0 14-16,-1 1-13 0,-1 1 39 0</inkml:trace>
  <inkml:trace contextRef="#ctx0" brushRef="#br0" timeOffset="102127.4">27911 11229 96 0,'0'1'2'0,"0"-1"8"16,0 0 5-16,0 0 8 0,0 0-1 15,0 0-3-15,0 0-1 0,0 0-2 0,0 0 2 16,0 0 9-16,0 0-8 0,0 0 3 0,0 0-8 15,0 0-4-15,0 0 3 0,0 0-12 0,0 0 8 16,0 0-4-16,0 0 0 0,0 0 8 0,0 0-12 16,0 0-5-16,0 0 0 0,0 0 1 0,0 0 11 15,0 0-3-15,0 0 0 0,0 0-5 0,0 0-3 16,0 0 7-16,0 0-4 0,0 0 12 0,0 0 0 16,0 0-11-16,0 0 8 0,0 0-8 15,0 0 4-15,0 0 4 0,0 0 0 0,0 0-4 16,0 0 0-16,0 0 7 0,0 0-11 0,0 0 7 15,0 0 1-15,0 0-5 0,0 0 4 0,0 0-7 16,0 0-1-16,0 0-3 0,0 0 19 0,0 0-4 16,0 0-8-16,0 0 8 0,0 0-23 0,0 0 19 15,0 0 0-15,0 0 1 0,0 0 11 0,0 0-16 16,0 0 9-16,0 0 4 0,0 0-8 0,0 0 3 16,0 0-3-16,17 0-5 0,-17 0 0 0,0 0 1 15,0 0 3-15,11 0-8 0,-11 0 4 0,10 0 4 16,-4 0-4-16,1 0 4 0,3 0 6 15,2-10-4-15,1 10 5 0,1 0-5 0,0 0 5 0,-2-6 0 16,3 6-4-16,-1 0 4 0,-1 0-6 0,-2-4-4 16,-1 4 10-16,2-2-1 0,-3 2-13 15,1-1 8-15,-1 1-18 0,-1-2 14 0,-1 2 5 16,-1 0-14-16,3 0 13 0,-4-2-9 0,3 1-5 16,-1 1 15-16,0 0-10 0,-2 0-5 0,2 0 5 15,-1-1-5-15,0 1 5 0,0 0-5 0,-2 0 5 16,-1 0 0-16,1 0-5 0,-2 0 5 0,-2 0-15 15,2 0-29-15,-2 0-21 0,0 0-24 0,0 0-5 16,0 16-10-16,0-16-13 0,0 0-1 0,0 0 18 16</inkml:trace>
  <inkml:trace contextRef="#ctx0" brushRef="#br0" timeOffset="105992.59">28631 10999 146 0,'0'0'9'0,"0"0"2"16,0 0 16-16,0-11 1 0,0 11-9 0,0 0 7 0,0 0-6 15,0 0 2-15,0 0 4 0,0 0-8 16,0-6-4-16,0 6 0 0,0 0 3 0,0-4 1 16,0 4 0-16,0 0-5 0,0-2-3 0,0 1 4 15,0 1-9-15,0-1 4 0,0 1-1 0,0 0-7 16,0-2 7-16,0 2-7 0,0 0-5 0,0-1 12 15,0 1 0-15,0 0 0 0,0 0 8 0,0-1-20 16,0 1 0-16,0 0 8 0,0 0-11 0,0 0 15 16,0 0-12-16,0 0 3 0,0 0 1 0,0 0-9 15,0 0 13-15,0 0-8 0,0 0 7 0,0 0-3 16,0 15-5-16,0-15 5 0,0 13-1 16,0-13-4-16,0 19 7 0,0-8 2 0,0 1-1 0,-16 1 13 15,16 1 1-15,0-1 0 0,0 1-11 16,0 1 8-16,-10 0-1 0,10 1 0 0,0 1 5 15,-5-2-10-15,5 1-3 0,0-1-1 0,0 0 0 16,0-2 9-16,0-1-9 0,0 0 0 0,0-3 4 16,0 1-3-16,0-2-1 0,0 1 0 0,0-2 6 15,0 3-6-15,0-3 11 0,0 1-6 0,0 1-9 16,0-2 5-16,0-1-10 0,0 1 5 0,0-2 5 16,0 0-5-16,0-1 9 0,0-1-9 0,0 0 0 15,0-1 14-15,0-1-19 0,0 0 10 0,0-1 0 16,0 1-10-16,0-1 5 0,0 0-30 0,0 0-17 15,0 0-41-15,0 0-16 0,0 0-19 0,0 0-21 16,0 0 35-16</inkml:trace>
  <inkml:trace contextRef="#ctx0" brushRef="#br0" timeOffset="106815.9">29000 10839 141 0,'0'-3'11'15,"0"1"2"-15,0 0 15 0,0-1 3 0,0 1 0 16,0 1 6-16,0 0-10 0,0 0 1 0,0-1-10 15,0 0 5-15,0 1-13 0,0 0 6 0,0 1 3 16,0 0-10-16,0 0-1 0,0 0-1 0,0 0-13 16,0 0-2-16,0 0 8 0,0 0-4 0,0 0 7 15,-17 0-4-15,17 16 4 0,-11-16-7 0,11 0 4 16,-12 20-1-16,12-20 0 0,-13 17-3 0,8-7 10 16,-5 0 1-16,3 0-4 0,-2 0 11 0,0 3-14 15,0-2-1-15,-2 1 12 0,3 0-8 0,-3 3 3 16,4-2 8-16,-2 1-11 0,2 2 3 0,-1-1-4 15,1 1-3-15,1-1 9 0,1 0-4 0,1 0 2 16,-1 1-1-16,3 0-12 0,-1-1 1 16,3-1 11-16,0 0-3 0,0 1 3 0,0-1 4 15,0 0-8-15,0-1-1 0,0-1 1 0,0 0-4 16,20-1 4-16,-20-2 7 0,0 1-3 0,13-2 7 16,-13 2-12-16,14-3-7 0,-4 1 12 0,-1-1-9 15,2 1 12-15,2-1-4 0,-1-1 0 0,0 0 4 16,1 0-4-16,2-1 19 0,-4-1 0 0,0 0-3 15,0-2 22-15,-3 0-6 0,-1-1 14 0,1 0 14 16,-3 0-14-16,-1-1 3 0,-1 0-9 16,1 0-9-16,-2 0-4 0,1 0-1 0,0 0-12 0,1 0 3 15,-1-16-4-15,0 16-15 0,1 0 10 16,-2-19-7-16,2 19 4 0,-1-17 0 0,0 8-3 16,-1 0-5-16,1-1 6 0,-2 1 6 0,1 0 5 15,-2 1 12-15,0 0 12 0,0 2 23 0,0 1 3 16,0-1-7-16,0 2-25 0,0 1-18 0,0 1-16 15,-21-1-5-15,21 1 8 0,-18 1-11 0,18 0 7 16,-19 1-1-16,7 0-8 0,1 0 13 0,-3 0-12 16,3 0 7-16,0 0-4 0,-1 0-12 0,2 0-16 15,1 0-28-15,1 15-21 0,-2-15-44 0,2 0-6 16,2 12-16-16,-2-12 4 0,-3 0 26 16,6 12 4-16,-3-12 15 0,0 8-18 0,4-8-16 0,-3 9 30 15</inkml:trace>
  <inkml:trace contextRef="#ctx0" brushRef="#br0" timeOffset="107775">29400 10998 189 0,'0'0'8'16,"0"0"5"-16,0 0 1 0,0 0 12 0,0 0-13 15,0 0 1-15,0 0-2 0,0 0-15 0,0 0 1 16,0 0-1-16,0 0-5 0,0 0 8 0,0 0 7 16,0 0-8-16,0 0 4 0,0 0-8 0,0 0 0 15,-15 0 8-15,15 18 0 0,0-18 9 0,0 15-9 16,-11-4 5-16,11 0 15 0,0 1-7 0,-8 0 6 15,8 1-6-15,-6 1 1 0,6 1 4 0,0 1 3 16,-3 0 0-16,3 0-13 0,0 0 3 0,0 1 0 16,-1 1-5-16,1 0-3 0,0-1-4 15,0-1-5-15,0-2 8 0,0 0 7 0,0-1 4 0,0-1 4 16,0-2-1-16,16 0 1 0,-16-1-1 16,0 0-3-16,15-1 3 0,-15-1 7 0,14-1 0 15,-14-1 9-15,14 0 6 0,-5-2-13 0,0 0 3 16,1-1 0-16,-1 0-17 0,2 0 0 0,-1-2-1 15,-1 0-12-15,2 0 4 0,-3 0 8 0,2 0-8 16,-3 0 8-16,2 0-5 0,-2-17-34 0,0 17-43 16,-1 0-30-16,2-19-25 0,-3 19-3 0,-2-16-14 15,0 7-5-15,0-3 29 0</inkml:trace>
  <inkml:trace contextRef="#ctx0" brushRef="#br0" timeOffset="108005.96">29498 10703 602 0,'0'0'0'0,"-6"0"-19"0,6 0-16 0,0 0-12 16,0 0-20-16,0-20-10 0,0 20-39 16,17 0 12-16</inkml:trace>
  <inkml:trace contextRef="#ctx0" brushRef="#br0" timeOffset="110419.77">29798 11294 43 0,'0'0'10'0,"0"0"-3"0,0 0 3 0,0 0 5 15,0 0-9-15,0 0 6 0,0 0-2 0,0 0 0 16,0 0 3-16,0 0-4 0,0 0 4 0,0 0-5 15,0 0 15-15,0 0 6 0,0 0 5 0,0 0 0 16,0 0-18-16,0 20 2 0,0-20-1 0,0 0 3 16,0 18 4-16,0-18-7 0,0 15 4 0,0-6-8 15,0 1 1-15,0 0-1 0,0 1-5 0,0 0 4 16,0 0 0-16,0-1 3 0,0 3 1 0,0-2-1 16,0 1 3-16,0-2 1 0,0 0-8 15,0 0 4-15,0 1-11 0,0-3 7 0,0 1-10 16,0-1-1-16,0-1 7 0,0 0-14 0,0 0 10 15,0-1 1-15,0-1-11 0,0 0 7 0,0 0 7 16,0-1 0-16,0 0 1 0,0 0-8 0,0-3-4 16,0 3-4-16,0-4 5 0,0 2 2 0,0-1-18 15,0-1-19-15,0 0-17 0,0 0-24 0,0 0-7 16,0 0-17-16,0 0 4 0,0 0 25 0</inkml:trace>
  <inkml:trace contextRef="#ctx0" brushRef="#br0" timeOffset="110679.22">29906 11234 343 0,'0'-1'-7'0,"0"1"3"0,0 0-2 15,0-1 3-15,0 1 11 0,-18 0 0 0,18 0 4 16,0 0-14-16,-18 0 6 0,18 0-10 0,-17 20 8 16,17-20 14-16,-18 14-15 0,7-14 3 0,1 18-7 15,0-6 0-15,-2 0-3 0,2-1-5 16,-1 3-13-16,0 0-24 0,0-1-10 0,-1 0-19 16,2-1 11-16,0 0 21 0</inkml:trace>
  <inkml:trace contextRef="#ctx0" brushRef="#br0" timeOffset="113931.86">30266 11385 154 0,'0'0'11'0,"0"0"3"0,0 0 15 0,0 0 2 0,0 0 2 15,0 0-1-15,0 0-11 0,0 0 3 16,0 0-3-16,0 0 2 0,0 0-4 0,0 0 1 16,0 0-9-16,0 0-6 0,0 0 3 0,0 0 0 15,0 0-11-15,0 0 7 0,0 0 3 0,0 0-10 16,0 0 14-16,0 0-3 0,0 0-8 0,0 0 15 15,0 0-11-15,0 0 0 0,0 0 4 0,0 0 0 16,0 0 3-16,0 0 11 0,0 0-7 0,0 0 4 16,0 0-4-16,0 0-11 0,0 0 7 0,0 0-7 15,0 0 3-15,0 0 0 0,0 0-7 0,0 0 4 16,0 0 0-16,0 0 3 0,0 0 4 16,0 0-4-16,0 0 1 0,0 0-5 0,0 0 10 0,0 0-4 15,0 0-1-15,0 0-3 0,0 0-5 16,0 0 0-16,0 0 4 0,0 0 1 0,0 0-1 15,0 0 1-15,0 0 4 0,0 0 8 0,0 0 0 16,0 0 1-16,0 0-27 0,0 0 9 0,0 0 0 16,0 0 5-16,0 0 21 0,0 0-9 0,0 0 0 15,0 0-8-15,0 0-4 0,0 0-1 0,0 0 1 16,0 0 8-16,0 0 8 0,0 0-9 0,0 0 5 16,0 0-5-16,0 0-7 0,0 0 3 0,0 0 1 15,0 0 0-15,0 0 4 0,0 0 7 0,0 0-4 16,0 0 1-16,0 0 3 0,0 0-4 15,0 0 8-15,0 0 0 0,0 0-5 0,0 0 9 0,0 0-21 16,0 0 15-16,0 0-8 0,0 0-7 16,0 0 7-16,0 0-10 0,0 0 3 0,0 0 3 15,0 0 0-15,0 0-9 0,0 0 2 0,0 0-3 16,0 0 0-16,0 0 7 0,0 0 1 0,0 0 0 16,0 0 4-16,0 0 6 0,0 0 3 0,0 0 7 15,0 0-5-15,0 0 0 0,0 0-9 0,0 0-10 16,0 0 2-16,0 0-6 0,0 0 2 0,0 0 2 15,0 0-1-15,0 0-3 0,15 0 0 0,-15-15 4 16,0 15-6-16,0 0 5 0,0 0-3 0,10 0-6 16,-10 0 9-16,0 0-6 0,9-9 2 0,-5 9 2 15,1 0-4-15,0 0 7 0,2-6-5 0,-1 6 1 16,0-4-3-16,1 2 0 0,0 1 4 16,-1 0-2-16,2-2 0 0,0 2 0 0,-1 0 2 15,0 1-1-15,0-3 2 0,-1 3 2 0,-1 0-8 16,1-2 1-16,0 2 6 0,-3 0-6 0,0 0 5 15,0 0-5-15,0 0 4 0,0-1-6 0,-1 1 3 16,1 0 9-16,1 0-10 0,-1-1 6 0,-1 1-3 16,3 0-7-16,-3 0 5 0,1 0 0 0,0-2-1 15,0 2 9-15,0 0-4 0,0 0-4 0,1 0 2 16,-2 0-7-16,1 0 3 0,1 0 6 0,-2 0-2 16,-2 0 4-16,2 0 3 0,-2 0-9 0,0 0 6 15,1-1-2-15,-1 1 0 0,0 0 1 16,0 0 1-16,0 0-8 0,0 0 1 0,0 0 3 15,0 0-1-15,0 0 2 0,0 0-3 0,2 0 2 16,-2 0-1-16,2 0-1 0,-2 0 8 0,3 0 0 16,-1 0-4-16,2 0 5 0,0 0-9 0,0 0 2 15,2 0 3-15,-2 0-5 0,0 0-10 0,-1 0-70 16,-1 0-74-16,1 0-70 0,-3 0-40 0,0 12-18 16,0-12 71-16,0 0 74 0</inkml:trace>
  <inkml:trace contextRef="#ctx0" brushRef="#br0" timeOffset="117939.81">30377 11218 117 0,'0'-3'-2'16,"0"3"8"-16,0 0 12 0,0-3-3 0,0 2 6 0,0 0 7 16,13-1-11-16,-13 1 8 0,0 1 4 15,0 0-15-15,0-2 4 0,8 2-5 0,-8 0 0 16,0 0 0-16,0 0-3 0,0-2 7 0,0 2-3 16,0-1 3-16,3 0 0 0,-3 1 0 0,0-1-4 15,0-1 0-15,0 1-1 0,0 1-3 0,0-3 7 16,0 2-8-16,0 0 12 0,0 1-5 0,0-2-3 15,0 2 4-15,0-1-8 0,0 0-4 0,0 1 0 16,0-2 0-16,0 1-4 0,0 1 8 0,0-2 0 16,0 2 0-16,0-1 3 0,0-1 1 15,0 2-12-15,0-2 12 0,0 2-8 0,0 0 0 16,0 0 8-16,0 0-8 0,0 0-4 0,0 0 4 16,0 0 0-16,0 0-8 0,0 0 12 0,0 0-8 15,0 0-4-15,0 0 8 0,0 0-12 0,0 0 0 16,0 0 0-16,0 0-4 0,0 0 12 0,0 0 0 15,0 0 0-15,0 0 4 0,0 14-3 0,0-14-1 16,0 13 0-16,0-13 4 0,0 15-4 0,0-5 0 16,0 1 8-16,-13 1-19 0,13 1 15 0,0 0-1 15,0 1 1-15,-9-2 24 0,9 2-15 0,0 0 4 16,-5 0 1-16,5 1-5 0,-4-2 0 0,2 0 5 16,0 0-2-16,1 0-11 0,1-1 16 0,0 0-17 15,0-2-4-15,0 2 9 0,0-3-21 16,0 1 12-16,0 0 5 0,0-2-1 0,15 0 1 15,-15-1-1-15,0 0-4 0,0-2-4 0,0 0 13 16,0-1-5-16,12-1 0 0,-12-1 4 0,0 0 0 16,0-1-3-16,0 0 3 0,0 0 1 0,0-1-9 15,0 0 4-15,0 0 0 0,0 0-7 0,0 0 3 16,0 0 0-16,0 0-38 0,0 0-44 0,0 0-27 16,0 0-44-16,0 0-10 0,0 0 20 0,0 0 27 15</inkml:trace>
  <inkml:trace contextRef="#ctx0" brushRef="#br0" timeOffset="119855.16">31585 11143 278 0,'0'-3'24'15,"0"-1"6"-15,0 1 14 0,0-2 14 0,0 0-20 16,0 2 7-16,0 1-11 0,0 0-5 0,0 0-4 15,0 1-4-15,0 1-1 0,0-1-12 0,0 1 4 16,0 0-12-16,0 0-4 0,0 0 8 0,0 0-8 16,0 0 4-16,0 0-4 0,0 0-4 15,0 0 8-15,0 0 0 0,0 0-4 0,0 0 8 16,-10 0-7-16,10 0 3 0,-5 22 5 0,0-22-5 16,1 22 4-16,0-9-8 0,-3 3 8 0,3 2-7 15,-1-1-4-15,0 2 11 0,0 0-11 0,1-1 14 16,2 2 4-16,-1-1-7 0,3-1 15 0,0 0-19 15,0 1 16-15,0-2 0 0,0 0 1 0,0-3 4 16,19 1-9-16,-19-1 6 0,0-3-2 0,19-1 10 16,-19-1-5-16,14 0 8 0,-14-2-4 0,16-1-4 15,-7-1 3-15,-1-1-11 0,1-1-9 0,-1 0 16 16,1-2-12-16,-2 0 3 0,3-1 1 0,-2 0-9 16,1 0 1-16,3 0-8 0,-2 0 3 15,0 0-10-15,2 0-8 0,0-15-18 0,0 15-29 16,0 0-23-16,0 0-10 0,1-15-7 0,-3 15 12 15,1-9-4-15,1 9-40 0,-4-10 30 0</inkml:trace>
  <inkml:trace contextRef="#ctx0" brushRef="#br0" timeOffset="120159.03">31746 10832 857 0,'-2'0'-4'0,"0"14"4"0,2-14 0 16,0 0 0-16,0 0 4 0,0 0-4 16,0 0-5-16,0 0-3 0,22 0-34 0,-22 0-24 0,0 0-31 15,22 0-23-15,-22 0-3 0,17 0-25 16,-17 0 36-16</inkml:trace>
  <inkml:trace contextRef="#ctx0" brushRef="#br0" timeOffset="120853.64">31879 11501 535 0,'-15'0'35'0,"15"0"58"0,0 0 40 0,0 0 33 16,0 0-14-16,0 0-42 0,0 0-35 0,0 0-24 16,0 0-19-16,0 0-19 0,0 0-5 0,0 0-11 15,0-12-3-15,15 12 3 0,-15 0-2 0,0 0 4 16,21-13 1-16,-21 13-7 0,16 0 7 0,-6 0-6 15,2 0 5-15,-2 0 0 0,4 0-7 0,-1 0 7 16,2 0-5-16,-2 0 1 0,0 0 1 0,-1 0-5 16,-3 15-2-16,0-15 4 0,-2 0 3 0,-3 11 8 15,-1-11-7-15,-1 0 9 0,-2 12 2 16,0-12-7-16,0 10 11 0,0-5-7 0,0 1 2 16,0 1 2-16,-17-1-6 0,17 3-3 0,0-1-4 15,-21 0 0-15,21 1 5 0,-18 1 1 0,18-2-1 16,-18 2-3-16,18-1 0 0,-19 0-4 0,12 0 6 15,0 1-1-15,0-2-2 0,2 0 5 0,0 0-8 16,3-1 3-16,0-2-4 0,2 2 8 0,0-1-4 16,0-1 7-16,0 1 4 0,0-2-6 0,0 0 0 15,17 2 3-15,-17-3-1 0,16 1 3 0,-16 0 5 16,21-1-8-16,-21-1 3 0,23 0-7 0,-11-2-1 16,2 0 3-16,0 0-3 0,-1 0 3 0,3 0-7 15,-1 0-20-15,1 0-45 0,-2-16-44 16,-1 16-55-16,-3 0-24 0,1-13 23 0,0 13-1 15,-1-12-2-15,-1 12 43 0</inkml:trace>
  <inkml:trace contextRef="#ctx0" brushRef="#br0" timeOffset="121815.87">32472 11333 291 0,'0'0'0'0,"-3"0"-3"0,1 0 7 16,2 0 4-16,0 0 0 0,0 0 7 0,0 0-3 15,0 0 1-15,0 0 3 0,0 0 3 0,0 0 1 16,0 0-8-16,0 0-1 0,0 0 0 16,0 0-7-16,0 0 11 0,0 0-1 0,0 0 1 0,0 0 10 15,0 0-3-15,0 0 2 0,0 0 1 16,0 0-3-16,0 0 5 0,0 0 2 0,0 0-3 16,0 0 5-16,0 0-15 0,16 0-8 0,-16 0 5 15,0 0-9-15,15 0 9 0,-15 0 7 0,13 0 1 16,-6 0 0-16,0 0-1 0,0 0-3 0,0 0-5 15,0 0 0-15,-1 0 8 0,1 0-8 0,0 0-4 16,0 0-3-16,0 0-12 0,0 0 7 0,1 0-4 16,2 0 12-16,-1 0 0 0,-2 0-4 0,3-13-3 15,-1 13-9-15,0 0 0 0,-2-7-4 0,2 7-21 16,-3 0-26-16,-2 0-17 0,1-5-17 0,0 5 7 16,-3 0 3-16,1 0-14 0,0 0-37 0,-3 0 22 15</inkml:trace>
  <inkml:trace contextRef="#ctx0" brushRef="#br0" timeOffset="122124.34">32424 11593 551 0,'-3'4'3'0,"3"-4"7"15,0 0-10-15,0 0 0 0,0 0-6 0,0 0-4 16,19 0 13-16,-19 0-2 0,20 0 16 0,-20 0 4 16,26 0-7-16,-11 0 17 0,4 0-18 0,-3 0-2 15,3 0 2-15,0 0-16 0,-3 0 6 0,0 0-10 16,-1 0 7-16,-1 13 4 0,-2-13-4 0,-3 0 3 15,1 0-10-15,-2 0-28 0,-2 11-29 0,-1-11-35 16,0 0-52-16,-2 0 17 0,0 0 29 16</inkml:trace>
  <inkml:trace contextRef="#ctx0" brushRef="#br0" timeOffset="124431.64">33301 11239 204 0,'2'-3'19'16,"-2"2"22"-16,1-2 14 0,1 0 7 0,1 1-14 15,-3-1-15-15,2 1-5 0,-2-2 5 0,2 1 4 16,-1 2-4-16,-1-4-1 0,2 3-10 0,0-2 9 16,-1 1 1-16,0 0 15 0,0-1 4 15,-1 1-7-15,0-1 0 0,1 3-14 0,-1-2 0 16,0 1-5-16,0 2 0 0,0 0-5 0,0 0-12 0,0-2-4 16,0 2 0-16,0 0-8 0,0 0 3 15,0 0-3-15,0 0-8 0,0 0 4 0,0 0 7 16,0 0-3-16,0 0 11 0,0 0-8 0,-16 14-4 15,16-14 7-15,0 0-7 0,-14 15 1 0,14-15 0 16,-11 15 7-16,4-15 0 0,0 14 0 0,2-5-1 16,-3-1-10-16,2 2 2 0,-1-1 9 0,1 1-4 15,1 0 0-15,-1-1-4 0,1 1 1 0,-1 1-7 16,1-1 10-16,2 0 1 0,0-1 3 16,1 2 3-16,-1-1-2 0,2 1-1 0,1-1 4 0,0 0 0 15,0 0-3-15,0 0 3 0,0 0-3 16,0 0 4-16,18-2 0 0,-18 1-1 0,0-1-9 15,21 1 5-15,-21-2-5 0,18-1 3 0,-18 0 10 16,19 0-10-16,-8-3 11 0,-1 0-8 0,0 0 0 16,0-1 3-16,-2-2-7 0,-1 0 11 0,0 0-21 15,1 0-24-15,-1 0-33 0,-2 0-51 0,1 0-2 16,0 0 2-16,1-17 13 0,-1 17 13 0,0 0-16 16,-1-17-12-16,-1 17 23 0</inkml:trace>
  <inkml:trace contextRef="#ctx0" brushRef="#br0" timeOffset="124944.42">33393 11245 357 0,'0'-2'16'0,"-9"0"16"0,9 0 12 16,0-1 10-16,0 1-5 0,0 0-16 0,0 1-7 16,0-1-5-16,0 1-6 0,0 1-5 0,0-1-6 15,0 1-15-15,0-2 8 0,0 2-4 0,0 0 3 16,0 0 15-16,0 0-26 0,0 0 12 16,0 0 3-16,0 0-11 0,0 0 11 0,0 0 0 15,0 0 4-15,0 0 0 0,0 17 3 0,0-17-7 16,0 13-7-16,0-13 7 0,0 16-3 0,0-6 7 15,0 1-7-15,0 0 6 0,0 0 8 0,0 0-8 16,0 3 4-16,0-2-10 0,0 2 0 0,0-1 10 16,14 1-4-16,-14 0 11 0,0 1 9 0,0-1 1 15,0-1 20-15,10 1 6 0,-10 0 11 0,0 0 22 16,0-2 2-16,0 1 5 0,0-2-6 0,0 1-17 16,0 0-3-16,-20-2-18 0,20 2-15 0,0-2-15 15,-18 0-2-15,18 0-6 0,-15 0 2 16,15 1 4-16,-19-1-9 0,10-1-4 0,0 1-1 15,0-1-2-15,-3 1 1 0,3-3 8 0,1 1 0 16,-2-1 0-16,2 0-3 0,2-2-3 0,0 0 5 16,1-1-10-16,1-3 7 0,2 2 2 0,0 0-17 15,1-3 1-15,1 1-20 0,0-1-33 0,0 0-42 16,0 0-42-16,0 0-35 0,0 0-1 0,0 0 29 16,0 0 28-16,17 0 27 0,-17 0-17 0,12 0 7 15,-12 0 20-15</inkml:trace>
  <inkml:trace contextRef="#ctx0" brushRef="#br0" timeOffset="125543.34">33611 11286 381 0,'0'0'9'0,"0"-2"20"0,0-1 12 15,0 0 7-15,0 1-2 0,0 0-1 0,0 1-12 16,0-3 10-16,0 3-8 0,0-2-9 0,0 2 0 15,0-1-8-15,0 1-5 0,0 1-8 0,0-1-1 16,0 1-9-16,0 0 1 0,0 0-5 0,0 0 4 16,0 0-8-16,0 0 8 0,0 0 1 0,0 0 0 15,0 0 8-15,0 0-4 0,-16 19 0 0,16-19 4 16,0 14-9-16,-15-14 5 0,15 18 4 16,-10-7-8-16,10-1 8 0,-11 0-5 0,6 1 5 0,0 1-4 15,1-1 4-15,1 1 0 0,1 0 0 16,0-1 9-16,1 3-5 0,0-3 5 0,1 0-9 15,0 0 0-15,0 0 5 0,0 0-9 0,0-2 21 16,0-1 4-16,0 1 8 0,0-1 16 0,0-1-12 16,0 0 3-16,0 0-2 0,12-1-15 0,-12 1 0 15,0-2-7-15,0 2-4 0,0 0 0 0,0-1-4 16,0 1-3-16,0-2-5 0,0 2 4 0,0-1 0 16,0 1-3-16,0-1 4 0,0 0 0 0,0 1 4 15,0-1-2-15,0 0-3 0,0-1 4 0,0 0 0 16,0-1 4-16,0 0 2 0,0-1 4 15,0 0 0-15,0-2 4 0,-14 2-1 0,14-2-6 0,0 0 1 16,-13-1-5-16,13 0-11 0,-9 0-33 16,9 0-48-16,-13 0-39 0,4 0-38 0,2 0 13 15,0-19 16-15,2 19 13 0,-1 0 19 0,0-19-5 16,3 19-14-16,0-14 8 0,2 14 23 0</inkml:trace>
  <inkml:trace contextRef="#ctx0" brushRef="#br0" timeOffset="125945.24">33634 11315 422 0,'0'0'15'0,"0"0"15"0,0 0 23 16,0 0 14-16,0 0 11 0,0 0 3 15,0 0-13-15,0 0 11 0,0 0-15 0,0 0-2 16,0 0 3-16,0 0-7 0,14 0-5 0,-14 0-12 15,0 0-5-15,12 0-18 0,-12 0-8 0,7 0 4 16,-1 0-10-16,0 0 0 0,0 0 0 0,-2 0-6 16,2 0 5-16,0 0 4 0,-1 15-4 0,2-15 3 15,-1 0-2-15,0 12-3 0,1-12 3 0,0 8-4 16,-1-8-27-16,-1 8-64 0,0-8-61 0,-1 6-42 16,1-3-1-16,-2-1 18 0,0 0 0 0,-2 0 33 15,-1-2 28-15</inkml:trace>
  <inkml:trace contextRef="#ctx0" brushRef="#br0" timeOffset="154172.6">27380 12782 158 0,'0'0'9'0,"0"0"11"0,0 0 6 0,0 0 9 16,0 0-4-16,0 0-13 0,0 0 4 15,0 0-6-15,0-14-4 0,0 14 14 0,0 0-10 16,0 0 5-16,0-12 5 0,0 12-5 0,0 0-4 16,0-9 3-16,0 9-4 0,0-6-11 0,0 6 14 15,0-4-4-15,0 2 5 0,0 0 9 0,0 1 0 16,0-1-10-16,0 1 1 0,0 1 12 0,0 0-9 15,0 0 12-15,0 0 6 0,0 0-1 0,0 0 12 16,0 0-11-16,0 0 9 0,0 0-16 0,0 0-11 16,0 0 10-16,0 0-19 0,11 0-1 0,-11-16 19 15,0 16-9-15,0 0 13 0,9 0 4 0,-9 0-12 16,0-12 7-16,5 12-7 0,-5 0 0 0,2 0 1 16,0 0 3-16,-2 0-3 0,0 0 3 15,0 0 3-15,0 0 2 0,0 0 6 0,0 0-7 16,0 0-9-16,0 0-11 0,0 0-1 0,0 0 6 15,0 0 13-15,0 0 3 0,0 0-2 0,0 0 3 16,0 0-8-16,0 0-1 0,0 22 5 0,0-22-4 16,0 23 5-16,-16-23 2 0,16 25-3 0,0-10 6 15,0 0-4-15,-9 2 4 0,9 0-2 0,-6 0-6 16,6 0-6-16,-7 0-9 0,7 0 2 0,-4-1-3 16,1-1 2-16,0 1-1 0,1-1-3 0,0-3-6 15,0 2 0-15,0-1 0 0,0-1-4 0,-1 1 5 16,3-1-2-16,-2 0 0 0,2 0-5 0,-2-1 1 15,2 0 1-15,0-1-1 0,-2 1 2 0,2-2-1 16,0 0-2-16,0-1 0 0,0 0-1 16,0-1-2-16,0 0 1 0,0-1 0 0,0-2 2 15,0 1 4-15,0-2-6 0,15-1 1 0,-15 0 3 16,0 0-8-16,0 0 8 0,9-1-3 0,-9 0-3 16,7-1 8-16,-7 0-9 0,7 2 8 0,-5-2-1 15,2 0-4-15,0 1 3 0,-1-1-1 0,4 0-4 16,-5 0 4-16,3 0 0 0,-1 0-6 0,1 0 8 15,-1 0-6-15,0 0 2 0,3 0 2 0,-4 0-6 16,3 0-1-16,-1 0-17 0,1 0-19 0,0 0-30 16,2-13-34-16,-1 13-35 0,0 0-38 15,-1-9-41-15,4 9-51 0,-4-8-18 0,-1 2 7 16,-1 1 37-16,0-1 22 0,1-1 49 0,-3 0 50 16</inkml:trace>
  <inkml:trace contextRef="#ctx0" brushRef="#br0" timeOffset="154549.21">27409 12464 1199 0,'-5'0'-4'0,"-1"0"4"0,1 0-5 0,2 0-3 0,3 0 11 16,0 0-8-16,0-18 4 0,0 18-8 15,0 0-47-15,27 0-40 0,-27-11-47 0,21 11-10 16,-21 0-2-16,23 0-5 0,-10 0 9 0,-2 0 22 16</inkml:trace>
  <inkml:trace contextRef="#ctx0" brushRef="#br0" timeOffset="155431">27586 13075 366 0,'1'0'8'16,"1"0"-4"-16,-2 0-4 0,2 0 9 0,0 0-3 15,0 0 3-15,0 0 0 0,1 0-7 0,-1 0 6 16,2 0-2-16,1 0 12 0,0 0 0 0,-1 0-11 15,3 0 15-15,-1 0 1 0,2 0-5 0,-1 0 17 16,-1 0-8-16,1 0-1 0,1 0 19 0,-1 0-17 16,-2 0 5-16,-1 0 3 0,2 0-20 15,-3 10 15-15,3-10-10 0,-2 0-1 0,-2 0 5 16,2 10-25-16,-1-10 5 0,0 5 0 0,-2 0 1 16,-1-1 24-16,0 1-5 0,0 3-10 0,0-1-10 15,0 3-9-15,0-2 5 0,-23 3 5 0,23 0 3 16,0-1 6-16,-20 1-14 0,20 0-10 0,-18 0 10 15,18 0-14-15,-18-2 14 0,18 2 4 0,-16-2 2 16,8 0 18-16,0 1 5 0,2-2 14 0,1-1 0 16,-1 0-4-16,4-1-2 0,0-1-9 0,-1 0-6 15,1 0 0-15,2-1-8 0,-3-1-4 0,3-1 2 16,0 1 0-16,0 0 7 0,0-2 0 0,0 1-7 16,0-2 3-16,20 1-11 0,-20-1 4 0,14 0 4 15,-14 0-6-15,20 0 3 0,-8 0 1 16,1 0 7-16,3 0-4 0,-3 0 8 0,5 0-3 0,-2 0-7 15,2-12 1-15,-4 12-12 0,1 0 3 16,-1 0-1-16,-3 0-3 0,1-12 8 0,-4 12-5 16,-1 0-2-16,-3 0-1 0,3-3-5 0,-4 3-1 15,-1 0-13-15,0 0-50 0,-2 0-60 0,0 0-60 16,0 0-30-16,2 0 17 0,-2 0 26 0,0 0 11 16,0 0 10-16,0 0 34 0</inkml:trace>
  <inkml:trace contextRef="#ctx0" brushRef="#br0" timeOffset="155995.38">28094 12987 673 0,'-5'0'15'0,"-1"0"46"16,1 0 29-16,1 0 12 0,1 0 2 0,1 0-37 16,2 0-20-16,0 0-16 0,0 0-9 0,0 0-14 15,0 0-12-15,0 0 5 0,20-14-6 16,-20 14 9-16,0 0-9 0,23 0 8 0,-23 0-7 15,16 0 5-15,-16 0 36 0,22 0 10 0,-11 0 21 16,1 0 12-16,0 0 1 0,1 0 12 0,-1 0 0 16,0 0-10-16,2 0-11 0,-2 0-16 0,1 0-16 15,-2 0-11-15,0 0-8 0,1 0-7 0,-2 0-5 16,1 10 4-16,-1-10-5 0,0 0-4 0,-1 0 1 16,1 0-6-16,-3 0-2 0,-1 0 3 0,1 0 2 15,0 0 3-15,-2 0-2 0,-1 0-6 0,-2 0 1 16,0 0-20-16,1 0-38 0,-2 0-66 0,-1 0-89 15,0 0-69-15,0 0-16 0,0 0 23 16,0 0 41-16,0 0 22 0,0 0 58 0</inkml:trace>
  <inkml:trace contextRef="#ctx0" brushRef="#br0" timeOffset="156286.76">28031 13153 711 0,'0'4'-6'0,"0"-3"-3"0,0 0 4 16,0-1 21-16,0 0 30 0,23 0 21 0,-23 0 19 16,23 0 3-16,-10 0 0 0,3 0 1 0,1 0-16 15,2 0-7-15,-3-16-9 0,1 16 0 0,2 0 10 16,-2 0 2-16,1-10-5 0,-4 10-3 0,0 0-18 15,-1 0-15-15,-1 0-8 0,-2-4-13 0,-1 4 2 16,-1 0 0-16,-1 0-8 0,1 0 0 0,-4 0-4 16,3 0-31-16,-2 0-64 0,-2 0-98 0,4 0-95 15,-2 0-19-15,-3 0 34 0,3 13 26 0,-1-13 84 16,-3 0 49-16</inkml:trace>
  <inkml:trace contextRef="#ctx0" brushRef="#br0" timeOffset="162303.58">28890 12164 81 0,'0'0'-3'0,"0"0"4"0,0 0 5 15,0 0 8-15,0 0 2 0,0 0 6 0,0 0 7 16,0 0-9-16,0 0 12 0,0 0-5 0,0 0-7 16,0 0 7-16,0 0-13 0,0 0 5 0,0 0-1 15,0 0-3-15,0 0 4 0,18 0-4 0,-18 0 0 16,0-12 7-16,0 12-12 0,0 0 4 0,0 0 0 15,0 0-5-15,0 0 20 0,0 0-9 0,0 0-7 16,0 0 4-16,0 0-13 0,0 0-3 0,0 0 3 16,0 0-12-16,0 0 8 0,0 0 0 0,0 0 5 15,0 0 7-15,0 0 0 0,0 0 1 0,0 0-9 16,0 0-3-16,0 0-1 0,0 0 0 16,0 0 8-16,0 0-4 0,0 0 0 0,0 0-4 15,0 0 0-15,0 0 4 0,0 0-8 0,0 0 9 16,0 0 3-16,0 0 4 0,0 0-3 0,0 0 3 15,0 0-8-15,0 0-4 0,0 0 5 0,0 0-1 16,0 0 0-16,0 0 0 0,0 0 0 0,0 0 1 16,0 0-5-16,0 0 5 0,0 0 0 0,0 0-10 15,0-12 10-15,0 12-5 0,0 0 5 0,0 0 6 16,14 0-17-16,-14-7 6 0,0 7 0 0,0 0-5 16,13 0 16-16,-13-4-11 0,0 2 0 0,9 2 5 15,-9-2-10-15,11 2 10 0,-5-1-10 16,2 0 5-16,-1 1 15 0,2 0-5 0,-2 0 5 15,4 0-5-15,-2 0-1 0,0 0 1 0,1 0 10 16,-1 0 9-16,-2 0-5 0,0 16 9 0,2-16 0 16,-4 0-14-16,2 0 0 0,-2 0-5 0,-1 12-4 15,-1-12 3-15,1 0-4 0,-1 10-4 0,0-10-5 16,-2 8 9-16,0-3 0 0,1 1 4 0,-2-1 4 16,1 1-1-16,-1 1 0 0,0 0-7 0,0-2 1 15,0 1-8-15,0 0-1 0,0 1 8 0,0-3-6 16,0 2 4-16,-19-2 1 0,19 1-5 15,0 1 6-15,-19-2-10 0,19 1 1 0,-16-1-4 16,16 1 0-16,-14-1-4 0,7 0 8 0,1 0 1 16,2-1-8-16,1-1 11 0,-1 0-12 0,2 1 12 15,-2-3 0-15,4 2-5 0,-1-2 5 0,1 0-8 16,0 0 4-16,0 0 1 0,0 0-1 0,0 0 0 16,0 0-6-16,0 0-2 0,0 0 3 0,0 0-4 15,0 0 10-15,0 0-1 0,16 0-4 0,-16 0 5 16,0 0-1-16,15 0-1 0,-15 0 1 0,11 0-1 15,-4 0 2-15,1 0 3 0,0 15-3 0,-1-15 4 16,0 0-10-16,1 14 1 0,-2-14 0 0,0 8-10 16,-1-8 15-16,-1 10 7 0,0-5 0 0,-1-1 11 15,0 1 6-15,-1-1-6 0,-2-1 27 0,2 2 6 16,-2-2-3-16,0 1 12 0,0-1-6 16,0 1 11-16,0 0 2 0,0 1-2 0,0 0-10 15,0-1-19-15,0 1-12 0,0 0-8 0,-21-1-2 16,21 0-5-16,0 2 1 0,-17-1-4 0,17-2-9 15,-14 2 9-15,5-2-5 0,-1 2 1 0,1-3-1 16,-2 1-6-16,-2 1-11 0,1-4-29 0,-2 3-23 16,-1-3-34-16,1 2-18 0,-2-2-23 15,1 0-17-15,0 2-6 0,3-2 3 0,-3 0 34 0,5 0 24 16,1 0 19-16,1 0-1 0,3 0-15 16,1 0-24-16,-1 0 22 0</inkml:trace>
  <inkml:trace contextRef="#ctx0" brushRef="#br0" timeOffset="163163.63">28719 12713 130 0,'-3'0'5'0,"0"4"10"0,3-4-1 0,-2 0 6 0,0 0-6 15,0 0-10-15,0 0-3 0,2 0-6 16,0 0-2-16,-1 0 17 0,1 0 5 0,-3 0 10 15,1 0 5-15,2 0-7 0,-2 0 0 0,-1 0-5 16,1 0 18-16,1 0-15 0,-1 0 4 0,0 0-5 16,1 0-14-16,0 0 4 0,0 0 0 0,0 0 0 15,1 0-5-15,0 0-8 0,0 0 3 0,0 0 4 16,-1 0-3-16,1 0 17 0,0 0-13 0,0 0 5 16,0 0 9-16,0 0-9 0,0 0 13 0,0 0-13 15,0 0 9-15,0 0-1 0,0 0 1 0,0 0 8 16,0 0-13-16,0 0-1 0,0 0 3 0,0 0 7 15,0 0 15-15,0 0 1 0,0 0-16 0,0 0-7 16,0 18-22-16,0-18 6 0,0 0 5 16,19 0-5-16,-19 12 11 0,0-12-1 0,18 0-10 15,-18 0 10-15,15 7-5 0,-15-7-5 0,17 0 11 16,-9 3 0-16,-1-3-1 0,1 0 1 0,1 0 0 16,0 0-6-16,0 0-5 0,-2 0 5 0,3 0 0 15,-2 0-6-15,3 0-4 0,-1 2 4 0,-2-2 2 16,-1 1-1-16,-1-1 20 0,0 1-16 0,-1 0-4 15,-1-1 5-15,-3 0-15 0,2 2 6 0,-3-2 4 16,2 0 0-16,-2 0 0 0,0 0 9 0,1 0-18 16,-1 0 8-16,1 0-25 0,-1 0-42 0,2 0-10 15,-2 0-42-15,2 0-4 0,1 0-12 0,-1 0-14 16,3 0 28-16</inkml:trace>
  <inkml:trace contextRef="#ctx0" brushRef="#br0" timeOffset="163668.68">29083 12686 276 0,'0'0'15'0,"0"0"6"0,0 0 11 0,0 0 5 0,0 0-5 15,0 0 3-15,0 0-15 0,0 0 0 0,0 0-10 16,0 0-10-16,0 0 19 0,0 0-6 16,0 0 6-16,-11 0 18 0,11 0-17 0,0 0 13 15,0 0 11-15,0 17-7 0,0-17 15 0,-7 0-8 16,7 19 9-16,0-19-1 0,-2 17 2 0,2-7 15 16,-3 1-13-16,2 0 3 0,0-1-11 0,-2 1-11 15,3 0 3-15,-1 1-1 0,0-1 0 0,0 1-5 16,1-2-10-16,-1 1-15 0,0-1 4 0,0 0-1 15,-1 1-6-15,1-2 3 0,0-1-5 0,0-1-3 16,0-1 3-16,0-1-2 0,1-1-3 0,0-1-20 16,0-1-40-16,0 0-39 0,0 0-31 0,0-1-20 15,0 0 1-15,0-1 10 0,0 0 11 0,0 0 1 16,0 0-32-16,0 0 30 0</inkml:trace>
  <inkml:trace contextRef="#ctx0" brushRef="#br0" timeOffset="164380.35">29341 12666 349 0,'0'0'5'0,"0"0"20"0,0 0 9 16,0 0 10-16,0 0-5 0,0 0-14 0,0 0-1 16,0 0-10-16,0 0 3 0,0 0-13 0,0 0-4 15,0 0-4-15,0 0-9 0,-17 0 12 0,17 0 1 16,0 0-1-16,-10 0 1 0,10 17 9 0,-9-17-9 15,9 0 14-15,-12 13 9 0,7-13-5 16,-1 0-3-16,1 13-1 0,-3-13-1 0,3 13-12 16,0-5 12-16,0-1-3 0,0 4 6 0,1-2 4 15,-3 2 6-15,3 0-11 0,0 1-10 0,-1 0 0 16,1 1 0-16,0-1 10 0,0-1-5 0,-1 0 10 16,2 1-11-16,-1-1 6 0,2 0 9 0,0-1 0 15,1 0 10-15,1 1 7 0,0-3 6 0,0 0-2 16,0 0-2-16,0-1-16 0,0-2-7 0,0 2-7 15,0-1-4-15,0-2 0 0,20 0-1 0,-20 0 0 16,13 0-8-16,-13-1 4 0,18 1-4 0,-18-2-4 16,19-1 15-16,-6 0-4 0,-2 0-7 0,-1-1 7 15,1 0-10-15,-2 0 3 0,0 0 13 0,-1 0-1 16,-1 0 1-16,-2 0-3 0,0 0-1 16,-1 0 0-16,1-15-2 0,0 15 10 0,0 0-1 15,0 0 1-15,-3-13 8 0,1 13 2 0,1 0 10 16,-2-13 10-16,0 13-8 0,-1-8 4 0,-1 4-7 15,1-1-1-15,-1 2 16 0,0-2 0 0,0 3 8 16,0-1-6-16,0 0-2 0,0 1-6 0,0 0-16 16,0 1-11-16,0-1-9 0,0 0-14 0,-15 1 1 15,15 0 2-15,0-2-9 0,-11 1 2 0,11 0-4 16,-12 0 9-16,5 1 2 0,-2 1 1 0,-1 0 5 16,-1 0-5-16,0 0 5 0,-1 0-3 15,0 0-3-15,0 0 1 0,1 18 1 0,1-18-1 0,-2 0-6 16,3 11-22-16,0-11-30 0,-1 0-30 15,1 15-41-15,0-15-40 0,2 13-56 0,-2-7-20 16,2 2 8-16,0-1 29 0,0 0 28 0,-1 0 29 16,3 1 38-16</inkml:trace>
  <inkml:trace contextRef="#ctx0" brushRef="#br0" timeOffset="166247.5">30101 12146 292 0,'-1'1'13'0,"1"-1"18"0,0 0 4 0,0 0 8 16,0 0 3-16,0 0-20 0,0 0 2 0,0 0 0 15,0 0-15-15,0 0 6 0,0 0 1 0,0 0-4 16,0-12 8-16,0 12-4 0,0 0 0 0,0 0 2 16,0 0 1-16,0 0 5 0,0 0-4 0,0 0-5 15,0 0 19-15,0-6 10 0,0 6 11 0,0-4 14 16,0 1-9-16,0 0-5 0,0 1-1 15,0-1-6-15,0 3-7 0,0-3 5 0,0 2-17 16,0 0-1-16,0 0-8 0,0 1-9 0,0 0 2 16,0 0-9-16,0 0-2 0,0 0-3 0,0 0 0 15,0 0-3-15,0 0-2 0,0 0-5 0,0 0-6 16,0 0 8-16,0 0 0 0,0 0 1 0,0 0 2 16,0 0-3-16,0 0-3 0,0 0 8 0,0 16 3 15,0-16-1-15,0 11 2 0,0-11-4 0,0 16 6 16,0-6-2-16,18 1 2 0,-18 0 4 0,0 2-7 15,0-1 2-15,0 2-1 0,0 1-7 0,11 0 4 16,-11-1-3-16,0 0 2 0,0 0 7 0,9 0-9 16,-9-1 6-16,0-1-2 0,4-1-3 15,-4 0 22-15,2-1 16 0,-1 0 10 0,-1-2 11 0,1 0-12 16,0 0-20-16,-1-2-4 0,0 1-11 16,1-3-9-16,-1 2 0 0,0-3-2 0,1 1 4 15,-1-2 2-15,0 0-2 0,0 0-15 0,0-1-17 16,1 0-31-16,-1-1-25 0,0 0-36 0,1 0-30 15,-1 1-13-15,0-1-24 0,1 0-2 0,0 0 6 16,0 0-12-16,0 0 27 0,-1 0 47 0</inkml:trace>
  <inkml:trace contextRef="#ctx0" brushRef="#br0" timeOffset="167143.57">30399 12198 140 0,'0'0'4'15,"0"0"1"-15,0 0 12 0,0 0 5 0,0 0-7 16,0 0 10-16,0 0-12 0,0 0-7 0,0 0 10 15,0 0-14-15,0 0 3 0,0 0 6 0,0 0-10 16,0 0 11-16,0 0 1 0,0 0-7 0,0 0 22 16,0 0-17-16,0 0 6 0,0 0 7 15,0 0-18-15,0 0 14 0,0 0-6 0,0 0-5 0,0 0 5 16,0 0-6-16,0 0 4 0,0 0 4 16,0 0 2-16,0 0-6 0,0 0-4 0,0 0-4 15,0 0-4-15,0 0 0 0,0 0-8 0,0 0-2 16,0 0 2-16,0 0 8 0,0 0 0 0,0 0 0 15,0 0-7-15,0 0 0 0,0 0 14 0,0 0 8 16,0 0-3-16,0 17 11 0,0-17-14 0,0 0 3 16,0 11 7-16,-14-11-8 0,14 10 8 0,0-10-3 15,0 11-5-15,0-11 9 0,0 13-4 0,0-6 6 16,0-1 8-16,0 1-2 0,0 0 4 0,0-1-14 16,0 0-8-16,0-1-1 0,0-1-5 0,0-1 5 15,0 2 4-15,0-3-8 0,20 3 4 0,-20-3-4 16,15 1-5-16,-15-1-4 0,20 1-5 15,-10-1 9-15,0-1-5 0,1 2 10 0,0-2-5 16,0 1 0-16,0 0 0 0,-1 1 0 0,-1-2 4 16,2 1-8-16,-1-1 12 0,-3 2-8 0,0 0 5 15,-2-1 3-15,-1 0-7 0,0 1 7 0,-2-1-3 16,-1 0 0-16,1 1-5 0,-2-1 1 0,3 1 8 16,-1 0 13-16,-2-1 9 0,1 1 0 0,-1 0 4 15,1 0-5-15,-1 0-3 0,2 0-2 0,-2 0-14 16,0 0-6-16,0 0-1 0,0 1-3 0,0 0 0 15,0 1-1-15,-18-1 5 0,18 0 3 0,0 1-8 16,-17-1 9-16,17 0-9 0,-10 0-4 16,10 0 14-16,-15-1-9 0,6 0 2 0,2-1 2 15,-2 1-5-15,4 1 3 0,-4-2-3 0,0-1 5 16,-1 1-12-16,1 0 1 0,1 0 11 0,-2-1-2 16,-1-1 12-16,0 0-15 0,0 0 4 0,1 0-7 15,2 0 7-15,-1 0 3 0,1 0-3 0,2 0 0 16,1 0-1-16,0 0 5 0,2 0-9 0,0-14-7 15,0 14-32-15,1 0-24 0,2 0-32 0,0 0-10 16,0-10-3-16,0 10 15 0,0 0 12 0,0-8 0 16,0 8 2-16,0-7-23 0,0 3-26 15,0 0 25-15</inkml:trace>
  <inkml:trace contextRef="#ctx0" brushRef="#br0" timeOffset="167652.34">30423 12181 314 0,'0'0'5'0,"0"0"10"0,0 0 16 16,0 0 12-16,0 0 6 0,0 0-1 0,0 0-11 15,0 0-5-15,0 0-1 0,0 0-7 16,0 0 7-16,0 0 3 0,0 0-8 0,0 0 5 16,0 0-12-16,0 0-1 0,0 0-5 0,0 0-4 15,0 0 0-15,0 0-4 0,0 0 12 0,0 16 9 16,0-16 10-16,19 0 8 0,-19 0 3 0,20 17 1 16,-20-17 9-16,22 0-4 0,-10 12-9 0,-1-12 2 15,0 0-16-15,1 9 4 0,1-9-5 0,-1 0-11 16,0 4-1-16,-1-4-12 0,-1 0-5 0,2 0 3 15,-4 0-4-15,1 0 7 0,0 0-3 0,-2 0-5 16,-2 0 6-16,0 0-15 0,-2 0-26 0,-2 0-50 16,1 0-75-16,0 0-42 0,-2 0-4 15,0 0 14-15,0 0 7 0,0 0 53 0</inkml:trace>
  <inkml:trace contextRef="#ctx0" brushRef="#br0" timeOffset="169003.74">30244 12691 94 0,'0'0'8'0,"0"9"10"15,0-9-3-15,0 0 4 0,-9 0-9 0,9 0-5 16,0 0 3-16,-6 0 0 0,6 0 4 0,-10 0 2 16,5 0-7-16,-3 0-4 0,1 0 5 0,-2 8 1 15,1-4 7-15,0-1 13 0,-2 3-5 16,2-1 1-16,0 1 4 0,1 1-8 0,0-2-1 15,2 1-8-15,-1 0 7 0,3 0 5 0,-2 0-1 16,3 0 15-16,0 0 13 0,0 2-5 0,2-2 1 16,-1 3 1-16,1 0-19 0,0 1 10 0,0-2 8 15,0 2-9-15,0-2 4 0,0 1-6 0,0 0-9 16,17-2-5-16,-17 0-4 0,0-1-9 0,21 0 0 16,-21-1-5-16,19 0 0 0,-6-2 1 0,1 0-9 15,1-2 8-15,0-1-4 0,0 2 4 0,-2-1-4 16,2-1 5-16,-4 0-5 0,-1 0-12 15,0 0-20-15,-2 0-42 0,-1 0-34 0,0 0-12 0,-1-15 6 16,-1 15 14-16,-1 0-5 0,-1 0-28 16,-1-12 22-16</inkml:trace>
  <inkml:trace contextRef="#ctx0" brushRef="#br0" timeOffset="169501.38">30229 12741 184 0,'0'11'10'0,"0"-11"-2"0,0 12 12 16,0-7 9-16,0 1-7 0,0 0 15 0,0-1-11 15,14 2-1-15,-14-1 3 0,0 0-4 0,0 0 6 16,12-1 0-16,-12 2 0 0,10-1-8 0,-10-1-5 16,10 1-8-16,-6 0 8 0,2-1 8 15,-1 1-8-15,0-1 11 0,-2-2 2 0,1 4-4 0,-2-4 33 16,-2 2 12-16,2 0 12 0,-2 0 3 15,0 1-20-15,0 0-19 0,0 1-28 0,0 0-7 16,0 1-5-16,-23-1 0 0,23 3-4 0,-15-1 11 16,15 0-3-16,-21 3-11 0,10-3 5 0,-1 2-8 15,2-1 3-15,-3 0 4 0,1 0 6 0,1-1-7 16,2 0 3-16,-1-1 1 0,1 0-7 0,2-1 4 16,-2-1-7-16,4 1 7 0,1-2-7 0,-1-1 0 15,1 1 10-15,0-1-6 0,2-1 10 0,1-2-3 16,-1 2-11-16,1-2-16 0,0 2-41 0,-1-2-34 15,2-1-36-15,0 0-14 0,0 0 19 0,0 0 10 16,0 0 2-16,0 0-32 0,0 0 20 16</inkml:trace>
  <inkml:trace contextRef="#ctx0" brushRef="#br0" timeOffset="170133.89">30482 12866 388 0,'0'0'13'0,"0"0"14"0,0 0 12 0,0 0 16 15,0 0-5-15,0 0-5 0,0 0-4 0,0 0-10 16,0 0-9-16,0 0-4 0,0 0-8 0,0 0 0 16,0 0 9-16,0 0-5 0,0 0 5 0,0 0 0 15,0 0-14-15,0 0 0 0,0 0 4 16,0 0-4-16,0 0 0 0,0 0 0 0,0 0-6 15,0 0-3-15,0 0 3 0,0 0 1 0,0 0-5 16,0 0 5-16,0 0 5 0,0 0 4 0,0 0 14 16,0 10 4-16,0-10 5 0,0 8-5 0,0-3 3 15,-16 0-12-15,16 0-10 0,0 0 17 0,0 0-21 16,0 1 20-16,0 0 1 0,0-1-16 0,0 2 11 16,-8-1-11-16,8 1 7 0,0 0 13 0,0-1-6 15,0 3-1-15,0-2-3 0,0 0-14 0,0 0 5 16,0 1 5-16,0-1-9 0,0 0 5 0,0 0-3 15,0 1-1-15,0-1 10 0,0 0 1 0,0 1 7 16,0-1-1-16,0-1 3 0,0-1 1 16,0 1 14-16,0 0 15 0,0-1-2 0,0-1-3 15,0-1-15-15,0 0-15 0,0 0-4 0,0-2 0 16,0 0-9-16,0 1-1 0,0-2-2 0,0 1-4 16,0-1 1-16,0 0 0 0,0 0 3 0,0 0-1 15,0 0-1-15,0 0-4 0,-10 0-11 0,10 0-24 16,-9 0-29-16,3 0-32 0,1 0-26 0,-3 0-25 15,1-14-7-15,-1 14-1 0,2 0-7 0,-1-11 24 16,2 11 5-16,-2-10 2 0,3 10-4 0,1-10 6 16,0 5 29-16</inkml:trace>
  <inkml:trace contextRef="#ctx0" brushRef="#br0" timeOffset="170527.64">30541 12841 407 0,'12'0'17'0,"-7"0"9"16,-1 0 13-16,3 0 16 0,-2 0-10 0,-1 0 0 15,1 0-3-15,0 0 3 0,0 0 6 0,1 0 2 16,0 0 8-16,-1 0-10 0,2 0-6 0,-2 0-5 16,0 16-2-16,1-16-8 0,-1 0-12 0,0 0 0 15,-1 0-17-15,0 0-1 0,0 0 12 0,-3 7-13 16,4-7 5-16,-3 0-4 0,0 0-4 0,-1 0 7 15,1 0-6-15,-2 0 11 0,2 4-3 0,0-4 0 16,0 0 4-16,-1 0-22 0,1 0-31 16,-1 0-50-16,0 0-41 0,2 0-24 0,-1 0-5 15,0 0-17-15,3 0 24 0,-1 0 38 0</inkml:trace>
  <inkml:trace contextRef="#ctx0" brushRef="#br0" timeOffset="173691.61">28796 13252 337 0,'0'0'5'15,"0"0"5"-15,0 0 9 0,0 0-4 0,0 0 3 16,0 0-1-16,0 0-15 0,0 0 10 0,0 0-10 16,0 0 3-16,0 0-1 0,0 0-4 0,0-12 4 15,0 12-7-15,0 0 7 0,0 0 5 0,12-8-1 16,-12 8 13-16,0 0-2 0,0-6-6 0,0 6 7 16,0-1-12-16,7 1 4 0,-7-2 4 0,0 2 3 15,0-1-3-15,4 1 3 0,-2-1 1 0,-1 1-16 16,1-1 0-16,-1 1-4 0,-1 0 4 0,2 0 3 15,-2 0 5-15,0 0 5 0,1 0-8 16,0 0-4-16,1 0 9 0,-1 0 10 0,0 0-1 16,1 0 18-16,0 0-5 0,-1 0-26 0,0 0 12 15,0 0-13-15,0 0-4 0,3 0 4 0,-2 0-9 16,0 0 0-16,1 0 5 0,3 0-1 0,-2 0-5 16,1 0 6-16,1 0-5 0,0 0 4 0,1 0 1 15,-2 0-9-15,2 0-1 0,0 0 5 0,-1 0 8 16,0 0-3-16,0 0 4 0,0 0 4 0,2 0-13 15,-1 0 14-15,-1 0 2 0,0 0-6 0,1 0 6 16,1 0-6-16,1 0-9 0,-2 0-4 0,0 0 3 16,1 0 12-16,-1 0-12 0,0 0 4 15,1 0-5-15,0 0-11 0,-1 0 15 0,0 0 2 0,1 0-4 16,1 0 7-16,-3 0-11 0,4 0 7 16,-2 0-5-16,0 0-4 0,-1 0 9 0,2 0-8 15,-2 10 5-15,2-10 4 0,-1 0-1 0,0 0 1 16,4 0 0-16,-3 0-9 0,1 0 0 0,1 0-1 15,0 0 3-15,0 0 2 0,-1 0 4 0,-1 0-4 16,2 0-4-16,-1 4 9 0,-1-4-5 0,0 3 0 16,0-1-3-16,0-1 6 0,1 0-7 0,-1-1 5 15,0 2 7-15,1-2-8 0,-1 1 5 0,2 1-1 16,-1-2-4-16,0 1-4 0,2-1 5 0,-2 0-6 16,0 0 5-16,0 0-4 0,-1 0 4 15,0 1 8-15,0-1-9 0,-2 0 5 0,0 0-4 0,0 1 0 16,0 0 0-16,-2-1-4 0,2 1 3 15,-2 0-2-15,2 1 4 0,-2-2 3 0,2 1 0 16,-1-1 0-16,1 1 0 0,1 0-8 0,-1 0 1 16,0-1-1-16,-1 1 0 0,2-1 4 0,0 1 0 15,-1-1 0-15,0 1 0 0,1-1 8 0,1 0-8 16,0 0 0-16,1 1 3 0,-3-1-11 0,1 0 8 16,-1 2 3-16,0-2-3 0,0 0 8 0,-1 1-3 15,0-1-5-15,0 0-3 0,2 1-1 0,-1-1 1 16,3 0 3-16,-2 0 7 0,2 0 1 0,-1 0-5 15,-2 0-3-15,0 0-8 0,1 0 1 0,0 0 7 16,-1 0 0-16,0 0 4 0,-1 0 3 16,3 0-10-16,-3 0-1 0,2 0 0 0,0 0 0 15,-1 0 12-15,1 0-9 0,-1 0 2 0,0 0-1 16,0 0-4-16,0 0 7 0,0 0-3 0,-2 0 4 16,1 0 1-16,0 0-5 0,2 0 4 0,-3 0-7 15,2 0-7-15,-2 0 7 0,1 0 2 0,0 0-7 16,-2 0 12-16,2 0-8 0,-2 0 8 0,1 0 1 15,0 0-10-15,2 0 9 0,-1 0-8 0,0 0 11 16,0 0 1-16,0 0-4 0,3 0-4 0,-5 0-4 16,5 0-3-16,-3 0 2 0,2 0 10 0,-1 0-5 15,1 0 4-15,-1 0-4 0,1 0-5 16,-1 0 1-16,-1 0 0 0,1 0 4 0,0 0-3 16,1 0 11-16,-2 0-4 0,0 0 0 0,0 0 4 15,0 0-16-15,2 0 8 0,-2 9 1 0,1-9-5 16,1 0 7-16,1 0-7 0,-1 0 8 0,-1 5 0 15,2-5-3-15,1 0 4 0,-2 0-9 0,1 0 4 16,3 0 4-16,-4 0 0 0,1 0-4 0,2 0-1 16,-2 0 2-16,0 0 0 0,2 0 3 0,-3 0 0 15,0 0-5-15,1 0-3 0,1 0 4 0,-3 0-4 16,0 0 4-16,1 0 7 0,0 0-4 0,1-11-7 16,-1 11 4-16,-1 0 0 0,1 0-8 15,0 0 9-15,0 0-1 0,-1 0-8 0,3 0 12 16,-2 0 4-16,0 0-5 0,1 0-3 0,0 0-3 15,1 0-6-15,1 0-2 0,-3 0 11 0,2 0 0 16,-1 0 8-16,2-5 0 0,-3 5-4 0,-1 0-4 16,2 0-4-16,-2 0 3 0,0 0-2 0,0 0 7 15,1 0-4-15,1 0-5 0,-1 0 4 0,1 0 1 16,2 0 0-16,-2 0 1 0,0 0 2 0,1 0-3 16,-1 0 0-16,-1 0 3 0,2 0-2 0,-2 0 3 15,1 0-4-15,-1 0 0 0,1 0 4 0,0 0-8 16,-1 0 3-16,1 0 1 0,1 0-1 0,1 0-2 15,1 0 7-15,1 0-4 0,-2 0 0 0,3 0 8 16,-2 0-16-16,3 0 15 0,-1 0-8 16,1 0-3-16,-2 0 12 0,0 0-11 0,0 0 4 15,0 0-2-15,-1 0 1 0,-1 0-4 0,-1 0 0 16,1 0 9-16,-1 0-5 0,-1 0 3 0,0 0-3 16,0 0-4-16,0 0 0 0,1 0 8 0,-1 0 4 15,0 0 17-15,-1 0 21 0,3 0 4 0,-3 0 9 16,0 0-10-16,0 0-16 0,-1 0-4 0,0 0 2 15,-2 0 3-15,0 0 1 0,-3 0-5 0,3 0-8 16,-3 0-10-16,0 0-2 0,-1 0-1 16,0 0-3-16,-1 0-1 0,0 0-3 0,0 0 1 15,0 0 3-15,0 0-6 0,0 0 1 0,0 0-1 16,0 0-10-16,0-13-47 0,0 13-63 0,0 0-83 16,0 0-43-16,0 0 7 0,0 0 7 0,0 0 37 15,0 0 49-15</inkml:trace>
  <inkml:trace contextRef="#ctx0" brushRef="#br0" timeOffset="175730.65">29043 13499 193 0,'0'0'5'15,"0"0"9"-15,0 0 15 0,0 0 9 16,0 0-30-16,0 0 34 0,0 0-13 0,0 0 5 16,0 0 29-16,0 0-38 0,0 0 4 0,0 0-5 15,0 0 10-15,0 0-1 0,0 0 0 0,0 0-5 16,0 0-9-16,0 0-9 0,0 0-32 0,0 0-1 15,0 0-8-15,0 0 9 0,0 0 31 0,0 0 0 16,0 0 4-16,18 0 1 0,-18 0-1 0,0 0-4 16,0 0 4-16,0 0-4 0,13 0-5 0,-13 0 1 15,0 0 0-15,10 0 1 0,-10 0 14 0,12 0 7 16,-7 0 3-16,0 0-4 0,2 0-6 0,-2 0-5 16,2 0-4-16,-1 0-5 0,0 0-10 15,-2 0 15-15,1 0 23 0,2 0 9 0,-3 0 0 16,-1 0-19-16,2 0-23 0,-3 0-1 0,2 0 4 15,-1 0 6-15,-1 15 3 0,-1-15 0 0,0 0-4 16,0 14 0-16,-1-14-6 0,0 15-4 0,0-15 9 16,0 15-9-16,0-7 6 0,0 1 2 0,-19-1-4 15,19 2 7-15,0-3-8 0,-21 0-6 0,21 0-2 16,-12-1-6-16,12-2 8 0,-11 1 4 0,11-2-4 16,-9 2 8-16,9-3-4 0,-7 1 4 0,3 1 1 15,1-2-1-15,0 1-5 0,0-1-9 0,1 0-10 16,0-1-3-16,2 1-1 0,-1-2 9 0,1 0 10 15,0 0-5-15,0 0 1 0,0 0 5 0,0 0 1 16,0 0 3-16,0 0 0 0,0 0 0 16,0 0-1-16,0 0 5 0,0 0 0 0,0 0-4 15,17 0 0-15,-17 0 0 0,12 0-4 0,-12 0 4 16,17 0-4-16,-8 0 4 0,0 0 0 0,2 0-1 16,-2 0 5-16,-1 0-13 0,1 0 4 0,-1 0 1 15,-1 0-1-15,0 16 4 0,1-16 5 0,-1 0-14 16,-2 0 10-16,0 13 8 0,-1-13-7 0,-1 0 12 15,-2 8-7-15,1-8 17 0,1 5 9 0,-3-5 5 16,0 7 4-16,0-5-26 0,0 3-1 0,0-1-10 16,0 1 1-16,0 2 10 0,0-2-3 0,-21 2 4 15,21-1-7-15,0 1 0 0,-19-2-9 0,19 1 6 16,-15 0-2-16,5 1-8 0,1-3 4 16,0 1-2-16,-4-1 6 0,3 1 1 0,-2 0-2 15,-2 0-17-15,2-3-26 0,-1 4-33 0,0-2-27 16,0 1-15-16,1 0 3 0,2-1-3 0,1 0-11 15,-1 0-50-15,4 0 25 0,0-1 34 0</inkml:trace>
  <inkml:trace contextRef="#ctx0" brushRef="#br0" timeOffset="176543.64">28952 14101 414 0,'0'0'14'0,"0"0"14"16,0 0 6-16,0 0 17 0,0 0-5 0,0 0-10 16,0 0-1-16,0 0-8 0,0 0 1 0,0 0-4 15,0 0 5-15,0 0 5 0,0 0 4 0,0 0 6 16,0 0 4-16,0 0 0 0,0 0 0 16,0 0-4-16,0 0 0 0,0 0-10 0,0 0-2 15,0 0 4-15,0 0-18 0,0 0 3 0,0 0-11 16,0 0-10-16,0 0 8 0,0 0-9 0,0 0 0 15,0 0 4-15,0 0-10 0,0 0-2 0,0 0 2 16,0 0 1-16,0 0 6 0,0 0 8 0,0 14-10 16,0-14-2-16,0 10 12 0,0-2-4 0,0 0 4 15,0 1 4-15,0 3 0 0,0-2-7 0,0 2 15 16,0 1 7-16,0-1 0 0,0 2 22 0,0 1 3 16,0-3-7-16,0 0-10 0,0-1-5 0,0-1-9 15,0-1 2-15,0 1-1 0,0-3-14 0,0 3 2 16,0-3-6-16,0 3 2 0,-10 0 0 15,10-2-4-15,0 1 3 0,0-2-3 0,0 2 0 0,0-3-10 16,-5 1-27-16,5 0-35 0,0-2-32 16,0-1-30-16,-5 0-11 0,4-2 7 0,1-1 9 15,0-1 17-15,0 2 3 0,0-2 24 0,0 1-6 16,0-1-36-16,0 0-16 0,0 0 7 0</inkml:trace>
  <inkml:trace contextRef="#ctx0" brushRef="#br0" timeOffset="177235.74">29314 14114 493 0,'0'-6'18'16,"0"2"14"-16,0 0 13 0,0 1-5 15,0-1-18-15,0 2-4 0,0 1-23 0,0 0 14 16,0 0 0-16,0 0-9 0,0 1 4 0,0 0-12 15,-17 0 3-15,17 0 1 0,0 0 4 0,-16 0 9 16,16 0-9-16,-14 0-5 0,7 17 10 0,-3-17-14 16,3 0 13-16,-2 18 0 0,2-18-8 0,-1 17 8 15,-1-8 1-15,0 0-1 0,2 2 10 0,-2-1-4 16,1 1-5-16,1 1 5 0,-1 1-4 0,1-1 4 16,2 2-4-16,-1-2-1 0,2 0 0 0,1-1 5 15,1 2 0-15,0-3 0 0,2 1 0 0,0 1 4 16,0-2-4-16,0 0 8 0,0 3-14 0,0-3-4 15,22 0 0-15,-22 0-9 0,0-2 23 16,21 1-10-16,-21-1 10 0,18 0-5 0,-18-2-13 16,16 0-1-16,-16-1 6 0,17 1 9 0,-9-3-5 15,2 0 4-15,-1-1-9 0,0 0 0 0,0-2 1 16,1 0-1-16,-1 0 0 0,0 0-4 0,1 0-1 16,-2 0-4-16,1 0 5 0,-1 0 4 0,-2-19 5 15,0 19 5-15,-1 0 0 0,0-16-4 0,-2 16-1 16,1-14 16-16,-1 14 0 0,-2-14-5 0,0 6 6 15,1 1 3-15,-2 0 3 0,0 1 8 0,0 1-9 16,0-2-9-16,0 1-2 0,0 2-10 0,0 0 9 16,0 1-15-16,0 1 0 0,-17 0 0 0,17 1-5 15,0 1 4-15,-22 0 4 0,22 0 0 0,-20 0 0 16,8 0 4-16,-2 19-17 0,0-19 5 16,0 14 0-16,-1-14-1 0,1 14-1 0,1-14-14 15,-2 15-1-15,4-15-20 0,-2 14-4 0,3-6-6 16,1 0-13-16,1 0 1 0,1-1-4 0,2 1 2 15,2 0-23-15,-1-1-47 0,3-1-27 0,0-1 18 16</inkml:trace>
  <inkml:trace contextRef="#ctx0" brushRef="#br0" timeOffset="179551.97">30154 13708 182 0,'-1'0'9'16,"1"0"17"-16,0 0 13 0,-1 0 15 0,1 0-8 15,0 0-8-15,0 0-1 0,0 0-15 0,0 0 7 16,0 0-3-16,0 0-8 0,0 0 3 0,0 0 1 16,0 0 3-16,0 0 0 0,0 0 0 0,0 0-4 15,0 0 0-15,0 0 0 0,0 0 0 0,0 0 9 16,0 0-12-16,0 0 9 0,0 0-4 0,0 0-4 16,0 0 12-16,0 0-12 0,0 0-6 15,0 0 1-15,0 0-9 0,0 0 0 0,0 0 8 16,0 0-5-16,0 0-7 0,0 0 3 0,0 0 1 15,0 0-1-15,0 0 4 0,0 0-8 0,0 0 0 16,0 0 1-16,0 0 3 0,0 0 0 0,0 0-8 16,0 0 0-16,0 0 4 0,0 0 9 0,0 0 3 15,0 0-2-15,0 0-5 0,0 0 3 0,0 0 1 16,0 0 4-16,0 0-1 0,0 0-3 0,17 15 4 16,-17-15-1-16,13 0 5 0,-13 0-4 0,18 10 0 15,-8-10-1-15,1 0-5 0,1 0 5 0,0 7 0 16,2-7 1-16,-3 0 2 0,0 0 2 0,0 0-8 15,-1 0-4-15,-3 0 0 0,0 0-5 16,-1 0 8-16,-3 0 1 0,1 0 3 0,-3 0 1 16,0 0-1-16,-1 0-4 0,0 0-4 0,0 0-12 15,0 0-7-15,0 0-26 0,0 0-37 0,0 0-28 16,0 0-36-16,0 0-10 0,0 0-19 0,0 0-40 16,0 0 38-16</inkml:trace>
  <inkml:trace contextRef="#ctx0" brushRef="#br0" timeOffset="180271.4">30525 13590 550 0,'-15'-1'9'0,"15"1"13"0,0 0 9 0,0-1 13 15,0 1 0-15,0 0-13 0,0 0 0 0,0 0-3 16,0 0-19-16,0 0 5 0,0 0-1 0,0 0-8 16,0 0 13-16,0 0-13 0,0 0-9 0,17 0 4 15,-17 0-13-15,17 0 27 0,-17 0 9 0,19 0 0 16,-6 0 13-16,-2 0-22 0,2 0-8 0,-1 0 7 15,-1 0-3-15,-1 14 15 0,-1-14-3 16,0 0-9-16,-2 0 0 0,0 12-12 0,-4-12 12 16,1 0-4-16,-1 9 8 0,-2-9 0 0,1 8 0 15,-1-8-1-15,0 8-5 0,-1-1 4 0,2-2-8 16,-2 3-3-16,0 1 0 0,0-1 0 0,0 0-1 16,0 2 0-16,0 0-7 0,-19-1 3 0,19 1 0 15,-17-1 7-15,17-1-2 0,-16 1-6 0,16-1 2 16,-18 0-1-16,8 0 3 0,-1-1-2 0,3 0 1 15,-1-1-9-15,4 0 8 0,-2-1-4 0,2 0 4 16,2-1 4-16,0-1-7 0,3 2 14 0,0-4-3 16,0 2 4-16,0-2 7 0,0 1-6 0,0-1 6 15,0 0 2-15,0-1 7 0,18 1-1 0,-18 0-3 16,0 0 13-16,18-1-5 0,-18 0 0 16,18 0 5-16,-8 0-14 0,1 0-13 0,0 0 0 15,0 0-13-15,2 0 6 0,-3 0 0 0,0 0-3 16,0 0 2-16,-1 0-8 0,-3-12 0 0,0 12 0 15,-2 0 1-15,2 0-1 0,-3 0-9 0,0 0-40 16,0 0-41-16,2 0-39 0,-3 0-20 0,3 0 11 16,-3 0 8-16,1 0-5 0,-1 13-8 0,1-13-32 15,0 0 32-15</inkml:trace>
  <inkml:trace contextRef="#ctx0" brushRef="#br0" timeOffset="187759.42">28539 14323 137 0,'0'0'9'16,"0"0"5"-16,-4 0 16 0,4 0 10 0,-4 0-6 15,3 0-7-15,1 0-8 0,0 0-4 0,-1 0 8 16,1 0 1-16,0 0 0 0,0 0 0 0,0 0-4 16,0 0 3-16,0 0 9 0,0 0-13 0,0 0 0 15,0 0 18-15,0 0-23 0,0 0 13 0,0 0-8 16,0 0-19-16,0 0 14 0,0 0-5 0,0 0 0 16,0 0 0-16,0 0-13 0,0 0 4 15,0 0-9-15,0 0 9 0,0 0 4 0,0 0 1 16,0 0 4-16,0 0-9 0,0 0 9 0,0 0-9 15,0 0 5-15,0 0-1 0,0 0-8 0,0 0 8 16,0 0 1-16,0 0 0 0,0 0-5 0,0 0 0 16,-13 0 5-16,13 0-5 0,0 0 9 0,0 0 1 15,0 0-6-15,0 0 6 0,0 0 4 0,0 0 1 16,0 0 0-16,0 0 5 0,0 0-4 0,0 0-1 16,0 0 5-16,0 0 0 0,0 0 15 0,0 0-10 15,0 0 0-15,0 0 4 0,0 0-23 0,0 0 18 16,0 0-8-16,0 0 4 0,0 0 0 0,0 0 4 15,0 0 4-15,0 0-4 0,0 0 7 0,0 0-14 16,0 0 11-16,0 0-14 0,0 0 3 16,0 0-6-16,0 0-11 0,0 0 5 0,0 0-4 15,0 0-1-15,0 0 7 0,14 0-7 0,-14 0-5 16,0 0 10-16,14 0-9 0,-14 0 3 0,10 0 5 16,-4 0-5-16,1 0-3 0,-1 0 9 0,-2 0-9 15,4 0 5-15,-3 11 7 0,1-11-4 0,0 0 4 16,-2 0-4-16,0 0-4 0,0 0-4 0,1 0 1 15,-1 0 2-15,2 0 0 0,-2 0 5 0,-1 0-1 16,1 0-3-16,-2 0 4 0,1 0-7 16,-1 0 0-16,2 0 7 0,-2 0-3 0,4 7 10 0,-2-7-1 15,-2 0-6-15,0 0-3 0,3 0-5 16,-2 3 0-16,-1-3 1 0,-2 0 2 0,3 0 5 16,-3 0-1-16,0 0-3 0,0 0-4 0,0 0-2 15,0 0 3-15,0 0-1 0,0 0 15 0,0 0-4 16,2 0-2-16,-2 0-1 0,0 0-13 0,0 0 9 15,0 0-5-15,0 0 4 0,0 0-46 0,0 0-51 16,0 0-50-16,0 0-32 0,0 0-6 0,0 0-27 16,0 0 31-16,0 0 32 0</inkml:trace>
  <inkml:trace contextRef="#ctx0" brushRef="#br0" timeOffset="197199.43">31323 13333 131 0,'0'0'5'0,"0"0"15"15,0 0 11-15,0 0 6 0,0 0 3 0,0 0-10 16,0 0-7-16,0 0 2 0,0 0 0 0,0 0-4 15,0 0 2-15,0 0-14 0,0 0-4 0,0 0-1 16,0 0-7-16,0 0 10 0,0 0-4 0,0 0 1 16,0 0-1-16,0 0-2 0,0 0-1 0,0 0-3 15,0 0 0-15,0 0-4 0,0 0 7 16,0 0 0-16,0 0 0 0,0 0 7 0,0 0-7 0,0 0 8 16,0 0 3-16,0 0 1 0,0 0 4 15,0 0-4-15,0 0-3 0,0 0-1 0,0 0 0 16,0 0-8-16,0 0 4 0,0 0-8 0,0 0-3 15,0-11 11-15,0 11-8 0,0 0 11 0,0 0 0 16,0-6-7-16,0 6 8 0,0 0-8 0,0-4 4 16,0 1-4-16,0 3 7 0,0-1-10 0,0 0 0 15,0-1 10-15,0 0-7 0,0 0 7 0,0 0 1 16,0 0-8-16,0 0-4 0,0-1 8 0,8 0-8 16,-8 1 4-16,0 0-3 0,0 1-4 0,0-2 7 15,0 2-3-15,3 0 7 0,-3 0 0 16,0 0-1-16,0 0 9 0,0 0 6 0,0 1 7 0,0-1 1 15,0 0-8-15,0 1 1 0,0 0-3 16,0 0 1-16,0 0 16 0,0 0-15 0,0 0-5 16,0 0-4-16,0 0-9 0,0 0 9 0,0 0-5 15,0 0 8-15,0 0-7 0,0 0-5 0,0 0 17 16,0 0-13-16,0 0 13 0,0 0 0 0,0 0-8 16,0 0 15-16,0 0 1 0,0 0-4 0,0 0 11 15,0 0 5-15,0 0-5 0,0 0 8 0,0 0-5 16,0 0-15-16,0 0 0 0,0 0-2 0,0 0-10 15,0 0 3-15,0 0-4 0,0 0-3 0,0 0-1 16,0 0 1-16,0 0 4 0,0 0 0 0,0 0 2 16,0 0 8-16,0 0 6 0,0 0 13 0,0 0 8 15,0 0 2-15,0 0 7 0,0 0-6 0,0 0 1 16,0 0-5-16,0 0-11 0,0 0-4 0,0 0-11 16,0 0-1-16,0 0-2 0,0 0-2 15,0 0 5-15,0 0-7 0,0 0 0 0,0 0 2 16,0 0-3-16,0 0 8 0,0 0 1 0,0 0 5 15,0 0 1-15,0 0-3 0,0 0 1 0,0 0-2 16,0 0 1-16,0 0-6 0,0 0-3 0,0 0-2 16,0 0-6-16,0 0 7 0,0 0-6 0,0 0-6 15,0 0 5-15,0 0-8 0,0 0 4 0,0 0 5 16,0 0-2-16,0 0 3 0,0 0-3 0,0 0 2 16,0 0-1-16,0 0 1 0,0 0 2 15,0 0-3-15,0 0 0 0,0 0-1 0,0 0 0 0,0 0-1 16,0 0-3-16,0 0 1 0,0 0-3 15,0 0 6-15,0 0-2 0,0 0 1 0,0 0 2 16,0 0-5-16,0 0 2 0,0 0 6 0,0 0-3 16,0 0-2-16,0 0 3 0,0 0-3 0,0 0-1 15,0 0 5-15,0 0-5 0,0 0-1 0,0 0 0 16,0 0-5-16,0 0 0 0,0 0 1 0,0 0 0 16,17 0 0-16,-17 0 1 0,0 0 1 0,0 0-3 15,15 0 4-15,-15 0-4 0,14 0-2 0,-4 0 6 16,-3 0-1-16,2 0 2 0,0 0 1 0,1 0-4 15,0 0-3-15,-1 0 4 0,0 0 0 16,2 0 2-16,-3 0 4 0,1 0-1 0,-1 0-1 16,1 0 1-16,-1 0-3 0,-1 0 1 0,0 0 1 15,0 0-3-15,-1 0 0 0,0 0 0 0,0 0-2 16,-1 0 3-16,0 0-1 0,0 0-3 0,0 0 3 16,-1 0-1-16,0 0 2 0,0 0 1 0,2 0 2 15,-2 0-4-15,-1 0 2 0,-1 0 2 0,0 0-6 16,-1 0 0-16,0 0 2 0,0 0-1 0,-1 0 0 15,0 0 4-15,0 0-3 0,0 0 0 0,0 0 2 16,1 0-1-16,0 0-3 0,-1 0 1 0,0 0 2 16,0 0 0-16,0 0 6 0,0 0-4 0,0 0 0 15,0 0-8-15,0 0 4 0,0 0 0 0,0 0-6 16,0 0 7-16,0 0-34 0,0 0-56 0,0 0-73 16,0 0-112-16,0 0-82 0,0 0 7 15,0 0-1-15,0 0 90 0,0 0 114 0</inkml:trace>
  <inkml:trace contextRef="#ctx0" brushRef="#br0" timeOffset="197961.58">31322 13397 218 0,'0'0'8'0,"0"0"8"0,0 0 5 16,0 0-4-16,0 0-4 0,0 0-8 0,0 0 0 16,0 0 6-16,0 0 1 0,0 0-2 0,0 0 11 15,0-10-11-15,0 10 8 0,0 0 6 0,0 0-11 16,0 0 11-16,0 0-7 0,0 0 3 0,0 0 1 15,0 0 3-15,0 0 7 0,0 0 4 0,0 0 4 16,0 0-9-16,0 0 3 0,0 0-16 0,0 0 1 16,0 0-4-16,0 0-5 0,0 0 13 0,0 0-8 15,0 0 4-15,0 0-18 0,0 0 4 16,0 0-4-16,0 0-4 0,0 0 17 0,0 0-17 16,0 0 4-16,0 0 8 0,0 0-3 0,0 0-5 15,0 0 5-15,0 0-1 0,0 0-4 0,0 0 4 16,0 0 1-16,0 0-5 0,0 0-9 0,0 0 22 15,18 0-17-15,-18 0 4 0,19 0 13 0,-7 0-17 16,0 0 17-16,2 0-4 0,4 0-1 0,-3 0 10 16,-1 0 4-16,0 0 8 0,1 0-1 0,-2-10 3 15,1 10-7-15,-2 0-4 0,0 0 3 0,0 0-10 16,-5-5-2-16,3 5-1 0,-3 0 1 0,0-4-2 16,0 3 1-16,-2 0 1 0,1 0-4 0,-2 1 7 15,-3 0 1-15,1 0-6 0,1 0-2 16,-3 0-5-16,0 0 4 0,0 0 1 0,0 0-1 15,0 0-3-15,0 0-7 0,0 0 7 0,0 0-8 16,0 0 1-16,0 0 6 0,0 0-7 0,0 0 8 16,0 0 1-16,0 0-8 0,0 0 4 0,0 0-1 15,0 0-2-15,0 0 1 0,0 0 1 0,0 0 3 16,0 0-2-16,0 0 4 0,0 0 2 0,0 0-6 16,15 0 0-16,-15 0 10 0,0 0-29 0,16 0-74 15,-16 0-70-15,0 14-53 0,13-14-27 0,-13 0 16 16,0 0 72-16</inkml:trace>
  <inkml:trace contextRef="#ctx0" brushRef="#br0" timeOffset="-212105.39">31692 12772 181 0,'0'0'13'0,"0"0"1"15,0 0 13-15,0 0 3 0,0 0-16 0,0 0 15 16,0 0-9-16,0 0-6 0,0 0 6 0,0 0-7 16,0 0 3-16,0 0 4 0,0 0 1 0,0 0-1 15,0-10-11-15,0 10 2 0,0 0-6 0,0 0-5 16,0-5 4-16,0 5 0 0,0 0 3 16,0-3 0-16,0 3-7 0,0-2 1 0,0 2-1 15,0 0-3-15,0-1 19 0,0 1-4 0,0 0 0 16,0-1 8-16,0 1-8 0,0 0-4 0,0 0 0 15,0 0-8-15,0 0-3 0,0 0 10 0,0 0 1 16,0 0 0-16,0 0 3 0,0 0-11 0,0 0 0 16,0 0 4-16,0 0-8 0,0 0 4 0,0 0 0 15,0 0-3-15,0 0 3 0,0 0 0 0,0 0 0 16,0 0 0-16,0 0 0 0,0 0 0 0,0 0 0 16,0 0-4-16,0 0 4 0,0 0-4 0,0 0 4 15,0 0 0-15,0 0-4 0,0 0 4 16,0 0-3-16,0 0 6 0,0 0 1 0,0 0 4 15,0 0-5-15,0 0-3 0,0 0 0 0,0 0 0 16,0 0 0-16,0 0-3 0,0 0-1 0,0 0-4 16,0 0 8-16,0 0 4 0,0 0 0 0,0 0-8 15,0 0 0-15,0 0 1 0,0 0-1 0,0 0 11 16,0 0-3-16,0 0 0 0,0 0 4 0,0 0-12 16,12 0 0-16,-12 0 1 0,16 0-8 0,-8 0 15 15,2 0 0-15,-1 16-4 0,1-16 3 0,2 0-6 16,-1 11 3-16,-1-11 0 0,1 9 4 15,1-9-4-15,-3 8-3 0,1-3 3 0,-1 0-7 0,1 0 4 16,-3-1-1-16,3 1 8 0,-4-1 3 16,0 0-3-16,1 0-4 0,-1 0-3 0,-2 1 0 15,-1-1 3-15,-1 0 0 0,-1-1 4 0,-1 2 7 16,0-1 7-16,0 1 0 0,0 0-3 0,0 0 0 16,0 2-11-16,0 1 16 0,-22-1-4 0,22 2-21 15,0-2 5-15,-20 1-8 0,20 1 0 0,-15 1 24 16,15-2-3-16,-15 0-5 0,15 0 1 0,-14 0-13 15,7 1 8-15,2-2 8 0,1-1-3 0,-3 0 3 16,3 1-8-16,0-2-4 0,0 1 0 0,1 0 4 16,0-1-3-16,0 1 3 0,1-1 0 15,0-1-8-15,-1 1 4 0,3-2-4 0,0 1 12 16,0 0-8-16,0-1 12 0,0-1-12 0,0 0-12 16,0 0 12-16,0 2-8 0,0-3 20 0,0 1-4 15,0-1-8-15,0-1 9 0,0 2-13 0,14-1 17 16,-14 0 3-16,0 1-4 0,11-1 1 0,-11 0-9 15,12 2 12-15,-5-1-8 0,2-1 1 0,-1 0 7 16,1 1-16-16,1-2 11 0,-1 2-3 0,0-1 0 16,-1 0 7-16,1-1-6 0,-1 1 11 0,1 1-1 15,-1-2 0-15,-1 1 23 0,-1-1 10 0,1 0 16 16,1 0 7-16,-4 0-17 0,1 0-11 0,0 0-9 16,2 0-1-16,-2 0-1 0,0 0-2 0,0 0-15 15,-1 0-6-15,1 0-4 0,-2-14-2 0,0 14 1 16,-1 0-5-16,1 0-3 0,-3 0 4 0,2 0-5 15,-2 0-3-15,2-7 12 0,-2 7-15 16,0 0-43-16,2 0-70 0,-1 0-77 0,0 0-46 16,2-7 11-16,-1 5 26 0,1-3 4 0,0 2 54 15</inkml:trace>
  <inkml:trace contextRef="#ctx0" brushRef="#br0" timeOffset="-210805.22">32128 12966 217 0,'2'-1'15'0,"-1"-1"9"0,-1-1 2 0,1 1 8 15,1-1-5-15,-1 3-5 0,2-2 4 0,-3 2-2 16,0-2-5-16,0 2 2 0,0 0 4 0,0 0 2 16,0 0 0-16,0 0-11 0,0 0-4 0,0-1-10 15,0 1-4-15,0 0 4 0,0 0-4 0,0 0 7 16,0 0-4-16,0 0 1 0,0 0 3 0,0 0-11 15,0 0 1-15,0 0 6 0,0 0-3 0,-17 0 7 16,17 0-4-16,-12 0-6 0,12 14 3 0,-12-14-6 16,12 0 13-16,-12 0-1 0,6 11-12 15,-1-11 9-15,2 0-6 0,-2 7 3 0,2-2 10 16,-1-3 1-16,2 3-1 0,-3-1 0 0,2 2 1 0,0-2-11 16,3 2 7-16,-3-1 5 0,0 2 4 15,1 0-5-15,0 0-6 0,2 0-1 0,0 1-8 16,1 0 16-16,0-1-4 0,1 1-8 0,0-3 13 15,0 2-17-15,0 0 12 0,19 1-4 0,-19-1-8 16,15-2 13-16,-15 2-5 0,21 0-4 0,-21-1 4 16,22 0-4-16,-12-1 0 0,0 0 0 0,0-1 4 15,-1-1 1-15,0 1-1 0,-2-2 5 0,1 0-1 16,-3-1 4-16,0-1-4 0,0 1 9 0,-3-1-5 16,2 0 5-16,-1 0-4 0,0 0-1 0,-2 0-3 15,0 0-6-15,1 0 5 0,-1 0-8 16,-1 0 4-16,1 0 1 0,0-17 2 0,1 17 2 15,1 0-2-15,-1-13-3 0,1 13 4 0,1-10-1 16,1 10 4-16,1-12 4 0,-4 6-7 0,1-1 7 16,1 0-8-16,-2-1-10 0,-1 1 6 0,1 0-2 15,-2-1-1-15,0-1 4 0,0 1-11 0,0-1 4 16,0 1-1-16,0 1 1 0,0 1 7 0,0-1-4 16,0 0-3-16,0 2 7 0,0 0-4 0,0 1 0 15,0 0 4-15,0-1-7 0,0 3 3 0,0-1-11 16,0-1-30-16,0 2-20 0,-12 1-29 0,12-3 1 15,0 2 12-15,0 1 18 0,0 0 12 16,0 0 8-16,0-2 16 0,0 2 4 0,0 0 7 16,0 1 8-16,0 0 1 0,0 0 3 0,0 0 4 15,0 0 0-15,0-1 2 0,0-1-2 0,0 2 0 16,0-1-4-16,0-2-3 0,0 0-1 0,0 2-3 16,0-3 7-16,0 2 0 0,0-1 7 0,0-1-4 15,0 1-4-15,0-2 1 0,0 3-4 0,17-2 8 16,-17 0-4-16,0 0 3 0,13 0-3 0,-13 0 8 15,9 0 6-15,-9 0 0 0,7 0 1 0,-7 1 0 16,5-1-15-16,-5 1 1 0,2 0 3 16,0-1-4-16,-1 1 10 0,1-1 4 0,-1 0 0 0,1 0-3 15,-2-1 3-15,1 0-3 0,1-2 0 16,0 1 3-16,-1-2-6 0,0 0-5 0,0-1 4 16,-1 0 4-16,2-1 0 0,-1 0 19 0,1 2 13 15,-1 0 15-15,0 0 10 0,1 1-14 0,-1 1-6 16,0-1-21-16,-1 1-4 0,0 2-1 0,0-2-16 15,0 1 8-15,0 1-13 0,0 0 3 0,0 1 1 16,0 1-17-16,0 1 19 0,0-2-11 0,0 2 4 16,-12 1 7-16,12 0-11 0,0 0 4 0,0 0-1 15,0 0-3-15,0 0 8 0,-8 0-5 0,8 0-3 16,-8 0 3-16,2 0-15 0,1 0 9 0,-1 0-1 16,0 0 0-16,-4 0 12 0,3 0-4 15,-2 0 4-15,2 0-1 0,0 0 4 0,1 0-12 16,1 0 8-16,0 0 1 0,0 16-13 0,-2-16 12 0,2 0-12 15,0 14 0-15,-2-14 8 0,0 11-4 16,-3-11 16-16,3 13-8 0,0-7-8 0,-1 0 8 16,0 0-11-16,2 0 8 0,0 0 7 0,0 0-4 15,4 1-3-15,-1-1 3 0,-2 0 3 0,2 1-3 16,1 0-4-16,2 0 3 0,-2 2-3 0,1-1-3 16,1 0 11-16,0-1-3 0,0 3-1 0,0-2 7 15,0 1-7-15,0 0-4 0,18-1 1 16,-18 0 0-16,0 0 4 0,18 0 2 0,-18-1 1 15,16-1-4-15,-16-1 1 0,15 0-4 0,-15-1 0 16,15-2 8-16,-15 2-1 0,13-2 0 0,-8-2 1 16,-5 0-4-16,9 0-1 0,-7 0 8 0,2 0-10 15,1 0 2-15,0 0 2 0,1 0-5 0,4 0 6 16,-2 0-2-16,0-14 7 0,1 14 0 0,-1 0 2 16,-2-13-1-16,3 13 3 0,-1 0 3 0,-3-14 7 15,0 14 8-15,-1-12-6 0,1 6 4 0,0 0-3 16,-2-1 0-16,2-1 4 0,-1-1 5 0,-1 0-1 15,0-1 1-15,-1 0 0 0,0-2-5 0,0 0 3 16,-2 1-7-16,0-3-1 0,0 0-13 0,0 1-9 16,0-1 0-16,0 1-5 0,0 1-2 15,0 2 9-15,-19 1-5 0,19 1-7 0,0 1-21 16,-14 2-46-16,14 1-52 0,0 1-61 0,-8 1-43 16,8 1-6-16,0-1 13 0,0 2 18 0,-6 0 26 15,6 0 46-15</inkml:trace>
  <inkml:trace contextRef="#ctx0" brushRef="#br0" timeOffset="-209889.19">32490 12809 354 0,'0'0'11'16,"0"0"6"-16,0 0 11 0,0 0 4 0,0 0 7 16,0 0 7-16,0 0-4 0,0 0 6 0,0-12-11 15,0 12-6-15,0 0-3 0,0 0-15 0,-16 0 0 16,16 0-5-16,0 0-8 0,0 0 4 0,0 0-8 16,0 0-9-16,0 0 9 0,0 14 12 0,-10-14-8 15,10 0 8-15,-4 8-8 0,-1-8-8 16,1 10 7-16,0-5-3 0,-3 1 8 0,2 1-4 15,1 0-4-15,-1-1 21 0,0 1-5 0,3-1-8 16,-2 2 8-16,0 0-20 0,2 0-1 0,1 0 13 16,0 1 0-16,1 0 8 0,0 1 0 0,0 0-3 15,0-2-5-15,0 3-4 0,0-1-1 0,0 0-3 16,17 0-4-16,-17 0 4 0,0 0 0 0,0-1 7 16,14-1-7-16,-14 0 4 0,0-1-8 0,9-1 9 15,-9 0 7-15,0 0-8 0,0-2 4 0,5 0-4 16,-5-1 4-16,0 0-4 0,0 1 16 15,0-2-4-15,0-1-3 0,0 1 15 0,0 1-16 0,0-1 0 16,0-1 8-16,0 1-8 0,0 1 4 0,0-2 0 16,0 2-4-16,0-2-3 0,-13 3 6 15,13-4 2-15,0 2 2 0,-9-1 5 0,9 1-8 16,-8 0-4-16,8-2-1 0,-10 2 1 0,6-2-8 16,0 0 4-16,-2 0-3 0,1 0 0 0,0 0 6 15,-3 0-3-15,3 0 4 0,1 0-25 0,-2 0-26 16,2-18-42-16,-1 18-35 0,0 0-12 0,2-15 4 15,1 15-12-15,1-15-5 0,1 15 31 0</inkml:trace>
  <inkml:trace contextRef="#ctx0" brushRef="#br0" timeOffset="-209468.82">32509 12857 605 0,'0'0'14'16,"0"0"12"-16,0 11 8 0,0-11-4 0,0 0-15 16,0 0-2-16,0 0-8 0,0 0 11 0,19 8 1 15,-19-8-4-15,0 0-1 0,24 4-8 0,-24-3 5 16,23 0-13-16,-10 1 8 0,0 0 8 0,0-1-5 15,-2 1 5-15,1 0-11 0,-3 0-1 0,-1-1 0 16,0 1 0-16,-2-2 4 0,-1 1 0 16,-1 1-8-16,0-2-1 0,0 1-60 0,-2-1-56 15,-1 0-43-15,1 0-42 0,-2 0 61 0</inkml:trace>
  <inkml:trace contextRef="#ctx0" brushRef="#br0" timeOffset="-197496.95">32831 13090 104 0,'0'0'5'15,"0"0"2"-15,0 0 6 0,0 0 6 0,0 0 2 16,0 0-1-16,0 0 1 0,0 0-5 0,0 0-7 16,0 0 6-16,0 0-4 0,0 0 1 0,0 0 2 15,0 0-5-15,0 0 0 0,0 0-1 0,0 0 4 16,0 0 2-16,0 0-1 0,0 0-3 15,0 0-3-15,0 0-9 0,0 0 3 0,0 0 7 0,0 0-5 16,0 0 4-16,0 0-4 0,0 0-3 16,0 0 3-16,0 0 10 0,0 0-16 0,0 0 4 15,0 0-1-15,0 0-6 0,0 0 12 0,0 0-6 16,0 0-3-16,0 0 0 0,0 0 3 0,0 0 3 16,0 0 1-16,0 0-1 0,0 0 0 0,0 0-6 15,0 0 0-15,0 0 0 0,0 0 3 0,0 0 9 16,0 0-6-16,0 0-3 0,0 0-6 0,0 0 3 15,0 0 9-15,0 0-3 0,0 0 7 0,0 0-16 16,0 0-3-16,0 0 9 0,0 0-3 0,0 0 3 16,0 0 3-16,0 0 4 0,0 0-7 0,0 0 9 15,0 0-6-15,0 0-9 0,0 0 9 0,0 0-6 16,0 0 4-16,0 0 5 0,0 0-9 16,0 0 9-16,0 0 0 0,0 0-16 0,0 0 17 15,0 0-10-15,0 0 0 0,0 0 13 0,0 0-13 16,0 0 6-16,0 0-6 0,0 0 0 0,0 0 2 15,0 0-1-15,0 0 8 0,0 0-3 0,0 0-2 16,0 0 2-16,0 0-3 0,0 0 4 0,19 0 6 16,-19 0-3-16,0 0-3 0,12 0 6 0,-12 0-9 15,12 0 6-15,-12 0 3 0,15 0 3 0,-7 0 9 16,0 0-6-16,3 0 3 0,-3 0-9 0,1 0-3 16,3 0-3-16,-3 0-1 0,1 0-2 0,-1 0-4 15,-1 0 6-15,0 0-6 0,1 0 6 0,-2 0 0 16,-2 0-3-16,-2 0 4 0,1 0-8 15,-1 0 4-15,1 0-3 0,-3 0 6 0,2 0 4 16,1 0-4-16,-1 0 10 0,1 0-13 0,-1 0 0 16,2 0 7-16,-3 0-7 0,2 0 7 0,-3 0 3 15,0 0-6-15,0 0-1 0,-1 0 4 0,0 0-4 16,0 0-3-16,0 0 3 0,0 0-3 0,0 0-3 16,0 0 0-16,0 0 0 0,0 0-1 0,0 0 1 15,0 0 0-15,0 0 3 0,0 0-4 0,0 0 7 16,0 0 7-16,0 0-10 0,0 0 0 15,0 0-3-15,0 0-4 0,0 0-30 0,16 0-31 0,-16 0-23 16,0 0-44-16,16 0 9 0,-16 0 35 16</inkml:trace>
  <inkml:trace contextRef="#ctx0" brushRef="#br0" timeOffset="-196005.23">33042 12957 108 0,'0'0'21'16,"0"0"-2"-16,0 0 11 0,0 0-1 0,0 0-17 16,0 0 10-16,0 0-10 0,0 0 3 0,0 0 3 15,0 0-6-15,0 0-4 0,0 0-3 0,0 0 0 16,0 0 3-16,0 0 3 0,0 0 7 0,0 0-6 15,0 0 3-15,0 0 7 0,0 0-3 0,0 0-1 16,0 0-6-16,0 0-1 0,0 0-3 0,0 0-4 16,0 0 7-16,0 0-8 0,0 0 1 15,0 0 6-15,0 0-3 0,0 0-4 0,0 0 1 16,0 0-11-16,0 0 7 0,0 0-3 0,0 0 0 16,0 0 9-16,0 0-12 0,0 0 9 0,0 0 3 15,0 0-9-15,0 0 3 0,0 0 0 0,0 0-3 16,0 0 6-16,0 0-3 0,0 0-3 0,0 0 3 15,0 0 0-15,0 0 3 0,0 0 4 0,0 0-7 16,0 0 3-16,0 0-3 0,0 0-3 0,0 0 3 16,0 0 3-16,0 0-6 0,0 0 3 0,0 0-3 15,0 0 2-15,0 0 0 0,0 0-9 16,0 0 2-16,0 0-16 0,0 0 7 0,0 0 5 16,0 0 5-16,0 0 3 0,0 0 3 0,0 0 4 15,0 0-11-15,0 0 5 0,0 0 0 0,0 0 0 16,-20 0-1-16,20-14 3 0,0 14-7 0,0 0-14 15,0 0-1-15,0 0-7 0,0 0 3 0,0 0-4 16,0-6-7-16,0 6 5 0,0 0 12 0,0 0 16 16,0-4 8-16,0 4 3 0,0-3-12 0,0 2 2 15,0-2 13-15,0 3-6 0,0-2-4 0,0 1-2 16,0-1-6-16,0 1 3 0,0-1 12 0,0 0-2 16,0 1 7-16,0 0-3 0,0 0-1 0,0 0 5 15,0 0-4-15,0-1-1 0,0 2 1 0,0-1-7 16,0 0-4-16,0 1 0 0,0-1-6 15,-9 1 5-15,9-1 4 0,0 1 3 0,0-1 6 16,0 1-3-16,0-1-3 0,0 1-2 0,-5-1-5 16,5 1 5-16,0 0-1 0,-2-1 3 0,2 0 0 15,0 1 0-15,0 0 1 0,-1 0-4 0,1-1-3 16,0 0 3-16,0 1 4 0,0 0 11 0,0 0 0 16,0 0 1-16,-1 0-4 0,1 0-2 0,0 0 2 15,0 0 0-15,0 0-4 0,0 0-1 0,0 0-3 16,0 0 0-16,0 0-1 0,0 0-2 15,0 0 5-15,0 0-9 0,0 0-1 0,0 0 7 16,0 0-6-16,0 0 0 0,0 0 6 0,0 0-5 0,0 0 2 16,0 0 3-16,0 0-3 0,0 0 3 15,0 0-6-15,0 0 4 0,0 0 3 0,0 0-4 16,0 0 4-16,0 0 7 0,0 0-7 0,0 0 3 16,0 0 7-16,0 11-6 0,-11-11 3 0,11 0 0 15,0 0-4-15,0 0 1 0,0 0 6 0,-9 0 0 16,9 7-3-16,0-7 10 0,0 0-14 0,0 3 7 15,-3-2-6-15,2 0 2 0,1 0 7 0,0 1-13 16,0-1 12-16,-1 0-19 0,0 2 3 0,1-1 4 16,-2 0-11-16,1-1 11 0,1 3-7 0,-1-1 7 15,-1-1 3-15,1 2 13 0,-1-1-10 16,-1 1 3-16,1-1 4 0,1 0-17 0,-1 2 13 16,0-2-2-16,-2 2-8 0,3 1 4 0,-3-2 1 15,1 2-8-15,1-2 4 0,-2 2-8 0,2-3 8 16,-1 2 0-16,1-2 8 0,-2 2 4 0,2-2-8 15,1 0 4-15,0 1-4 0,-1-1 4 0,0 2 0 16,-1-1-4-16,3-1 4 0,-1 1-4 0,-1 0 0 16,2-1 14-16,-2 2-7 0,-1-2-5 0,1 1-5 15,2-1-1-15,-3 1-4 0,1-1 11 0,1 0 4 16,-1 0-12-16,2 0 8 0,-2 0-11 0,0 2 0 16,2-2-3-16,-2 1-15 0,2 1 7 0,0 0 1 15,0 0 3-15,-1-2 15 0,1 3 0 0,0-3-1 16,0 2-6-16,0-1 2 0,0 0-7 15,-1 0 8-15,1 1 4 0,0-2-12 0,0 0 8 16,-1 0-4-16,1 0 0 0,-1-1 4 0,1 0 0 16,0-1-4-16,0 1 4 0,0-1-4 0,0 0 1 15,0-1 3-15,0 1-4 0,0-1 7 0,0 0-8 16,0 0 1-16,0 0 5 0,0 0-1 0,0 0 4 16,0 0-1-16,0 0-3 0,0 0-11 0,0 0 7 15,0 0 0-15,0 0-4 0,0 0 15 0,0 0-7 16,0 0 0-16,0 0-40 0,0 0-48 15,0 0-17-15,0 0-25 0,0 0 14 0,20 0-6 16,-20 0-24-16,0 14 24 0</inkml:trace>
  <inkml:trace contextRef="#ctx0" brushRef="#br0" timeOffset="-194899.13">32775 13076 128 0,'0'0'4'0,"0"0"10"0,0 0 1 0,0 0 6 15,0 0-3-15,0 0-6 0,0 0-5 0,0 0-6 16,0 0 2-16,0 0-2 0,0 0 9 0,0 0-3 16,0 0 0-16,0 0 4 0,0 0-3 0,0 0 13 15,0 0-4-15,0 0-2 0,0 0-4 0,0 0-9 16,0 0 3-16,0 0 3 0,0 0-1 16,0 0 0-16,0 0-1 0,0 0-2 0,0 0 0 15,0 0-1-15,0 0-3 0,0 0 0 0,0 0 1 16,0 0 2-16,0 0 4 0,0 0-4 0,0 0 1 15,0 0-1-15,0 0-6 0,0 0 7 0,0 0 3 16,0 0-3-16,0 0 9 0,13 0-2 0,-13 0 1 16,0 0 3-16,0 0-1 0,0 0-4 0,0 0 0 15,0 0-3-15,0 0-4 0,0 0 0 0,0 0 4 16,0 0-7-16,0 0 3 0,0 0 1 0,0 0-4 16,0 0 10-16,0 0 4 0,18 0 12 0,-18 0 4 15,0 0 2-15,20 0-12 0,-20 0-4 16,14 0-6-16,-14 0-3 0,13 0 4 0,-13 0 1 15,12 0-4-15,-8 0-4 0,1 0-4 0,0 0-4 16,-2 0 0-16,0 0 4 0,-1 0 4 0,1 0-4 16,0 13 4-16,-1-13-4 0,1 0 4 0,2 0 0 15,-3 0 0-15,4 0 0 0,-3 0-4 0,2 0 0 16,-1 0 8-16,1 0-4 0,0 0 30 0,-1 0 5 16,1 0-12-16,-1 0 15 0,2 0-30 0,-1 0 4 15,-3 0-1-15,3 0-4 0,-2 0-4 0,1 0-14 16,-1 0 3-16,0 0 0 0,-1 0 4 15,1 0 0-15,0 0 7 0,-1 0-7 0,0 0 0 0,2 0 8 16,-1 0-7-16,2 0 10 0,-1 0-14 16,-1 0 13-16,0 0-2 0,0 0-11 0,0 0 17 15,0 0-17-15,-1 0 3 0,-1 0 8 0,2 0-4 16,-2 0 3-16,0 0-4 0,0 0-8 0,2 0-2 16,-3 0 0-16,1 0 3 0,-1 0 0 0,0 0-13 15,0 0 3-15,0 0-4 0,0 0-68 0,0 0-40 16,0 0-37-16,0 0-54 0,0 0 57 0,0 16 57 15</inkml:trace>
  <inkml:trace contextRef="#ctx0" brushRef="#br0" timeOffset="-177119.12">33211 12838 106 0,'0'0'2'0,"0"0"-8"0,0 0 9 16,0 0 0-16,0 0 2 0,0 0 14 16,0 0-10-16,0 0 3 0,0 0 4 0,0 0-2 15,0 0 2-15,0 0 10 0,0 0-5 0,0 0-1 16,0 0 3-16,0 0-6 0,0 0 2 0,0 0-3 15,0 0-1-15,0 0-6 0,0 0-1 0,0 0 2 16,0 0-6-16,0 0 0 0,0 0-4 0,0 0 1 16,0 0 2-16,0 0-3 0,0 0 6 0,0 0-10 15,0 0-2-15,0 0 10 0,0 0-8 0,0 0 14 16,0 0-1-16,0 0-12 0,0 0 3 0,0 0-6 16,0 0-1-16,0 0 10 0,0 0-3 0,0 0 0 15,0 0-3-15,0 0 0 0,0 0-3 0,0 0 9 16,0 0 7-16,0 0-10 0,0 0-3 15,0 0-7-15,0 0 0 0,0 0 13 0,0 0 10 16,0 0-10-16,0 0 1 0,0 0-8 0,0 0-2 16,0 0 6-16,0 0 3 0,0 0-3 0,0 0-3 15,0 0 3-15,0 0 0 0,0 0-3 0,0 0 13 16,0 0-13-16,0 0-1 0,0 0 8 0,0 0-11 16,0 0 17-16,0 0-10 0,0 0 0 0,0 0 0 15,0 0-1-15,0 0 2 0,0 0-4 0,0 0 6 16,0 0-3-16,0 0 4 0,0 0 2 15,0 0-7-15,0 0-8 0,0 0 2 0,0 0 1 0,0 0 6 16,0 0 7-16,0 0 2 0,0 0-2 16,0 0-3-16,0 0-14 0,0 0 7 0,0 0-4 15,0 0 4-15,0 0 19 0,0 0-16 0,0 0 3 16,0 0-7-16,0 0-5 0,0 0 2 0,0 0 7 16,0 0 4-16,13 0-1 0,-13 0 7 0,0 0-10 15,0 0 0-15,9 0-3 0,-9 0 0 0,7 0 4 16,-7 0 2-16,5 0 3 0,-1 12 0 0,0-12-3 15,-2 0-9-15,1 7-1 0,1-7 1 0,-1 7 6 16,-1-7-2-16,2 7 2 0,-3-5 1 0,2 2-8 16,1-1 8-16,-3 1-4 0,1-2-4 0,-1 2 8 15,1 0-1-15,0-1 4 0,-1 1 0 0,0 0 2 16,1-1 1-16,-1 1-7 0,0-1-3 16,-1 0-4-16,1 0 8 0,-1 0 2 0,0-1 4 15,0 1-7-15,0 0-2 0,0-1 2 0,0 3 1 16,0-1 3-16,0 1 3 0,0 1-19 0,0-1 0 15,-16 1 7-15,16 1-7 0,0 0 16 0,-11-2 2 16,11 1-2-16,-9 1 0 0,9 0 2 0,-7-3 1 16,7 2-7-16,-9 1 3 0,5-2-2 0,0 1-7 15,0 0 12-15,-2 0-5 0,3 1-1 0,-4-1 7 16,4 1-10-16,-2-1 3 0,1 0-1 0,0 0 1 16,1 0 1-16,0-1-1 0,0-1 4 15,0 1-7-15,-1 0-1 0,1-2 4 0,1 1-6 16,0-1 3-16,0 1 6 0,0-3 0 0,1 2 0 0,-1-1 0 15,0 0-3-15,2 0-3 0,-1 0 6 16,1 0-3-16,-1 0 0 0,1 0 0 0,0-1 0 16,0 0 0-16,0 1 0 0,0-1 0 0,-1 1 3 15,1-2 0-15,0 1 0 0,0-1 3 0,0 1-9 16,0 1 7-16,0-1-4 0,0 1 1 0,0 0-1 16,0 0 1-16,0 0 12 0,14 1-2 15,-14 0 15-15,0-1 4 0,15 1-3 0,-15 0 3 0,14-1-10 16,-14-1 0-16,16 2 7 0,-7-1 0 15,-1 0-2-15,0-1 12 0,0-1-4 0,-1 2 3 0,0-2 16 16,1 0-17-16,-2 0 0 0,-1 0 0 16,0 0-4-16,-1 0 8 0,0 0 1 0,1 0-3 15,-2 0-8-15,-1 0-7 0,-2 0-15 0,2 0 0 16,-1 0 0-16,-1-12-7 0,2 12 3 0,-2 0 1 16,0 0-1-16,0 0 4 0,2 0-3 0,-2 0-4 15,1 0-3-15,-1 0-4 0,0 0 7 0,0 0-4 16,0 0 7-16,0 0-7 0,0 0-2 0,0 0-16 15,0 0-64-15,0 0-39 0,0 0-28 0,0 0-3 16,0-7 25-16,0 7 10 0,0 0-14 0,16-4 20 16</inkml:trace>
  <inkml:trace contextRef="#ctx0" brushRef="#br0" timeOffset="-176642.24">33447 12954 237 0,'0'-4'4'0,"0"0"12"16,0 1 7-16,0-1 8 0,0-1 6 0,0 1-11 16,0 0-11-16,0 2-4 0,0-1-7 0,0 2-4 15,0-1 0-15,0 1-4 0,0 0-3 0,0 1 10 16,0 0-3-16,0 0 0 0,0 0-3 0,0 0-13 16,0 0 9-16,0 0 4 0,0 0 7 0,0 0 3 15,0 0-3-15,0 0 3 0,0 0-6 16,-15 15 6-16,15-15 0 0,0 0-9 0,0 12 6 0,0-12-3 15,0 10-4-15,-11-10 4 0,11 11-12 0,0-5 11 16,0-1-1-16,0 2 14 0,0-2-3 16,0 0-8-16,0 1 8 0,0 0-22 0,0-2 13 15,0 2 0-15,0-1-3 0,0 1 14 0,0 0 4 16,14 0-3-16,-14 0 0 0,0 1-10 0,9-1-2 16,-9 0 2-16,9-2 0 0,-3 2 0 0,0-2 4 15,0 1-4-15,1-3 0 0,-2 2 4 0,2-2-4 16,-1-1-4-16,0-1-2 0,0 1-30 0,1-1-37 15,0 0-55-15,3 0 3 0</inkml:trace>
  <inkml:trace contextRef="#ctx0" brushRef="#br0" timeOffset="-176242.63">33660 13017 265 0,'0'-2'22'0,"0"1"9"0,0-2 11 0,0-1 5 16,-15 1-19-16,15 0-6 0,0 0-8 0,0 1-6 15,0-1-1-15,0 1-4 0,-6 0-2 0,6 0-1 16,0 0 1-16,0 1 6 0,0 0-10 0,0 0 6 16,0 1 1-16,0 0-14 0,0 0 13 0,0 0-3 15,0 0-4-15,0 0 4 0,0 0 4 0,0 0-11 16,0 0 7-16,0 0 0 0,0 0-3 0,0 0 2 16,0 0-2-16,0 0 20 0,0 0 1 0,0 0 14 15,0 0 7-15,0 15-11 0,-17-15-1 0,17 11-6 16,0-11-8-16,-16 15-9 0,16-7 15 15,-13 2-3-15,5 0 5 0,0 2 23 0,-1 0-8 16,0-2 12-16,-1 3-5 0,2-1-15 0,-1 0-9 16,-1-1 1-16,1-1 3 0,2 0-8 0,0 0 8 15,-2-1-15-15,2 0-4 0,2 0 4 0,-2-1-10 16,0 1 6-16,1-1-3 0,0 0 1 0,1-1-2 16,0 0 4-16,1 0 4 0,1 0 0 15,0-2 0-15,-1 1-4 0,2-2 0 0,0 1-4 0,1-2 3 16,1-1 7-16,-1 0-10 0,1-1 19 0,0 0-22 15,0 0 1-15,0-1-28 0,0 0-76 16,0 1-31-16,0-1-40 0,20 0-13 0,-20 0 5 16,17 0 47-16</inkml:trace>
  <inkml:trace contextRef="#ctx0" brushRef="#br0" timeOffset="-175710.82">33798 13046 217 0,'7'-2'12'0,"-1"0"13"0,-1 0 5 0,-3 0 8 15,2 0-6-15,-2 0 0 0,1 2-1 0,-3-1-4 16,0 0 0-16,0 0-12 0,0 1 0 0,0 0-7 15,0-1-4-15,0 1 0 0,0 0-3 0,0 0 9 16,0 0-3-16,-20 0 4 0,20 0-1 0,-20 0-3 16,20 0-3-16,-22 0 4 0,9 20-4 0,-4-20 4 15,3 0 2-15,-1 18-3 0,0-18-3 0,4 16-4 16,-4-7 7-16,4 2-11 0,1-1 11 0,1 0-7 16,3 0-7-16,-1 0 11 0,4 1-8 15,-2 0 18-15,3-1-8 0,1 0-6 0,1 0 7 16,0 0-14-16,0-1 18 0,0-1 2 0,0 1-3 0,0-1 9 15,19-1 14-15,-19 0 30 0,0-1 17 16,21-1 8-16,-21-1 6 0,14-2 2 0,-14 1 5 16,13-2 5-16,-13-1-15 0,10 0-19 0,-10 0-5 15,11 0-14-15,-7 0-5 0,-1 0-8 0,4-16-13 16,-4 16-3-16,4 0-8 0,-1-18-6 0,0 18-3 16,0-16 0-16,1 6-4 0,0 0 4 0,1-2 0 15,0 1 8-15,-3 0 3 0,0-1 5 0,0 1 4 16,-3 2-11-16,1-1-4 0,-1 2-8 0,-2-1-3 15,0 2 3-15,0 2-2 0,0 0 2 0,0 0-3 16,0 2-2-16,0-1 0 0,0 0-3 16,0 1-13-16,0 0-73 0,0 1-65 0,0-1-78 15,0 3-69-15,0-2 14 0,0 1 6 0,0 1 31 16,0 0 82-16</inkml:trace>
  <inkml:trace contextRef="#ctx0" brushRef="#br0" timeOffset="-172611.32">31834 13398 176 0,'0'0'1'16,"0"0"6"-16,0-5 14 0,0 5 0 0,0-3 7 15,0 2 1-15,0 1-12 0,0-3 4 0,0 2-2 16,0 0-7-16,0 0 4 0,0 0 1 0,0 1-1 16,0 0 4-16,0-2 0 0,0 1-1 0,0 1-3 15,0 0-1-15,0-2 4 0,0 2-4 0,0 0 3 16,0 0-6-16,0 0 3 0,0 0 10 15,0 0-3-15,0 0 19 0,0 0-10 0,0 0 5 16,0 0 2-16,0 0-4 0,0 0 5 0,0 0-13 16,0 0-1-16,0 0-5 0,0 0-3 0,0 0 4 15,0 0 7-15,0 0-4 0,0 0 9 0,0 0-9 16,0 0-4-16,0 0-1 0,0 0-3 0,0 0 4 16,0 0-2-16,0 0-5 0,0 0 1 0,0 0 1 15,0 0-3-15,0 0 9 0,0 0-2 0,0 0-3 16,0 0 6-16,0 0-1 0,0 0-4 0,0 0 8 15,0 0-13-15,0 0-8 0,0 0 2 16,0 0-3-16,0 0-3 0,0 0 3 0,0 0-7 0,0 0-2 16,0 0 3-16,0 0-1 0,0 0 8 15,0 0-6-15,0 0 2 0,0 0 1 0,0 0 2 16,0 0 6-16,0 0-6 0,0 0 3 0,0 0-3 16,0 0-6-16,0 0 10 0,0 0-8 0,0 0 4 15,0 0 1-15,0 0-8 0,0 0 5 0,0 0-4 16,0 0 3-16,0 0 4 0,0 0-2 0,0 0-2 15,0 0-3-15,0 0 1 0,0 0 6 0,0 0-1 16,0 0 3-16,15 0 2 0,-15 0-13 0,13 0 3 16,-13 0 3-16,13 0-9 0,-5 15 11 0,2-15-2 15,-3 0-6-15,0 0 10 0,1 0-1 16,0 8-3-16,0-8-1 0,-1 0-1 0,2 0-3 16,-1 5 6-16,-1-5 4 0,1 3-4 0,1-3 2 15,1 2 0-15,-1-1-4 0,0 0 0 0,1 0 4 16,-3-1-6-16,2 0 2 0,-2 0 2 0,0 1-8 15,-1-1 5-15,-2 0 0 0,0 0-4 0,-1 1 5 16,2-1-2-16,-2 1 3 0,-1 0 3 0,3 0-2 16,-2-1 2-16,2 2-4 0,1-1-3 0,0 0 5 15,2 0-3-15,-1 1-1 0,1-1 5 0,0 0-5 16,2 1 0-16,-2 0 4 0,-2-1-1 16,1 0-2-16,-2 0 1 0,1 1 1 0,-1 0-5 0,0-1 8 15,-2 1-1-15,2-2-9 0,0 3 9 16,1-1-6-16,1 0 6 0,0-2 4 0,0 3-9 15,-1-3-2-15,3 0-5 0,-2 3 8 0,0-2-2 16,1 1 3-16,1-2-3 0,-2 1-2 0,0 0 5 16,1 2 7-16,0-2 1 0,-1 0-8 0,-1 0 6 15,-1 0-3-15,2 1-6 0,-3 0 6 0,1-1-1 16,-1 0-4-16,1 0 5 0,1 1-2 0,0-1-8 16,-1 1 5-16,1-1 3 0,0 0-1 0,1 1 4 15,1-1-1-15,0 1-1 0,0 0-1 0,-1 0-4 16,2-1 5-16,0 1-4 0,-2-1-4 0,2 0 7 15,0-1-2-15,-2 0-4 0,2 0 9 0,-2 2-3 16,1-2-3-16,-2 1 6 0,1 0-1 0,0 1 0 16,2 0 3-16,-2 0-8 0,0 1 1 15,2-1-4-15,1 0 8 0,0 1 4 0,-1-1-2 16,2-1 2-16,0 1-5 0,0 0-3 0,1 0 2 16,-1-2 0-16,2 1-6 0,-1-1 5 0,-2 1-1 15,2-1 3-15,-2 0 4 0,1 0-3 0,-1 0 1 16,1 0-7-16,-2 0-1 0,1 0 2 0,-1 0-6 15,0 0 5-15,1 0 0 0,-3 0 1 0,2 0 9 16,0 0-4-16,0 0 0 0,0 0-1 0,-1 0-9 16,1 0 13-16,0 0-4 0,0 0-5 15,-1 0 6-15,1 0-12 0,-1 0 6 0,3 0 5 16,-2 0-5-16,0 0 6 0,0 0-4 0,0 0-2 16,0 11 6-16,0-11-10 0,0 0-3 0,0 0 8 15,-2 0-2-15,0 5 8 0,2-5 1 0,0 3-5 16,-1-1 1-16,1-1-2 0,-1 1 7 0,0 0-2 15,0 0-1-15,1 0-3 0,0 0-1 0,-1 0 5 16,1-2-10-16,1 3 8 0,2-1-5 0,-2 0 0 16,-1-2 3-16,3 0 0 0,-3 2 3 0,0 0-4 15,0-2 2-15,-1 1-3 0,-1 0 2 0,-1 0 0 16,2 1-1-16,0-1 5 0,-1 1-6 0,2 0-2 16,1-1 8-16,-2 1-4 0,3-2 0 0,-1 0 3 15,0 3 0-15,0-2-5 0,2-1 3 16,-3 1-4-16,1 0-3 0,2-1 5 0,-3 1 3 15,1-1-3-15,1 0-2 0,-3 1 3 0,1 1-5 16,-1-2 4-16,0 2 4 0,0-1-6 0,0 0 4 16,0 0-1-16,-2-1 1 0,3 2 0 0,-2 1 5 15,4-2 0-15,-3 0-3 0,1 1-1 0,1-2-1 16,1 2-6-16,-1-1 3 0,0 1 1 0,0-2-7 16,-1 0 8-16,0 0 0 0,1 0 0 0,-1 2 1 15,-1-2-4-15,2 0 7 0,-3 0-3 0,2 0 5 16,-2 1-2-16,2-1-7 0,0 0-4 0,-2 1 2 15,3-1 2-15,-2 0 1 0,-1 1 6 0,2 0-1 16,-1-1-7-16,1 0 8 0,-1 0 4 0,0 0-10 16,1 0 6-16,-2 0-9 0,2 0-2 15,-3 0 3-15,1 0-1 0,0 0 5 0,-2 0-3 16,0 0 4-16,-1 0 0 0,1 0-7 0,2 0 3 16,-2 0 3-16,0 0 0 0,1 0 3 0,-1 0 5 15,4 0 0-15,-2 0 0 0,0 0 2 0,3 0-11 16,0 0-6-16,0 0 3 0,1 0-3 0,1 0 3 15,-3 0 2-15,0 0 6 0,1 0 3 0,-2 0-6 16,-2 0 1-16,-1 0-1 0,0 0-4 0,-3 0 8 16,0 0 2-16,-1 0-6 0</inkml:trace>
  <inkml:trace contextRef="#ctx0" brushRef="#br0" timeOffset="-160694.87">32329 13982 154 0,'0'0'1'15,"0"0"20"-15,0 0 8 0,0 0 10 0,0 0 3 16,0 0-12-16,0 0 9 0,0 0-3 0,0 0-4 16,0 0 0-16,0 0-14 0,0 0-3 0,0 0 3 15,0 0-3-15,0 0 0 0,0 0 4 0,0 0-4 16,0 0-1-16,0 0-2 0,0 0-5 15,0 0 4-15,0 0 1 0,0 0 2 0,0 0 4 0,0 0-4 16,0 0 11-16,0 0-6 0,0 0 0 0,0 0-11 16,0 0-1-16,0 0 5 0,0 0-8 15,0 0 11-15,0 0-11 0,0 0-4 0,0 0 0 16,0 0 4-16,0 0-4 0,0 0-4 0,0 0 4 16,0 0-3-16,0 0-1 0,0 0 11 0,0 0-7 15,0 0 0-15,0 0 0 0,0 0 0 0,0 0 0 16,0 0 4-16,0 0-1 0,0 0-6 0,0 0 6 15,0 0-3-15,0 0 0 0,0 0 0 0,0 0 4 16,0 0-1-16,0 0-6 0,0 0 6 0,0 0-6 16,0 0 3-16,0 0 11 0,0 0-11 15,0 0-3-15,0 0 3 0,0 0-11 0,0 0 15 0,0 0 3 16,0 0-6-16,0 0 6 0,0 0-7 16,0 0 0-16,0 0 7 0,0 0-7 0,0 0-3 15,0 0 3-15,0 0-3 0,0 0 10 0,0 0-3 16,0 0-4-16,0 0 0 0,0 0-4 0,0 0 8 15,0 0 3-15,0 0-3 0,0 0-4 0,0 0 3 16,0 0-2-16,0 0-1 0,0 0 4 0,0 0-3 16,0 0 3-16,0 0 0 0,0 0 4 0,0 0-1 15,0 0-3-15,17 0-4 0,-17 0-1 0,0 0 1 16,14 0-3-16,-14 0 7 0,10 0-8 0,-10 0 5 16,12 0-1-16,-4 0 4 0,0 0 3 0,0 0-11 15,1 0 11-15,0 9-6 0,0-9-1 16,2 0 4-16,-1 0 4 0,0 0-4 0,3 0-3 15,-2 6 10-15,0-6-10 0,1 0 7 0,0 0 8 16,-1 0 0-16,0 3-3 0,-1-3 7 0,1 1 4 16,-1-1 0-16,-1 1 15 0,-1-1-8 0,0 2-8 15,-1-2 3-15,-1 0-7 0,-1 1-3 0,0-1 6 16,-2 0-6-16,1 0-8 0,-1 0 8 0,0 2-6 16,-1-2-6-16,1 0 7 0,-1 0-10 0,0 0 4 15,1 0-1-15,-1 0-1 0,0 0 4 0,0 0-10 16,-1 0 6-16,2 0 3 0,0 0-3 15,-2 0 3-15,0 0-2 0,-1 0-7 0,0 0 0 0,1 0 5 16,0 0-5-16,-1 0 3 0,0 0-2 16,0 0-4-16,0 0 6 0,0 0 0 0,0 0 3 15,0 0-6-15,0 0 3 0,0 0-6 0,0 0 0 16,0 0-60-16,0 0-74 0,0 0-55 0,0 0-126 16,0 0 65-16</inkml:trace>
  <inkml:trace contextRef="#ctx0" brushRef="#br0" timeOffset="-155226.25">32872 13873 151 0,'0'0'10'0,"0"0"11"15,0 0 12-15,0 0 8 0,0 0-6 0,0 0-7 16,0 0-6-16,0 0-7 0,0 0 3 0,0 0 0 16,0 0-10-16,0 0 7 0,0 0-8 0,0 0-3 15,0 0 3-15,0 0-7 0,0 0 4 16,0 0-4-16,0 0 7 0,19 0 4 0,-19 0 4 15,0 0 9-15,0 0-12 0,0 0-4 0,0 0 9 16,0 0-6-16,0 0 10 0,0 0-7 0,10 0-17 16,-10 0 7-16,0 0-4 0,0 0 7 0,0 0 0 15,0-9 6-15,0 9-13 0,0 0 0 0,0 0 4 16,0 0-11-16,0 0 11 0,0 0-1 0,0 0-3 16,0 0-3-16,0 0 16 0,0 0-12 0,0 0 13 15,0 0 0-15,0 0-7 0,0 0 14 0,0 0-14 16,0 0 3-16,0 0-6 0,0 0 0 0,0 0 0 15,0 0-1-15,0 0-3 0,0 0 0 0,0 0-4 16,0 0-3-16,0 0 7 0,0 0-4 0,0 0 4 16,20 0-3-16,-20 0 3 0,20 0 0 15,-20 0-4-15,23 0 15 0,-23 0-15 0,24 0 4 16,-24 0 4-16,20 0-15 0,-12 0 11 0,-1 0 4 16,-7 0 0-16,10 0 3 0,-10 0-14 0,5 0 3 15,-1 0 0-15,-4 0-6 0,0 11 13 0,0-11-3 16,0 0-7-16,0 0 14 0,0 0-3 0,0 7-11 15,0-7 14-15,0 7-4 0,-16-2 1 16,16 1 3-16,0 2-3 0,0-2-4 0,-9 2-4 0,9-3 1 16,-7 2 3-16,7-1-4 0,-9 0 8 15,3-1-1-15,0 0-10 0,1 0 11 0,0 0-4 16,-1-3 0-16,2 3 3 0,-1-2-3 0,0 1 0 16,3-1 0-16,-1-1 0 0,3 0-4 0,-2 1 1 15,2-1 6-15,-2 1 1 0,0-2 0 0,2 0 0 16,0 0-8-16,-1 1 4 0,-1-2-4 0,2 2 8 15,0 0-8-15,0 1 4 0,-2 0 0 0,2 1-3 16,0-2 10-16,0 1-10 0,0 2 7 0,0-4-8 16,0 3 7-16,0-1 5 0,0-1-8 0,0 0 4 15,0 1-12-15,0 0 5 0,0-2-1 0,0 3 4 16,0-3 4-16,0 0-4 0,0 1 4 0,14 0-4 16,-14 0 0-16,0 0 3 0,0 0 5 0,0 1-8 15,7-1 0-15,-7 0 0 0,0 2-8 16,0-2 4-16,6 2 8 0,-6-2-8 0,3 0 0 15,-2 0 8-15,1-1-7 0,-2-1-5 0,0 1 12 16,0 1-4-16,0-2-4 0,0 0 8 0,0 1-4 16,0-1 0-16,0 0 4 0,0 1 0 0,0-1-4 15,0 0 0-15,0 0 4 0,0 0 0 0,0 0 11 16,-17 0 5-16,17 0-8 0,0 19 4 0,0-19-12 16,-14 0-8-16,14 15 12 0,-9-15-11 0,9 0 0 15,-11 15 7-15,6-15-7 0,-1 8 15 0,1-8-4 16,-1 9 1-16,-1-5-1 0,1 1-11 0,-2-2-1 15,0 0 4-15,-1 1-8 0,-2-1 4 0,-1-1-5 16,1 1-20-16,1-2-4 0,0 0-23 0,2-1-16 16,1 0-23-16,2 0-45 0,1 0-2 15,-1 0 25-15</inkml:trace>
  <inkml:trace contextRef="#ctx0" brushRef="#br0" timeOffset="-154303.2">33217 13931 241 0,'0'0'18'16,"0"0"14"-16,0 0 9 0,0 0 10 0,0 0-18 15,0 0-11-15,0 0-1 0,0 0-9 0,0 0 6 16,0 0 14-16,0 0-3 0,0 0 7 0,0 0-5 16,0 0-16-16,0 0-4 0,0 0-4 0,24 0 4 15,-24 12 0-15,19-12-4 0,-19 0 0 0,18 0 5 16,-18 0-1-16,17 0 0 0,-9 8 12 16,2-8-23-16,-4 0 0 0,-1 4 4 0,-1-4-11 15,1 2 7-15,-1-1 0 0,0-1 4 0,0 3-8 16,-3-2 8-16,0 1 0 0,2 0-4 0,-3 0 4 15,0 2-8-15,0-1 8 0,0 3-1 0,0 0-3 16,0 0 4-16,0 2 0 0,-21 0-7 0,21 2 7 16,0 0-4-16,-20 1-4 0,20 0 8 0,-18 0-7 15,18 0 7-15,-17-1-11 0,17 0 3 0,-12 1 4 16,12-5-4-16,-9 1 8 0,4-1-4 16,5 0 0-16,-4-2 1 0,4-2-5 0,-1 0 8 0,1 1 0 15,0 0 9-15,0-1 16 0,0 1 14 0,0-2 8 16,0 2-7-16,19 0-1 0,-19 0-28 15,17 1-1-15,-17-2-1 0,22 0-14 0,-9 0 14 16,1-1-8-16,1-1 0 0,-3 1 7 0,-1-1-7 16,0 0-4-16,-2 0 7 0,0 0-11 0,-1 0 6 15,-3 0 8-15,-1 0-11 0,0 0 4 0,-2 0-7 16,0-13-13-16,-1 13-37 0,0 0-35 0,0 0-35 16,0 0-24-16,0 0 7 0,0 0-17 0,-1 0 12 15,1 0 33-15</inkml:trace>
  <inkml:trace contextRef="#ctx0" brushRef="#br0" timeOffset="-146326.55">27717 15549 52 0,'0'0'0'16,"0"0"1"-16,0 0-3 0,0 0 6 0,0 0 8 15,0 0 1-15,0 0 2 0,0 0 1 0,-14 0-10 16,14 0 12-16,0 0 2 0,0 0 4 0,0 0 5 16,0 0-8-16,0 0 1 0,0 0-8 0,-9 0 2 15,9 0-11-15,0 0 4 0,0 0 3 0,0 0-5 16,0 0 5-16,0 0 0 0,0 0-11 0,0 0 4 15,0 0 3-15,0 0 1 0,0 0 7 0,0 0-6 16,0 0-1-16,0 0 0 0,0 0-1 0,0 0 0 16,0 0 8-16,0 0-8 0,0 0 4 0,0 0 4 15,0 0-11-15,0 0-1 0,0 0-3 16,0 0 0-16,0 0 3 0,0 0 7 0,0 0-3 16,0 0 0-16,0 0-4 0,0 0-1 0,0 0-3 15,0 0 1-15,0 0-5 0,0 0 4 0,0 0 4 16,0 0 0-16,0 0 7 0,0 0-11 0,0 0-3 15,21 0 3-15,-21 0-4 0,13 0 8 0,-13 0 3 16,20 0-11-16,-7 0 16 0,1 0-8 0,-1 0-1 16,4 0 1-16,-3 0-3 0,1 0 2 0,0 0 13 15,-1 0 7-15,-1 15-3 0,3-15-1 0,-5 0-7 16,0 0 8-16,-1 0-7 0,-1 0 13 0,-3 0-4 16,1 0-13-16,2 0 14 0,-5 0-5 0,1 0 4 15,2 0-3-15,-2 0-6 0,1 0 1 16,-2 0-9-16,-1 0 17 0,-1 0-4 0,-2 0-9 15,0 0 4-15,0 0-13 0,0 0 0 0,0 0 0 16,0 0 5-16,0 0 4 0,0 0-9 0,0 0 8 16,0 0-12-16,0 0 8 0,0 0-4 0,0 0-5 15,0 0-32-15,0 0-49 0,0 0-24 0,0-11-49 16,20 11-7-16,-20 0 13 0,0 0 31 0</inkml:trace>
  <inkml:trace contextRef="#ctx0" brushRef="#br0" timeOffset="-145470.97">27768 15738 144 0,'0'0'4'0,"0"0"14"16,0 0 9-16,0 0 5 0,0 0 4 0,0 0-9 16,0 0-7-16,0 0 2 0,0 0-3 0,0 0-4 15,0 0 0-15,0 0 3 0,0 0-4 0,0 0 7 16,-12 0-5-16,12 0-11 0,0 0 4 0,0 0 0 15,0 0 0-15,0 0 0 0,0 0-1 16,0 0-3-16,0 0 12 0,0 0-5 0,0 0 9 16,0 0-4-16,0 0-5 0,0 0 13 0,0 0-16 15,0 0 4-15,0 0-5 0,0 0-8 0,0 0 5 16,0 0-10-16,0 0 1 0,0 0 4 0,0 0 4 16,0 0 0-16,0 0-4 0,0 0 4 0,0 0 0 15,15 0 0-15,-15 0 13 0,9 0 6 0,-9 0-4 16,16 0 19-16,-6 0 6 0,0 0-9 0,1 0 4 15,2 12-5-15,-4-12-5 0,3 0 0 0,0 0-6 16,-1 0 1-16,1 7-15 0,-2-7 1 0,-2 0 0 16,1 5-10-16,1-5 13 0,-4 3-8 0,5-2-1 15,-4 2 5-15,2-2-8 0,0 0 0 0,1-1 9 16,-2 0-10-16,-1 0 9 0,-1 0 17 16,1 0 9-16,-2 0 24 0,-3 0 7 0,1 0-2 15,-1 0-6-15,-1 0-16 0,0 0-4 0,-1 0-12 16,0 0-10-16,0 0-4 0,0 0-8 0,0 0-3 15,0 0 1-15,0 0-9 0,0 0 5 0,0 0 5 16,0 0-6-16,0 0 6 0,0 0-26 0,0 0-89 16,0 0-67-16,0 0-49 0,0 0-24 0,0 0 36 15,0 0 13-15,0 0 52 0</inkml:trace>
  <inkml:trace contextRef="#ctx0" brushRef="#br0" timeOffset="-125061.4">28454 15213 76 0,'0'0'12'0,"0"0"15"16,0 0 11-16,0 0 12 0,0 0-7 0,0 0-7 15,0 0-5-15,0 0-4 0,0 0-1 0,0 0-8 16,0 0 6-16,0 0-6 0,0 0-9 0,0 0 0 15,0 0-12-15,10 0-4 0,-10 0 7 0,0 0 13 16,0 0 0-16,0 0 4 0,0 0-5 16,0 0-4-16,0 0-4 0,0 0-7 0,0 0 3 15,0 0-4-15,0 0 12 0,0 0 0 0,0 0-4 16,0 0 0-16,0 0-8 0,0 0 12 0,0 0-4 16,0 0-4-16,0 0-5 0,0 0-7 0,0-10 12 15,0 10-8-15,0 0 4 0,0 0 8 0,16-6-8 16,-16 6 7-16,0 0 1 0,0-7 0 0,13 5 4 15,-13-1-5-15,9 1 5 0,-9-1-12 0,10-1-1 16,-10 2 13-16,8-1-12 0,-5 0 8 0,3 0 0 16,-3-2-16-16,2 2 12 0,-1 1-1 0,-3-2-11 15,3 0 20-15,-1 2-5 0,-2-2 2 16,2 0 3-16,-1 1-9 0,-1 0 5 0,1 0-9 16,0 0 5-16,-1 1 0 0,-1-3 0 0,2 3 13 15,-2 1 0-15,0-1-4 0,0 1 5 0,0-2-1 16,0 2 0-16,0 1 9 0,0 0-9 0,0 0-4 15,0 0 0-15,0 0-5 0,0 0-4 0,0 0 0 16,0 0 0-16,0 0 0 0,0 0-4 0,0 0 0 16,0 0-1-16,0 0-3 0,0 0 8 0,0 0 0 15,0 0 0-15,0 0-4 0,0 0-5 0,0 0 1 16,0 18 13-16,0-18 3 0,-17 0 5 0,17 20 4 16,0-20-8-16,-17 19 4 0,17-10 5 0,-13 1-4 15,13 1 10-15,-16 2 0 0,11-1-1 16,-3 0 6-16,3-1-16 0,0 1 1 0,-1 0-1 15,2 0-5-15,0-1-3 0,-1-1-5 0,3 1 0 16,-2-2 0-16,2-1 8 0,-1 1-3 0,1-3 3 16,2-1-8-16,-3 0-9 0,3-1 13 0,0-2-12 15,0 1 12-15,0-1 6 0,0-2-1 0,0 1-1 16,0-1-7-16,0 0 12 0,0 0-5 0,0 0-3 16,0 0 13-16,0 0-13 0,0 0-5 0,0 0 13 15,0 0-9-15,0 0 1 0,0 0 7 0,0 0-3 16,0 0 0-16,0 0-8 0,0 0-1 0,0 0-1 15,0 0 2-15,0 0 2 0,14 0-3 0,-14 0-7 16,0 0 6-16,0 0 5 0,11-12-8 0,-11 12 8 16,7 0-8-16,-7 0 4 0,5 0-3 15,-2 0-6-15,-1 0 1 0,-1-6 0 0,3 6 8 16,0 0 8-16,-2 0-8 0,1 0 0 0,1 0 0 16,2 0-9-16,-2 0 13 0,2 0-8 0,1 0 4 15,-1 0 8-15,2 0-8 0,-1 0 0 0,-3 0-4 16,3 0 4-16,-1 0 0 0,0 0-1 0,-2 0 1 15,0 12-8-15,0-12 4 0,0 0 13 0,-1 0-5 16,-1 0-5-16,2 9 0 0,0-9-3 0,-1 0 8 16,0 7 0-16,0-3-1 0,0-2-2 0,1 2-5 15,-1-1 8-15,1 1-8 0,-1 0 4 16,2-1-4-16,-1-1 0 0,-1 3 4 0,-1-3-1 0,0 1 1 16,-2-2-4-16,2 2 8 0,-2-2-4 15,0 2 4-15,0-2 1 0,0 1-10 0,0 0 9 16,0-1-3-16,0 3 3 0,0-1 4 0,0 1-12 15,0-1 9-15,0 1-9 0,0 1 8 0,0 0 9 16,0-1 8-16,0 1 5 0,0-1 17 0,-15 2-10 16,15-2-2-16,0 1 5 0,-17 1-19 0,17-1 7 15,-16 1-5-15,16 0-3 0,-19-1-1 0,11-1-3 16,-2 3-1-16,-1-2-3 0,0 0 4 0,-2-1-3 16,1 0-1-16,-3 1-3 0,3-2-1 15,-2 0 7-15,1 1-2 0,-1-2 8 0,-1 1-1 16,3 0-7-16,0-1 5 0,-1-1-2 0,2 0-2 0,2 0 1 15,1 1 5-15,1-2 3 0,2 0-1 16,-2 0 2-16,5 0 0 0,-1 0-10 0,2 0 1 16,0 0-2-16,0 0-8 0,0 0 2 0,1 0-7 15,0-19-45-15,0 19-61 0,-1-12-43 0,0 12-40 16,-1-16-4-16,0 16 33 0,2-17 15 0,-2 8 8 16,0 1 11-16,-1-1 5 0,3 3 29 0</inkml:trace>
  <inkml:trace contextRef="#ctx0" brushRef="#br0" timeOffset="-124249">28537 15146 89 0,'0'0'12'16,"0"0"10"-16,0 0 8 0,0 0 5 0,0 0-11 15,0 0-6-15,-15 0-6 0,15 0 5 0,0 0-3 16,0 0 5-16,0 0 8 0,0 0-4 0,0 0 13 16,0 0-5-16,0 0 5 0,0 0-1 0,0 0-5 15,0 0 9-15,0 0 0 0,0 0-1 0,0 0 11 16,0 0-3-16,0 0-7 0,0 0 0 0,0 0-14 16,0 0-10-16,0 0-1 0,0 0 6 0,0 0 4 15,-14 0 0-15,14 0 0 0,0 0-5 0,0 0-14 16,0 0 9-16,-13 0-10 0,13 0-9 0,0 0 9 15,0 0-9-15,0 0-4 0,0 0 5 0,-5 0 4 16,5 0-4-16,0 0 13 0,0 0-9 16,0 0-5-16,0 0 9 0,0 0-14 0,0 0 6 15,0 0-5-15,0 0-10 0,0 0 19 0,0 0 9 16,0 0 5-16,0 0 4 0,16 0-10 0,-16 0-4 16,0 0-4-16,14 0-1 0,-14 0 5 0,17 13 1 15,-7-13 4-15,0 0-4 0,4 10 12 0,0-10 1 16,1 5 13-16,0-5 16 0,3 3-7 0,0 0 5 15,1-3-15-15,-2 1-1 0,1-1 2 0,-2 0-7 16,0 0 6-16,-3 0 2 0,-1 0-11 16,-4 0 1-16,-1 0-3 0,-1 0-4 0,-3 0 6 0,0 0-3 15,-3 0 11-15,0 0 0 0,0 0-4 0,0 0-4 16,0 0-11-16,0 0-8 0,0 0-2 16,0 0 7-16,0 0 3 0,0 0 1 0,0 0 1 15,0 0-4-15,0 0-2 0,0 0-6 0,0 0 4 16,0 0-7-16,0 0-2 0,0 0 2 0,0 0-55 15,0 0-77-15,0 0-77 0,0 0-67 0,0 0 1 16,0 0 13-16,0 0 63 0,0 0 71 0</inkml:trace>
  <inkml:trace contextRef="#ctx0" brushRef="#br0" timeOffset="-123472.35">28931 15182 351 0,'0'0'21'0,"0"0"19"0,0 0 16 0,-17 0 16 16,17 0-9-16,0 0-8 0,0 0-21 0,0 0-16 16,0 0-8-16,0 0-5 0,0 0 4 0,0 0 1 15,0 0-10-15,0-12-5 0,0 12 0 0,0 0-4 16,0 0 9-16,15 0-5 0,-15 0 0 0,15 0 9 15,-15 0-4-15,19 0 5 0,-7 0-5 0,1 0-5 16,0 0 10-16,-1 0 5 0,2 0-1 16,-4 0 1-16,0 0 4 0,-2 16-4 0,2-16 4 0,-1 0 0 15,-3 12-5-15,0-12-4 0,0 0-5 16,-2 9 4-16,-1-9-4 0,0 0-5 0,0 5 14 16,-2-5-5-16,2 5-4 0,-3-3 9 0,0 2-9 15,0 0 1-15,0 1 7 0,0 2 5 0,0 0 0 16,0 2-1-16,0-1-3 0,-19 4-14 0,19-1 0 15,0-1 0-15,-22 2 1 0,22-2 12 0,-18 1-4 16,18 0 4-16,-17 0-8 0,6 0 0 0,3-3 0 16,0 1 5-16,0-1-5 0,-1-1 4 0,0 0 0 15,2 1-4-15,-2 1 8 0,2-2-8 0,0 1 4 16,-1 0-8-16,3 1 4 0,-2-1-4 0,2 0 4 16,1-1 0-16,1 0 0 0,1 0 4 0,2-1 1 15,-2-1 3-15,2-1-4 0,0 0 1 0,0-2-1 16,0 1 1-16,0-2-1 0,0 0 9 15,18 1-8-15,-18-1 8 0,16 0-1 0,-16-1-3 16,23 0 4-16,-11 0-5 0,4 0-3 0,-1 0-2 16,3 0 2-16,-1 0 4 0,0 0 15 0,-1 0 8 15,0 0 22-15,-1 0-6 0,-2-13 9 0,-2 13-7 16,0 0-20-16,-1 0 11 0,-2 0-12 0,-1 0 9 16,-2-8 3-16,0 8-4 0,-3 0-9 0,-1 0-10 15,1 0-3-15,-2 0-7 0,0 0 0 0,0 0-3 16,0 0-3-16,0 0 0 0,0-3 2 0,0 3 0 15,0 0-1-15,0 0 1 0,0 0-8 0,0-2-41 16,0 1-62-16,0-1-66 0,0 1-44 0,0 1 0 16,0-4 28-16,0 2 25 0,15 0 4 15,-15-2 14-15,0 1 35 0</inkml:trace>
  <inkml:trace contextRef="#ctx0" brushRef="#br0" timeOffset="-122885.62">29493 15218 246 0,'0'-2'10'16,"0"0"22"-16,0-2 13 0,9 2 21 0,-9-1 6 16,0 2-13-16,0 0 12 0,0-1-6 0,0 1 10 15,0 0 2-15,0 0-21 0,0 1-9 0,0 0-29 16,0 0-5-16,0 0-13 0,0 0-4 0,0 0 0 16,0 0 4-16,-16 0 4 0,16 0 0 0,0 0-5 15,-11 0-4-15,11 0 2 0,-11 0 2 0,5 15 1 16,0-15-9-16,0 0 12 0,1 13-8 15,0-13 5-15,0 12 8 0,0-12-5 0,0 12 1 16,3-5 5-16,-2-1-2 0,3 2-8 0,0 0 5 16,1 0-1-16,0 0-7 0,0 1 8 0,0 0 0 15,0 1-4-15,0-1 7 0,21-1-11 0,-21 2 4 16,0-2-1-16,19 0 1 0,-19-1 4 0,15 2-4 16,-15-3 8-16,10 1-4 0,-10-1 12 0,0 0 5 15,8-1 4-15,-8-1 9 0,0 2-1 0,5-3 4 16,-5 2-5-16,0-2-6 0,0 0-1 0,0 0 4 15,0 1 1-15,0 1-4 0,0-3-3 0,0 2-5 16,0 0-4-16,0 1 3 0,-16-1 3 16,16 1-10-16,0 0 0 0,-14 0-3 0,14 0-8 15,-15 0 6-15,15 0-5 0,-15-1 8 0,5 1 2 16,1-1 0-16,-1-1-4 0,0 1-5 0,-1-1 0 16,1 0-6-16,-2-2-2 0,2 0-32 0,0-1-22 15,-2 0-21-15,2 0-14 0,0 0-9 0,-1 0-10 16,1 0-5-16,0-16 7 0,-1 16 20 0,3 0 3 15,1-21 1-15,2 21-42 0,-2-16-2 0,4 16 27 16</inkml:trace>
  <inkml:trace contextRef="#ctx0" brushRef="#br0" timeOffset="-122552.93">29497 15174 625 0,'0'0'-4'0,"0"0"8"0,0 14 0 16,9-14 12-16,-9 0 19 0,10 0 25 0,-1 0 9 15,1 0 6-15,1 0-15 0,5 0-28 0,-1 10-5 16,2-10-17-16,-3 0 3 0,3 7-1 0,-3-7 0 16,2 7 5-16,-2-6-5 0,-1 2-3 0,1-2-5 15,2 2 0-15,1-1 0 0,-2-2 1 0,-2 1-5 16,2-1 0-16,-1 2-4 0,-2-2-36 0,-3 1-46 16,-1-1-51-16,-4 1-41 0,1-1-22 0,-3 1 14 15,-2 0 45-15</inkml:trace>
  <inkml:trace contextRef="#ctx0" brushRef="#br0" timeOffset="-117570.23">28415 15703 109 0,'0'0'-7'0,"0"0"3"0,0 0 3 16,0 0-6-16,0 0 10 0,0 0-7 0,0 12-3 0,0-12 10 16,0 0-3-16,0 0 3 0,0 0 1 0,0 0-11 15,0 0 0-15,0 0 6 0,0 0-6 16,0 0 10-16,0 0 0 0,0 0-9 0,0 0-1 15,0 0 3-15,0 0 7 0,0 0 0 0,0 0 10 16,0 0-7-16,0 0-11 0,0 12 5 0,0-12-7 16,0 0 3-16,-12 0 1 0,12 0 2 0,0 7 5 15,0-7-4-15,0 0 9 0,-8 4-13 0,8-2 1 16,0-1-2-16,0 0-16 0,-2 0 11 0,2 0-4 16,-1 0 0-16</inkml:trace>
  <inkml:trace contextRef="#ctx0" brushRef="#br0" timeOffset="-116429.82">28360 15792 103 0,'0'0'8'0,"0"0"5"15,0 0 12-15,0 0 5 0,0 0 0 0,0 0-3 16,0 0-9-16,0 0-4 0,0 0-1 0,0 0-5 16,0 0-2-16,0 0 3 0,0 0-9 0,0 0 5 15,0 0-1-15,0 0-4 0,0 0 4 0,0 0-4 16,0 0-4-16,0 0 5 0,0 0-5 16,0 0 5-16,0 0 2 0,0 0-3 0,0 0 0 15,0 0 0-15,0 0-3 0,0 0 6 0,0 0-3 16,0 0 0-16,0 0 4 0,0 0-12 0,0 0 12 15,0 0-4-15,0 0 8 0,0 0-4 0,0 0-3 16,0 0 7-16,0 0-6 0,0 0 11 0,0 0 1 16,0 0 0-16,0 0 4 0,0 0 4 0,0 0 7 15,0 0-3-15,0 0 0 0,0 0-9 0,0 0 1 16,0 0-1-16,0 0-1 0,0 0 13 0,0 0-13 16,0 0 4-16,0 0-7 0,0 0-9 15,0 0 8-15,0 0-4 0,0 0-4 0,0 0 1 16,0 0-1-16,0 0 1 0,0 0 13 0,0 0-5 0,0 0-13 15,0 0 10-15,0 0-10 0,0 0 10 16,0 0-1-16,0 0-4 0,0 0 9 0,0 0-9 16,0 0 9-16,0 0-9 0,0 0-5 0,0 0 0 15,0 0-4-15,0 0 4 0,0 0 5 0,0 0 0 16,0 0-1-16,0 0 1 0,0 0-4 0,12 0 12 16,-12 0-4-16,10 0 0 0,-3 0 5 0,1 0-13 15,0 0 8-15,2 0 15 0,-1 0-5 0,0 0 4 16,3 0 10-16,-3 0-10 0,0 0 0 0,2 13 4 15,-1-13-14-15,1 0 5 0,2 0 9 16,-2 0-13-16,0 0 7 0,3 0-13 0,-2 0-9 0,1 0 9 16,-1 8-6-16,-1-8 7 0,2 0 1 15,-3 0 2-15,4 0-3 0,-3 3 7 0,0-3-8 16,1 0 6-16,-3 2 2 0,1-1-11 0,2 1 23 16,-2-1-16-16,0 0 3 0,1-1 1 0,-2 2-10 15,1-1 1-15,1-1-4 0,-4 0-2 0,1 2 3 16,-1 0-2-16,0-2 2 0,2 1 5 0,-1 0-13 15,1 1 12-15,1 1-4 0,1-2-3 0,3 1 12 16,0-1-12-16,1 1 7 0,0 0 3 0,2 0-8 16,-4-2 1-16,3 0-2 0,-1 0-2 0,-4 0 4 15,3 0 0-15,-1 0 2 0,-1 0 4 0,-1 0 1 16,0 0-8-16,0 0 1 0,-2 0-7 16,0 0 0-16,1 0 11 0,-3 0-4 0,0 0-4 15,1 0-3-15,-1 0 3 0,-1 0 6 0,0 0 5 16,1 0 0-16,0 0-4 0,1 0-7 0,0 0 0 15,-1 0 5-15,2 0 0 0,1 0-7 0,-1 0 8 16,-1 0-7-16,3 0 4 0,-1 0 3 0,0 0-7 16,1 0 6-16,-1 0-6 0,0 0 1 0,2 0 3 15,-2 0-4-15,1 0-1 0,1 0 9 0,2 0-2 16,-1 0-5-16,-1 0 5 0,4 0 1 0,-3 0-9 16,1 0 3-16,0 0 5 0,-3 0-7 15,1 0 9-15,-1 0 6 0,-2 0-4 0,1 0 4 16,-2 0-7-16,-2 0 4 0,0 0 6 0,-1 0-6 0,2 0 6 15,-4 0 4-15,1 0-10 0,1 0 5 16,-2 0-6-16,1 0-3 0,-2 0 7 0,1 0 1 16,1 0 2-16,-3 0-4 0,0 0-3 0,1 0-5 15,-1 0 7-15,-1 0 3 0,1-7 1 0,0 7 7 16,0 0-6-16,0 0-4 0,0 0 3 0,-1 0-2 16,1-2-6-16,1 2-1 0,-1 0-3 0,1 0-2 15,0 0 1-15,0-4 2 0,2 4-7 0,-1-1 1 16,0 1 9-16,-2-1-2 0,1 0 1 0,0 1 0 15,-1-1-4-15,-1 1 5 0,0 0 2 0,0 0-3 16,0 0-8-16,0 0-1 0,0 0 1 16,0 0 5-16,0 0 5 0,0 0-4 0,0 0-4 15,0 0-1-15,0 0 0 0,0 0 1 0,0 0-10 16,0 0-42-16,0 0-55 0,0 0-70 0,0 0-72 16,0 0-35-16,0 0 5 0,0 0-3 0,0 0 56 15,0 0 74-15</inkml:trace>
  <inkml:trace contextRef="#ctx0" brushRef="#br0" timeOffset="-110202.21">30112 15803 178 0,'-1'0'9'0,"0"0"19"0,0-9 10 0,0 9 5 15,0 0-2-15,1-5-14 0,-2 5-1 0,0-1 3 16,2 0-7-16,-1-2-1 0,-1 2 0 0,1-1-4 16,1 1 0-16,-1-1 2 0,0-1-7 0,-1 2 1 15,2-1 2-15,-2 0-15 0,2 1 8 16,-2-2-4-16,1 3 0 0,0-1 8 0,1 0-12 0,-1 0 0 15,1 1 4-15,-2 0 0 0,2-1 8 0,0 1 3 16,0 0-7-16,0 0 4 0,0 0-1 16,0 0 6-16,0 0 5 0,-2 0-5 0,2 0 6 15,0 0-9-15,0 0 0 0,0 0 8 0,0 0 1 16,0 0 9-16,0 0 7 0,0 0-8 0,0 0 8 16,0 0-6-16,0 0 2 0,0 0 4 0,0 0-2 15,0 0 19-15,0 0 0 0,0 0 13 0,0 0 0 16,0 0-20-16,0 0-4 0,0 0-21 0,0 0-10 15,15 0-4-15,-15 0-11 0,12 0 9 0,-12 0-7 16,16 0 3-16,-3 0 3 0,0 0-2 0,5 0 3 16,-2 0 3-16,2 0 0 0,1 13-2 0,0-13 6 15,4 0-2-15,-3 0-3 0,1 9 3 16,-1-9-4-16,1 0-2 0,2 0 3 0,-2 0 0 16,-2 0-6-16,-2 0 4 0,-3 0-1 0,1 0-1 15,-2 0 1-15,-2 0-2 0,-1 0 0 0,-4 0 9 16,1 0 18-16,-1 0 12 0,-2 0 17 0,-1 0 0 15,-2 0-17-15,1 0-11 0,-2 0-18 0,0 0-14 16,0 0 5-16,0 0-9 0,0 0-4 0,0 0 7 16,0 0-13-16,0 0-9 0,0 0-36 0,0 0-60 15,0 0-59-15,0 0-73 0,-14 0-32 0,14 0 14 16,0 0 23-16,-10 0 18 0,10 0 73 0</inkml:trace>
  <inkml:trace contextRef="#ctx0" brushRef="#br0" timeOffset="-109820.93">30127 15976 218 0,'-4'1'27'0,"2"-1"10"0,1 2 4 0,1-2 13 0,0 0-11 15,0 0 7-15,0 0 14 0,0 0-3 16,0 0 0-16,0 0-15 0,0 0 7 0,0 0 1 0,0 0-13 16,14 0 22-16,-14 0-19 0,0 0 16 15,13 0 9-15,-13 0 3 0,14 0 11 0,-4 0-11 16,1 0 3-16,0 0-14 0,2 0 4 0,0 0 4 16,3 0-1-16,-1 0 0 0,1 0-11 0,0 0-9 15,0 9-9-15,0-9-3 0,2 0-7 0,-3 0-8 16,3 0-4-16,-3 0-10 0,2 0-5 0,-1 0 2 15,-1 0-2-15,-1 0-2 0,-1 0 2 0,0 0-4 16,0 0 1-16,-3-12-8 0,1 12-22 0,-1 0-33 16,-2 0-32-16,1 0-35 0,-1 0-30 0,-2 0-25 15,-3 0-27-15,-1 0 0 0,-2 0 43 0,0 0 34 16,0 0 18-16,0 0-7 0,0 0-8 16,0 0 24-16</inkml:trace>
  <inkml:trace contextRef="#ctx0" brushRef="#br0" timeOffset="-89673.61">32725 15805 41 0,'0'0'-11'0,"0"0"1"0</inkml:trace>
  <inkml:trace contextRef="#ctx0" brushRef="#br0" timeOffset="-88086.93">32725 15805 141 0,'0'0'4'0,"0"0"6"0,0 0 1 15,0-15 12-15,0 15 7 0,0 0 10 0,0 0-4 16,0 0-10-16,0-9-5 0,11 9-15 0,-11 0 10 16,0-6-13-16,0 6 14 0,0-5-18 0,0 1 14 15,8 3-1-15,-8-2-17 0,0 1 16 0,3 0-20 16,-3 0 24-16,2 0-6 0,-1 2 5 16,-1-2 1-16,1 1-11 0,0 0 7 0,1 1-11 15,-2 0 1-15,1 0-5 0,-1-1 1 0,1 1-4 16,-1 0 7-16,0 0-4 0,0 0 0 0,0 0 7 15,0 0-4-15,0 0 4 0,0 0-1 0,0 17 8 16,0-17-4-16,0 15 7 0,0-15-4 0,0 23-7 16,0-9 0-16,0 0-8 0,0-1 7 0,-15 2 4 15,15 1 0-15,0-1-2 0,0-1-2 0,0 1-7 16,0-1 3-16,-7 2 4 0,7-3-10 0,0 1 11 16,0-2-4-16,0 0 4 0,0-1 9 15,0-1-6-15,0 0-1 0,0-1 10 0,0-1-4 0,0-1 4 16,0 0-3-16,0-3-18 0,0 2 8 15,0-3-1-15,0 0 0 0,0-1 10 0,0-2-7 16,0 0 1-16,0 0 10 0,0 0 5 0,0 0 9 16,0 0 6-16,0 0 14 0,0 0-8 0,0 0-9 15,0 0-2-15,0 0-24 0,0 0-13 0,0-17 8 16,15 17-16-16,-15-13 17 0,0 13 4 0,17-18-9 16,-17 7 9-16,11 0-13 0,-11-1 4 0,13 1 9 15,-13-1-1-15,10 1 1 0,-5 1 0 0,-5-2-14 16,8 3 19-16,-2 0-9 0,-1-2-5 0,-1 3 4 15,-1 1-12-15,3 1 12 0,-2 0 13 0,1-1-4 16,0 2-5-16,-1-1 4 0,1 0-12 0,-2 1 3 16,1-1 1-16,-2 1-9 0,1-1 4 15,-1 3 6-15,2-2-1 0,-3 3-5 0,-1 1 9 16,1 1-4-16,0 0-9 0,-1 0 0 0,0 0 0 16,0 0-9-16,0 0 13 0,0 0 5 0,0 0-5 15,0 0 6-15,0 0-6 0,0 0 5 0,0 0 1 16,0 17 3-16,0-17 1 0,0 11-5 0,0-11 0 15,0 13 0-15,0-4-1 0,-16 0 1 0,16 0 0 16,0 1-1-16,0 0-3 0,0 1 3 0,-11 1 5 16,11-2 9-16,0-1 0 0,0 1-9 15,-5-3-13-15,5 1-4 0,0-1 4 0,0-1 0 16,0 0 18-16,0-3-9 0,0 2-5 0,0-2 5 0,0 2 5 16,0-2-1-16,0-1 9 0,0 0-1 15,0 0-12-15,0-1 5 0,0-1 4 0,0 0-9 16,0 0 1-16,0 0 3 0,0 0-4 0,0 0 17 15,0 0-4-15,0 0-8 0,0 0 0 0,0 0-9 16,0 0 4-16,13 0 4 0,-13-16 1 0,0 16-9 16,16-10 1-16,-16 10 8 0,14-17-4 0,-5 9 8 15,1-3-8-15,-1 1 0 0,0-1 13 0,1 0-8 16,-1 0 8-16,-2 2-5 0,2-2-16 0,-2 4 12 16,-1 0-4-16,-2 2-4 0,0 1 3 15,-2 1-4-15,-1 3-2 0,0-3 1 0,0 3-4 0,-1 0 0 16,0 0 5-16,0 0-5 0,0 0 3 15,0 0-3-15,0 0 8 0,0 0 5 0,0 0 0 16,0 0 0-16,0 0-9 0,0 18 0 0,0-18 3 16,0 15 10-16,0-15-8 0,0 22-1 0,-13-8 1 15,13-2-2-15,0 1 10 0,0 0-5 0,-10 1-4 16,10-2 0-16,0 0 5 0,0-3 0 0,0 1 8 16,0-2-4-16,0 0 3 0,0-2-7 0,0-2 1 15,0 2-9-15,0-2 0 0,0 0 8 0,0-2-8 16,0 1 8-16,0 0-8 0,0-1-4 0,0-1-5 15,0 1-4-15,0-2-8 0,0 0 3 0,0 0-17 16,0 0-23-16,0 0 4 0,14 0 4 16,-14 0 15-16,0 0 42 0,14-22-4 0,-14 22-11 0,13-18 3 15,-6 18-10-15,2-23 6 0,4 11 8 16,-3-2 7-16,3 0 0 0,1-1-11 0,2-1 8 16,1 3-4-16,0-2 0 0,-2 3 14 0,0-1-6 15,-1 5 4-15,-2-1 1 0,0 1-11 0,-2 1 12 16,-3 1-12-16,3-1 0 0,-3 1 11 0,-1-1-8 15,-1-1 1-15,0 1 0 0,1 0-4 0,-1-1-3 16,0 2 10-16,0-1-8 0,-1 3 1 0,1-2 3 16,1 4 0-16,-2-2 4 0,-1 2-7 15,0-1 3-15,-1 3-4 0,0-1-4 0,-1-1 11 16,-1 2-3-16,1 0-1 0,-1 0 1 0,0 0-4 16,0 0 0-16,0 0 0 0,0 0 8 0,0 0 3 15,0 23 0-15,0-23 6 0,0 22 6 0,-17-10-11 16,17 2 4-16,0 3-3 0,-14 1-11 0,14 1 11 15,-12 1-8-15,12 2 0 0,-14 0 0 0,7-1 0 16,-1 0-4-16,0-3-6 0,1-1 2 0,2-3-2 16,0-2 9-16,0-3 4 0,0-1 10 0,0-2 0 15,2-1 3-15,1-1-13 0,0-3-8 0,0 0 1 16,2 0-11-16,0-1 24 0,0 0-2 0,0 0 6 16,0 0 10-16,0 0-10 0,0 0-7 0,0 0-7 15,18-17-11-15,-18 17 0 0,13-18 11 16,-13 18 0-16,20-26 3 0,-8 9 8 0,0 0-12 15,0-3-3-15,0 0-1 0,1 0 1 0,-2 0 7 16,2 1 1-16,-4-1 0 0,1 2-11 0,-2 2 8 16,1 1 7-16,-2 0-1 0,-2 3 1 0,1 2-8 15,-2-1-7-15,1 3 3 0,-2 0 4 0,0 3 0 16,-1 1 4-16,0 1-1 0,-1 0-2 0,0 2 6 16,-1-1-7-16,0 2 4 0,0 0-4 0,0 0-7 15,0 0 6-15,0 0-10 0,0 0 7 0,0 0-3 16,0 0 7-16,0 0 3 0,0 18-3 0,0-18 7 15,0 17-11-15,0-17 4 0,-14 25 3 16,14-10-3-16,0 2-3 0,0 0-4 0,0 2 7 0,0 4 0 16,0-1 8-16,0-1 4 0,0 2-8 15,0 1-4-15,0-2 7 0,0 0 1 0,0-2 5 16,0 0 7-16,14-1 11 0,-14-3-1 0,0 0-9 16,12-2 0-16,-12 0-12 0,0-1-9 0,14-3 8 15,-14-2-4-15,8 0-7 0,-8-1 11 0,5 0-8 16,-5-1 4-16,4-1 4 0,-3-1-3 0,0 1-5 15,2-2-4-15,-2-1 4 0,1 1-4 0,-2-1 13 16,2-1-1-16,-2 0-3 0,1 1-1 0,-1-2-8 16,2 0-40-16,-2 0-31 0,0 0-26 15,0 0-14-15,0 0 15 0,0 0-32 0,0 0 12 0,0 0 20 16</inkml:trace>
  <inkml:trace contextRef="#ctx0" brushRef="#br0" timeOffset="-87735.68">33254 16018 197 0,'-1'-2'4'15,"-2"1"7"-15,2 0 9 0,0-2 1 16,0 1 8-16,1 1-4 0,0 0-3 0,0 0 6 15,0 0-14-15,0 0 2 0,0 1-4 0,0 0-11 16,0 0 7-16,0 0-3 0,0 0 0 0,0 0 3 16,0 0 4-16,0 0-4 0,0 0 0 0,0 0 1 15,0 0-4-15,0 0 10 0,11 0 4 0,-11 0-3 16,0 0 9-16,9 0-9 0,-9 0 2 0,11 0 12 16,-4 0-11-16,2 0 12 0,3 11-7 0,1-11-4 15,0 0 6-15,5 0-17 0,-1 10 0 0,3-10 5 16,2 0-18-16,0 5 13 0,1-5-5 0,1 0-12 15,1 0 17-15,1 0-4 0,-3 0-5 16,2 0 5-16,-2 0-14 0,-1 0-50 0,-1 0-45 16,-1 0-85-16,-3 0 2 0,-3-18 46 0</inkml:trace>
  <inkml:trace contextRef="#ctx0" brushRef="#br0" timeOffset="-87602.96">33680 16098 557 0,'0'9'3'0,"-8"-9"-3"16,8 10 7-16,0-10 3 0,0 0-6 16,0 0-24-16,0 0-32 0,0 0-57 0,0 0-37 0,0 0 26 15</inkml:trace>
  <inkml:trace contextRef="#ctx0" brushRef="#br0" timeOffset="-80009.8">26391 17093 238 0,'0'0'12'0,"0"0"6"16,0 0 4-16,0 0 9 0,0 0-12 0,0 0 7 16,0-17-1-16,0 17-7 0,0 0 3 0,0 0-1 15,0-14 5-15,0 14-3 0,0-9 10 0,0 9-3 16,0-9 3-16,11 4 8 0,-11 0-7 0,0 1 1 15,0 0 7-15,8 0-8 0,-8 0 9 0,0-1-4 16,6 1-9-16,-6 1 21 0,3-1-4 0,-1-1 7 16,-2 0-4-16,2 1-10 0,0 0-9 0,-2 0-9 15,0 2-4-15,0-1 6 0,0 1-15 0,0 1 11 16,0 0-3-16,0 1-20 0,2 0 16 16,-2 0-24-16,0 0 4 0,0 0 5 0,0 0-12 15,0 0 6-15,0 0 5 0,0 0-4 0,0 0 3 16,0 0 1-16,0 0-9 0,0 0 1 0,0 0 4 15,0 0 0-15,0 0 11 0,0 0 4 0,0 17 3 16,0-17-3-16,0 16-6 0,-17-16 2 0,17 23-14 16,0-8 12-16,-16 0-9 0,16 2 2 0,-11 0 11 15,11 1-8-15,-14 0 12 0,14 0-2 0,-11 1-8 16,11-2 3-16,-7 0 5 0,5 1 7 0,-1-3 6 16,1 2 4-16,0-1-5 0,0-1-7 0,1-2-1 15,1 2-4-15,0-2-3 0,0-2 3 0,0-1 8 16,0 0 3-16,0 0-4 0,21-1 4 15,-21-2 5-15,0 0-6 0,21 3 3 0,-21-4-4 16,17 1-6-16,-8-1 8 0,3-2 11 0,-1 2-12 16,2-2-1-16,0-2-12 0,-4-1-8 0,5 0 17 15,-1-1-4-15,1 0 5 0,-1 0 0 0,1 0-7 16,-1 0-5-16,0-23 2 0,2 23-4 0,0-14-8 16,-1 14 14-16,1-18-15 0,-1 18 7 0,1-17-1 15,-1 17-1-15,-3-14 6 0,0 7-53 0,-1 0-28 16,1 0-57-16,-3 2-40 0,-2 1-10 15,0-2 2-15,-2 1 9 0,-3 0-4 0,1 0 19 0,0-1 34 16</inkml:trace>
  <inkml:trace contextRef="#ctx0" brushRef="#br0" timeOffset="-79672.27">26589 16598 1067 0,'0'0'-5'0,"-2"0"-5"0,2 0 5 0,0 0-1 16,0-17 2-16,0 17-2 0,0-15 0 0,0 15-57 16,20 0-51-16,-20-13-38 0,0 13-39 0,0 0 9 15,0 0 39-15,11 0 44 0</inkml:trace>
  <inkml:trace contextRef="#ctx0" brushRef="#br0" timeOffset="-78728.51">27009 17224 287 0,'0'0'16'0,"-13"0"1"0,13 0 1 16,0 0 5-16,0 0-5 0,0 0-2 0,-7 0 9 15,7 0-1-15,0 0-14 0,-3 0 4 0,3 0-5 16,-2 0 1-16,2 0 7 0,0 0-1 0,-2 0 0 16,2 0-3-16,0 0-1 0,0 0 5 0,0 0 3 15,0 0 8-15,0 0-4 0,0 0-4 0,0 0-12 16,0 0 1-16,0 0 4 0,0 0 2 0,0 0-2 15,0 0-8-15,0 0 4 0,0 0-4 0,0 0-10 16,0 0 10-16,0 0-10 0,0 0 1 0,0 0 18 16,0 0-9-16,14 0-10 0,-14 0 5 15,0 13-4-15,17-13 0 0,-17 0 13 0,15 0-4 0,-5 8-1 16,-3-8-4-16,2 0-4 0,0 7-6 16,0-7 1-16,-2 4 9 0,-1-2 5 0,2-1 9 15,-4 1 1-15,2-1-11 0,-3-1-4 0,1 0 5 16,2 0 0-16,0 0 4 0,0 0-9 0,-1 0 0 15,-1 0 0-15,2 0-4 0,0 0 18 0,-2 0-19 16,1 0 5-16,-1 0-32 0,0 0-38 0,-1 0-24 16,-1 0-37-16,0 0-25 0,-2 0 20 0,0 0 33 15</inkml:trace>
  <inkml:trace contextRef="#ctx0" brushRef="#br0" timeOffset="-78444.98">26913 17455 236 0,'0'4'4'0,"0"-4"20"0,0 0 15 15,0 0 9-15,0 0-3 0,0 0-18 0,24 0 6 16,-24 0-8-16,18 0-2 0,-18 0 9 0,25 0-27 15,-12-12 5-15,3 12-1 0,0 0-4 0,0 0 8 16,-3 0-12-16,1-9-1 0,-3 9 0 16,0 0-4-16,-2 0 12 0,-2-5-3 0,1 5-18 15,-2 0 13-15,4 0 0 0,-3-3-4 0,0 3 4 16,0 0-46-16,-1-1-28 0,-1 1-27 0,-1 0-31 16,1 0 31-16</inkml:trace>
  <inkml:trace contextRef="#ctx0" brushRef="#br0" timeOffset="-77880.95">27637 16979 454 0,'1'-5'20'0,"2"1"23"0,-3 0 25 16,0 1 15-16,0-1-7 0,0 3-23 0,0-1-12 16,0 2-18-16,0 0-18 0,0 0 3 0,0 0-8 15,0 0 9-15,0 0 8 0,0 0-3 0,-14 0 4 16,14 0-5-16,0 20-4 0,-13-20 8 0,13 17 4 16,-14-6 1-16,7 2 7 0,1 2 8 15,-1 1-3-15,-2 2 15 0,0 3 0 0,0 0 5 0,-1 2 9 16,0 2-6-16,-1 1-8 0,-1 1-11 15,3 2-17-15,-2-1-11 0,2 1-2 0,0-1-1 0,0-2 2 16,3-1 0-16,0-1 4 0,4-5-9 16,0 1 0-16,2-4-7 0,0-3 13 0,0 0 1 15,0-2 1-15,0-3 9 0,20 1-13 0,-20-2 8 16,18 1-5-16,-18-3-2 0,25 0 4 0,-9-1-16 16,-1-2 9-16,2-1-1 0,0-1-4 0,-1 0 7 15,-1 0-8-15,3 0 4 0,-4 0 1 0,2 0-13 16,-1-20-48-16,-1 20-58 0,-1-14-59 0,1 14-59 15,-1-18 14-15,3 18 8 0,-4-24 21 0,3 12 6 16,-3-1 37-16</inkml:trace>
  <inkml:trace contextRef="#ctx0" brushRef="#br0" timeOffset="-77592.54">27800 16725 1026 0,'0'0'31'0,"0"0"20"0,0 0-5 15,0 0 5-15,0 0-31 0,0-19-23 16,0 19 0-16,0 0-1 0,0-13-4 0,0 13 0 16,0 0-34-16,18 0-63 0,-18 0-57 0,0 0-33 15,16 0-25-15,-16 0 22 0,17 0 60 0</inkml:trace>
  <inkml:trace contextRef="#ctx0" brushRef="#br0" timeOffset="-76956.94">27876 17434 436 0,'-4'0'-4'0,"2"2"15"0,-3-2 17 15,5 0 5-15,0 0 8 0,-2 0-14 0,2 0-14 16,0 0-9-16,0 0-8 0,0 0 8 0,0 0-8 16,0 0 8-16,0 0 0 0,21 0 0 0,-21 0-3 15,17 0-1-15,-17 0 0 0,20 0-5 0,-8 0 9 16,0 0-8-16,-2 0 8 0,1 0 28 0,-1 13 5 16,1-13-33-16,-3 0-4 0,0 10-28 0,-3-10 0 15,0 0 37-15,-3 0 13 0,-1 0 41 16,-1 7-4-16,0-7 5 0,0 7-13 0,0-2-50 15,0 0-7-15,0 2-4 0,-21 1-1 0,21 1 6 16,0-2 22-16,-19 2-8 0,19-1 4 0,0 1-5 16,-14-1-17-16,14-1 9 0,-11 0-5 0,11-2-1 15,-5 1 6-15,5-1-5 0,-3-2 1 0,3 0 8 16,0-1-4-16,0 0 15 0,0 1-1 0,0-2-5 16,0 2 4-16,0 0-13 0,0 0 1 0,23 2-6 15,-23-2 6-15,22 3-1 0,-22-2-5 0,25 0 13 16,-12 2 1-16,1-3-5 0,2 1 5 15,-3-2-9-15,1 2-4 0,-1-2 14 0,1 1 3 0,-1-2-3 16,-1 0-1-16,-3 0-4 0,-3-1-4 16,3 0 14-16,-5 0-14 0,2 0 4 0,-3 0 0 15,0 0-14-15,0 0-31 0,-1 0-55 0,1 0-58 16,0-19-96-16,3 19 39 0</inkml:trace>
  <inkml:trace contextRef="#ctx0" brushRef="#br0" timeOffset="-76588.89">28490 17399 606 0,'1'0'31'0,"1"0"45"16,0 0 20-16,-2 0 9 0,3 0-27 0,-1-15-40 15,0 15-24-15,3 0-6 0,0-11-4 0,0 11 0 16,1 0 8-16,2-12 0 0,3 12 4 0,-3-10-7 16,5 10 3-16,-1-7-12 0,0 4 9 0,2 0-5 15,-2 1 0-15,2 0 4 0,-3 1 0 16,0-1 5-16,0 2-9 0,-1-1 8 0,-3 0-9 15,1 1-2-15,-1 0 7 0,-3 0 1 0,-2 0-9 16,0 0 0-16,-2 0-2 0,0 0-2 0,0 0 0 16,0 0 11-16,0 0-16 0,0 0-67 0,0 0-74 15,0 0-38-15,0 0-39 0,0 0 1 0,0 0 78 16</inkml:trace>
  <inkml:trace contextRef="#ctx0" brushRef="#br0" timeOffset="-76344.96">28431 17537 394 0,'-5'5'4'0,"1"-1"19"0,2-1 5 0,2-1 14 16,0-2 18-16,0 0-13 0,0 0 8 0,20 1-18 16,-20 0-14-16,24 0-4 0,-24-1 1 0,31 0 9 15,-12 1-9-15,2-1 9 0,-2 0-24 0,1 0 1 16,2 0-14-16,-3 0-1 0,2 0 19 0,-2 0-10 15,0 0 15-15,-2-17-10 0,-3 17 5 0,2 0-5 16,-3 0 1-16,-3-13 8 0,1 13-23 0,-4 0-12 16,1-10-34-16,-3 10-41 0,-1-6-29 0,0 6-39 15,-3-5 1-15,1 2 32 0</inkml:trace>
  <inkml:trace contextRef="#ctx0" brushRef="#br0" timeOffset="-71239.81">30772 17519 450 0,'0'0'25'0,"0"0"9"0,0 0 5 16,0 0-9-16,0 0-12 0,0 0-10 16,0 0-8-16,0 0 13 0,0 0-22 0,0 0 18 15,0 0-1-15,0-13-12 0,13 13 13 0,-13 0-22 16,0 0 5-16,0 0 9 0,0 0-1 0,0 0 4 16,0 0 0-16,0 0 4 0,0 0-4 0,0 0-9 15,0 0 1-15,0 0 4 0,0 0-4 0,0 0 5 16,0 0-5-16,0 0-4 0,0 21 5 0,0-21 7 15,0 19 0-15,-15-8-3 0,15 1 3 0,0 0-3 16,0 3 3-16,-9-2-7 0,9 0 11 0,0 2-8 16,0-2 4-16,0 0 8 0,0-1-19 0,0 0 7 15,0-1-4-15,0-1 1 0,0-1 3 16,0 0 0-16,0-2-11 0,0-2-4 0,0 2 19 16,0-3 0-16,0-1 11 0,0 1 7 0,0-2-18 15,0 1 4-15,0-2 11 0,10 0-3 0,-10 1-4 16,0-2 0-16,0 0-11 0,9 0-1 0,-9 0 0 15,9 0-4-15,-4 0 8 0,3 0 0 0,0-20-8 16,2 20 4-16,0-15 4 0,0 15 0 0,3-19 1 16,-2 7-1-16,2 1-12 0,-1-2 4 0,0 0 4 15,-2 0 8-15,1 1-8 0,-2-2 1 0,0 4 7 16,-3 0-11-16,0 1 7 0,-2 3-3 16,-1 1 3-16,-1 2 0 0,0 1 0 0,-1 0-4 0,-1 2-5 15,0 0 1-15,0 0-4 0,0 0 3 16,0 0 9-16,0 0-8 0,0 0 4 0,0 0 12 15,0 0-16-15,0 16 4 0,0-16 4 0,0 17-9 16,0-17 5-16,-17 23 8 0,17-8-12 0,0-1 4 16,-10 1 0-16,10 1-1 0,0-2 5 0,-12 1 4 15,12-2 0-15,-5 0-1 0,5-3 5 0,-4-1-16 16,4-1 8-16,0-1-8 0,0-2 4 0,0 0 0 16,0-1 0-16,0-1 0 0,0 0 1 0,0-1 7 15,0-1-8-15,19 0 12 0,-19 0-12 0,0-1-4 16,12 0 1-16,-12 0 3 0,11 0 8 0,-11 0-4 15,16 0-4-15,-7 0-16 0,1-19 9 0,1 19-1 16,0-14 26-16,1 14 3 0,1-18 6 16,-2 8 7-16,3-2-6 0,-2 0 8 0,-1-3-16 15,1 3 4-15,-3-1-5 0,-1 1-9 0,0-1 4 16,-2 2-6-16,-1 3-3 0,0 1-9 0,-3 1-1 16,-2 2-3-16,2 4-5 0,-2 0 8 0,0 0 0 15,0 0 0-15,0 0 1 0,0 0 3 0,0 0 1 16,0 0-5-16,0 0 9 0,0 17 2 0,0-17-2 15,0 15 3-15,-15-15 0 0,15 21 0 0,0-6 2 16,-18 1-7-16,18 1 4 0,-15 0-6 16,15 2 0-16,-13 1 12 0,13-3-16 0,-9-2 1 0,9-1-1 15,-5-1-3-15,5-3 4 0,0-3 11 16,0-2 0-16,0 0 0 0,0-3 12 0,0-1-12 16,0-1-6-16,0 0 2 0,0 0-4 0,0 0-4 15,18 0 11-15,-18 0-7 0,14-19-3 0,-14 19 3 16,21-14 0-16,-8 14 0 0,1-17 3 0,1 17-3 15,1-20-4-15,4 10 12 0,0-3-18 0,1 2 4 16,-2-3-9-16,2 0 2 0,0 1 14 0,1-2-4 16,-1 1 4-16,-1 0-7 0,-1-1 3 0,1 0-3 15,-2 0 11-15,0 2-3 0,-3 1-4 0,0 1 8 16,-4 0-5-16,-2 1-4 0,0 3 3 0,-3 1 3 16,-2 2-7-16,-2 0 2 0,0 2-3 0,-2 1-13 15,1 1 8-15,-1 0 1 0,0 0 0 16,0 0 12-16,0 0-3 0,0 18-1 0,0-18 7 15,-22 20-11-15,22-20 2 0,-21 29 5 0,5-11-7 16,1 2 19-16,-2 2-7 0,-2 2 3 0,1 1 0 16,2-3-6-16,-2 1-4 0,5-2 4 0,2-3 4 15,2-3-20-15,1-3 20 0,4-3-4 0,-1-2-6 16,3-4 18-16,2-2-14 0,-1 1-1 0,1-2 3 16,0 0 3-16,0 0-4 0,0 0-3 0,0 0 0 15,0-20-7-15,20 20 12 0,-20-17 2 0,17 17-18 16,-17-24 4-16,19 10-11 0,-6-3 5 0,1 0 10 15,3-2-3-15,0-2 7 0,0-1-11 0,0-3 9 16,1-1-4-16,-2 0 5 0,1-3 4 0,-2 2-23 16,1 2 1-16,-2 1-5 0,0 2-1 0,-2 2 18 15,0 3 4-15,-1 4-3 0,-2 4-1 16,0 1 6-16,-3 2-9 0,0 2 4 0,-2 1-4 16,-3 2-10-16,1 1 15 0,-2 0-1 0,2 0 5 15,-2 0 10-15,0 0 15 0,0 25-1 0,0-25 4 16,0 19-6-16,0-5-24 0,0 1 8 0,-17 2-1 15,17 0 0-15,0 3-3 0,-13 2-4 0,13 2-4 16,0-1 8-16,-10 0 1 0,10 0-9 0,0-1 8 16,0-1-3-16,0-2 12 0,0 0 0 0,0-2 1 15,0-1 9-15,22-2 3 0,-22 0 9 16,14-2-4-16,-14-1 7 0,17-1-14 0,-17-2 5 16,15-1-7-16,-15-2-5 0,14 1 0 0,-14-2-7 15,9-1 0-15,-9-2-8 0,5 1 8 0,-5-1-3 16,3 1-6-16,-2-2 2 0,-1 1-5 0,1-1 1 15,0 1 1-15,-1-1-47 0,0 0-46 0,0 2-31 16,0-2-43-16,0 0 11 0,0 1 3 0,0 0-38 16,0 1 51-16</inkml:trace>
  <inkml:trace contextRef="#ctx0" brushRef="#br0" timeOffset="-71024.01">31514 17737 706 0,'0'0'16'0,"0"0"12"0,0 0 13 15,0 12 1-15,17-12-9 0,-17 0-15 0,12 0-13 16,-12 0 3-16,20 0-7 0,-8 0-8 0,3 0 12 16,-1 0-1-16,3 0-1 0,1 0-2 0,1 0-13 15,2-15 8-15,-2 15-3 0,3 0 22 0,-3 0-20 16,-1 0-68-16,2 0-45 0,-3 0-112 0,1 0 19 15</inkml:trace>
  <inkml:trace contextRef="#ctx0" brushRef="#br0" timeOffset="-70860.33">32302 17790 957 0,'13'19'29'0,"-1"-19"23"0,-5 10 8 15,-2-10 1-15,-1 0-22 0,-2 0-22 0,-2 0-12 16,0 0-66-16,0 0-84 0,0 0-46 0,0 0-96 16,0 0 48-16,0-14 77 0</inkml:trace>
  <inkml:trace contextRef="#ctx0" brushRef="#br0" timeOffset="-69869.27">25983 18057 226 0,'27'14'8'16,"1"-14"9"-16,7 8 22 0,-2-8 5 0,6 5 9 16,3 1-3-16,3-1-4 0,4 2 7 0,5-1-7 15,2 1 12-15,3 1-12 0,4 0 2 0,6 2 6 16,8-1-7-16,3 1 16 0,1-1 10 0,5 0 9 16,1 0 0-16,5 0 3 0,5-1-12 0,-4 0-1 15,1 1 3-15,0-1-9 0,2-1 1 0,-1-2-14 16,-3 1-5-16,0-3-14 0,0 2-10 0,0-3-9 15,-4 1-13-15,-1-3 4 0,-6 2-7 0,1-1-1 16,-4 1 4-16,-2 2-2 0,-7-1 1 0,-4-1 2 16,-2 1 3-16,-4 0-3 0,-3 1 4 15,-6 0-4-15,-4-1-1 0,-6 0 2 0,-2-1-5 16,-6 1 5-16,-6-1-3 0,-4 1-1 0,-5-3 4 16,-5 0 0-16,-3 0 0 0,-3 0 0 0,-3 0-6 15,-3 1-54-15,0-1-48 0,0 0-58 0,0 0-36 16,0 0 13-16,-25 0 45 0,25 0 34 0,-22 0 26 15,22 0 16-15,-28 0-3 0,12 0-13 0,-1 0-9 16,-2 0-21-16,-3 0-23 0,0-14 30 0,-4 14 24 16</inkml:trace>
  <inkml:trace contextRef="#ctx0" brushRef="#br0" timeOffset="-69465.42">26641 18392 822 0,'-13'8'0'0,"5"-2"-14"15,8-2 5-15,0-2 5 0,21-2-5 16,1 0 18-16,3 0-4 0,9 0 0 0,8 0 5 15,6-18 0-15,7 18 15 0,6 0 16 0,9 0 15 16,8-16 18-16,8 16 17 0,8 0 2 0,7-13 7 16,5 13 12-16,6-9 2 0,5 9 7 0,6-7 12 15,0 7-5-15,-1-4-8 0,1 1-12 0,-1 2-23 16,-3 1-10-16,-2 0-3 0,-6 0-1 0,-4 0-6 16,-4 0-13-16,-6 0-20 0,-6 0-10 0,-6 0-8 15,-4 0-6-15,-6 0-1 0,-7 14-5 0,-3-14 2 16,-6 0-1-16,-5 0 0 0,-4 0-3 0,-4 11 1 15,-3-11-1-15,-7 0 0 0,-4 8 2 0,-5-8-2 16,-4 6-2-16,-3-6-5 0,-5 5-35 16,-6-3-50-16,-3 1-78 0,-3-2-125 0,-1 0-95 15,-2 2-27-15,0-3-9 0,0 0 64 0,-20 0 128 16</inkml:trace>
  <inkml:trace contextRef="#ctx0" brushRef="#br0" timeOffset="-13577.88">23022 10712 62 0,'0'0'4'0,"0"0"6"16,0 0 5-16,0 0 4 0,0 0-16 0,0 0-1 15,0 0 2-15,0 0-3 0,0 0 11 0,0 0-4 16,0 0-4-16,0-5 1 0,0 5 0 16,0 0 5-16,0 0 0 0,0 0-5 0,0 0 8 15,0 0-8-15,0-4 0 0,0 4 2 0,0 0-11 16,0 0 1-16,0 0 3 0,0-1 4 0,0 1 1 16,0 0 2-16,0 0-11 0,0-1 1 0,0 1 3 15,0-1-4-15,0 1 0 0,0 0 3 0,0-1-3 16,0 1 4-16,0-2 8 0,0 2-15 0,0 0 7 15,0-2 4-15,0 2-4 0,0 0 7 0,0-1-2 16,0 0-8-16,0 1 12 0,0 0-7 0,0-1 0 16,0 1 15-16,0 0-17 0,0 0 12 0,0 0 1 15,0-2-13-15,0 2 5 0,0 0-8 16,0-1-6-16,0 1 9 0,0-2-3 0,0 2 7 16,0-1 4-16,0 0-5 0,0 1 0 0,0 0-3 15,0-2 3-15,0 2-7 0,0-1 5 0,0-1-5 16,0 2 4-16,0 0 1 0,0-2 3 0,0 2 2 15,0 0-9-15,0 0 13 0,0-2-3 0,0 2 5 16,0-1-7-16,0 1-1 0,0-1-4 0,0 0 1 16,0 0 12-16,0-1-13 0,0 0 8 0,0 2-8 15,0 0-3-15,0-1 8 0,0 0-9 0,0 1 9 16,0-1 4-16,0 1-8 0,0 0 7 0,0 0 1 16,0 0-9-16,0 0 5 0,0 0 0 0,0 0-4 15,0 0 8-15,0 0 0 0,0 0 0 16,0 0 4-16,0 0-17 0,0 0 8 0,0 0 1 15,0 0-17-15,0 0 24 0,0 0-8 0,0 0-3 16,0 0 7-16,0 0-12 0,0 0 1 0,0 0 3 16,0 0 8-16,0 0-4 0,0 0 0 0,0 0-3 15,0 0-5-15,0 0-4 0,0 0 4 0,0 0 3 16,0 0-7-16,0 0 16 0,0 0-4 0,0 0-8 16,0 0 12-16,0 0-8 0,0 0-4 0,0 0 8 15,0 0-4-15,0 0 1 0,0 0 7 0,0 0-7 16,0 0 3-16,0 13-3 0,0-13 3 0,0 0 4 15,0 0-3-15,0 0 8 0,0 9-8 0,0-9-5 16,0 0 1-16,0 7 3 0,0-7-4 16,0 6 4-16,0-4 1 0,0 1-5 0,0-1 5 15,0 1 4-15,0 1-5 0,0-3-3 0,0 1 3 16,0 0 0-16,0 0-4 0,0 1 1 0,0-3 3 16,0 1-13-16,0 0 14 0,0 0-5 0,0 0-1 15,0 1 10-15,0-1-5 0,0 1 4 0,0-1-3 16,0 1-5-16,0 0 0 0,0 0-4 0,0-1-8 15,0 1 16-15,0 0 0 0,0 0 8 0,0 0 5 16,0-1-17-16,0 1 0 0,0 0-4 0,0 1 4 16,0-1-4-16,0 0 8 0,0 1-4 0,0-1 0 15,0 0 9-15,0 1-5 0,0-1 4 0,0 0-3 16,0 1 3-16,0-1-4 0,0 0-4 0,0 1 5 16,0-2-9-16,0 2-1 0,0-1 14 15,0 0-13-15,0-1 4 0,0 2 4 0,0-2-4 16,0 1 4-16,0-2 0 0,0 1-4 0,0 1-8 15,0-2 8-15,0 2 0 0,0 0 0 0,0-1 8 16,0-1-12-16,0 2 8 0,0 0 1 0,0 1-9 16,0-1 12-16,0-1-8 0,0 1 5 0,0 0 3 15,0 1 1-15,0-2 0 0,0 1-9 0,0 0 4 16,0 1 0-16,0-1 6 0,0 0-6 0,0 0 6 16,0-1-5-16,0 1-5 0,0-2 15 0,0 1-10 15,0 0 1-15,0-1-6 0,0 1-11 0,0-1 6 16,0 0 0-16,0 1 5 0,0-1 6 0,0 1-6 15,0 1 0-15,0-2 5 0,0 1 0 16,0 1 5-16,0-1-10 0,0 1 6 0,0-1-1 16,0 1 0-16,0-1 16 0,0 0-16 0,0 1 1 15,0-1-6-15,0-1 0 0,0 1 0 0,0 0 5 16,0 0 0-16,0-1-10 0,0 1 15 0,0-1 1 16,0 0-6-16,0 0 16 0,0 0 0 0,0 0-5 15,0 0 15-15,0 1 8 0,0-1-8 0,0 0-11 16,0 0 13-16,0 0-27 0,0 0-6 0,0 0 23 15,0 0-27-15,0 0 4 0,0 0 5 0,0 0-13 16,0 0 8-16,0 0 8 0,0 0 5 16,0 0 0-16,0 0-4 0,0 0-8 0,0 0-13 15,0 0 13-15,0 0-6 0,0 0 10 0,0 0 11 16,0 0-17-16,0 0-3 0,0 0-5 0,0 0-3 16,0 0 4-16,0 0-1 0,0 0 13 0,0 0-4 15,0 0 5-15,0 0 9 0,0 0-9 0,0 0 4 16,0 12 0-16,0-12-4 0,0 0-1 0,0 0 0 15,0 0-7-15,0 0 3 0,0 0-4 0,0 7 1 16,0-7 13-16,0 0-5 0,-19 5-1 0,19-5 0 16,0 2-9-16,0 0 6 0,0-1-1 15,0 0 0-15,0 0 0 0,0-1-4 0,0 1 5 0,0 0 3 16,0-1-9-16,0 0 9 0,0 0-4 16,0 0-3-16,0 0 12 0,0 0-9 0,0 0-3 15,0 0 2-15,0 0 0 0,0 0 5 0,0 0 4 16,0 0-2-16,0 0-6 0,0 0-4 0,0 0 0 15,0 0 4-15,0 0 5 0,0 0-1 0,0 0 5 16,0 0-9-16,0 0-4 0,0 0 4 0,0 0-4 16,0 0 3-16,0 10 1 0,0-10 4 0,0 0 1 15,0 0-5-15,0 0 10 0,0 8-14 0,0-8 10 16,0 5-9-16,0-5-6 0,0 4 13 0,0-2-12 16,0 0 12-16,0-1-3 0,0 1 4 0,0-2-5 15,0 1 8-15,0 1 1 0,0-1-17 0,0-1 13 16,0 1-13-16,0-1 7 0,0 0 10 0,0 0-10 15,0 0 6-15,0 0-9 0,0 0 0 16,0 0 5-16,0 0-1 0,0 0 0 0,0 0-5 16,0 0 4-16,0 0 5 0,0 0 1 0,0 0 4 15,0 0-4-15,0 0-5 0,0 0 4 0,0 0-4 16,0 0 0-16,0 0 0 0,0 0-4 0,0 0 4 16,0 0 5-16,0 0-4 0,0 0 9 0,0 0 4 15,0 0-9-15,0 0 3 0,0 0-7 0,0 0-6 16,0 0 5-16,0 0 5 0,0 0-1 0,0 0 3 15,0 0-3-15,0 0-6 0,0 0 3 16,0 0 0-16,0 0-1 0,0 0 1 0,0 0-1 16,0 0 0-16,0 0 5 0,0 0-5 0,0 0 3 15,0 0-3-15,0 0-1 0,0-12 0 0,0 12-2 16,0 0 3-16,0 0 5 0,0-6 3 0,0 6-8 16,0 0 7-16,0-5-17 0,0 5 10 0,0 0 8 15,0-2-20-15,0 1 13 0,0 1-4 0,0 0 3 16,0 0-5-16,0 0 9 0,0 0-1 0,0 0-8 15,0 0 12-15,0 0-11 0,0 0-4 0,0 0 4 16,0 0-4-16,0 0 9 0,0 0-6 0,0 0 6 16,0 0-15-16,0 0-38 0,0 0-17 0,0 0-45 15,0 0-27-15,0 0-3 0,0 0-24 0,0 0-10 16,0 0 28-16,0 0 37 0</inkml:trace>
  <inkml:trace contextRef="#ctx0" brushRef="#br0" timeOffset="-9037.04">23250 11819 84 0,'0'0'10'0,"0"0"4"0,0 0 7 0,0 0 5 15,0 0 3-15,0 0-12 0,0 0-1 0,0 0 2 16,0 0-3-16,0-18 8 0,0 18-4 0,0 0-8 16,0 0-13-16,0 0 12 0,0 0-5 0,0 0 9 15,0 0 5-15,0 0-13 0,0 0 7 0,0 0-20 16,0 0 7-16,0 0 0 0,0 0-3 0,0 0 15 16,0 0-11-16,0 0-5 0,0 0 13 0,0 0-4 15,0 0 1-15,0 0 8 0,0 0-5 0,0 0-3 16,0 0-1-16,0 0-4 0,0 0-1 15,0 0 1-15,0 0 4 0,0 0 4 0,0 0-4 16,0 0 0-16,0 0 0 0,0 0 0 0,0 0 0 16,0 0 5-16,0 0-1 0,0 0 0 0,0 0 0 15,0 0 0-15,0 0 0 0,0 0 0 0,0 0-4 16,0 0 1-16,0 0-1 0,0 0-1 0,0 0-3 16,0 0 3-16,0 0 1 0,0 0-5 0,0 0 4 15,0 0 1-15,0 0 0 0,0 0-1 16,0 0-8-16,0 0 4 0,0 0 0 0,0 0-4 0,0 0 14 15,0 0-6-15,0 0 5 0,0 0 0 0,0 0-5 16,0 0 6-16,0 0-6 0,0 0 10 16,0 0-5-16,0 0-4 0,0 0 4 0,0 0-4 15,0 0 9-15,0 0-10 0,0 0-4 0,0 0 0 16,0 0-9-16,0 0 14 0,0 0-1 0,0 0 1 16,0 0 4-16,0 0-9 0,0 0 5 0,0 0 1 15,0 0-6-15,0 0-5 0,0 0 0 0,0 0-1 16,0 0 6-16,0 0 0 0,0 0-4 0,0 0 4 15,0 0 11-15,0 0-1 0,0 0 0 0,0 0-5 16,0 0-10-16,0 0-1 0,0 0 12 0,0 0-6 16,0 0 5-16,0 0 1 0,0 0-6 0,0 0-6 15,0 0 1-15,0 0 10 0,0 0-5 16,0 0 11-16,0 0-5 0,0 0-12 0,0 0 6 16,0 0 0-16,0 0 0 0,0 0 6 0,0 0-1 15,0 0 1-15,0 0-1 0,0 0 6 0,0 0-11 16,0 0 0-16,0 0 6 0,0 0-1 0,0 0-5 15,0 0 5-15,0 0-5 0,0 0-10 0,0 0 15 16,0 0-10-16,0 0 5 0,0 0 5 0,0 0-10 16,0 0 10-16,0 0-10 0,0 0-1 0,0 0 1 15,0 0 5-15,0 0 5 0,0 0 1 0,0 0-1 16,0 0-5-16,0 0 11 0,0 0-11 0,0 0 6 16,0 0 10-16,0 0-21 0,0 16 22 15,0-16-1-15,0 0-21 0,0 0 16 0,0 0-10 16,0 9 9-16,0-9-9 0,0 7 5 0,0-7-11 0,0 7 2 15,0-7 25-15,0 7-6 0,0-3 12 16,0 0-7-16,0-1-5 0,0 1-10 0,0-1 1 16,0 0 4-16,0 1-4 0,0-2 13 0,0 1-4 15,0-1-4-15,0 0 4 0,0 2-18 0,0 0 13 16,0-1-11-16,0-2-3 0,0 2 12 0,0 0-7 16,0 0 13-16,0-1-9 0,0-2 0 0,0 1 4 15,0 0-20-15,0 2 18 0,0-1-15 16,0-2-4-16,0 4 11 0,0-1 0 0,0-2 9 0,0 3 1 15,0-1-5-15,0-1-10 0,0 1 5 0,0-1-1 16,0 1 10-16,0-1-5 0,0 0-4 0,0 1 4 16,0-2-3-16,0 3 2 0,0-4 7 0,0 2-6 15,0 2 4-15,0-3-4 0,0 2 0 16,0-1 4-16,0 2-8 0,0-3 9 0,0 2-9 16,0 0-5-16,0-2 5 0,0 2-5 0,0-1 3 15,0 1 1-15,0-1 1 0,0 0 4 0,0 1-3 16,0 0-1-16,0 0 0 0,0 0 0 0,0-2 4 15,0 2 4-15,0 0-4 0,0-1-4 0,0 2 7 16,0-1-4-16,0-1 1 0,0 1-5 0,0 1 1 16,0 0-1-16,0-2 9 0,0 1 0 0,0 0-8 15,0 0 4-15,0 0 0 0,0-1-9 16,0 1-5-16,0-1 6 0,0 1-4 0,0-1 20 16,0 1-3-16,0-1-5 0,0 0-3 0,0 0-4 15,0 1 8-15,0-1-2 0,0 1 4 0,0-2-7 16,0 2-3-16,0 0 7 0,0 0 0 0,0-1-5 15,0 1 7-15,0-1-14 0,0 2 7 0,0-3 12 16,0 2-8-16,0 0 1 0,0-2-8 0,0 1 1 16,0 0 3-16,0 1 3 0,0-2 5 0,0 1-10 15,0-1 6-15,0 1-4 0,0 2-4 0,0-3 8 16,0 0-3-16,11 1 1 0,-11 1-2 0,0-2-1 16,0 1 0-16,0 0-7 0,0-1 9 0,0 1-4 15,0-1 4-15,0 0 7 0,0-1-5 16,0 1-7-16,0 0 4 0,0-1 1 0,0 0-4 15,0 0 11-15,0 0-9 0,0 0 1 0,0 1-1 16,0-1 1-16,0 0 5 0,0 0-2 0,0 0 13 16,0 0-11-16,0 0-4 0,0 0 0 0,0 0-4 15,0 0 7-15,0 0 0 0,0 0 6 0,0 0-7 16,0 0 1-16,0 0-7 0,0 0 1 0,0 0 3 16,0 0-2-16,0 0 5 0,0 0-16 0,0 0-56 15,0 0-69-15,0 0-58 0,0 0-48 0,0 0-15 16,0 0 69-16</inkml:trace>
  <inkml:trace contextRef="#ctx0" brushRef="#br0" timeOffset="39783.43">9521 9103 76 0,'0'0'1'0,"0"0"5"0,0 0 3 0,0 0 6 15,0 0 3-15,0 0-4 0,0 0-4 0,0 0-2 16,0 0-3-16,0 0-9 0,0 0 7 0,0 0-7 15,0 0 4-15,0 0-1 0,0 0-6 0,0 0 4 16,0 0-1-16,0 0 5 0,0 0 2 0,0 0 0 16,0 0-7-16,0 0 0 0,0 0 4 0,0 0-4 15,0 0 5-15,0 0 9 0,0 0-10 0,0 0 3 16,0 0-7-16,0 0-3 0,0 0 2 0,0 0-2 16,0 0 6-16,0 0 1 0,0 0 0 0,0 0 2 15,0 0 2-15,0 0-3 0,0 0 0 16,0 0 0-16,14 0-1 0,-14 0-1 0,0 0 4 15,0 0-6-15,0 0-1 0,0 0-3 0,0 0 8 16,0 0 2-16,0 0 4 0,0 0 1 0,0 0-12 16,0 0 4-16,0 0-3 0,0 0 3 0,0 0-1 15,0 0 6-15,0 0-6 0,0 0 0 0,0 0-3 16,0 0-5-16,0 0 4 0,0 0 4 0,0 0 1 16,0 0-5-16,0 0 5 0,0 0-4 0,0 0 0 15,0 0 12-15,0 0-7 0,0 0-4 0,0 0 11 16,0 0-15-16,0 0 3 0,0 0 7 15,0 0-14-15,0 0 18 0,0 0-4 0,0 0-6 16,0 0 3-16,0 0-7 0,0 0 3 0,0 0-1 0,0 14 11 16,0-14-2-16,0 0-4 0,0 0-3 15,0 0-4-15,0 0 4 0,0 0-1 0,0 0 7 16,0 0 5-16,0 0-6 0,0 0-2 0,0 0 8 16,0 7-7-16,0-7-5 0,0 0 15 0,0 0-15 15,0 0 0-15,0 0 8 0,0 0-7 0,0 0 4 16,0 0-5-16,0 0-1 0,0 0 5 0,0 0-1 15,0 0 5-15,0 0 1 0,0 0-13 0,0 0 11 16,0 0-2-16,0 0-6 0,0 0 9 0,0 0-11 16,0 0 10-16,0 0-2 0,0 0-5 15,0 0 3-15,0 0-6 0,0 0 4 0,0 0 3 0,0 0-4 16,0 0 4-16,0 0 0 0,0 0 3 16,0 0 4-16,0 0 0 0,0 0-4 0,0 0-3 15,0 0-2-15,0 0-1 0,0 0 0 0,0 0 3 16,0 0 0-16,0 0-4 0,0 0 7 0,0 0-3 15,0 0 4-15,0 0-8 0,0 0 4 0,0 0-4 16,0 0 4-16,0 0 10 0,0 0-6 0,0 0 0 16,0 0-5-16,0 0-8 0,0 0-7 0,0 0-5 15,0 0-1-15,0 0 3 0,0 0 7 0</inkml:trace>
  <inkml:trace contextRef="#ctx0" brushRef="#br0" timeOffset="40706.7">9403 9209 128 0,'-2'0'0'0,"2"0"6"0,-2 0 0 0,1 1 9 15,0-1 0-15,1 0-5 0,-1 0 3 0,1 0-3 16,0 0 4-16,0 0 5 0,0 0 3 0,0 0 0 16,0 0 5-16,0 0 0 0,0 0-13 0,0 0 1 15,0 0-13-15,0 0-2 0,0 0 5 16,0 0-5-16,19 0 8 0,-19 0-7 0,0-15 3 0,19 15-7 15,-9 0-5-15,0-13 13 0,0 13-13 0,2-10 9 16,-1 5 7-16,1-1-15 0,4 1 11 16,-3-1 8-16,3 1-7 0,-2 0 8 0,3-2 8 15,-2 2-16-15,4-1 7 0,1 0-3 0,-2-1-12 16,2 0 15-16,0 0-3 0,0 0-9 0,1 0 8 16,-1 0-8-16,-1 0 14 0,-2 1 6 0,-1 1-10 15,0-2-2-15,-2 2-3 0,-2 1 0 0,0 0 16 16,-3 1 0-16,0-2-12 0,-2 2 13 0,-2 2-18 15,-1-3 9-15,-1 2 0 0,1 1-9 0,-4 0 5 16,1 1-9-16,-1 0 18 0,0-1 1 0,0 1-6 16,0 0 11-16,0 0-24 0,0 0 0 0,0 0 0 15,0 0-9-15,0 0 9 0,0 0-11 16,0 0 11-16,0 0-26 0,0 0-18 0,0 0-12 0,0 0-15 16,0 0 13-16,0 0 3 0,0 0 8 15,0 0-22-15,0 0-20 0,0 0 6 0,0 0 14 16</inkml:trace>
  <inkml:trace contextRef="#ctx0" brushRef="#br0" timeOffset="41103.93">9556 9348 238 0,'0'0'9'0,"0"0"7"0,0 0 8 0,0 0 10 16,0 0-9-16,0 0-2 0,0 0-13 0,0 0-4 16,0 0 3-16,0 0 1 0,16 0 0 0,-16 0-4 15,11-13 0-15,-11 13 0 0,19 0 9 0,-8-11 4 16,1 11-9-16,1-9 9 0,0 3-1 0,3 0 0 15,-1 0 4-15,2-1 1 0,-1-1-10 0,2 0 6 16,1-1 2-16,-2 0-16 0,2 1 8 16,-2-1-9-16,2 1 1 0,-2 0 7 0,-2 0 7 15,1 1-11-15,-2 0 7 0,-3 1-5 0,0 1-15 16,-1 0 15-16,-3 2-10 0,-1-1 0 0,-2 2 5 16,-1 1-5-16,-2 0 10 0,0 1-5 0,0 0-10 15,-1 0-5-15,0 0-23 0,0 0-12 0,0 0-12 16,0 0-26-16,0 0-17 0,0 0-23 0,0 0 3 15,0 0 30-15</inkml:trace>
  <inkml:trace contextRef="#ctx0" brushRef="#br0" timeOffset="48267.95">21234 14798 146 0,'0'-1'1'0,"0"0"13"0,0-2 7 0,0 1 4 15,0 2 8-15,0-2-9 0,0 0-2 0,0 1-7 16,0 1-5-16,0-2 0 0,0 1-9 0,0 0 8 15,0 0 1-15,0 1-1 0,0 0 14 0,0 0-13 16,0-2 5-16,0 2-1 0,0 0-13 16,0 0 8-16,0 0-5 0,0 0-4 0,0 0 9 15,0 0-1-15,0 0-12 0,0 0 9 0,0 0-9 16,0 0 4-16,0 0 9 0,0 0-13 0,0 0 4 16,0 0 0-16,0 0 0 0,0 0 0 0,0 0 9 15,0 0-14-15,0 0 5 0,0 0 0 0,0 0-17 16,0 0 21-16,0 0-13 0,0 0 9 0,0 0 9 15,0 0-14-15,0 0 1 0,0 0 4 0,0 0 0 16,0 0 4-16,0 0 5 0,0 0-4 0,0 0 0 16,0 0-14-16,0 0 9 0,0 0-5 15,0 0-5-15,0 0 15 0,0 0-5 0,0 0-5 0,0 0 9 16,0 0-4-16,0 0 0 0,0 0-4 16,0 0 4-16,0 0 0 0,0 0-13 0,0 0 26 15,0 0-18-15,0 0 1 0,0 0 17 0,0 0-17 16,0 0 4-16,0 0 9 0,0 0-9 0,0 0-5 15,0 0 14-15,0 0-18 0,0 0 4 0,0 0 9 16,0 0-8-16,0 0 4 0,0 0-4 0,0 0 4 16,0 0 0-16,0 12 4 0,0-12 5 0,0 0-9 15,0 0 4-15,0 0 1 0,0 0-15 0,0 0 10 16,0 0-4-16,0 0 0 0,0 0 8 0,0 0-8 16,0 0 4-16,0 0-9 0,0 0 9 15,0 0 4-15,0 0-4 0,0 0 5 0,0 0 4 0,0 0-19 16,0 0 10-16,0 0 0 0,0 0-4 15,0 0 14-15,0 0-19 0,0 0 13 0,0 0-4 16,0 0 0-16,0 0 14 0,0 0-23 0,0 0-1 16,0 0 10-16,0 0-4 0,0 0 13 0,0 0 0 15,0 0-18-15,0 0 9 0,0 0 5 0,0 0-15 16,0 0 10-16,0 0 0 0,0 0-5 0,0 0 10 16,0 0-9-16,0 0-6 0,0 0 6 0,0 0 4 15,0 0 8-15,0 0-4 0,0 0-3 0,0 0 3 16,0 0-8-16,0 0 4 0,0 0 0 0,0 0-13 15,0 0 13-15,0 0-1 0,0 0 11 16,0 0-11-16,0 0 1 0,0 0 5 0,0 0-15 16,0 0 19-16,0 13-5 0,0-13-13 0,0 0 10 15,0 0-1-15,0 0-4 0,0 0 4 0,0 0 0 16,0 0-5-16,0 0 5 0,0 0 4 0,0 0-4 16,0 0 5-16,0 0 4 0,0 0-8 0,0 0 4 15,0 0-5-15,0 0 0 0,0 0-1 0,0 0 1 16,0 0 1-16,0 0 3 0,0 0 5 0,0 0-4 15,0 0 4-15,0 0-18 0,0 0 0 16,0 0 4-16,-16 0 1 0,16 0 8 0,0 0 1 0,0 0-5 16,0 0 0-16,0 0-5 0,0 0 5 0,-10 0-4 15,10 0 0-15,0 0 4 0,0 0 0 16,-9 0 5-16,9 0-1 0,-3 0 5 0,3 0-13 16,-3 0 3-16,2 0 1 0,0 0-9 0,-1 0 9 15,0 0 0-15,1 0 5 0,0 0-5 0,0 0 4 16,-1 0-4-16,0 0-4 0,1 11 8 0,-1-11-4 15,1 0 9-15,0 0-5 0,0 0 1 0,1 0 0 16,-3 0-14-16,3 0 0 0,0 0 9 0,0 0 0 16,0 0-5-16,-2 0 9 0,2 0-8 0,-1 6-1 15,1-6 14-15,0 0-5 0,-1 0-4 0,1 3 0 16,0-3 1-16,-1 0-6 0,1 0 5 0,0 0 4 16,0 0-4-16,0 2 5 0,0-2-5 0,0 0-4 15,0 0-1-15,0 0 6 0,0 0-2 0,0 0 1 16,0 0 5-16,0 0-9 0,0 0 13 15,0 0-4-15,0 0-5 0,0 0 4 0,0 0-3 16,0 0 4-16,0 0 0 0,0 0 5 0,0 0-5 16,0 0 5-16,0 0-5 0,0 0-1 0,0 0 1 15,0 0-5-15,0 0 0 0,0 0-4 0,0 0-5 16,0 0 9-16,0 0 4 0,0 0-4 0,0 0 4 16,0 0-8-16,0 0 4 0,0 0 0 0,0 0 0 15,0 0-4-15,0 0 9 0,0 0-6 0,0 0 1 16,0 0 5-16,0 0-14 0,0 0 14 0,0 0-5 15,0 0 5-15,0 0-1 0,0 0 2 0,0 0-2 16,0 0 1-16,0 0 5 0,0 0-10 16,0 0 10-16,0 0-6 0,0 0-8 0,0 0 9 15,0 0-5-15,0 0 1 0,0 0 18 0,0 0-5 16,0 0-13-16,0 0 4 0,0 0-5 0,0 0-4 16,0 0 23-16,0 0-14 0,0 0-5 0,0 0 10 15,0 0-10-15,0 11 19 0,0-11-5 16,16 0-4-16,-16 0 4 0,0 0-9 0,0 0-5 0,0 0-5 15,0 0 5-15,9 0-4 0,-9 0 8 16,0 0 11-16,0 0-10 0,0 0 5 0,7 0-10 0,-7 0 0 16,0 0 0-16,4 0 5 0,-4 0 0 0,6 0-5 15,-3 0 5-15,-1 0-10 0,1 0 5 0,-1 0 5 16,2 0-4-16,-1 0 4 0,1 0 0 0,-2 0-10 16,1 0 5-16,2 0 0 0,-3 0 0 15,2 0 5-15,0 0-10 0,-1 0 10 0,-1 0-10 16,2 0 0-16,-1 0 5 0,0 0 0 0,1 0 5 15,-2 0 0-15,2 0 0 0,-1 0-10 0,0 0 0 16,1 0 5-16,-1 0-5 0,0 0 5 0,0 0 10 16,2 0-5-16,-2 0 0 0,-1 0-5 0,3 0 0 15,-3 0-5-15,1 0 10 0,0 0 0 0,1 0 0 16,-1 0 15-16,-1 0-16 0,2 0 1 0,-1 0-10 16,-1 0-4-16,1 0 4 0,1 0 0 15,-2 0 10-15,1 0-5 0,0 0 0 0,0-13 5 0,0 13-10 16,-1 0 5-16,2 0 9 0,-2 0-4 15,0 0 0-15,0 0-5 0,-1 0 1 0,0 0-1 16,-1 0 4-16,1 0-4 0,0 0-5 0,0 0 5 16,-1 0-5-16,0 0 10 0,1 0-10 0,0 0 0 15,-1 0 6-15,0 0-1 0,0 0 9 0,0 0-9 16,1 0-5-16,-1 0-5 0,0 0 6 0,0 0 4 16,1 0 9-16,-1 0-4 0,0 0-5 0,0 0 5 15,0 0 5-15,1 0-10 0,0 0 5 0,1 0-10 16,0 0-10-16,0 0 15 0,-1 0-10 0,-1 0 11 15,2 0 3-15,1 0 1 0,0 0 5 16,-1 0-5-16,-2 0-20 0,3 0 0 0,-1 0 10 16,0 0 5-16,-1 0 0 0,1 0 10 0,-1 0-5 15,0 0-5-15,0 0 0 0,0 0-5 0,1 0 1 16,-1 0-11-16,0 0 25 0,1 0-1 0,0 0-4 16,1 0 0-16,-1 0 0 0,1 0-10 0,-1 0 1 15,2 0 4-15,-1 0-10 0,-1 0 5 0,0 0 1 16,1 0 13-16,-1 0 1 0,-2 0-6 0,2 0-4 15,-1 0-9-15,-1 0 4 0,2 0-5 0,-2 0 10 16,1 0 0-16,1 0-5 0,-1 0 11 0,1 0-7 16,-1 0 1-16,2 0 5 0,-2 0 0 0,2 0 0 15,0 0-5-15,-1 0-5 0,3 0-5 16,-3 0 5-16,1 0 10 0,2 0-5 0,-2 0 0 16,-1 0 0-16,0 0-10 0,-1 0 15 0,0 0-5 15,-1 0 5-15,0 15 5 0,1-15-10 0,-1 0 10 16,0 0-15-16,0 0-5 0,0 0 10 0,0 0-5 15,0 0 10-15,0 0 0 0,0 0-5 0,0 0 5 16,0 0 5-16,0 0-10 0,0 0-5 0,0 0 0 16,0 0-9-16,0 0 14 0,0 0 5 0,0 0 0 15,0 0 0-15,0 0 0 0,0 0-5 0,0 0 0 16,0 0 0-16,0 0 4 0,0 0-4 0,0 0 0 16,0 0 0-16,0 0-9 0,0 0 9 15,0 0 0-15,0 0 0 0,0 0 10 0,0 0-10 0,0 0-5 16,0 0 10-16,0 0-10 0,0 0 5 15,0 0 5-15,0 0-10 0,0 0 10 0,0 0-10 16,0 0 5-16,0 0-5 0,0 0-10 0,0 0 24 16,0 0-9-16,0 0 10 0,0 0 5 0,0 0-20 15,0 0 0-15,0 0 0 0,0 0 1 0,0 0 4 16,0 0 9-16,0 0-4 0,0 0 0 0,0 0-5 16,0 0-15-16,0 0 10 0,0 0 0 0,0 0 0 15,0 0 11-15,0 0-6 0,0 0 0 0,0 0 5 16,0 0 0-16,-15 0-10 0,15 0 0 0,0 0 0 15,0 0 0-15,0 0 5 0,-12 0 5 0,12 0-5 16,0 0 10-16,-7 0-10 0,7 0 0 0,-5 0 5 16,5 0-10-16,-6 0 10 0,4 0-15 15,0 0 10-15,0 0 5 0,-1 0-5 0,0 0 15 16,-1 0-20-16,0 0 0 0,2 0-5 0,-1 0 5 16,-1 0 10-16,2 0-10 0,-2 0 15 0,2 0-10 15,-1 0 4-15,0 0-4 0,-1 0 0 0,1 0-5 16,0 0-4-16,-1 0 9 0,1 0 0 0,1 0 0 15,-1 0 5-15,1 0-5 0,0 0-5 0,0 0 10 16,0 0-5-16,0 0 5 0,0 0-5 0,1 0-5 16,-1 0-6-16,0 0 6 0,-1 0 10 0,1 0 0 15,-2 0 10-15,1 0-10 0,1 0-10 0,-3 0 0 16,3 0-4-16,-1 0 9 0,1 0 5 16,0 0 4-16,-1 0-9 0,2 0 0 0,0 0 0 15,-1 0-4-15,0 0 9 0,0 0 0 0,1 0-5 16,0 0 0-16,-1 0 0 0,0 0-10 0,-1 0 10 15,0 0-5-15,0 0 0 0,1 0 10 0,-2 0-5 16,0 0 9-16,1 0-4 0,-2 0-15 0,2 0 5 16,-1 0 5-16,1 0-5 0,-1 0 10 0,1 0 0 15,0 0-9-15,-1 0 4 0,1 0 5 0,0 0-10 16,0 0 5-16,-1 0 0 0,0 0-5 0,1 0 10 16,1 0-16-16,-1 0 21 0,1 0-15 15,-2 0 5-15,2 0 5 0,-1 0-9 0,1 0 14 16,-1 0-15-16,1 0 5 0,0 0 5 0,0 0-5 15,-1 0-5-15,-1 0 5 0,0 0-10 0,1 0 15 16,1 0 5-16,-3 0-10 0,2 0 5 0,0 0-10 16,1 0 5-16,1 0 10 0,0 0-10 0,0 0 5 15,-1 0-5-15,0 0 4 0,2 0 1 0,-2 0-5 16,0 0 0-16,1 0-14 0,0-12 14 0,0 12 0 16,0 0 5-16,0 0 0 0,-1 0-1 0,1 0-9 15,-2 0 0-15,3 0 10 0,-2-6-5 0,2 6 5 16,-1-3-5-16,1 3 5 0,-1-2-10 0,1 1 0 15,-1 1 10-15,1 0-9 0,0 0 4 16,0 0 5-16,-2 0-1 0,0-1-4 0,2 1 0 0,-3-2 0 16,3 2 1-16,-2-1 9 0,0 0 5 15,0 1 0-15,2 0-4 0,-1-1-11 0,-1 1-5 16,1-1 5-16,-1 0-5 0,1 0 15 0,0 1-9 16,-1 0-1-16,0 0 5 0,2-1-5 0,-1 0 5 15,0 1-5-15,0 0 0 0,0 0-5 0,0-2 9 16,0 2-3-16,0-1-6 0,-1 1 10 0,0 0-15 15,2 0 10-15,-2-1 5 0,2 1-5 0,0-2 10 16,0 1 0-16,-1 1-10 0,1 0 0 0,-1-1 1 16,1 1-6-16,-1 0 19 0,-1 0-9 0,2 0-5 15,-2 0 5-15,-1 0-10 0,2 0 6 0,0 0 4 16,1 0-5-16,0 0-5 0,-4 0 5 16,2 0-1-16,1 0 1 0,0 0 5 0,0 0-6 0,0 0-9 15,-3 0 6-15,1 0-1 0,3 0 1 16,-2 0 9-16,2 0-5 0,-2 0-1 0,1 0-9 15,-2 0 6-15,1 0 8 0,0 0-9 0,1 0 15 16,0 0-5-16,-2 0-10 0,3 0 15 0,-5 0-15 16,5 0 15-16,0 0-10 0,0 0-5 0,0 0 10 15,0 0-19-15,0 0 13 0,0 0 1 0,0 0-4 16,0 0 4-16,0 0-10 0,0 0 0 0,0 0 15 16,0 0 0-16,0 0 9 0,0 0-4 0,0 0-6 15,0 0-9-15,0 0 1 0,0 0-1 16,0 0 0-16,0 0 10 0,0 0-5 0,0 0 5 15,0 0-5-15,0 0-10 0,0 0 5 0,0 0 0 16,0 0 0-16,0 0 15 0,0 0-10 0,0 0 0 16,0 0 0-16,0 0 0 0,0 0 0 0,0 0 4 15,0 0 1-15,0 0-10 0,0 0 10 0,0 0-5 16,0 0 0-16,0 0 5 0,0 0-5 0,0 0 0 16,0 0-10-16,0 0 5 0,0 0 1 0,0 0 4 15,0 0 5-15,0 0-10 0,0 0 5 0,0 0 0 16,0 0-5-16,0 0 10 0,0 0 0 0,0 0-5 15,0 0 4-15,0 0-4 0,0 0-5 16,0 0-5-16,0 0-10 0,0 0-26 0,0 0-19 16,0 0-44-16,0 0-46 0,0 0-12 0,0 0 18 15</inkml:trace>
  <inkml:trace contextRef="#ctx0" brushRef="#br0" timeOffset="-189008.13">18854 17189 100 0,'0'-1'9'0,"0"0"10"0,0 0 2 15,0-1 4-15,0 2-4 0,0-1-10 0,0 0 5 16,0 1 8-16,0-1-5 0,0 0 0 0,0 0 9 15,0 1-16-15,0-1 2 0,0 1 5 0,0-1-21 16,0 1 11-16,0 0-3 0,0 0-1 0,0 0 4 16,0 0-12-16,0 0 7 0,0 0-3 15,0 0-5-15,0 0 9 0,0 0-5 0,0 0 4 16,0 0 5-16,0 0-5 0,0 0 0 0,0 0-3 16,0 0 7-16,0 0-7 0,0 0 4 0,0 0 4 15,0 0-7-15,0 0 7 0,0 0 0 0,0 0-3 16,0 0 4-16,0 0 3 0,0 0-12 0,0 0-1 15,0 0 9-15,0 0 0 0,0 0-4 0,0 0 8 16,0 0-8-16,0 0 0 0,0 0 17 0,0 0-9 16,0 0-4-16,0 0-4 0,0 0 4 0,0 0 4 15,0 0 4-15,0 0 0 0,0 0-12 0,0 0-5 16,0 0 0-16,0 0 0 0,0 0-5 16,0 0 5-16,0 0 0 0,0 0-4 0,0 0 4 15,0 0-5-15,0 0 5 0,0 14 5 0,0-14-10 16,0 0 9-16,0 15 5 0,0-15-9 0,0 15 4 15,0-6-9-15,0-1 1 0,0 1 8 0,0 2 5 16,0 0 0-16,0 0-5 0,0 1 0 0,0 3 1 16,-18 0 10-16,18 1-5 0,0 2 7 0,0 0 0 15,-14 2 29-15,14-2 6 0,0 1-6 0,0-2-1 16,-11 0-46-16,11-2 4 0,0 2-4 0,-5-2-10 16,5 0 21-16,-3 0-11 0,3 1 5 0,-3 0 20 15,2-3-19-15,1-2 5 0,-1 0-10 0,-1-1-5 16,2-2 14-16,0-1-5 0,0 0 10 15,0-1-9-15,0-3 1 0,0 2-16 0,0-3 5 16,0 2 10-16,0-4-9 0,0 1 19 0,0 0-8 16,0-1-1-16,0 0 9 0,0 0 0 0,0 0-5 15,0 0-5-15,0 0-4 0,0 0-6 0,0 0 10 16,0 0 0-16,0 0-5 0,0 0-4 0,0 0 0 16,0 0 5-16,0 0-1 0,0 0 0 0,0 0-2 15,0 0-10-15,0 0-36 0,0 0-7 0,0 0-10 16,0 0-15-16,0 0 16 0,0 0-18 0,0 0-35 15,0 0-49-15,0 0 14 0,0 0 30 0</inkml:trace>
  <inkml:trace contextRef="#ctx0" brushRef="#br0" timeOffset="-187945.81">19100 17272 114 0,'1'0'12'0,"0"0"5"0,1 0-3 0,-2 0 0 15,1 0 0-15,0 0-7 0,0 0 8 0,-1 0 1 16,1 0-6-16,0 0 0 0,-1 0 1 0,0 0 8 16,0 0-8-16,0 0 9 0,0 0-5 0,0 0-4 15,0 0 3-15,0 0-4 0,2 0 5 0,-2 0-6 16,0 0-3-16,0 0-1 0,0 0 0 0,0 0-3 15,0 0 3-15,0 0 0 0,0 0-4 0,0 0 13 16,0 0-13-16,0 0 10 0,0 0-2 0,0 0-8 16,0 0 12-16,0 0-12 0,0 0 5 0,0 0 8 15,0 0-1-15,0 0 5 0,0 0 1 16,0 0-10-16,0 0-8 0,0 0 0 0,0 0 4 0,0 0-9 16,0 0 8-16,0 0 0 0,0 0-3 15,0 0 3-15,0 0 4 0,0 0-4 0,-12 0-13 16,12 0 5-16,0 0-9 0,0 0 9 0,-10 0 8 15,10 0-4-15,-7 0 8 0,7 0-8 0,-9 0 8 16,5 9 1-16,1-9-9 0,-1 0 4 0,0 8-4 16,0-8 4-16,0 7-5 0,-1-3 1 0,0 0-5 15,0 0-4-15,0 1 4 0,1-1 0 0,-1 3 1 16,-1-1 7-16,0 0-3 0,1-1 0 0,0 2-1 16,0 0 6-16,0 1-10 0,0-1 4 0,3 0 0 15,-1 0-8-15,1 0 22 0,1 0-9 16,-1 0-5-16,2-1 10 0,-1 0-19 0,1 2 10 15,0-2 14-15,0 1 28 0,0 0-13 0,0-1 5 16,0-1 36-16,0 0-24 0,0-1 22 0,0 1 6 16,17-1-39-16,-17 2-11 0,0 0 10 0,19 0-7 15,-19 0-6-15,17 1 6 0,-8 0-3 0,1-2-24 16,0 0 7-16,0 2 3 0,0-3-9 0,0-1 15 16,1 1-7-16,-1 0-9 0,2-1 6 0,-2-2 2 15,1 1-2-15,0-2 3 0,-1 0-4 0,0 0-4 16,1 0 4-16,-1 0-5 0,-2 0 1 0,1 0-6 15,-2 0 2-15,0 0 3 0,-2 0-1 0,-1 0 10 16,1 0-9-16,-3 0-4 0,0 0-16 16,-1 0-7-16,0 0-11 0,-1 0-18 0,0 0-2 15,0 0-42-15,0 0 5 0,0-13-4 0,0 13-8 16,0 0 11-16,0-11-41 0,0 11-5 0,0-12 27 16</inkml:trace>
  <inkml:trace contextRef="#ctx0" brushRef="#br0" timeOffset="-187017.5">19089 17276 117 0,'0'0'25'0,"0"0"7"0,17 0 10 0,-17 0 9 15,12 13-24-15,-12-13-1 0,12 0-9 0,-5 0 3 16,3 0 9-16,-2 0-14 0,0 0 4 0,1 0-8 15,-2 0-13-15,1 0 12 0,-2 7 0 0,0-7 8 16,0 0 6-16,-1 6-1 0,0-3 1 16,-2 1-14-16,1-1-1 0,0 2 0 0,1-1-8 15,-1 1 12-15,-1 0 15 0,0 1-15 0,-1-2 10 16,1 2-10-16,0 1-13 0,1-2 5 0,-1 1 4 16,0 1-14-16,1 0 10 0,-1 1 10 0,2-1-9 15,-3 3 10-15,2-2-4 0,0 0 0 0,-2 2 30 16,1-2-36-16,0-1 34 0,-1-1-5 0,2-1-52 15,-1 0 63-15,-1-1-41 0,1-2 7 0,-1 1 32 16,2 0-38-16,-1-2 4 0,2 1 0 0,-2 2-10 16,1-1-6-16,0 1 12 0,-2-3-12 0,1 2-4 15,-1 1 20-15,-1 0-10 0,-1-1 6 16,0 1 9-16,0 1-15 0,0-1 0 0,0 3 0 0,0 0-1 16,0 0 0-16,0-1 5 0,0 4-2 15,0 0-8-15,-18-1 5 0,18 1-6 0,0 0 11 16,0 2-11-16,-16-2 16 0,16 2-1 0,0 1-19 15,-13 1 16-15,13-2-5 0,-10 2 4 0,4 0 5 16,1-1-4-16,-3 1 4 0,1 0 2 0,1 0-1 16,-2-2 6-16,0 2 2 0,-1-1-18 0,2-2 13 15,-2 1-13-15,0-1-12 0,2-1 13 0,0 0-5 16,0-2 8-16,-1 0 5 0,2-1-4 0,2 0-14 16,0-2 14-16,0 0-9 0,0-1 0 0,1 0 9 15,-1-1-9-15,2 0 13 0,2-2-5 16,-1 1 2-16,-1-1 3 0,0 0-13 0,2-1-1 15,0 1 0-15,0 1 1 0,0-2 5 0,0 0 4 16,0 0 5-16,0 0-5 0,0 0-1 0,0 0-4 16,0 0-1-16,0 0-8 0,0 0 9 0,0 0 6 15,0 0-1-15,0 0 9 0,0 2-18 0,0-2 8 16,0 1-9-16,0-1 1 0,0 1 3 0,0 0-3 16,0-1 3-16,0 1-3 0,-12-1 5 0,12 0-11 15,0 0-16-15,0 1-17 0,0-1-22 0,0 0-16 16,0 0-8-16,-5 0-3 0,5 0-50 0,-3 0-46 15,3 0 25-15</inkml:trace>
  <inkml:trace contextRef="#ctx0" brushRef="#br0" timeOffset="-161156.65">30982 11180 118 0,'0'0'-2'0,"0"0"9"16,0 0 2-16,0 0 5 0,0 0 6 0,0 0-4 16,0 0 1-16,0 0 4 0,0 0-5 0,0 0 0 15,0 0 0-15,0 0-10 0,0 0 2 0,0 0 0 16,0 0-7-16,0 0 3 0,0 0 0 0,0 0-6 16,0 0 13-16,0 0 0 0,0 0-7 0,0 0 7 15,0 0-5-15,0 0 6 0,0 0-4 0,0 0 4 16,0 0-3-16,0 0-9 0,0 0 8 0,0 0-10 15,0 0 6-15,0 0-6 0,0 0 2 16,0 0 7-16,0 0-7 0,0 0 6 0,0 0-2 0,0 0-3 16,0 0 2-16,0 0-9 0,0 0 2 15,0 0 0-15,0 0 0 0,0 0 15 0,0 0-10 16,0 0 6-16,0 0-10 0,0 0-5 0,0 0 12 16,0 0-4-16,0 0 7 0,0-19-3 0,0 19-4 15,0 0 0-15,0 0-7 0,0 0 11 0,0 0-4 16,0 0 4-16,0 0 0 0,0 0 0 0,0 0-1 15,0 0-3-15,0 0 11 0,0 0-15 0,0 0 12 16,0 0-12-16,0 0 1 0,0 0 3 0,0 0-7 16,0 0 14-16,0 0-11 0,0 0 4 0,0 0 0 15,0 0-11-15,0 0 8 0,0 0 6 16,0 0-6-16,0 0 6 0,0 0-3 0,0 0-8 0,0 0 7 16,0 0-2-16,0 0 6 0,0 0 0 15,0 0-7-15,0 0 1 0,0 0 0 0,0 0 0 16,0 0 10-16,0 0-7 0,0 0-4 0,0 0 1 15,0 15-1-15,0-15 5 0,0 0-1 0,0 9 4 16,0-9-3-16,0 7 0 0,0-7 3 0,0 10-7 16,0-5 0-16,0 0-2 0,0 0-5 0,0 1 10 15,0 0 1-15,0-1 3 0,0 1 3 0,-9 0-9 16,9 1-1-16,0-1 6 0,0 1-9 0,0 0 4 16,-7-1 0-16,7 1-1 0,0 0 14 0,-3 1-5 15,3-1-2-15,-2 0-3 0,2 1-11 0,-2 1 11 16,1-2 3-16,0-1-7 0,1 1 0 0,0-1 1 15,0 0-1-15,0 0 3 0,0 0 14 16,0-1-7-16,0 1 4 0,0-1 0 0,0 1-10 16,0-1-2-16,0 1 5 0,0 0 0 0,0 0 7 15,0-1-1-15,0 1-6 0,0 0 3 0,0-1-6 16,0 0 2-16,0-1-6 0,0 1 4 0,0 0 2 16,0-2 1-16,0 1 2 0,0-1-6 0,0-1 4 15,0 0-4-15,0 0 0 0,0-1 0 0,0 0-3 16,0 0 3-16,0 0 0 0,0 0 7 0,0 0-14 15,0 0 3-15,0-1-2 0,0 1 6 0,0-1 7 16,0 1-1-16,0-1 1 0,0 2-13 16,0-2 9-16,0 0-6 0,0 1 6 0,0 0 1 15,0 0-4-15,0 0 7 0,0 0-11 0,0-1 4 16,0 2 0-16,0-2-7 0,0 0 4 0,0 0-12 16,0 0-7-16,0 0-9 0,0 0-11 0,0 0-2 15,0 0-7-15,0 0-4 0,0 0 3 0,0 0-12 16,0 0 11-16,0 0 16 0</inkml:trace>
  <inkml:trace contextRef="#ctx0" brushRef="#br0" timeOffset="-159940.38">31323 11203 170 0,'0'0'8'0,"0"0"8"0,0 0 2 0,0 0 10 16,0 0 1-16,0 0-9 0,0 0 0 0,0 0 1 15,0 0-4-15,0 0 2 0,0 0 4 16,0 0-11-16,0 0-3 0,0 0-4 0,0 0 7 16,0 0 4-16,0 0-8 0,0 0 0 0,0 0-7 15,0 0-4-15,0 0 14 0,0 0 1 0,0 0 3 16,0 0 0-16,0 0-10 0,0 0 2 0,0 0-10 16,0 0 0-16,0 0 2 0,0 0 1 0,0 0-7 15,0 0 7-15,0 0-8 0,0 0 5 0,0 0 6 16,0 0-10-16,0 0 14 0,0 0-11 0,0 0 4 15,0 0 11-15,0 0-11 0,0 0 4 0,0 0 3 16,0 0-11-16,0 0 5 0,0 0 2 16,-16 0-13-16,16 0 17 0,0 14-10 0,-15-14-4 15,15 0 15-15,-13 9-15 0,13-9 7 0,-15 7-3 16,15-1 7-16,-12-2-8 0,5 1 4 0,0 0 4 16,0 0-8-16,2 0 2 0,-1 0-1 0,1 0 3 15,-1 0-3-15,2 0 6 0,-2 0-2 0,3 0-8 16,-1 0 4-16,-1 0 0 0,3 0 0 0,-3 1 6 15,1-1-2-15,0 1-1 0,2-1 7 0,1 0 0 16,0-1-3-16,0 1-1 0,0 0-9 0,0-1 6 16,1 1-3-16,0-1 3 0,0-1 11 0,0 1-11 15,0 0 4-15,0 0-4 0,0 0 8 0,0 0-1 16,0 1 11-16,0-1 2 0,0 0-9 0,15-1 3 16,-15 3-3-16,0-2-4 0,12 2 4 15,-12-1-4-15,10-1 0 0,-10 0 0 0,12 1-4 16,-7-1 1-16,0-1-4 0,1-1 3 0,-1 1-6 15,0 0 3-15,2-1 0 0,-3 1-4 0,0-1 11 16,1-2-7-16,0 1 7 0,1 1-1 0,0-2-6 16,-1 0 4-16,0 1-1 0,1-1-16 0,-1 0-8 15,0 0-10-15,3 0-11 0,-5 0 0 0,1 0 1 16,1 0-9-16,-1 0-24 0,-1 0-13 0,1 0-18 16,3 0 20-16</inkml:trace>
  <inkml:trace contextRef="#ctx0" brushRef="#br0" timeOffset="-158503.77">31328 11225 108 0,'0'0'8'0,"0"0"1"0,0 0 8 0,0 0 6 15,0 0-10-15,0 0-4 0,0 0-7 0,0 0-1 16,0 0-1-16,0 0 7 0,0 0-3 0,0 0-7 15,0 0 7-15,0 0 0 0,0 0 7 16,0 0-9-16,0 0 2 0,0 0-6 0,0 0-3 16,0 0 8-16,0 14-2 0,0-14 6 0,0 0-2 15,0 10-1-15,0-10-2 0,0 9-5 0,0-9 3 16,0 10 1-16,0-5 10 0,0 1 2 0,0-1 3 16,0 0 8-16,0-1-14 0,0 3 0 0,0-2 6 15,0 0-6-15,0 0 6 0,0 0 3 0,0 0-3 16,16 2 0-16,-16-3-5 0,0 2-3 0,0 0 0 15,0-2 0-15,11 1-1 0,-11 0 0 16,0-1 1-16,8 0-8 0,-8 0 1 0,0-1 3 16,6 1-4-16,-6-1 3 0,3 0 1 0,-2 0 2 15,0 0-9-15,-1 0 4 0,3-1 2 0,-3 1-6 16,1-1 3-16,-1 0 7 0,0 1-7 0,0-1 0 16,1 1 0-16,-1-1-7 0,0 1 4 0,1 0 3 15,-1-1 0-15,0 3 4 0,0-3-7 0,1 1 0 16,-1 0 3-16,0 1-1 0,0 0 8 0,0-1-3 15,0 1-1-15,0 0-6 0,0 1 3 0,0-1 0 16,0-1 0-16,0 2 10 0,0-3-6 16,0 2-8-16,0 0 4 0,0-1-6 0,0 1 9 0,0-1 0 15,0 1-3-15,0-1 3 0,0 1-6 0,0-1 10 16,0-1-13-16,0 1 3 0,0-1-1 16,0 1 1-16,0-1 9 0,0-1-6 0,0 2 0 15,0-1-6-15,0 0 9 0,0 0-6 0,0 1 3 16,0-1 3-16,0 0-6 0,0-1 9 0,0 2 1 15,0 0-1-15,0-2 1 0,0 3-13 0,0-3 3 16,-18 2-4-16,18 1 4 0,0-2 13 0,0 1-7 16,0-2 0-16,-10 3-6 0,10-1 0 0,0-2-4 15,-8 3 7-15,8-1 7 0,-5 1-4 0,5-2 3 16,-2 1-9-16,1-1 3 0,-2 1 0 0,1-1 0 16,2 0 3-16,0 1-6 0,0-2 3 0,-2 1 3 15,1 0 0-15,1 1 11 0,0-1-14 0,-1 0-3 16,0 0 9-16,1-1-19 0,-2 1 16 15,2 0 4-15,0-1-4 0,-2 1 3 0,1 0-6 16,-1-2-3-16,2 1 0 0,-2 0 3 0,0 0 3 16,1-1-6-16,-1 1-1 0,1-1 7 0,0 1-6 15,1 0 10-15,-3-1-7 0,3 0-3 0,-1 1 6 16,-3 0-3-16,3 0 4 0,-1 0-1 0,-1 0-7 16,0 0-2-16,0 0 2 0,-1 1 4 0,1 0-7 15,0 0 7-15,-1-1-4 0,-1 1-2 0,2-1 13 16,1 1-4-16,0-1 0 0,0 0-3 0,-1 0-6 15,2-1 6-15,1 1 3 0,0-1-3 16,0 0 10-16,0 0-10 0,0 0-7 0,0 0 11 0,0 0-11 16,0 0 7-16,0 0 0 0,0 0 0 15,0 0 3-15,0 0-3 0,0 0 0 0,0 0 0 16,0 0 4-16,0 0-4 0,0 0 0 0,0 0 0 16,0 0-4-16,0 0 1 0,0 0 10 0,0 0-7 15,0 0-4-15,0 0 8 0,0 0-4 0,0 0 3 16,0 0 1-16,0 0-1 0,0 0-13 0,0 0 7 15,0 0 3-15,0 0 0 0,0 0 10 0,0 0-10 16,0 0 0-16,0 0 0 0,0 0-4 0,0 0 8 16,0 0 2-16,0 0-9 0,0 0 3 0,0 0 4 15,0 0-18-15,-12 0 14 0,12 0 0 16,0 0-10-16,0 0 17 0,0 0-4 0,0 0-6 16,0 0 6-16,-9 0-3 0,9 0 3 0,0 0 4 15,0 0 0-15,0 0 0 0,0 0-10 0,0 0 3 16,-3 0 0-16,3 0 0 0,0 0-7 0,-2 0 7 15,-1 0-22-15,3 0-23 0,-2 0-38 0,-2 0-54 16,-1 0 19-16</inkml:trace>
  <inkml:trace contextRef="#ctx0" brushRef="#br0" timeOffset="-111678.27">30373 14098 205 0,'1'0'4'0,"-1"-1"4"0,1 1 12 15,0-1 6-15,-1 0 2 0,0 1 1 0,0-2-8 16,1 2-1-16,-1 0 12 0,1-2-1 15,-1 2-3-15,0 0 7 0,1 0-14 0,0-1-8 16,2 0 16-16,-3 0-9 0,2 0 0 0,0 0 12 16,-1 1-20-16,0-2 0 0,0 1-7 0,-1 1-5 15,0 0 8-15,2 0-1 0,-2 0 5 0,0 0 0 16,0 0-8-16,0 0-4 0,0 0 4 0,0 0-4 16,0 0 8-16,0 0 4 0,0 0 4 0,0 0-3 15,0 0-5-15,0 0 5 0,0 0-8 0,0 0-1 16,0 0 13-16,0 0-17 0,0 0-4 0,0 0 12 15,0 0-16-15,0 0 12 0,0 0 4 0,0 0-16 16,0 0 16-16,0 0-8 0,0 0-4 16,0 0 17-16,0 17-17 0,0-17 0 0,0 14 5 15,0-14-4-15,0 13-1 0,13-3 1 0,-13-1-1 16,0 0 0-16,0 3 5 0,8-1-5 0,-8 1 18 16,0 1-9-16,0-1-4 0,0 2 13 0,0-3-17 15,0 1-2-15,0-2 5 0,0 1 4 0,0-2-1 16,0 0 6-16,0 1-10 0,0-2 9 0,0 3-4 15,0-1-5-15,0 1 0 0,0-1-12 0,0 3 5 16,0-2 7-16,0-1 14 0,0 2-9 0,0-3-5 16,0 2 1-16,0-2 0 0,0 1 7 0,0-3 6 15,0 1 5-15,0-2 11 0,-12 1-7 16,12-3 3-16,0-1-5 0,0-1-20 0,0 1-3 0,0-3 3 16,0 3-7-16,0-3 11 0,0 0-4 15,0 1 0-15,0-1-1 0,0 0-2 0,0 2 11 16,0-1-4-16,0 0-3 0,0 0-6 0,0-1 5 15,0 2-4-15,0-1 4 0,0 1 0 0,0-2-4 16,0 0 5-16,0 1 3 0,0 1 0 0,0-1-4 16,0-1 3-16,0 0-2 0,0 0-5 0,0 0 12 15,0 0-7-15,0 0 7 0,0 0 0 0,0 0-3 16,0 0-18-16,0 0-25 0,0 0-15 16,0 0-28-16,0 0-16 0,0 0-27 0,0 0-70 0,0 0 26 15</inkml:trace>
  <inkml:trace contextRef="#ctx0" brushRef="#br0" timeOffset="-111006.93">30646 14159 229 0,'1'-2'12'15,"1"-1"8"-15,0 3 5 0,-2-3 17 0,0 2-9 16,0 0 5-16,2 1-1 0,-2-1-11 16,0 1-1-16,0-2-4 0,0 2 4 0,0-1 3 15,0 1-4-15,0-1-3 0,0 1-1 0,0-1-4 16,0 1-4-16,0 0 0 0,0-2-8 0,0 2-4 15,0-1 4-15,0 1 0 0,0 0-12 0,0 0 8 16,0 0-4-16,0 0-4 0,0 0 12 0,0 0-20 16,0 0 16-16,0 0 0 0,0 0-4 0,0 0 12 15,0 0-8-15,-15 0 0 0,15 14 4 0,0-14 0 16,-9 0-12-16,9 14 7 0,-10-14-3 0,3 12 4 16,2-12 4-16,0 13-4 0,-3-5-1 0,2-1-3 15,0 3 3-15,0 1 1 0,-1-3-4 0,1 0 8 16,-1 2 0-16,2-1-9 0,0 0 14 15,1-3-13-15,-1 2 4 0,0-2 4 0,3 2 1 16,1-1 3-16,1 0 1 0,0 1 12 0,0-1-4 16,0 2 1-16,0-2 4 0,0 1-4 0,21-2 4 15,-21 2 8-15,17-1-4 0,-17-2 1 0,18 2-9 16,-18-2 4-16,20 1-7 0,-10-3-10 0,2 1 21 16,-2-1-21-16,0 1 11 0,-1-2-8 0,1-2-12 15,-1 1 4-15,-1-1-16 0,0 0 7 0,-3 0-22 16,-1 0-10-16,0 0-14 0,1 0-18 0,-2 0-8 15,-1 0-16-15,0 0-36 0,0 0-27 16,1-15 24-16</inkml:trace>
  <inkml:trace contextRef="#ctx0" brushRef="#br0" timeOffset="-110338.68">30624 14152 325 0,'0'-2'16'16,"0"1"14"-16,0 0 13 0,0-1 15 0,0 1-15 16,0 0-3-16,0 0-11 0,0-1-4 0,0 1-1 15,0 0-4-15,16 1 5 0,-16-2-21 0,0 2 12 16,0-2-3-16,9 1-5 0,-9 1 17 0,0 0-13 16,6-1 5-16,-6 1 5 0,6 0 0 0,-2 0-8 15,-1 0-5-15,-1 0-8 0,1 0-5 0,0 0 12 16,0 0-3-16,-1 15 4 0,0-15-8 0,0 0 0 15,0 16 0-15,1-16 4 0,-1 15-5 16,1-15-3-16,-1 18 4 0,1-9-4 0,-1 1 8 16,2 0 5-16,-1 2-8 0,0-3 4 0,0 2 3 15,0-4 2-15,0 2 12 0,0-1-1 0,0 0-5 16,-1 0-9-16,1-1 0 0,-2 1-4 0,2 1 3 16,-2 1 4-16,1-1-6 0,-1 1 3 0,0-1-5 15,-1 1 5-15,0 0-2 0,0-1-3 0,0-1 8 16,0 1-4-16,0 1 1 0,0 0-1 0,0 0-7 15,0 0-1-15,-19 1 4 0,19 1 0 16,0-1-8-16,-18 2 12 0,18-2-5 0,-14 0 1 16,4 3 8-16,0-2-11 0,-2 2 0 0,1-2-4 15,0 1 3-15,-1 0-7 0,0-1 5 0,2-1 6 16,-1 0-3-16,2 0 11 0,1-2-15 0,1-1 2 16,1 1 3-16,1-3 3 0,2 1 8 0,-2-1-1 15,3 0 0-15,0-2-10 0,0 1 7 0,0 1 1 16,1-3-3-16,0 2 6 0,-3-2-4 0,4 1-4 15,0-1-4-15,0-1 1 0,0 0-3 0,0 0-1 16,0-1 11-16,0-1-6 0,0 1 14 0,0-1 6 16,0 0-13-16,0 0-31 0,0 0-71 0,0 0-68 15,0 0-98-15,0 0-16 0,0-15 61 0</inkml:trace>
  <inkml:trace contextRef="#ctx0" brushRef="#br0" timeOffset="-103450.59">31604 13673 141 0,'0'0'4'0,"0"0"1"0,0 0 0 16,0 0 6-16,0 0 1 0,0 0 2 0,0 0-4 16,0 0 5-16,0 0-11 0,0 0 0 0,0 0 1 15,0 0-8-15,0 0 8 0,0 0 0 0,0 0 6 16,0 0-1-16,0 0 2 0,0 0-2 0,0 0-2 15,0 0-3-15,0 0 7 0,0 0 3 0,0 0-3 16,0 0 6-16,0 0-8 0,0 0-6 16,0 0 3-16,0 0-7 0,0 0 4 0,0 0-11 15,0 0-3-15,0 0 6 0,0 0-6 0,0 0 7 16,0 0 10-16,0 0-7 0,0 0 6 0,0 0-10 16,0 0 11-16,0 0-3 0,0 0-8 0,0 0 14 15,0 0-16-15,13 0 6 0,-13 0 3 0,0 0 2 16,0 0-2-16,0 0 1 0,0 0-8 0,0 0 8 15,0 0 4-15,6 0-4 0,-6 0 12 0,5 0-12 16,-5 0-4-16,3 0 4 0,-3 0 0 0,2-12 4 16,0 12-1-16,0 0-3 0,-1 0-8 0,1 0 1 15,0 0-1-15,-1-6 1 0,1 6 12 16,-1 0 6-16,0 0-3 0,1 0 3 0,-2 0-7 16,0 0-4-16,1-3 0 0,-1 3 1 0,1-1-4 15,-1 1 2-15,1-1 5 0,-1 1-8 0,0-1 12 16,0 1-12-16,0 0 4 0,0-1 8 0,0 0-9 15,0 0 5-15,0 1-1 0,0-2-2 0,0 1-1 16,0 0 4-16,15-1-3 0,-15 1 10 0,0 1-3 16,0-2 3-16,0 2 1 0,0 0-4 0,7 0 0 15,-7 0-12-15,0 0 7 0,0 0-10 0,0 0-1 16,0 0 4-16,0 0-4 0,0 0 8 0,0 0-4 16,0 0 0-16,0 0-8 0,0 0-3 0,0 0 7 15,0 0 4-15,0 0 0 0,0 0 12 0,0 0-9 16,0 0-3-16,0 0 4 0,0 15-15 15,0-15 11-15,0 0 4 0,0 13 0 0,0-13 0 16,0 12-4-16,0-5-7 0,0 0-1 0,-15 2 8 16,15-1 4-16,0 0-4 0,0 1 4 0,-9-2-4 15,9 2 3-15,0-3-2 0,0 2 2 0,0-3 1 16,0 1-4-16,0-1 8 0,0-1-1 0,0 0-3 16,0 0-4-16,0-1 4 0,0 0 0 0,0-1 7 15,0 0 5-15,0-1 3 0,0-1 0 0,0 2-7 16,0-2 4-16,0 0 5 0,0 0-4 0,0 0 20 15,0 0-8-15,0 0-8 0,0 0 7 0,0 0-15 16,0 0-4-16,0 0 3 0,0 0-11 0,0 0-5 16,0 0 11-16,11 0-7 0,-11 0-1 15,0 0 4-15,10 0-7 0,-10 0 1 0,9 0 3 16,-7 0 4-16,4 0-4 0,-2 0 7 0,1 0-10 16,0 0 3-16,1 0-8 0,-1 0 0 0,0 0 12 15,0 0-8-15,-3 0 14 0,3 0-10 0,-2 0-8 16,2 0-3-16,-2 0 4 0,1 11 7 0,0-11 4 15,0 0 2-15,0 5-2 0,0-5-4 0,-1 4 3 16,-1-4 1-16,3 5-8 0,-3-5 7 0,-1 2-6 16,1 0-1-16,-1-1 4 0,1 1-3 0,-1 0-1 15,0 0 8-15,1-1-4 0,-1 2-1 16,1-1 5-16,-1 0-4 0,0 0-1 0,0-1-3 16,0 2 5-16,1-1-5 0,-2 0 0 0,1-1 8 15,0 2-4-15,-1-2 0 0,0 2 0 0,0-2-11 16,0 2 7-16,0 0 0 0,0-1 4 0,0 2 15 15,0-2-14-15,0 2-1 0,0-1 4 0,0 1-5 16,0-1 9-16,0 0-4 0,0 1-8 0,0-1-3 16,-12 0 7-16,12 1 3 0,0-2 1 0,0 1 7 15,-8 0-14-15,8 0 4 0,-8 1 0 0,5 0-12 16,-1 0 11-16,0-1-4 0,1 1 8 0,-2 1 3 16,0 0-3-16,1-1-3 0,-2 1-1 0,2-1-3 15,-1-2-4-15,2 3 7 0,-1-1-3 16,-1-1 3-16,2-1 11 0,-3 0-10 0,2 1 2 15,-1 0-2-15,0-1-8 0,-1-1 11 0,-2 0-4 16,1 1 4-16,0 0-1 0,0-1-2 0,0 0 3 16,-1 0-4-16,0 0-4 0,0 1 4 0,2-2-4 15,0 1 8-15,1 0 0 0,2-1-8 0,-1 0 8 16,2 0-8-16,0 0 8 0,0 0 4 0,0 0-8 16,2 0 0-16,-1 0-3 0,1 0 3 0,0 0 1 15,-2 0 10-15,2 0-7 0,0 0 4 0,-2 0-7 16,0 0 2-16,2 0 2 0,0 0-9 0,-3 0 12 15,3 0-11-15,-1 0 7 0,1 0 0 0,-2 0 0 16,2 0-1-16,0 0 1 0,0 0 7 0,0 0-11 16,0 0-7-16,0 0-34 0,0-10-29 15,0 10-13-15,0 0-3 0,0 0 6 0,0-9-18 16,0 9-39-16,0-10-28 0,15 6 27 0</inkml:trace>
  <inkml:trace contextRef="#ctx0" brushRef="#br0" timeOffset="-102621.46">31696 13668 293 0,'0'0'11'0,"0"0"21"0,0 0 4 15,0 0 8-15,0 0-7 0,0 0-13 0,0 0 0 16,0 0-15-16,0 0 7 0,0 0-4 0,0 0-12 15,0 0 19-15,0 0-11 0,0 0-4 0,0 0 11 16,0 0-10-16,0 0 3 0,0 0 7 0,0 0-7 16,0 0 0-16,0 0-1 0,0 0-6 0,0 0 6 15,0 0-2-15,0 0 2 0,12 0 5 16,-12 0 0-16,0 0 7 0,0 0-3 0,0 0-8 16,0 0 7-16,0 0-18 0,0 0 3 0,0 0 4 15,10 0-4-15,-10 0 12 0,10 0 1 0,-5 0-5 16,2 0-8-16,0 0 8 0,0 0-7 0,0 0 11 15,1 0-4-15,1 0-4 0,0 0 13 0,-1 10-20 16,2-10 19-16,0 0 9 0,0 9-5 0,-1-9 16 16,1 0-18-16,1 7-2 0,-1-7 6 0,-1 4 3 15,2-4 8-15,-1 2 3 0,-2-2-7 0,1 0-8 16,-3 0 11-16,0 0-9 0,0 0 1 0,-2 0 4 16,0 0-15-16,-1 0 15 0,-1 0-12 0,-2 0-4 15,0 0 4-15,0 0-21 0,0 0-3 16,0-12-5-16,0 12-30 0,0 0-36 0,0 0-23 15,0 0-24-15,0 0-3 0,-16 0 16 0,16 0-2 16,0 0-21-16,0 0-21 0,-17 0 23 0</inkml:trace>
  <inkml:trace contextRef="#ctx0" brushRef="#br0" timeOffset="-101730">32042 13666 345 0,'0'0'12'0,"-1"0"19"0,1 0 9 16,0 0 8-16,0 0-9 0,0 0-3 0,0 0 3 0,0 0-1 15,0 0 9-15,0 0-7 0,0 0-8 16,0 0 9-16,0 0-12 0,0 0 0 0,0 0-8 16,0 0-12-16,13 0-1 0,-13 0-3 0,0 0 3 15,10 0-7-15,-10 0 3 0,10 0-8 0,-3 0 0 16,-2 0 4-16,1 0 0 0,-1 0 0 0,2 0 4 16,0 0 0-16,0 0-8 0,0 0 8 0,1 0 3 15,1 0-2-15,-2 0 3 0,1 0 4 0,-4 0 0 16,1 0 1-16,0 16-5 0,-2-16 4 0,1 0-4 15,-2 11 15-15,1-11 5 0,0 8-16 0,-1-8 8 16,1 7-12-16,1-2-1 0,-3-2-3 16,0 3-7-16,1-2 7 0,-2 2 0 0,0-1 6 15,0 1-6-15,0 2-1 0,0 0 0 0,0 2 1 16,-18 0 5-16,18 0-12 0,0 1 7 0,-15 1-1 16,15-1 1-16,0 0 7 0,-14 1-4 0,14-1 1 15,-9-1 8-15,9 2 4 0,-12-2 4 0,8 1 0 16,-2 0-1-16,1 1 0 0,0-1 0 0,-5 1 2 15,5-1-8-15,0 2-1 0,-1 0-3 0,0 1-2 16,-1-2 3-16,0 3-10 0,0-1-1 0,3 0 5 16,-2 0-12-16,-1-2 6 0,3 0-2 0,-2-2 3 15,3 0 7-15,-1 0 1 0,2-4-3 16,1 1-7-16,-1-3-2 0,0 2 0 0,2-1 6 16,-1-3-1-16,1 2 4 0,0-1-3 0,-1-1-4 15,-1 1 0-15,2-2 5 0,0-1-5 0,-1 1 3 16,1-1 0-16,0 1-3 0,0-1 7 0,-1 0-8 15,1 0-4-15,-1 0-38 0,0 0-46 0,0 0-42 16,0 0-37-16,-1 0-2 0,0 0 21 0,0 0-17 16,-1 0-28-16,-1 0 29 0,0 0 20 0</inkml:trace>
  <inkml:trace contextRef="#ctx0" brushRef="#br0" timeOffset="-100882.35">32074 13870 115 0,'0'0'1'0,"0"0"4"0,0 0 1 0,0 0 9 16,0 0 7-16,0 0 10 0,0 0 3 0,0 0 5 16,0 0 0-16,0 0-9 0,0 0 3 0,0 0 1 15,0 0-7-15,0 0-1 0,0 0-3 0,0 0-5 16,0 0 1-16,0 0-1 0,0 0 7 0,0 0-14 16,0 0 7-16,0 0-1 0,0 0-6 0,0 0 2 15,0 0-2-15,0 0 3 0,0 0-4 16,0 0-4-16,0 0-3 0,0 0-8 0,0 0 0 15,0 0 8-15,0 0 0 0,0 0-4 0,0 0 0 16,0 0 0-16,0 0 3 0,0 0-3 0,0 0 0 16,0 0 4-16,0 0-8 0,0 0 12 0,0 0 8 15,0 0 7-15,0 0 9 0,0 0 9 0,0 0 0 16,0 0-8-16,0 0 5 0,0 0-9 0,0 0-2 16,0 0-7-16,0 0-12 0,0 0-4 0,0 0 1 15,14 0 2-15,-14 0-3 0,14 0 8 0,-14 0-11 16,16 17-4-16,-9-17 14 0,0 0-4 0,1 0 1 15,-1 0 4-15,0 0 1 0,-2 0 8 0,0 0 7 16,1 0 7-16,0 0 2 0,0 0 2 16,0 0-2-16,-1 0-2 0,3 0-8 0,-1 0-4 15,0 0 8-15,0 0-3 0,-2 0 9 0,0 0-6 16,-3 0-5-16,1 0-9 0,-3 0-10 0,1 0-5 16,-1 0-4-16,0 0-3 0,0 0-5 0,0 0-13 15,0 0-29-15,0 0-32 0,0 0-22 0,0 0-18 16,0 0 7-16,0 0 8 0,0 0 8 0,0 0-5 15,0 0-18-15,0 0-35 0,0 0-14 0,0 0 38 16</inkml:trace>
  <inkml:trace contextRef="#ctx0" brushRef="#br0" timeOffset="-92893.79">28532 16028 66 0,'0'0'7'0,"0"0"4"0,0 0 2 15,0 0 15-15,0 0-6 0,0 0-3 0,0 0 3 16,0 0-7-16,0 0 4 0,0 0 10 15,0 0-3-15,0 0 0 0,0 0 0 0,0 0-8 0,0 0 3 16,0 0 5-16,0 0-9 0,0 0-8 16,0 0 0-16,0 0-8 0,0 0 15 0,0 0-4 15,0 0-8-15,0 0 4 0,0 0-15 0,0 0 5 16,0 0 10-16,0 0 0 0,0 0 3 0,0 0 0 16,0 0 1-16,0 0-8 0,0 0 5 0,0 0 12 15,0 0-9-15,0 0 1 0,0 0 3 0,0 0-8 16,0 0 0-16,0 0 0 0,0 0 0 0,0 0 0 15,0 0 0-15,0 0-4 0,0 0-4 16,0 0-8-16,0 0 8 0,0 0 4 0,0 0-4 0,0 0 16 16,0 0 5-16,0 0 6 0,0 0 4 15,0 0 1-15,0 0 1 0,0 0 0 0,0 0 0 16,0 0-2-16,0 0-17 0,0 0-10 0,0 0-4 16,0 0-4-16,0 0-1 0,0 0 1 0,0 0 0 15,15-15-5-15,-15 15 5 0,0 0 4 0,13 0 0 16,-13-9-4-16,12 9 8 0,-7 0-8 0,1 0 4 15,-1-7 0-15,4 7-9 0,-4 0 9 0,1 0-5 16,-1 0 5-16,3 0 4 0,0 0 0 0,-3 0 0 16,1 0-4-16,1 0-1 0,-2 0 6 0,2 0-9 15,-1 0-1-15,1 14 0 0,-2-14 1 0,1 0 4 16,-2 0 4-16,3 11-4 0,-1-11-9 16,-1 0 5-16,-1 7 0 0,0-7-1 0,2 5 10 15,-1-5-10-15,-1 4 13 0,-2-1 9 0,0-1-13 16,2-1 14-16,-1 3-18 0,-1-1-9 0,0 0 9 15,-2-1-4-15,1 1 8 0,0-1-5 0,-1 1 10 16,2-1-1-16,-2 2-8 0,0 1 0 0,0 0-1 16,0 0-8-16,0 3 9 0,0-1 8 0,0 1-12 15,-18 1 12-15,18 0-9 0,0 1 1 0,-20 0 9 16,20-1-9-16,-15 1 0 0,15-1-1 0,-17 0 5 16,10-1-13-16,0 1 9 0,7-3-4 0,-13 0-4 15,8 0 16-15,2-1-13 0,1-2 9 16,-2 1 1-16,4-3-9 0,-2 2 4 0,2 0-4 15,-1-2-1-15,1 2 13 0,-1 0-12 0,1 1 12 16,0 0-11-16,0 0-5 0,0 1 16 0,0-1-7 16,0 0 3-16,0-1-4 0,0 1 1 0,0-1-5 15,0-1 8-15,0 1 0 0,15-1 14 0,-15 0 15 16,0-1 2-16,0 1 15 0,13-1-8 0,-13 0-17 16,10 0 3-16,-5-1-11 0,2 1 0 0,3-1 6 15,0 0-9-15,-1 0 5 0,3 0-2 0,-1 0 5 16,0 0 13-16,1 0-3 0,0 0 8 0,-3-14-2 15,1 14-7-15,-1 0 7 0,2 0 10 16,-1-11 0-16,-1 11 7 0,1 0 5 0,-2-7-17 16,1 7-11-16,-2-5-4 0,-1 5-14 0,1-4-2 15,-2 2-3-15,-2 0-4 0,1 0 1 0,-1 1-4 16,1-1 3-16,-2 1-6 0,0 0 1 0,-1-1 1 16,-1 2 2-16,2 0-4 0,-2 0-30 0,0 0-38 15,0 0-52-15,0-1-86 0,0 1-33 0,0-3-4 16,0 1 7-16,2-1 59 0,0 0 16 0,-1-1 12 15,0 1 43-15</inkml:trace>
  <inkml:trace contextRef="#ctx0" brushRef="#br0" timeOffset="-92202.12">29123 16047 346 0,'0'0'17'15,"0"0"13"-15,0 0 12 0,0 0 13 0,0 0-2 16,0 0-1-16,0 0-8 0,0 0-13 0,0 0-11 16,0 0-16-16,0 0 10 0,0 0-5 0,0 0-25 15,0 0 8-15,0 0-5 0,0 0-1 0,0 0 26 16,0 17-8-16,-19-17-4 0,19 0 0 0,0 15 0 15,-17-15-4-15,17 12 1 0,-12-12 3 0,12 14 4 16,-10-14-4-16,10 11-3 0,-10-11-1 16,8 9-1-16,0-4 5 0,1-1 17 0,0 0 9 15,0 0 5-15,1 0 26 0,0 0-12 0,0 1 8 16,0 0-6-16,0 1-16 0,0 1 6 0,0-1-12 16,16 1-8-16,-16 0 19 0,0 1-9 0,13-1 0 15,-13 0 8-15,12 0-19 0,-12 0 7 0,10-2-4 16,-10 2 0-16,12-1-1 0,-7 1-9 0,0-1 12 15,1 0-9-15,-2 0 0 0,0 0 6 0,0 0-14 16,0 0 1-16,-1-1 5 0,1 0-3 0,-1-1-4 16,-1 0 0-16,0 0 1 0,-1-1-7 0,1 1 7 15,-2-2 1-15,0 0-1 0,0 1 0 0,0 0 2 16,0-1-2-16,0-2 3 0,0 2 0 16,0-1-2-16,0 1 1 0,0-1 8 0,0 0-5 15,0-1 0-15,0 2 3 0,0-1-18 0,-19 1 11 16,19-2-4-16,0 2-1 0,-15-2 3 0,15 0-3 15,-15 2 0-15,15-1 7 0,-11-1-6 0,5 0 2 16,1 2-2-16,-2-2-4 0,0 0 7 0,4 1-2 16,-3-1-19-16,3 0-39 0,0 0-48 0,-2 0-47 15,2 0-31-15,1 0-5 0,-1 0 14 0,-1 0-3 16,-1 0 4-16,-1 0 42 0</inkml:trace>
  <inkml:trace contextRef="#ctx0" brushRef="#br0" timeOffset="-91697.76">29140 16065 394 0,'0'0'17'0,"0"0"18"15,0 0 23-15,0 0 12 0,0 0 0 0,0 0 7 16,0 0 8-16,0 0 10 0,0 0-1 16,0 0-11-16,0 0-3 0,0 0-1 0,0 0 10 15,18 0 3-15,-18 0-15 0,11 0-16 0,-11 0-21 16,15 0-8-16,-15 0-14 0,13 0-5 0,-4-11 1 15,-1 11-12-15,-1 0-2 0,1 0-1 0,0 0-4 16,2 0 10-16,-2 0-2 0,1 0 2 0,-1 0-2 16,1 0-23-16,0 0-51 0,-2 0-62 0,1 13-54 15,-1-13-40-15,-2 0 12 0,-1 0 31 0,0 11 21 16,0-11-3-16,-3 7 32 0,0-7 29 0</inkml:trace>
  <inkml:trace contextRef="#ctx0" brushRef="#br0" timeOffset="-85993.7">31136 15664 133 0,'0'0'11'0,"-4"0"-1"0,3 0 10 15,1 0 8-15,-1 0-11 0,0 0-2 0,0 0-2 16,1 0-5-16,-1 0 5 0,1 0 3 0,-1-9 0 16,0 9 0-16,0 0 4 0,1 0 7 0,-1 0-3 15,0 0 4-15,1 0-1 0,-2-6-1 0,2 6 1 16,-1-2-1-16,0 0 1 0,0 1 10 0,1-1 3 15,-1 1-3-15,1-1-3 0,-1 0-6 0,1 1 6 16,0-1-4-16,0 0 0 0,0 0-5 0,0 1-8 16,0-2-5-16,0 0-3 0,0 3-9 15,0-1-5-15,0-1 5 0,16 1 0 0,-16 1-4 16,12-1-4-16,-12 1 4 0,19 0-4 0,-9 0 8 16,3 0 8-16,1 0-12 0,-2 0 8 0,3 0 0 15,-2 0-4-15,0 0 8 0,-3 0-8 0,0 0 0 16,0 16-16-16,-2-16 16 0,-1 0 0 0,-2 11 0 15,1-11 13-15,-2 7-13 0,0-7-4 0,0 12-4 16,-2-7 0-16,-1 0 0 0,1 1 13 0,0 1 0 16,-2-1-1-16,0 2 1 0,1-1-9 0,-1 0-3 15,0 3 3-15,0-2 5 0,0 2-4 16,0 1 4-16,0-1 0 0,-22 1-9 0,22 0 5 0,-15-2 13 16,15 2-9-16,-22 1 4 0,22-1-9 15,-18 0-4-15,7-1 8 0,2-2-4 0,0 2 8 16,1 1-10-16,0-1 5 0,1 1 9 0,2 0 0 15,0-2-4-15,1 4-4 0,-3-1-10 0,4-2 10 16,-1 3 3-16,1-5 1 0,1 3 0 0,-1-1-9 16,2-3 1-16,1 1-5 0,-2-1 9 0,1 0 4 15,1-3 0-15,0 2 0 0,0-4-4 0,0 1 4 16,0-1-4-16,0-1 9 0,0-1 0 0,0 1 17 16,0-1 24-16,0 0 13 0,0 0 4 0,0 0-19 15,0 0-14-15,14 0-15 0,-14 0-7 16,0 0-3-16,21 0-9 0,-21 0 5 0,22 0 2 0,-8 0 1 15,1 0 0-15,0 0-2 0,2 0 2 16,0 0-5-16,0 0 8 0,1 0-7 0,2 0 0 16,0-12 10-16,-3 12 4 0,2 0 7 0,-2 0 13 15,-2 0 4-15,-1 0 1 0,0 0-6 0,-4-6-2 16,-2 6-4-16,2 0-5 0,-5 0 2 0,1 0-11 16,-3-3-6-16,1 2-3 0,-3 1-2 0,-1-1-1 15,0 1-4-15,0 0 2 0,0 0-8 0,0-1-26 16,0 1-27-16,0 0-41 0,0 0-41 0,0 0-17 15,0 0-18-15,0 0-2 0,0 0 19 0,0 0 6 16,0 0 14-16,0 0 0 0,0 0 31 16</inkml:trace>
  <inkml:trace contextRef="#ctx0" brushRef="#br0" timeOffset="-85482.63">31851 15662 472 0,'0'-4'14'0,"2"0"9"16,0 0 14-16,-1-1 0 0,1-1-1 0,-2 1-11 15,5 0-11-15,-3 1 4 0,0-1-10 0,0 2 19 16,-1-1-10-16,0 3 8 0,0-3-5 0,-1 3-15 16,0 0 7-16,0 1-16 0,0-1 8 15,0 1-4-15,0 0 0 0,0 0 9 0,0 0-18 0,0 0 1 16,0 0-1-16,0 0-3 0,0 0 8 15,0 0 12-15,0 0 5 0,0 0 4 0,0 0 8 16,0 0 8-16,0 15 13 0,0-15 3 0,0 0 4 16,0 17-5-16,0-17-5 0,0 14 10 0,0-14-3 15,0 14 1-15,0-6-7 0,0-2-6 0,0 1 1 16,0-2-3-16,0 2-3 0,0 0-10 0,0 1-1 16,0 1-10-16,0 0-3 0,0 0 6 0,0 3-9 15,0 2 7-15,0 1-2 0,0 2 2 0,0 1-4 16,0 0-2-16,0 4-2 0,0 2 2 0,0 1 1 15,-16 3 2-15,16-2 3 0,0 2-27 0,-16 0-62 16,16 1-81-16,-13-1-82 0,13-4-37 16,-13 0-5-16,7-4 31 0,-1-1 81 0</inkml:trace>
  <inkml:trace contextRef="#ctx0" brushRef="#br0" timeOffset="-82666.12">29203 17288 293 0,'-2'-18'17'0,"0"18"9"0,2 0 9 0,0 0 11 15,-1-15-13-15,1 15 0 0,0-10 2 0,0 10 3 16,0-8-8-16,0 8 0 0,0-8-4 15,0 8-11-15,0-6 8 0,0 4-3 0,0 1-3 16,0 0 9-16,0-1-4 0,0 1-1 0,0 1-8 16,0 0-17-16,14 0 0 0,-14 0-13 0,0 0 13 15,0 0 3-15,9 0-7 0,-9 0 12 0,9 0-4 16,-2 0 1-16,3 0 12 0,-1 0 8 0,2 0-8 16,2 0 0-16,0 0-9 0,3 0-3 0,-1 0-1 15,2 0 4-15,-1 0 5 0,0 0-9 0,-1 17 9 16,1-17 4-16,-1 0-8 0,-3 14-9 0,-1-14 5 15,-1 11-5-15,1-11 5 0,-4 11 12 16,1-5-8-16,-3 0-9 0,-1 0 9 0,1-1-5 0,0 2-4 16,-3-2 4-16,0 0-4 0,1 2 5 0,-3-1 4 15,0 1 5-15,0 0-5 0,0 2-8 16,0 1 5-16,-20 0-10 0,20 5 10 0,-20-1 0 16,20 1 20-16,-24-1 6 0,8 0-5 0,2 0 8 15,1 1-30-15,-1-1-7 0,2-2 1 0,1 1-5 16,2-1 9-16,0 1 4 0,4-1-1 0,-2 0 5 15,4-1-8-15,0-2-1 0,1 1-2 0,0 0 3 16,2-3 8-16,0 1-7 0,0 0 4 0,0-2 0 16,0 1 1-16,0-1 7 0,0-2 5 0,21 0-8 15,-21 0 0-15,15 0 1 0,-15-1-1 0,22-1 4 16,-11 2-5-16,3-4 4 0,-1 2-11 16,5-1 7-16,-3 0-4 0,2-1 1 0,1 0 5 15,-1 0-10-15,0 0 14 0,1 0-6 0,-1 0 2 16,-3 0 0-16,2 0-1 0,-3 0 8 0,-3 0 4 15,0-13-1-15,-3 13-3 0,-2 0-8 0,-1 0-4 16,-1 0 3-16,-1 0-8 0,-1 0 4 0,1 0 3 16,1 0-4-16,-1-8 0 0,0 8-3 0,0 0 0 15,-1 0-4-15,-1 0 6 0,4-3-2 0,-3 3-23 16,1 0-23-16,0 0-29 0,0 0-38 0,-1 0-3 16,1 0 1-16,2-2 15 0,-2 1 7 0,2 0-12 15,1 0-39-15,0-2-4 0,1 1 34 16</inkml:trace>
  <inkml:trace contextRef="#ctx0" brushRef="#br0" timeOffset="-82245.91">30154 17230 465 0,'1'-5'0'0,"0"3"5"15,-1 2 7-15,0-1-3 0,0 0-1 0,0 1-5 16,0 0-10-16,0 0 3 0,0 0 7 0,0 0-6 16,-15 0 9-16,15 0-3 0,0 17-7 0,-18-17 3 15,18 16 0-15,-13-16 1 0,13 21 3 0,-14-7 2 16,7 3-2-16,-2 3 2 0,-1 3 50 16,1 4-9-16,0 3 6 0,-3 6 1 0,1 2-62 15,0 4 21-15,-1 3-9 0,0-1-7 0,1 0 4 16,0 0-8-16,3-1 0 0,1-5 13 0,1-3 3 15,0-5-20-15,4-5-12 0,1-3-25 0,1-3-28 16,0-5-35-16,0-2-40 0,0-4 19 0</inkml:trace>
  <inkml:trace contextRef="#ctx0" brushRef="#br0" timeOffset="-80621.81">31008 16495 291 0,'0'0'15'0,"-1"0"5"15,1 0 14-15,0 0 2 0,0 0-11 0,0 0-4 16,0 0 0-16,0 0 6 0,0 0 0 0,0 0 6 16,0 0-10-16,0 0-1 0,0 0 0 0,0 0 0 15,0 0 9-15,0 0-4 0,0 0 6 16,0 0 0-16,0 0-7 0,0 0-1 0,15 0 1 0,-15 0 0 16,12 0 8-16,-12 0 3 0,19 0-4 15,-6 0 0-15,4 0-10 0,2 0 5 0,3 0-1 16,2 0-1-16,4 0 11 0,3 0-12 0,2-16 2 15,4 16-3-15,4 0-7 0,0-20 14 0,3 20-2 16,-2-14 7-16,4 14 5 0,-1-17-2 0,-2 9 5 16,-1-1-6-16,-4 0-4 0,-2 0-3 0,-3 1-3 15,-4 2 9-15,-2-1-3 0,-5 0-8 0,-3-1-5 16,-2 3-7-16,-3 1-5 0,-2-1 0 0,-4 2 0 16,-1 0-6-16,-2 0-4 0,0 2 1 0,-1 1-2 15,-4-2-3-15,1 2-4 0,-1 0-16 0,0 0-50 16,0 0-36-16,0 0-36 0,0 0-28 15,0 0 11-15,0 0 0 0,0 17 12 0,0-17 8 16,0 0-22-16,0 18 7 0,-19-18 32 0</inkml:trace>
  <inkml:trace contextRef="#ctx0" brushRef="#br0" timeOffset="-80322.01">31161 16757 311 0,'-5'6'37'0,"-1"-3"27"0,6-3 27 16,0 0 17-16,0 0-23 0,0 0-9 0,29 0-6 15,-10 0-3-15,2-19 3 0,3 19-16 0,8 0-5 16,1-21-1-16,7 21-7 0,5-20 9 0,2 9-5 15,1-3-6-15,5 0-10 0,4-1-9 0,1 0-11 16,-1 0 0-16,1-1 3 0,-5 0-3 0,1 0-1 16,-5 4-12-16,-4-1 4 0,-5 3-19 0,-6 1-51 15,-8 3-73-15,-4 2-75 0,-5 1-28 0,-7 3 23 16,-6 0 31-16,-4 0 59 0,0 0 47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D1B2-BC27-4829-A3DE-B04E76DE5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52370-A9A4-43B6-AD9F-3B05CC2EC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0283-B50E-49DB-8F26-5BA3D024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2E145-257B-4D12-BC35-41714A20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AAA1B-3E58-4278-93E2-186B8094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999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9CCD-267F-4B75-9AA7-F92B1E74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34D5E-3362-474B-8305-B150752D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EB5B-6E94-4FC0-B6C2-E755A7D7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A961D-3B25-4B80-8C8B-C576B84A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D1B85-9322-4B40-999D-5596D88A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77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2DBA-056A-48F0-AFF3-B5D810D6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D9159-151E-41F4-984B-7BABE4CAF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8FFD-3BA7-4361-AC2D-F45842AB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506B-272C-4BB9-BE2C-ADB5576E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820C0-A4B8-45F1-A732-E1D3B7EF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089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622D-5842-4A2D-A030-98C9CD7D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91F41-0606-409F-A4FC-48D81D7B6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2A1C8-AA44-474D-9F08-A4B0AAC2F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DD0C4-614D-4524-ADC3-492A2871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9735F-A2DB-4C00-8ABA-5B58D9EC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5BD92-1056-4C9E-AFAD-E2FCB236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C95E-FA79-48AE-A187-15FF487A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FD256-671A-40E0-8D0A-A088A899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7E770-8057-4325-AAB7-67F29EC7B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F0C28-A060-45C6-BE21-FCA44F620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B0A13-60B1-431F-9B54-45C4E25E1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5A28C7-AD3E-459E-B58E-264351D4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51C4C-063B-4B09-AFF6-A0EF99E9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D2F53-90F2-4FF5-ABDE-854FD5E7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051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BC76-6BD2-4A85-9A19-70CF0FBF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384A5-B120-442C-A9E7-3EFB2431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E2490-72C8-4CF8-BDAC-2BC74724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F06AD-095C-4822-ADA0-3B6589F2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914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C61D2-6AD4-4B88-B22A-418FD78C7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17497-F83B-48E0-A492-E6580BE2A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05BBC-91E6-4531-AA8A-0C8DA8D6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79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1552-31EF-4226-9157-41D81213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36B6C-60E2-4F90-B679-A92AAF4BF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40242-2F33-47AD-B57E-C5AD441EE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CECCB-1504-46A3-B816-BACCA5A9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C56C-B690-4DCF-A6C2-F6533134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0DC05-521F-4406-B170-2780C72F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063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ABCF-E6E2-41CC-AEF1-248D4B38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89B66-5985-4C08-919C-2AB0D8AF5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8D2B4-223C-4A58-83A1-6F8C40939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A081B-FD38-44AE-B64B-5E9FDCF4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399E0-F440-4853-AC3B-F820479F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B40B1-8C81-4EDA-BD0A-9B5004EA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1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F3EE-7EF2-48C7-AB9B-DECB74CC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11C02-3303-4802-913B-90E90EE55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7F2DE-8C22-4405-941A-4E67B037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C55BA-0A96-47F0-BA36-05A2BF48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BDB9C-3EBF-42A9-9458-4807FFD0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710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E654A2-2FE6-47CB-AEB3-0C6A25F6A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0D4DE-5429-46C0-945F-95B08D375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645DC-032F-4DCD-A0C1-0424657F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8E0C2-95D6-437D-828E-5D2D2D0E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68D7-053F-4F98-8CEE-3FA4047D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898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BD1FB-40F7-4271-A3F4-25134631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915F1-78C9-4267-8124-FD0606EF5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8517C-3831-4125-8DC3-BDEE9990D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14AF-6764-4896-BD52-C7F4DE8E7D9A}" type="datetimeFigureOut">
              <a:rPr lang="en-ID" smtClean="0"/>
              <a:t>30/11/2020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06E0-03E4-405A-9C17-66B114213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475F7-C52D-4FA2-A1CF-9E176774B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CCEAE-05CB-4090-82BC-E59D4D243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289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AF2F-B948-40BC-8FCB-5C36EBF518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B066F-3DE9-457B-9C2B-A48A8AB76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FF2A4-316F-4D47-8F88-6656AEC3C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614" y="1030288"/>
            <a:ext cx="3781102" cy="21842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C328C1-135B-4CCD-8A5B-BE3338122BFD}"/>
                  </a:ext>
                </a:extLst>
              </p14:cNvPr>
              <p14:cNvContentPartPr/>
              <p14:nvPr/>
            </p14:nvContentPartPr>
            <p14:xfrm>
              <a:off x="577800" y="477000"/>
              <a:ext cx="11327040" cy="560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C328C1-135B-4CCD-8A5B-BE3338122B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440" y="467640"/>
                <a:ext cx="11345760" cy="56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533FE7D-B81E-47F4-861A-D9168D5602D2}"/>
                  </a:ext>
                </a:extLst>
              </p14:cNvPr>
              <p14:cNvContentPartPr/>
              <p14:nvPr/>
            </p14:nvContentPartPr>
            <p14:xfrm>
              <a:off x="7838280" y="4202280"/>
              <a:ext cx="1597320" cy="1200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533FE7D-B81E-47F4-861A-D9168D5602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28920" y="4192920"/>
                <a:ext cx="1616040" cy="12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881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A951-DF57-4F20-B923-D7E26614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6D09-D32F-4AB5-ACF2-BDB71B4AD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192B4E-C970-4275-9D30-6A20F368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738" y="365125"/>
            <a:ext cx="3495675" cy="2590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A3B751-580E-47A7-BC9F-89F5AAB0A1B2}"/>
                  </a:ext>
                </a:extLst>
              </p14:cNvPr>
              <p14:cNvContentPartPr/>
              <p14:nvPr/>
            </p14:nvContentPartPr>
            <p14:xfrm>
              <a:off x="784080" y="181440"/>
              <a:ext cx="10011960" cy="532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A3B751-580E-47A7-BC9F-89F5AAB0A1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720" y="172080"/>
                <a:ext cx="10030680" cy="53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1101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C824-316C-4DD7-B32A-771CE973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56211-E687-4BC6-9895-3F985D225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13447-6F50-403F-8AC8-38596AF18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101" y="890812"/>
            <a:ext cx="4819650" cy="16117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5D5827-DA6E-4831-BF4B-3E87DCFAF94C}"/>
                  </a:ext>
                </a:extLst>
              </p14:cNvPr>
              <p14:cNvContentPartPr/>
              <p14:nvPr/>
            </p14:nvContentPartPr>
            <p14:xfrm>
              <a:off x="269280" y="365040"/>
              <a:ext cx="11642760" cy="5973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5D5827-DA6E-4831-BF4B-3E87DCFAF9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920" y="355680"/>
                <a:ext cx="11661480" cy="59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374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70BF16-9514-400E-94BA-0F1DEA864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1027906"/>
            <a:ext cx="3181350" cy="182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233A8-5D66-4A77-91EE-10102038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C549E-2B38-480D-ACA3-750F2094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32A8D5-3E8C-4290-919C-9AC395D2FB83}"/>
                  </a:ext>
                </a:extLst>
              </p14:cNvPr>
              <p14:cNvContentPartPr/>
              <p14:nvPr/>
            </p14:nvContentPartPr>
            <p14:xfrm>
              <a:off x="639360" y="565560"/>
              <a:ext cx="9478080" cy="375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32A8D5-3E8C-4290-919C-9AC395D2FB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000" y="556200"/>
                <a:ext cx="9496800" cy="37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ECAC1D-B89D-4A33-8762-01085C8CA926}"/>
                  </a:ext>
                </a:extLst>
              </p14:cNvPr>
              <p14:cNvContentPartPr/>
              <p14:nvPr/>
            </p14:nvContentPartPr>
            <p14:xfrm>
              <a:off x="1002960" y="1284120"/>
              <a:ext cx="11067840" cy="5465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ECAC1D-B89D-4A33-8762-01085C8CA9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3600" y="1274760"/>
                <a:ext cx="11086560" cy="548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68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2502-0F91-4577-A06A-4FC4E2DF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97526-2ADB-4BC3-8282-45DEE188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05069-2E3A-4835-92BF-630A9CD1A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881" y="207606"/>
            <a:ext cx="6261316" cy="29661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7E13C4-7D19-4E2B-AA30-C1D22CB1244C}"/>
                  </a:ext>
                </a:extLst>
              </p14:cNvPr>
              <p14:cNvContentPartPr/>
              <p14:nvPr/>
            </p14:nvContentPartPr>
            <p14:xfrm>
              <a:off x="319680" y="698040"/>
              <a:ext cx="11872800" cy="593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7E13C4-7D19-4E2B-AA30-C1D22CB124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320" y="688680"/>
                <a:ext cx="11891520" cy="594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57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2948-A6DB-458A-90F9-3E31E26E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E386-4A94-4EF6-BAC2-DA4FA0DA5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134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Usman B Hanafi</dc:creator>
  <cp:lastModifiedBy>Usman B Hanafi</cp:lastModifiedBy>
  <cp:revision>5</cp:revision>
  <dcterms:created xsi:type="dcterms:W3CDTF">2020-11-30T00:34:33Z</dcterms:created>
  <dcterms:modified xsi:type="dcterms:W3CDTF">2020-11-30T02:39:13Z</dcterms:modified>
</cp:coreProperties>
</file>