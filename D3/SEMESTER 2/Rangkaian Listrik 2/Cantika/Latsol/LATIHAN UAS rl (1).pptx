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70" r:id="rId6"/>
    <p:sldId id="262" r:id="rId7"/>
    <p:sldId id="263" r:id="rId8"/>
    <p:sldId id="264" r:id="rId9"/>
    <p:sldId id="265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4:12:18.00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D65B0EB-751E-4F01-BAB4-5C61B975ECCA}" emma:medium="tactile" emma:mode="ink">
          <msink:context xmlns:msink="http://schemas.microsoft.com/ink/2010/main" type="writingRegion" rotatedBoundingBox="15113,610 19054,459 19144,2805 15203,2956"/>
        </emma:interpretation>
      </emma:emma>
    </inkml:annotationXML>
    <inkml:traceGroup>
      <inkml:annotationXML>
        <emma:emma xmlns:emma="http://www.w3.org/2003/04/emma" version="1.0">
          <emma:interpretation id="{CD79D691-129C-41C8-B8F4-91759F416E2D}" emma:medium="tactile" emma:mode="ink">
            <msink:context xmlns:msink="http://schemas.microsoft.com/ink/2010/main" type="paragraph" rotatedBoundingBox="15246,405 16965,623 16877,1309 15159,109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AF8589-DBBD-4B83-A5D3-F6CB2C19F4E3}" emma:medium="tactile" emma:mode="ink">
              <msink:context xmlns:msink="http://schemas.microsoft.com/ink/2010/main" type="line" rotatedBoundingBox="15246,405 16965,623 16877,1309 15159,1091"/>
            </emma:interpretation>
          </emma:emma>
        </inkml:annotationXML>
        <inkml:traceGroup>
          <inkml:annotationXML>
            <emma:emma xmlns:emma="http://www.w3.org/2003/04/emma" version="1.0">
              <emma:interpretation id="{DAFF8E3F-FBEC-4E5C-AF2F-CB5F1F815DFE}" emma:medium="tactile" emma:mode="ink">
                <msink:context xmlns:msink="http://schemas.microsoft.com/ink/2010/main" type="inkWord" rotatedBoundingBox="15221,583 16323,673 16281,1194 15178,1105"/>
              </emma:interpretation>
              <emma:one-of disjunction-type="recognition" id="oneOf0">
                <emma:interpretation id="interp0" emma:lang="id-ID" emma:confidence="0.5">
                  <emma:literal>Tat</emma:literal>
                </emma:interpretation>
                <emma:interpretation id="interp1" emma:lang="id-ID" emma:confidence="0">
                  <emma:literal>Te</emma:literal>
                </emma:interpretation>
                <emma:interpretation id="interp2" emma:lang="id-ID" emma:confidence="0">
                  <emma:literal>TEL.</emma:literal>
                </emma:interpretation>
                <emma:interpretation id="interp3" emma:lang="id-ID" emma:confidence="0">
                  <emma:literal>Tst</emma:literal>
                </emma:interpretation>
                <emma:interpretation id="interp4" emma:lang="id-ID" emma:confidence="0">
                  <emma:literal>Tut</emma:literal>
                </emma:interpretation>
              </emma:one-of>
            </emma:emma>
          </inkml:annotationXML>
          <inkml:trace contextRef="#ctx0" brushRef="#br0">18 24,'-24'0,"48"0,24 0,-24 0,24 0,-1 0,1 0,0 0,0 0,-24 0,0 0,0 0,0 0,0-24,0 24</inkml:trace>
          <inkml:trace contextRef="#ctx0" brushRef="#br0" timeOffset="-605.88">185-24,'0'24,"0"0,0 24,0-1,0 1,0 0,24 0,-24 0,0-24,0 24,0-24,0 0,0 0,0 0,0 0</inkml:trace>
          <inkml:trace contextRef="#ctx0" brushRef="#br0" timeOffset="569.9">904 143,'-24'0,"48"0,0 0,0 0,0 0,0 0,0 0,0-24,0 24,0 0</inkml:trace>
          <inkml:trace contextRef="#ctx0" brushRef="#br0" timeOffset="891.32">904 143,'-24'192,"48"-192,-24-24,24 24,0 0,0-24,0 24,0 0</inkml:trace>
        </inkml:traceGroup>
        <inkml:traceGroup>
          <inkml:annotationXML>
            <emma:emma xmlns:emma="http://www.w3.org/2003/04/emma" version="1.0">
              <emma:interpretation id="{0C3490B4-9B7F-490C-9A78-FC789640AB7C}" emma:medium="tactile" emma:mode="ink">
                <msink:context xmlns:msink="http://schemas.microsoft.com/ink/2010/main" type="inkWord" rotatedBoundingBox="16597,1157 16669,585 16965,623 16892,1195"/>
              </emma:interpretation>
              <emma:one-of disjunction-type="recognition" id="oneOf1">
                <emma:interpretation id="interp5" emma:lang="id-ID" emma:confidence="0.5">
                  <emma:literal>5</emma:literal>
                </emma:interpretation>
                <emma:interpretation id="interp6" emma:lang="id-ID" emma:confidence="0">
                  <emma:literal>E</emma:literal>
                </emma:interpretation>
                <emma:interpretation id="interp7" emma:lang="id-ID" emma:confidence="0">
                  <emma:literal>F</emma:literal>
                </emma:interpretation>
                <emma:interpretation id="interp8" emma:lang="id-ID" emma:confidence="0">
                  <emma:literal>j</emma:literal>
                </emma:interpretation>
                <emma:interpretation id="interp9" emma:lang="id-ID" emma:confidence="0">
                  <emma:literal>[</emma:literal>
                </emma:interpretation>
              </emma:one-of>
            </emma:emma>
          </inkml:annotationXML>
          <inkml:trace contextRef="#ctx0" brushRef="#br0" timeOffset="1710.26">1431 96,'24'23,"-24"1,0 24,0 0,0-24,0 24,0-24,0 0,0 0,0 0,0-48,24 0,-24 0,24 0,0 0,0 24,0 0,0 0,0 0,-24 24,24 0,-24 0,0 0,0 24,0-24,-24 0,24 0,-24-24,24 24,-24-24,0 24,0-24,0 0,24-24</inkml:trace>
          <inkml:trace contextRef="#ctx0" brushRef="#br0" timeOffset="2092.2">1527 48,'120'-48,"-96"48,0 0,0 0,0 0</inkml:trace>
        </inkml:traceGroup>
      </inkml:traceGroup>
    </inkml:traceGroup>
    <inkml:traceGroup>
      <inkml:annotationXML>
        <emma:emma xmlns:emma="http://www.w3.org/2003/04/emma" version="1.0">
          <emma:interpretation id="{2752AEB9-D5D9-4213-94FD-511BA9EF880D}" emma:medium="tactile" emma:mode="ink">
            <msink:context xmlns:msink="http://schemas.microsoft.com/ink/2010/main" type="paragraph" rotatedBoundingBox="15180,2353 19121,2202 19144,2805 15203,29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AC6DF76-438B-4B9D-9DDB-540767F825F4}" emma:medium="tactile" emma:mode="ink">
              <msink:context xmlns:msink="http://schemas.microsoft.com/ink/2010/main" type="line" rotatedBoundingBox="15180,2353 19121,2202 19144,2805 15203,2956"/>
            </emma:interpretation>
          </emma:emma>
        </inkml:annotationXML>
        <inkml:traceGroup>
          <inkml:annotationXML>
            <emma:emma xmlns:emma="http://www.w3.org/2003/04/emma" version="1.0">
              <emma:interpretation id="{ACA71775-A299-4839-B887-258A37FFAE18}" emma:medium="tactile" emma:mode="ink">
                <msink:context xmlns:msink="http://schemas.microsoft.com/ink/2010/main" type="inkWord" rotatedBoundingBox="17935,2267 19121,2222 19139,2680 17953,2726"/>
              </emma:interpretation>
              <emma:one-of disjunction-type="recognition" id="oneOf2">
                <emma:interpretation id="interp10" emma:lang="id-ID" emma:confidence="0.5">
                  <emma:literal>Optis</emma:literal>
                </emma:interpretation>
                <emma:interpretation id="interp11" emma:lang="id-ID" emma:confidence="0.5">
                  <emma:literal>oct (5</emma:literal>
                </emma:interpretation>
                <emma:interpretation id="interp12" emma:lang="id-ID" emma:confidence="0">
                  <emma:literal>Ot (5</emma:literal>
                </emma:interpretation>
                <emma:interpretation id="interp13" emma:lang="id-ID" emma:confidence="0">
                  <emma:literal>Oct (5</emma:literal>
                </emma:interpretation>
                <emma:interpretation id="interp14" emma:lang="id-ID" emma:confidence="0">
                  <emma:literal>o&lt;t (5</emma:literal>
                </emma:interpretation>
              </emma:one-of>
            </emma:emma>
          </inkml:annotationXML>
          <inkml:trace contextRef="#ctx0" brushRef="#br0" timeOffset="126275.74">2917 1701,'-24'24,"0"0,0 0,0 0,0 0,24 0,-24-24,24 24,-24-24,24 24,-24-24,24 24,0 0,24 0,24-24,24 24,-24 0,0-1,0-23,0 24,0-24,-24 24,0-24,0 0,0 0,0 0</inkml:trace>
          <inkml:trace contextRef="#ctx0" brushRef="#br0" timeOffset="126921.27">3540 1749,'-48'0,"48"24,0 0,-24 0,24 0,0 0,24-24,0 0,24 0,-24 0,24 24,-24-24,0 0,0 0,0 24,0 0,-24 0,0 0,-24 0,0-24,0 0,0 0,0 0</inkml:trace>
          <inkml:trace contextRef="#ctx0" brushRef="#br0" timeOffset="127101.46">3540 1653,'168'-24,"-120"0,-24 24,24 0,-24 0,0 0,0 0</inkml:trace>
          <inkml:trace contextRef="#ctx0" brushRef="#br0" timeOffset="122422.13">90 1725,'-96'120,"72"-96,24 24,0 0,0-24,0 23,24 1,0-24,24 0,-24 0,0 0,23-24,1 0,0 0,-24 0,24-24,0-24,0 24,-24-24,-24 1,24-1,-24 24,0-24,0 24,-24 0,-24 0,0 0,0 24,0 0,0 0,0 0,25 24,-1 0,0 0,24 0</inkml:trace>
          <inkml:trace contextRef="#ctx0" brushRef="#br0" timeOffset="124140.07">1288 1773,'-24'24,"0"0,-24 0,24 24,-24-24,24 0,-24 0,24 0,24 0,-24-1,24 1,0 0,24 0,24 0,0 0,0 0,24 24,-24-24,0 0,0-24,-1 0,-23 0,0 0</inkml:trace>
          <inkml:trace contextRef="#ctx0" brushRef="#br0" timeOffset="124881.52">1887 1749,'0'-24,"0"48,0 0,0 24,0-24,0 24,0 0,0 0,24-1,-24 1,24-24,0 0,0 0,0 0,24-24,-25 24,1-24,0 0,0 0</inkml:trace>
          <inkml:trace contextRef="#ctx0" brushRef="#br0" timeOffset="125100.62">1863 1917,'72'-24,"-48"24,0 0,48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4:5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2121 24575,'147'-134'0,"-98"92"0,-2-1 0,54-64 0,17-65 0,-21 28 0,39-56 0,-94 128 0,12-20 0,-8 20 0,49-106 0,-39 67 0,72-139 0,-108 203 0,11-19 0,21-41 0,-12 20 0,-26 57-341,-1-1 0,-2 0-1,13-53 1,-19 64-6485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3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80 24575,'0'-1'0,"-1"-1"0,1 1 0,-1-1 0,1 1 0,-1 0 0,0-1 0,1 1 0,-1 0 0,0 0 0,0 0 0,0 0 0,0 0 0,0 0 0,0 0 0,0 0 0,0 0 0,0 0 0,0 0 0,-3-1 0,-30-15 0,20 10 0,3 2 0,-1 0 0,1 0 0,-1 1 0,0 1 0,0 0 0,0 0 0,0 1 0,-1 1 0,1 0 0,-24 2 0,30-1 0,-1 0 0,1 1 0,0 0 0,1 0 0,-1 1 0,0 0 0,0 0 0,1 0 0,-1 1 0,1-1 0,-1 1 0,1 1 0,0-1 0,0 1 0,1 0 0,-1 0 0,1 0 0,0 0 0,0 1 0,0 0 0,1 0 0,-1 0 0,-4 10 0,-16 47 0,-30 117 0,47-144 0,1 0 0,1 1 0,2-1 0,2 1 0,3 41 0,-1-72 0,0 0 0,0 0 0,1-1 0,-1 1 0,1 0 0,0-1 0,0 1 0,0-1 0,1 1 0,0-1 0,-1 0 0,1 0 0,1 0 0,-1-1 0,1 1 0,-1-1 0,1 0 0,0 0 0,0 0 0,1 0 0,-1-1 0,0 1 0,1-1 0,0-1 0,-1 1 0,7 1 0,12 3 0,0-1 0,0-1 0,0-1 0,30 0 0,179-3 0,-219-1 0,1-2 0,0 1 0,-1-1 0,0-1 0,0-1 0,0 0 0,22-11 0,80-58 0,-91 57 0,-17 12 0,-1 0 0,0 0 0,0-1 0,-1 1 0,1-1 0,-1-1 0,0 1 0,-1-1 0,0 0 0,0 0 0,0 0 0,-1 0 0,0-1 0,0 1 0,-1-1 0,2-8 0,0-10 0,-2 0 0,0 0 0,-4-41 0,1 26 0,1 35 0,0 0 0,-1 1 0,1-1 0,-1 1 0,0-1 0,-1 1 0,1-1 0,-1 1 0,0-1 0,-1 1 0,1 0 0,-1 0 0,0 0 0,0 1 0,0-1 0,-1 1 0,0 0 0,0-1 0,0 2 0,0-1 0,-1 0 0,1 1 0,-1 0 0,-10-5 0,-15-9 0,17 9 0,0 1 0,0 1 0,-1 0 0,-25-8 0,-20-3-1365,42 13-5461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277 145 24575,'0'-2'0,"0"0"0,0 0 0,0 0 0,0 0 0,-1 0 0,1 1 0,-1-1 0,1 0 0,-1 0 0,0 0 0,0 1 0,0-1 0,0 0 0,0 1 0,0-1 0,0 1 0,0-1 0,-1 1 0,1 0 0,-1-1 0,1 1 0,-1 0 0,1 0 0,-1 0 0,0 0 0,1 0 0,-1 0 0,0 1 0,0-1 0,1 1 0,-1-1 0,0 1 0,0 0 0,0-1 0,0 1 0,0 0 0,0 0 0,-2 1 0,0-1 0,-1 0 0,1 0 0,-1 1 0,1 0 0,-1 0 0,1 0 0,0 1 0,-1-1 0,1 1 0,0 0 0,0 0 0,0 1 0,0-1 0,1 1 0,-6 4 0,-3 8 0,1 1 0,1 0 0,1 1 0,-15 33 0,-7 13 0,22-45 0,1 0 0,0 1 0,1 0 0,1 0 0,1 1 0,1 0 0,1-1 0,0 2 0,2-1 0,0 30 0,0-18 0,0-20 0,0 0 0,1 0 0,1 0 0,0 0 0,0 0 0,1 0 0,3 11 0,-3-21 0,-1 0 0,0 0 0,1 0 0,-1 0 0,1 0 0,0 0 0,-1 0 0,1-1 0,0 1 0,0-1 0,0 1 0,0-1 0,1 0 0,-1 0 0,0 0 0,0 0 0,1 0 0,-1 0 0,0-1 0,1 1 0,-1-1 0,4 0 0,8 2 0,0-2 0,25-1 0,-19-1 0,63 1 0,60-3 0,-132 3 0,0-1 0,-1 0 0,1-1 0,-1 0 0,1 0 0,-1-2 0,0 1 0,-1-1 0,1 0 0,-1-1 0,13-10 0,-7 4 0,-1-2 0,0 1 0,-1-2 0,0 0 0,15-24 0,-18 21 0,-1 0 0,0 0 0,-1-1 0,-1 0 0,-1 0 0,0-1 0,-2 1 0,3-24 0,-3 0 0,-2 0 0,-5-77 0,3 114 0,-1-1 0,0 0 0,0 0 0,-1 0 0,1 1 0,-2-1 0,1 1 0,-4-8 0,3 10 0,1 0 0,-1 1 0,0-1 0,0 1 0,0-1 0,-1 1 0,1 0 0,-1 1 0,0-1 0,0 1 0,0-1 0,-8-2 0,-68-28-1365,60 28-5461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2 24575,'-103'-2'0,"-116"5"0,210-2 0,0 1 0,0 1 0,0-1 0,0 2 0,1-1 0,-1 1 0,1 0 0,0 1 0,0 0 0,1 0 0,-11 9 0,9-5 0,-1-1 0,1 1 0,1 1 0,-1 0 0,2 0 0,-1 1 0,-9 19 0,8-10 0,-3 4 0,1 1 0,2 0 0,-7 28 0,7-19 0,4-17 0,0 0 0,2 1 0,-2 23 0,4-36 0,1-1 0,0 0 0,0 0 0,1 0 0,-1 0 0,1 0 0,0 0 0,0 0 0,0 0 0,1 0 0,-1 0 0,1-1 0,0 1 0,0 0 0,0-1 0,1 0 0,-1 1 0,1-1 0,5 5 0,8 4 0,1 0 0,1-1 0,-1 0 0,2-2 0,-1 0 0,1-1 0,1-1 0,30 8 0,4 2 0,17 5 0,-23-12 0,0-2 0,0-2 0,1-2 0,70-4 0,-107-1 0,0-2 0,0 0 0,0 0 0,0-1 0,-1-1 0,1 0 0,-1 0 0,0-1 0,-1 0 0,1-1 0,-1 0 0,-1-1 0,1 0 0,-1-1 0,-1 0 0,1 0 0,-2-1 0,10-13 0,-11 13 0,1 0 0,-2 0 0,1-1 0,-1 0 0,-1 0 0,0 0 0,0-1 0,-1 1 0,-1-1 0,0 0 0,0 1 0,-1-1 0,-1 0 0,0 0 0,-1 0 0,0 0 0,-1 0 0,0 1 0,-4-14 0,2 17 15,0 0 0,0 1 0,-1-1 0,0 1 0,0 0-1,0 0 1,-1 1 0,-13-12 0,12 11-265,-1 0 0,1 0 0,1-1 1,-1 0-1,-6-12 0,6 5-6576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24575,'-1'3'0,"-1"1"0,1-1 0,-1 0 0,1 0 0,-1 0 0,0 0 0,0 0 0,-1-1 0,-2 4 0,-9 13 0,7-3 0,0 0 0,1 1 0,0 0 0,2 0 0,0 1 0,0-1 0,0 21 0,2 2 0,2 0 0,5 45 0,-4-80-151,-1-1-1,1 1 0,0-1 0,1 1 1,-1-1-1,1 1 0,0-1 1,2 5-1,7 6-6674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24575,'-1'6'0,"0"-1"0,0 1 0,0-1 0,-1 1 0,-2 7 0,-5 18 0,6-15 0,1 0 0,1 1 0,0-1 0,1 1 0,1-1 0,1 1 0,4 20 0,-5-33 0,0 0 0,0 0 0,0-1 0,1 1 0,0 0 0,-1-1 0,1 1 0,1-1 0,-1 1 0,0-1 0,1 0 0,0 0 0,-1 0 0,1-1 0,0 1 0,0 0 0,1-1 0,-1 0 0,1 0 0,-1 0 0,1 0 0,-1-1 0,1 1 0,0-1 0,0 0 0,0 0 0,0 0 0,0-1 0,0 0 0,0 1 0,0-1 0,0 0 0,0-1 0,0 1 0,5-2 0,-3 0 0,1 1 0,-1-1 0,0-1 0,0 1 0,1-1 0,-2-1 0,1 1 0,0-1 0,-1 0 0,1 0 0,-1 0 0,0-1 0,-1 1 0,1-1 0,-1-1 0,0 1 0,0-1 0,-1 1 0,1-1 0,4-11 0,-1-1 0,0 0 0,-1-1 0,0 1 0,-2-1 0,0 0 0,1-23 0,-5 38 0,1 1 0,-1-1 0,0 0 0,0 0 0,-1 0 0,1 0 0,-1 0 0,0 0 0,0 0 0,0 0 0,0 1 0,-1-1 0,1 0 0,-1 1 0,0-1 0,0 1 0,0 0 0,-4-4 0,3 4 0,-1 0 0,0 0 0,0 1 0,0-1 0,0 1 0,0 0 0,-1 0 0,1 1 0,-1-1 0,1 1 0,-1 0 0,1 0 0,-1 0 0,0 1 0,-5 0 0,-92-13-1365,81 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3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24575,'0'4'0,"0"6"0,0 5 0,0 4 0,0 4 0,0 1 0,0 1 0,0-3-8191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70 24575,'-10'28'0,"1"-4"0,5 0 0,-2 45 0,6-58 0,0-1 0,1 1 0,0-1 0,1 1 0,0-1 0,6 19 0,-6-25 0,0 0 0,1 0 0,-1 0 0,1-1 0,-1 1 0,1-1 0,0 1 0,1-1 0,-1 0 0,0 0 0,1-1 0,0 1 0,-1-1 0,1 1 0,0-1 0,1 0 0,-1-1 0,0 1 0,0-1 0,1 0 0,-1 0 0,0 0 0,1 0 0,-1-1 0,1 0 0,-1 0 0,8-1 0,-7 1 0,0-1 0,0 1 0,-1-1 0,1 0 0,0-1 0,-1 1 0,1-1 0,-1 0 0,0 0 0,0 0 0,0-1 0,0 1 0,0-1 0,0 0 0,0 0 0,-1 0 0,0-1 0,1 1 0,-1-1 0,-1 0 0,1 0 0,0 0 0,-1 0 0,0-1 0,3-7 0,-1-8 0,-1-1 0,-1 1 0,0-1 0,-2 0 0,-1 0 0,-3-28 0,3 45 0,0 1 0,0-1 0,0 1 0,0-1 0,0 1 0,-1 0 0,0 0 0,1 0 0,-1-1 0,0 2 0,-1-1 0,1 0 0,0 0 0,-1 1 0,1-1 0,-1 1 0,0 0 0,0 0 0,-6-3 0,-4-2 0,-2 0 0,1 1 0,-22-5 0,-8-4 0,26 9-1365,2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24575,'3'0'0,"1"0"0,-1 0 0,1 1 0,0 0 0,-1-1 0,1 2 0,-1-1 0,1 0 0,-1 1 0,0-1 0,1 1 0,-1 0 0,0 0 0,4 4 0,-2-1 0,0 0 0,0 0 0,-1 0 0,0 1 0,0 0 0,0 0 0,3 8 0,-1 0 0,0 0 0,-2 0 0,0 0 0,0 0 0,-1 1 0,1 24 0,-6 135-1365,2-153-5461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0 24575,'-4'0'0,"-6"0"0,-5 0 0,-9 0 0,-4 0 0,-6 5 0,-1 0 0,1 0 0,2 4 0,2-1 0,3 0 0,1-3 0,1-2 0,4-1-8191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2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24575,'4'0'0,"6"0"0,5 0 0,1 4 0,1 2 0,2 3 0,-3 5 0,1 0 0,2 2 0,-3 2 0,0 2 0,2 7 0,-2 2 0,0-3 0,2-3 0,-3 0 0,-3-4-8191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24575,'0'9'0,"0"6"0,0 10 0,0 8 0,0 4 0,0 3 0,0-1 0,0-3 0,0-3 0,0-7-8191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4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0 24575,'-4'5'0,"-6"0"0,-5 0 0,-1 4 0,-1-1 0,-2 0 0,3 1 0,-1 4 0,-2 4 0,-1 3 0,2 3 0,0 1 0,0-3 0,2-1 0,3-4-8191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24575,'4'0'0,"1"5"0,5 0 0,-1 5 0,0 4 0,-3 4 0,2-1 0,0 1 0,-2-3-8191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24575,'0'5'0,"0"5"0,0 5 0,0 4 0,0 4 0,0 1 0,0 1 0,0 1 0,0 0 0,0-1 0,0 1 0,0-6-8191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 24575,'184'0'0,"-257"-1"0,-89 3 0,160-2 0,0 0 0,0 1 0,-1-1 0,1 1 0,0-1 0,0 1 0,0 0 0,-1 0 0,1 0 0,0 0 0,0 0 0,1 1 0,-1-1 0,0 0 0,0 1 0,1 0 0,-1-1 0,-2 4 0,2-1 0,0 0 0,0 0 0,0 0 0,0 0 0,1 0 0,0 0 0,-1 0 0,2 1 0,-2 5 0,1 2 0,1-1 0,0 1 0,1-1 0,0 1 0,1-1 0,6 22 0,-6-25 0,0-1 0,1 0 0,0 0 0,1 0 0,-1 0 0,1 0 0,1-1 0,4 6 0,-7-9 0,1-1 0,-1 0 0,0 0 0,1 0 0,0-1 0,-1 1 0,1-1 0,0 1 0,0-1 0,0 0 0,0 0 0,0 0 0,0 0 0,0-1 0,0 1 0,0-1 0,0 0 0,0 0 0,0 0 0,0 0 0,1 0 0,2-2 0,7-1 0,-12 3 0,0-1 0,0 1 0,0-1 0,1 1 0,-1 0 0,0-1 0,0 1 0,1 0 0,-1 0 0,0 0 0,1 0 0,-1 0 0,0 0 0,0 0 0,1 1 0,-1-1 0,2 1 0,-1 1 0,0-1 0,1 1 0,-1-1 0,1 1 0,-1-1 0,1 0 0,0 0 0,0 0 0,-1 0 0,1-1 0,0 1 0,4 0 0,7 2 0,-8-1 0,-1-1 0,0 2 0,1-1 0,-1 1 0,0 0 0,0 0 0,-1 0 0,1 1 0,-1-1 0,8 9 0,-10-10 0,-1 0 0,0-1 0,1 1 0,-1 0 0,0 0 0,0 0 0,0 0 0,0 1 0,0-1 0,-1 0 0,1 0 0,-1 0 0,1 1 0,-1-1 0,0 0 0,0 1 0,0-1 0,0 0 0,0 1 0,-1-1 0,1 0 0,-1 0 0,1 1 0,-1-1 0,0 0 0,0 0 0,0 0 0,0 0 0,0 0 0,-2 3 0,-2 1-195,0 0 0,-1 0 0,0-1 0,0 1 0,0-1 0,-8 4 0,-2 1-6631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24575,'0'4'0,"0"5"0,0 6 0,0 5 0,-4-2 0,-2-4-8191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2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24575,'200'0'0,"-240"1"0,0 1 0,-75 15 0,111-16 0,-1 0 0,1 1 0,0 0 0,0-1 0,0 1 0,0 1 0,1-1 0,-1 1 0,1-1 0,-1 1 0,1 0 0,0 0 0,0 1 0,0-1 0,0 1 0,1-1 0,-1 1 0,1 0 0,0 0 0,0 0 0,0 0 0,0 5 0,-4 10 0,1 0 0,1 0 0,-3 34 0,5-28 0,-1-8 0,1-5 0,1 0 0,0 0 0,0 0 0,2 21 0,0-31 0,-1 0 0,0 1 0,1-1 0,0 0 0,-1 0 0,1 1 0,0-1 0,0 0 0,0 0 0,0 0 0,1 0 0,-1 0 0,0 0 0,1 0 0,0-1 0,-1 1 0,1-1 0,0 1 0,0-1 0,0 1 0,0-1 0,0 0 0,0 0 0,0 0 0,0 0 0,0 0 0,1 0 0,-1-1 0,4 1 0,8 0 0,1 0 0,-1-2 0,0 1 0,1-2 0,-1 0 0,25-7 0,-21 4 0,0 2 0,0 0 0,26-1 0,-42 4 0,0 0 0,0 0 0,0 0 0,0 0 0,0 0 0,-1 0 0,1 0 0,0 1 0,0-1 0,0 1 0,-1-1 0,1 1 0,0 0 0,-1 0 0,1-1 0,0 1 0,-1 0 0,1 1 0,-1-1 0,0 0 0,1 0 0,-1 1 0,0-1 0,0 0 0,1 1 0,-1-1 0,0 1 0,-1 0 0,1-1 0,0 1 0,0 0 0,-1 0 0,1-1 0,-1 1 0,0 0 0,1 0 0,-1 0 0,0-1 0,0 5 0,-1 1 0,0-1 0,0 1 0,0 0 0,-1-1 0,0 1 0,-1-1 0,1 1 0,-1-1 0,-6 8 0,5-6-170,-1 0-1,-1-1 0,1 0 1,-1 0-1,0 0 0,-1-1 1,-8 7-1,-3-2-6655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24575,'-1'0'0,"0"0"0,0 1 0,-1 0 0,1-1 0,0 1 0,0 0 0,0-1 0,0 1 0,0 0 0,0 0 0,0 0 0,0 0 0,1 0 0,-1 0 0,0 0 0,0 0 0,1 0 0,-1 0 0,1 0 0,-1 2 0,-11 27 0,12-30 0,-7 30 0,1 0 0,1 0 0,2 0 0,2 1 0,3 54 0,-1-30 0,0 151-1365,-1-186-5461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24575,'3'0'0,"4"0"0,0 0 0,0 0 0,1 0 0,-1 1 0,0 0 0,10 4 0,-14-4 0,-1 0 0,0 1 0,1-1 0,-1 1 0,0-1 0,0 1 0,0 0 0,0 0 0,-1 0 0,1 0 0,0 0 0,-1 1 0,1-1 0,-1 0 0,0 1 0,0-1 0,0 1 0,0-1 0,0 1 0,0 3 0,8 31 15,-2-1 1,4 74-1,-11 76-259,-2-88-923,2-77-5659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6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24575,'-4'0'0,"-6"0"0,-10 5 0,-5 8 0,-2 12 0,-2 6 0,1-4 0,4-1 0,7-1 0,2 0 0,-1-1 0,-1 0 0,-3-4 0,-2-1 0,-1 0 0,3-3-8191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0,0 4 0,1 6 0,3 5 0,-2 4 0,1 0 0,-4-1 0,-3 2 0,0-2 0,-2-1 0,-2-3-8191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8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24575,'1'-2'0,"-1"-1"0,1 1 0,0-1 0,-1 1 0,1 0 0,0-1 0,1 1 0,-1 0 0,0 0 0,1 0 0,-1 0 0,4-3 0,25-25 0,-21 21 0,-3 3 0,19-18 0,-24 24 0,-1-1 0,1 1 0,0-1 0,0 0 0,-1 1 0,1-1 0,0 1 0,0 0 0,0-1 0,0 1 0,0 0 0,0-1 0,0 1 0,-1 0 0,1 0 0,0 0 0,0 0 0,0 0 0,0 0 0,0 0 0,0 0 0,0 0 0,0 0 0,0 1 0,0-1 0,1 1 0,-1-1 0,-1 1 0,1 0 0,-1-1 0,1 1 0,-1 0 0,0 0 0,1-1 0,-1 1 0,0 0 0,0 0 0,0-1 0,0 1 0,1 0 0,-1 0 0,0 0 0,0-1 0,0 1 0,-1 0 0,1 0 0,0 0 0,0-1 0,0 1 0,-1 0 0,1 0 0,-1 1 0,-11 24 0,8-18 0,1-2 0,1 0 0,0 0 0,0 0 0,0 1 0,1-1 0,0 0 0,0 11 0,1-15 0,0 0 0,0 0 0,0 0 0,1-1 0,-1 1 0,1 0 0,0 0 0,-1-1 0,1 1 0,0 0 0,0-1 0,0 1 0,0-1 0,0 1 0,0-1 0,0 0 0,1 1 0,-1-1 0,0 0 0,1 0 0,-1 0 0,1 0 0,-1 0 0,1 0 0,0 0 0,-1-1 0,1 1 0,0-1 0,0 1 0,-1-1 0,4 1 0,8 1-341,0-1 0,0 0-1,19-1 1,-9-1-6485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24575,'4'0'0,"6"0"0,5 4 0,4 10 0,8 11 0,3 9 0,0 8 0,0 5 0,-1-6 0,-6-5 0,-6-9-8191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 24575,'-4'4'0,"-1"6"0,-5 1 0,-4 2 0,-4 9 0,-3 3 0,-6 11 0,-4 8 0,-4 4 0,0-2 0,1 0 0,7 1 0,3-4 0,2-5 0,0-4 0,5-5 0,4-2 0,5-6-8191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51 24575,'6'-5'0,"0"0"0,0 0 0,1 0 0,-1 1 0,1 0 0,0 0 0,1 1 0,-1 0 0,1 0 0,-1 1 0,1 0 0,0 0 0,0 1 0,-1 0 0,1 0 0,0 1 0,0 0 0,0 0 0,0 1 0,13 2 0,-19-2 0,0 0 0,0 0 0,0 0 0,0 0 0,-1 0 0,1 1 0,0-1 0,0 1 0,-1-1 0,1 1 0,-1-1 0,0 1 0,1 0 0,-1 0 0,0 0 0,0 0 0,0-1 0,0 1 0,0 1 0,-1-1 0,1 0 0,-1 0 0,1 0 0,-1 0 0,0 0 0,0 0 0,0 1 0,0-1 0,0 4 0,-2 6 0,0 0 0,-1 0 0,0 0 0,-5 13 0,3-12 0,-1 8 0,-2 0 0,0 0 0,-1 0 0,-24 36 0,30-52 0,0 0 0,-1 0 0,0 0 0,0-1 0,-1 1 0,1-1 0,-1 0 0,0-1 0,0 1 0,0-1 0,-1 0 0,1 0 0,-1 0 0,0-1 0,1 0 0,-1 0 0,0 0 0,0-1 0,0 0 0,-1 0 0,1-1 0,-9 0 0,39-2 0,-12 0 0,0 1 0,-1 0 0,1 1 0,21 2 0,-11 3-108,4 1-521,36 3 1,-42-8-6198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24575,'5'0'0,"-1"1"0,1-1 0,-1 1 0,1 0 0,-1 1 0,1-1 0,-1 1 0,0-1 0,1 1 0,-1 0 0,0 1 0,0-1 0,-1 1 0,1 0 0,0 0 0,-1 0 0,0 0 0,0 1 0,5 5 0,3 8 0,0 0 0,-2 0 0,11 26 0,-2-5 0,7 9 0,-1 1 0,-3 0 0,-2 2 0,-3 0 0,11 53 0,-12-10 0,-4 1 0,-1 115 0,-12 207 0,1-401 4,0-1 0,-2 0-1,0 0 1,0 0-1,-2 0 1,1-1 0,-14 26-1,-6 18-1397,18-36-5432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24575,'0'-4'0,"4"-2"0,11 1 0,9 0 0,7 2 0,5 2 0,1 0 0,3 0 0,3 1 0,-2 0 0,-3 1 0,-5-1 0,-3 0 0,-7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24575,'4'0'0,"6"0"0,6 0 0,3 0 0,3 0 0,3 0 0,0 0 0,1 0 0,0 0 0,-1 0 0,5 0 0,0 0 0,1 0 0,-2 0 0,-6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24575,'1'0'0,"1"0"0,-2 1 0,1-1 0,0 1 0,0 0 0,0-1 0,0 1 0,0 0 0,0-1 0,0 1 0,-1 0 0,1 0 0,0 0 0,-1 0 0,1-1 0,-1 1 0,1 0 0,-1 0 0,1 0 0,-1 0 0,1 0 0,-1 1 0,0-1 0,0 0 0,0 0 0,1 2 0,3 36 0,-3-34 0,-1 64 0,0-49 0,0 0 0,1-1 0,5 31 0,-6-49 0,0-1 0,0 1 0,0-1 0,0 1 0,0-1 0,0 1 0,0 0 0,0-1 0,1 1 0,-1-1 0,0 1 0,0-1 0,0 1 0,1-1 0,-1 1 0,0-1 0,1 1 0,-1-1 0,0 1 0,1-1 0,-1 0 0,0 1 0,1-1 0,-1 0 0,1 1 0,-1-1 0,2 1 0,4-14 0,0-27 0,-7-22 0,0 47 0,0 0 0,1 0 0,1 0 0,0 0 0,6-24 0,-5 35 0,-1 1 0,1 0 0,0-1 0,0 1 0,0 0 0,0 0 0,1 0 0,-1 0 0,1 1 0,-1-1 0,1 1 0,0 0 0,0-1 0,1 1 0,-1 0 0,0 1 0,1-1 0,-1 1 0,1-1 0,-1 1 0,1 0 0,-1 0 0,6 0 0,10-1 0,0 0 0,0 1 0,26 2 0,-28 0 0,6-1 0,-11 0 0,0 0 0,0 0 0,0 2 0,15 2 0,-24-3 0,0 0 0,0 0 0,-1 0 0,1 0 0,-1 0 0,1 0 0,-1 1 0,0-1 0,1 1 0,-1 0 0,0 0 0,0-1 0,0 1 0,0 1 0,0-1 0,-1 0 0,1 0 0,-1 1 0,1-1 0,-1 1 0,0-1 0,0 1 0,1 4 0,1 7 0,-2-1 0,0 1 0,0-1 0,-3 23 0,2 17 0,-1-52 0,1-1 0,0 1 0,0-1 0,0 0 0,0 1 0,0-1 0,0 1 0,0-1 0,0 1 0,0-1 0,0 1 0,0-1 0,0 1 0,1-1 0,-1 1 0,0-1 0,0 0 0,0 1 0,1-1 0,-1 1 0,0-1 0,0 1 0,1-1 0,-1 0 0,0 1 0,1-1 0,-1 0 0,0 0 0,1 1 0,-1-1 0,1 0 0,-1 0 0,1 1 0,10-12 0,8-26 0,12-42 0,39-91 0,-69 168 0,0-1 0,1 1 0,-1 0 0,0-1 0,1 1 0,0 0 0,-1 0 0,1 0 0,0 0 0,0 0 0,0 0 0,0 1 0,1-1 0,-1 1 0,0-1 0,1 1 0,-1 0 0,1 0 0,-1 0 0,1 0 0,-1 1 0,1-1 0,0 0 0,-1 1 0,1 0 0,0 0 0,-1 0 0,1 0 0,0 0 0,0 0 0,-1 1 0,1 0 0,0-1 0,-1 1 0,1 0 0,-1 0 0,5 3 0,3 1 0,-1 0 0,0 1 0,0 0 0,-1 0 0,0 1 0,0 0 0,0 1 0,8 12 0,-1 0 0,-1 0 0,-1 2 0,-1-1 0,-1 2 0,-1-1 0,0 2 0,-2-1 0,5 26 0,6 27-1365,-16-58-5461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24575,'-2'25'0,"0"-1"0,-8 33 0,1-7 0,2-16 0,-1-1 0,-14 35 0,13-41 0,0 1 0,2 0 0,-7 45 0,4 30 0,-6 140 0,15-159 0,-1-45 0,2-1 0,1 1 0,7 39 0,-6-71 0,-1-1 0,1 1 0,0-1 0,0 0 0,1 0 0,0 0 0,0 0 0,0-1 0,1 1 0,0-1 0,0 0 0,0 0 0,1 0 0,6 5 0,4 1 0,0-1 0,0-1 0,31 14 0,-32-17 0,26 15 0,43 29 0,-68-38-1365,-3-1-5461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9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769 0 24575,'-1'3'0,"0"-1"0,0 1 0,0-1 0,0 0 0,0 0 0,-1 1 0,1-1 0,-1 0 0,1 0 0,-4 3 0,-4 6 0,-11 14 0,-1-1 0,-48 43 0,21-22 0,-178 192 0,161-161 0,-66 72 0,17-48-201,84-75-963,12-10-5662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24575,'4'0'0,"5"0"0,6 4 0,9 6 0,8 10 0,3 9 0,4 4 0,4 9 0,7 10 0,8 5 0,-2 1 0,-2-2 0,-2-9 0,-6-9 0,-10-7 0,-11-8-8191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24575,'4'0'0,"6"-4"0,9-2 0,6 1 0,11-3 0,8-1 0,1 2 0,1 2 0,0 1 0,2-2 0,5-1 0,2 2 0,-5 1 0,-6 1 0,-6 1 0,-10 1-8191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704 1 24575,'-4'0'0,"-6"0"0,-5 0 0,-13 0 0,-14 4 0,-12 10 0,-6 11 0,-5 10 0,-4 6 0,1 6 0,9-1 0,5-5 0,8-5 0,7-4 0,6-3 0,10-3 0,3-6 0,6-6-8191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24575,'21'1'0,"0"1"0,0 1 0,-1 1 0,1 1 0,-1 1 0,0 0 0,0 2 0,-1 0 0,0 1 0,24 16 0,3 5 0,-1 2 0,70 67 0,-97-80 0,0 0 0,19 31 0,-25-34 0,0 1 0,1-2 0,1 0 0,27 24 0,-21-23-1365,-4-4-5461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24575,'4'0'0,"2"8"0,-1 8 0,4 12 0,0 16 0,-2 7 0,-2 4 0,3 1 0,-1 0 0,-1-2 0,-1-2 0,2-9 0,0-8 0,-1-6 0,-2-3 0,3-7 0,0-6-8191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1039 104 24575,'-4'0'0,"-1"-1"0,1-1 0,-1 1 0,1 0 0,0-1 0,-1 0 0,1 0 0,0 0 0,-7-6 0,-19-8 0,-146-36 0,144 46 0,0 2 0,0 1 0,0 2 0,-55 4 0,13-1 0,36-3 0,17 1 0,-42 3 0,57-2 0,0 0 0,0 0 0,0 1 0,0 0 0,0 0 0,0 0 0,0 1 0,1 0 0,-1 0 0,1 0 0,-6 5 0,-15 15 0,2 1 0,0 1 0,2 1 0,0 1 0,2 0 0,1 2 0,-26 53 0,28-45 0,2 0 0,1 1 0,2 0 0,2 1 0,1 0 0,2 0 0,2 1 0,2 0 0,1 0 0,4 44 0,0-71 0,0-1 0,2 0 0,-1 0 0,1 0 0,1 0 0,0 0 0,1-1 0,0 0 0,0 0 0,1-1 0,13 14 0,-6-7 0,2-1 0,0 0 0,0-2 0,1 0 0,32 20 0,-10-12 0,2-2 0,0-2 0,1-1 0,1-2 0,57 11 0,-58-19 0,1-2 0,0-2 0,0-2 0,63-6 0,-99 5 0,-1-1 0,0 0 0,0 0 0,0 0 0,0-1 0,0 0 0,0 0 0,0-1 0,-1 0 0,1 0 0,-1 0 0,10-8 0,-9 5 0,0 0 0,-1 0 0,0-1 0,0 1 0,0-1 0,-1-1 0,0 1 0,-1-1 0,4-8 0,66-147 0,-46 109 0,-2 0 0,-3-2 0,18-69 0,-28 60-341,-2-2 0,-3 1-1,-4-112 1,-3 154-6485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7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2 979 24575,'-1'-32'0,"1"1"0,2 0 0,1 0 0,1 0 0,14-47 0,-1 25 0,2 0 0,3 2 0,41-74 0,-11 29 0,9-16 0,-51 97 0,0 1 0,0 0 0,2 0 0,0 1 0,13-11 0,46-30 0,-59 46 0,0 0 0,1 1 0,0 0 0,0 1 0,0 1 0,1 0 0,-1 1 0,1 0 0,22-2 0,-14 1 0,0 0 0,37-15 0,-40 11-1365,-4 2-5461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24575,'1'9'0,"0"0"0,1 1 0,0-1 0,1 0 0,6 15 0,3 10 0,8 34 0,4-2 0,49 101 0,-49-122 0,-4-8 0,18 47 0,-37-82 0,0 1 0,0 0 0,-1-1 0,1 1 0,-1 0 0,0 0 0,0 0 0,0-1 0,0 1 0,0 0 0,0 0 0,-1 0 0,1-1 0,-1 1 0,0 0 0,0-1 0,0 1 0,0-1 0,0 1 0,-1-1 0,1 1 0,-1-1 0,0 0 0,1 0 0,-1 0 0,0 0 0,-3 2 0,-6 5 0,0-1 0,-1 0 0,0 0 0,-18 7 0,-4 3 0,-15 11-1365,28-17-5461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5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24575,'5'0'0,"9"0"0,11 0 0,9 5 0,8 4 0,9 7 0,0 3 0,0-1 0,-5 1 0,-6-3 0,-9-5-8191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0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0 24575,'-137'170'0,"63"-72"0,63-82 0,0 0 0,2 1 0,0 0 0,1 1 0,-8 27 0,9-25 0,-1 0 0,0-1 0,-2 0 0,-12 20 0,-102 155-1365,117-180-5461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24575,'31'-1'0,"53"-10"0,-51 5 0,40-1 0,-64 7 0,-1 0 0,1 0 0,0 1 0,0 0 0,-1 0 0,13 5 0,-19-6 0,0 1 0,-1-1 0,1 1 0,0 0 0,-1 0 0,1 0 0,-1 0 0,1 0 0,-1 0 0,0 1 0,1-1 0,-1 0 0,0 1 0,0-1 0,0 1 0,0-1 0,0 1 0,0-1 0,0 1 0,0 0 0,-1-1 0,1 1 0,-1 0 0,1 0 0,-1 0 0,0-1 0,0 1 0,0 0 0,0 0 0,0 0 0,0 0 0,0-1 0,-1 1 0,1 0 0,0 0 0,-1 0 0,0-1 0,0 3 0,-4 7 0,0 0 0,-1 0 0,0-1 0,-1 1 0,0-1 0,-1-1 0,0 1 0,-13 11 0,9-9 0,1 1 0,0 0 0,-12 19 0,23-31 0,0-1 0,-1 1 0,1-1 0,0 1 0,-1 0 0,1-1 0,0 1 0,0-1 0,-1 1 0,1 0 0,0-1 0,0 1 0,0 0 0,0-1 0,0 1 0,0 0 0,0-1 0,0 1 0,0 0 0,0-1 0,1 1 0,-1 0 0,0-1 0,0 1 0,0-1 0,1 1 0,-1 0 0,0-1 0,1 1 0,0 0 0,0 0 0,1 0 0,-1 0 0,1 0 0,-1 0 0,1 0 0,0-1 0,-1 1 0,1 0 0,0-1 0,-1 1 0,3-1 0,53 4 0,-50-4 0,208-3-1365,-190 3-5461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4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24575,'4'0'0,"6"0"0,10 0 0,13 0 0,6 0 0,9 0 0,4 0 0,-2 0 0,-1 0 0,-5 0 0,-6 0 0,-5 0 0,-4 0 0,-3 0 0,-1 0 0,-5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24575,'5'0'0,"4"0"0,6 0 0,9 0 0,4 0 0,6 4 0,5 6 0,5 5 0,-1 9 0,0 4 0,2-3 0,-3-1 0,-9 0 0,-5-5 0,-4-6 0,-5-4-8191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24575,'0'4'0,"-4"10"0,-2 6 0,-3 9 0,-1 3 0,2 1 0,-3-1 0,2-3 0,-3-5 0,-3-3 0,0-1 0,4 1 0,3 0 0,3 2 0,-2-4 0,1-1 0,0-3-8191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6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0,0 8 0,-3 12 0,-3 6 0,-3 3 0,-2 0 0,-3 1 0,-1-2 0,0-1 0,3-5 0,2-2 0,0-1 0,-1 2 0,-1-4-8191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7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24575,'1'-2'0,"0"1"0,-1 0 0,1-1 0,0 1 0,-1 0 0,1-1 0,0 1 0,0 0 0,0 0 0,0 0 0,0 0 0,1 0 0,-1 0 0,0 0 0,0 0 0,1 0 0,-1 1 0,2-2 0,29-14 0,-28 14 0,17-6 0,-1 1 0,1 1 0,42-7 0,68-1 0,-100 11 0,295-11 0,-56 3 0,-136 2 0,398-14 0,484 24 57,-537-2-1479,-442 1-5404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1 24575,'-4'0'0,"-6"0"0,-5 4 0,0 6 0,-2 1 0,-2 2 0,-10 9 0,-14 12 0,-11 8 0,-5 3 0,3 1 0,7-3 0,8-5 0,6-8 0,10-6 0,9-6-8191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0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0,9 0 0,4 5 0,6 4 0,5 2 0,1 3 0,1 3 0,-2-1 0,-2 1 0,-5 1 0,1 3 0,-1 1 0,-1 1 0,-6 1 0,-4-3 0,-4-6-8191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1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24575,'0'-5'0,"1"0"0,0 0 0,1 0 0,-1 0 0,1 1 0,0-1 0,0 1 0,1-1 0,-1 1 0,1 0 0,0 0 0,0 0 0,0 0 0,1 0 0,-1 1 0,6-5 0,-3 3 0,-1 1 0,1-1 0,0 1 0,0 1 0,0-1 0,0 1 0,1 0 0,-1 0 0,1 1 0,0 0 0,7-1 0,-13 2 0,1 1 0,-1 0 0,1 0 0,0-1 0,-1 1 0,1 0 0,-1 1 0,1-1 0,-1 0 0,1 0 0,-1 1 0,1-1 0,-1 1 0,0-1 0,1 1 0,-1 0 0,0-1 0,1 1 0,-1 0 0,0 0 0,0 0 0,1 0 0,0 1 0,-1 0 0,0 0 0,0 0 0,-1 0 0,1 0 0,-1-1 0,1 1 0,-1 0 0,0 0 0,1 0 0,-1 0 0,0 0 0,0 0 0,-1 0 0,1 0 0,-1 3 0,-1 5 0,-1-1 0,0 1 0,0-1 0,-1 0 0,-10 16 0,6-11 0,-1-1 0,-1 0 0,0 0 0,-1-1 0,0-1 0,-1 1 0,-19 14 0,30-26 0,1 0 0,-1 0 0,1 0 0,0 0 0,-1 0 0,1 1 0,0-1 0,-1 0 0,1 0 0,0 1 0,-1-1 0,1 0 0,0 0 0,0 1 0,-1-1 0,1 0 0,0 1 0,0-1 0,-1 0 0,1 1 0,0-1 0,0 0 0,0 1 0,0-1 0,0 1 0,0-1 0,0 0 0,-1 1 0,1-1 0,0 1 0,0-1 0,1 0 0,-1 1 0,13 4 0,31-5 0,-37 0 0,45-2-1365,-29 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11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0,5 0 0,2 0 0,3 0 0,4 0 0,7 0 0,0 0 0,-1 0 0,-2 0 0,-3 0 0,-2 0 0,-2 0 0,-5 0-8191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1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0 24575,'0'5'0,"0"4"0,-8 2 0,-7 3 0,-10 3 0,-8-1 0,-4 1 0,-3 1 0,-3 3 0,-7-3 0,-4-1 0,-1 2 0,1 2 0,10 1 0,7-3 0,7-5 0,7-4-8191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0,4 0 0,3 0 0,-1 4 0,-2 6 0,2 1 0,-4 2 0,4 9 0,7 3 0,7 3 0,-3 4 0,-2 1 0,-2-5 0,-2-2 0,-5-7-8191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1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24575,'4'0'0,"2"5"0,3 4 0,1 7 0,-1 7 0,-3 5 0,2 2 0,0-1 0,-2 0 0,-1 3 0,-2 0 0,2 4 0,6 3 0,4-1 0,-1-2 0,3-3 0,-2-8-8191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14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24575,'4'0'0,"6"0"0,5 0 0,4 0 0,8 0 0,3 0 0,5 0 0,0 0 0,-1 0 0,-2 0 0,-2 0 0,-7 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1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24575,'4'4'0,"6"2"0,5-1 0,4-1 0,-1 3 0,1 1 0,1-2 0,-3-1-8191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2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24575,'4'0'0,"6"0"0,9 0 0,10 0 0,13 0 0,11 0 0,6 0 0,0 0 0,-5 0 0,-3 0 0,-2 0 0,-10 0-8191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2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24575,'-1'80'0,"3"88"0,-2-166 0,0 0 0,0 0 0,1 0 0,-1 0 0,1 0 0,-1 0 0,1 0 0,0 0 0,0 0 0,-1 0 0,2-1 0,-1 1 0,0 0 0,0 0 0,0-1 0,1 1 0,-1-1 0,1 1 0,-1-1 0,1 0 0,-1 0 0,1 1 0,0-1 0,0 0 0,0-1 0,-1 1 0,1 0 0,0 0 0,0-1 0,0 1 0,0-1 0,0 0 0,0 1 0,0-1 0,1 0 0,-1 0 0,0 0 0,3-1 0,9-1 0,0-1 0,0 0 0,0-1 0,19-8 0,-24 9 0,14-6 0,-8 2 0,2 1 0,-1 0 0,0 1 0,1 1 0,0 1 0,0 0 0,0 1 0,19 1 0,-33 1 0,1 1 0,-1 0 0,1 0 0,-1 0 0,0 1 0,0-1 0,0 1 0,0 0 0,0-1 0,0 1 0,0 1 0,0-1 0,-1 0 0,1 1 0,-1-1 0,0 1 0,0 0 0,0 0 0,0 0 0,0 0 0,0 0 0,-1 0 0,0 0 0,1 0 0,-1 1 0,0-1 0,0 5 0,2 5 0,-1 0 0,0 0 0,-1 0 0,0 0 0,-1 0 0,-1 13 0,0-20 0,0 1 0,0-1 0,0 0 0,0 0 0,-1 0 0,0-1 0,-1 1 0,1 0 0,-5 6 0,4-8 0,1-1 0,-1 0 0,1-1 0,-1 1 0,0 0 0,0-1 0,0 0 0,-1 1 0,1-1 0,0 0 0,-1-1 0,0 1 0,1-1 0,-1 0 0,-5 2 0,-56 16 31,40-11-497,0-1 1,-33 4 0,37-8-6361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29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24575,'4'0'0,"6"0"0,6 0 0,7 0 0,5 0 0,6 0 0,5 0 0,5 0 0,-1 0 0,0 0 0,2 0 0,-3 0 0,0 0 0,-3 0 0,-4 0 0,-4 0 0,-7 0-8191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3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52 24575,'-6'0'0,"1"0"0,0 0 0,-1 1 0,1-1 0,0 1 0,-1 1 0,1-1 0,0 1 0,0 0 0,0 0 0,0 0 0,0 1 0,1-1 0,-1 1 0,1 1 0,-5 3 0,5-3 0,0 1 0,1 0 0,-1-1 0,1 2 0,0-1 0,1 0 0,-1 0 0,1 1 0,0-1 0,0 1 0,1 0 0,0 0 0,0-1 0,-1 11 0,3 142 0,2-65 0,-4-87 0,2 0 0,-1 0 0,1 0 0,0 0 0,0 0 0,1 0 0,-1 0 0,1 0 0,1-1 0,-1 1 0,1-1 0,0 1 0,0-1 0,1 0 0,-1 0 0,9 8 0,-7-8 0,1-1 0,0 1 0,1-1 0,-1 0 0,1-1 0,-1 0 0,1 0 0,0 0 0,0-1 0,0 0 0,1 0 0,-1-1 0,13 2 0,10-1 0,1-1 0,0-1 0,0-2 0,0-1 0,0-2 0,55-14 0,-67 12 0,1 0 0,-1-1 0,-1 0 0,0-2 0,0 0 0,-1-1 0,0-1 0,-1-1 0,0 0 0,-1-1 0,19-22 0,-28 26 0,1 1 0,-2-1 0,1-1 0,-1 1 0,-1-1 0,0 0 0,0 0 0,-1 0 0,-1 0 0,0-1 0,0 1 0,-1-1 0,0 0 0,-1 1 0,-1-1 0,-1-11 0,0 17 0,1 0 0,-1 1 0,1-1 0,-2 1 0,1 0 0,0 0 0,-1 0 0,0 0 0,-1 0 0,1 1 0,-1-1 0,1 1 0,-1 0 0,-1 0 0,-7-7 0,-9-3 0,0 1 0,-32-16 0,11 6 0,33 18 10,-1 0 0,1 1 0,-1 0 0,0 0 0,0 1 0,-1 1 0,-19-3 0,0 3-319,-43 2-1,43 1-516,8-1-6000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24575,'4'0'0,"666"-15"0,143 3 0,-505 14 0,289-2-1365,-574 0-5461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3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24575,'1'-2'0,"-1"0"0,1 0 0,-1 0 0,1 0 0,0 1 0,0-1 0,0 0 0,0 0 0,0 0 0,1 1 0,-1-1 0,0 1 0,1-1 0,-1 1 0,1-1 0,0 1 0,-1 0 0,1 0 0,0 0 0,2-1 0,39-19 0,-42 21 0,30-11 0,1 2 0,0 2 0,1 0 0,54-2 0,-110 13 0,-1 1 0,1 1 0,0 1 0,1 1 0,0 1 0,-38 21 0,56-27 0,1 0 0,-1 0 0,1 1 0,0-1 0,0 1 0,0-1 0,0 1 0,1 0 0,-1 0 0,1 0 0,0 1 0,1-1 0,-1 0 0,1 1 0,-1-1 0,1 1 0,0 5 0,-1 9 0,1 0 0,1 0 0,3 19 0,-2-6 0,-1-28 0,0-1 0,0 1 0,1 0 0,-1 0 0,1-1 0,0 1 0,0-1 0,0 1 0,0-1 0,1 1 0,-1-1 0,1 1 0,0-1 0,2 3 0,-2-4 0,0 0 0,0-1 0,1 0 0,-1 1 0,0-1 0,1 0 0,-1 0 0,1 0 0,-1 0 0,1-1 0,-1 1 0,1-1 0,0 1 0,-1-1 0,1 0 0,-1 0 0,1 0 0,0-1 0,-1 1 0,1-1 0,2 0 0,56-8 0,1 2 0,0 2 0,103 7 0,-162-2 0,0 1 0,1-1 0,-1 1 0,0-1 0,0 1 0,0 0 0,0 0 0,0 0 0,0 0 0,0 1 0,0-1 0,0 1 0,-1 0 0,1 0 0,-1 0 0,1 0 0,-1 0 0,0 0 0,1 1 0,-1-1 0,-1 1 0,1 0 0,0-1 0,-1 1 0,1 0 0,-1 0 0,0 0 0,0 0 0,0 0 0,0 0 0,0 1 0,-1-1 0,0 0 0,1 0 0,-1 0 0,-1 6 0,1-2 0,-1 0 0,0 0 0,-1 0 0,1 0 0,-2 0 0,1 0 0,-1 0 0,1-1 0,-2 1 0,1-1 0,-1 0 0,0 0 0,0 0 0,-1 0 0,-9 8 0,4-5-151,-2 0-1,1 0 0,-1-1 0,-1 0 1,1-1-1,-1-1 0,0 0 1,-17 5-1,11-7-6674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39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24575,'9'0'0,"10"0"0,12 0 0,11 0 0,9 0 0,-1 0 0,-1 0 0,-4 0 0,-6 0 0,-5 0 0,-4 0 0,-3 0 0,-7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4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29 24575,'-46'-2'0,"31"1"0,0 0 0,0 1 0,0 0 0,0 1 0,0 1 0,-16 4 0,26-4 0,1-1 0,0 1 0,0 0 0,0 0 0,0 1 0,0-1 0,0 1 0,1 0 0,-1 0 0,1 0 0,0 1 0,-1-1 0,2 1 0,-1 0 0,0-1 0,1 1 0,0 1 0,0-1 0,-2 6 0,-1 6 0,1 0 0,0 0 0,2 1 0,-1 18 0,-3 16 0,-1-11 0,2 1 0,1 43 0,3-74 0,1 0 0,1 0 0,0 1 0,0-1 0,1 0 0,1 0 0,-1 0 0,2 0 0,-1 0 0,1-1 0,1 0 0,0 0 0,11 16 0,-11-20 0,0 0 0,0-1 0,1 1 0,0-1 0,0 0 0,0-1 0,0 1 0,0-1 0,1 0 0,-1-1 0,1 0 0,0 0 0,0 0 0,9 0 0,11 1 0,-1-2 0,40-2 0,-31 0 0,-30 1 0,0-1 0,-1 1 0,1-1 0,0 0 0,0 0 0,-1 0 0,1-1 0,-1 0 0,1 0 0,-1 0 0,0 0 0,0-1 0,0 0 0,0 1 0,4-5 0,-2 1 0,-1 0 0,0 0 0,0-1 0,0 0 0,-1 0 0,0 0 0,0 0 0,3-11 0,0-4 0,0-1 0,-2 0 0,-1 0 0,-1-1 0,1-30 0,-3 31 0,1-4 0,-2 0 0,0 0 0,-1-1 0,-2 2 0,-10-44 0,11 63 7,-1 1 0,0-1 0,0 1 0,-1 0 0,1 0 1,-1 0-1,-1 1 0,1-1 0,-1 1 0,0 0 0,0 0 0,0 1 0,-1-1 0,0 1 0,0 0 0,-10-4 0,5 3-172,-1 0 0,1 1 0,-1 0 0,0 1 0,0 1 0,0 0 0,-1 0 0,-18 1 0,9 1-6661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4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24575,'5'0'0,"4"0"0,6 0 0,5 0 0,2 0 0,7 0 0,2 0 0,0 0 0,-1 0 0,-6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4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24575,'4'0'0,"10"0"0,11 0 0,9 0 0,8 0 0,9 0 0,4 0 0,-3 0 0,-2 0 0,-1 0 0,-4 0 0,-11 0-8191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6:4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24575,'0'937'-1365,"0"-908"-5461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0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24575,'0'1048'-1365,"0"-1019"-5461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1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46 24575,'-6'0'0,"1"0"0,-1 1 0,1-1 0,-1 1 0,1 0 0,-1 0 0,1 1 0,0 0 0,0 0 0,-1 0 0,1 0 0,1 1 0,-9 5 0,7-2 0,0 0 0,0 0 0,0 0 0,1 1 0,0 0 0,1 0 0,-1 0 0,-4 11 0,-7 16 0,-15 41 0,26-59 0,1 0 0,0 0 0,1 1 0,1-1 0,0 21 0,2-27 0,4 222 0,-4-224 0,1 1 0,1-1 0,-1 0 0,2 0 0,-1 0 0,1 0 0,0 0 0,0 0 0,1-1 0,0 0 0,1 0 0,0 0 0,0 0 0,0 0 0,1-1 0,-1 0 0,2 0 0,-1-1 0,1 0 0,-1 0 0,14 7 0,-4-5 0,0 0 0,0-1 0,0 0 0,1-1 0,0-1 0,0-1 0,0-1 0,0 0 0,27-1 0,33 0 0,115-5 0,-188 4 0,-1-1 0,1 1 0,-1-1 0,0 0 0,1 0 0,-1 0 0,0 0 0,0-1 0,1 1 0,-1-1 0,0 0 0,-1 0 0,1 0 0,0 0 0,0 0 0,-1-1 0,0 1 0,1-1 0,-1 1 0,0-1 0,0 0 0,0 0 0,-1 0 0,1 0 0,-1-1 0,1 1 0,-1 0 0,0 0 0,0-5 0,2-10 0,0 1 0,-2-1 0,0 0 0,-3-28 0,1 21 0,0-66 0,-3-74 0,3 155 0,0-1 0,0 1 0,-1-1 0,-1 1 0,0-1 0,0 1 0,-1 0 0,0 0 0,-1 0 0,0 1 0,0 0 0,-1 0 0,0 0 0,-1 1 0,0 0 0,0 0 0,-10-8 0,-20-18 0,26 21 0,-2 2 0,0-1 0,0 2 0,-1 0 0,-20-11 0,20 14 0,-1 1 0,1 1 0,-1 0 0,-1 1 0,1 1 0,-20-3 0,-23-8-1365,42 10-5461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1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24575,'4'0'0,"6"0"0,5 0 0,4 0 0,4 0 0,5 0 0,3 0 0,4 0 0,5 0 0,0 0 0,-4 0 0,-2 0 0,-4 0 0,-7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17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24575,'4'0'0,"6"0"0,9 0 0,6 0 0,7 0 0,7 0 0,0 0 0,2 0 0,-1 0 0,-4 0 0,-3 0 0,-8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1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24575,'0'65'0,"-1"39"0,17 134 0,-11-186 0,-3 59 0,2 14 0,-3-116-147,1 0-1,0-1 1,1 1-1,0-1 0,0 0 1,6 10-1,-8-15-184,9 17-6494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24575,'3'0'0,"1"1"0,-1 0 0,1 0 0,-1 1 0,0-1 0,1 1 0,-1-1 0,0 1 0,0 0 0,0 0 0,5 6 0,7 3 0,113 67 0,123 82 0,-177-109-11,-27-19-666,50 43 0,-79-59-6149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7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4 24575,'-47'-1'0,"30"-1"0,0 2 0,-1 0 0,1 1 0,0 0 0,-21 5 0,34-4 0,0 0 0,-1 0 0,1 0 0,0 0 0,0 1 0,0 0 0,1 0 0,-1 0 0,1 0 0,0 0 0,-6 7 0,-29 49 0,19-27 0,-152 258 0,130-215 0,30-58 60,-22 29-1,21-32-554,1 1 1,-10 17-1,12-13-6331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0,5 0 0,2 0 0,2 0 0,2 0 0,4 0 0,1 0 0,8 0 0,10 0 0,5 0 0,6 0 0,1 0 0,-9 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24575,'4'0'0,"5"0"0,7 0 0,7 0 0,9 0 0,4 4 0,3 6 0,8 9 0,8 10 0,8 9 0,2 2 0,-3 2 0,-7-2 0,-9-3 0,-12-8-8191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9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0 24575,'-4'0'0,"-5"9"0,-6 10 0,-9 15 0,-8 15 0,-3 11 0,-5 8 0,2 1 0,-3 1 0,3-3 0,7-4 0,5-13 0,7-11 0,2-8 0,5-9-8191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24575,'0'4'0,"0"6"0,0 5 0,0 9 0,0 4 0,0 5 0,0 7 0,0 0 0,0 1 0,0-2 0,0-3 0,0 1 0,0-2 0,0 1 0,0-1 0,0-2 0,0-7-8191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0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24575,'-1'0'0,"0"0"0,0 1 0,0-1 0,0 1 0,0-1 0,-1 1 0,2 0 0,-1-1 0,0 1 0,0 0 0,0 0 0,0 0 0,0 0 0,1 0 0,-1 0 0,0 0 0,1 0 0,-1 0 0,1 0 0,-1 1 0,-11 26 0,10-24 0,-4 17 0,1 0 0,0 0 0,-2 38 0,2-14 0,-3 13 0,3-1 0,2 1 0,6 76 0,-1-123-76,0-1 1,0 1-1,2 0 0,-1-1 0,1 0 0,1 1 0,0-2 0,0 1 1,1-1-1,0 1 0,1-2 0,0 1 0,0-1 0,1 0 1,0 0-1,0-1 0,14 9 0,-7-7-6750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0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24575,'1'21'0,"1"0"0,6 25 0,3 27 0,-8-23 0,2 0 0,3 0 0,20 71 0,-20-92 0,-6-18 0,1 0 0,0-1 0,1 1 0,1-1 0,6 13 0,-9-20 0,0 0 0,0 0 0,1-1 0,-1 1 0,1-1 0,-1 0 0,1 1 0,0-1 0,0 0 0,0-1 0,0 1 0,0 0 0,1-1 0,-1 0 0,0 0 0,1 0 0,-1 0 0,1 0 0,-1-1 0,1 1 0,3-1 0,-6 0-4,20 1 45,0-1 1,27-3 0,-44 3-125,0-1 0,1 1 1,-1-1-1,0 0 1,0-1-1,1 1 1,-1-1-1,0 1 1,0-1-1,-1 0 1,1-1-1,0 1 1,-1-1-1,1 1 1,-1-1-1,0 0 1,6-7-1,-2-4-6743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0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24575,'4'0'0,"5"0"0,6 0 0,9 0 0,4 0 0,1 0 0,1 0 0,-1 0 0,-2 0 0,0 0 0,-6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0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0,0 0 0,0 1 0,0-1 0,0 2 0,0-1 0,-1 1 0,1 0 0,-1 0 0,0 1 0,-1 0 0,1 0 0,-1 0 0,0 1 0,0-1 0,6 11 0,8 13 0,0 0 0,25 61 0,-35-71 0,0 3 0,0 0 0,-1 1 0,-2 0 0,0 1 0,-2-1 0,0 1 0,-2 0 0,-1 0 0,-2 43 0,0-31-195,-1-1 0,-2 1 0,-1-1 0,-2 0 0,-1 0 0,-25 62 0,26-82-6631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7:06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24575,'4'0'0,"6"0"0,5 0 0,9 0 0,8 0 0,7 0 0,6 0 0,7 0 0,4 0 0,0 0 0,-1 0 0,-1 0 0,-5 0 0,-8 0 0,-10 0-8191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0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1681 0 24575,'-5'1'0,"0"0"0,0 1 0,1-1 0,-1 1 0,1 0 0,-1 0 0,1 0 0,0 1 0,0 0 0,0 0 0,0 0 0,0 0 0,1 0 0,0 1 0,-5 5 0,-8 6 0,-76 75 0,-91 112 0,-68 116 0,159-197 0,57-77 0,-322 438 0,286-374 0,5 3 0,-86 196 0,48 20 0,62-178 0,16-64 0,-57 214 0,70-237 0,2 1 0,-5 121 0,18 502 0,0-232 0,-1-431 0,0-1 0,2 1 0,0-1 0,2 0 0,0 0 0,1 0 0,15 32 0,-2-16 0,1-1 0,1-1 0,29 36 0,38 69 0,7 9 0,-59-104 0,2-2 0,2-2 0,2-1 0,2-2 0,74 51 0,-82-69 0,1-2 0,1-2 0,66 21 0,26 12 0,-97-35 0,3 2 0,45 14 0,-59-26 0,0-2 0,1 0 0,-1-2 0,1 0 0,36-4 0,-3 1 0,98-1 0,-151 3-105,0 0 0,-1 0 0,1-1 0,0 1 0,0-1 0,-1 0 0,1 0 0,0 0 0,-1 0 0,1-1 0,-1 1 0,4-3 0,4-7-6721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24575,'15'19'0,"0"0"0,-1 1 0,-1 1 0,19 38 0,-1-1 0,13 17 0,60 137 0,-55-99 0,122 197 0,-151-276 0,-14-24 0,0-1 0,-1 1 0,-1 1 0,0-1 0,0 1 0,3 15 0,-7-22 0,1 0 0,-1 1 0,0-1 0,0 0 0,0 0 0,0 1 0,-1-1 0,1 0 0,-1 0 0,0 1 0,-1-1 0,1 0 0,-1 0 0,0 0 0,0-1 0,0 1 0,0 0 0,-1-1 0,-2 5 0,-35 33 0,-60 48 0,37-34 0,23-23 66,-45 29 1,-8 5-1565,65-43-5328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0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24575,'-1'10'0,"-1"-1"0,0 0 0,0 0 0,0 1 0,-7 13 0,-3 13 0,3-6 0,-85 371 0,93-395 0,-15 92 0,3 1 0,2 103 0,11-191 0,0 0 0,1 0 0,1 0 0,0-1 0,0 1 0,1 0 0,6 15 0,-5-19 0,0 0 0,0 0 0,0 0 0,1-1 0,0 0 0,0 0 0,1-1 0,-1 1 0,1-1 0,0 0 0,10 6 0,22 10-1365,-19-12-5461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0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24575,'-1'40'0,"-10"49"0,-1 20 0,11 182 0,2-152 0,-1-135 0,0 0 0,0-1 0,0 1 0,1 0 0,-1 0 0,1-1 0,0 1 0,0-1 0,1 1 0,-1-1 0,1 1 0,0-1 0,-1 0 0,1 1 0,1-1 0,3 5 0,-4-7 0,1 1 0,-1-1 0,0 1 0,1-1 0,-1 0 0,1 0 0,-1 0 0,1 0 0,-1 0 0,1-1 0,0 1 0,-1-1 0,1 1 0,0-1 0,0 0 0,-1 0 0,1-1 0,0 1 0,-1 0 0,1-1 0,0 0 0,-1 1 0,1-1 0,3-2 0,-1 1 9,0-1 1,0 0-1,0 0 0,0-1 0,0 1 1,-1-1-1,1 0 0,-1 0 0,0 0 0,0-1 1,-1 0-1,7-9 0,-4 3-306,0-1 0,0 0 0,-1-1 0,6-19 0,-5 7-6529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0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24575,'5'0'0,"4"-4"0,6-2 0,4 1 0,4 1 0,1 1 0,6 1 0,1 1 0,0 1 0,-1 0 0,-6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24575,'4'4'0,"6"2"0,10-1 0,5-1 0,7-1 0,2 3 0,0 1 0,-2-1 0,-3-2 0,-5 3 0,-4 0 0,-4-1-8191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0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39 24575,'-3'1'0,"0"0"0,1 0 0,-1 0 0,0 0 0,1 0 0,-1 0 0,1 1 0,-1-1 0,1 1 0,0 0 0,0 0 0,-1 0 0,1 0 0,1 0 0,-1 0 0,-2 4 0,-25 39 0,18-22 0,2 0 0,1 1 0,1 0 0,-6 33 0,-8 101 0,20-155 0,-6 78 0,6 150 0,2-225 0,-1-1 0,1 0 0,0 1 0,0-1 0,0 0 0,1 0 0,0 0 0,0 0 0,0 0 0,0 0 0,1 0 0,0-1 0,0 1 0,0-1 0,7 7 0,-5-7 0,0 0 0,0-1 0,0 0 0,0 0 0,1 0 0,-1-1 0,1 0 0,-1 0 0,1 0 0,0 0 0,0-1 0,0 0 0,0-1 0,6 1 0,29 1 0,-1-1 0,1-3 0,60-8 0,-85 6 0,1 0 0,-1-2 0,0 1 0,0-2 0,0 0 0,-1-1 0,0 0 0,-1-2 0,0 1 0,0-2 0,-1 0 0,-1 0 0,0-1 0,0-1 0,-1 0 0,17-26 0,-13 13 0,0-1 0,-2-1 0,-1 0 0,10-35 0,-18 48 0,0 0 0,-1 0 0,-1 0 0,0 0 0,-2-1 0,1 1 0,-2 0 0,0-1 0,0 1 0,-6-21 0,2 22 0,-1 0 0,0 0 0,-1 1 0,-1 0 0,0 0 0,0 1 0,-2 0 0,1 0 0,-1 1 0,-14-11 0,-12-10 0,-74-49 0,95 72-189,0 1 0,-21-9 0,27 13-609,-12-5-6028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0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24575,'34'0'0,"-1"2"0,57 9 0,-73-7 0,0 0 0,0 2 0,-1 0 0,0 0 0,0 2 0,-1 0 0,16 11 0,24 21 0,51 50 0,-100-84 0,12 12 0,-1 0 0,0 1 0,-2 1 0,0 1 0,-2 0 0,0 0 0,-1 1 0,-1 1 0,-2 0 0,0 1 0,-1 0 0,6 36 0,-7-25 0,9 41 0,-4 1 0,4 111 0,-15-127 0,-4 89 0,1-139 0,-1-1 0,0 1 0,-1-1 0,0 0 0,-1 0 0,0-1 0,0 0 0,-1 0 0,-11 13 0,-7 14 0,-1 4 0,-41 53 0,34-52-30,17-22-415,0 0 0,-29 27 0,27-31-6381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2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0 178 24575,'47'-37'0,"-11"11"0,-23 13 0,1 2 0,0 0 0,1 1 0,0 0 0,0 1 0,1 1 0,0 0 0,0 1 0,1 1 0,0 1 0,0 0 0,1 1 0,-1 1 0,1 1 0,22-1 0,242 7 0,-267-2 0,1 0 0,-1 1 0,0 0 0,0 1 0,0 1 0,0 1 0,16 8 0,29 10 0,-40-16 0,-1 0 0,0 2 0,-1 0 0,0 1 0,0 1 0,-1 0 0,-1 1 0,0 1 0,-1 1 0,0 0 0,-1 1 0,22 34 0,-32-43-195,0 0 0,0 0 0,-1 1 0,0-1 0,0 1 0,2 13 0,-1 0-6631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24575,'1'-5'0,"-1"1"0,1-1 0,0 1 0,0-1 0,0 1 0,0 0 0,1 0 0,0-1 0,0 1 0,0 0 0,0 0 0,1 1 0,0-1 0,0 0 0,0 1 0,0 0 0,0 0 0,0 0 0,1 0 0,0 0 0,6-4 0,8-3 0,0 1 0,1 1 0,29-10 0,-36 14 0,163-56 0,3 8 0,195-30 0,-164 51 0,397-5 0,-132 58 0,-458-20 0,-8-2 0,0 0 0,0 1 0,-1 0 0,1 0 0,0 1 0,-1 0 0,1 0 0,-1 1 0,0 0 0,0 0 0,0 1 0,12 7 0,8 9 0,1-2 0,1-1 0,0-1 0,56 20 0,5 3 0,-54-20 0,-1 2 0,50 37 0,38 46 0,-20-38 0,-93-58 0,-1 0 0,0 1 0,-1 0 0,0 0 0,0 1 0,-1-1 0,10 20 0,-7-13 0,0 0 0,17 17 0,-16-20-1365,-2-1-5461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6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24575,'-1'98'0,"5"166"0,-1-221 0,3-1 0,1 1 0,2-1 0,16 47 0,27 38-1365,-43-111-5461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24575,'-9'20'0,"1"1"0,1 1 0,0 0 0,2 0 0,0 0 0,-1 32 0,2 141 0,4-139 0,0 70 0,3 137 0,-3-258 0,0 0 0,0 0 0,1 0 0,0 0 0,0-1 0,0 1 0,0 0 0,1 0 0,0-1 0,0 1 0,0-1 0,0 1 0,1-1 0,-1 0 0,1 0 0,0 0 0,1-1 0,-1 1 0,1-1 0,-1 1 0,1-1 0,0 0 0,0-1 0,1 1 0,-1-1 0,0 1 0,1-1 0,0-1 0,-1 1 0,1-1 0,0 1 0,0-2 0,0 1 0,0 0 0,-1-1 0,9 0 0,36-1-1365,-27 0-5461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7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24575,'4'0'0,"2"4"0,-1 6 0,-1 9 0,-1 10 0,-1 5 0,-1 4 0,0 0 0,-1 2 0,4 3 0,5-2 0,2-4 0,2-8 0,0-4 0,1-8 0,3-5 0,3-6 0,-3-3-8191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24575,'0'-4'0,"0"-5"0,4-2 0,6 1 0,9 3 0,6-2 0,3 1 0,1 1 0,-1 2 0,-1 2 0,0-2 0,-5-2-8191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1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24575,'8'0'0,"-1"1"0,0 0 0,0 1 0,0 0 0,0 0 0,0 0 0,0 1 0,0 0 0,-1 1 0,12 7 0,-10-6 0,0 1 0,0 1 0,0-1 0,-1 1 0,0 1 0,-1-1 0,8 11 0,-10-11 0,0 0 0,-1 1 0,0-1 0,0 1 0,-1 0 0,0 0 0,-1 0 0,1 0 0,-1 8 0,0 14 0,-2 33 0,-1-27 0,-2 392-1365,4-403-5461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24575,'4'0'0,"2"-4"0,3-5 0,5-2 0,13-3 0,14-3 0,12-3 0,6 2 0,2 3 0,-2 2 0,-6 1 0,-5 4 0,-5 3 0,-6 2 0,-6 2 0,-7 1-8191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2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24575,'0'4'0,"4"2"0,10 3 0,10 1 0,7-2 0,9-2 0,3-2 0,2-1 0,2-2 0,-3-1 0,-5 0 0,-4-1 0,-9 1-8191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23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24575,'0'743'0,"0"-712"0,2-1 0,0 0 0,8 36 0,-7-55 0,0 1 0,1-1 0,0 0 0,0-1 0,1 1 0,0-1 0,1 0 0,0 0 0,1 0 0,0-1 0,12 12 0,-14-17 0,-1-1 0,1 1 0,1-1 0,-1 0 0,0-1 0,1 1 0,-1-1 0,1 0 0,-1 0 0,1-1 0,0 0 0,0 0 0,10 0 0,10 0 0,49-5 0,-27 1 0,-32 2-101,-7 1-215,0 0 0,0-1 0,18-3 0,-11-1-6510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24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24575,'4'0'0,"2"-4"0,4-1 0,8 0 0,10 0 0,4 2 0,9 1 0,11-3 0,4-5 0,-2-1 0,-8 2 0,-6 2 0,-10 2-8191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3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24575,'2'0'0,"1"0"0,-1 1 0,0-1 0,0 1 0,1-1 0,-1 1 0,0 0 0,0 0 0,0 0 0,0 0 0,0 0 0,0 1 0,0-1 0,0 1 0,-1-1 0,1 1 0,-1-1 0,1 1 0,-1 0 0,1 0 0,-1 0 0,0 0 0,0 0 0,0 0 0,0 0 0,1 3 0,2 8 0,0 0 0,0 0 0,2 19 0,-3-11 0,73 490 0,-43-252 0,-11-33-1365,-22-193-5461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3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24575,'0'-4'0,"4"-2"0,6 1 0,9-3 0,6-1 0,7 2 0,3 2 0,2-3 0,5 1 0,-1 1 0,-4 1 0,-3 2 0,-4 2 0,-2 0 0,-7 1-8191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36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0,9 0 0,4 0 0,5 0 0,7 0 0,-1 0 0,3 0 0,2 0 0,-3 0 0,-3 0 0,-9 0-8191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3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24575,'5'9'0,"-1"1"0,-1-1 0,0 1 0,0 0 0,-1 1 0,1 14 0,0 66 0,-2-59 0,-2 213 0,2-269 0,1 1 0,1-1 0,1 1 0,1 0 0,12-33 0,-1 14 0,41-78 0,-51 110 14,-1 1-1,1-1 0,1 1 0,0 1 1,0 0-1,1 0 0,-1 0 1,18-12-1,-17 15-137,-1 1 0,1 0 1,-1 0-1,1 1 0,0 0 0,0 1 1,0 0-1,1 0 0,-1 0 0,1 1 1,16 0-1,-4 2-6702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38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24575,'3'3'0,"-1"-1"0,0 1 0,0 0 0,0 0 0,-1 1 0,1-1 0,-1 0 0,1 1 0,-1-1 0,0 0 0,0 1 0,0 4 0,3 46 0,-4-39 0,2 231 0,-2-244 0,0 0 0,0 0 0,0 1 0,1-1 0,-1 0 0,1 0 0,-1 0 0,1 1 0,0-1 0,0 0 0,0 0 0,0 0 0,0 0 0,2 2 0,-2-3 0,-1-1 0,0 0 0,1 0 0,-1 1 0,1-1 0,-1 0 0,0 0 0,1 0 0,-1 0 0,1 0 0,-1 0 0,0 0 0,1 1 0,-1-1 0,1 0 0,-1 0 0,0-1 0,1 1 0,-1 0 0,1 0 0,-1 0 0,1 0 0,-1 0 0,0 0 0,1 0 0,-1-1 0,1 1 0,14-17 0,-4-5 0,-1-1 0,-1 0 0,0 0 0,4-27 0,20-51 0,-30 96 0,-1-1 0,2 1 0,-1 0 0,0 1 0,1-1 0,0 1 0,0-1 0,0 1 0,1 0 0,-1 1 0,1-1 0,6-3 0,-9 6 0,0 0 0,0-1 0,0 1 0,1 0 0,-1 0 0,0 1 0,1-1 0,-1 0 0,1 1 0,-1-1 0,1 1 0,-1 0 0,1 0 0,-1 0 0,1 0 0,-1 0 0,1 1 0,-1-1 0,1 1 0,-1-1 0,0 1 0,1 0 0,-1 0 0,0 0 0,0 0 0,1 1 0,-1-1 0,0 0 0,0 1 0,3 3 0,-3-1 0,1 0 0,-1 1 0,1 0 0,-1-1 0,-1 1 0,1 0 0,-1 0 0,1 0 0,-1 0 0,-1 0 0,1 0 0,-1 0 0,0 0 0,-1 10 0,5 35 0,-4-47 0,1-1 0,0 1 0,-1-1 0,1 1 0,0-1 0,0 0 0,1 0 0,-1 0 0,0 1 0,1-1 0,0 0 0,-1-1 0,1 1 0,0 0 0,0 0 0,3 1 0,-4-2 0,1 0 0,0-1 0,-1 1 0,1-1 0,0 0 0,-1 1 0,1-1 0,0 0 0,0 0 0,-1 0 0,1 0 0,0 0 0,0-1 0,-1 1 0,1 0 0,0-1 0,0 1 0,-1-1 0,1 0 0,-1 0 0,1 1 0,-1-1 0,1 0 0,-1 0 0,1 0 0,-1-1 0,2-1 0,6-5 0,0-1 0,14-18 0,-19 21 0,37-50 0,-23 29 0,22-26 0,-34 47 0,-1 0 0,1 0 0,0 1 0,1 0 0,-1 0 0,1 0 0,0 1 0,0 0 0,10-4 0,-14 7 0,-1 1 0,1-1 0,0 1 0,0 0 0,0 0 0,0 0 0,-1 0 0,1 0 0,0 1 0,0-1 0,0 1 0,-1 0 0,1 0 0,0 0 0,-1 0 0,1 0 0,-1 1 0,1-1 0,-1 1 0,0-1 0,1 1 0,-1 0 0,0 0 0,0 0 0,0 0 0,-1 1 0,1-1 0,0 0 0,0 3 0,5 5 0,-1 1 0,0-1 0,0 1 0,-2 0 0,6 18 0,20 106 129,-11-43-1623,-14-70-5332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3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27 24575,'-12'-1'0,"0"0"0,0-1 0,-19-5 0,-22-4 0,31 9 0,1 0 0,-1 2 0,-41 4 0,53-2 0,1 0 0,-1 1 0,1 0 0,0 0 0,0 1 0,0 0 0,0 0 0,1 1 0,0 1 0,0-1 0,-7 7 0,9-7 0,1 0 0,0 0 0,0 0 0,0 0 0,1 1 0,0 0 0,0 0 0,1 0 0,-1 0 0,1 1 0,0-1 0,1 1 0,0-1 0,0 1 0,0 0 0,1 0 0,0 0 0,1 0 0,-1 0 0,2 12 0,-1 12 0,-1-4 0,5 43 0,-3-63 0,0 0 0,1 0 0,0 1 0,0-1 0,0 0 0,1-1 0,0 1 0,0 0 0,1-1 0,7 11 0,-1-6 0,-1 0 0,0 0 0,-1 1 0,0 1 0,-1-1 0,0 1 0,-1 0 0,-1 1 0,0 0 0,-1-1 0,0 2 0,-1-1 0,-1 0 0,0 0 0,-1 1 0,0-1 0,-2 17 0,0-27 5,1-1-1,-1 1 0,0-1 0,0 0 1,-1 0-1,1 1 0,-1-1 0,0 0 1,1 0-1,-1 0 0,-1-1 1,1 1-1,0 0 0,-1-1 0,1 1 1,-1-1-1,0 0 0,1 0 1,-1 0-1,0 0 0,0-1 0,-1 1 1,1-1-1,0 0 0,0 1 0,-1-2 1,-4 2-1,-9 1-301,0 0 0,0-1 0,0-1 0,-19-1 0,14 0-6529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4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0,4 0 0,7 0 0,4 0 0,5 0 0,1 0 0,-2 0 0,2 0 0,-1 0 0,-3 0 0,-1 0 0,-3 0 0,-2 0 0,-5 0-8191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4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0,4 0 0,4 0 0,1 0 0,1 0 0,1 0 0,0 0 0,-1 0 0,1 0 0,-5 0-8191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4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1654 24575,'10'11'0,"0"1"0,-1 1 0,9 16 0,6 7 0,32 42 0,-3 3 0,-3 2 0,40 95 0,-59-105 0,60 137 0,-90-209 0,13 24 0,-14-26 0,0 1 0,0 0 0,0 0 0,0-1 0,0 1 0,0 0 0,0-1 0,0 1 0,0 0 0,0-1 0,0 1 0,0 0 0,1 0 0,-1-1 0,0 1 0,0 0 0,0 0 0,0-1 0,1 1 0,-1 0 0,0 0 0,0-1 0,0 1 0,1 0 0,-1 0 0,0 0 0,0-1 0,1 1 0,-1 0 0,0 0 0,1 0 0,-1 0 0,0 0 0,0 0 0,1 0 0,-1 0 0,0-1 0,1 1 0,-1 0 0,0 0 0,1 0 0,-1 1 0,0-1 0,0 0 0,1 0 0,-1 0 0,0 0 0,1 0 0,-1 0 0,0 0 0,0 0 0,1 1 0,-1-1 0,0 0 0,0 0 0,1 0 0,-1 0 0,0 1 0,0-1 0,1 0 0,-1 0 0,0 1 0,0-1 0,0 0 0,1 1 0,1-29 0,0 1 0,-3-50 0,-1 5 0,36-301 0,-14 217 0,23-536 0,-45-190 0,2 874 0,0 0 0,1 0 0,-1 0 0,1 0 0,5-14 0,-6 20 0,1 0 0,0-1 0,1 1 0,-1 0 0,0 0 0,1 0 0,-1 0 0,1 0 0,0 0 0,-1 0 0,1 1 0,0-1 0,0 0 0,0 1 0,0 0 0,0-1 0,1 1 0,-1 0 0,0 0 0,1 0 0,-1 1 0,0-1 0,4 0 0,23-3 0,1 2 0,0 1 0,0 1 0,29 4 0,22 0 0,868-18 0,780 2 0,-1073 15 0,2068-3 0,-2325-28 0,-188 8 0,27 18 44,-131 3-1453,-86-1-5417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4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24575,'0'4'0,"0"10"0,0 6 0,0 5 0,0 2 0,0 0 0,0 5 0,4 4 0,1 1 0,1-2 0,-2 2 0,3-2 0,0-2 0,0-2 0,-3-8-8191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47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24575,'1010'0'-1365,"-986"0"-5461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4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24575,'38'-15'0,"2"9"0,0 1 0,0 3 0,66 3 0,-36 0 0,89 2 0,185-5 0,-284-8-1365,-39 5-5461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8:4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24575,'0'131'0,"-24"190"0,-53 342 0,63-529 0,3 11-1365,10-120-5461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08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2 24575,'-96'-1'0,"-105"3"0,194-1 0,0 1 0,0 0 0,0 0 0,0 1 0,1 0 0,-1 0 0,1 1 0,0-1 0,0 1 0,0 1 0,0-1 0,0 1 0,1 0 0,-5 7 0,-7 6 0,2 2 0,-24 37 0,28-39 0,1 0 0,0 0 0,2 1 0,0 1 0,1-1 0,1 1 0,0 0 0,2 0 0,0 1 0,0 29 0,11 310 0,-1-313 0,2-1 0,3 1 0,26 74 0,69 127 0,-96-228 0,100 241 0,-82-177 0,42 141 0,-61-184 0,-1 1 0,-2 0 0,2 67 0,-10 219 0,2-324 0,0 1 0,0-1 0,-1 0 0,1 1 0,-1-1 0,0 0 0,0 0 0,-1 0 0,1 0 0,-1 0 0,0 0 0,0 0 0,0 0 0,0-1 0,-4 5 0,2-4 0,-1 1 0,-1-1 0,1 0 0,-1 0 0,1-1 0,-1 1 0,0-1 0,0-1 0,-9 4 0,-257 74 0,256-77-341,-1 0 0,1-2-1,-21 1 1,17-2-6485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09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24575,'103'-2'0,"115"4"0,-192 1-455,-1 2 0,47 13 0,-51-10-6371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1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24575,'4'0'0,"2"4"0,-1 10 0,-1 7 0,-1 8 0,-1 11 0,-1 8 0,-1 9 0,0 6 0,0 1 0,0-2 0,0-2 0,0-9 0,-1-7 0,1-13-8191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1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24575,'-3'1'0,"0"-1"0,0 1 0,0 0 0,0 0 0,0 0 0,0 0 0,1 0 0,-1 1 0,0-1 0,1 1 0,-1 0 0,1 0 0,0 0 0,-1 0 0,1 0 0,0 1 0,0-1 0,1 0 0,-1 1 0,0 0 0,1-1 0,-1 1 0,-1 4 0,-5 11 0,1 1 0,-7 29 0,8-27 0,-11 35 0,-18 110 0,27-73 0,7-81 0,1 0 0,1 0 0,0 0 0,0 0 0,6 20 0,-4-27 0,-1 0 0,1 0 0,0 0 0,0 0 0,1-1 0,-1 1 0,1-1 0,0 0 0,0 0 0,0-1 0,1 1 0,-1-1 0,1 0 0,0 0 0,0-1 0,0 1 0,0-1 0,0 0 0,1 0 0,6 0 0,-2 1 0,0-1 0,0 0 0,1 0 0,-1-2 0,1 1 0,-1-1 0,1-1 0,-1 0 0,21-4 0,-24 3 0,-1-1 0,1 1 0,-1-1 0,1-1 0,-1 1 0,0-1 0,-1 0 0,1 0 0,0-1 0,-1 0 0,0 0 0,0 0 0,-1 0 0,0-1 0,6-9 0,-5 6 0,0 0 0,-1-1 0,-1 1 0,1-1 0,-2 1 0,1-1 0,-1 0 0,-1 0 0,0 0 0,0-13 0,-1 0 0,0-1 0,-1 1 0,-2 0 0,0 0 0,-1 0 0,-13-35 0,14 47-136,-1 1-1,-1-1 1,0 1-1,-1 0 1,1 0-1,-2 1 1,0 0-1,0 0 0,-9-8 1,3 5-6690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19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24575,'0'768'-1365,"0"-746"-5461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2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24575,'-1'1'0,"0"-1"0,0 0 0,0 0 0,1 1 0,-1-1 0,0 1 0,0-1 0,0 0 0,1 1 0,-1 0 0,0-1 0,0 1 0,1-1 0,-1 1 0,1 0 0,-1 0 0,0-1 0,1 1 0,0 0 0,-1 0 0,1-1 0,-1 1 0,1 0 0,0 0 0,0 0 0,-1 0 0,1 1 0,-5 30 0,5-29 0,-4 226 0,5-138 0,-1-87 0,0-1 0,0 0 0,0 1 0,1-1 0,-1 0 0,1 1 0,0-1 0,0 0 0,0 0 0,0 0 0,0 1 0,1-1 0,-1-1 0,1 1 0,3 4 0,-2-4 0,-1-1 0,1 0 0,0-1 0,0 1 0,0 0 0,0-1 0,0 0 0,0 1 0,1-1 0,-1-1 0,0 1 0,1 0 0,-1-1 0,0 1 0,6-1 0,4 1-227,-1-1-1,1 0 1,-1-1-1,1 0 1,20-5-1,-16 0-6598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2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0,5 0 0,2 0 0,3 0 0,0 0 0,-3 0-8191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23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24575,'1'-2'0,"-1"0"0,1 0 0,0 1 0,0-1 0,0 0 0,0 0 0,0 1 0,0-1 0,0 1 0,0-1 0,1 1 0,-1-1 0,1 1 0,-1 0 0,3-2 0,25-17 0,-12 10 0,1 1 0,28-12 0,-40 19 0,-1 0 0,1 0 0,0 1 0,0-1 0,0 1 0,0 1 0,0-1 0,1 1 0,-1 0 0,0 0 0,0 1 0,9 1 0,-12 0 0,-1-1 0,0 1 0,1-1 0,-1 1 0,0 0 0,0 0 0,0 0 0,0 0 0,0 0 0,-1 0 0,1 1 0,0-1 0,-1 0 0,0 1 0,0-1 0,0 1 0,0 0 0,0-1 0,0 1 0,-1 0 0,1 0 0,-1-1 0,0 1 0,0 0 0,0 4 0,0 6 0,0-1 0,-1 1 0,0 0 0,-4 15 0,3-21 0,-1 0 0,1 0 0,-1-1 0,0 1 0,-1-1 0,0 0 0,0 1 0,0-2 0,0 1 0,-1 0 0,0-1 0,-7 6 0,5-5 0,7-6 0,0 0 0,0 0 0,0 1 0,0-1 0,0 0 0,-1 0 0,1 0 0,0 0 0,0 0 0,0 1 0,0-1 0,0 0 0,0 0 0,0 0 0,-1 0 0,1 1 0,0-1 0,0 0 0,0 0 0,0 0 0,0 0 0,0 1 0,0-1 0,0 0 0,0 0 0,0 0 0,0 1 0,0-1 0,0 0 0,0 0 0,0 0 0,0 0 0,0 1 0,0-1 0,1 0 0,-1 0 0,0 0 0,0 0 0,0 1 0,0-1 0,0 0 0,0 0 0,0 0 0,1 0 0,10 4 0,20-3 0,-29-1 0,217-4-1365,-197 4-5461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3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572 837 24575,'-48'0'0,"7"-1"0,-75 8 0,102-5 0,0 1 0,0 1 0,0 0 0,1 1 0,-1 0 0,1 1 0,0 0 0,1 1 0,-14 10 0,6-1 0,0 1 0,1 1 0,0 0 0,2 2 0,0 0 0,1 1 0,1 1 0,1 0 0,2 1 0,0 0 0,-10 27 0,18-38 0,1 1 0,0-1 0,1 1 0,0-1 0,1 1 0,0 0 0,1-1 0,0 1 0,3 16 0,-1-20 0,0 0 0,0 0 0,1 0 0,0-1 0,1 1 0,0-1 0,0 0 0,0 0 0,1 0 0,1-1 0,-1 0 0,1 0 0,11 11 0,9 4 0,34 23 0,-49-38 0,1 1 0,1-2 0,-1 1 0,1-2 0,24 8 0,-31-12 0,-1-1 0,1 0 0,0 0 0,0 0 0,0 0 0,-1-1 0,1 0 0,0 0 0,-1-1 0,1 1 0,-1-1 0,1-1 0,-1 1 0,0-1 0,0 0 0,0 0 0,0 0 0,-1-1 0,1 1 0,-1-1 0,7-8 0,6-7 0,-1 0 0,0-2 0,19-33 0,1-14 0,-3-2 0,-4-1 0,27-94 0,-48 140 0,11-41 0,-2 0 0,-3-1 0,-4-1 0,4-117 0,-14 89 0,-5 0 0,-30-169 0,22 182 0,2 130 0,-35 602 0,14-135 0,27-461-1365,2-12-5461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3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24575,'-1'231'0,"3"243"0,-1-449 0,0 1 0,2 0 0,0-1 0,14 47 0,-15-66 0,0 0 0,1 0 0,-1 0 0,1 0 0,0-1 0,1 1 0,-1-1 0,1 0 0,0 0 0,1 0 0,-1 0 0,1-1 0,0 0 0,0 0 0,0 0 0,0-1 0,1 1 0,-1-1 0,1 0 0,0-1 0,0 0 0,0 0 0,0 0 0,11 1 0,-5-1 0,-1 0 0,1-2 0,0 1 0,-1-2 0,1 1 0,-1-2 0,1 1 0,19-7 0,-25 6 0,0 0 0,-1-1 0,1 0 0,-1 0 0,0 0 0,0-1 0,0 0 0,0 0 0,-1 0 0,1-1 0,-1 1 0,0-1 0,-1 0 0,1 0 0,-1 0 0,0-1 0,0 1 0,2-7 0,4-14-1365,-4 3-5461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3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24575,'495'0'0,"-447"-4"-1365,-33-1-5461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5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1 891 24575,'12'14'0,"-1"0"0,-1 1 0,0 1 0,0-1 0,-2 2 0,0-1 0,9 30 0,-2-8 0,144 367 0,4 12 0,26 17 0,-182-418 0,-5-10 0,1 1 0,0 0 0,0-1 0,1 0 0,0 0 0,0 0 0,9 10 0,-13-16 0,0 0 0,0 0 0,0 0 0,1 1 0,-1-1 0,0 0 0,0 0 0,1 0 0,-1 0 0,0 0 0,0 0 0,1 0 0,-1 1 0,0-1 0,0 0 0,1 0 0,-1 0 0,0 0 0,0 0 0,1 0 0,-1 0 0,0 0 0,0 0 0,1-1 0,-1 1 0,0 0 0,1 0 0,-1 0 0,0 0 0,0 0 0,0 0 0,1 0 0,-1-1 0,0 1 0,0 0 0,1 0 0,-1 0 0,0-1 0,0 1 0,0 0 0,0 0 0,1 0 0,-1-1 0,0 1 0,0 0 0,0 0 0,0-1 0,0 1 0,0 0 0,0 0 0,0-1 0,3-8 0,-2 1 0,1-1 0,-1 1 0,0-1 0,-1-15 0,1 1 0,56-567 39,40 6-463,-79 481 161,1-5 188,108-730 20,-126 825 69,0 4 38,-1 0 0,2 0-1,-1 0 1,5-11-1,-6 18-38,1 1-1,-1-1 0,1 1 0,-1-1 0,1 1 0,0 0 0,0-1 0,0 1 1,0 0-1,0 0 0,0-1 0,0 1 0,0 0 0,0 0 0,1 0 1,-1 0-1,0 1 0,1-1 0,-1 0 0,1 1 0,-1-1 0,1 0 0,-1 1 1,1 0-1,-1-1 0,1 1 0,-1 0 0,1 0 0,-1 0 0,3 0 1,107 14 119,-41-3-135,1333 196-2145,-108-14-2351,927 42 687,18-80 3803,716-70-1514,-1688-95 6151,-1230 10-5456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5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24575,'0'8'0,"0"7"0,-4 10 0,-2 12 0,1 10 0,1 8 0,-4 8 0,1 1 0,0-1 0,2 0 0,2-5 0,1-5 0,1-7 0,1-7 0,0-10-8191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51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24575,'1041'0'-1365,"-1016"0"-5461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5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24575,'36'-2'0,"0"-2"0,51-11 0,19-3 0,-3 10 0,118 5 0,-450 5 0,212 0 0,-1 1 0,1 1 0,0 0 0,0 2 0,1 0 0,-1 0 0,1 2 0,1 0 0,-1 1 0,1 0 0,1 1 0,-16 14 0,26-20 0,1 0 0,-1 0 0,1 0 0,-1 0 0,1 1 0,1 0 0,-1-1 0,1 1 0,-1 0 0,1 0 0,1 1 0,-1-1 0,1 0 0,-1 9 0,0 1 0,1 0 0,1 0 0,1 0 0,2 16 0,-3-28 0,1-1 0,-1 1 0,1-1 0,0 1 0,0-1 0,0 1 0,0-1 0,0 1 0,1-1 0,-1 0 0,1 0 0,-1 0 0,1 0 0,0 0 0,0 0 0,0 0 0,0 0 0,0-1 0,0 1 0,0-1 0,0 0 0,1 0 0,-1 1 0,1-1 0,-1-1 0,1 1 0,-1 0 0,5 0 0,8 1 0,-1-1 0,0 0 0,0-1 0,18-2 0,-7 1 0,20-1 0,-5 0 0,55 4 0,-83-1 0,1 1 0,-1 0 0,0 1 0,0 0 0,-1 1 0,1 0 0,-1 1 0,20 11 0,-26-12 0,-1-1 0,0 1 0,1 0 0,-2 0 0,1 1 0,0-1 0,-1 1 0,0 0 0,0 0 0,0 0 0,-1 0 0,1 0 0,-1 0 0,-1 1 0,1-1 0,-1 1 0,0 0 0,0-1 0,0 1 0,-1 0 0,0 0 0,-1 7 0,1-4 0,-1 0 0,-1 0 0,1 0 0,-1 0 0,-1 0 0,0 0 0,0-1 0,-1 1 0,0-1 0,0 0 0,-1 0 0,0-1 0,-9 11 0,-4 2-124,0-2 0,-2-1 0,0 0 0,-1-1 0,-1-1 0,-1-2-1,1 0 1,-2-1 0,0-1 0,-35 11 0,31-16-6702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5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790 28 24575,'-1'-1'0,"1"-1"0,0 1 0,-1 0 0,0 0 0,1 0 0,-1 0 0,0 0 0,1 0 0,-1 0 0,0 1 0,0-1 0,0 0 0,0 0 0,1 1 0,-1-1 0,0 0 0,0 1 0,-1-1 0,1 1 0,0-1 0,0 1 0,0-1 0,0 1 0,0 0 0,0 0 0,-1 0 0,-1 0 0,-37-5 0,35 5 0,-54-3 0,-80 6 0,133-3 0,0 2 0,0-1 0,1 0 0,-1 1 0,0 0 0,1 1 0,0-1 0,-1 1 0,1 0 0,0 0 0,0 1 0,1-1 0,-1 1 0,1 0 0,0 0 0,0 1 0,0-1 0,-5 9 0,-3 7 0,0 0 0,2 1 0,-11 30 0,16-40 0,1 2 0,0-1 0,1 1 0,0 0 0,1 0 0,-1 21 0,5 69 0,0-42 0,-1-15 0,-2 14 0,4-1 0,10 65 0,-8-83 0,1 51 0,-5-61 0,1 0 0,1 0 0,13 52 0,-7-50 0,-2 1 0,-1 0 0,1 56 0,-8 105 0,-2-76 0,3 648 0,0-757 0,0-1 0,-1 1 0,0-1 0,-1 0 0,0 1 0,-1-1 0,0 0 0,0 0 0,-1-1 0,-6 13 0,7-16 0,0-1 0,0 0 0,0 0 0,-1 0 0,0 0 0,0 0 0,0-1 0,0 1 0,0-1 0,-1 0 0,1 0 0,-1-1 0,0 1 0,0-1 0,0 0 0,0-1 0,0 1 0,0-1 0,-10 1 0,-30 1 0,0-2 0,-62-7 0,28-13-1365,61 16-5461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9:5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24575,'71'0'0,"-42"0"0,-25 0 0,-8 0 0,-4 0 0,-1 0 0,1 1 0,-1 0 0,1 0 0,0 1 0,-1 0 0,-12 5 0,17-5 0,0 1 0,-1-1 0,1 1 0,0 0 0,0 0 0,1 0 0,-1 0 0,1 1 0,-1-1 0,1 1 0,0 0 0,1 0 0,-1 0 0,-4 9 0,0 3 0,1 1 0,0 0 0,1 1 0,1-1 0,0 1 0,1 0 0,1 0 0,1 0 0,2 26 0,-1-42 0,0 0 0,0 0 0,1 1 0,-1-1 0,1 0 0,0 0 0,-1 0 0,1 0 0,0 0 0,0 0 0,0 0 0,1 0 0,-1 0 0,0 0 0,1 0 0,-1-1 0,1 1 0,0 0 0,-1-1 0,1 0 0,0 1 0,0-1 0,0 0 0,0 0 0,0 0 0,0 0 0,0 0 0,3 0 0,6 1 0,-1 0 0,1-1 0,0 0 0,21-2 0,-21 0 0,0 1 0,-1 0 0,15 3 0,-18-1 0,0 0 0,-1 0 0,1 0 0,-1 1 0,1 0 0,-1 1 0,0-1 0,-1 1 0,1 0 0,0 1 0,-1-1 0,0 1 0,0 0 0,-1 0 0,1 1 0,-1-1 0,0 1 0,-1 0 0,1 0 0,-1 0 0,0 1 0,-1-1 0,0 1 0,0 0 0,0-1 0,-1 1 0,0 0 0,0 0 0,0 0 0,-1 7 0,-2-8-97,1 0-1,-1-1 1,0 1-1,0-1 1,0 1-1,-1-1 1,0 0-1,0 0 1,0 0-1,-1 0 1,1 0-1,-1-1 0,-9 8 1,2-2-6729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00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47 24575,'-3'0'0,"0"1"0,0-1 0,-1 1 0,1 0 0,0 0 0,0 0 0,0 0 0,0 1 0,0-1 0,1 1 0,-1 0 0,0 0 0,1 0 0,-1 0 0,1 0 0,0 0 0,-4 5 0,-3 5 0,0 0 0,-10 20 0,13-22 0,-9 18 0,1 0 0,2 1 0,1 0 0,1 0 0,1 1 0,2 1 0,-3 31 0,2 16 0,3 125 0,5-198 0,0-1 0,1 0 0,-1 1 0,1-1 0,0 0 0,0 0 0,0 1 0,0-1 0,1 0 0,0 0 0,-1-1 0,2 1 0,-1 0 0,0-1 0,5 6 0,-2-4 0,0-1 0,1 1 0,0-1 0,0 0 0,1-1 0,-1 1 0,1-1 0,9 3 0,-2-1 0,0-2 0,0 0 0,1 0 0,-1-1 0,0-1 0,1 0 0,-1-1 0,1-1 0,-1 0 0,0-1 0,1-1 0,-1 0 0,18-7 0,-23 6 0,0 0 0,-1 0 0,0-1 0,1 0 0,-2 0 0,1-1 0,-1 0 0,0 0 0,0-1 0,0 0 0,6-9 0,-6 4 0,0 1 0,0-1 0,-1-1 0,-1 1 0,0-1 0,7-26 0,-5-4 0,-1 0 0,-2-1 0,-4-76 0,0 111 0,-3-26 0,-2 1 0,0-1 0,-18-54 0,15 58 0,6 25 9,0 0-1,0 0 1,-1 0-1,1 0 1,-1 0 0,-1 1-1,1 0 1,-1-1-1,0 1 1,0 1-1,0-1 1,-1 1-1,-6-6 1,2 4-221,0 0 0,0 0 0,-1 1-1,0 1 1,0-1 0,-20-4 0,14 4-6614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0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0,4 0 0,4 0 0,1 0 0,1 0 0,1 0 0,4 0 0,1 0 0,0 0 0,-2 0 0,-1 0 0,-5 0-8191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0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24575,'0'642'0,"1"-621"0,1-1 0,1 1 0,1-1 0,1 0 0,0 0 0,2 0 0,16 35 0,-19-50 6,-1 1 0,1-2 0,0 1 0,0 0 0,1-1 0,-1 0 0,1 0 0,0 0 0,0-1-1,0 1 1,1-1 0,-1 0 0,1-1 0,0 1 0,0-1 0,0-1 0,0 1 0,12 1 0,10 1-423,0-1 0,49-2 1,-70-1 188,14-1-6598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0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24575,'5'0'0,"4"0"0,6 0 0,5 0 0,6 0 0,8 0 0,7 0 0,4 0 0,3 0 0,-2 0 0,-10 0-8191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0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24575,'-1'0'0,"0"0"0,0 1 0,0-1 0,0 0 0,0 1 0,0-1 0,0 1 0,0-1 0,1 1 0,-1-1 0,0 1 0,0 0 0,1-1 0,-1 1 0,0 0 0,1 0 0,-1-1 0,0 1 0,1 0 0,-1 0 0,1 0 0,-1 1 0,-9 23 0,9-21 0,-99 404 0,100-407 0,-9 47 0,1 1 0,3 0 0,3 0 0,1 0 0,2 0 0,3 0 0,12 64 0,-12-101-151,0-1-1,0 0 0,1 0 0,0 0 1,1 0-1,0-1 0,1 0 1,9 10-1,-5-8-6674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0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24575,'11'0'0,"0"0"0,0 1 0,0 0 0,0 1 0,0 0 0,0 1 0,0 0 0,11 5 0,-16-4 0,0-1 0,0 1 0,0 0 0,0 0 0,-1 0 0,0 1 0,0 0 0,0 0 0,-1 0 0,1 1 0,-1-1 0,-1 1 0,1 0 0,4 10 0,7 21 0,-2 0 0,-1 1 0,-1 0 0,-3 1 0,7 61 0,-6 201 0,-9-276 0,0-1-1365,0-2-5461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0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24575,'0'-3'0,"1"1"0,-1-1 0,1 0 0,0 1 0,0-1 0,0 1 0,0-1 0,0 1 0,1-1 0,-1 1 0,1 0 0,-1 0 0,1 0 0,0 0 0,0 0 0,0 0 0,0 0 0,0 1 0,1-1 0,-1 1 0,4-2 0,1-2 0,1 2 0,-1-1 0,1 1 0,0 0 0,14-2 0,-18 4 0,1 0 0,0 0 0,0 0 0,0 1 0,0 0 0,0 0 0,0 0 0,0 1 0,0-1 0,0 1 0,0 1 0,0-1 0,7 3 0,-10-2 0,0 0 0,1 0 0,-1 0 0,0 0 0,0 0 0,0 0 0,0 1 0,0-1 0,-1 1 0,1-1 0,-1 1 0,0 0 0,1-1 0,-1 1 0,0 0 0,-1 0 0,1 0 0,0 0 0,-1 0 0,0 0 0,0 0 0,0 0 0,0 0 0,0 3 0,-1 13 0,-1 0 0,0 0 0,-2 0 0,0 0 0,-1-1 0,-1 0 0,0 0 0,-2 0 0,0-1 0,0 0 0,-2-1 0,0 0 0,-1 0 0,-14 15 0,18-23 0,-5 7 0,-1 0 0,-26 23 0,38-37 0,0-1 0,0 1 0,-1 0 0,1 0 0,0 0 0,1 0 0,-1 0 0,0 0 0,0 0 0,0 0 0,1 0 0,-1 0 0,0 0 0,1 1 0,-1-1 0,1 0 0,-1 3 0,1-3 0,0-1 0,0 1 0,1 0 0,-1-1 0,0 1 0,1-1 0,-1 1 0,0 0 0,1-1 0,-1 1 0,1-1 0,-1 1 0,1-1 0,-1 1 0,1-1 0,-1 0 0,1 1 0,-1-1 0,1 1 0,-1-1 0,1 0 0,0 0 0,-1 1 0,2-1 0,8 3 0,0-1 0,0-1 0,19 2 0,-8-1 0,21 6-682,66 3-1,-87-11-6143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1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231 609 24575,'-35'-1'0,"18"0"0,1 1 0,0 0 0,-1 1 0,-25 6 0,38-6 0,0 0 0,0 0 0,0 1 0,0-1 0,1 1 0,-1 0 0,0 0 0,1 0 0,-1 1 0,1 0 0,0-1 0,0 1 0,0 0 0,0 0 0,1 1 0,-1-1 0,1 0 0,-1 1 0,1 0 0,1-1 0,-1 1 0,-2 8 0,0 4 0,0 0 0,1 1 0,-1 33 0,4-43 0,0 0 0,0 1 0,1-1 0,-1 1 0,2-1 0,-1 0 0,1 0 0,0 0 0,1 0 0,-1 0 0,6 9 0,-7-14 0,1 1 0,0-1 0,0 0 0,0 1 0,0-1 0,0 0 0,0 0 0,0-1 0,1 1 0,-1 0 0,1-1 0,-1 0 0,1 1 0,-1-1 0,1 0 0,0 0 0,0 0 0,-1-1 0,1 1 0,6 0 0,-5-2 0,1 1 0,0-1 0,-1 0 0,1 0 0,-1-1 0,1 1 0,-1-1 0,0 0 0,0 0 0,0 0 0,7-6 0,2-2 0,0-1 0,-2 0 0,1-1 0,-1 0 0,-1-1 0,12-18 0,6-19 0,-3-1 0,-1-1 0,-3-2 0,-2 0 0,-3-1 0,-2 0 0,-2-1 0,5-68 0,-14 90 0,-2 0 0,0-1 0,-6-38 0,-7 38 0,11 33 0,0 0 0,1 1 0,-1-1 0,0 0 0,0 1 0,0-1 0,-1 1 0,1 0 0,0-1 0,0 1 0,-1 0 0,1-1 0,-1 1 0,1 0 0,-1 0 0,-2-1 0,3 3 0,0-1 0,1 1 0,-1-1 0,0 1 0,0-1 0,1 1 0,-1-1 0,0 1 0,1 0 0,-1-1 0,1 1 0,-1 0 0,1 0 0,-1-1 0,1 1 0,-1 0 0,1 0 0,0 0 0,-1 0 0,1-1 0,0 1 0,0 0 0,0 0 0,0 0 0,0 0 0,0 0 0,0 0 0,0 0 0,0 1 0,0 1 0,-6 77 0,6 124 0,2-91 0,-1 440-1365,-1-529-5461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1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24575,'-1'137'0,"3"153"0,0-272 0,1 0 0,1-1 0,0 1 0,2-1 0,12 30 0,-12-32 0,-4-11 6,0 0 0,1-1-1,-1 1 1,1 0 0,-1-1-1,1 0 1,0 1 0,1-1 0,-1 0-1,1 0 1,-1-1 0,1 1-1,0-1 1,0 0 0,0 0-1,0 0 1,0 0 0,0-1 0,0 0-1,7 1 1,7 2-377,0-2-1,0 0 1,28-1 0,-25-1-6455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1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24575,'4'0'0,"10"0"0,11 0 0,1-4 0,0-2 0,1 1 0,-5 1-8191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4:12:20.09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 contextRef="#ctx0" brushRef="#br0">1527 48,'120'-48,"-96"48,0 0,0 0,0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4:5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2121 24575,'147'-134'0,"-98"92"0,-2-1 0,54-64 0,17-65 0,-21 28 0,39-56 0,-94 128 0,12-20 0,-8 20 0,49-106 0,-39 67 0,72-139 0,-108 203 0,11-19 0,21-41 0,-12 20 0,-26 57-341,-1-1 0,-2 0-1,13-53 1,-19 64-6485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3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80 24575,'0'-1'0,"-1"-1"0,1 1 0,-1-1 0,1 1 0,-1 0 0,0-1 0,1 1 0,-1 0 0,0 0 0,0 0 0,0 0 0,0 0 0,0 0 0,0 0 0,0 0 0,0 0 0,0 0 0,0 0 0,-3-1 0,-30-15 0,20 10 0,3 2 0,-1 0 0,1 0 0,-1 1 0,0 1 0,0 0 0,0 0 0,0 1 0,-1 1 0,1 0 0,-24 2 0,30-1 0,-1 0 0,1 1 0,0 0 0,1 0 0,-1 1 0,0 0 0,0 0 0,1 0 0,-1 1 0,1-1 0,-1 1 0,1 1 0,0-1 0,0 1 0,1 0 0,-1 0 0,1 0 0,0 0 0,0 1 0,0 0 0,1 0 0,-1 0 0,-4 10 0,-16 47 0,-30 117 0,47-144 0,1 0 0,1 1 0,2-1 0,2 1 0,3 41 0,-1-72 0,0 0 0,0 0 0,1-1 0,-1 1 0,1 0 0,0-1 0,0 1 0,0-1 0,1 1 0,0-1 0,-1 0 0,1 0 0,1 0 0,-1-1 0,1 1 0,-1-1 0,1 0 0,0 0 0,0 0 0,1 0 0,-1-1 0,0 1 0,1-1 0,0-1 0,-1 1 0,7 1 0,12 3 0,0-1 0,0-1 0,0-1 0,30 0 0,179-3 0,-219-1 0,1-2 0,0 1 0,-1-1 0,0-1 0,0-1 0,0 0 0,22-11 0,80-58 0,-91 57 0,-17 12 0,-1 0 0,0 0 0,0-1 0,-1 1 0,1-1 0,-1-1 0,0 1 0,-1-1 0,0 0 0,0 0 0,0 0 0,-1 0 0,0-1 0,0 1 0,-1-1 0,2-8 0,0-10 0,-2 0 0,0 0 0,-4-41 0,1 26 0,1 35 0,0 0 0,-1 1 0,1-1 0,-1 1 0,0-1 0,-1 1 0,1-1 0,-1 1 0,0-1 0,-1 1 0,1 0 0,-1 0 0,0 0 0,0 1 0,0-1 0,-1 1 0,0 0 0,0-1 0,0 2 0,0-1 0,-1 0 0,1 1 0,-1 0 0,-10-5 0,-15-9 0,17 9 0,0 1 0,0 1 0,-1 0 0,-25-8 0,-20-3-1365,42 13-5461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277 145 24575,'0'-2'0,"0"0"0,0 0 0,0 0 0,0 0 0,-1 0 0,1 1 0,-1-1 0,1 0 0,-1 0 0,0 0 0,0 1 0,0-1 0,0 0 0,0 1 0,0-1 0,0 1 0,0-1 0,-1 1 0,1 0 0,-1-1 0,1 1 0,-1 0 0,1 0 0,-1 0 0,0 0 0,1 0 0,-1 0 0,0 1 0,0-1 0,1 1 0,-1-1 0,0 1 0,0 0 0,0-1 0,0 1 0,0 0 0,0 0 0,-2 1 0,0-1 0,-1 0 0,1 0 0,-1 1 0,1 0 0,-1 0 0,1 0 0,0 1 0,-1-1 0,1 1 0,0 0 0,0 0 0,0 1 0,0-1 0,1 1 0,-6 4 0,-3 8 0,1 1 0,1 0 0,1 1 0,-15 33 0,-7 13 0,22-45 0,1 0 0,0 1 0,1 0 0,1 0 0,1 1 0,1 0 0,1-1 0,0 2 0,2-1 0,0 30 0,0-18 0,0-20 0,0 0 0,1 0 0,1 0 0,0 0 0,0 0 0,1 0 0,3 11 0,-3-21 0,-1 0 0,0 0 0,1 0 0,-1 0 0,1 0 0,0 0 0,-1 0 0,1-1 0,0 1 0,0-1 0,0 1 0,0-1 0,1 0 0,-1 0 0,0 0 0,0 0 0,1 0 0,-1 0 0,0-1 0,1 1 0,-1-1 0,4 0 0,8 2 0,0-2 0,25-1 0,-19-1 0,63 1 0,60-3 0,-132 3 0,0-1 0,-1 0 0,1-1 0,-1 0 0,1 0 0,-1-2 0,0 1 0,-1-1 0,1 0 0,-1-1 0,13-10 0,-7 4 0,-1-2 0,0 1 0,-1-2 0,0 0 0,15-24 0,-18 21 0,-1 0 0,0 0 0,-1-1 0,-1 0 0,-1 0 0,0-1 0,-2 1 0,3-24 0,-3 0 0,-2 0 0,-5-77 0,3 114 0,-1-1 0,0 0 0,0 0 0,-1 0 0,1 1 0,-2-1 0,1 1 0,-4-8 0,3 10 0,1 0 0,-1 1 0,0-1 0,0 1 0,0-1 0,-1 1 0,1 0 0,-1 1 0,0-1 0,0 1 0,0-1 0,-8-2 0,-68-28-1365,60 28-5461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2 24575,'-103'-2'0,"-116"5"0,210-2 0,0 1 0,0 1 0,0-1 0,0 2 0,1-1 0,-1 1 0,1 0 0,0 1 0,0 0 0,1 0 0,-11 9 0,9-5 0,-1-1 0,1 1 0,1 1 0,-1 0 0,2 0 0,-1 1 0,-9 19 0,8-10 0,-3 4 0,1 1 0,2 0 0,-7 28 0,7-19 0,4-17 0,0 0 0,2 1 0,-2 23 0,4-36 0,1-1 0,0 0 0,0 0 0,1 0 0,-1 0 0,1 0 0,0 0 0,0 0 0,0 0 0,1 0 0,-1 0 0,1-1 0,0 1 0,0 0 0,0-1 0,1 0 0,-1 1 0,1-1 0,5 5 0,8 4 0,1 0 0,1-1 0,-1 0 0,2-2 0,-1 0 0,1-1 0,1-1 0,30 8 0,4 2 0,17 5 0,-23-12 0,0-2 0,0-2 0,1-2 0,70-4 0,-107-1 0,0-2 0,0 0 0,0 0 0,0-1 0,-1-1 0,1 0 0,-1 0 0,0-1 0,-1 0 0,1-1 0,-1 0 0,-1-1 0,1 0 0,-1-1 0,-1 0 0,1 0 0,-2-1 0,10-13 0,-11 13 0,1 0 0,-2 0 0,1-1 0,-1 0 0,-1 0 0,0 0 0,0-1 0,-1 1 0,-1-1 0,0 0 0,0 1 0,-1-1 0,-1 0 0,0 0 0,-1 0 0,0 0 0,-1 0 0,0 1 0,-4-14 0,2 17 15,0 0 0,0 1 0,-1-1 0,0 1 0,0 0-1,0 0 1,-1 1 0,-13-12 0,12 11-265,-1 0 0,1 0 0,1-1 1,-1 0-1,-6-12 0,6 5-6576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0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24575,'-1'3'0,"-1"1"0,1-1 0,-1 0 0,1 0 0,-1 0 0,0 0 0,0 0 0,-1-1 0,-2 4 0,-9 13 0,7-3 0,0 0 0,1 1 0,0 0 0,2 0 0,0 1 0,0-1 0,0 21 0,2 2 0,2 0 0,5 45 0,-4-80-151,-1-1-1,1 1 0,0-1 0,1 1 1,-1-1-1,1 1 0,0-1 1,2 5-1,7 6-6674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24575,'-1'6'0,"0"-1"0,0 1 0,0-1 0,-1 1 0,-2 7 0,-5 18 0,6-15 0,1 0 0,1 1 0,0-1 0,1 1 0,1-1 0,1 1 0,4 20 0,-5-33 0,0 0 0,0 0 0,0-1 0,1 1 0,0 0 0,-1-1 0,1 1 0,1-1 0,-1 1 0,0-1 0,1 0 0,0 0 0,-1 0 0,1-1 0,0 1 0,0 0 0,1-1 0,-1 0 0,1 0 0,-1 0 0,1 0 0,-1-1 0,1 1 0,0-1 0,0 0 0,0 0 0,0 0 0,0-1 0,0 0 0,0 1 0,0-1 0,0 0 0,0-1 0,0 1 0,5-2 0,-3 0 0,1 1 0,-1-1 0,0-1 0,0 1 0,1-1 0,-2-1 0,1 1 0,0-1 0,-1 0 0,1 0 0,-1 0 0,0-1 0,-1 1 0,1-1 0,-1-1 0,0 1 0,0-1 0,-1 1 0,1-1 0,4-11 0,-1-1 0,0 0 0,-1-1 0,0 1 0,-2-1 0,0 0 0,1-23 0,-5 38 0,1 1 0,-1-1 0,0 0 0,0 0 0,-1 0 0,1 0 0,-1 0 0,0 0 0,0 0 0,0 0 0,0 1 0,-1-1 0,1 0 0,-1 1 0,0-1 0,0 1 0,0 0 0,-4-4 0,3 4 0,-1 0 0,0 0 0,0 1 0,0-1 0,0 1 0,0 0 0,-1 0 0,1 1 0,-1-1 0,1 1 0,-1 0 0,1 0 0,-1 0 0,0 1 0,-5 0 0,-92-13-1365,81 10-5461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3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24575,'0'4'0,"0"6"0,0 5 0,0 4 0,0 4 0,0 1 0,0 1 0,0-3-8191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70 24575,'-10'28'0,"1"-4"0,5 0 0,-2 45 0,6-58 0,0-1 0,1 1 0,0-1 0,1 1 0,0-1 0,6 19 0,-6-25 0,0 0 0,1 0 0,-1 0 0,1-1 0,-1 1 0,1-1 0,0 1 0,1-1 0,-1 0 0,0 0 0,1-1 0,0 1 0,-1-1 0,1 1 0,0-1 0,1 0 0,-1-1 0,0 1 0,0-1 0,1 0 0,-1 0 0,0 0 0,1 0 0,-1-1 0,1 0 0,-1 0 0,8-1 0,-7 1 0,0-1 0,0 1 0,-1-1 0,1 0 0,0-1 0,-1 1 0,1-1 0,-1 0 0,0 0 0,0 0 0,0-1 0,0 1 0,0-1 0,0 0 0,0 0 0,-1 0 0,0-1 0,1 1 0,-1-1 0,-1 0 0,1 0 0,0 0 0,-1 0 0,0-1 0,3-7 0,-1-8 0,-1-1 0,-1 1 0,0-1 0,-2 0 0,-1 0 0,-3-28 0,3 45 0,0 1 0,0-1 0,0 1 0,0-1 0,0 1 0,-1 0 0,0 0 0,1 0 0,-1-1 0,0 2 0,-1-1 0,1 0 0,0 0 0,-1 1 0,1-1 0,-1 1 0,0 0 0,0 0 0,-6-3 0,-4-2 0,-2 0 0,1 1 0,-22-5 0,-8-4 0,26 9-1365,2 1-5461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24575,'3'0'0,"1"0"0,-1 0 0,1 1 0,0 0 0,-1-1 0,1 2 0,-1-1 0,1 0 0,-1 1 0,0-1 0,1 1 0,-1 0 0,0 0 0,4 4 0,-2-1 0,0 0 0,0 0 0,-1 0 0,0 1 0,0 0 0,0 0 0,3 8 0,-1 0 0,0 0 0,-2 0 0,0 0 0,0 0 0,-1 1 0,1 24 0,-6 135-1365,2-153-5461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0 24575,'-4'0'0,"-6"0"0,-5 0 0,-9 0 0,-4 0 0,-6 5 0,-1 0 0,1 0 0,2 4 0,2-1 0,3 0 0,1-3 0,1-2 0,4-1-8191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2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24575,'4'0'0,"6"0"0,5 0 0,1 4 0,1 2 0,2 3 0,-3 5 0,1 0 0,2 2 0,-3 2 0,0 2 0,2 7 0,-2 2 0,0-3 0,2-3 0,-3 0 0,-3-4-8191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24575,'0'9'0,"0"6"0,0 10 0,0 8 0,0 4 0,0 3 0,0-1 0,0-3 0,0-3 0,0-7-8191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4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0 24575,'-4'5'0,"-6"0"0,-5 0 0,-1 4 0,-1-1 0,-2 0 0,3 1 0,-1 4 0,-2 4 0,-1 3 0,2 3 0,0 1 0,0-3 0,2-1 0,3-4-8191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24575,'4'0'0,"1"5"0,5 0 0,-1 5 0,0 4 0,-3 4 0,2-1 0,0 1 0,-2-3-8191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24575,'0'5'0,"0"5"0,0 5 0,0 4 0,0 4 0,0 1 0,0 1 0,0 1 0,0 0 0,0-1 0,0 1 0,0-6-8191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1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 24575,'184'0'0,"-257"-1"0,-89 3 0,160-2 0,0 0 0,0 1 0,-1-1 0,1 1 0,0-1 0,0 1 0,0 0 0,-1 0 0,1 0 0,0 0 0,0 0 0,1 1 0,-1-1 0,0 0 0,0 1 0,1 0 0,-1-1 0,-2 4 0,2-1 0,0 0 0,0 0 0,0 0 0,0 0 0,1 0 0,0 0 0,-1 0 0,2 1 0,-2 5 0,1 2 0,1-1 0,0 1 0,1-1 0,0 1 0,1-1 0,6 22 0,-6-25 0,0-1 0,1 0 0,0 0 0,1 0 0,-1 0 0,1 0 0,1-1 0,4 6 0,-7-9 0,1-1 0,-1 0 0,0 0 0,1 0 0,0-1 0,-1 1 0,1-1 0,0 1 0,0-1 0,0 0 0,0 0 0,0 0 0,0 0 0,0-1 0,0 1 0,0-1 0,0 0 0,0 0 0,0 0 0,0 0 0,1 0 0,2-2 0,7-1 0,-12 3 0,0-1 0,0 1 0,0-1 0,1 1 0,-1 0 0,0-1 0,0 1 0,1 0 0,-1 0 0,0 0 0,1 0 0,-1 0 0,0 0 0,0 0 0,1 1 0,-1-1 0,2 1 0,-1 1 0,0-1 0,1 1 0,-1-1 0,1 1 0,-1-1 0,1 0 0,0 0 0,0 0 0,-1 0 0,1-1 0,0 1 0,4 0 0,7 2 0,-8-1 0,-1-1 0,0 2 0,1-1 0,-1 1 0,0 0 0,0 0 0,-1 0 0,1 1 0,-1-1 0,8 9 0,-10-10 0,-1 0 0,0-1 0,1 1 0,-1 0 0,0 0 0,0 0 0,0 0 0,0 1 0,0-1 0,-1 0 0,1 0 0,-1 0 0,1 1 0,-1-1 0,0 0 0,0 1 0,0-1 0,0 0 0,0 1 0,-1-1 0,1 0 0,-1 0 0,1 1 0,-1-1 0,0 0 0,0 0 0,0 0 0,0 0 0,0 0 0,-2 3 0,-2 1-195,0 0 0,-1 0 0,0-1 0,0 1 0,0-1 0,-8 4 0,-2 1-6631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24575,'0'4'0,"0"5"0,0 6 0,0 5 0,-4-2 0,-2-4-8191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2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24575,'200'0'0,"-240"1"0,0 1 0,-75 15 0,111-16 0,-1 0 0,1 1 0,0 0 0,0-1 0,0 1 0,0 1 0,1-1 0,-1 1 0,1-1 0,-1 1 0,1 0 0,0 0 0,0 1 0,0-1 0,0 1 0,1-1 0,-1 1 0,1 0 0,0 0 0,0 0 0,0 0 0,0 5 0,-4 10 0,1 0 0,1 0 0,-3 34 0,5-28 0,-1-8 0,1-5 0,1 0 0,0 0 0,0 0 0,2 21 0,0-31 0,-1 0 0,0 1 0,1-1 0,0 0 0,-1 0 0,1 1 0,0-1 0,0 0 0,0 0 0,0 0 0,1 0 0,-1 0 0,0 0 0,1 0 0,0-1 0,-1 1 0,1-1 0,0 1 0,0-1 0,0 1 0,0-1 0,0 0 0,0 0 0,0 0 0,0 0 0,0 0 0,1 0 0,-1-1 0,4 1 0,8 0 0,1 0 0,-1-2 0,0 1 0,1-2 0,-1 0 0,25-7 0,-21 4 0,0 2 0,0 0 0,26-1 0,-42 4 0,0 0 0,0 0 0,0 0 0,0 0 0,0 0 0,-1 0 0,1 0 0,0 1 0,0-1 0,0 1 0,-1-1 0,1 1 0,0 0 0,-1 0 0,1-1 0,0 1 0,-1 0 0,1 1 0,-1-1 0,0 0 0,1 0 0,-1 1 0,0-1 0,0 0 0,1 1 0,-1-1 0,0 1 0,-1 0 0,1-1 0,0 1 0,0 0 0,-1 0 0,1-1 0,-1 1 0,0 0 0,1 0 0,-1 0 0,0-1 0,0 5 0,-1 1 0,0-1 0,0 1 0,0 0 0,-1-1 0,0 1 0,-1-1 0,1 1 0,-1-1 0,-6 8 0,5-6-170,-1 0-1,-1-1 0,1 0 1,-1 0-1,0 0 0,-1-1 1,-8 7-1,-3-2-6655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24575,'-1'0'0,"0"0"0,0 1 0,-1 0 0,1-1 0,0 1 0,0 0 0,0-1 0,0 1 0,0 0 0,0 0 0,0 0 0,0 0 0,1 0 0,-1 0 0,0 0 0,0 0 0,1 0 0,-1 0 0,1 0 0,-1 2 0,-11 27 0,12-30 0,-7 30 0,1 0 0,1 0 0,2 0 0,2 1 0,3 54 0,-1-30 0,0 151-1365,-1-186-5461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24575,'3'0'0,"4"0"0,0 0 0,0 0 0,1 0 0,-1 1 0,0 0 0,10 4 0,-14-4 0,-1 0 0,0 1 0,1-1 0,-1 1 0,0-1 0,0 1 0,0 0 0,0 0 0,-1 0 0,1 0 0,0 0 0,-1 1 0,1-1 0,-1 0 0,0 1 0,0-1 0,0 1 0,0-1 0,0 1 0,0 3 0,8 31 15,-2-1 1,4 74-1,-11 76-259,-2-88-923,2-77-5659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6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24575,'-4'0'0,"-6"0"0,-10 5 0,-5 8 0,-2 12 0,-2 6 0,1-4 0,4-1 0,7-1 0,2 0 0,-1-1 0,-1 0 0,-3-4 0,-2-1 0,-1 0 0,3-3-8191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0,0 4 0,1 6 0,3 5 0,-2 4 0,1 0 0,-4-1 0,-3 2 0,0-2 0,-2-1 0,-2-3-8191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8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24575,'1'-2'0,"-1"-1"0,1 1 0,0-1 0,-1 1 0,1 0 0,0-1 0,1 1 0,-1 0 0,0 0 0,1 0 0,-1 0 0,4-3 0,25-25 0,-21 21 0,-3 3 0,19-18 0,-24 24 0,-1-1 0,1 1 0,0-1 0,0 0 0,-1 1 0,1-1 0,0 1 0,0 0 0,0-1 0,0 1 0,0 0 0,0-1 0,0 1 0,-1 0 0,1 0 0,0 0 0,0 0 0,0 0 0,0 0 0,0 0 0,0 0 0,0 0 0,0 0 0,0 1 0,0-1 0,1 1 0,-1-1 0,-1 1 0,1 0 0,-1-1 0,1 1 0,-1 0 0,0 0 0,1-1 0,-1 1 0,0 0 0,0 0 0,0-1 0,0 1 0,1 0 0,-1 0 0,0 0 0,0-1 0,0 1 0,-1 0 0,1 0 0,0 0 0,0-1 0,0 1 0,-1 0 0,1 0 0,-1 1 0,-11 24 0,8-18 0,1-2 0,1 0 0,0 0 0,0 0 0,0 1 0,1-1 0,0 0 0,0 11 0,1-15 0,0 0 0,0 0 0,0 0 0,1-1 0,-1 1 0,1 0 0,0 0 0,-1-1 0,1 1 0,0 0 0,0-1 0,0 1 0,0-1 0,0 1 0,0-1 0,0 0 0,1 1 0,-1-1 0,0 0 0,1 0 0,-1 0 0,1 0 0,-1 0 0,1 0 0,0 0 0,-1-1 0,1 1 0,0-1 0,0 1 0,-1-1 0,4 1 0,8 1-341,0-1 0,0 0-1,19-1 1,-9-1-6485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24575,'4'0'0,"6"0"0,5 4 0,4 10 0,8 11 0,3 9 0,0 8 0,0 5 0,-1-6 0,-6-5 0,-6-9-8191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3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 24575,'-4'4'0,"-1"6"0,-5 1 0,-4 2 0,-4 9 0,-3 3 0,-6 11 0,-4 8 0,-4 4 0,0-2 0,1 0 0,7 1 0,3-4 0,2-5 0,0-4 0,5-5 0,4-2 0,5-6-8191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51 24575,'6'-5'0,"0"0"0,0 0 0,1 0 0,-1 1 0,1 0 0,0 0 0,1 1 0,-1 0 0,1 0 0,-1 1 0,1 0 0,0 0 0,0 1 0,-1 0 0,1 0 0,0 1 0,0 0 0,0 0 0,0 1 0,13 2 0,-19-2 0,0 0 0,0 0 0,0 0 0,0 0 0,-1 0 0,1 1 0,0-1 0,0 1 0,-1-1 0,1 1 0,-1-1 0,0 1 0,1 0 0,-1 0 0,0 0 0,0 0 0,0-1 0,0 1 0,0 1 0,-1-1 0,1 0 0,-1 0 0,1 0 0,-1 0 0,0 0 0,0 0 0,0 1 0,0-1 0,0 4 0,-2 6 0,0 0 0,-1 0 0,0 0 0,-5 13 0,3-12 0,-1 8 0,-2 0 0,0 0 0,-1 0 0,-24 36 0,30-52 0,0 0 0,-1 0 0,0 0 0,0-1 0,-1 1 0,1-1 0,-1 0 0,0-1 0,0 1 0,0-1 0,-1 0 0,1 0 0,-1 0 0,0-1 0,1 0 0,-1 0 0,0 0 0,0-1 0,0 0 0,-1 0 0,1-1 0,-9 0 0,39-2 0,-12 0 0,0 1 0,-1 0 0,1 1 0,21 2 0,-11 3-108,4 1-521,36 3 1,-42-8-6198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4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24575,'4'0'0,"6"0"0,6 0 0,3 0 0,3 0 0,3 0 0,0 0 0,1 0 0,0 0 0,-1 0 0,5 0 0,0 0 0,1 0 0,-2 0 0,-6 0-8191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25:2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0,5 0 0,2 0 0,2 0 0,2 0 0,4 0 0,1 0 0,8 0 0,10 0 0,5 0 0,6 0 0,1 0 0,-9 0-8191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2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24575,'96'-1'0,"105"3"0,-196-2 0,1 1 0,-1 0 0,0 0 0,1 0 0,-1 0 0,0 1 0,0 0 0,0 0 0,0 0 0,0 1 0,-1 0 0,1 0 0,-1 0 0,6 5 0,-7-5 0,-1 0 0,0 0 0,0 0 0,0 1 0,0-1 0,-1 0 0,1 1 0,-1-1 0,0 1 0,0-1 0,0 1 0,-1-1 0,1 1 0,-1 0 0,0-1 0,0 1 0,0 0 0,0-1 0,-1 1 0,1 0 0,-3 6 0,1-3 0,0 0 0,-1 0 0,0 0 0,0-1 0,0 1 0,-1-1 0,0 1 0,0-1 0,-1 0 0,-9 9 0,14-15 0,0 1 0,-1-1 0,1 0 0,0 1 0,-1-1 0,1 1 0,0-1 0,-1 1 0,1-1 0,0 1 0,0-1 0,-1 1 0,1-1 0,0 1 0,0-1 0,0 1 0,0 0 0,0-1 0,0 1 0,0-1 0,0 1 0,0-1 0,0 1 0,0-1 0,0 1 0,0 0 0,1-1 0,-1 1 0,0-1 0,1 1 0,15 12 0,33 1 0,-40-12 0,-2 0 0,-1 1 0,1-1 0,-1 1 0,0 0 0,0 1 0,0-1 0,0 1 0,-1 0 0,1 1 0,-1-1 0,0 1 0,-1 0 0,1 0 0,-1 1 0,0-1 0,0 1 0,0 0 0,-1 0 0,0 1 0,0-1 0,2 11 0,0 0 0,-1 0 0,-1 0 0,-1 0 0,0 0 0,-1 0 0,-1 0 0,-3 27 0,2-39 0,1 0 0,-2-1 0,1 1 0,0 0 0,-1-1 0,0 1 0,0-1 0,0 0 0,-1 0 0,0 0 0,1 0 0,-1 0 0,-1-1 0,1 1 0,0-1 0,-1 0 0,0 1 0,-4 2 0,-8 3 0,0 0 0,0-1 0,-26 9 0,17-7 0,5-1-273,-1-1 0,0-2 0,0 0 0,-29 4 0,31-8-6553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57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24575,'8'0'0,"12"0"0,14 0 0,19 0 0,12 0 0,13 0 0,5 0 0,1 4 0,-10 1 0,-8 0 0,-8 0 0,-5-2 0,-3-1 0,-10-1-8191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0:5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24575,'4'0'0,"5"0"0,15 5 0,15 0 0,13 5 0,7-1 0,10 0 0,9-3 0,10-2 0,1-2 0,-2-1 0,-2 3 0,-13 2 0,-13-1 0,-13-2 0,-14 0-8191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0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1654 24575,'7'1'0,"0"1"0,-1 0 0,1 0 0,0 1 0,-1-1 0,1 2 0,-1-1 0,0 1 0,0 0 0,9 8 0,1 1 0,-2 1 0,1 1 0,-2 1 0,0-1 0,19 33 0,43 96 0,-57-107 0,203 459 0,-139-303 0,-70-164 0,-7-15 0,0 0 0,1 0 0,1-1 0,0 0 0,1 0 0,1 0 0,16 18 0,-25-30 0,1 0 0,-1-1 0,1 1 0,0-1 0,-1 1 0,1-1 0,0 1 0,-1-1 0,1 1 0,0-1 0,-1 0 0,1 1 0,0-1 0,0 0 0,-1 0 0,1 1 0,0-1 0,0 0 0,0 0 0,0 0 0,-1 0 0,1 0 0,0 0 0,0 0 0,0 0 0,-1 0 0,1-1 0,0 1 0,0 0 0,-1 0 0,1-1 0,0 1 0,0-1 0,-1 1 0,1 0 0,0-1 0,-1 1 0,1-1 0,0 0 0,-1 1 0,1-1 0,-1 1 0,1-1 0,-1 0 0,0 1 0,1-2 0,2-4 0,0 1 0,-1-1 0,0 0 0,2-12 0,44-329 0,-34 199 0,97-553 0,40 5 0,-149 688 0,13-50 0,-2-1 0,-3-1 0,4-119 0,-14 171 0,0 0 0,1 1 0,1-1 0,-1 0 0,1 0 0,1 1 0,-1-1 0,1 1 0,1 0 0,-1 0 0,1 0 0,5-7 0,17-34 0,-22 36 0,0-1 0,-1 1 0,-1-1 0,3-22 0,-4 21 0,1-1 0,0 1 0,8-21 0,-6 21 0,2-1 0,0 1 0,0 1 0,14-21 0,-17 29 0,1 1 0,0 0 0,0 0 0,0 0 0,1 0 0,-1 1 0,1 0 0,0 0 0,0 0 0,0 0 0,0 1 0,1 0 0,-1 0 0,1 0 0,8-1 0,61-10 0,129-6 0,81 17 0,-158 3 0,2530 0-1612,-1865 26 1507,17-1 325,-572-25 1040,290-5-1023,-435-4-237,104-21 0,72-7 0,201 32 0,-242 7 0,735-3 0,-915-2 66,50-9 0,25-1-1563,-103 11-5329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0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24575,'0'5'0,"0"9"0,0 15 0,0 11 0,0 11 0,0 10 0,0 3 0,0-2 0,0-6 0,0-5 0,0-3 0,0 0 0,0-5 0,0-6 0,0-4 0,0-4 0,0-7-8191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0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24575,'0'4'0,"8"6"0,7 5 0,14 0 0,14 2 0,13 6 0,9 4 0,10 1 0,6 0 0,0 0 0,-4-6 0,-3-5 0,-5-7 0,-11-4 0,-11-4 0,-9-2 0,-11-1-8191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0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24575,'0'1'0,"1"0"0,-1 0 0,0 1 0,1-1 0,-1 0 0,0 0 0,1 0 0,0 1 0,-1-1 0,1 0 0,0 0 0,-1 0 0,1 0 0,0 0 0,0 0 0,0 0 0,0-1 0,0 1 0,0 0 0,0 0 0,1 0 0,27 12 0,-25-11 0,91 28 0,1-3 0,99 13 0,-160-34 0,47 8 0,-1-4 0,154 0 0,-618-11 0,133-1 0,187 0 0,38 0 0,0 1 0,-1 2 0,1 0 0,-35 7 0,57-7 0,1 0 0,-1 0 0,1 0 0,0 0 0,0 1 0,-1-1 0,1 1 0,0-1 0,0 1 0,0 0 0,0 0 0,1-1 0,-1 2 0,0-1 0,1 0 0,0 0 0,-1 0 0,1 1 0,0-1 0,0 0 0,0 1 0,0-1 0,1 1 0,-1 0 0,1-1 0,-1 1 0,1-1 0,0 1 0,0 0 0,1 4 0,0 9 0,1 0 0,0 0 0,9 28 0,-8-30 0,30 153 0,-31-157 0,-2-6 0,1-1 0,0 1 0,0 0 0,0-1 0,0 1 0,0-1 0,0 1 0,1-1 0,0 0 0,0 0 0,0 0 0,0 0 0,0 0 0,1 0 0,3 4 0,-2-5 0,0 0 0,0 0 0,0 0 0,0 0 0,0-1 0,0 0 0,0 0 0,1 0 0,-1 0 0,0 0 0,1-1 0,7 0 0,237-5 0,58 2 0,-291 3 0,-1 2 0,1-1 0,-1 2 0,0 0 0,0 1 0,0 1 0,0 0 0,-1 1 0,21 11 0,-32-14 0,0 0 0,0 0 0,0 0 0,-1 1 0,1 0 0,-1-1 0,0 1 0,0 0 0,0 0 0,0 0 0,-1 0 0,1 1 0,-1-1 0,0 0 0,-1 0 0,1 1 0,-1-1 0,0 1 0,0 4 0,0-3 0,0 0 0,0 0 0,-1 0 0,0-1 0,0 1 0,0 0 0,-1 0 0,0-1 0,0 1 0,0-1 0,-1 1 0,0-1 0,-6 8 0,1-5 0,0-1 0,0 0 0,-1-1 0,1 0 0,-2 0 0,1-1 0,-15 7 0,-75 22 0,66-24 0,-230 54-122,183-47-1121,52-11-5583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0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685 0 24575,'-7'0'0,"-158"5"0,136-2 0,2 1 0,-1 2 0,-50 15 0,51-11 0,1 0 0,1 2 0,-41 25 0,56-31 0,0 1 0,1 0 0,0 1 0,1 0 0,0 1 0,0-1 0,1 2 0,0-1 0,0 1 0,1 0 0,-7 17 0,4-4 0,2 0 0,1 0 0,0 0 0,2 1 0,-2 32 0,5 124 0,2-110 0,1-1 0,2 0 0,16 86 0,-5-80 0,45 256 0,-47-233 0,0 138 0,-10-167 0,19 106 0,-12-109 0,4 118 0,-13-131 0,-2 43 0,1-87 0,-1 1 0,-1 0 0,0-1 0,0 1 0,-1-1 0,0 1 0,-6 10 0,6-14 8,-1-1 0,-1 1 0,1-1 0,-1 0 0,0 0 0,0 0 0,0 0 0,-1-1 0,0 0 0,0 0 0,0-1 0,0 0 0,0 0 0,-8 2 0,-10 4-503,-1-1 0,-34 5 0,32-8-6331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0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25 24575,'12'0'0,"0"-2"0,0 0 0,19-5 0,23-4 0,142 8 0,-161 4 0,-203 11 0,11 1 0,150-13 0,-1 0 0,1 1 0,0 0 0,0 0 0,0 0 0,0 1 0,0 0 0,0 1 0,0-1 0,-10 7 0,14-7 0,0 1 0,0-1 0,0 1 0,0 0 0,0 0 0,1 0 0,-1 0 0,1 1 0,0-1 0,0 1 0,0-1 0,0 1 0,1 0 0,-1 0 0,1 0 0,0 0 0,0 0 0,1 0 0,-1 0 0,1 4 0,-3 52 0,9 103 0,-5-161 0,-1 1 0,1-1 0,-1 1 0,1-1 0,0 1 0,0-1 0,0 0 0,0 1 0,0-1 0,1 0 0,-1 0 0,1 0 0,-1 0 0,1 0 0,0 0 0,0 0 0,0-1 0,0 1 0,0-1 0,0 1 0,0-1 0,0 0 0,0 0 0,1 0 0,-1 0 0,1 0 0,-1 0 0,0-1 0,6 1 0,7 1 0,0-1 0,-1 0 0,1-1 0,16-2 0,-7 0 0,17 0 0,-13 0 0,56 2 0,-77 1 0,0 0 0,0 0 0,0 1 0,0-1 0,0 2 0,0-1 0,0 1 0,-1 0 0,0 0 0,1 0 0,-1 1 0,10 9 0,-14-12 0,-1 1 0,1-1 0,-1 1 0,1 0 0,-1-1 0,0 1 0,1 0 0,-1 0 0,0 0 0,-1 0 0,1 0 0,0 0 0,0 0 0,-1 1 0,1-1 0,-1 0 0,0 0 0,0 0 0,0 1 0,0 3 0,-1-2 0,0 0 0,0 0 0,-1 0 0,1 0 0,-1 0 0,0-1 0,0 1 0,0-1 0,0 1 0,-5 5 0,1-2 0,-1-1 0,0 1 0,0-1 0,0-1 0,0 1 0,-1-1 0,0 0 0,0-1 0,-15 6 0,-13-1-11,23-6-327,0 1-1,-1 0 1,-16 7-1,17-3-6487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09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24575,'-2'0'0,"1"0"0,-1 1 0,0-1 0,1 1 0,-1-1 0,1 1 0,-1 0 0,1 0 0,-1 0 0,1 0 0,-1 0 0,1 0 0,0 0 0,0 0 0,-1 0 0,1 1 0,-1 1 0,-17 27 0,18-29 0,-3 5 0,-20 39 0,-21 50 0,38-78 0,1 0 0,1 0 0,1 1 0,1 0 0,0 0 0,0 31 0,3-38 0,0 1 0,1-1 0,0 0 0,1 0 0,0 0 0,1 0 0,0 0 0,7 14 0,-7-20 0,0 1 0,0-1 0,1 0 0,0 0 0,0 0 0,0 0 0,1-1 0,-1 1 0,1-1 0,0 0 0,0-1 0,1 1 0,-1-1 0,1 0 0,-1-1 0,11 4 0,-8-4 0,-1 0 0,1-1 0,-1 0 0,1 0 0,-1-1 0,1 0 0,0 0 0,-1 0 0,1-1 0,-1-1 0,1 1 0,-1-1 0,0-1 0,1 1 0,-1-1 0,0 0 0,-1-1 0,1 0 0,-1 0 0,1 0 0,6-6 0,-7 4 0,1 1 0,-1-1 0,0-1 0,0 1 0,-1-1 0,0 0 0,0 0 0,0-1 0,-1 1 0,-1-1 0,1 0 0,-1 0 0,0 0 0,-1-1 0,0 1 0,0 0 0,-1-1 0,1-14 0,-3 15 6,0 0 0,-1 0 0,0 0 0,0 0-1,-1 1 1,0-1 0,0 1 0,-1 0 0,0 0 0,0 0 0,0 1-1,-1-1 1,0 1 0,-1 0 0,1 0 0,-13-9 0,-9-6-319,0 1 0,-49-26 1,58 36-215,-17-10-6299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12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24575,'-2'15'0,"0"0"0,-1 0 0,0 0 0,-1 0 0,-11 26 0,-5 16 0,-69 224 0,80-254 0,1 1 0,2 0 0,1 1 0,-1 28 0,3 116 0,4-160 8,0-1-1,1 1 1,1 0-1,0-1 1,0 1-1,1-1 1,1 0-1,0 0 1,0-1-1,2 1 1,-1-1-1,1 0 1,1-1-1,0 0 1,10 10-1,-5-7-142,0-1 0,0-1 0,1 0 0,0-1 0,1-1 0,0 0 0,1-1 0,0 0 0,0-2 0,28 9 0,-23-10-6691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1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24575,'0'435'0,"-1"-423"0,2-1 0,0 1 0,0 0 0,4 15 0,-4-24 0,0 1 0,0-1 0,1 1 0,-1-1 0,1 0 0,0 0 0,0 0 0,0 0 0,0 0 0,0 0 0,1 0 0,-1-1 0,1 1 0,0-1 0,0 0 0,0 0 0,0 0 0,3 2 0,12 3-151,0-2-1,0 0 0,1 0 0,-1-2 1,1 0-1,-1-2 0,1 0 1,30-2-1,-28 1-6674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1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24575,'4'0'0,"6"0"0,6 0 0,3 0 0,8 0 0,7 0 0,2 0 0,3 0 0,9 0 0,-1 0 0,4 4 0,-2 2 0,-1 4 0,0 0 0,-4-2 0,-6-2 0,-9-1-8191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1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24575,'4'4'0,"0"-1"0,1-1 0,0 1 0,-1-1 0,1 1 0,0-1 0,0-1 0,1 1 0,-1-1 0,7 1 0,7 3 0,97 26 0,235 29 0,-202-56-1365,-128-4-5461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1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24575,'53'-1'0,"-16"0"0,50 4 0,-77-2 0,0 1 0,0 0 0,0 0 0,0 1 0,-1 0 0,1 0 0,-1 1 0,0 1 0,15 9 0,-20-10 0,0 0 0,0 0 0,0 0 0,-1 1 0,0-1 0,0 1 0,0 0 0,-1 0 0,1 0 0,-1 0 0,0 0 0,-1 1 0,1-1 0,-1 0 0,0 1 0,0 0 0,-1-1 0,0 1 0,0 7 0,0-6 0,0 0 0,-1 1 0,0-1 0,0 0 0,-1 0 0,1 0 0,-2 0 0,1 0 0,-1 0 0,0 0 0,0-1 0,-1 1 0,0-1 0,-6 8 0,-5 0 0,12-12 0,1 0 0,-1-1 0,1 1 0,0 0 0,0 0 0,0 1 0,0-1 0,0 0 0,1 1 0,-1-1 0,1 1 0,-1-1 0,1 1 0,0 0 0,0 0 0,0-1 0,0 1 0,1 0 0,-1 0 0,1 0 0,-1 0 0,1 0 0,0 0 0,1 0 0,-1 0 0,0 0 0,2 5 0,2 7 0,1 3 0,-1 1 0,0-1 0,-2 1 0,2 32 0,-4-48 0,0 0 0,0 1 0,-1-1 0,1 0 0,-1 1 0,0-1 0,1 0 0,-2 1 0,1-1 0,0 0 0,0 0 0,-1 0 0,0 0 0,0 0 0,0 0 0,0-1 0,0 1 0,0-1 0,-1 1 0,1-1 0,-1 0 0,1 0 0,-1 0 0,0 0 0,0 0 0,0-1 0,0 1 0,0-1 0,0 0 0,-1 0 0,1 0 0,-7 1 0,-10-1-71,-1 1 1,-38-5-1,33 2-1082,4 0-5673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1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24575,'-1'0'0,"0"1"0,0-1 0,0 1 0,0-1 0,0 1 0,0 0 0,0-1 0,0 1 0,0 0 0,0 0 0,0 0 0,1-1 0,-1 1 0,0 0 0,0 0 0,1 0 0,-1 0 0,1 0 0,-1 0 0,1 1 0,-1-1 0,1 0 0,0 0 0,-1 0 0,1 0 0,0 1 0,0 0 0,-5 39 0,5-36 0,-4 37 0,-17 64 0,13-69 0,1-1 0,-3 62 0,9-74 0,1 19 0,-2 1 0,-9 48 0,3-32 0,3 1 0,6 119 0,1-67 0,-3-8 0,3 117 0,0-209 0,0-1 0,1 0 0,0 1 0,1-1 0,0 0 0,10 18 0,43 64 0,-25-45 0,-24-37-227,0 0-1,1-1 1,0 0-1,1-1 1,12 11-1,-8-10-6598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2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24575,'9'0'0,"0"0"0,0 1 0,-1 0 0,1 1 0,0 0 0,-1 0 0,0 1 0,1 0 0,-1 0 0,0 1 0,-1 0 0,1 0 0,-1 1 0,13 10 0,-1 0 0,-2 1 0,1 0 0,-2 1 0,0 1 0,-2 1 0,0 0 0,0 0 0,-2 2 0,-1-1 0,13 32 0,131 285 0,-148-315 0,0 0 0,-1 0 0,-1 0 0,-1 1 0,2 39 0,-9 118 0,-1-68 0,5-23 0,-2 77 0,-2-143 0,-2 0 0,0 0 0,-1-1 0,-13 31 0,11-32 0,1 0 0,0 1 0,2 0 0,-6 42 0,0 16-395,8-66-575,-1 7-5856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5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551 458 24575,'-68'-1'0,"-87"3"0,141 0 0,0 1 0,0 0 0,0 0 0,0 2 0,1 0 0,0 0 0,0 1 0,0 1 0,1 0 0,0 1 0,0 0 0,0 1 0,1 0 0,1 1 0,0 0 0,-12 15 0,10-10 0,1 1 0,0 0 0,1 1 0,1 0 0,1 1 0,0 0 0,1 0 0,1 1 0,1 0 0,1 0 0,-4 28 0,7-37 0,-4 75 0,5-75 0,0 0 0,1 0 0,0 0 0,1-1 0,0 1 0,4 12 0,-4-18 0,1 0 0,-1-1 0,1 1 0,0-1 0,0 0 0,0 1 0,0-1 0,1-1 0,-1 1 0,1 0 0,-1-1 0,1 0 0,0 0 0,0 0 0,0 0 0,0-1 0,0 0 0,1 0 0,6 1 0,-5 0 0,0-1 0,0 0 0,0-1 0,1 1 0,-1-1 0,0 0 0,0-1 0,0 0 0,0 0 0,1 0 0,-1 0 0,0-1 0,7-4 0,-5 1 0,0-1 0,-1 0 0,0 0 0,0-1 0,-1 0 0,0 0 0,0-1 0,0 1 0,-1-1 0,0 0 0,-1-1 0,5-12 0,3-9 0,-2-1 0,9-41 0,-7 11 0,-3-1 0,1-87 0,-12-130 0,-2 138 0,3 30 0,1 1314 0,0-1179-117,-1-14-22,0 1 1,2-1-1,-1 0 0,1 1 1,1-1-1,-1 0 0,2 0 1,5 16-1,3-9-6687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5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24575,'-2'23'0,"-1"1"0,0 0 0,-13 39 0,5-18 0,-11 66 0,-14 198 0,28 118 0,8-420 0,1 0 0,-1 1 0,1-1 0,0 0 0,1 0 0,-1 0 0,6 12 0,-6-17 0,0-1 0,0 1 0,0-1 0,0 1 0,0-1 0,0 1 0,0-1 0,1 0 0,-1 0 0,0 0 0,1 0 0,-1 0 0,1 0 0,-1 0 0,1 0 0,0 0 0,-1-1 0,1 1 0,0-1 0,0 1 0,-1-1 0,1 0 0,0 1 0,0-1 0,-1 0 0,1 0 0,0-1 0,0 1 0,0 0 0,-1 0 0,1-1 0,0 1 0,0-1 0,-1 0 0,1 1 0,-1-1 0,3-1 0,1-1 5,0 0 0,0 0 0,0-1-1,0 0 1,0 1 0,-1-2 0,0 1-1,0 0 1,0-1 0,0 0 0,-1 0-1,0 0 1,0 0 0,0 0 0,3-9-1,3-11-209,0-1-1,5-30 0,-8 30-618,13-50-6002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5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24575,'8'0'0,"7"0"0,10 0 0,12 0 0,5 0 0,8 0 0,3 0 0,2 0 0,3 0 0,5 0 0,-4 0 0,-8 0 0,-13 0-8191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2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24575,'15'-14'0,"0"1"0,1 1 0,1 0 0,0 2 0,0-1 0,1 2 0,35-13 0,-30 13-111,6-4-140,0 2 0,1 1 1,0 1-1,55-8 0,-62 15-6575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30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24575,'5'0'0,"8"0"0,8 0 0,8 0 0,3 0 0,5 0 0,4 0 0,0 0 0,1 0 0,-3 0 0,1 0 0,-2 0 0,-4 0 0,1 0 0,-1 0 0,-2 0 0,-3 0 0,-6 0-8191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5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1806 24575,'8'0'0,"1"1"0,-1 1 0,0 0 0,0 0 0,1 1 0,-1 0 0,-1 0 0,1 0 0,0 1 0,-1 1 0,0-1 0,0 1 0,0 0 0,10 10 0,9 11 0,-1 1 0,23 32 0,-27-32 0,70 88 0,62 74 0,-107-136 0,74 64 0,-115-112 0,1 0 0,-1-1 0,1 0 0,0 0 0,0 0 0,8 3 0,-13-7 0,0 1 0,1-1 0,-1 0 0,0 0 0,0 1 0,1-1 0,-1 0 0,0 0 0,1 0 0,-1-1 0,0 1 0,0 0 0,1 0 0,-1-1 0,0 1 0,0-1 0,0 1 0,0-1 0,1 1 0,-1-1 0,0 0 0,0 1 0,0-1 0,0 0 0,0 0 0,0 0 0,-1 0 0,1 0 0,0 0 0,0 0 0,-1 0 0,1 0 0,-1 0 0,1 0 0,-1-1 0,1 1 0,-1 0 0,1 0 0,-1 0 0,0-3 0,8-26 0,-2-1 0,-2 1 0,0-1 0,-2-37 0,1 3 0,15-215 0,38-528 0,-16 202 0,-35 388 0,-5 216 0,0 1 0,1-1 0,-1 0 0,1 0 0,-1 0 0,1 0 0,0 1 0,0-1 0,0 0 0,0 1 0,0-1 0,0 1 0,0-1 0,0 1 0,1-1 0,-1 1 0,0 0 0,1-1 0,-1 1 0,1 0 0,0 0 0,-1 0 0,1 0 0,0 1 0,0-1 0,-1 0 0,5 0 0,4-1 0,0 0 0,0 1 0,1 0 0,10 1 0,-2-1 0,446-43 0,-111 7 0,899-20-1612,6 50-363,-1048 7 1912,3333 3 3142,-3373-4-2889,0-8 1,229-42-1,-124 3-190,-197 39 0,123 0 0,386 12-1365,-559-3-5461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5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24575,'0'4'0,"0"6"0,0 5 0,0 4 0,0 8 0,0 2 0,0 2 0,0 3 0,0 9 0,0 5 0,4 7 0,6 7 0,1 1 0,-2-1 0,-1-4 0,-3-6 0,-3-14-8191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1:5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50 24575,'-2'0'0,"0"0"0,0 0 0,0 0 0,0-1 0,0 1 0,1-1 0,-1 1 0,0-1 0,0 0 0,0 0 0,-2-1 0,2-4 0,16 0 0,28 1 0,0 1 0,0 3 0,45 3 0,-12 0 0,276-16 55,-186 5-1475,-137 7-5406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29 174 24575,'27'-2'0,"-1"-2"0,1-1 0,0-1 0,-1-1 0,49-20 0,-41 14 0,31-11 0,1 4 0,113-21 0,-45 19 0,-208 20 0,25 6 0,1 2 0,0 2 0,-52 15 0,72-14 0,0 0 0,1 2 0,0 1 0,1 1 0,1 1 0,-37 27 0,53-34 0,1 1 0,0 0 0,0 1 0,1 0 0,0 0 0,1 0 0,-7 15 0,-32 76 0,33-71 0,2 1 0,0 0 0,2 1 0,1 0 0,-4 51 0,7-26 0,6 96 0,-2-150 0,0 0 0,0-1 0,0 1 0,0 0 0,1-1 0,-1 1 0,0-1 0,1 1 0,-1 0 0,1-1 0,0 1 0,-1-1 0,1 1 0,0-1 0,0 0 0,0 1 0,0-1 0,0 0 0,0 0 0,0 0 0,1 1 0,-1-1 0,0 0 0,1-1 0,-1 1 0,0 0 0,1 0 0,-1-1 0,1 1 0,0 0 0,-1-1 0,1 0 0,-1 1 0,1-1 0,0 0 0,-1 0 0,1 0 0,0 0 0,-1 0 0,1 0 0,-1 0 0,1-1 0,0 1 0,-1 0 0,3-2 0,10-2 0,0-1 0,-1 0 0,1-1 0,15-10 0,-12 7 0,9-4 0,1 0 0,0 2 0,1 1 0,1 2 0,-1 0 0,1 2 0,0 1 0,1 1 0,-1 2 0,1 1 0,31 3 0,-55-1 0,-1 0 0,1 1 0,-1 0 0,1 0 0,-1 0 0,0 1 0,0-1 0,0 1 0,-1 0 0,1 1 0,-1-1 0,1 1 0,-1 0 0,0 0 0,-1 1 0,1-1 0,-1 1 0,0-1 0,0 1 0,3 6 0,-2-4 0,-1 1 0,0-1 0,0 1 0,-1-1 0,0 1 0,0 0 0,-1-1 0,0 1 0,0 0 0,-1 0 0,0 0 0,0 0 0,-1 0 0,-2 8 0,2-12 3,0 0 0,-1-1 0,0 1 0,0-1-1,0 0 1,0 1 0,0-1 0,-1 0 0,1 0 0,-1 0-1,0-1 1,0 1 0,0 0 0,0-1 0,0 0 0,-1 0-1,1 0 1,-1 0 0,1-1 0,-1 1 0,-5 1 0,-10 2-104,-1-1 0,1 0 0,-23 0 0,7 0-923,-3 3-5802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24575,'1'11'0,"0"1"0,1-1 0,5 22 0,1 3 0,18 127 0,-8-43 0,43 153 0,-59-264 0,1 0 0,0 0 0,1 0 0,0-1 0,1 1 0,-1-1 0,2 0 0,11 14 0,-14-19 0,-1-1 0,1 0 0,0 1 0,0-1 0,0 0 0,1 0 0,-1-1 0,0 1 0,1-1 0,-1 1 0,1-1 0,0 0 0,-1-1 0,1 1 0,-1-1 0,1 1 0,0-1 0,0 0 0,-1 0 0,1-1 0,0 1 0,-1-1 0,1 0 0,0 0 0,4-2 0,-4 2-170,0-1-1,0 0 0,0 0 1,0 0-1,0 0 0,-1-1 1,5-3-1,4-6-6655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24575,'4'0'0,"6"-4"0,9-2 0,6 1 0,3 0 0,1 2 0,-1 2 0,0 0 0,-6 0-8191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3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24575,'4'0'0,"6"0"0,9 0 0,15 0 0,13 0 0,16 0 0,14-4 0,10-2 0,0-3 0,-8-1 0,-12 1 0,-14 3 0,-15 2-8191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24575,'78'-1'0,"89"3"0,-164-2 0,1 0 0,-1 0 0,0 0 0,1 1 0,-1 0 0,0-1 0,0 1 0,1 1 0,-1-1 0,0 0 0,0 1 0,0-1 0,0 1 0,-1 0 0,1 0 0,0 0 0,-1 0 0,0 1 0,1-1 0,-1 1 0,0-1 0,2 4 0,-1 1 0,0-1 0,-1 1 0,0 0 0,0 0 0,0 0 0,-1 1 0,0-1 0,0 15 0,3 30 0,1 28 0,-6-74 0,0 0 0,-1 0 0,0 0 0,1 0 0,-2-1 0,1 1 0,-1-1 0,0 1 0,0-1 0,0 0 0,-1 0 0,0 0 0,0-1 0,0 0 0,-8 7 0,4-4 0,-1 0 0,0 0 0,-1-1 0,1 0 0,-1 0 0,0-1 0,-17 5 0,-52 15-682,-155 25-1,206-47-6143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6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24575,'1'-7'0,"-1"1"0,1-1 0,0 1 0,0-1 0,0 1 0,1-1 0,0 1 0,1 0 0,-1 0 0,1 0 0,0 0 0,1 1 0,-1-1 0,1 1 0,0 0 0,0 0 0,1 0 0,0 0 0,0 1 0,0 0 0,0 0 0,0 0 0,1 1 0,0-1 0,0 1 0,0 1 0,0-1 0,0 1 0,0 0 0,8-1 0,17-4 0,-16 3 0,1 1 0,-1 0 0,1 1 0,0 0 0,21 2 0,-34 0 0,1 1 0,-1-1 0,1 1 0,-1 0 0,0 0 0,0 0 0,1 0 0,-1 0 0,0 1 0,0 0 0,0-1 0,0 1 0,-1 0 0,1 1 0,0-1 0,-1 0 0,1 1 0,-1-1 0,0 1 0,0 0 0,0 0 0,0 0 0,-1 0 0,1 0 0,-1 0 0,0 0 0,0 0 0,0 1 0,1 6 0,1 1 0,-2 0 0,0 0 0,0 1 0,-1-1 0,0 0 0,-1 1 0,0-1 0,-1 0 0,0 0 0,-1 0 0,0 0 0,-1 0 0,0-1 0,-9 17 0,-7 11 0,-29 73 0,47-106 7,0-1 0,0 1-1,-1-1 1,0 1 0,0-1-1,0 0 1,0 0-1,-1 0 1,1-1 0,-1 1-1,0-1 1,0 0 0,0 0-1,-1 0 1,1-1 0,-1 1-1,-9 3 1,0-1-304,0-1 0,-1 0 0,0-1 0,-27 3 0,20-5-6529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24575,'-1'360'0,"3"391"0,2-674 0,4 0 0,2-1 0,5 0 0,2-1 0,4-1 0,45 109 0,-4-2 0,-52-161 0,1 1 0,0-1 0,2-1 0,0 0 0,1-1 0,24 25 0,12 16 0,97 139 0,-130-179-1365,-2-4-5461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24575,'2'0'0,"1"1"0,-1-1 0,1 1 0,-1-1 0,0 1 0,0 0 0,1 0 0,-1 0 0,0 1 0,0-1 0,0 0 0,0 1 0,0-1 0,0 1 0,-1 0 0,4 3 0,24 36 0,-26-36 0,63 101 0,60 131 0,-106-191 0,-1 1 0,-3 1 0,-1 0 0,-3 1 0,11 93 0,-19 231 0,-33-2 0,26-339-118,-17 120-1129,12-117-5579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0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 24575,'28'-1'0,"-17"0"0,0 1 0,-1 0 0,1 0 0,-1 1 0,13 3 0,-21-4 0,1 1 0,-1 0 0,1 0 0,-1 0 0,0 0 0,0 1 0,1-1 0,-1 0 0,0 1 0,0 0 0,0-1 0,0 1 0,-1 0 0,1 0 0,0 0 0,-1 0 0,0 0 0,1 1 0,-1-1 0,0 0 0,0 1 0,0-1 0,0 0 0,-1 1 0,2 4 0,1 19 0,-2 1 0,-1-1 0,0 0 0,-2 0 0,-8 39 0,3-16 0,7-44 0,0 0 0,1 0 0,-1-1 0,1 1 0,0 0 0,0 0 0,1 0 0,0-1 0,0 1 0,0-1 0,0 1 0,0-1 0,1 0 0,0 0 0,0 0 0,4 5 0,19 32 0,-25-39 0,0 1 0,0 0 0,0-1 0,-1 1 0,1 0 0,-1-1 0,0 1 0,0 0 0,0 0 0,0 0 0,0-1 0,0 1 0,-1 0 0,1-1 0,-2 5 0,-1-2 0,1-1 0,-1 1 0,1-1 0,-1 0 0,0 0 0,-1 0 0,1 0 0,-1-1 0,0 1 0,0-1 0,-4 3 0,-55 33 0,32-21 0,-30 23-1365,38-26-5461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10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24575,'10'24'0,"-1"0"0,-1 1 0,-1 0 0,-2 1 0,0-1 0,1 28 0,-2-27 0,21 325 0,-26 5 0,-1-170 0,0 1311-1365,2-1477-5461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12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130 151 24575,'4'-1'0,"0"-1"0,-1 1 0,1-1 0,-1 0 0,1 0 0,-1 0 0,0 0 0,0-1 0,0 1 0,0-1 0,3-3 0,10-7 0,8-1 0,0 1 0,1 2 0,1 0 0,47-12 0,-41 13 0,-2 1 0,0 2 0,35-4 0,-162 15 0,61-4 0,1 1 0,-1 2 0,-52 10 0,73-8 0,-1-1 0,1 2 0,0 0 0,1 1 0,-1 1 0,2 0 0,-1 0 0,-21 19 0,29-21 0,-1 0 0,1 1 0,0-1 0,1 1 0,0 1 0,0-1 0,0 1 0,1 0 0,0 0 0,1 0 0,0 0 0,0 1 0,1-1 0,-1 1 0,2 0 0,0 0 0,-1 10 0,1 6 0,0-11 0,0-1 0,1 0 0,1 1 0,0-1 0,1 1 0,6 23 0,-7-35 0,0 0 0,1 0 0,-1 1 0,1-1 0,0 0 0,-1-1 0,1 1 0,0 0 0,0 0 0,0-1 0,1 1 0,-1-1 0,0 0 0,0 0 0,1 1 0,-1-2 0,1 1 0,-1 0 0,1 0 0,-1-1 0,5 1 0,7 1 0,0-2 0,26-1 0,-22 0 0,-16 1 0,22-1 0,0 1 0,0 1 0,0 1 0,37 8 0,-56-9 0,1 0 0,-1 1 0,0 0 0,0 0 0,0 0 0,0 0 0,-1 1 0,1 0 0,-1 0 0,0 0 0,1 0 0,-1 1 0,-1 0 0,1 0 0,0 0 0,-1 0 0,0 0 0,0 1 0,0 0 0,-1-1 0,1 1 0,-1 0 0,0 0 0,-1 0 0,1 0 0,1 10 0,-2-6 0,-1 0 0,1 0 0,-2 1 0,1-1 0,-1 0 0,0 0 0,-1 0 0,0 0 0,-1-1 0,0 1 0,-4 10 0,4-13 0,0 0 0,-1-1 0,0 1 0,1 0 0,-2-1 0,1 0 0,-1 0 0,1 0 0,-1-1 0,-1 0 0,1 1 0,0-2 0,-1 1 0,0-1 0,-11 5 0,2-2-455,0 0 0,-27 18 0,20-10-6371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1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54 24575,'-2'0'0,"1"0"0,0 1 0,0-1 0,-1 1 0,1-1 0,0 1 0,0-1 0,0 1 0,0 0 0,0-1 0,0 1 0,0 0 0,0 0 0,0 0 0,0 0 0,0 0 0,0 0 0,1 0 0,-2 2 0,-12 26 0,11-25 0,-9 27 0,1 0 0,1 1 0,1 0 0,2 0 0,1 0 0,2 1 0,1 0 0,1 0 0,4 39 0,-2-68 0,1-1 0,-1 1 0,1 0 0,0 0 0,0 0 0,0-1 0,1 1 0,-1 0 0,1-1 0,0 1 0,0-1 0,0 0 0,0 1 0,1-1 0,-1 0 0,1-1 0,0 1 0,0 0 0,0-1 0,0 1 0,0-1 0,1 0 0,-1 0 0,1-1 0,-1 1 0,1-1 0,0 1 0,-1-1 0,1 0 0,7 1 0,9 0 0,-1 0 0,1-2 0,0 0 0,34-5 0,-50 5 0,0-1 0,0 1 0,0-1 0,1 1 0,-1-1 0,0 0 0,0-1 0,0 1 0,0-1 0,0 0 0,0 0 0,-1 0 0,1 0 0,4-5 0,-5 4 0,-1 0 0,1 0 0,-1 0 0,0-1 0,-1 1 0,1 0 0,0-1 0,-1 0 0,0 1 0,0-1 0,0 0 0,0 0 0,-1 1 0,1-1 0,-1-5 0,0-226 0,-3 134 0,3 93 0,1-1 0,-1 1 0,-1 0 0,0-1 0,0 1 0,-4-14 0,4 19 0,0 1 0,0-1 0,-1 1 0,1 0 0,-1-1 0,1 1 0,-1 0 0,0 0 0,0 0 0,0 0 0,0 0 0,0 1 0,0-1 0,0 0 0,-1 1 0,1 0 0,-1-1 0,1 1 0,-1 0 0,1 1 0,-5-2 0,-27-4-56,1 1 0,-1 2 0,0 1 0,-51 5 0,36-2-1029,27-1-5741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25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24575,'4'0'0,"6"0"0,9 0 0,6-4 0,7-1 0,10-1 0,8 2 0,6 1 0,7-3 0,1-1 0,3 2 0,-3 1 0,-7 1 0,-5 1 0,-7-3 0,-8-1 0,-9 1-8191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2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24575,'8'0'0,"12"0"0,14 0 0,15 0 0,7 0 0,6 0 0,6 0 0,-1 0 0,1 0 0,2 0 0,-3 0 0,-5 0 0,1 0 0,-7 0 0,-5 0 0,-2 0 0,-10 0-8191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2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1306 24575,'1'4'0,"-1"-1"0,1 0 0,0 0 0,1 0 0,-1 1 0,0-1 0,1 0 0,0 0 0,-1-1 0,1 1 0,4 4 0,4 7 0,114 159 0,20 31 0,17 65 0,-161-269 0,0 1 0,0 0 0,1-1 0,-1 1 0,0 0 0,0-1 0,1 1 0,-1-1 0,1 1 0,-1 0 0,0-1 0,1 1 0,-1-1 0,1 1 0,-1-1 0,1 0 0,0 1 0,-1-1 0,1 1 0,-1-1 0,1 0 0,0 0 0,-1 1 0,1-1 0,0 0 0,-1 0 0,1 0 0,0 0 0,-1 1 0,1-1 0,0 0 0,-1 0 0,1-1 0,0 1 0,0 0 0,-1 0 0,1 0 0,0 0 0,-1 0 0,1-1 0,-1 1 0,1 0 0,0-1 0,-1 1 0,2-1 0,0-2 0,1 0 0,-1-1 0,0 1 0,0 0 0,0-1 0,0 0 0,2-4 0,20-62 0,23-102 0,-32 108 0,9-37 0,-4-1 0,-5-1 0,4-206 0,-22-264 0,6 537 0,2 0 0,1 0 0,1 1 0,2 0 0,19-47 0,-14 41 0,-12 36 0,0 0 0,1 0 0,0 0 0,0 0 0,1 1 0,-1-1 0,1 1 0,0 0 0,0 0 0,1 1 0,-1-1 0,1 1 0,-1 0 0,1 0 0,0 0 0,0 1 0,7-3 0,13-4 0,0 1 0,35-7 0,-52 13 0,128-24 6,214-14 0,143 23-155,1255 27-579,-404 4 767,-1141-15 500,624 12-252,-366 3-287,175 11 0,80 3 32,2-29-173,-269-1-1115,-413 2-5570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2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24575,'0'4'0,"0"6"0,0 9 0,0 6 0,0 7 0,0 6 0,0 2 0,0 1 0,0-1 0,0 0 0,0-2 0,0-3 0,0-8-8191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29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24575,'9'0'0,"14"0"0,17 0 0,14 0 0,11 0 0,10 0 0,10 0 0,11 0 0,10 0 0,4 0 0,-8 0 0,-9 0 0,-17 0 0,-16 0 0,-18 0-8191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31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24575,'457'0'0,"-916"0"0,452 0 0,0 0 0,-1 0 0,1 1 0,-1 0 0,1 0 0,0 1 0,0 0 0,0 0 0,0 1 0,0 0 0,0 0 0,1 1 0,-1-1 0,1 1 0,0 1 0,0-1 0,1 1 0,-1 0 0,1 1 0,0-1 0,0 1 0,1 0 0,0 0 0,0 0 0,0 1 0,1-1 0,0 1 0,0 0 0,-2 7 0,-2 15 0,1 0 0,2 0 0,0 0 0,2 0 0,3 48 0,-1-74 0,1-1 0,-1 1 0,1-1 0,0 0 0,0 1 0,0-1 0,0 0 0,0 0 0,1 1 0,-1-1 0,1 0 0,-1 0 0,1-1 0,0 1 0,-1 0 0,1 0 0,0-1 0,0 1 0,0-1 0,1 0 0,-1 0 0,0 0 0,0 0 0,1 0 0,-1 0 0,0 0 0,1-1 0,-1 1 0,1-1 0,-1 0 0,4 1 0,10 0 0,-1-1 0,1 0 0,28-5 0,-32 3 0,82-9 0,0 3 0,151 8 0,-239 0 0,0 1 0,0 0 0,0 0 0,0 0 0,0 1 0,0 0 0,-1 0 0,1 0 0,-1 1 0,10 5 0,-14-7 0,1 1 0,0 0 0,-1-1 0,1 1 0,-1 0 0,1 0 0,-1 0 0,0 0 0,0 0 0,0 1 0,0-1 0,0 0 0,0 0 0,-1 1 0,1-1 0,-1 0 0,1 1 0,-1-1 0,0 0 0,0 1 0,0-1 0,0 1 0,-1-1 0,1 0 0,-1 1 0,1-1 0,-1 0 0,0 1 0,-1 2 0,-3 8 0,-1-1 0,0 0 0,0 0 0,-1 0 0,-1-1 0,0 0 0,0 0 0,-1-1 0,0 0 0,-14 11 0,6-8 0,0-1 0,-1-1 0,0 0 0,-1-1 0,-39 14 0,-6-1-86,-140 55-1193,167-62-5547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3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24575,'0'758'0,"0"-734"0,2 0 0,1 1 0,1-1 0,2-1 0,0 1 0,10 25 0,66 129 0,-70-155-227,0-1-1,2 0 1,1-1-1,0 0 1,20 19-1,-23-27-6598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3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24575,'7'-1'0,"0"0"0,-1 0 0,1-1 0,0 0 0,-1 0 0,0-1 0,11-6 0,20-6 0,-13 10 0,1 1 0,0 2 0,26 0 0,-48 2 0,-14-1 0,1 2 0,-1 0 0,1 0 0,-1 1 0,1 0 0,-11 4 0,18-5 0,0 0 0,0 1 0,0-1 0,1 1 0,-1 0 0,0 0 0,1 0 0,0 0 0,-1 0 0,1 1 0,0-1 0,0 1 0,0 0 0,1-1 0,-1 1 0,0 0 0,1 0 0,0 0 0,0 0 0,0 0 0,0 0 0,0 0 0,1 1 0,-1 4 0,-7 46 0,-3 35 0,11-87 0,0 1 0,0-1 0,1 0 0,-1 1 0,1-1 0,-1 0 0,1 0 0,0 1 0,0-1 0,0 0 0,0 0 0,0 0 0,1 0 0,-1 0 0,1 0 0,-1-1 0,1 1 0,-1 0 0,1-1 0,0 1 0,0-1 0,0 1 0,0-1 0,0 0 0,0 0 0,0 0 0,1 0 0,-1 0 0,0-1 0,0 1 0,1-1 0,-1 1 0,4-1 0,11 2 0,0-1 0,1 0 0,28-3 0,-26 0 0,22 0 0,-1 0 0,48 3 0,-87 0 0,1-1 0,-1 0 0,0 1 0,1-1 0,-1 1 0,0 0 0,0 0 0,0 0 0,1 0 0,-1 0 0,0 0 0,0 1 0,-1-1 0,1 1 0,0-1 0,0 1 0,-1 0 0,1 0 0,-1-1 0,1 1 0,-1 0 0,0 0 0,0 1 0,0-1 0,0 0 0,0 0 0,0 0 0,-1 1 0,2 4 0,-1 6 0,1 0 0,-2 0 0,0 0 0,-2 18 0,1-8 0,0-13 0,0 0 0,-1-1 0,0 1 0,0-1 0,-1 0 0,0 0 0,0 0 0,-1 0 0,0 0 0,-1-1 0,0 0 0,-9 12 0,-2-2 0,0 0 0,-2-1 0,-32 26 0,41-37-119,-20 18 370,28-23-319,-1 0 0,2-1 0,-1 1 0,0 0 0,0 0 0,0 0 0,0 0 0,1 0 0,-1 0 0,0 1-1,1-1 1,-1 0 0,1 0 0,-1 0 0,1 1 0,0-1 0,-1 0 0,1 0 0,0 1 0,0-1 0,0 3 0,6 4-6758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3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24575,'4'0'0,"6"-4"0,5-2 0,9 1 0,4 1 0,10-4 0,7 1 0,4 1 0,2 1 0,5-2 0,-2-1 0,1 2 0,0-3 0,-4 1 0,-8 1 0,-11 2-8191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35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71 24575,'-2'83'0,"0"-36"0,2 0 0,8 64 0,-7-103 0,1 1 0,0-1 0,1 1 0,-1-1 0,9 15 0,-10-20 0,1 0 0,0 0 0,0 0 0,0 0 0,1-1 0,-1 1 0,0-1 0,1 1 0,0-1 0,0 0 0,-1 0 0,1 0 0,0-1 0,1 1 0,-1-1 0,0 1 0,6 0 0,20 6 0,1-2 0,1-1 0,-1-1 0,1-1 0,37-3 0,-66 0 0,1 0 0,-1 0 0,0-1 0,0 1 0,1-1 0,-1 1 0,0-1 0,0 0 0,0 0 0,0 0 0,0 0 0,0 0 0,0-1 0,0 1 0,-1-1 0,1 1 0,0-1 0,-1 1 0,1-1 0,-1 0 0,2-2 0,-1 0 0,-1 0 0,0 1 0,1-1 0,-2 0 0,1 1 0,0-1 0,-1 0 0,1 0 0,-1 0 0,0 0 0,-1-6 0,-2-3 0,1-1 0,-2 1 0,0 0 0,0 0 0,-1 1 0,-8-15 0,0 4 0,0 0 0,-1 2 0,-2-1 0,0 2 0,-1 0 0,-1 1 0,-26-21 0,27 29 0,0 1 0,-1 1 0,0 1 0,-30-10 0,3 1 0,7 3-682,-72-15-1,89 24-6143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36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24575,'5'0'0,"4"-4"0,6-2 0,5 1 0,2 1 0,-2-3 0,4-1 0,2 2 0,5 1 0,6 2 0,0 1 0,-1-3 0,-4-1 0,-2 1 0,-2 1 0,-6 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3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24575,'297'15'0,"266"-3"0,-358-14 0,711 2-1365,-896 0-5461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41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24575,'68'-1'0,"96"-14"0,-122 9 0,1 2 0,-1 2 0,70 4 0,-110-2 0,0 1 0,1-1 0,-1 1 0,0-1 0,0 1 0,0 0 0,1 0 0,-1 0 0,0 0 0,0 0 0,0 0 0,-1 1 0,1-1 0,0 0 0,0 1 0,-1 0 0,1-1 0,-1 1 0,3 3 0,-2-1 0,0 1 0,0-1 0,0 0 0,-1 0 0,0 1 0,0-1 0,0 1 0,0-1 0,-1 8 0,0 0 0,0-1 0,-1 1 0,-1 0 0,0-1 0,0 1 0,-1-1 0,-6 14 0,4-13 0,2-8 0,1 1 0,0 1 0,0-1 0,0 0 0,-2 11 0,4-15 0,0 0 0,0 1 0,0-1 0,0 0 0,0 0 0,1 1 0,-1-1 0,0 0 0,1 1 0,-1-1 0,1 0 0,-1 0 0,1 0 0,-1 1 0,1-1 0,0 0 0,0 0 0,-1 0 0,1 0 0,0 0 0,0 0 0,0 0 0,0-1 0,0 1 0,0 0 0,1 0 0,-1-1 0,0 1 0,0-1 0,2 1 0,14 5 0,0-1 0,27 4 0,-29-6 0,0 0 0,-1 0 0,1 2 0,23 9 0,-34-11 0,0-1 0,0 0 0,-1 1 0,1 0 0,0 0 0,-1 0 0,0 0 0,1 1 0,-1-1 0,-1 1 0,1 0 0,-1 0 0,1 0 0,-1 0 0,0 0 0,0 1 0,-1-1 0,1 0 0,0 9 0,0-4 0,-1 0 0,0 0 0,0 0 0,-1 0 0,0 1 0,-1-1 0,0 0 0,-1 0 0,0 0 0,0 0 0,-1 0 0,0-1 0,0 1 0,-1-1 0,-9 15 0,7-14 0,-1 0 0,1-1 0,-2 0 0,1 0 0,-1-1 0,-1 0 0,1 0 0,-1-1 0,0 0 0,-1-1 0,1 0 0,-1 0 0,-11 3 0,-35 11-682,-113 23-1,139-37-6143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42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24575,'9'2'0,"-1"0"0,0 1 0,1-1 0,-1 1 0,-1 1 0,1 0 0,0 0 0,-1 0 0,7 6 0,5 2 0,17 10 0,-1 2 0,-2 1 0,0 2 0,-2 1 0,-1 2 0,51 63 0,-66-70 0,-1 1 0,-1 0 0,-1 1 0,-1 0 0,-1 1 0,11 44 0,-9-14 0,-2 0 0,3 67 0,-8 343 0,-7-261 0,1-128 0,-3 1 0,-4-1 0,-30 136 0,13-111 0,10-34 0,-44 121 0,52-172-111,-51 137-1143,53-133-5572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4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24575,'40'-43'0,"-24"25"0,0 1 0,2 0 0,20-15 0,-15 15 0,-10 7 0,1 0 0,0 1 0,22-11 0,-32 19 0,1-1 0,-1 0 0,0 1 0,1 0 0,0 0 0,-1 0 0,1 0 0,0 1 0,-1 0 0,1 0 0,0 0 0,-1 1 0,1-1 0,-1 1 0,1 0 0,0 1 0,4 1 0,-7-2 0,1 1 0,-1-1 0,0 1 0,0 0 0,0 0 0,0-1 0,0 1 0,0 1 0,0-1 0,-1 0 0,1 0 0,-1 1 0,1-1 0,-1 0 0,0 1 0,0-1 0,0 1 0,-1 0 0,1-1 0,0 1 0,-1 5 0,2 7 0,-2 0 0,-1 28 0,0-25 0,-1 10 0,0-14 0,1-1 0,2 27 0,-1-37 0,1 0 0,-1 0 0,1 0 0,0 0 0,-1 0 0,1-1 0,0 1 0,1 0 0,-1-1 0,0 1 0,1 0 0,0-1 0,-1 0 0,1 1 0,0-1 0,0 0 0,0 0 0,5 3 0,14 7 0,-1 1 0,0 1 0,-1 1 0,0 0 0,-2 2 0,18 19 0,-32-32 0,-1 0 0,1 0 0,-1 0 0,0 0 0,0 0 0,0 1 0,-1-1 0,1 0 0,-1 1 0,0 0 0,-1-1 0,1 1 0,-1 0 0,0-1 0,-1 9 0,0-6 0,-1 1 0,0-1 0,0 0 0,0 0 0,-1-1 0,0 1 0,-1 0 0,0-1 0,-4 7 0,-5 3 0,0-1 0,0-1 0,-1-1 0,-1 1 0,0-2 0,-26 16 0,3-4-1365,23-17-5461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4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24575,'-4'1'0,"0"0"0,0 0 0,1 0 0,-1 0 0,0 0 0,1 1 0,-1 0 0,1 0 0,0 0 0,-1 0 0,1 0 0,0 0 0,0 1 0,1 0 0,-1-1 0,0 1 0,1 0 0,0 0 0,0 1 0,0-1 0,0 0 0,0 1 0,-1 4 0,-2 3 0,0 0 0,1 0 0,0 1 0,1 0 0,0 0 0,-1 15 0,0 34 0,-17 322 0,7 155 0,4 32 0,11-385 0,0-165 0,1 0 0,0-1 0,2 0 0,1 0 0,0 0 0,1 0 0,1-1 0,1 0 0,0 0 0,1-1 0,1 0 0,1-1 0,0 0 0,2-1 0,-1 0 0,26 22 0,-21-21-115,-5-4-198,0 0 1,2-1-1,27 18 1,-22-18-6514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4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24575,'5'0'0,"8"0"0,8 0 0,4 0 0,2 0 0,4 0 0,6 0 0,1 0 0,2 0 0,-2 0 0,2 0 0,-3 0 0,-6 0-8191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47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24575,'1062'0'-1365,"-1033"0"-5461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49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2003 24575,'4'1'0,"-1"-1"0,0 1 0,0-1 0,0 1 0,-1 0 0,1 0 0,0 1 0,0-1 0,0 0 0,-1 1 0,1 0 0,3 2 0,28 28 0,-32-31 0,77 87 0,84 119 0,-11-14 0,-150-191 0,3 5 0,1-1 0,0 0 0,0 0 0,14 10 0,-19-16 0,0 1 0,0 0 0,0 0 0,1-1 0,-1 1 0,0-1 0,0 1 0,1-1 0,-1 1 0,0-1 0,1 0 0,-1 0 0,0 0 0,1 0 0,-1 0 0,0 0 0,1 0 0,-1 0 0,0 0 0,1 0 0,-1-1 0,0 1 0,1-1 0,-1 1 0,0-1 0,0 1 0,0-1 0,1 0 0,-1 1 0,0-1 0,0 0 0,0 0 0,0 0 0,0 0 0,0 0 0,-1 0 0,1 0 0,0 0 0,1-2 0,4-10 0,-1 1 0,1-1 0,-2 0 0,0-1 0,4-24 0,-3 18 0,147-1001 0,-113 501 0,-9 83 0,-11 105 0,-18 319 0,0 0 0,1 0 0,0 0 0,6-19 0,-7 29 0,0 0 0,1 1 0,-1-1 0,0 0 0,1 0 0,0 0 0,-1 1 0,1-1 0,0 1 0,0 0 0,1-1 0,-1 1 0,0 0 0,1 0 0,-1 0 0,1 1 0,0-1 0,0 1 0,-1-1 0,1 1 0,0 0 0,0 0 0,6-1 0,35-1 0,1 2 0,-1 2 0,1 2 0,62 12 0,-23-4 0,501 61-234,646 72-1083,5-63 454,154-78 2626,-671-7-1112,-385 4-2016,-305 0-5461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24575,'0'4'0,"0"10"0,0 7 0,0 12 0,0 13 0,0 8 0,0 2 0,0 0 0,0-5 0,0-7 0,0-6 0,0-7 0,0-7-8191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24575,'463'-39'0,"-355"26"0,135-10-1365,-216 22-5461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24575,'284'0'0,"-379"-1"0,-115 3 0,206-2 0,-1 1 0,1-1 0,-1 1 0,1 0 0,0 0 0,-1 0 0,1 1 0,0 0 0,0-1 0,0 2 0,0-1 0,0 0 0,1 1 0,-1-1 0,1 1 0,-1 0 0,1 0 0,0 1 0,0-1 0,0 1 0,1-1 0,-1 1 0,1 0 0,0 0 0,0 0 0,-1 5 0,-1 2 0,1 1 0,1-1 0,0 1 0,1-1 0,0 1 0,0 0 0,2 0 0,2 22 0,-2-32 0,-1 1 0,1 0 0,0-1 0,0 1 0,0-1 0,0 1 0,0-1 0,1 1 0,-1-1 0,1 0 0,0 0 0,-1 0 0,1 0 0,0 0 0,0 0 0,0 0 0,1 0 0,-1-1 0,0 1 0,1-1 0,-1 0 0,1 0 0,-1 0 0,1 0 0,-1 0 0,1 0 0,0-1 0,4 1 0,9 1 0,0 0 0,1-2 0,28-1 0,-22 0 0,46-2 0,-19 0 0,56 5 0,-102-1 0,1 0 0,-1 0 0,0 0 0,0 1 0,0 0 0,0-1 0,0 2 0,0-1 0,0 0 0,-1 1 0,1 0 0,-1-1 0,1 2 0,-1-1 0,0 0 0,-1 0 0,1 1 0,0 0 0,-1-1 0,0 1 0,0 0 0,0 0 0,0 0 0,1 9 0,1-1 0,0 1 0,-1 0 0,-1 0 0,0 0 0,-1 1 0,0-1 0,-2 16 0,1-24 0,-1 0 0,0 0 0,0 0 0,0 1 0,0-1 0,-1 0 0,0 0 0,0 0 0,0-1 0,0 1 0,-1 0 0,0-1 0,0 0 0,0 0 0,-1 0 0,-4 5 0,0-3 0,1-1 0,-1 0 0,0 0 0,0-1 0,-1 0 0,1-1 0,-1 0 0,-15 3 0,-13 2-341,0-2 0,0-2-1,-44 0 1,46-3-6485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24575,'2'0'0,"0"1"0,-1 0 0,1 1 0,0-1 0,-1 0 0,1 0 0,-1 1 0,1-1 0,-1 1 0,1-1 0,-1 1 0,0-1 0,0 1 0,0 0 0,0 0 0,0 0 0,0-1 0,-1 1 0,1 0 0,0 2 0,2 3 0,9 23 0,0 1 0,-3 1 0,7 33 0,12 103 0,-19-106 0,-1 25-1365,-8-63-5461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5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24575,'6'-1'0,"-1"0"0,1 0 0,-1 0 0,0-1 0,8-2 0,18-5 0,1 4 0,-1 3 0,1 0 0,49 5 0,-79-3 0,1 1 0,-1-1 0,0 0 0,1 1 0,-1 0 0,0 0 0,0-1 0,1 1 0,-1 1 0,0-1 0,0 0 0,0 0 0,0 1 0,-1-1 0,1 1 0,0 0 0,-1-1 0,1 1 0,-1 0 0,3 3 0,-2 0 0,0-1 0,0 1 0,-1 0 0,1-1 0,-1 1 0,0 0 0,-1 0 0,1 0 0,-1 8 0,0 0 0,-1-1 0,-1 1 0,0-1 0,-1 1 0,0-1 0,-1 0 0,-7 15 0,7-20 0,-1 0 0,0 0 0,0-1 0,0 1 0,-12 9 0,11-11 0,1-1 0,0 1 0,0 1 0,1-1 0,0 1 0,0-1 0,-5 10 0,9-14 0,0 0 0,-1 1 0,1-1 0,0 0 0,0 0 0,0 0 0,0 1 0,0-1 0,0 0 0,0 0 0,0 0 0,0 1 0,0-1 0,1 0 0,-1 0 0,1 0 0,-1 1 0,1-1 0,-1 0 0,1 0 0,-1 0 0,1 0 0,0 0 0,0 0 0,0 0 0,-1-1 0,1 1 0,0 0 0,0 0 0,0 0 0,0-1 0,0 1 0,0-1 0,1 1 0,-1-1 0,0 1 0,0-1 0,0 0 0,2 1 0,5 1 0,0 1 0,0-2 0,0 1 0,11 0 0,5-1-1365,-3-1-5461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86 103 24575,'19'-23'0,"-15"19"0,-1-1 0,1 1 0,-1 0 0,1 0 0,1 1 0,-1-1 0,0 1 0,1 0 0,-1 0 0,9-4 0,10-1 0,0 1 0,0 1 0,0 1 0,0 1 0,1 2 0,0 0 0,0 1 0,28 3 0,-71-1 0,0 1 0,0 1 0,0 1 0,-22 7 0,-88 34 0,120-41 0,1 0 0,0 0 0,0 1 0,0 1 0,0-1 0,1 1 0,0 0 0,0 1 0,1 0 0,0 0 0,-9 13 0,5-5 0,2 1 0,-1 0 0,2 1 0,-11 33 0,18-49 0,0 1 0,-1-1 0,1 0 0,0 0 0,0 0 0,0 0 0,0 0 0,0 1 0,0-1 0,0 0 0,1 0 0,-1 0 0,0 0 0,0 0 0,1 0 0,-1 0 0,1 0 0,-1 0 0,1 0 0,0 0 0,-1 0 0,1 0 0,0 0 0,0 0 0,-1 0 0,1-1 0,0 1 0,0 0 0,0-1 0,0 1 0,0 0 0,0-1 0,0 0 0,0 1 0,0-1 0,0 1 0,0-1 0,1 0 0,-1 0 0,1 0 0,8 2 0,0 0 0,0-1 0,16 0 0,-18-1 0,27 0 0,-15-1 0,0 1 0,0 1 0,-1 1 0,33 6 0,-48-7 0,0 1 0,0-1 0,0 1 0,0-1 0,0 1 0,0 0 0,0 0 0,-1 1 0,1-1 0,-1 1 0,0 0 0,0 0 0,0 0 0,0 0 0,0 1 0,0-1 0,-1 1 0,0-1 0,0 1 0,0 0 0,0 0 0,0 0 0,-1 0 0,0 0 0,0 0 0,1 9 0,-1-6-50,0 1-1,0-1 1,-1 1-1,0-1 0,-1 1 1,0-1-1,0 1 1,0-1-1,-1 0 1,0 1-1,-1-1 0,1 0 1,-2 0-1,1 0 1,-1-1-1,1 1 1,-2-1-1,1 0 0,-1 0 1,0-1-1,0 1 1,-1-1-1,1 0 1,-1 0-1,0-1 1,-10 6-1,0-2-6775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24575,'1416'0'-1365,"-1387"0"-5461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2:5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24575,'-53'110'0,"6"3"0,4 2 0,-39 170 0,-6 118 0,67-303 0,5 1 0,4 0 0,3 178 0,9-244 0,1 0 0,2 0 0,1-1 0,2 1 0,1-1 0,2 0 0,13 34 0,-12-44-103,3 10 221,32 57 0,-39-82-254,0 0 0,0 0 0,1-1-1,0 1 1,1-1 0,-1-1 0,2 0 0,-1 0-1,1 0 1,13 7 0,-8-7-6690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2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24575,'169'-13'0,"-116"7"0,93 1 0,-143 4 0,0 2 0,1-1 0,-1 0 0,0 1 0,0-1 0,0 1 0,1 0 0,-1 0 0,0 0 0,0 1 0,0-1 0,-1 1 0,1 0 0,0-1 0,-1 1 0,1 0 0,-1 1 0,1-1 0,-1 0 0,0 1 0,0-1 0,3 5 0,-4-3 0,1 0 0,-1 0 0,0 0 0,0 0 0,0 0 0,0 1 0,-1-1 0,0 0 0,0 0 0,0 1 0,0-1 0,-1 0 0,1 0 0,-1 0 0,0 0 0,-3 8 0,0-1 0,-1-1 0,-1 0 0,1 0 0,-1 0 0,-1-1 0,0 0 0,0 0 0,-1 0 0,-11 8 0,-13 10 0,-43 28 0,1-1 0,-9 9 0,83-63 0,-1 0 0,1 0 0,-1 1 0,1-1 0,-1 0 0,1 1 0,-1-1 0,1 0 0,-1 1 0,1-1 0,0 0 0,-1 1 0,1-1 0,-1 1 0,1-1 0,0 1 0,0-1 0,-1 1 0,1-1 0,0 1 0,0-1 0,0 1 0,-1-1 0,1 1 0,0-1 0,0 1 0,0 0 0,0-1 0,0 1 0,0-1 0,0 1 0,0-1 0,0 1 0,1-1 0,-1 1 0,0-1 0,0 1 0,0 0 0,1-1 0,-1 0 0,0 1 0,0-1 0,1 1 0,-1-1 0,0 1 0,1-1 0,-1 1 0,1-1 0,-1 0 0,1 1 0,-1-1 0,1 0 0,-1 0 0,1 1 0,-1-1 0,1 0 0,-1 0 0,1 0 0,-1 1 0,1-1 0,-1 0 0,1 0 0,-1 0 0,2 0 0,45 4 0,-41-3 0,198-2-158,-147 0-1049,-19 0-5619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2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24575,'337'0'0,"-333"0"0,0 0 0,0 0 0,0 0 0,1 1 0,-1-1 0,0 1 0,0 0 0,0 1 0,0-1 0,0 1 0,4 2 0,-5-2 0,-1 0 0,0 0 0,1 0 0,-1 0 0,0 1 0,0-1 0,-1 1 0,1-1 0,0 1 0,-1 0 0,0-1 0,0 1 0,0 0 0,0 0 0,0 0 0,1 4 0,2 27-14,-1 0 1,-1 0-1,-2 0 0,-4 37 0,0-1-1282,4-42-5530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2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24575,'13'15'0,"0"1"0,-2 0 0,0 1 0,0 0 0,-2 1 0,0 0 0,-1 1 0,-1 0 0,7 27 0,1 20 0,9 96 0,-18-115 0,19 330 0,-26 3 0,-2-135 0,4-214-78,0-16-244,-1 0 0,0 1 1,-6 29-1,1-28-6504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3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24575,'4'0'0,"6"0"0,5 0 0,4 0 0,4 0 0,1 0 0,1 0 0,1 0 0,0 0 0,-5 0-8191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3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24575,'9'0'0,"6"0"0,10 0 0,8 0 0,4 0 0,-1 0 0,-3 0 0,-2 0 0,-2 0 0,-2 0 0,-2 0 0,-4 0-8191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34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1630 24575,'4'1'0,"0"-1"0,0 1 0,0 0 0,0 0 0,0 0 0,0 1 0,0-1 0,-1 1 0,1 0 0,6 5 0,35 28 0,-34-25 0,42 38 0,-2 2 0,67 85 0,69 124 0,-162-226 0,-24-33 0,-1 1 0,0-1 0,0 0 0,1 1 0,-1-1 0,0 1 0,1-1 0,-1 0 0,0 1 0,1-1 0,-1 0 0,1 1 0,-1-1 0,1 0 0,-1 0 0,0 0 0,1 1 0,-1-1 0,1 0 0,-1 0 0,1 0 0,-1 0 0,1 0 0,-1 0 0,1 0 0,-1 0 0,1 0 0,-1 0 0,1 0 0,-1 0 0,1 0 0,-1 0 0,1 0 0,-1 0 0,1-1 0,-1 1 0,1 0 0,-1 0 0,0-1 0,1 1 0,-1 0 0,1-1 0,-1 1 0,0 0 0,1-1 0,-1 1 0,0 0 0,1-2 0,7-26 0,-2-45 0,-2 1 0,-7-76 0,1 53 0,-5-673 0,-4 539 0,-2-55 0,4 180 0,5 77 0,1 0 0,2 0 0,1-29 0,1 51 0,0 0 0,1-1 0,0 2 0,0-1 0,0 0 0,0 0 0,1 0 0,-1 1 0,1 0 0,0-1 0,1 1 0,-1 0 0,1 0 0,0 1 0,0-1 0,0 1 0,0 0 0,7-4 0,8-4 0,0 1 0,1 0 0,21-6 0,12-1 0,1 3 0,70-10 0,-58 12 0,328-38 0,3 28 0,-376 21 0,974-8 0,-586 12 0,-118-3-1365,-259 0-5461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3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24575,'0'4'0,"0"6"0,0 5 0,0 5 0,0 2 0,0 7 0,0 2 0,0 8 0,0 10 0,0 6 0,0 5 0,0 2 0,0-6 0,0-9 0,0-8 0,0-10-8191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3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24575,'0'4'0,"8"2"0,7-1 0,10-1 0,8-1 0,4-1 0,-2-1 0,-5 0-8191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3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 24575,'30'-1'0,"-21"0"0,0 0 0,-1 1 0,1 0 0,0 1 0,-1 0 0,1 0 0,11 3 0,-20-4 0,0 0 0,1 1 0,-1-1 0,0 0 0,0 0 0,1 0 0,-1 0 0,0 0 0,0 0 0,0 0 0,1 1 0,-1-1 0,0 0 0,0 0 0,0 0 0,0 0 0,1 1 0,-1-1 0,0 0 0,0 0 0,0 0 0,0 1 0,0-1 0,0 0 0,0 0 0,1 0 0,-1 1 0,0-1 0,0 0 0,0 0 0,0 1 0,0-1 0,0 0 0,0 0 0,0 1 0,0-1 0,0 0 0,0 0 0,-1 1 0,1-1 0,0 0 0,0 0 0,0 0 0,0 1 0,-12 10 0,-18 4 0,25-14 0,-4 2 0,0 0 0,0 0 0,0 1 0,0 0 0,-7 5 0,13-7 0,0 0 0,1 1 0,-1-1 0,1 0 0,0 1 0,0 0 0,0-1 0,0 1 0,0 0 0,1 0 0,-1 0 0,1 0 0,0 0 0,-1 0 0,2 1 0,-1-1 0,0 0 0,0 4 0,0-3 0,1 0 0,0 1 0,-1-1 0,1 0 0,0 0 0,1 0 0,-1 1 0,1-1 0,0 0 0,0 0 0,0 0 0,1 0 0,-1 0 0,4 4 0,-3-5 0,0 0 0,1 0 0,-1-1 0,1 1 0,-1-1 0,1 0 0,0 0 0,0 0 0,0 0 0,1-1 0,-1 1 0,0-1 0,0 0 0,1 0 0,-1 0 0,1 0 0,4 0 0,25 3 0,-25-3 0,0 0 0,0 0 0,0 0 0,0 1 0,-1 0 0,9 4 0,-13-5 0,-1 1 0,1-1 0,-1 1 0,1 0 0,-1 0 0,0 0 0,0 0 0,0 0 0,0 0 0,0 1 0,-1-1 0,1 1 0,-1-1 0,1 1 0,-1 0 0,0 0 0,0-1 0,0 1 0,-1 0 0,2 5 0,1 20 0,-1 0 0,-2 0 0,-3 41 0,-1 1 0,0-28 120,3-40-203,0 0 1,1 0-1,-1 0 1,0 0-1,0 0 1,0 0-1,0-1 1,-1 1-1,1 0 1,0-1-1,-1 1 1,1-1-1,-1 1 1,1-1-1,-1 0 1,0 0-1,-3 2 1,-10 3-6744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4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24575,'-6'8'0,"0"0"0,0 1 0,1 0 0,0 0 0,1 0 0,0 1 0,1-1 0,0 1 0,-3 14 0,-8 22 0,6-26 0,-11 24 0,3 0 0,1 2 0,-15 84 0,5-12 0,11-61 0,9-28 0,1 0 0,1 1 0,2-1 0,0 1 0,3 0 0,0-1 0,9 38 0,-9-58 10,1 0 0,0 0 0,0-1 0,1 1 0,0-1 0,1 0 0,0 0 0,0 0 0,0-1 0,1 0 0,12 12 0,-5-8-258,1 1 1,1-2-1,-1 0 1,2 0-1,17 7 1,-15-8-6579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4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24575,'-1'0'0,"-1"1"0,1-1 0,0 1 0,0-1 0,-1 1 0,1-1 0,0 1 0,0 0 0,0-1 0,-1 1 0,1 0 0,0 0 0,0 0 0,0 0 0,1 0 0,-1 0 0,0 0 0,0 0 0,0 1 0,0 0 0,-13 28 0,13-28 0,-38 84 0,21-49 0,1 1 0,-19 71 0,31-92 0,4-14 0,0 1 0,0 0 0,0 0 0,0 0 0,0 0 0,1 0 0,0 0 0,0 6 0,1-9 0,-1 0 0,1 1 0,-1-1 0,1 0 0,0 0 0,0 0 0,-1 0 0,1 0 0,0 0 0,0 0 0,0 0 0,0 0 0,0 0 0,1 0 0,-1 0 0,0-1 0,0 1 0,0-1 0,1 1 0,-1-1 0,0 1 0,1-1 0,-1 0 0,0 1 0,1-1 0,-1 0 0,1 0 0,-1 0 0,2 0 0,87-1-27,-57-1-1311,-11 2-5488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42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24575,'0'4'0,"0"6"0,0 9 0,0 15 0,0 5 0,0 4 0,0 0 0,4 0 0,1-3 0,1-3 0,-2-5 0,-1-7-8191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4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24575,'0'4'0,"0"6"0,0 9 0,0 6 0,0 2 0,0 2 0,0-1 0,0 0 0,0-5-8191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45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24575,'0'67'0,"-2"1"0,-20 109 0,6-100 0,-14 74 0,27-124 0,1-1 0,0 0 0,5 47 0,-2-69 0,-1 0 0,1-1 0,0 1 0,0-1 0,0 1 0,0-1 0,1 0 0,0 1 0,-1-1 0,1 0 0,0 0 0,0 0 0,1 0 0,-1-1 0,1 1 0,-1 0 0,1-1 0,0 0 0,0 0 0,0 0 0,0 0 0,4 2 0,-4-3 0,-1 0 0,1-1 0,0 1 0,-1 0 0,1-1 0,0 0 0,0 1 0,-1-1 0,1 0 0,0-1 0,0 1 0,-1 0 0,1-1 0,0 0 0,-1 1 0,1-1 0,0 0 0,-1 0 0,1 0 0,-1-1 0,0 1 0,1-1 0,-1 1 0,0-1 0,0 0 0,0 0 0,0 0 0,0 0 0,2-4 0,0 0 11,0-1 0,0 0 0,-1 0 0,0-1 0,-1 1 0,0-1-1,0 1 1,0-1 0,-1 0 0,1-12 0,-2 8-223,1 0 0,-2 0 0,1 0-1,-2 0 1,0 0 0,-3-13 0,-2 8-6614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4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24575,'0'-3'0,"1"-1"0,-1 1 0,1 0 0,0-1 0,0 1 0,0-1 0,0 1 0,1 0 0,-1 0 0,1 0 0,0 0 0,0 0 0,0 0 0,0 0 0,1 1 0,-1-1 0,1 1 0,-1 0 0,1-1 0,0 1 0,0 0 0,0 1 0,0-1 0,0 0 0,0 1 0,1 0 0,-1 0 0,0 0 0,1 0 0,-1 0 0,1 1 0,-1 0 0,5-1 0,-4 1 0,1-1 0,-1 1 0,1 0 0,-1 0 0,0 0 0,1 1 0,-1-1 0,1 1 0,-1 0 0,0 1 0,0-1 0,1 1 0,-1-1 0,0 1 0,-1 1 0,1-1 0,0 0 0,0 1 0,-1 0 0,0 0 0,1 0 0,-1 0 0,-1 0 0,1 1 0,0-1 0,2 6 0,0 7 0,-2 0 0,0 0 0,0 1 0,-2-1 0,0 1 0,0-1 0,-2 1 0,-3 20 0,1 20 0,3-46 0,-1 0 0,-1-1 0,0 1 0,0 0 0,-1 0 0,0-1 0,-1 0 0,0 0 0,-1 0 0,-11 18 0,15-27 0,0 1 0,0-1 0,0 1 0,0 0 0,0-1 0,0 1 0,0 0 0,1 0 0,-1 0 0,1-1 0,-1 1 0,1 0 0,0 0 0,0 0 0,-1 0 0,1 0 0,1 0 0,-1 0 0,0 0 0,0-1 0,1 1 0,0 3 0,1-3 0,-1 0 0,1-1 0,0 1 0,0-1 0,0 1 0,0-1 0,0 0 0,0 0 0,0 0 0,1 0 0,-1 0 0,0 0 0,0 0 0,1-1 0,-1 1 0,1-1 0,-1 0 0,3 0 0,34 3-84,63-4 0,-63 0-1113,-16 0-5629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48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24575,'1'0'0,"0"1"0,0-1 0,0 1 0,0 0 0,-1 0 0,1 0 0,0-1 0,0 1 0,0 0 0,-1 0 0,1 0 0,-1 0 0,1 0 0,-1 0 0,1 0 0,-1 0 0,1 1 0,-1-1 0,0 0 0,0 0 0,1 0 0,-1 2 0,1 3 0,29 84 0,-13-42 0,12 57 0,11 213 0,-13-75 0,-18-161-263,-3 143 0,-7-179-576,1-26-5987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5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0,4 0 0,12 4 0,17 1 0,17 5 0,11 0 0,4-2 0,-3 2 0,-10 0 0,-16-3-8191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57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24575,'5'0'0,"13"0"0,21-4 0,20-5 0,9-6 0,5-5 0,-1 2 0,-9 4 0,-7 4 0,-8 3 0,-13 4-8191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3:5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1137 24575,'1'5'0,"2"0"0,-1 0 0,0 0 0,1 0 0,0-1 0,0 1 0,0-1 0,1 0 0,-1 0 0,1 0 0,8 6 0,-1 0 0,272 309 0,-39-18 0,-240-296 0,0 0 0,1 0 0,-1 0 0,1 0 0,0-1 0,9 7 0,-13-10 0,1 0 0,-1-1 0,0 1 0,0-1 0,0 0 0,0 1 0,0-1 0,0 0 0,0 0 0,1 0 0,-1 0 0,0 1 0,0-2 0,0 1 0,0 0 0,1 0 0,-1 0 0,0 0 0,0-1 0,0 1 0,0-1 0,0 1 0,0-1 0,0 1 0,0-1 0,0 1 0,0-1 0,0 0 0,0 0 0,0 0 0,0 1 0,-1-1 0,1 0 0,0 0 0,0 0 0,-1 0 0,1 0 0,-1 0 0,1-2 0,9-19 0,-1-1 0,-1 0 0,-1 0 0,-1 0 0,-1-1 0,2-28 0,1-3 0,114-877 0,-106 767 0,13-235 0,-29 389 0,0 4 0,0-1 0,0 1 0,1 0 0,2-11 0,-3 17 0,1-1 0,-1 0 0,1 0 0,0 1 0,0-1 0,-1 1 0,1-1 0,0 1 0,0-1 0,1 1 0,-1-1 0,0 1 0,0 0 0,1 0 0,-1 0 0,0 0 0,1 0 0,-1 0 0,1 0 0,0 0 0,-1 0 0,4 0 0,25-6 0,1 2 0,0 1 0,-1 2 0,40 2 0,-18-1 0,1069-3-777,-600 6 535,311-3-207,891 3-894,-107 86 1104,-1468-76 1723,70 6-1283,-193-15-7027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00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24575,'-1'2'0,"1"0"0,-1 1 0,1-1 0,-1 0 0,0 0 0,0 0 0,0-1 0,0 1 0,0 0 0,0 0 0,-1 0 0,-1 2 0,-8 12 0,-1 14 0,2 1 0,-11 53 0,13-45 0,-2 9 0,3 1 0,1 0 0,3 0 0,5 83 0,-1-122 0,0-1 0,0 1 0,1-1 0,1 1 0,0-1 0,0 0 0,1 0 0,0 0 0,0 0 0,1-1 0,0 1 0,1-1 0,0-1 0,0 1 0,0-1 0,1 0 0,0 0 0,1-1 0,-1 0 0,1 0 0,0-1 0,1 0 0,-1-1 0,1 1 0,0-2 0,0 1 0,1-1 0,10 2 0,62 10 0,-22-3 0,0-2 0,93 2 0,-133-12 0,-1-1 0,0 0 0,0-2 0,0 0 0,0-2 0,0 0 0,0-1 0,-1 0 0,0-2 0,-1 0 0,0-1 0,19-14 0,-20 13 0,-1-1 0,0-1 0,-1 0 0,-1-1 0,0-1 0,0 0 0,-1 0 0,-1-1 0,-1-1 0,0 0 0,-1 0 0,-1-1 0,0 0 0,-1-1 0,-1 1 0,-1-1 0,6-37 0,-6 16 0,-1-47 0,-4 69 0,-1 1 0,0-1 0,-2 0 0,0 1 0,-7-23 0,8 34 0,0 0 0,0 0 0,-1 0 0,0 0 0,0 0 0,0 1 0,0-1 0,-1 1 0,0 0 0,0 0 0,0 1 0,-8-7 0,4 5 0,-1 0 0,0 1 0,0 0 0,0 0 0,0 1 0,-16-4 0,-7 2 0,-1 1 0,0 1 0,-40 3 0,58 0 0,-186 2-1365,181-2-5461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01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24575,'0'4'0,"0"5"0,0 7 0,0 7 0,0 5 0,-5 2 0,-4-1 0,-2 0 0,1-1 0,3-6-8191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02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25 24575,'0'-1'0,"0"0"0,-1-1 0,1 1 0,-1 0 0,1 0 0,-1 0 0,0 0 0,0 0 0,1 1 0,-1-1 0,0 0 0,0 0 0,0 0 0,0 1 0,0-1 0,0 0 0,0 1 0,0-1 0,0 1 0,0-1 0,0 1 0,0 0 0,0-1 0,0 1 0,-1 0 0,1 0 0,-2 0 0,-38-5 0,36 5 0,-4 0 0,-1 0 0,1 1 0,0 0 0,-1 0 0,1 1 0,0 1 0,0 0 0,0 0 0,0 0 0,0 1 0,1 0 0,0 1 0,0 0 0,0 0 0,0 1 0,1 0 0,0 1 0,0-1 0,-11 15 0,-5 10 0,1 1 0,2 0 0,-26 56 0,37-70 0,1-1 0,0 0 0,1 0 0,1 1 0,0 0 0,-5 33 0,10-44 0,0 1 0,1 0 0,0-1 0,0 1 0,1-1 0,0 1 0,0 0 0,0-1 0,1 0 0,1 1 0,-1-1 0,1 0 0,0 0 0,1 0 0,-1-1 0,10 12 0,-12-15 0,1-1 0,0 1 0,-1-1 0,1 0 0,0 0 0,0 0 0,1 0 0,-1 0 0,0-1 0,1 1 0,-1 0 0,1-1 0,-1 0 0,1 0 0,0 0 0,-1 0 0,1 0 0,0 0 0,0-1 0,0 1 0,0-1 0,-1 0 0,1 0 0,0 0 0,0 0 0,0 0 0,0-1 0,0 1 0,-1-1 0,1 0 0,0 0 0,0 0 0,-1 0 0,1 0 0,-1-1 0,1 1 0,-1-1 0,4-3 0,4-3 0,-1-1 0,0-1 0,0 1 0,-1-1 0,-1-1 0,0 0 0,8-15 0,69-148 0,-72 143 0,0-1 0,-3 0 0,11-57 0,-15 71 0,1 37 0,14 144 0,-7 1 0,-10 206 0,-4-345 0,-1 0 0,-2-1 0,0 1 0,-2-1 0,-16 44 0,17-56 0,0 1 0,-2-1 0,1 0 0,-2 0 0,1-1 0,-1 0 0,-1 0 0,0-1 0,-1 0 0,0-1 0,0 0 0,-15 9 0,20-15-227,-1 0-1,0 0 1,1 0-1,-1-1 1,-8 2-1,-5 0-6598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03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24575,'8'-6'0,"0"1"0,1-1 0,0 2 0,0-1 0,1 1 0,-1 0 0,1 1 0,19-4 0,-23 6 0,1 0 0,0 0 0,0 0 0,0 1 0,0 0 0,0 0 0,0 1 0,0 0 0,0 0 0,0 1 0,-1-1 0,1 2 0,0-1 0,-1 1 0,0 0 0,1 0 0,-1 0 0,-1 1 0,1 0 0,0 1 0,-1-1 0,0 1 0,7 7 0,5 6 0,-1 1 0,-1 0 0,-1 1 0,0 0 0,-2 1 0,0 0 0,-1 1 0,8 26 0,-12-28 0,-1 1 0,0 0 0,-2 0 0,0 0 0,-2 1 0,0-1 0,-1 1 0,-2-1 0,-3 34 0,0-42 0,1 1 0,-2-1 0,0 0 0,0 0 0,-2-1 0,1 1 0,-1-1 0,-1-1 0,0 1 0,-1-1 0,0-1 0,-1 0 0,-12 11 0,12-12 0,0-1 0,0 0 0,-1 0 0,-1-1 0,1-1 0,-1 0 0,0 0 0,0-1 0,-1-1 0,0 0 0,1 0 0,-1-2 0,-1 1 0,-12-1 0,21-2 0,0 0 0,0 0 0,1-1 0,-1 0 0,1 0 0,-1 0 0,1-1 0,-7-2 0,10 4 0,-1-1 0,1 0 0,0 0 0,0 1 0,-1-1 0,1 0 0,0 0 0,0 0 0,0 0 0,0 0 0,0 0 0,0 0 0,1-1 0,-1 1 0,0 0 0,0 0 0,1-1 0,-1 1 0,1 0 0,-1-1 0,1 1 0,0-1 0,-1 1 0,1 0 0,0-1 0,0 1 0,0-1 0,0 1 0,0-1 0,1 1 0,-1-3 0,1 3 0,0-1 0,0 1 0,0-1 0,-1 0 0,1 1 0,1 0 0,-1-1 0,0 1 0,0 0 0,1-1 0,-1 1 0,0 0 0,1 0 0,-1 0 0,1 0 0,-1 0 0,1 1 0,0-1 0,-1 0 0,1 1 0,0-1 0,2 0 0,45-5 0,-45 6 0,273-1 90,-128 3-1545,-123-2-5371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0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24575,'-1'8'0,"0"-1"0,0 1 0,-1-1 0,0 0 0,0 0 0,0 0 0,-6 11 0,-4 12 0,-63 246 0,-2 4 0,70-261 0,-20 72 0,25-82 0,0 0 0,1 0 0,0 0 0,0 0 0,1 0 0,0 0 0,3 18 0,-2-25 0,0 0 0,-1 1 0,1-1 0,1 0 0,-1 0 0,0 0 0,0 0 0,1 0 0,-1 0 0,1 0 0,0 0 0,0-1 0,-1 1 0,1-1 0,0 1 0,0-1 0,0 0 0,1 1 0,-1-1 0,0 0 0,0-1 0,1 1 0,-1 0 0,0-1 0,1 1 0,-1-1 0,3 1 0,9 0 0,0-1 0,0 0 0,23-3 0,-14 1 0,-13 2 9,-1-1-1,1 0 1,-1-1-1,1 0 1,-1-1 0,0 0-1,0 0 1,0-1-1,0 0 1,-1-1-1,0 0 1,0 0-1,8-7 1,-10 7-92,-1 0 1,0-1-1,0 1 1,0-1-1,-1 0 1,0-1-1,0 1 1,-1-1-1,0 1 1,0-1-1,0 0 1,-1 0-1,0-1 1,0 1-1,-1 0 1,0-1-1,0-8 1,0-5-6744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05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24575,'0'939'-1365,"0"-915"-5461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1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0,4 0 0,4 0 0,1 0 0,-3 0-8191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1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24575,'0'4'0,"8"2"0,7-1 0,10 0 0,4-2 0,2-1 0,-1-1 0,4 3 0,-1 2 0,0-1 0,-8-1-8191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1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154 176 24575,'-4'0'0,"0"0"0,-1 0 0,1 0 0,0 1 0,0-1 0,0 1 0,0 0 0,0 1 0,0-1 0,0 1 0,1-1 0,-1 1 0,0 0 0,1 1 0,-1-1 0,1 1 0,0-1 0,0 1 0,0 0 0,0 0 0,0 0 0,1 1 0,0-1 0,-1 0 0,1 1 0,0 0 0,-2 6 0,-7 19 0,1 0 0,1 0 0,1 1 0,2 0 0,-4 58 0,7-9 0,7 86 0,-3-149 0,1-1 0,0 1 0,0-1 0,2 0 0,0 0 0,1 0 0,7 16 0,-9-26 0,0 1 0,0-1 0,1 1 0,0-1 0,0 0 0,0 0 0,0 0 0,1-1 0,0 0 0,0 0 0,0 0 0,1 0 0,-1-1 0,1 0 0,0 0 0,0 0 0,0-1 0,0 0 0,10 2 0,-3-1 0,0-2 0,0 1 0,0-1 0,0-1 0,0-1 0,0 0 0,0 0 0,0-1 0,0-1 0,0 0 0,-1-1 0,1 0 0,-1-1 0,0 0 0,-1-1 0,18-11 0,-17 8 0,0 0 0,-1-1 0,0-1 0,-1 1 0,0-2 0,0 1 0,-1-2 0,-1 1 0,0-1 0,0 0 0,-2 0 0,1-1 0,-2 0 0,5-17 0,-2-9 0,-2 0 0,-1 0 0,-3-1 0,-1 1 0,-7-71 0,4 97 0,-1 0 0,0 0 0,-1 0 0,-1 1 0,0 0 0,0 0 0,-2 0 0,1 0 0,-2 1 0,1 0 0,-2 1 0,1 0 0,-19-17 0,-5-3 0,-2 1 0,-74-48 0,92 67-455,-1 1 0,-25-11 0,15 11-6371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1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24575,'0'4'0,"0"5"0,0 7 0,4 3 0,2 4 0,-1 1 0,-1 1 0,-1 1 0,-1 0 0,-1-1 0,0-4-8191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1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24575,'-5'2'0,"1"0"0,-1 0 0,1 0 0,-1 1 0,1-1 0,0 1 0,0 0 0,0 0 0,-7 8 0,9-10 0,-10 13 0,-1 1 0,2-1 0,0 2 0,1 0 0,0 0 0,1 1 0,1 0 0,-9 28 0,10-19 0,1 0 0,2 0 0,0 1 0,2 0 0,1-1 0,1 1 0,3 29 0,-1-46 0,0 0 0,0 0 0,1 0 0,0-1 0,0 0 0,6 10 0,-7-14 0,0-1 0,1 0 0,-1 0 0,1 0 0,0 0 0,0 0 0,0-1 0,0 1 0,1-1 0,-1 0 0,1 0 0,0 0 0,0 0 0,6 2 0,-7-4 0,-1-1 0,0 1 0,0-1 0,0 0 0,1 0 0,-1 0 0,0-1 0,0 1 0,1 0 0,-1-1 0,0 1 0,0-1 0,0 0 0,0 0 0,0 0 0,0 0 0,0 0 0,0 0 0,0 0 0,0-1 0,0 1 0,-1-1 0,1 1 0,-1-1 0,1 0 0,-1 1 0,0-1 0,2-3 0,3-4 0,0-1 0,0 0 0,-1 0 0,5-13 0,-1-7 0,-2 1 0,-1-1 0,-1 0 0,-1-1 0,-2 1 0,-2-37 0,2 1 0,-3 65 0,1 0 0,0 1 0,0-1 0,0 0 0,0 0 0,0 0 0,0 0 0,0 1 0,0-1 0,0 0 0,1 0 0,-1 0 0,0 1 0,0-1 0,1 0 0,-1 0 0,1 1 0,-1-1 0,1 0 0,-1 1 0,1-2 0,0 3 0,0 0 0,-1 0 0,1 0 0,0 0 0,-1 0 0,1 0 0,-1 0 0,1 0 0,-1 0 0,0 0 0,0 0 0,1 0 0,-1 0 0,0 0 0,0 0 0,0 2 0,11 95 0,13 70 0,-8-100 0,-3 1 0,-3 0 0,2 95 0,-12-137 0,1-3 0,-2-1 0,-6 43 0,5-58 0,0-1 0,0 1 0,-1-1 0,0 0 0,0 0 0,-1 0 0,1 0 0,-2 0 0,1-1 0,-1 0 0,0 0 0,-9 8 0,5-5-341,-1-2 0,0 1-1,-15 7 1,0-2-6485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2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24575,'5'-1'0,"-1"0"0,0 0 0,1-1 0,-1 0 0,0 0 0,0 0 0,0 0 0,6-5 0,9-4 0,3 0 0,0 2 0,44-12 0,-59 19 0,-1 1 0,1 0 0,-1 0 0,1 0 0,0 1 0,-1 0 0,1 1 0,0-1 0,-1 1 0,1 1 0,-1-1 0,1 1 0,-1 0 0,0 0 0,9 5 0,-12-5 0,0 1 0,0-1 0,0 1 0,0 0 0,-1 0 0,1 0 0,-1 0 0,1 0 0,-1 0 0,0 1 0,-1-1 0,1 1 0,0 0 0,-1-1 0,0 1 0,0 0 0,0 0 0,0 6 0,1 8 0,-1 0 0,-2 33 0,0-25 0,0 27 0,-14 88 0,10-117 0,-1 0 0,-1 0 0,0-1 0,-2 0 0,-22 42 0,28-60 0,0-1 0,-1 1 0,1-1 0,-1 0 0,0 0 0,0 0 0,-7 5 0,10-8 0,0 0 0,0 0 0,-1 0 0,1-1 0,0 1 0,0 0 0,0-1 0,-1 1 0,1-1 0,0 1 0,-1-1 0,1 0 0,0 1 0,-1-1 0,1 0 0,-1 0 0,1 0 0,0 0 0,-1 0 0,1 0 0,0-1 0,-1 1 0,1 0 0,0-1 0,-1 1 0,1-1 0,0 1 0,-1-1 0,1 0 0,0 1 0,0-1 0,0 0 0,0 0 0,-2-1 0,3 1 0,-1 1 0,1-1 0,-1 1 0,1-1 0,-1 0 0,1 1 0,0-1 0,-1 0 0,1 0 0,0 1 0,-1-1 0,1 0 0,0 0 0,0 1 0,0-1 0,0 0 0,-1 0 0,1 0 0,0 1 0,1-1 0,-1 0 0,0 0 0,0 0 0,0 1 0,0-1 0,1 0 0,-1 0 0,1 0 0,0-1 0,0 0 0,1 0 0,-1 0 0,1 1 0,-1-1 0,1 1 0,0-1 0,0 1 0,0 0 0,2-2 0,4-1 0,0 0 0,0 1 0,1 0 0,10-3 0,16 1-29,0 1 1,1 2-1,60 4 0,-34 0-1221,-41-1-5576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2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24575,'-1'1'0,"-1"-1"0,0 0 0,1 1 0,-1-1 0,1 1 0,-1 0 0,1 0 0,-1-1 0,1 1 0,0 0 0,-1 0 0,1 0 0,0 0 0,0 1 0,-1-1 0,1 0 0,0 0 0,0 1 0,1-1 0,-1 0 0,0 1 0,0-1 0,1 1 0,-1 0 0,0 2 0,-11 43 0,12-46 0,-6 59 0,2 1 0,6 69 0,-4 60 0,-7-96 0,1-16 0,5 155 0,4-222 0,1-1 0,1 1 0,0 0 0,0-1 0,1 0 0,0 0 0,1 0 0,0 0 0,1-1 0,0 1 0,8 8 0,-5-6 0,1-1 0,0-1 0,1 1 0,0-2 0,1 1 0,0-2 0,22 13 0,-22-17 0,0 0 0,1-1 0,-1 0 0,1-1 0,0 0 0,0-1 0,-1-1 0,1 0 0,0-1 0,16-2 0,-25 1 0,1 1 0,-1 0 0,1-1 0,-1 0 0,1 0 0,-1-1 0,0 1 0,0-1 0,0 0 0,0 0 0,-1 0 0,1 0 0,-1 0 0,0-1 0,0 0 0,0 0 0,0 0 0,-1 0 0,1 0 0,2-7 0,4-10 0,-1 1 0,-1-1 0,5-22 0,-2 7 0,-2 0 0,-2-1 0,-1 0 0,0-55 0,-5 89 0,0 1 0,0-1 0,-1 0 0,1 0 0,-1 0 0,1 1 0,-1-1 0,0 0 0,0 1 0,0-1 0,0 0 0,-1 1 0,1 0 0,-1-1 0,0 1 0,1 0 0,-1 0 0,0 0 0,0 0 0,-4-3 0,2 3 0,0 0 0,0 0 0,0 1 0,0-1 0,0 1 0,-1 0 0,1 0 0,0 0 0,-1 1 0,1-1 0,-1 1 0,-4 1 0,-4 0 0,1 0 0,-1 1 0,1 1 0,-1 1 0,1-1 0,0 2 0,0 0 0,-15 8 0,3 5-195,1 1 0,0 0 0,2 2 0,0 1 0,2 0 0,-19 27 0,22-28-6631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2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24575,'0'5'0,"0"9"0,4 15 0,2 15 0,3 13 0,1 9 0,3 10 0,-1 9 0,-3 3 0,-2 3 0,-3-2 0,-2-6 0,-1-11 0,-1-8 0,-1-11 0,1-10 0,-1-13-8191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4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24575,'0'9'0,"0"10"0,-4 16 0,-6 18 0,-6 16 0,-3 19 0,-12 18 0,-4 13 0,-6 3 0,-3-3 0,-2-1 0,1-11 0,5-17 0,5-14 0,8-20-8191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4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24575,'1'0'0,"1"1"0,-1 0 0,0 0 0,0 0 0,0 0 0,0 0 0,0 1 0,0-1 0,0 0 0,0 0 0,0 1 0,0-1 0,0 0 0,-1 1 0,1-1 0,-1 1 0,1-1 0,0 3 0,1 1 0,123 308 0,-78-204-455,-5 2 0,38 164 0,-75-249-6371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4:4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24575,'5'0'0,"8"0"0,8 0 0,8 0 0,3 0 0,9 0 0,10 0 0,5 0 0,1 0 0,-1 0 0,-5 0 0,-12 0-8191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01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24575,'39'0'0,"-19"-2"0,1 2 0,-1 1 0,0 0 0,0 1 0,28 7 0,-44-7 0,1-1 0,0 1 0,-1 0 0,1 0 0,-1 1 0,0-1 0,0 1 0,0 0 0,0 0 0,0 0 0,-1 1 0,0-1 0,1 1 0,-1 0 0,0 0 0,-1 0 0,1 0 0,-1 1 0,0-1 0,0 1 0,0-1 0,0 1 0,-1 0 0,0-1 0,0 1 0,0 0 0,0 7 0,0 8 0,-1 1 0,-1-1 0,-1 0 0,0 1 0,-2-1 0,0-1 0,-8 24 0,0-10 0,-2 0 0,0-1 0,-26 39 0,38-68 0,1-1 0,-1 1 0,1-1 0,0 1 0,0 0 0,-1 0 0,2-1 0,-1 1 0,0 0 0,1 0 0,-1 0 0,1 0 0,0 0 0,0 5 0,1-6 0,-1 0 0,1-1 0,0 1 0,0-1 0,0 0 0,0 1 0,0-1 0,0 1 0,0-1 0,0 0 0,0 0 0,1 0 0,-1 0 0,0 0 0,1 0 0,-1 0 0,1 0 0,-1-1 0,1 1 0,0 0 0,-1-1 0,1 1 0,0-1 0,-1 0 0,1 1 0,2-1 0,44 3-1365,-25-4-5461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0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0 552 24575,'41'0'0,"1"1"0,-1 3 0,80 16 0,-73-7 0,-24-5 0,1-2 0,40 5 0,-62-10 0,0-1 0,0 0 0,0 0 0,0 0 0,0 0 0,1 0 0,-1-1 0,0 0 0,0 1 0,0-1 0,0 0 0,0 0 0,-1-1 0,1 1 0,0-1 0,0 1 0,-1-1 0,1 0 0,-1 0 0,0 0 0,1 0 0,-1 0 0,0-1 0,0 1 0,0-1 0,-1 1 0,1-1 0,-1 0 0,1 0 0,1-5 0,1-6 0,0 0 0,-2-1 0,1 0 0,-2 0 0,0-19 0,1 0 0,4-16 0,2 0 0,2 0 0,3 1 0,36-93 0,-46 136 0,0-1 0,0 1 0,0 0 0,1 1 0,0-1 0,0 0 0,1 1 0,-1 0 0,1 0 0,0 1 0,8-7 0,-11 10 0,1-1 0,0 1 0,-1-1 0,1 1 0,0 0 0,0 0 0,0 0 0,0 1 0,0-1 0,0 1 0,0 0 0,0-1 0,0 1 0,0 0 0,0 1 0,0-1 0,0 1 0,0-1 0,-1 1 0,1 0 0,0 0 0,0 0 0,0 0 0,-1 1 0,1-1 0,0 1 0,-1-1 0,3 3 0,5 4 0,-1 0 0,0 0 0,-1 0 0,0 1 0,0 1 0,-1-1 0,0 1 0,-1 1 0,0-1 0,6 14 0,-4-3 0,-1 0 0,-1 1 0,-1-1 0,4 37 0,-1 112 0,-5-63 0,-3-104 0,0-1 0,0 1 0,1-1 0,-1 1 0,1-1 0,0 0 0,0 1 0,0-1 0,0 0 0,0 1 0,0-1 0,1 0 0,-1 0 0,1 0 0,-1 0 0,1 0 0,0-1 0,0 1 0,0 0 0,0-1 0,0 1 0,0-1 0,0 0 0,0 0 0,0 0 0,1 0 0,-1 0 0,1 0 0,-1 0 0,0-1 0,4 1 0,9 1 0,1-1 0,-1 0 0,0-2 0,20-1 0,-2-1 0,501-2-1365,-495 5-5461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0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24575,'0'5'0,"0"9"0,0 6 0,-4 9 0,-2 12 0,1 7 0,-4 12 0,-3 18 0,-1 19 0,2 7 0,4 2 0,2-4 0,2-16 0,2-13 0,1-16 0,0-13 0,1-9 0,-1-12-8191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0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24575,'2'-3'0,"11"-12"0,1 1 0,0 0 0,0 1 0,1 1 0,1 0 0,0 1 0,32-16 0,-34 21 0,-1 1 0,2 1 0,-1 0 0,0 1 0,1 0 0,20 0 0,-29 3 0,0 0 0,0 1 0,0-1 0,0 1 0,-1 1 0,1-1 0,0 1 0,-1 0 0,1 0 0,-1 1 0,1 0 0,-1 0 0,0 0 0,0 0 0,-1 1 0,1 0 0,-1 0 0,7 7 0,0 4 0,0-1 0,-1 2 0,-1-1 0,-1 1 0,0 1 0,-1 0 0,0 0 0,-2 0 0,0 0 0,5 37 0,-7-33 0,-1 1 0,-1-1 0,-1 1 0,-2-1 0,1 1 0,-2-1 0,-1 1 0,-1-1 0,-7 21 0,10-38 0,1 0 0,-1 0 0,0 0 0,0 0 0,0 0 0,-1 0 0,0-1 0,1 1 0,-1-1 0,0 0 0,0 0 0,-1 0 0,1 0 0,-1 0 0,1-1 0,-1 1 0,0-1 0,0 0 0,0 0 0,0-1 0,-8 3 0,-2-2 0,-1 0 0,1-1 0,-1 0 0,1-1 0,-19-3 0,8 4 0,1 0 0,-1 1 0,-35 8 0,20-3 0,20-2-1365,4 1-5461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0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24575,'4'0'0,"6"0"0,9 0 0,14 4 0,10 2 0,10 4 0,13 4 0,8 4 0,8 8 0,2 2 0,-4 3 0,-3-2 0,-3 0 0,-9-6 0,-11-2 0,-16-5-8191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0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24575,'0'4'0,"13"1"0,21 1 0,25-2 0,24-1 0,19-1 0,8-1 0,3-1 0,-9 0 0,-15 0 0,-18 0 0,-16 0 0,-19-1-8191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09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24575,'-1'342'0,"3"362"0,36-265-1365,-33-401-5461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0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24575,'2'-4'0,"0"0"0,0 1 0,0-1 0,0 0 0,1 1 0,0-1 0,-1 1 0,1-1 0,4-2 0,4-7 0,4-6 0,0 1 0,1 0 0,1 1 0,0 1 0,2 0 0,0 2 0,21-13 0,-39 26 0,0 0 0,0 0 0,0 1 0,0-1 0,1 0 0,-1 1 0,0-1 0,1 1 0,-1 0 0,0-1 0,1 1 0,-1 0 0,0 0 0,1 0 0,-1 0 0,1 0 0,-1 0 0,0 0 0,1 0 0,-1 1 0,0-1 0,1 1 0,-1-1 0,2 1 0,-2 1 0,0-1 0,-1 0 0,1 0 0,-1 0 0,1 0 0,-1 1 0,0-1 0,1 0 0,-1 0 0,0 1 0,0-1 0,0 0 0,0 1 0,0-1 0,0 0 0,0 1 0,-1-1 0,1 0 0,0 0 0,-1 1 0,1-1 0,-1 0 0,1 0 0,-1 0 0,1 0 0,-1 0 0,-1 2 0,-74 125 0,-8 13 0,82-138 0,1 0 0,-1-1 0,1 1 0,0 0 0,0-1 0,0 1 0,0 0 0,1 0 0,-1 0 0,1 0 0,-1 0 0,1 0 0,0 0 0,0 0 0,1 0 0,-1 0 0,1 0 0,-1-1 0,1 1 0,2 4 0,-1-3 0,1 0 0,0 0 0,0-1 0,0 0 0,0 1 0,1-1 0,-1 0 0,1-1 0,0 1 0,0-1 0,0 1 0,7 2 0,33 17-94,114 51-1177,-131-62-5555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1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0 240 24575,'3'4'0,"0"1"0,0 0 0,-1 0 0,1 0 0,-1 0 0,0 0 0,-1 1 0,1-1 0,-1 0 0,0 1 0,0 9 0,2 4 0,8 56 0,2 141 0,-14-273 0,2-68 0,0 108 0,1 1 0,1-1 0,1 0 0,0 1 0,10-24 0,-6 21 0,6-16 0,2 1 0,33-53 0,-42 76 0,1 1 0,0 1 0,0-1 0,1 1 0,0 1 0,1-1 0,0 2 0,0-1 0,1 1 0,0 1 0,23-10 0,-20 10-119,-4 2-37,-1 0 0,2 0 1,-1 1-1,0 0 0,0 1 0,1 0 1,16-1-1,-9 5-6670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24575,'3'59'0,"11"68"0,-7-75 0,-7-52 0,0 0 0,0 0 0,0 0 0,0 0 0,0 0 0,0 0 0,0 0 0,0 0 0,0 0 0,1 0 0,-1 0 0,0 0 0,0 0 0,0 0 0,0 0 0,0 0 0,0 0 0,0 0 0,0 0 0,0 0 0,0 0 0,0 0 0,0 0 0,0 0 0,0 0 0,0 0 0,1 0 0,-1 0 0,0 0 0,0 0 0,0 0 0,0 0 0,0 0 0,0 0 0,0 0 0,0 0 0,0 0 0,0 0 0,0 0 0,0 0 0,0 0 0,0 0 0,0 0 0,0 0 0,0 0 0,0 0 0,0 0 0,1 0 0,-1 0 0,0 0 0,0 1 0,0-1 0,0 0 0,0 0 0,0 0 0,0 0 0,0 0 0,0 0 0,0 0 0,0 0 0,4-9 0,5-15 0,1-15 0,-3 12 0,0 1 0,2 0 0,14-29 0,-21 49 0,1 1 0,0 0 0,0 0 0,0 0 0,1 0 0,-1 1 0,1-1 0,1 1 0,-1 0 0,0 0 0,1 0 0,0 1 0,0 0 0,0 0 0,0 0 0,0 0 0,1 1 0,-1 0 0,1 0 0,8-2 0,-12 4 0,0 0 0,-1 0 0,1 0 0,0 0 0,0 0 0,0 0 0,0 0 0,-1 0 0,1 1 0,0-1 0,0 1 0,0-1 0,-1 1 0,1 0 0,0 0 0,-1 0 0,1-1 0,-1 2 0,1-1 0,-1 0 0,1 0 0,-1 0 0,0 1 0,0-1 0,1 1 0,-1-1 0,0 1 0,0-1 0,-1 1 0,1-1 0,0 1 0,0 0 0,-1 0 0,1-1 0,0 5 0,1 6 0,-1 0 0,1 1 0,-2-1 0,-1 19 0,1-4 0,0-25 0,0-1 0,0 1 0,0 0 0,0 0 0,0 0 0,0 0 0,1-1 0,-1 1 0,1 0 0,0 0 0,-1-1 0,1 1 0,0 0 0,0-1 0,0 1 0,0-1 0,0 1 0,0-1 0,0 1 0,3 1 0,-2-2 0,-1-1 0,1 1 0,-1-1 0,1 1 0,0-1 0,-1 0 0,1 0 0,0 0 0,-1 0 0,1 0 0,0 0 0,-1 0 0,1 0 0,0-1 0,-1 1 0,1-1 0,0 1 0,1-2 0,10-4 0,-1-1 0,0 0 0,-1-1 0,15-12 0,-17 12 0,26-23 0,-25 21 0,0 1 0,1-1 0,0 2 0,1-1 0,18-9 0,-27 16 0,0 1 0,0 0 0,-1 0 0,1 1 0,0-1 0,0 0 0,0 1 0,0 0 0,0 0 0,0 0 0,0 0 0,0 0 0,-1 0 0,1 1 0,0-1 0,0 1 0,0 0 0,0 0 0,-1 0 0,1 0 0,0 1 0,-1-1 0,1 1 0,-1-1 0,0 1 0,1 0 0,-1 0 0,0 0 0,0 0 0,0 0 0,0 1 0,1 2 0,11 14 0,20 42 0,-2-5 0,-24-43-273,0 0 0,-1 1 0,0 0 0,5 15 0,-6-7-6553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3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21 24575,'0'-1'0,"-1"-1"0,1 1 0,-1 0 0,1 0 0,-1 0 0,0 0 0,1 0 0,-1 0 0,0 0 0,0 0 0,0 0 0,0 0 0,0 0 0,0 1 0,0-1 0,0 0 0,0 1 0,0-1 0,0 1 0,0-1 0,-1 1 0,1-1 0,0 1 0,0 0 0,-1 0 0,1-1 0,0 1 0,0 0 0,-1 0 0,-1 1 0,-40 0 0,32 2 0,1 0 0,0 0 0,0 2 0,1-1 0,-1 1 0,1 0 0,0 1 0,0 0 0,1 1 0,0-1 0,0 2 0,0-1 0,1 1 0,0 0 0,-7 12 0,-5 8 0,2 0 0,2 2 0,-21 50 0,5-6 0,15-41 0,2 1 0,1 0 0,2 1 0,-9 49 0,19-76 0,0 1 0,1 0 0,0-1 0,0 1 0,1-1 0,1 1 0,-1-1 0,1 1 0,0-1 0,1 0 0,0 0 0,7 13 0,-1-6 0,1 0 0,0-1 0,1-1 0,1 0 0,15 15 0,-22-24 0,-1 2 0,1-1 0,-2 0 0,1 1 0,0-1 0,-1 1 0,0 0 0,0 1 0,-1-1 0,0 0 0,0 1 0,0-1 0,-1 1 0,0-1 0,0 1 0,-1 11 0,0-14 0,0 0 0,0-1 0,-1 1 0,0 0 0,1-1 0,-1 1 0,-1-1 0,1 1 0,0-1 0,-1 0 0,0 0 0,1 1 0,-1-1 0,-1 0 0,1-1 0,0 1 0,-1 0 0,1-1 0,-1 1 0,0-1 0,0 0 0,0 0 0,0 0 0,0 0 0,0 0 0,-1-1 0,1 1 0,-1-1 0,1 0 0,-1 0 0,-5 0 0,-40 3-1365,27-5-5461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5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24575,'10'22'0,"-1"2"0,-1-1 0,-1 1 0,-1 0 0,4 30 0,5 126 0,-14-165 0,7 740 0,-9-313 0,0-1351 0,2 458 0,-1 449 0,0-6 0,0 1 0,0 0 0,1 0 0,0-1 0,3-12 0,-3 18 0,0 0 0,0 1 0,0-1 0,0 0 0,0 0 0,0 1 0,0-1 0,1 1 0,-1-1 0,0 1 0,1 0 0,-1-1 0,1 1 0,0 0 0,-1 0 0,1 0 0,0 0 0,0 0 0,0 1 0,-1-1 0,1 1 0,0-1 0,0 1 0,0-1 0,0 1 0,2 0 0,11-1 0,0 0 0,-1 1 0,1 1 0,-1 0 0,1 1 0,24 6 0,-29-5 0,0 1 0,-1 0 0,0 0 0,0 1 0,0 0 0,0 1 0,-1 0 0,0 0 0,0 1 0,10 11 0,8 10 0,-2 2 0,-1 1 0,-2 1 0,19 36 0,-34-53 0,0 1 0,-1 0 0,0 0 0,-1 0 0,-1 0 0,-1 1 0,1 17 0,-2 8 0,-6 66 0,3-97 0,0-1 0,0 1 0,-1-1 0,-1 0 0,0 0 0,0 0 0,-1 0 0,0-1 0,0 0 0,-1 0 0,-1 0 0,1-1 0,-1 1 0,-16 12 0,-7 4 0,-1-1 0,-58 34 0,60-41 0,26-15 0,-27 20 0,30-21 0,-1 0 0,1-1 0,-1 1 0,1-1 0,-1 1 0,1 0 0,-1-1 0,1 1 0,0 0 0,-1-1 0,1 1 0,0 0 0,0-1 0,-1 1 0,1 0 0,0 0 0,0-1 0,0 1 0,0 0 0,0 0 0,0 0 0,0-1 0,0 1 0,0 0 0,0 0 0,1-1 0,-1 1 0,0 0 0,0 0 0,1-1 0,-1 1 0,1 0 0,-1-1 0,0 1 0,1 0 0,-1-1 0,1 1 0,-1-1 0,1 1 0,0-1 0,0 1 0,10 7 0,0-2 0,0 0 0,1 0 0,-1-1 0,19 6 0,15 5 0,62 28 0,-63-28 0,-1 2 0,-1 2 0,0 1 0,70 50 0,-63-37-1365,-29-24-5461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6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24575,'4'0'0,"10"0"0,11 0 0,9 0 0,8 0 0,5 0 0,2 0 0,7 0 0,1 0 0,4 0 0,4 0 0,-5 0 0,-5 0 0,-6 0 0,-12 0-8191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6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24575,'17'0'0,"26"0"0,40 0 0,43 0 0,30 0 0,18 0 0,-1 0 0,-11 0 0,-27 0 0,-26 0 0,-29 0 0,-27 0-8191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24575,'-10'20'0,"0"-1"0,0 0 0,2 0 0,0 1 0,1 0 0,-6 31 0,6 11 0,2 0 0,7 120 0,-1-171 0,0-1 0,0 0 0,1 1 0,0-1 0,1 0 0,0-1 0,8 19 0,-9-24 0,0-1 0,0 0 0,1 1 0,-1-1 0,1 0 0,-1 0 0,1-1 0,0 1 0,0 0 0,1-1 0,-1 0 0,0 0 0,1 0 0,0 0 0,-1 0 0,1-1 0,0 0 0,0 0 0,-1 0 0,1 0 0,0 0 0,8 0 0,15 0 0,-1-1 0,1-1 0,-1-2 0,1 0 0,-1-2 0,0-1 0,30-10 0,-47 12 0,0 1 0,0-1 0,0 0 0,-1-1 0,1 0 0,-1-1 0,0 1 0,-1-2 0,0 1 0,0-1 0,0 0 0,-1 0 0,0-1 0,0 0 0,0 0 0,-1 0 0,-1-1 0,0 1 0,0-1 0,0 0 0,-1-1 0,4-17 0,-3-16 0,-2 0 0,-5-84 0,0 57 0,3 61 0,0-1 0,-1 0 0,0 0 0,-1 1 0,0-1 0,-3-10 0,4 17 0,-1 1 0,1-1 0,-1 1 0,1 0 0,-1-1 0,1 1 0,-1 0 0,0 0 0,0 0 0,0 0 0,0 1 0,-1-1 0,1 1 0,0-1 0,-1 1 0,1 0 0,-1-1 0,1 1 0,-1 1 0,0-1 0,1 0 0,-1 1 0,0-1 0,0 1 0,1 0 0,-5 0 0,-135 4 134,33 1-1633,88-5-5327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1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24575,'0'4'0,"0"6"0,0 5 0,0 5 0,0 2 0,0 2 0,0 6 0,-5 1 0,-4 4 0,-6 1 0,0-3 0,2-6-8191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7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24575,'1'71'0,"3"0"0,24 119 0,51 393 0,-57-376 0,-3-85 0,57 196 0,-14-132 0,-50-160 0,0-1 0,1 1 0,2-2 0,32 43 0,-24-43 0,0-2 0,1 0 0,1-2 0,33 20 0,-50-35-124,0-1 0,0 0 0,1 0 0,-1-1 0,1 0 0,0-1-1,0 1 1,0-2 0,0 1 0,14-1 0,3-1-6702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24575,'-1'5'0,"0"-1"0,0 0 0,0 0 0,0 0 0,-1 0 0,0 0 0,0 0 0,0 0 0,-4 6 0,-4 6 0,-8 25 0,1 1 0,3 1 0,1 0 0,2 1 0,3 0 0,-5 51 0,8-22 0,4 1 0,14 142 0,-11-201 0,0 0 0,1 0 0,1-1 0,0 1 0,1-1 0,12 25 0,-16-36 0,1-1 0,-1 1 0,1-1 0,-1 1 0,1-1 0,0 0 0,0 1 0,0-1 0,0 0 0,1 0 0,-1-1 0,0 1 0,1 0 0,-1-1 0,1 1 0,0-1 0,0 0 0,-1 0 0,1 0 0,0 0 0,0 0 0,0-1 0,0 0 0,0 1 0,0-1 0,0 0 0,0 0 0,0 0 0,-1-1 0,1 1 0,0-1 0,0 0 0,0 0 0,0 0 0,0 0 0,-1 0 0,1 0 0,0-1 0,-1 1 0,4-4 0,8-4 0,-2-1 0,1 0 0,-2 0 0,1-2 0,12-15 0,46-69 0,-31 42 0,-20 27 0,12-14 0,27-48 0,-50 76 0,-2 0 0,1-1 0,-2 0 0,0 0 0,0 0 0,-1-1 0,-1 0 0,1-17 0,-10 308 0,3-57 0,0-176 0,-1-1 0,-3 1 0,-1-1 0,-25 72 0,31-110 7,0 1-1,0-1 0,0 0 0,-1 0 1,1 0-1,-1 0 0,0 0 1,0-1-1,0 1 0,-1-1 1,1 0-1,-1 0 0,0 0 0,0 0 1,0-1-1,0 0 0,0 1 1,-8 1-1,0 0-254,0-1 1,0 0-1,-1-1 1,1-1-1,-24 0 1,16-1-6579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416 397 24575,'1'-41'0,"0"15"0,-1 0 0,-1 0 0,-6-32 0,6 51 0,-1 0 0,0 0 0,0 0 0,-1 1 0,1-1 0,-1 1 0,-1-1 0,1 1 0,-1 0 0,0 1 0,-1-1 0,1 1 0,-1-1 0,0 2 0,-1-1 0,-9-7 0,-17-9 0,-2 2 0,-39-18 0,56 30 0,1 1 0,-1 1 0,0 1 0,-1 0 0,1 1 0,-36-2 0,29 5-1365,3 1-5461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24575,'0'4'0,"0"6"0,0 5 0,0 9 0,0 4 0,0 1 0,0 1 0,-4 3 0,-2 0 0,1-1 0,-3-6 0,-1-4 0,2 0 0,2-5-8191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24575,'-1'3'0,"1"0"0,-1-1 0,0 1 0,0 0 0,-1 0 0,1-1 0,0 1 0,-1-1 0,-2 4 0,-6 12 0,-130 384 0,122-334 0,-15 126 0,15-75 0,0-48 0,12-54 0,2 1 0,0-1 0,0 1 0,0 23 0,4-38 0,2 195 0,-1-191 0,0 1 0,1-1 0,-1 1 0,1-1 0,1 0 0,0 0 0,0 0 0,0 0 0,0-1 0,1 1 0,0-1 0,1 0 0,0 0 0,-1 0 0,2-1 0,-1 0 0,1 0 0,0 0 0,0 0 0,0-1 0,0 0 0,1-1 0,0 1 0,-1-1 0,11 3 0,-2-1 0,1-1 0,0 0 0,0-1 0,0 0 0,0-2 0,0 0 0,0-1 0,0 0 0,0-1 0,32-7 0,-37 5 0,-1-1 0,1 0 0,-1-1 0,-1 0 0,1-1 0,-1 0 0,0 0 0,0-1 0,0 0 0,-1-1 0,-1 1 0,1-2 0,-1 1 0,0-1 0,-1 0 0,0 0 0,7-16 0,-4 6 0,0 0 0,-1-1 0,-1 0 0,-1 0 0,-1 0 0,-1-1 0,-1 0 0,1-28 0,-4 45 0,0-1 0,0 0 0,-1 0 0,1 0 0,-1 0 0,-1 0 0,1 1 0,-1-1 0,1 0 0,-1 1 0,-1-1 0,1 1 0,-1 0 0,1 0 0,-1 0 0,0 0 0,-1 0 0,1 1 0,-1-1 0,1 1 0,-1 0 0,0 0 0,-6-3 0,-7-3 0,-1 1 0,0 0 0,-1 1 0,-28-7 0,18 6 0,-8-2-227,-1 1-1,0 2 1,1 1-1,-2 3 1,-40 0-1,57 3-6598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24575,'4'0'0,"6"5"0,1 13 0,-2 17 0,3 14 0,-2 8 0,-1 7 0,-3 4 0,-3-4 0,-1-5 0,-1-9 0,-1 1 0,-1-1 0,1-4 0,-1-2 0,1-4 0,0-5 0,-1-8-8191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24575,'1'4'0,"1"0"0,-1 0 0,1-1 0,-1 1 0,1 0 0,0-1 0,1 1 0,-1-1 0,5 5 0,4 8 0,6 14 0,-1 0 0,-2 1 0,-1 0 0,-1 1 0,9 45 0,-11-28 0,-3 0 0,-2 1 0,-1 54 0,-12 208 0,1-226 0,-29 137 0,-11-67-1365,42-134-5461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2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24575,'0'-2'0,"1"0"0,-1-1 0,1 1 0,0-1 0,-1 1 0,1 0 0,0 0 0,0-1 0,0 1 0,1 0 0,-1 0 0,1 0 0,-1 0 0,1 0 0,-1 0 0,1 1 0,0-1 0,0 1 0,4-3 0,44-24 0,-38 23 0,-1 0 0,-1 1 0,1 0 0,-1 1 0,1 0 0,0 1 0,0 0 0,0 1 0,14-1 0,-21 2 0,0 0 0,-1 0 0,1 1 0,0-1 0,-1 1 0,1-1 0,0 1 0,-1 0 0,1 1 0,-1-1 0,0 1 0,1-1 0,-1 1 0,0 0 0,0 0 0,0 0 0,0 1 0,0-1 0,-1 1 0,1 0 0,-1-1 0,1 1 0,-1 0 0,0 1 0,0-1 0,-1 0 0,3 6 0,2 14 0,-2 0 0,-1 0 0,-1 0 0,-1 0 0,-1 0 0,-1 0 0,-7 43 0,4-42 0,-1-1 0,-2 1 0,0-1 0,-1-1 0,-1 1 0,-2-1 0,0-1 0,-1 0 0,-1 0 0,-1-2 0,-30 34 0,43-52 0,0 0 0,0 0 0,0 0 0,1 0 0,-1 0 0,0 0 0,0 0 0,1 0 0,-1 1 0,1-1 0,-1 0 0,1 0 0,-1 1 0,1-1 0,0 0 0,0 1 0,-1-1 0,1 0 0,0 3 0,1-3 0,-1 0 0,1 0 0,-1-1 0,1 1 0,-1 0 0,1 0 0,0-1 0,-1 1 0,1 0 0,0-1 0,0 1 0,-1 0 0,1-1 0,0 1 0,0-1 0,0 0 0,0 1 0,0-1 0,0 0 0,1 1 0,8 1 0,0-1 0,1 0 0,-1 0 0,12-1 0,-10 0 0,15 0-74,52 3-1217,-51 2-5535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3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31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24575,'2'-5'0,"1"1"0,-1-1 0,1 1 0,0 0 0,1-1 0,-1 1 0,1 1 0,0-1 0,0 0 0,5-3 0,-6 5 0,57-48 0,3 4 0,83-48 0,-137 89 0,0 0 0,0 1 0,0 0 0,0 0 0,19-4 0,-26 7 0,0 1 0,0 0 0,0-1 0,0 1 0,0 0 0,0 0 0,0 0 0,0 1 0,0-1 0,-1 0 0,1 1 0,0-1 0,0 1 0,0-1 0,0 1 0,-1 0 0,1 0 0,0 0 0,-1 0 0,1 0 0,0 0 0,-1 0 0,0 1 0,1-1 0,-1 1 0,0-1 0,0 1 0,1-1 0,-1 1 0,0 0 0,-1-1 0,1 1 0,0 0 0,0 0 0,-1-1 0,1 5 0,3 15 0,-1 1 0,-2-1 0,0 1 0,-3 28 0,1-9 0,0-8 0,-1-1 0,-2 1 0,-1-1 0,-1 0 0,-2 0 0,-2-1 0,0 0 0,-2-1 0,-17 32 0,-176 272 0,202-329 0,-10 14 0,0 0 0,-24 25 0,34-40 0,-1 0 0,1-1 0,-1 0 0,0 1 0,0-2 0,0 1 0,-1 0 0,1-1 0,0 0 0,-1 0 0,0 0 0,1 0 0,-1-1 0,0 0 0,0 0 0,0 0 0,-7 0 0,59-10 0,329 7 0,-290 9 37,130 28-1,-67-9-1474,-115-21-5388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24575,'8'0'0,"7"0"0,14 0 0,6 0 0,5 0 0,1 0 0,-4 0 0,-2 0 0,-4 0 0,-8 0-8191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24575,'0'4'0,"8"1"0,7 1 0,18-2 0,16-1 0,8-1 0,7-1 0,-4-1 0,-7 0 0,-9 0 0,-7 0 0,-7 0 0,-7-1-8191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24575,'0'4'0,"0"15"0,0 19 0,0 13 0,0 15 0,0 7 0,0 1 0,0 0 0,0 0 0,0 0 0,0-4 0,0-2 0,0-7 0,0-7 0,0-3 0,0-7 0,0-7 0,0-8-8191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4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152 564 24575,'-3'0'0,"-1"1"0,1 0 0,-1-1 0,1 1 0,-1 0 0,1 1 0,0-1 0,-1 1 0,1-1 0,0 1 0,0 0 0,0 0 0,0 0 0,1 1 0,-1-1 0,0 1 0,1-1 0,0 1 0,0 0 0,0 0 0,-4 6 0,-2 6 0,0 1 0,1 1 0,-6 18 0,8-20 0,-6 17 0,3 0 0,0 0 0,2 0 0,1 1 0,2 0 0,1 0 0,5 62 0,-2-93 0,-1 1 0,0 0 0,1 0 0,0-1 0,-1 1 0,1-1 0,0 1 0,0-1 0,1 1 0,-1-1 0,0 1 0,1-1 0,0 0 0,-1 0 0,1 0 0,0 0 0,0 0 0,0 0 0,0 0 0,1-1 0,-1 1 0,0-1 0,1 0 0,-1 1 0,1-1 0,-1 0 0,1-1 0,-1 1 0,1 0 0,5 0 0,8 1 0,0-1 0,-1-1 0,1-1 0,23-3 0,-1 1 0,-31 3 0,0-1 0,-1 0 0,1 0 0,-1 0 0,0-1 0,1 0 0,-1 0 0,0 0 0,0-1 0,0 0 0,0 0 0,-1-1 0,1 1 0,-1-1 0,0-1 0,0 1 0,0-1 0,-1 1 0,1-2 0,-1 1 0,0 0 0,-1-1 0,1 1 0,-1-1 0,0 0 0,-1 0 0,0 0 0,1-1 0,-2 1 0,1 0 0,-1-1 0,0 1 0,0-12 0,1-10 0,-1 0 0,-2 0 0,-6-46 0,5 61 0,-2 0 0,1 0 0,-1 0 0,-1 0 0,-1 1 0,1-1 0,-2 1 0,0 1 0,-14-19 0,3 10 0,0 1 0,-38-29 0,1 2 0,51 41 0,0 0 0,0 0 0,0 0 0,1 0 0,0-1 0,0 1 0,0-1 0,1 0 0,-1 0 0,1 0 0,1 0 0,-1 0 0,1 0 0,-1-11 0,1-9 0,1 0 0,4-34 0,0 7 0,-4 44 0,1-26 0,6-37 0,-6 63 0,1-1 0,0 0 0,1 1 0,0-1 0,1 1 0,0 0 0,0 0 0,9-13 0,-12 20 0,0 0 0,0 1 0,1-1 0,-1 0 0,0 1 0,1-1 0,-1 1 0,1 0 0,-1-1 0,1 1 0,0 0 0,0 0 0,-1 0 0,1 0 0,0 0 0,0 0 0,0 1 0,0-1 0,0 1 0,0-1 0,0 1 0,0 0 0,0 0 0,1 0 0,-1 0 0,2 0 0,-2 1 0,0 0 0,0 0 0,0 0 0,-1 0 0,1 0 0,0 1 0,0-1 0,-1 1 0,1-1 0,-1 1 0,1 0 0,-1-1 0,0 1 0,0 0 0,0 0 0,0 0 0,0 0 0,0 0 0,0 0 0,-1 0 0,1 0 0,-1 0 0,1 0 0,-1 5 0,5 48 0,-3 0 0,-5 68 0,0-21 0,1-50-682,-15 83-1,13-114-6143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24575,'0'4'0,"-4"6"0,-2 5 0,1 5 0,-4 2 0,-3 7 0,-1 2 0,3 4 0,2 1 0,3 6 0,2 5 0,-2-6 0,-1-6 0,1-4 0,2-4 0,0-6-8191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0 24575,'-16'19'0,"2"-1"0,0 2 0,0 0 0,-10 24 0,11-21 0,-73 160 0,44-86 0,34-80 0,3-8 0,0 1 0,1-1 0,0 1 0,1 0 0,0 0 0,0 0 0,-1 17 0,4-25 0,0-1 0,1 1 0,-1 0 0,0 0 0,1-1 0,-1 1 0,1-1 0,-1 1 0,1 0 0,0-1 0,0 1 0,0-1 0,0 1 0,0-1 0,0 0 0,0 0 0,0 1 0,0-1 0,1 0 0,-1 0 0,1 0 0,-1 0 0,1 0 0,-1 0 0,1-1 0,-1 1 0,1 0 0,1 0 0,7 2 0,-1-1 0,1 0 0,17 2 0,-20-3 0,80 6 0,171-7 0,-248 0-170,0-1-1,0-1 0,-1 1 1,1-1-1,-1-1 0,1 0 1,10-5-1,-2-2-6655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5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24575,'0'9'0,"0"6"0,0 9 0,-4 10 0,-6 2 0,-1 4 0,-2 4 0,0-2 0,-2 0 0,3 2 0,2-3 0,4 1 0,2-4 0,2-3 0,1-4 0,1-6-8191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8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4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6T14:35:5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24575,'13'278'0,"0"-6"0,-13-234 0,-2-11 0,2 0 0,1 1 0,2-1 0,0 0 0,2 0 0,10 33 0,-15-57 0,1 0 0,0 1 0,1-1 0,-1 0 0,1 0 0,-1 0 0,1 0 0,0 0 0,0-1 0,0 1 0,0 0 0,1-1 0,-1 0 0,1 1 0,0-1 0,-1 0 0,1 0 0,0-1 0,0 1 0,0-1 0,0 1 0,0-1 0,1 0 0,-1 0 0,0 0 0,1-1 0,-1 1 0,0-1 0,1 0 0,-1 0 0,1 0 0,-1 0 0,0 0 0,1-1 0,-1 0 0,0 1 0,1-1 0,-1 0 0,6-3 0,7-4 0,-1 0 0,1-1 0,-2 0 0,1-1 0,-1-1 0,18-17 0,-3-1 0,-1-1 0,-2-2 0,28-42 0,58-110 0,-90 145 0,0-5 0,-17 33 0,0 0 0,0 1 0,1 0 0,10-14 0,-16 24 0,0 0 0,0 0 0,0 0 0,1 0 0,-1 0 0,0 0 0,0 0 0,0 0 0,0 0 0,0 0 0,0 0 0,0 0 0,1 0 0,-1 0 0,0 0 0,0 0 0,0 0 0,0 0 0,0 0 0,0 0 0,1 0 0,-1 0 0,0 0 0,0 0 0,0 0 0,0 0 0,0 0 0,0 0 0,0 0 0,1 0 0,-1 0 0,0 0 0,0 0 0,0 1 0,0-1 0,0 0 0,0 0 0,0 0 0,0 0 0,0 0 0,0 0 0,1 0 0,-1 0 0,0 1 0,0-1 0,0 0 0,0 0 0,0 0 0,0 0 0,0 0 0,0 0 0,0 0 0,0 1 0,4 12 0,0 15 0,-4-28 0,4 33 0,1-1 0,1-1 0,2 1 0,2-1 0,0 0 0,2-1 0,1 0 0,29 45 0,-38-69 0,0 0 0,1 0 0,0 0 0,0-1 0,0 1 0,1-1 0,0-1 0,0 1 0,7 3 0,-10-7 0,-1 1 0,1-1 0,0 0 0,0 0 0,1 0 0,-1 0 0,0-1 0,0 1 0,0-1 0,0 0 0,1 0 0,-1 0 0,0 0 0,0-1 0,0 1 0,1-1 0,-1 0 0,0 1 0,0-2 0,0 1 0,0 0 0,0-1 0,4-2 0,6-5 0,-1-1 0,0-1 0,0 0 0,17-21 0,38-58 0,-50 67 0,134-218 0,-125 191 0,-2 0 0,-3-2 0,16-59 0,-32 91-341,0 0 0,-1-1-1,1-38 1,-5 35-6485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4:13:18.770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9E63235-F45C-4597-8120-94E5F5F5AC2F}" emma:medium="tactile" emma:mode="ink">
          <msink:context xmlns:msink="http://schemas.microsoft.com/ink/2010/main" type="writingRegion" rotatedBoundingBox="15823,849 18282,1197 18180,1917 15721,1569"/>
        </emma:interpretation>
      </emma:emma>
    </inkml:annotationXML>
    <inkml:traceGroup>
      <inkml:annotationXML>
        <emma:emma xmlns:emma="http://www.w3.org/2003/04/emma" version="1.0">
          <emma:interpretation id="{31345F2B-E1D8-47D9-9734-9AA97791E835}" emma:medium="tactile" emma:mode="ink">
            <msink:context xmlns:msink="http://schemas.microsoft.com/ink/2010/main" type="paragraph" rotatedBoundingBox="15823,849 18282,1197 18180,1917 15721,15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CC4F2BD-F1E5-4EAA-9CAB-63507EF3E5F3}" emma:medium="tactile" emma:mode="ink">
              <msink:context xmlns:msink="http://schemas.microsoft.com/ink/2010/main" type="line" rotatedBoundingBox="15823,849 18282,1197 18180,1917 15721,1569"/>
            </emma:interpretation>
          </emma:emma>
        </inkml:annotationXML>
        <inkml:traceGroup>
          <inkml:annotationXML>
            <emma:emma xmlns:emma="http://www.w3.org/2003/04/emma" version="1.0">
              <emma:interpretation id="{DD3257D5-E10C-4257-BF7C-99C245322510}" emma:medium="tactile" emma:mode="ink">
                <msink:context xmlns:msink="http://schemas.microsoft.com/ink/2010/main" type="inkWord" rotatedBoundingBox="16638,964 18282,1197 18180,1917 16536,1684"/>
              </emma:interpretation>
              <emma:one-of disjunction-type="recognition" id="oneOf0">
                <emma:interpretation id="interp0" emma:lang="id-ID" emma:confidence="0.5">
                  <emma:literal>T--20</emma:literal>
                </emma:interpretation>
                <emma:interpretation id="interp1" emma:lang="id-ID" emma:confidence="0">
                  <emma:literal>T=20</emma:literal>
                </emma:interpretation>
                <emma:interpretation id="interp2" emma:lang="id-ID" emma:confidence="0">
                  <emma:literal>t=20</emma:literal>
                </emma:interpretation>
                <emma:interpretation id="interp3" emma:lang="id-ID" emma:confidence="0">
                  <emma:literal>T-_20</emma:literal>
                </emma:interpretation>
                <emma:interpretation id="interp4" emma:lang="id-ID" emma:confidence="0">
                  <emma:literal>t-_20</emma:literal>
                </emma:interpretation>
              </emma:one-of>
            </emma:emma>
          </inkml:annotationXML>
          <inkml:trace contextRef="#ctx0" brushRef="#br0">599 432,'24'0,"0"-24,-1 24,25 0,-24 0,24 0,-24 0,0 0,-24 24</inkml:trace>
          <inkml:trace contextRef="#ctx0" brushRef="#br0" timeOffset="240.45">670 767,'144'-48,"-120"48,0 0,0 0,0 0</inkml:trace>
          <inkml:trace contextRef="#ctx0" brushRef="#br0" timeOffset="914.63">1174 455,'0'-167,"0"143,24-24,0 24,0 24,0 0,0 0,-1 0,1 0,24 48,-48-24,24 0,0 24,-24-24,0 24,0-24,0 23,0 1,-24 0,0 0,-24-24,24 24,1-24,-1-24,48 0,23 0,1 0,0 0,0 0,0 0,-24 0,0 0,0 0,0 0</inkml:trace>
          <inkml:trace contextRef="#ctx0" brushRef="#br0" timeOffset="1388.74">1917 360,'-48'-48,"24"96,24-24,0 24,0-1,0 25,24-24,0-24,0 24,23-24,-23-24,24 24,0-24,0 0,0 0,-24-48,0 24,0-24,-24 0,0 0,0 0,-24 1,-24-1,0 0,-24 0,24 24,0 0,24 24,-23 0</inkml:trace>
          <inkml:trace contextRef="#ctx0" brushRef="#br0" timeOffset="-779.93">0 0,'0'120,"24"-72,-24 0,23 0,-23 0,0 0,24 0,-24-24,0 23,0-23,0 0,0 0,24-24</inkml:trace>
          <inkml:trace contextRef="#ctx0" brushRef="#br0" timeOffset="-381.97">-192 144,'48'-24,"-24"24,24 0,0 0,-24 0,23 0,1 0,-24 0,0 0,0 0,0 0,0 0,0 0,-24 24</inkml:trace>
        </inkml:traceGroup>
      </inkml:traceGroup>
    </inkml:traceGroup>
  </inkml:traceGroup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40:50.78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50A38B8-E8D3-4C19-B3C0-761B8DC0DC27}" emma:medium="tactile" emma:mode="ink">
          <msink:context xmlns:msink="http://schemas.microsoft.com/ink/2010/main" type="writingRegion" rotatedBoundingBox="15192,948 31261,1093 31100,18924 15031,18779"/>
        </emma:interpretation>
      </emma:emma>
    </inkml:annotationXML>
    <inkml:traceGroup>
      <inkml:annotationXML>
        <emma:emma xmlns:emma="http://www.w3.org/2003/04/emma" version="1.0">
          <emma:interpretation id="{D0221AFA-3317-4C34-AACA-E52EED087126}" emma:medium="tactile" emma:mode="ink">
            <msink:context xmlns:msink="http://schemas.microsoft.com/ink/2010/main" type="paragraph" rotatedBoundingBox="15192,948 26503,1050 26494,2066 15183,19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9F9B8B-281A-458D-A374-1C2E16ACC9E4}" emma:medium="tactile" emma:mode="ink">
              <msink:context xmlns:msink="http://schemas.microsoft.com/ink/2010/main" type="line" rotatedBoundingBox="15192,948 26503,1050 26494,2066 15183,1963"/>
            </emma:interpretation>
          </emma:emma>
        </inkml:annotationXML>
        <inkml:traceGroup>
          <inkml:annotationXML>
            <emma:emma xmlns:emma="http://www.w3.org/2003/04/emma" version="1.0">
              <emma:interpretation id="{A240F382-5CA9-4218-A38A-284BF8DE4B97}" emma:medium="tactile" emma:mode="ink">
                <msink:context xmlns:msink="http://schemas.microsoft.com/ink/2010/main" type="inkWord" rotatedBoundingBox="15192,1025 18884,1058 18878,1686 15186,1652"/>
              </emma:interpretation>
              <emma:one-of disjunction-type="recognition" id="oneOf0">
                <emma:interpretation id="interp0" emma:lang="id-ID" emma:confidence="0.5">
                  <emma:literal>2total:</emma:literal>
                </emma:interpretation>
                <emma:interpretation id="interp1" emma:lang="id-ID" emma:confidence="0">
                  <emma:literal>total:</emma:literal>
                </emma:interpretation>
                <emma:interpretation id="interp2" emma:lang="id-ID" emma:confidence="0">
                  <emma:literal>'total:</emma:literal>
                </emma:interpretation>
                <emma:interpretation id="interp3" emma:lang="id-ID" emma:confidence="0">
                  <emma:literal>[total:</emma:literal>
                </emma:interpretation>
                <emma:interpretation id="interp4" emma:lang="id-ID" emma:confidence="0">
                  <emma:literal>{total:</emma:literal>
                </emma:interpretation>
              </emma:one-of>
            </emma:emma>
          </inkml:annotationXML>
          <inkml:trace contextRef="#ctx0" brushRef="#br0">12 0,'-24'0,"48"0,0 0,24 0,0 0,23 0,-23 0,24 0,-24 0,0 0,0 0,-24 0,0 0,-24 24,0 0,0 24,-48 0,24-24,-24 24,-24-24,24 24,0-24,24 0,-23-1,23-23,0 0,0 24,24 0,0 0,48-24,-1 24,25 0,0 0,0-24,0 0,0 24,-24-24,0 0,0 0,-24 0,0 0</inkml:trace>
          <inkml:trace contextRef="#ctx0" brushRef="#br0" timeOffset="1642.77">803 192,'0'-120,"0"144,0 24,0-24,0 48,0-24,0 0,0 23,0-23,0 0,23 0,-23-24,24 0,24 0,-24-24,0 0,0 0,0 0,0 0,-24-24,0 0,0 0</inkml:trace>
          <inkml:trace contextRef="#ctx0" brushRef="#br0" timeOffset="1853.08">779 312,'95'0,"-47"0,-24 0,0 0,24 0,-24 0,24 24,-24-24</inkml:trace>
          <inkml:trace contextRef="#ctx0" brushRef="#br0" timeOffset="2295.18">1497 359,'-167'-47,"143"47,0 0,0 0,0 24,24-1,-24 1,24 0,0 24,0 0,0-24,0 0,0 0,24-24,24 0,0 0,0 0,0-24,-25 0,25 0,-48 0,24-24,-24 24,0 0,-48 0,24 1,-23 23,23 0,-24 0,24 23,24 25,-24 0,24 0,0-24</inkml:trace>
          <inkml:trace contextRef="#ctx0" brushRef="#br0" timeOffset="2834.41">1857 312,'-24'-48,"0"96,24-1,-24 1,24 0,0 0,0-24,0 0,0 0,24-24,0 24,0-24,24 0,-24 0,0 0,0 0,0 0</inkml:trace>
          <inkml:trace contextRef="#ctx0" brushRef="#br0" timeOffset="3031">1833 407,'96'0,"-48"0,0 0,0 0,-1 0</inkml:trace>
          <inkml:trace contextRef="#ctx0" brushRef="#br0" timeOffset="3397.11">2312 407,'-96'-24,"72"24,0 24,0 24,0-24,24 24,0-24,0 0,0 0,24-24,0 0,0 0,24 0,-24-48,0 0,24 24,-48-24,24 24,0 24,-24 24,0 0,0 24,0-24,0 0,24-24,0-24,-24 0</inkml:trace>
          <inkml:trace contextRef="#ctx0" brushRef="#br0" timeOffset="3682.3">2600 48,'0'72,"0"-24,0 24,0 0,0-1,0 1,0-24,24 0,-24 0,0-24,24-24,-24 24,24-24</inkml:trace>
          <inkml:trace contextRef="#ctx0" brushRef="#br0" timeOffset="4561.35">3390 264,'48'-24,"0"24,0 0,-24 0,24 0,-24 0,0 0,0 0,-24 24</inkml:trace>
          <inkml:trace contextRef="#ctx0" brushRef="#br0" timeOffset="4740.69">3414 503,'144'0,"-120"0,0 0,0 0</inkml:trace>
        </inkml:traceGroup>
        <inkml:traceGroup>
          <inkml:annotationXML>
            <emma:emma xmlns:emma="http://www.w3.org/2003/04/emma" version="1.0">
              <emma:interpretation id="{F5AE5404-3E4E-43D2-BA68-C1EDBADC7BA0}" emma:medium="tactile" emma:mode="ink">
                <msink:context xmlns:msink="http://schemas.microsoft.com/ink/2010/main" type="inkWord" rotatedBoundingBox="19817,1100 20612,1107 20604,2012 19809,2005"/>
              </emma:interpretation>
              <emma:one-of disjunction-type="recognition" id="oneOf1">
                <emma:interpretation id="interp5" emma:lang="id-ID" emma:confidence="0.5">
                  <emma:literal>8,</emma:literal>
                </emma:interpretation>
                <emma:interpretation id="interp6" emma:lang="id-ID" emma:confidence="0">
                  <emma:literal>8</emma:literal>
                </emma:interpretation>
                <emma:interpretation id="interp7" emma:lang="id-ID" emma:confidence="0">
                  <emma:literal>8,8</emma:literal>
                </emma:interpretation>
                <emma:interpretation id="interp8" emma:lang="id-ID" emma:confidence="0">
                  <emma:literal>Hi</emma:literal>
                </emma:interpretation>
                <emma:interpretation id="interp9" emma:lang="id-ID" emma:confidence="0">
                  <emma:literal>Li</emma:literal>
                </emma:interpretation>
              </emma:one-of>
            </emma:emma>
          </inkml:annotationXML>
          <inkml:trace contextRef="#ctx0" brushRef="#br0" timeOffset="7034.76">4756 359,'0'24,"0"24,0-24,0 24,0 24,0-24,0 0,0 0,24 0,24-24,-24-24,0 24,0-24,0 0,24 0,-24-24,0-24,0 24,-24-24,0 24,0 0,0 0,0 0,-24 0,-24 0,0 0,0 0,0 0,0 0,0 0,0 0,24 0,0 1,1-25,23 24,0 0,0 0,0 0,0 0,23 0,1 0,0 0,0 0,24 24,-24 0,24 0,-24 24,0 0,0 24,-24-24,0 24,0-24,0 24,0-24,0 23,0-23,0 0,0 0,24-24</inkml:trace>
          <inkml:trace contextRef="#ctx0" brushRef="#br0" timeOffset="7800.68">5403 623,'0'24,"0"0,0 0,-24 24,24 0,-24 0,0 0,24-24,-24 24,24-25,0-46</inkml:trace>
        </inkml:traceGroup>
        <inkml:traceGroup>
          <inkml:annotationXML>
            <emma:emma xmlns:emma="http://www.w3.org/2003/04/emma" version="1.0">
              <emma:interpretation id="{07878170-4D81-445F-8C4C-9452F27A4DB1}" emma:medium="tactile" emma:mode="ink">
                <msink:context xmlns:msink="http://schemas.microsoft.com/ink/2010/main" type="inkWord" rotatedBoundingBox="21326,1119 23389,1137 23383,1791 21320,1772"/>
              </emma:interpretation>
              <emma:one-of disjunction-type="recognition" id="oneOf2">
                <emma:interpretation id="interp10" emma:lang="id-ID" emma:confidence="0.5">
                  <emma:literal>152-1</emma:literal>
                </emma:interpretation>
                <emma:interpretation id="interp11" emma:lang="id-ID" emma:confidence="0">
                  <emma:literal>152t</emma:literal>
                </emma:interpretation>
                <emma:interpretation id="interp12" emma:lang="id-ID" emma:confidence="0">
                  <emma:literal>152=1</emma:literal>
                </emma:interpretation>
                <emma:interpretation id="interp13" emma:lang="id-ID" emma:confidence="0">
                  <emma:literal>1522</emma:literal>
                </emma:interpretation>
                <emma:interpretation id="interp14" emma:lang="id-ID" emma:confidence="0">
                  <emma:literal>152</emma:literal>
                </emma:interpretation>
              </emma:one-of>
            </emma:emma>
          </inkml:annotationXML>
          <inkml:trace contextRef="#ctx0" brushRef="#br0" timeOffset="8384.11">6122 144,'0'24,"0"0,0 48,0-24,0 23,0 1,0 0,0 0,0-24,0 0,0-24,0 0,24-24</inkml:trace>
          <inkml:trace contextRef="#ctx0" brushRef="#br0" timeOffset="8865.16">6625 264,'-96'95,"96"-71,24 0,0-24,0 0,24 24,0 0,-24-24,0 24,0-24,-24 24,0 0,0 0,0 0,0 0,-24 0,24 0,-24 0,0 0,0-24,0 0,0 0,24-24,-24 24,24-48,0 24,0-24</inkml:trace>
          <inkml:trace contextRef="#ctx0" brushRef="#br0" timeOffset="9044.98">6625 264,'-24'-168,"48"168,0 0,0 0,0 0,24 0,0 0,-24 0,24 0,-24 0,0 24,0-24,0 0</inkml:trace>
          <inkml:trace contextRef="#ctx0" brushRef="#br0" timeOffset="9661.01">7105 336,'48'-96,"-1"96,-23 0,0 0,0 0,0 0,0 24,0 0,0 0,-24 0,0-1,0 1,0 0,-24 0,0 0,-24 24,24-24,0 0,0 0,24 0,0 0,0 0,0 0,24 0,24-24,-24 0,24 0,-24 0,0 0,0 0,0 0,0 0,0 0</inkml:trace>
          <inkml:trace contextRef="#ctx0" brushRef="#br0" timeOffset="11625.26">7823 455,'0'-48,"24"48,0 0,24 0,0 0,-24 0,24 0,0 0,-24 0,0 0,0 0,0 0,-24-24</inkml:trace>
          <inkml:trace contextRef="#ctx0" brushRef="#br0" timeOffset="11970.99">8063 168,'-24'72,"24"-24,0 0,0-1,0 25,0-24,0 0,0 0,0 0,0-24,0 0,0-48,24 24</inkml:trace>
        </inkml:traceGroup>
        <inkml:traceGroup>
          <inkml:annotationXML>
            <emma:emma xmlns:emma="http://www.w3.org/2003/04/emma" version="1.0">
              <emma:interpretation id="{17EB1E36-FAC0-4E6E-8F75-ABD03EAC4A23}" emma:medium="tactile" emma:mode="ink">
                <msink:context xmlns:msink="http://schemas.microsoft.com/ink/2010/main" type="inkWord" rotatedBoundingBox="24035,1028 26503,1050 26496,1905 24028,1883"/>
              </emma:interpretation>
              <emma:one-of disjunction-type="recognition" id="oneOf3">
                <emma:interpretation id="interp15" emma:lang="id-ID" emma:confidence="0.5">
                  <emma:literal>16,77</emma:literal>
                </emma:interpretation>
                <emma:interpretation id="interp16" emma:lang="id-ID" emma:confidence="0">
                  <emma:literal>76,77</emma:literal>
                </emma:interpretation>
                <emma:interpretation id="interp17" emma:lang="id-ID" emma:confidence="0">
                  <emma:literal>36,77</emma:literal>
                </emma:interpretation>
                <emma:interpretation id="interp18" emma:lang="id-ID" emma:confidence="0">
                  <emma:literal>26,77</emma:literal>
                </emma:interpretation>
                <emma:interpretation id="interp19" emma:lang="id-ID" emma:confidence="0">
                  <emma:literal>66,77</emma:literal>
                </emma:interpretation>
              </emma:one-of>
            </emma:emma>
          </inkml:annotationXML>
          <inkml:trace contextRef="#ctx0" brushRef="#br0" timeOffset="14654.96">8854 240,'-24'-24,"24"0,24 0,24 24,-24-24,0 0,0 0,0 0,-24 0,24 0,-24 0,0 48,0 24,0 0,0 0,0 0,24 24,-24-24,0-1,0 25,0-24,0-24,0 24,0 0,0 0,0-24,0 24,-24-24,0 0,0-24,0 0,0 0,0 0,0-24,0 0</inkml:trace>
          <inkml:trace contextRef="#ctx0" brushRef="#br0" timeOffset="15314.42">9597 192,'-24'0,"0"0,0 24,0 0,24 0,-24 24,0-1,0 1,24 0,-24-24,24 24,0 0,0 0,0 0,24 0,-24-24,24 24,0-24,0-24,0 0,0 0,0 0,0 0,0-24,0-24,-24 24,24-24,-24 24,0 0,0 0,0 0,-24 0,0 24,0 0,0 0,0 0,0 0,0 24,0-24,0 24,24 0,0 0</inkml:trace>
          <inkml:trace contextRef="#ctx0" brushRef="#br0" timeOffset="15691.87">9956 623,'24'0,"-24"24,0 0,-24 24,24-24,-72 72,72-72,0-48,24 0</inkml:trace>
          <inkml:trace contextRef="#ctx0" brushRef="#br0" timeOffset="16334.88">10316 240,'23'0,"25"0,0 0,0 0,0 0,0 0,0-24,0 24,-24 0,24 0,-24 0,-24 24,0 0,-24 0,24 24,-24-25,0 25,0 0,0-24,0 24,24-24,-24 24,0-24,0 0,24 0,0-48,24 0,0 0</inkml:trace>
          <inkml:trace contextRef="#ctx0" brushRef="#br0" timeOffset="16972.19">11010 216,'0'-24,"24"24,0-24,24 24,-24 0,24 0,-24 0,0 0,0 0,0 0,0 0,-24 24,0 0,0 0,-24 0,24 0,-24 24,24-1,0-23,-24 48,24-24,-24 24,0 0,24-24,-24 0,24 0,-24-24,24-48,24 0,0 24</inkml:trace>
        </inkml:traceGroup>
      </inkml:traceGroup>
    </inkml:traceGroup>
    <inkml:traceGroup>
      <inkml:annotationXML>
        <emma:emma xmlns:emma="http://www.w3.org/2003/04/emma" version="1.0">
          <emma:interpretation id="{D8F8466C-B9BF-4BF6-B50B-A36D4EAB26D2}" emma:medium="tactile" emma:mode="ink">
            <msink:context xmlns:msink="http://schemas.microsoft.com/ink/2010/main" type="paragraph" rotatedBoundingBox="15178,3333 29612,3132 29627,4184 15192,43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7CB6698-4A22-425C-B00E-FEEAE2DF5798}" emma:medium="tactile" emma:mode="ink">
              <msink:context xmlns:msink="http://schemas.microsoft.com/ink/2010/main" type="line" rotatedBoundingBox="15178,3333 29612,3132 29627,4184 15192,4385"/>
            </emma:interpretation>
          </emma:emma>
        </inkml:annotationXML>
        <inkml:traceGroup>
          <inkml:annotationXML>
            <emma:emma xmlns:emma="http://www.w3.org/2003/04/emma" version="1.0">
              <emma:interpretation id="{CBEEBCE9-5C20-4D7B-9E4A-EAC720C8F3DB}" emma:medium="tactile" emma:mode="ink">
                <msink:context xmlns:msink="http://schemas.microsoft.com/ink/2010/main" type="inkWord" rotatedBoundingBox="15178,3333 16216,3319 16230,4322 15192,4337"/>
              </emma:interpretation>
              <emma:one-of disjunction-type="recognition" id="oneOf4">
                <emma:interpretation id="interp20" emma:lang="id-ID" emma:confidence="0.5">
                  <emma:literal>F:</emma:literal>
                </emma:interpretation>
                <emma:interpretation id="interp21" emma:lang="id-ID" emma:confidence="0">
                  <emma:literal>T:</emma:literal>
                </emma:interpretation>
                <emma:interpretation id="interp22" emma:lang="id-ID" emma:confidence="0">
                  <emma:literal>I:</emma:literal>
                </emma:interpretation>
                <emma:interpretation id="interp23" emma:lang="id-ID" emma:confidence="0">
                  <emma:literal>f:</emma:literal>
                </emma:interpretation>
                <emma:interpretation id="interp24" emma:lang="id-ID" emma:confidence="0">
                  <emma:literal>E:</emma:literal>
                </emma:interpretation>
              </emma:one-of>
            </emma:emma>
          </inkml:annotationXML>
          <inkml:trace contextRef="#ctx0" brushRef="#br0" timeOffset="39126.46">227 2300,'-24'24,"24"0,0 0,0 24,0 24,24 0,-24 0,0 0,0 0,0 0,0-25,0 1,0 0,0-24,0 0,0 0,0 0</inkml:trace>
          <inkml:trace contextRef="#ctx0" brushRef="#br0" timeOffset="40177.07">-12 3307,'48'-24,"0"0,-24 24,24-24,-1 24,-23-24,0 24,0 0,0 0,0 0</inkml:trace>
          <inkml:trace contextRef="#ctx0" brushRef="#br0" timeOffset="39675.23">108 2444,'0'-96,"24"96,0 0,23 0,1 0,-24 0,24 0,-24 0,24 0,-24 0,-24 24</inkml:trace>
          <inkml:trace contextRef="#ctx0" brushRef="#br0" timeOffset="42838.83">850 2708,'24'0,"0"0,0 0,0 0,0 0,0 0,0 0</inkml:trace>
          <inkml:trace contextRef="#ctx0" brushRef="#br0" timeOffset="43071.01">850 2947,'96'0,"-72"0,0 0,0 24</inkml:trace>
        </inkml:traceGroup>
        <inkml:traceGroup>
          <inkml:annotationXML>
            <emma:emma xmlns:emma="http://www.w3.org/2003/04/emma" version="1.0">
              <emma:interpretation id="{8C7AB9B9-7063-4E74-9AB6-9B4712ABDFA6}" emma:medium="tactile" emma:mode="ink">
                <msink:context xmlns:msink="http://schemas.microsoft.com/ink/2010/main" type="inkWord" rotatedBoundingBox="17268,3514 20380,3471 20392,4313 17280,4356"/>
              </emma:interpretation>
              <emma:one-of disjunction-type="recognition" id="oneOf5">
                <emma:interpretation id="interp25" emma:lang="id-ID" emma:confidence="0.5">
                  <emma:literal>1,954</emma:literal>
                </emma:interpretation>
                <emma:interpretation id="interp26" emma:lang="id-ID" emma:confidence="0">
                  <emma:literal>1,9542</emma:literal>
                </emma:interpretation>
                <emma:interpretation id="interp27" emma:lang="id-ID" emma:confidence="0">
                  <emma:literal>1,9544</emma:literal>
                </emma:interpretation>
                <emma:interpretation id="interp28" emma:lang="id-ID" emma:confidence="0">
                  <emma:literal>1,9541</emma:literal>
                </emma:interpretation>
                <emma:interpretation id="interp29" emma:lang="id-ID" emma:confidence="0">
                  <emma:literal>119542</emma:literal>
                </emma:interpretation>
              </emma:one-of>
            </emma:emma>
          </inkml:annotationXML>
          <inkml:trace contextRef="#ctx0" brushRef="#br0" timeOffset="44270.19">2120 2588,'0'-48,"-24"72,24 24,0 0,-23 24,23 0,0 0,0-25,0 25,0-24,0 0,23-24,-23 0,0 0</inkml:trace>
          <inkml:trace contextRef="#ctx0" brushRef="#br0" timeOffset="44630.81">2480 3043,'-24'96,"0"-48,24-24,-24 24,0-24,24 0,-24-24</inkml:trace>
          <inkml:trace contextRef="#ctx0" brushRef="#br0" timeOffset="45366.66">2887 2756,'-120'-48,"96"48,0 0,1 0,-1 24,24 0,-24 0,24 24,0-24,0 0,0-1,24-23,0 0,-1 0,1-23,0-1,0-24,0 24,0 0,-24 0,0 0,24 24,-24 24,0 24,24 0,0 23,0 1,0 0,-24-24,0 0,0 0,0 0,0-24,-48-24,0 24,0-24,0 0,0 0,25 0</inkml:trace>
          <inkml:trace contextRef="#ctx0" brushRef="#br0" timeOffset="47053.1">3414 2540,'-95'96,"95"-72,-24 0,24 0,0 0,-24 0,24 0,-24 0,24 0,24-24,24 0,-24 0,23 0,25 0,-24 24,-24 0,0-1,0 1,-24 0,0 0,0 0,-24 0,-24 0,0 0,0-24,24 24,-23-24,23 0,0 0,0-24,24 0,0-24</inkml:trace>
          <inkml:trace contextRef="#ctx0" brushRef="#br0" timeOffset="47234.99">3390 2564,'168'24,"-144"-24,0 0,0 0,0 0</inkml:trace>
          <inkml:trace contextRef="#ctx0" brushRef="#br0" timeOffset="47616.21">3942 2588,'-24'0,"24"24,-24 0,0 24,0-24,0 24,0-24,0 0,24 0,24-24,0 0,0 0,24 0,-24 0,24 0,-1 0,-23 0,24 0</inkml:trace>
          <inkml:trace contextRef="#ctx0" brushRef="#br0" timeOffset="47879">4205 2636,'-48'72,"48"-24,-24 0,0 24,24-25,0 25,-24-24,24 0,0 0,0-24,0 0,24-24</inkml:trace>
          <inkml:trace contextRef="#ctx0" brushRef="#br0" timeOffset="49078.49">4972 2444,'0'24,"-24"0,0 24,24 0,-48 0,24 0,-24 24,24-24,-24 24,0-25,24 1,-23 0,23 0,0 0,24-24,-48 72,24-96,48 0,0 0,24 0,-1 0,1 0,-24 0,24 0,0 24,0-24,0 24,0-24,-24 0,24 0,-24 0,0 0,0 0,0 0,0 0,0 0,0 0</inkml:trace>
        </inkml:traceGroup>
        <inkml:traceGroup>
          <inkml:annotationXML>
            <emma:emma xmlns:emma="http://www.w3.org/2003/04/emma" version="1.0">
              <emma:interpretation id="{95265151-9B02-4B09-B974-761278D1A50D}" emma:medium="tactile" emma:mode="ink">
                <msink:context xmlns:msink="http://schemas.microsoft.com/ink/2010/main" type="inkWord" rotatedBoundingBox="20939,3386 24051,3343 24063,4186 20951,4230"/>
              </emma:interpretation>
              <emma:one-of disjunction-type="recognition" id="oneOf6">
                <emma:interpretation id="interp30" emma:lang="id-ID" emma:confidence="0.5">
                  <emma:literal>39,61 A</emma:literal>
                </emma:interpretation>
                <emma:interpretation id="interp31" emma:lang="id-ID" emma:confidence="0">
                  <emma:literal>39,6 A</emma:literal>
                </emma:interpretation>
                <emma:interpretation id="interp32" emma:lang="id-ID" emma:confidence="0">
                  <emma:literal>39,611 A</emma:literal>
                </emma:interpretation>
                <emma:interpretation id="interp33" emma:lang="id-ID" emma:confidence="0">
                  <emma:literal>3961 A</emma:literal>
                </emma:interpretation>
                <emma:interpretation id="interp34" emma:lang="id-ID" emma:confidence="0">
                  <emma:literal>39611 A</emma:literal>
                </emma:interpretation>
              </emma:one-of>
            </emma:emma>
          </inkml:annotationXML>
          <inkml:trace contextRef="#ctx0" brushRef="#br0" timeOffset="50691.63">5763 2660,'-24'-48,"24"24,24 24,0-24,24 24,-24 0,0 0,23 0,-23 0,24 0,-24 24,-24 0,0 0,0 0,-24 24,-24 0,0-24,1 24,23-24,0-24,24 24,24-24,0 0,23 0,-23 0,24 23,-24-23,0 24,-24 0,0 0,0 0,-48 0,24 0,-24 0,25-24,-1 0,0 0,0 0</inkml:trace>
          <inkml:trace contextRef="#ctx0" brushRef="#br0" timeOffset="51277.15">6482 2588,'-72'-24,"48"24,0 24,0 0,0 24,0 0,0 0,24-24,0 0,0 0,24-24,0 0,0-24,0 0,0 0,0-24,0 0,0 24,-24 0,0 0,24 24,-24 24,0 0,0 24,0 0,24 0,-24 0,23-24,-23 0,0-1,0 1,0 0,0 0,0 0,-23-24,-1 24,0-24,0 24,0-24,0 0</inkml:trace>
          <inkml:trace contextRef="#ctx0" brushRef="#br0" timeOffset="51620.76">6865 2876,'-24'47,"24"-23,-24 24,0-24,0 24,0 0,0-24,0 0,24 0</inkml:trace>
          <inkml:trace contextRef="#ctx0" brushRef="#br0" timeOffset="52588.13">7392 2396,'0'-24,"-72"144,48-72,0 24,24-24,-24 24,24-24,-24 0,24 0,0-1,0-23,24 24,0-24,0-24,-24 24,24-24,0 0,0 0,0-24,0 0,-24 0,0 0,0 0,0 0,-24 24,0 0,0 0,0 0,0 0,24 24,0 0,0 0,24-24,0 0</inkml:trace>
          <inkml:trace contextRef="#ctx0" brushRef="#br0" timeOffset="52949.13">7752 2588,'-24'-24,"24"48,0 0,0 24,0 0,0 0,0 0,0-24,0 24,0-25,0 1,0 0,24-24,-24-24</inkml:trace>
          <inkml:trace contextRef="#ctx0" brushRef="#br0" timeOffset="53407.01">8087 2324,'-72'48,"72"-24,0 0,0 24,0-24,0 0,0 0,0 0,24-24,0 0,0 0,0 0,-24-48,24 24,0-24,-24 24,0 0,0 0,0 0,-24 48,24 0,-24 0,24 0</inkml:trace>
          <inkml:trace contextRef="#ctx0" brushRef="#br0" timeOffset="53887.48">8638 2420,'-24'72,"0"-48,0 24,0 24,-24-24,24 24,0-24,1 24,-1-25,0 1,24 0,-24 0,24 0,0-96,0 24,24-24,0 0,0 0,-1 1,1-1</inkml:trace>
          <inkml:trace contextRef="#ctx0" brushRef="#br0" timeOffset="54456.67">8518 2780,'72'0,"-48"0,24 0,0 0,-24 0,24 0,-24 0,0 0,0 0</inkml:trace>
          <inkml:trace contextRef="#ctx0" brushRef="#br0" timeOffset="54178.84">8614 2492,'72'-24,"-48"72,0-24,-24 24,24 0,0 0,0 24,-24-24,24-24,-24 24,0-25,0 1,0 0,24-24,-24 24</inkml:trace>
        </inkml:traceGroup>
        <inkml:traceGroup>
          <inkml:annotationXML>
            <emma:emma xmlns:emma="http://www.w3.org/2003/04/emma" version="1.0">
              <emma:interpretation id="{76B24873-8E51-4762-A418-8E583247F784}" emma:medium="tactile" emma:mode="ink">
                <msink:context xmlns:msink="http://schemas.microsoft.com/ink/2010/main" type="inkWord" rotatedBoundingBox="25601,3211 26783,3195 26797,4210 25615,4227"/>
              </emma:interpretation>
              <emma:one-of disjunction-type="recognition" id="oneOf7">
                <emma:interpretation id="interp35" emma:lang="id-ID" emma:confidence="0.5">
                  <emma:literal>Imi</emma:literal>
                </emma:interpretation>
                <emma:interpretation id="interp36" emma:lang="id-ID" emma:confidence="0">
                  <emma:literal>Imt</emma:literal>
                </emma:interpretation>
                <emma:interpretation id="interp37" emma:lang="id-ID" emma:confidence="0">
                  <emma:literal>Int</emma:literal>
                </emma:interpretation>
                <emma:interpretation id="interp38" emma:lang="id-ID" emma:confidence="0">
                  <emma:literal>Imi.</emma:literal>
                </emma:interpretation>
                <emma:interpretation id="interp39" emma:lang="id-ID" emma:confidence="0">
                  <emma:literal>Ime</emma:literal>
                </emma:interpretation>
              </emma:one-of>
            </emma:emma>
          </inkml:annotationXML>
          <inkml:trace contextRef="#ctx0" brushRef="#br0" timeOffset="60838.68">10435 2205,'0'-24,"0"48,0 0,0 47,0 1,0 48,0-24,0 24,0-24,0-1,0-23,0-24,0-24,0 24,0-24,0 0,0 0,-24-24</inkml:trace>
          <inkml:trace contextRef="#ctx0" brushRef="#br0" timeOffset="61536.93">10651 2876,'0'191,"0"-143,0-24,0 0,0 0,0-72,24 24,0-24,0 0,24 24,-24 0,0 0,0 0,0 24,0 0,0 0,0 0,-24 24,0 24,0-24,0 0,0 24,0-24,24-48,-1 0,1 24,0-24,24 0,-24 24,0 0,0 0,0 0,-24 24,0 0,0 24,0-24,-24 0,24 0</inkml:trace>
          <inkml:trace contextRef="#ctx0" brushRef="#br0" timeOffset="62053.3">11394 2684,'24'192,"0"-192,0 0,0 0,0 0,0 0</inkml:trace>
          <inkml:trace contextRef="#ctx0" brushRef="#br0" timeOffset="61864.48">11394 2684,'120'-24,"-96"0,0 24,0 0</inkml:trace>
        </inkml:traceGroup>
        <inkml:traceGroup>
          <inkml:annotationXML>
            <emma:emma xmlns:emma="http://www.w3.org/2003/04/emma" version="1.0">
              <emma:interpretation id="{1C29A8D7-7A87-44B4-B6E1-D8EA605CA9A4}" emma:medium="tactile" emma:mode="ink">
                <msink:context xmlns:msink="http://schemas.microsoft.com/ink/2010/main" type="inkWord" rotatedBoundingBox="27381,3399 29616,3368 29625,4046 27390,4077"/>
              </emma:interpretation>
              <emma:one-of disjunction-type="recognition" id="oneOf8">
                <emma:interpretation id="interp40" emma:lang="id-ID" emma:confidence="0.5">
                  <emma:literal>1,954</emma:literal>
                </emma:interpretation>
                <emma:interpretation id="interp41" emma:lang="id-ID" emma:confidence="0">
                  <emma:literal>1,950</emma:literal>
                </emma:interpretation>
                <emma:interpretation id="interp42" emma:lang="id-ID" emma:confidence="0">
                  <emma:literal>11950</emma:literal>
                </emma:interpretation>
                <emma:interpretation id="interp43" emma:lang="id-ID" emma:confidence="0">
                  <emma:literal>1950</emma:literal>
                </emma:interpretation>
                <emma:interpretation id="interp44" emma:lang="id-ID" emma:confidence="0">
                  <emma:literal>1,957</emma:literal>
                </emma:interpretation>
              </emma:one-of>
            </emma:emma>
          </inkml:annotationXML>
          <inkml:trace contextRef="#ctx0" brushRef="#br0" timeOffset="64182.5">12209 2396,'-24'0,"24"24,0 24,0 24,0-24,0 24,0-24,0 24,0-24,0-24,0 23,0-23</inkml:trace>
          <inkml:trace contextRef="#ctx0" brushRef="#br0" timeOffset="64528.76">12640 2708,'-48'168,"24"-121,24-23,-24 24,24-24,-24 0</inkml:trace>
          <inkml:trace contextRef="#ctx0" brushRef="#br0" timeOffset="65293.16">13047 2468,'-96'-48,"72"72,0 0,0 24,1 0,23 0,0 0,0 0,0-24,0 0,23 0,25-24,-24 0,24 0,-24-48,0 24,0-24,0 24,-24 0,0-24,0 24,0 0,0 0,24 24,-24 48,24 0,72 192,-72-192,-24-25,0 25,0-24,0 0,-24-24,-24 0,24 24,0-24,-24 0,24 0,0 0,24-24</inkml:trace>
          <inkml:trace contextRef="#ctx0" brushRef="#br0" timeOffset="65794.78">13622 2444,'-48'144,"24"-96,24-24,0 0,-24-24,48 0,0 0,0-24,24 24,0 0,-24 0,24 0,-24 0,0 0,-24 24,0 0,0 24,0-24,0 0,-24 0,0 0,0 0,0-1,0-23,0-23,24-25,0 24,0-24,0-24</inkml:trace>
          <inkml:trace contextRef="#ctx0" brushRef="#br0" timeOffset="65944.98">13622 2444,'96'-96,"-72"96,0 0,0 0,0 0,0 0,0 0,0 0,0 0,0 0</inkml:trace>
          <inkml:trace contextRef="#ctx0" brushRef="#br0" timeOffset="66441">14221 2372,'0'24,"0"0,-24 0,0 24,0-24,24 24,-23-24,23 24,0-24,0 0,23-24,25 0,-24 0,0 0,24-24,-24 0,-24 0,24 24,-24-24,24 24,-24-24</inkml:trace>
          <inkml:trace contextRef="#ctx0" brushRef="#br0" timeOffset="66675.64">14221 2372,'192'24,"-192"0,0 48,0-24,0 24,0-24,0 24,0-24,0-24,0 24,0-1</inkml:trace>
        </inkml:traceGroup>
      </inkml:traceGroup>
    </inkml:traceGroup>
    <inkml:traceGroup>
      <inkml:annotationXML>
        <emma:emma xmlns:emma="http://www.w3.org/2003/04/emma" version="1.0">
          <emma:interpretation id="{44377624-DEC9-4AD3-A673-03BBA071D5A2}" emma:medium="tactile" emma:mode="ink">
            <msink:context xmlns:msink="http://schemas.microsoft.com/ink/2010/main" type="paragraph" rotatedBoundingBox="25613,5169 30844,4955 30883,5914 25652,6128" alignmentLevel="3"/>
          </emma:interpretation>
        </emma:emma>
      </inkml:annotationXML>
      <inkml:traceGroup>
        <inkml:annotationXML>
          <emma:emma xmlns:emma="http://www.w3.org/2003/04/emma" version="1.0">
            <emma:interpretation id="{82FA82C9-02A1-4884-9062-103BA3425243}" emma:medium="tactile" emma:mode="ink">
              <msink:context xmlns:msink="http://schemas.microsoft.com/ink/2010/main" type="line" rotatedBoundingBox="25613,5169 30844,4955 30883,5914 25652,6128"/>
            </emma:interpretation>
          </emma:emma>
        </inkml:annotationXML>
        <inkml:traceGroup>
          <inkml:annotationXML>
            <emma:emma xmlns:emma="http://www.w3.org/2003/04/emma" version="1.0">
              <emma:interpretation id="{1CF500FA-4304-414E-BFD3-F1F0240B8349}" emma:medium="tactile" emma:mode="ink">
                <msink:context xmlns:msink="http://schemas.microsoft.com/ink/2010/main" type="inkWord" rotatedBoundingBox="25619,5324 27087,5264 27115,5939 25647,5999"/>
              </emma:interpretation>
              <emma:one-of disjunction-type="recognition" id="oneOf9">
                <emma:interpretation id="interp45" emma:lang="id-ID" emma:confidence="0.5">
                  <emma:literal>din:</emma:literal>
                </emma:interpretation>
                <emma:interpretation id="interp46" emma:lang="id-ID" emma:confidence="0">
                  <emma:literal>dia:</emma:literal>
                </emma:interpretation>
                <emma:interpretation id="interp47" emma:lang="id-ID" emma:confidence="0">
                  <emma:literal>di:</emma:literal>
                </emma:interpretation>
                <emma:interpretation id="interp48" emma:lang="id-ID" emma:confidence="0">
                  <emma:literal>dis:</emma:literal>
                </emma:interpretation>
                <emma:interpretation id="interp49" emma:lang="id-ID" emma:confidence="0">
                  <emma:literal>dil:</emma:literal>
                </emma:interpretation>
              </emma:one-of>
            </emma:emma>
          </inkml:annotationXML>
          <inkml:trace contextRef="#ctx0" brushRef="#br0" timeOffset="68173.05">10675 4289,'-120'0,"96"48,0-24,0 24,0 0,24 0,-24 0,24 0,0 24,0-24,0 0,24 23,0-23,24-24,-24 24,24-48,-24 0,0 0,0 0,24-24,-48-24,24-24,0 25,0-25,-24 24,0 0,24 0,-24 24,0-24,0 24,0 0,0 0,0 0,-24 24,24-24,-24 0,0 24,0-24,0 24,0 0,0 0,0 24,-24 0,24 0,0 0,24 0,-24 0,24 0,0 0,0 24,24-24,0 0,0 0,24 0,-24-24,24 0,-24 0,0 0,144-48</inkml:trace>
          <inkml:trace contextRef="#ctx0" brushRef="#br0" timeOffset="71704.42">11058 4553,'96'-192,"-72"192</inkml:trace>
          <inkml:trace contextRef="#ctx0" brushRef="#br0" timeOffset="71450.53">11058 4553,'24'-24,"-24"0,24 48,-24 24,0-24,24 24,-24 0,0-24,0 24,0-25,0 1</inkml:trace>
          <inkml:trace contextRef="#ctx0" brushRef="#br0" timeOffset="72350.99">11657 4529,'24'0,"0"0,0 0,0 0,24 0,-24 0,0 0,0 0,0 24</inkml:trace>
          <inkml:trace contextRef="#ctx0" brushRef="#br0" timeOffset="72604.46">11657 4769,'144'-24,"-120"24,0 0</inkml:trace>
        </inkml:traceGroup>
        <inkml:traceGroup>
          <inkml:annotationXML>
            <emma:emma xmlns:emma="http://www.w3.org/2003/04/emma" version="1.0">
              <emma:interpretation id="{89CE2343-0155-429B-B2AD-66B00418FF25}" emma:medium="tactile" emma:mode="ink">
                <msink:context xmlns:msink="http://schemas.microsoft.com/ink/2010/main" type="inkWord" rotatedBoundingBox="27591,5088 30844,4955 30883,5914 27630,6047"/>
              </emma:interpretation>
              <emma:one-of disjunction-type="recognition" id="oneOf10">
                <emma:interpretation id="interp50" emma:lang="id-ID" emma:confidence="0.5">
                  <emma:literal>39,610</emma:literal>
                </emma:interpretation>
                <emma:interpretation id="interp51" emma:lang="id-ID" emma:confidence="0">
                  <emma:literal>39,616</emma:literal>
                </emma:interpretation>
                <emma:interpretation id="interp52" emma:lang="id-ID" emma:confidence="0">
                  <emma:literal>39,60</emma:literal>
                </emma:interpretation>
                <emma:interpretation id="interp53" emma:lang="id-ID" emma:confidence="0">
                  <emma:literal>39,601</emma:literal>
                </emma:interpretation>
                <emma:interpretation id="interp54" emma:lang="id-ID" emma:confidence="0">
                  <emma:literal>39,606</emma:literal>
                </emma:interpretation>
              </emma:one-of>
            </emma:emma>
          </inkml:annotationXML>
          <inkml:trace contextRef="#ctx0" brushRef="#br0" timeOffset="76011.08">14341 4289,'0'-24,"-24"24,0 0,24 24,-24 0,0 24,0 0,24 0,0 0,0 0,0 0,0 0,0-24,24 0,0-24,0 0,24 0,-24 0,0-24,24-24,-48 24,24 0,-24 0,0 0,-24 24,0-24,0 24,0 0,0 0,0 0,24 24,-24-24,24 24,0 0</inkml:trace>
          <inkml:trace contextRef="#ctx0" brushRef="#br0" timeOffset="76430.47">14677 4289,'0'48,"0"-24,24 24,-24 0,0 0,0-24,0 24,0-24,0 0,0 0,0 0</inkml:trace>
          <inkml:trace contextRef="#ctx0" brushRef="#br0" timeOffset="77000.96">14940 3954,'-48'96,"48"-72,0 0,0 0,24 0,0-24,0 23,0-23,0 0,24-23,-24-1,0 0,-24 0,24-24,-24 24,-24 0,-24 24,0 0,24 0,0 0,0 24,24 0,0 0,0 0</inkml:trace>
          <inkml:trace contextRef="#ctx0" brushRef="#br0" timeOffset="77825.42">15515 4169,'-48'48,"48"0,-24 0,0 24,1 0,-25 96,24-120,0 0,24-24,0 0,0-72,0 0,24 0,0 0,-24 0,24 0,-24-24,24 24,-24 0,23 0,1 0,0 0,0 25,0-1,0 24,0 0,0 24,-24 23,24 1,0 0,-24 0,24 0,-24 24,0-24,0 0,0 0,0 0,0 0,0 0,0-24,0-1,0-46,0-1</inkml:trace>
          <inkml:trace contextRef="#ctx0" brushRef="#br0" timeOffset="78035.17">15419 4529,'72'-24,"-24"24,-24 0,24 0,-24 0,0 0</inkml:trace>
          <inkml:trace contextRef="#ctx0" brushRef="#br0" timeOffset="74488.37">12424 4409,'-24'-48,"24"24,24 0,0 24,24-24,0 24,0 0,0-24,0 24,-24 0,0 0,-24 48,-24-24,0 24,-24-24,24 24,24-24,0 0,0 0,0 0,24-24,24 24,-24 0,24-24,-48 24,24 0,-24 0,0 24,0-24,-24 0,-24-1,24 1,0 0,0-24,0 0,0 0,24-24,0 0</inkml:trace>
          <inkml:trace contextRef="#ctx0" brushRef="#br0" timeOffset="75118.72">13287 4313,'-72'-48,"48"48,0 0,0 24,0 0,0 0,0 24,24-24,0 24,0-24,0 0,24 0,0-24,24 0,-24 0,24 0,-24-24,0-24,-24 24,24 0,-24 0,0 0,0 0,24 24,0 24,0 24,0 0,0 24,0-24,0 0,-24 0,0-24,0 24,-24-24,0-1,0 1,-24 0,0-24,24 0</inkml:trace>
          <inkml:trace contextRef="#ctx0" brushRef="#br0" timeOffset="75450.62">13958 4601,'-48'191,"24"-143,24 0,-24-24,24 0,-24 0</inkml:trace>
        </inkml:traceGroup>
      </inkml:traceGroup>
    </inkml:traceGroup>
    <inkml:traceGroup>
      <inkml:annotationXML>
        <emma:emma xmlns:emma="http://www.w3.org/2003/04/emma" version="1.0">
          <emma:interpretation id="{3C65C803-B583-4E07-BCD8-225B6E5FBB7F}" emma:medium="tactile" emma:mode="ink">
            <msink:context xmlns:msink="http://schemas.microsoft.com/ink/2010/main" type="paragraph" rotatedBoundingBox="15463,6340 28436,6544 28394,9175 15421,89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C5D95D-E652-40B6-8358-24B251526A07}" emma:medium="tactile" emma:mode="ink">
              <msink:context xmlns:msink="http://schemas.microsoft.com/ink/2010/main" type="line" rotatedBoundingBox="15463,6340 28436,6544 28411,8141 15437,7937"/>
            </emma:interpretation>
          </emma:emma>
        </inkml:annotationXML>
        <inkml:traceGroup>
          <inkml:annotationXML>
            <emma:emma xmlns:emma="http://www.w3.org/2003/04/emma" version="1.0">
              <emma:interpretation id="{6FC09F31-71C9-40AB-8DFD-6074BB9F2474}" emma:medium="tactile" emma:mode="ink">
                <msink:context xmlns:msink="http://schemas.microsoft.com/ink/2010/main" type="inkWord" rotatedBoundingBox="15454,6852 17836,6890 17823,7721 15441,7684"/>
              </emma:interpretation>
              <emma:one-of disjunction-type="recognition" id="oneOf11">
                <emma:interpretation id="interp55" emma:lang="id-ID" emma:confidence="0.5">
                  <emma:literal>Irms:</emma:literal>
                </emma:interpretation>
                <emma:interpretation id="interp56" emma:lang="id-ID" emma:confidence="0">
                  <emma:literal>lrms:</emma:literal>
                </emma:interpretation>
                <emma:interpretation id="interp57" emma:lang="id-ID" emma:confidence="0">
                  <emma:literal>Irmi</emma:literal>
                </emma:interpretation>
                <emma:interpretation id="interp58" emma:lang="id-ID" emma:confidence="0">
                  <emma:literal>Irma:</emma:literal>
                </emma:interpretation>
                <emma:interpretation id="interp59" emma:lang="id-ID" emma:confidence="0">
                  <emma:literal>Irmi:</emma:literal>
                </emma:interpretation>
              </emma:one-of>
            </emma:emma>
          </inkml:annotationXML>
          <inkml:trace contextRef="#ctx0" brushRef="#br0" timeOffset="81201">251 5823,'0'48,"0"24,24 0,-24-1,24 25,-24 0,0-24,0 0,0-24,0 0,0 0,0-24,0 0,0 0</inkml:trace>
          <inkml:trace contextRef="#ctx0" brushRef="#br0" timeOffset="81861.26">659 6302,'-24'24,"48"24,0 0,0 72,-24-72,24 0,-24-24,0-48,0-24,0 0,-24 0,24 0,0 24,0-24,0 24,24 24,0 0,0 0,23 0,-23 0,24 0,0 0,-24 0,0 0</inkml:trace>
          <inkml:trace contextRef="#ctx0" brushRef="#br0" timeOffset="82466.98">1210 6398,'0'72,"0"-48,0 24,0 0,0-24,0 0,24-120,0 48,24 24,-48 0,24 0,0 24,0-24,0 24,-24 24,0 0,0 0,0 0,24-24,-24-24,23 0,1 0,24 0,-24 24,0 0,0 0,0 24,-24 0,0 24,0-24,0 24,0 0,0-24,0 0,-24-24</inkml:trace>
          <inkml:trace contextRef="#ctx0" brushRef="#br0" timeOffset="82880.15">1929 6350,'-48'-72,"24"96,0 0,0 0,0 0,24 0,0 0,0 0,24-24,0 24,0-24,24 24,0 0,-24-24,0 24,0 0,-24 0,0 0,0 0,-48-24,24 0,0 0,0 0,0 0</inkml:trace>
          <inkml:trace contextRef="#ctx0" brushRef="#br0" timeOffset="83308.58">2408 6158,'48'0,"-24"0,0 0,0 0,-24 24</inkml:trace>
          <inkml:trace contextRef="#ctx0" brushRef="#br0" timeOffset="83480.94">2432 6374,'0'24,"24"-24,24 0,-24 0,24 0,-24 0,0 0</inkml:trace>
        </inkml:traceGroup>
        <inkml:traceGroup>
          <inkml:annotationXML>
            <emma:emma xmlns:emma="http://www.w3.org/2003/04/emma" version="1.0">
              <emma:interpretation id="{FAEFFC19-A18F-42CD-8E63-EE13B4991A60}" emma:medium="tactile" emma:mode="ink">
                <msink:context xmlns:msink="http://schemas.microsoft.com/ink/2010/main" type="inkWord" rotatedBoundingBox="18686,6391 20869,6425 20846,7884 18663,7849"/>
              </emma:interpretation>
              <emma:one-of disjunction-type="recognition" id="oneOf12">
                <emma:interpretation id="interp60" emma:lang="id-ID" emma:confidence="0.5">
                  <emma:literal>Ime,</emma:literal>
                </emma:interpretation>
                <emma:interpretation id="interp61" emma:lang="id-ID" emma:confidence="0">
                  <emma:literal>Ime</emma:literal>
                </emma:interpretation>
                <emma:interpretation id="interp62" emma:lang="id-ID" emma:confidence="0">
                  <emma:literal>Ime.</emma:literal>
                </emma:interpretation>
                <emma:interpretation id="interp63" emma:lang="id-ID" emma:confidence="0">
                  <emma:literal>Imra,</emma:literal>
                </emma:interpretation>
                <emma:interpretation id="interp64" emma:lang="id-ID" emma:confidence="0">
                  <emma:literal>Ime:</emma:literal>
                </emma:interpretation>
              </emma:one-of>
            </emma:emma>
          </inkml:annotationXML>
          <inkml:trace contextRef="#ctx0" brushRef="#br0" timeOffset="87283.03">3462 6686,'0'-24,"24"24,24 0,-24-24,24 24,24 0,-24-24,48 24,-24 0,0 0,-1 0,1 0,0 0,0 0,-24 0,24 0,0 0,-24 0,24 0,-1 0,-23 0,0-24,0 24,0-24,-24 24,0 0,0-24,0 24,0 0,0 0,-48 0</inkml:trace>
          <inkml:trace contextRef="#ctx0" brushRef="#br0" timeOffset="96176.61">3942 5392,'-24'-24,"24"48,0 23,0 1,0 48,0 0,0 0,0 0,0 0,0-24,-24-25,24 1,0-24,0 0,0 0</inkml:trace>
          <inkml:trace contextRef="#ctx0" brushRef="#br0" timeOffset="96776.8">4085 6015,'0'95,"0"-71,0 0,0 0,24-48,0-24,0 24,0 0,0 1,0 23,0-24,0 24,-24 24,24 23,-24-23,0 24,0-24,24-48,0 0,0-24,0 24,0 1,24 23,-24 0,0 0,-24 23,24 1,-24 24,0-24,0 24,0-24</inkml:trace>
          <inkml:trace contextRef="#ctx0" brushRef="#br0" timeOffset="97475.21">5379 6470,'48'0,"-24"24,24 0,-24-24,0 24,-24 0,0 0</inkml:trace>
          <inkml:trace contextRef="#ctx0" brushRef="#br0" timeOffset="97654.58">5403 6805,'168'48,"-120"-48,-24 0</inkml:trace>
        </inkml:traceGroup>
        <inkml:traceGroup>
          <inkml:annotationXML>
            <emma:emma xmlns:emma="http://www.w3.org/2003/04/emma" version="1.0">
              <emma:interpretation id="{D61C83B7-51DF-4930-A690-DA18B00FA4BE}" emma:medium="tactile" emma:mode="ink">
                <msink:context xmlns:msink="http://schemas.microsoft.com/ink/2010/main" type="inkWord" rotatedBoundingBox="21780,6948 26010,7015 25993,8103 21763,8036">
                  <msink:destinationLink direction="with" ref="{B5AC5437-84E6-45A8-9554-D79D625EEF77}"/>
                </msink:context>
              </emma:interpretation>
              <emma:one-of disjunction-type="recognition" id="oneOf13">
                <emma:interpretation id="interp65" emma:lang="id-ID" emma:confidence="0.5">
                  <emma:literal>1954:1,</emma:literal>
                </emma:interpretation>
                <emma:interpretation id="interp66" emma:lang="id-ID" emma:confidence="0">
                  <emma:literal>1,954:1,</emma:literal>
                </emma:interpretation>
                <emma:interpretation id="interp67" emma:lang="id-ID" emma:confidence="0">
                  <emma:literal>1,954:"</emma:literal>
                </emma:interpretation>
                <emma:interpretation id="interp68" emma:lang="id-ID" emma:confidence="0">
                  <emma:literal>11954:"</emma:literal>
                </emma:interpretation>
                <emma:interpretation id="interp69" emma:lang="id-ID" emma:confidence="0">
                  <emma:literal>1,954=1,</emma:literal>
                </emma:interpretation>
              </emma:one-of>
            </emma:emma>
          </inkml:annotationXML>
          <inkml:trace contextRef="#ctx0" brushRef="#br0" timeOffset="100368.28">6577 5919,'0'72,"0"-24,0 23,0-23,0 0,0 24,0-48,0 24,0-24,0 0,0 0,24-24</inkml:trace>
          <inkml:trace contextRef="#ctx0" brushRef="#br0" timeOffset="100728.9">7033 6302,'-24'72,"0"-48,0 24,24-24,-24 0,0 0,0 0,24 0</inkml:trace>
          <inkml:trace contextRef="#ctx0" brushRef="#br0" timeOffset="101298.93">7392 6158,'-120'-24,"96"48,0 0,24 0,-24 24,24-24,0 0,0 0,24-24,0 0,0 0,0-24,24 0,-48-24,24 24,0-24,-24 24,0 0,0 0,24 24,-24 24,24 24,0 0,0-24,0 24,-24 0,0-24,0 0,0 24,-24-24,0 0,0 0,-24-24,24 24,0-24,0-24</inkml:trace>
          <inkml:trace contextRef="#ctx0" brushRef="#br0" timeOffset="101734.79">7776 6039,'-48'191,"48"-167,0 0,24-24,0-24,23 24,-23 0,0 0,0 0,0 0,0 0,-24 24,0 0,0 0,0 0,0 24,-24 0,0-24,0 0,24 0,-24 0,0-48,24 0,0-24</inkml:trace>
          <inkml:trace contextRef="#ctx0" brushRef="#br0" timeOffset="101893.09">7871 6062,'120'0,"-96"0,0 0,0 0</inkml:trace>
          <inkml:trace contextRef="#ctx0" brushRef="#br0" timeOffset="102245.42">8327 5991,'-48'119,"24"-71,24-24,0 0,0 0,24-24,0 0,0 0,0 0,24-24,-24 0,-1 0,-23 0,24 0</inkml:trace>
          <inkml:trace contextRef="#ctx0" brushRef="#br0" timeOffset="102456.66">8566 5967,'0'167,"0"-119,0 24,0-24,-24 0,24-24,0 0</inkml:trace>
          <inkml:trace contextRef="#ctx0" brushRef="#br0" timeOffset="105094.74">9046 6829,'47'-72,"-23"48,0 24,0 0,0 0,0 0,0 0,-24 24,0 0,0 0,0 0</inkml:trace>
          <inkml:trace contextRef="#ctx0" brushRef="#br0" timeOffset="105282.71">8998 7045,'191'-72,"-167"72,-24-24,24 24</inkml:trace>
          <inkml:trace contextRef="#ctx0" brushRef="#br0" timeOffset="150996.72">10339 6302,'0'-24,"0"48,0 24,24 24,-24-24,0 24,0 0,0-24,0-1,0 1,0-24,0 0,-24 0</inkml:trace>
          <inkml:trace contextRef="#ctx0" brushRef="#br0" timeOffset="151348.94">10795 6709,'-72'120,"72"-72,-24 0,24-24,-24 24,24-24,0 0</inkml:trace>
        </inkml:traceGroup>
        <inkml:traceGroup>
          <inkml:annotationXML>
            <emma:emma xmlns:emma="http://www.w3.org/2003/04/emma" version="1.0">
              <emma:interpretation id="{879E8A69-8A58-45C0-9AB8-07E205A21708}" emma:medium="tactile" emma:mode="ink">
                <msink:context xmlns:msink="http://schemas.microsoft.com/ink/2010/main" type="inkWord" rotatedBoundingBox="26310,7150 27225,7164 27211,8030 26297,8016"/>
              </emma:interpretation>
              <emma:one-of disjunction-type="recognition" id="oneOf14">
                <emma:interpretation id="interp70" emma:lang="id-ID" emma:confidence="0.5">
                  <emma:literal>38</emma:literal>
                </emma:interpretation>
                <emma:interpretation id="interp71" emma:lang="id-ID" emma:confidence="0">
                  <emma:literal>388</emma:literal>
                </emma:interpretation>
                <emma:interpretation id="interp72" emma:lang="id-ID" emma:confidence="0">
                  <emma:literal>88</emma:literal>
                </emma:interpretation>
                <emma:interpretation id="interp73" emma:lang="id-ID" emma:confidence="0">
                  <emma:literal>3</emma:literal>
                </emma:interpretation>
                <emma:interpretation id="interp74" emma:lang="id-ID" emma:confidence="0">
                  <emma:literal>8</emma:literal>
                </emma:interpretation>
              </emma:one-of>
            </emma:emma>
          </inkml:annotationXML>
          <inkml:trace contextRef="#ctx0" brushRef="#br0" timeOffset="152046.76">11106 6230,'0'-24,"0"0,24 0,24 24,-24 0,24 0,0 0,-24 0,0 24,0 0,0-24,-24 24,0 0,0 24,-24-24,0 0,-24 0,24 0,-24 0,48 0,24-24,0 24,0 0,0 0,0 24,0-24,-24 0,0 0,0 0,0 0,-120 71,96-95,0 0,0-24,24 0,0 0,0-23,0 23</inkml:trace>
          <inkml:trace contextRef="#ctx0" brushRef="#br0" timeOffset="152810.79">11729 6398,'-24'48,"0"0,24 0,0 0,0 24,0-1,0 1,0-24,0 24,24-48,0 0,24 0,-24-24,0 0,0 0,0 0,0-24,0-24,0 24,0-24,0 0,-24-24,0 25,0 23,0-24,0 24,0 0,-24 24,-24-24,24 24,-24 0,24-24,-24 24,24-24,0 0,0 0,24 0,-24 0,24 0,0 0,0-24,24 24,0-24,0 24,0 0,24 0,-24 24,0-24,24 24,-24 0,0 0,0 24,0 0,-24 24,0-24,0 24,0 0,0-24,0 0,-24 24,24-24</inkml:trace>
        </inkml:traceGroup>
        <inkml:traceGroup>
          <inkml:annotationXML>
            <emma:emma xmlns:emma="http://www.w3.org/2003/04/emma" version="1.0">
              <emma:interpretation id="{2931D4E5-3613-4720-BF1A-317C961A92EF}" emma:medium="tactile" emma:mode="ink">
                <msink:context xmlns:msink="http://schemas.microsoft.com/ink/2010/main" type="inkWord" rotatedBoundingBox="27782,7111 28427,7121 28414,7957 27769,7947"/>
              </emma:interpretation>
              <emma:one-of disjunction-type="recognition" id="oneOf15">
                <emma:interpretation id="interp75" emma:lang="id-ID" emma:confidence="0.5">
                  <emma:literal>A</emma:literal>
                </emma:interpretation>
                <emma:interpretation id="interp76" emma:lang="id-ID" emma:confidence="0">
                  <emma:literal>N</emma:literal>
                </emma:interpretation>
                <emma:interpretation id="interp77" emma:lang="id-ID" emma:confidence="0">
                  <emma:literal>H</emma:literal>
                </emma:interpretation>
                <emma:interpretation id="interp78" emma:lang="id-ID" emma:confidence="0">
                  <emma:literal>At</emma:literal>
                </emma:interpretation>
                <emma:interpretation id="interp79" emma:lang="id-ID" emma:confidence="0">
                  <emma:literal>AH</emma:literal>
                </emma:interpretation>
              </emma:one-of>
            </emma:emma>
          </inkml:annotationXML>
          <inkml:trace contextRef="#ctx0" brushRef="#br0" timeOffset="157279.39">12879 6110,'0'-24,"0"48,-23 24,-1 24,0-24,0 24,-24 0,24 0,0 0,-24-24,24 0,24-1,-24-23,0 0,24 0,0-72,24 1</inkml:trace>
          <inkml:trace contextRef="#ctx0" brushRef="#br0" timeOffset="157760.24">12879 6614,'-23'-48,"70"48,1 24,0-24,0 24,72-24,-72 0</inkml:trace>
          <inkml:trace contextRef="#ctx0" brushRef="#br0" timeOffset="157574.01">12879 6182,'96'192,"-48"-96,-24-24,-24 0,24 0,-24-1,0-23,0 0,0-24,0 0,0 0,0-48,0 0</inkml:trace>
        </inkml:traceGroup>
      </inkml:traceGroup>
      <inkml:traceGroup>
        <inkml:annotationXML>
          <emma:emma xmlns:emma="http://www.w3.org/2003/04/emma" version="1.0">
            <emma:interpretation id="{2E95D3A1-23FB-4837-AE48-E93570617FF3}" emma:medium="tactile" emma:mode="ink">
              <msink:context xmlns:msink="http://schemas.microsoft.com/ink/2010/main" type="line" rotatedBoundingBox="19088,8000 23375,8400 23296,9248 19009,8848"/>
            </emma:interpretation>
          </emma:emma>
        </inkml:annotationXML>
        <inkml:traceGroup>
          <inkml:annotationXML>
            <emma:emma xmlns:emma="http://www.w3.org/2003/04/emma" version="1.0">
              <emma:interpretation id="{A467F2D6-40ED-45B4-B078-C818FA840ECD}" emma:medium="tactile" emma:mode="ink">
                <msink:context xmlns:msink="http://schemas.microsoft.com/ink/2010/main" type="inkWord" rotatedBoundingBox="19088,8000 19979,8083 19900,8931 19009,8848"/>
              </emma:interpretation>
              <emma:one-of disjunction-type="recognition" id="oneOf16">
                <emma:interpretation id="interp80" emma:lang="id-ID" emma:confidence="0.5">
                  <emma:literal>rz</emma:literal>
                </emma:interpretation>
                <emma:interpretation id="interp81" emma:lang="id-ID" emma:confidence="0">
                  <emma:literal>ra</emma:literal>
                </emma:interpretation>
                <emma:interpretation id="interp82" emma:lang="id-ID" emma:confidence="0">
                  <emma:literal>r</emma:literal>
                </emma:interpretation>
                <emma:interpretation id="interp83" emma:lang="id-ID" emma:confidence="0">
                  <emma:literal>r.</emma:literal>
                </emma:interpretation>
                <emma:interpretation id="interp84" emma:lang="id-ID" emma:confidence="0">
                  <emma:literal>r,</emma:literal>
                </emma:interpretation>
              </emma:one-of>
            </emma:emma>
          </inkml:annotationXML>
          <inkml:trace contextRef="#ctx0" brushRef="#br0" timeOffset="88317.33">3846 7380,'0'96,"0"-72,24 0,-24 0,0 0,0 0,24 0,-24 24,24-24,0 0,-24 0,24 0,-24 0,0 0,23-24,-23 24,0-48,0 0,0 0,0-24,-23 0,23 0,0 0,0 0,0 0,-24 0,24 0,0 0,0 1,0-1,0 24,0 0,0 0,0 0,24 24,-24-24,0 0,23 24,1 0,0 0,0 0,0 0,0 0,24 0,0 0,0 0,0 0,24 0,168-48,-217 48,1 0,0 0,-48 24</inkml:trace>
          <inkml:trace contextRef="#ctx0" brushRef="#br0" timeOffset="88856.33">4229 7332,'96'0,"-48"0,0 0,-24 0,0 0,0 0,-24 24,0 0,0 0,-24 0,-24 0,24 0,24 0,-24 0,24 0,0 0,0 0,24-24,0 24,24-24,0 0,0 0,0-24,-1 0,-23 24,0-24,0 0</inkml:trace>
        </inkml:traceGroup>
        <inkml:traceGroup>
          <inkml:annotationXML>
            <emma:emma xmlns:emma="http://www.w3.org/2003/04/emma" version="1.0">
              <emma:interpretation id="{EFF73C89-F8D5-49B9-AA48-C5DD4E33FA08}" emma:medium="tactile" emma:mode="ink">
                <msink:context xmlns:msink="http://schemas.microsoft.com/ink/2010/main" type="inkWord" rotatedBoundingBox="22317,8391 23367,8489 23304,9167 22254,9069"/>
              </emma:interpretation>
              <emma:one-of disjunction-type="recognition" id="oneOf17">
                <emma:interpretation id="interp85" emma:lang="id-ID" emma:confidence="0.5">
                  <emma:literal>r</emma:literal>
                </emma:interpretation>
                <emma:interpretation id="interp86" emma:lang="id-ID" emma:confidence="0">
                  <emma:literal>4</emma:literal>
                </emma:interpretation>
                <emma:interpretation id="interp87" emma:lang="id-ID" emma:confidence="0">
                  <emma:literal>a</emma:literal>
                </emma:interpretation>
                <emma:interpretation id="interp88" emma:lang="id-ID" emma:confidence="0">
                  <emma:literal>A</emma:literal>
                </emma:interpretation>
                <emma:interpretation id="interp89" emma:lang="id-ID" emma:confidence="0">
                  <emma:literal>5</emma:literal>
                </emma:interpretation>
              </emma:one-of>
            </emma:emma>
          </inkml:annotationXML>
          <inkml:trace contextRef="#ctx0" brushRef="#br0" timeOffset="104082.68">7081 7716,'48'168,"-48"-120,24-1,-24-23,23 0,-23 0,24-143,-24 47,0 24,0 0,0 0,0 0,0 0,-24 0,24 24,0 0,0 0,0 0,24 24,0 0,24 0,-24 0,24 0,24 0,-24 0,0 0,0 0,0 0,0 0,0-24,-24 24,24-24,-25 24,1 0</inkml:trace>
          <inkml:trace contextRef="#ctx0" brushRef="#br0" timeOffset="104598.57">7512 7788,'24'-72,"0"72,24 0,0 0,0 0,-24 0,24 0,-25 0,1 24,-24 0,0 0,0 0,-24 0,1 0,-1 0,0 0,0 0,24 0,0-1,0 1,0 0,48-24,-1 0,1 0,-24-24,24 0,0-23,-24 23,24-24,-24 24,24 0,-24-24</inkml:trace>
        </inkml:traceGroup>
      </inkml:traceGroup>
    </inkml:traceGroup>
    <inkml:traceGroup>
      <inkml:annotationXML>
        <emma:emma xmlns:emma="http://www.w3.org/2003/04/emma" version="1.0">
          <emma:interpretation id="{4D0C75BA-AA1A-4608-9D1A-6EDEB24A6706}" emma:medium="tactile" emma:mode="ink">
            <msink:context xmlns:msink="http://schemas.microsoft.com/ink/2010/main" type="paragraph" rotatedBoundingBox="15630,9918 19233,10293 19135,11237 15532,108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B5B2D4-6D75-414D-8091-EB2C7704643F}" emma:medium="tactile" emma:mode="ink">
              <msink:context xmlns:msink="http://schemas.microsoft.com/ink/2010/main" type="line" rotatedBoundingBox="15630,9918 19233,10293 19135,11237 15532,10862"/>
            </emma:interpretation>
          </emma:emma>
        </inkml:annotationXML>
        <inkml:traceGroup>
          <inkml:annotationXML>
            <emma:emma xmlns:emma="http://www.w3.org/2003/04/emma" version="1.0">
              <emma:interpretation id="{27709ACB-6046-4772-8F28-5B79FC4BADD2}" emma:medium="tactile" emma:mode="ink">
                <msink:context xmlns:msink="http://schemas.microsoft.com/ink/2010/main" type="inkWord" rotatedBoundingBox="15630,9918 19233,10293 19135,11237 15532,10862"/>
              </emma:interpretation>
              <emma:one-of disjunction-type="recognition" id="oneOf18">
                <emma:interpretation id="interp90" emma:lang="id-ID" emma:confidence="0.5">
                  <emma:literal>Vm:16</emma:literal>
                </emma:interpretation>
                <emma:interpretation id="interp91" emma:lang="id-ID" emma:confidence="0.5">
                  <emma:literal>Um: 16</emma:literal>
                </emma:interpretation>
                <emma:interpretation id="interp92" emma:lang="id-ID" emma:confidence="0">
                  <emma:literal>Vm=16</emma:literal>
                </emma:interpretation>
                <emma:interpretation id="interp93" emma:lang="id-ID" emma:confidence="0">
                  <emma:literal>Vm: 16</emma:literal>
                </emma:interpretation>
                <emma:interpretation id="interp94" emma:lang="id-ID" emma:confidence="0">
                  <emma:literal>Ninik</emma:literal>
                </emma:interpretation>
              </emma:one-of>
            </emma:emma>
          </inkml:annotationXML>
          <inkml:trace contextRef="#ctx0" brushRef="#br0" timeOffset="-65619.79">2552 9561,'0'-24,"24"24,0 0,0 0,0 0,0 0,0 24,-24 0</inkml:trace>
          <inkml:trace contextRef="#ctx0" brushRef="#br0" timeOffset="-65380.26">2528 9944,'120'0,"-96"0,0 0,-1 24,1-24</inkml:trace>
          <inkml:trace contextRef="#ctx0" brushRef="#br0" timeOffset="-169849.19">467 9058,'-48'-96,"48"144,0 0,0 0,24 24,0 23,24 1,-24 24,24-24,-24-24,0 24,24-48,-24 0,-24-25,24-23,0-23,-24-25,24-24,0-24,-24 0,23 24,-23-24,0 48,24-24,-24 25,0 23,24 0</inkml:trace>
          <inkml:trace contextRef="#ctx0" brushRef="#br0" timeOffset="-169256.65">1162 9417,'24'120,"-24"-72,0-24,0 0,24 0,-24 0,24-48,-24-24,24-24,0 24,0 0,24 24,-24 0,0 24,0 0,-1 24,-23 24,0 0,0 24,0-48,0 48,24-72,-24-24,48-24,-24 0,24 24,0 0,0 0,0 24,0 0,-24 0,0 0,0 24,-24 0,0 24,0 24,0-24,0-24</inkml:trace>
          <inkml:trace contextRef="#ctx0" brushRef="#br0" timeOffset="-64914.39">3271 9369,'0'-24,"0"72,0 0,0 0,0 24,0 24,0-24,-24 0,24-1,0-23,0-24</inkml:trace>
          <inkml:trace contextRef="#ctx0" brushRef="#br0" timeOffset="-64456.82">3894 9249,'-120'312,"120"-216,0-24,0 0,24-24,0-1,0-23,0 0,0-24,0 0,0-24,0-24,-24 25,0-25,0 0,0 24,-24 24,-24 0,0 0,0 0,-24 48,24 0,-24 23</inkml:trace>
        </inkml:traceGroup>
      </inkml:traceGroup>
    </inkml:traceGroup>
    <inkml:traceGroup>
      <inkml:annotationXML>
        <emma:emma xmlns:emma="http://www.w3.org/2003/04/emma" version="1.0">
          <emma:interpretation id="{5398FBCA-F730-40F6-9201-7FD671F37FA8}" emma:medium="tactile" emma:mode="ink">
            <msink:context xmlns:msink="http://schemas.microsoft.com/ink/2010/main" type="paragraph" rotatedBoundingBox="15719,12002 25903,12064 25888,14527 15704,144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A036EF4-7372-4422-8C51-3D52D331A83F}" emma:medium="tactile" emma:mode="ink">
              <msink:context xmlns:msink="http://schemas.microsoft.com/ink/2010/main" type="line" rotatedBoundingBox="15719,12002 25903,12064 25896,13275 15712,13213"/>
            </emma:interpretation>
          </emma:emma>
        </inkml:annotationXML>
        <inkml:traceGroup>
          <inkml:annotationXML>
            <emma:emma xmlns:emma="http://www.w3.org/2003/04/emma" version="1.0">
              <emma:interpretation id="{C25B5205-71A1-4248-91B1-05BC28CE4832}" emma:medium="tactile" emma:mode="ink">
                <msink:context xmlns:msink="http://schemas.microsoft.com/ink/2010/main" type="inkWord" rotatedBoundingBox="15719,12002 17881,12015 17875,13083 15713,13070"/>
              </emma:interpretation>
              <emma:one-of disjunction-type="recognition" id="oneOf19">
                <emma:interpretation id="interp95" emma:lang="id-ID" emma:confidence="0.5">
                  <emma:literal>Vrms</emma:literal>
                </emma:interpretation>
                <emma:interpretation id="interp96" emma:lang="id-ID" emma:confidence="0">
                  <emma:literal>Urms</emma:literal>
                </emma:interpretation>
                <emma:interpretation id="interp97" emma:lang="id-ID" emma:confidence="0">
                  <emma:literal>Wrms</emma:literal>
                </emma:interpretation>
                <emma:interpretation id="interp98" emma:lang="id-ID" emma:confidence="0">
                  <emma:literal>Vernis</emma:literal>
                </emma:interpretation>
                <emma:interpretation id="interp99" emma:lang="id-ID" emma:confidence="0">
                  <emma:literal>Veris</emma:literal>
                </emma:interpretation>
              </emma:one-of>
            </emma:emma>
          </inkml:annotationXML>
          <inkml:trace contextRef="#ctx0" brushRef="#br0" timeOffset="-63452.47">515 11095,'0'167,"24"-95,24 24,-24 0,0-24,0 24,0-48,24-1,-48 1,24-24,0-24,0 0,-24-24,23-24,1-23,0-1,0 0,0-24,0 0,0 0,-24 0,24 25,-24 23,0 0,0 0,0 72</inkml:trace>
          <inkml:trace contextRef="#ctx0" brushRef="#br0" timeOffset="-63048.39">1234 11478,'48'168,"-24"-120,0 0,-24-1,24-23,-24-167,0 95,0 0,0 24,0 0,0 0,24 24,0 0,0 0,-1 24,1 0,-24 0</inkml:trace>
          <inkml:trace contextRef="#ctx0" brushRef="#br0" timeOffset="-62544.15">1737 11502,'0'168,"0"-144,-24 0,24 0,0 0,0-48,24 0,-24-24,24 24,0 0,0 0,-24 0,24 24,0 24,-24 0,0 0,0 0,0 0,0 0,24-24,144-72,-144 72,-1 0,1 0,-24 24,0 0,0 24,-24-1,24-23,-23 0</inkml:trace>
          <inkml:trace contextRef="#ctx0" brushRef="#br0" timeOffset="-62140.71">2480 11574,'-96'-72,"72"96,24 24,0 0,0 0,24-24,24 24,0-24,0-1,0 1,-24-24,24 24,-24 0,-24 0,0 0,0 0,-24 0,-24-24,24 24,0 0,0 0,24 0</inkml:trace>
        </inkml:traceGroup>
        <inkml:traceGroup>
          <inkml:annotationXML>
            <emma:emma xmlns:emma="http://www.w3.org/2003/04/emma" version="1.0">
              <emma:interpretation id="{42923ACD-64D2-48E1-AFF9-DA8B9B1DF351}" emma:medium="tactile" emma:mode="ink">
                <msink:context xmlns:msink="http://schemas.microsoft.com/ink/2010/main" type="inkWord" rotatedBoundingBox="18666,12482 19099,12485 19097,12796 18664,12793"/>
              </emma:interpretation>
              <emma:one-of disjunction-type="recognition" id="oneOf20">
                <emma:interpretation id="interp100" emma:lang="id-ID" emma:confidence="0.5">
                  <emma:literal>=</emma:literal>
                </emma:interpretation>
                <emma:interpretation id="interp101" emma:lang="id-ID" emma:confidence="0">
                  <emma:literal>1</emma:literal>
                </emma:interpretation>
                <emma:interpretation id="interp102" emma:lang="id-ID" emma:confidence="0">
                  <emma:literal>I</emma:literal>
                </emma:interpretation>
                <emma:interpretation id="interp103" emma:lang="id-ID" emma:confidence="0">
                  <emma:literal>l</emma:literal>
                </emma:interpretation>
                <emma:interpretation id="interp104" emma:lang="id-ID" emma:confidence="0">
                  <emma:literal>?</emma:literal>
                </emma:interpretation>
              </emma:one-of>
            </emma:emma>
          </inkml:annotationXML>
          <inkml:trace contextRef="#ctx0" brushRef="#br0" timeOffset="-61728.4">3462 11502,'120'-24,"-72"0,-24 24,0 0,0 0,-24 24,0 0,0 0</inkml:trace>
          <inkml:trace contextRef="#ctx0" brushRef="#br0" timeOffset="-61599.25">3630 11742,'192'24,"-168"-24,24 0</inkml:trace>
        </inkml:traceGroup>
        <inkml:traceGroup>
          <inkml:annotationXML>
            <emma:emma xmlns:emma="http://www.w3.org/2003/04/emma" version="1.0">
              <emma:interpretation id="{EE57243F-4A8D-4421-A5AC-A49C455B6965}" emma:medium="tactile" emma:mode="ink">
                <msink:context xmlns:msink="http://schemas.microsoft.com/ink/2010/main" type="inkWord" rotatedBoundingBox="19965,12121 21068,12128 21062,13041 19960,13035"/>
              </emma:interpretation>
              <emma:one-of disjunction-type="recognition" id="oneOf21">
                <emma:interpretation id="interp105" emma:lang="id-ID" emma:confidence="0.5">
                  <emma:literal>16</emma:literal>
                </emma:interpretation>
                <emma:interpretation id="interp106" emma:lang="id-ID" emma:confidence="0">
                  <emma:literal>66</emma:literal>
                </emma:interpretation>
                <emma:interpretation id="interp107" emma:lang="id-ID" emma:confidence="0">
                  <emma:literal>6</emma:literal>
                </emma:interpretation>
                <emma:interpretation id="interp108" emma:lang="id-ID" emma:confidence="0">
                  <emma:literal>Itu</emma:literal>
                </emma:interpretation>
                <emma:interpretation id="interp109" emma:lang="id-ID" emma:confidence="0">
                  <emma:literal>itu</emma:literal>
                </emma:interpretation>
              </emma:one-of>
            </emma:emma>
          </inkml:annotationXML>
          <inkml:trace contextRef="#ctx0" brushRef="#br0" timeOffset="-60744.37">4804 11214,'0'24,"0"0,0 24,24 24,-24-24,0 24,0-24,0 0,24 0,-24 0,0-24,24-24,0-24</inkml:trace>
          <inkml:trace contextRef="#ctx0" brushRef="#br0" timeOffset="-60310.53">5355 11095,'-72'119,"48"-71,24 0,0 24,-23 0,23-24,0 0,23 0,1 0,0-24,0-24,24 24,-24-24,0 0,0 0,0-24,0 0,-24 0,24-24,-24 24,0 0,0 0,0 0,-24 24,0 0,0 0,0 24,0 24,0-24,0 0</inkml:trace>
          <inkml:trace contextRef="#ctx0" brushRef="#br0" timeOffset="-59867.57">4756 12005,'168'0,"-72"0,-24 0,24 0,-1 0,1 0,0-24,-24 24,24-24,-24 24,-24 0,0 0,-24 0,0 0,-24-24,-24 24</inkml:trace>
        </inkml:traceGroup>
        <inkml:traceGroup>
          <inkml:annotationXML>
            <emma:emma xmlns:emma="http://www.w3.org/2003/04/emma" version="1.0">
              <emma:interpretation id="{CEB44CD4-396C-4273-B23F-64BCD3B6469D}" emma:medium="tactile" emma:mode="ink">
                <msink:context xmlns:msink="http://schemas.microsoft.com/ink/2010/main" type="inkWord" rotatedBoundingBox="21662,12984 22118,12987 22116,13252 21660,13250"/>
              </emma:interpretation>
              <emma:one-of disjunction-type="recognition" id="oneOf22">
                <emma:interpretation id="interp110" emma:lang="id-ID" emma:confidence="0.5">
                  <emma:literal>=</emma:literal>
                </emma:interpretation>
                <emma:interpretation id="interp111" emma:lang="id-ID" emma:confidence="0">
                  <emma:literal>I</emma:literal>
                </emma:interpretation>
                <emma:interpretation id="interp112" emma:lang="id-ID" emma:confidence="0">
                  <emma:literal>t</emma:literal>
                </emma:interpretation>
                <emma:interpretation id="interp113" emma:lang="id-ID" emma:confidence="0">
                  <emma:literal>i</emma:literal>
                </emma:interpretation>
                <emma:interpretation id="interp114" emma:lang="id-ID" emma:confidence="0">
                  <emma:literal>--</emma:literal>
                </emma:interpretation>
              </emma:one-of>
            </emma:emma>
          </inkml:annotationXML>
          <inkml:trace contextRef="#ctx0" brushRef="#br0" timeOffset="-49840.77">6458 11957,'191'0,"-143"0,0 0,0 0,-24 0,0 0,0 0</inkml:trace>
          <inkml:trace contextRef="#ctx0" brushRef="#br0" timeOffset="-49622.6">6601 12221,'168'-24,"-144"24,0 0,24 0,-24 0,0 0</inkml:trace>
        </inkml:traceGroup>
        <inkml:traceGroup>
          <inkml:annotationXML>
            <emma:emma xmlns:emma="http://www.w3.org/2003/04/emma" version="1.0">
              <emma:interpretation id="{9B66725C-2B40-4D76-A782-92C90064C620}" emma:medium="tactile" emma:mode="ink">
                <msink:context xmlns:msink="http://schemas.microsoft.com/ink/2010/main" type="inkWord" rotatedBoundingBox="22742,12330 24781,12342 24775,13257 22736,13244"/>
              </emma:interpretation>
              <emma:one-of disjunction-type="recognition" id="oneOf23">
                <emma:interpretation id="interp115" emma:lang="id-ID" emma:confidence="0.5">
                  <emma:literal>11,31</emma:literal>
                </emma:interpretation>
                <emma:interpretation id="interp116" emma:lang="id-ID" emma:confidence="0">
                  <emma:literal>11.31</emma:literal>
                </emma:interpretation>
                <emma:interpretation id="interp117" emma:lang="id-ID" emma:confidence="0">
                  <emma:literal>11,3)</emma:literal>
                </emma:interpretation>
                <emma:interpretation id="interp118" emma:lang="id-ID" emma:confidence="0">
                  <emma:literal>"1,31</emma:literal>
                </emma:interpretation>
                <emma:interpretation id="interp119" emma:lang="id-ID" emma:confidence="0">
                  <emma:literal>"1.31</emma:literal>
                </emma:interpretation>
              </emma:one-of>
            </emma:emma>
          </inkml:annotationXML>
          <inkml:trace contextRef="#ctx0" brushRef="#br0" timeOffset="-48400.68">8566 11861,'0'48,"0"0,-24 24,24-24,0 0,-24 0,24-24,0 0,0-48,0-24</inkml:trace>
          <inkml:trace contextRef="#ctx0" brushRef="#br0" timeOffset="-47839.07">8806 11406,'168'-96,"-120"96,-24 0,-1 0,1 0,-24 24,0 0,0 0,-24 24,24-24,-23 0,-1 0,0-24,48 0,0 0,23 24,-23 0,24 0,-24 24,0-24,0 24,-24 0,0-24,0-1,0 1,-24 0,0 0,-24-24,24 0,0 0,0 0,1-24,23 0,0 0,0 1</inkml:trace>
          <inkml:trace contextRef="#ctx0" brushRef="#br0" timeOffset="-47478.72">9429 11358,'24'48,"0"-24,0 24,0 24,-24 0,24 0,-24-24,0 23,24-23,-24 0,0 0,0-24,0 0,0-48</inkml:trace>
          <inkml:trace contextRef="#ctx0" brushRef="#br0" timeOffset="-49262.42">7536 11646,'24'48,"-24"0,24-1,-24 1,0 0,24 0,-24 0,0-24,0 0</inkml:trace>
          <inkml:trace contextRef="#ctx0" brushRef="#br0" timeOffset="-48992.37">7919 11454,'0'192,"24"-120,-24-24,24 23,-24-23,0 0,24-24,-24 24,0-24</inkml:trace>
        </inkml:traceGroup>
        <inkml:traceGroup>
          <inkml:annotationXML>
            <emma:emma xmlns:emma="http://www.w3.org/2003/04/emma" version="1.0">
              <emma:interpretation id="{45A7B0B6-228C-4E6E-B911-8896FF899F8A}" emma:medium="tactile" emma:mode="ink">
                <msink:context xmlns:msink="http://schemas.microsoft.com/ink/2010/main" type="inkWord" rotatedBoundingBox="25497,12146 25903,12149 25898,12868 25492,12865"/>
              </emma:interpretation>
              <emma:one-of disjunction-type="recognition" id="oneOf24">
                <emma:interpretation id="interp120" emma:lang="id-ID" emma:confidence="0.5">
                  <emma:literal>V</emma:literal>
                </emma:interpretation>
                <emma:interpretation id="interp121" emma:lang="id-ID" emma:confidence="0">
                  <emma:literal>v</emma:literal>
                </emma:interpretation>
                <emma:interpretation id="interp122" emma:lang="id-ID" emma:confidence="0">
                  <emma:literal>U</emma:literal>
                </emma:interpretation>
                <emma:interpretation id="interp123" emma:lang="id-ID" emma:confidence="0">
                  <emma:literal>u</emma:literal>
                </emma:interpretation>
                <emma:interpretation id="interp124" emma:lang="id-ID" emma:confidence="0">
                  <emma:literal>H</emma:literal>
                </emma:interpretation>
              </emma:one-of>
            </emma:emma>
          </inkml:annotationXML>
          <inkml:trace contextRef="#ctx0" brushRef="#br0" timeOffset="-45356.34">10316 11358,'0'-24,"0"0,-24 24,24 24,0 24,24 0,-1 24,1-24,0 24,0 0,0-24,0-24,0-1,0 1,-24 0,24-24,-24-24,24 0,0-23,-24-25,24 0,0-24,0 0,0 0,-24 24,24 0,-24 48,0 1,0 46,-24 25</inkml:trace>
        </inkml:traceGroup>
      </inkml:traceGroup>
      <inkml:traceGroup>
        <inkml:annotationXML>
          <emma:emma xmlns:emma="http://www.w3.org/2003/04/emma" version="1.0">
            <emma:interpretation id="{10AE3BF5-D1F8-4D9F-90D0-32D978277A79}" emma:medium="tactile" emma:mode="ink">
              <msink:context xmlns:msink="http://schemas.microsoft.com/ink/2010/main" type="line" rotatedBoundingBox="20292,13546 21238,14142 20814,14815 19868,14218"/>
            </emma:interpretation>
          </emma:emma>
        </inkml:annotationXML>
        <inkml:traceGroup>
          <inkml:annotationXML>
            <emma:emma xmlns:emma="http://www.w3.org/2003/04/emma" version="1.0">
              <emma:interpretation id="{EF62CBDC-3F6A-441D-A890-60C279F9AACB}" emma:medium="tactile" emma:mode="ink">
                <msink:context xmlns:msink="http://schemas.microsoft.com/ink/2010/main" type="inkWord" rotatedBoundingBox="20292,13546 21238,14142 20814,14815 19868,14218"/>
              </emma:interpretation>
              <emma:one-of disjunction-type="recognition" id="oneOf25">
                <emma:interpretation id="interp125" emma:lang="id-ID" emma:confidence="0.5">
                  <emma:literal>Ben</emma:literal>
                </emma:interpretation>
                <emma:interpretation id="interp126" emma:lang="id-ID" emma:confidence="0">
                  <emma:literal>pen</emma:literal>
                </emma:interpretation>
                <emma:interpretation id="interp127" emma:lang="id-ID" emma:confidence="0">
                  <emma:literal>pei</emma:literal>
                </emma:interpretation>
                <emma:interpretation id="interp128" emma:lang="id-ID" emma:confidence="0">
                  <emma:literal>Peu</emma:literal>
                </emma:interpretation>
                <emma:interpretation id="interp129" emma:lang="id-ID" emma:confidence="0">
                  <emma:literal>Bee</emma:literal>
                </emma:interpretation>
              </emma:one-of>
            </emma:emma>
          </inkml:annotationXML>
          <inkml:trace contextRef="#ctx0" brushRef="#br0" timeOffset="-59209.4">4852 12892,'72'191,"-48"-119,0 0,0-24,0 0,0 0,-24-24,24 0,-24 0,24-24,-24-24,0-24,0-24,-24 24,0-24,0 0,24 1,-24 23,0 0,0 0,24 24,0 0,0 0,24 24,0 0,0 0,24 0,24 0,-24 0,0 0,23 0,-23 0,0 0,0 0,-24 0,0 0,0 0,0 0,0 0</inkml:trace>
          <inkml:trace contextRef="#ctx0" brushRef="#br0" timeOffset="-58674.4">5259 13107,'192'0,"-144"0,0 0,-24 0,0 24,-24 0,0 0,-24 0,0-24,0 24,24 0,-24-24,24 24,0 0,0 24,24-24,0 0,0 0,24 0,-24-24,24 24,-24-24,24 0,-24 0,0 0</inkml:trace>
        </inkml:traceGroup>
      </inkml:traceGroup>
    </inkml:traceGroup>
    <inkml:traceGroup>
      <inkml:annotationXML>
        <emma:emma xmlns:emma="http://www.w3.org/2003/04/emma" version="1.0">
          <emma:interpretation id="{D75DC3B3-F8F9-4794-9614-FF97A356B475}" emma:medium="tactile" emma:mode="ink">
            <msink:context xmlns:msink="http://schemas.microsoft.com/ink/2010/main" type="paragraph" rotatedBoundingBox="16118,14716 22935,14994 22894,16013 16076,157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2A4791E-A132-4865-940B-866CFEA28C12}" emma:medium="tactile" emma:mode="ink">
              <msink:context xmlns:msink="http://schemas.microsoft.com/ink/2010/main" type="line" rotatedBoundingBox="16118,14716 22935,14994 22894,16013 16076,15735"/>
            </emma:interpretation>
          </emma:emma>
        </inkml:annotationXML>
        <inkml:traceGroup>
          <inkml:annotationXML>
            <emma:emma xmlns:emma="http://www.w3.org/2003/04/emma" version="1.0">
              <emma:interpretation id="{BCD08B38-CDC9-4BED-9B89-E5E240CB0970}" emma:medium="tactile" emma:mode="ink">
                <msink:context xmlns:msink="http://schemas.microsoft.com/ink/2010/main" type="inkWord" rotatedBoundingBox="16118,14716 22935,14994 22894,16013 16076,15735"/>
              </emma:interpretation>
              <emma:one-of disjunction-type="recognition" id="oneOf26">
                <emma:interpretation id="interp130" emma:lang="id-ID" emma:confidence="0.5">
                  <emma:literal>S--Vrms.l'rms</emma:literal>
                </emma:interpretation>
                <emma:interpretation id="interp131" emma:lang="id-ID" emma:confidence="0">
                  <emma:literal>S--Vrms.1'rms</emma:literal>
                </emma:interpretation>
                <emma:interpretation id="interp132" emma:lang="id-ID" emma:confidence="0">
                  <emma:literal>St-vermiselimu</emma:literal>
                </emma:interpretation>
                <emma:interpretation id="interp133" emma:lang="id-ID" emma:confidence="0">
                  <emma:literal>St-dermismu</emma:literal>
                </emma:interpretation>
                <emma:interpretation id="interp134" emma:lang="id-ID" emma:confidence="0">
                  <emma:literal>Sr-vermiselimu</emma:literal>
                </emma:interpretation>
              </emma:one-of>
            </emma:emma>
          </inkml:annotationXML>
          <inkml:trace contextRef="#ctx0" brushRef="#br0" timeOffset="7989.27">2600 14066,'-24'-48,"24"72,24 48,24-24,0 48,-1-1,1-23,24 0,-48 0,0-48,0 0,0 0,0-48,-24-24,24-48,-24 24,0-23,24-1,-24-72,0 120,0 0,0 0,-24 48,24 24,0 24</inkml:trace>
          <inkml:trace contextRef="#ctx0" brushRef="#br0" timeOffset="8363.64">3343 14401,'23'192,"1"-168,-24 24,24-24,-24 0,0-72,0 0,0 0,-24 0,24 0,0 24,0 0,0 0,0 0,48 24,-24 0,24 0,0 24,-24-24</inkml:trace>
          <inkml:trace contextRef="#ctx0" brushRef="#br0" timeOffset="8895.17">3822 14401,'24'168,"-24"-144,24 0,-24 0,0-48,0 0,24-24,-24 0,24 0,-24 24,24 0,0 24,-1 0,1 24,-24 0,0 0,0 0,24 0,-24 0,24-24,-24-24,24 0,0 0,0 24,0 0,24 0,-24 0,0 24,-24 48,24-24,-24 0,0 24,0-48,24 24</inkml:trace>
          <inkml:trace contextRef="#ctx0" brushRef="#br0" timeOffset="9293.15">4541 14425,'-96'-48,"72"72,24 0,0 0,0 0,0 0,24 0,0 0,0 0,0 0,24 0,-24 0,0-24,-1 24,1-24,-24 24,0 0,0 0,0 0,0 24,-24-24,1 0,-1-24</inkml:trace>
          <inkml:trace contextRef="#ctx0" brushRef="#br0" timeOffset="5971.24">1258 13970,'-192'-24,"144"24,24 0,0 24,0 0,0 0,24 0,0 0,-24 0,24 0,24 0,24 0,24 0,0 0,0 0,0-24,0 24,-24-24,0 24,-48 0,0-1,0 1,-48 24,0-24,0 0,24-24,-24 24,24-24,0 0,0 0,48-48</inkml:trace>
          <inkml:trace contextRef="#ctx0" brushRef="#br0" timeOffset="6270.65">1689 14090,'72'48,"-24"-48,0 24,-24 0,0-24,-24 24,0 0,0 0</inkml:trace>
          <inkml:trace contextRef="#ctx0" brushRef="#br0" timeOffset="6445.66">1785 14329,'144'0,"-120"0,24 0</inkml:trace>
          <inkml:trace contextRef="#ctx0" brushRef="#br0" timeOffset="10381.21">5164 14761,'-24'-24,"24"0,24 0,24 0</inkml:trace>
          <inkml:trace contextRef="#ctx0" brushRef="#br0" timeOffset="11071.45">5691 14162,'0'-48,"0"24,0 0,0 0,0 0,0 48,0 0,0 0,0 0,0 0,24 24,0 24,-24-1,24 1,-24 0,24 24,-24-24,0-24,0 0,0-24,24-24,-24 24</inkml:trace>
          <inkml:trace contextRef="#ctx0" brushRef="#br0" timeOffset="24225.42">6098 13946,'0'-24,"0"0,0 48,0 0,0 0,0 24,0-24,0 0,0 0,0 0,0 0,-24-24</inkml:trace>
          <inkml:trace contextRef="#ctx0" brushRef="#br0" timeOffset="26856.72">6553 14377,'24'168,"-24"-144,0 0,0 0,-24-24,0-24,24 0,-23 0,23 0,0-24,0 24,0 0,0 0,23 24,1 0,24 0,-24 0,24-24,-24 24,0 0</inkml:trace>
          <inkml:trace contextRef="#ctx0" brushRef="#br0" timeOffset="27414.55">6913 14401,'24'192,"-24"-168,0 0,0 0,0-72,24 24,-24 0,24-24,0 48,-24-24,24 24,-24-24,24 24,-24 24,0 0,0 0,0 0,24 0,0-48,0-24,0 24,47-24,-47 72,-24 0,0 0,0 24,0 0,0 0,0-24</inkml:trace>
          <inkml:trace contextRef="#ctx0" brushRef="#br0" timeOffset="27781.61">7632 14401,'-144'-72,"120"72,0 24,24 0,0 0,0 24,0-24,0 0,48 0,-24 0,24-24,0 24,0-24,-24 24,0-24,-24 24,0 0,-48 0,24 0,-24 0,24 0,0-24,0 24,24 0</inkml:trace>
        </inkml:traceGroup>
      </inkml:traceGroup>
    </inkml:traceGroup>
    <inkml:traceGroup>
      <inkml:annotationXML>
        <emma:emma xmlns:emma="http://www.w3.org/2003/04/emma" version="1.0">
          <emma:interpretation id="{C3028FEA-F9BD-486E-84DE-7B4B246226A4}" emma:medium="tactile" emma:mode="ink">
            <msink:context xmlns:msink="http://schemas.microsoft.com/ink/2010/main" type="paragraph" rotatedBoundingBox="17109,16606 31116,15701 31187,16804 17180,1770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DBAF431-3632-4DD4-9DA7-8BE6C5CD15CA}" emma:medium="tactile" emma:mode="ink">
              <msink:context xmlns:msink="http://schemas.microsoft.com/ink/2010/main" type="line" rotatedBoundingBox="17109,16606 31116,15701 31187,16804 17180,17708"/>
            </emma:interpretation>
          </emma:emma>
        </inkml:annotationXML>
        <inkml:traceGroup>
          <inkml:annotationXML>
            <emma:emma xmlns:emma="http://www.w3.org/2003/04/emma" version="1.0">
              <emma:interpretation id="{62B8D37C-29F1-4CC9-87B5-BBF5590CC040}" emma:medium="tactile" emma:mode="ink">
                <msink:context xmlns:msink="http://schemas.microsoft.com/ink/2010/main" type="inkWord" rotatedBoundingBox="21067,16624 23380,16474 23428,17226 21116,17376"/>
              </emma:interpretation>
              <emma:one-of disjunction-type="recognition" id="oneOf27">
                <emma:interpretation id="interp135" emma:lang="id-ID" emma:confidence="0.5">
                  <emma:literal>*1,34450.</emma:literal>
                </emma:interpretation>
                <emma:interpretation id="interp136" emma:lang="id-ID" emma:confidence="0">
                  <emma:literal>*1,340450.</emma:literal>
                </emma:interpretation>
                <emma:interpretation id="interp137" emma:lang="id-ID" emma:confidence="0">
                  <emma:literal>*1,3450.</emma:literal>
                </emma:interpretation>
                <emma:interpretation id="interp138" emma:lang="id-ID" emma:confidence="0">
                  <emma:literal>"'11,31245:</emma:literal>
                </emma:interpretation>
                <emma:interpretation id="interp139" emma:lang="id-ID" emma:confidence="0">
                  <emma:literal>'"11,31245:</emma:literal>
                </emma:interpretation>
              </emma:one-of>
            </emma:emma>
          </inkml:annotationXML>
          <inkml:trace contextRef="#ctx0" brushRef="#br0" timeOffset="63441.18">6146 15576,'0'23,"0"25,-24 0,0 24,0-24,0 24,0 0,-24 0,48-24,-24 0,0-24,24 0,0 0,-24-1,24 1,72-24,0 0,-24 0,0-24,0 24,0-23,0-1,-24 24,0 0,-24-24,24 24,0 0</inkml:trace>
          <inkml:trace contextRef="#ctx0" brushRef="#br0" timeOffset="63942.88">6673 15767,'0'-24,"0"72,0-24,0 24,0-24,-24 24,24-24,0 0,0 24,24-24,0-24,0 0,120-96,-120 72,-24 0</inkml:trace>
          <inkml:trace contextRef="#ctx0" brushRef="#br0" timeOffset="64214.47">6913 15815,'0'96,"24"-48,-24 0,24 0,-24 0,0-24,24 24,-24-24,0-1,0 1,24-24,0 0</inkml:trace>
          <inkml:trace contextRef="#ctx0" brushRef="#br0" timeOffset="64611.08">7200 15839,'0'96,"0"-72,0 0,48-24,-24 0,24 0,0 0,0 0,-24 24,24 0,-24 0,-24 0,0 0,0 24,0-24,0 0,-24-1,0 1,-24-24,24 0,0-24</inkml:trace>
          <inkml:trace contextRef="#ctx0" brushRef="#br0" timeOffset="64778.26">7224 15815,'168'-72,"-120"72,-24 0,0 24,0 0,-24 0</inkml:trace>
          <inkml:trace contextRef="#ctx0" brushRef="#br0" timeOffset="66260.54">8111 15576,'-72'-24,"48"24,24 24,0-1,0 1,0 0,0 0,24 0,-24 0,24-24,0 0,0 0,24 0,-24-48,-24 24,0-24,0 25,0-1,-24 24,-24-24,0 24,0 0,24 24,-24 0,24 23,24 1,0-24</inkml:trace>
          <inkml:trace contextRef="#ctx0" brushRef="#br0" timeOffset="56325.35">1905 15576,'168'47,"-145"-23,1-24,-24 48,24-48,-24 24</inkml:trace>
          <inkml:trace contextRef="#ctx0" brushRef="#br0" timeOffset="56489.06">2001 15839,'95'120,"-47"-96,0-24,0 0,-24 0</inkml:trace>
          <inkml:trace contextRef="#ctx0" brushRef="#br0" timeOffset="58365.37">3127 15863,'0'-24,"0"48,0 24,24 0,0 24,-24-24,24 24,0-24,-24-1,0-23,24 0</inkml:trace>
          <inkml:trace contextRef="#ctx0" brushRef="#br0" timeOffset="58755.28">3558 15695,'96'120,"-72"-72,-24 0,0 0,0 0,0 0,0-24,0 24,0-24,0 24,0-25,24 1</inkml:trace>
          <inkml:trace contextRef="#ctx0" brushRef="#br0" timeOffset="59474.36">4109 16103,'0'96,"0"-49,0-23,-24 24,24 0,0-24</inkml:trace>
          <inkml:trace contextRef="#ctx0" brushRef="#br0" timeOffset="61997.2">4565 15791,'-72'-24,"72"0,24 0,0 24,24 0,-1 0,-23 0,0 0,-24 24,24-24,-24 24,0 0,0 0,0 24,0-24,-24 0,24 0,-24-24,48 24,0 0,0 0,24 24,-24-24,-24 24,0 0,0-1,0 1,0 0,0-24,-24-24,0 0,0 0,0 0,0 0,24-24</inkml:trace>
          <inkml:trace contextRef="#ctx0" brushRef="#br0" timeOffset="62309.56">5020 15767,'24'48,"24"0,-24 24,0 0,0 0,-24 0,24-24,-24-1,0-23,24 0,0-48</inkml:trace>
          <inkml:trace contextRef="#ctx0" brushRef="#br0" timeOffset="67229.04">8758 16175,'-72'0,"96"0,0 0</inkml:trace>
        </inkml:traceGroup>
        <inkml:traceGroup>
          <inkml:annotationXML>
            <emma:emma xmlns:emma="http://www.w3.org/2003/04/emma" version="1.0">
              <emma:interpretation id="{D48AA058-D08B-427C-9402-BD26DE383ABB}" emma:medium="tactile" emma:mode="ink">
                <msink:context xmlns:msink="http://schemas.microsoft.com/ink/2010/main" type="inkWord" rotatedBoundingBox="27214,16079 31124,15826 31181,16707 27271,16960"/>
              </emma:interpretation>
              <emma:one-of disjunction-type="recognition" id="oneOf28">
                <emma:interpretation id="interp140" emma:lang="id-ID" emma:confidence="0.5">
                  <emma:literal>1,382-39,610</emma:literal>
                </emma:interpretation>
                <emma:interpretation id="interp141" emma:lang="id-ID" emma:confidence="0.5">
                  <emma:literal>1,38 (-39,610</emma:literal>
                </emma:interpretation>
                <emma:interpretation id="interp142" emma:lang="id-ID" emma:confidence="0">
                  <emma:literal>1,382-39610</emma:literal>
                </emma:interpretation>
                <emma:interpretation id="interp143" emma:lang="id-ID" emma:confidence="0">
                  <emma:literal>1,382-391610</emma:literal>
                </emma:interpretation>
                <emma:interpretation id="interp144" emma:lang="id-ID" emma:confidence="0">
                  <emma:literal>1,38 2-39,610</emma:literal>
                </emma:interpretation>
              </emma:one-of>
            </emma:emma>
          </inkml:annotationXML>
          <inkml:trace contextRef="#ctx0" brushRef="#br0" timeOffset="73846.1">12544 15120,'0'-24,"0"48,-24 0,0 24,0 0,-24 0,24 0,-24 24,0 0,24 0,-23-1,-1 1,24-24,-24 0,24 0,24-24,-24 0,72-24,0 0,0 0,23 0,1 0,0 0,0 0,0 0,0 0,-24 0,0 0,0-24,-24 24,0 0,0 0,-1 0</inkml:trace>
          <inkml:trace contextRef="#ctx0" brushRef="#br0" timeOffset="74669.82">13191 15480,'-24'0,"72"0,0 0,0 0,0 0,-24 0,0 0,24 0,-24 0,0 0,-1 0</inkml:trace>
          <inkml:trace contextRef="#ctx0" brushRef="#br0" timeOffset="75389.17">13718 15264,'-24'-48,"48"48,0 0,24 0,-24 0,24 0,-24 0,0 0,-24 24,0 0,0 0,0 24,-24-24,0 0,0 0,24 0,-24 0,24 0,24 0,0-24,0 24,0-24,0 24,-24 0,0-1,0 1,-24 0,0 0,0-24,0 24,0-24,0 0,0 0</inkml:trace>
          <inkml:trace contextRef="#ctx0" brushRef="#br0" timeOffset="76101.24">14317 15360,'0'-72,"0"48,-24 24,0-24,0 24,-24 0,24 0,0 24,1 0,-1 24,24-24,0 0,0 24,0-24,24 0,-1-24,1 0,0 0,24-48,-24 24,0-24,-24 24,24 0,-24 0,24 48,-24 24,24 0,0-24,0 24,-24 0,0-24,0 23,0-23,0 0,-24 24,0-48,0 24,0-24,0 0,-24 0,24-24,24 0</inkml:trace>
          <inkml:trace contextRef="#ctx0" brushRef="#br0" timeOffset="76580.57">14749 15432,'-24'24,"24"0,-24 0,24 0,-24 0,0 0,24-1,-24 1,24 0</inkml:trace>
          <inkml:trace contextRef="#ctx0" brushRef="#br0" timeOffset="77181.08">15036 15120,'0'-24,"-24"48,24 24,-24-24,24 72,0-24,0-24,0 0,0 24,24-48,0 23,0-23,0 0,24 0,-24-24,0 0,0 0,0-24,0 0,-24 0,0 1,0-1,0 0,0 0,-48 0,24 24,0 0,0 0,0 0,48 24</inkml:trace>
          <inkml:trace contextRef="#ctx0" brushRef="#br0" timeOffset="77557.57">15396 15096,'23'48,"-23"0,24 0,-24 24,0 0,24-24,-24 24,0-24,0-24,24 23,-24-23,0 0,24-24</inkml:trace>
          <inkml:trace contextRef="#ctx0" brushRef="#br0" timeOffset="79903.31">15851 14857,'-96'-48,"72"48,0 48,24-24,0 0,0 0,0-1,0 1,24 0,0 0,0-24,0 0,0 0,0 0,0-24,0 0,0-23,-24 23,0 0,0 0,0 0,-48 0,24 24,0 0,-24 48,24-24,24 24,0-25</inkml:trace>
          <inkml:trace contextRef="#ctx0" brushRef="#br0" timeOffset="69427.19">9740 15336,'0'144,"0"-120,0 24,0-1,0 1,0 24,0-24,0 0,24 0,-24-24,0 0,0 0,24-24</inkml:trace>
          <inkml:trace contextRef="#ctx0" brushRef="#br0" timeOffset="69816.88">10244 15719,'0'120,"0"-72,0-24,-24 24,24-24,-24 24,24-24,-24 0,24 0,0 0,-24 0</inkml:trace>
          <inkml:trace contextRef="#ctx0" brushRef="#br0" timeOffset="70423.01">10435 15432,'168'-96,"-120"72,0 24,-24 0,0-24,0 24,-24 24,0 0,-24 24,0 0,0-24,24 0,0 0,0 0,24 0,24 0,-24-24,24 23,0-23,-24 24,-24 0,24-24,-24 48,0 24,-24-48,-24 0,24 24,0-24,0 0,0-24,0 0</inkml:trace>
          <inkml:trace contextRef="#ctx0" brushRef="#br0" timeOffset="71150.82">11322 15552,'-24'-72,"24"96,0 24,0-1,0 1,0 24,0-24,24-24,0 0,0 0,0-24,0 0,167-96,-191 72,24 0,-24 0,0 0,-24 0,1 0,-25 1,-24-1,24 0,-24 24,24-24,0 24,24 0,0-24,0 24,24-24,0 0,0 0,0-24,0 24,0 0,24-24,0 24,0 0,24 24,-24 0,24 0,-24 0,24 0,-24 48,0-24,-24 0,0 0,0 24,0-24,0 24,0-24,0 0</inkml:trace>
        </inkml:traceGroup>
      </inkml:traceGroup>
    </inkml:traceGroup>
    <inkml:traceGroup>
      <inkml:annotationXML>
        <emma:emma xmlns:emma="http://www.w3.org/2003/04/emma" version="1.0">
          <emma:interpretation id="{2E715C4D-13B5-4412-BA88-62CBED9DD758}" emma:medium="tactile" emma:mode="ink">
            <msink:context xmlns:msink="http://schemas.microsoft.com/ink/2010/main" type="paragraph" rotatedBoundingBox="17207,17741 23988,17814 23977,18865 17195,1879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B1DA0D7-BF73-4AA5-BE85-C0AB3E8B8AB1}" emma:medium="tactile" emma:mode="ink">
              <msink:context xmlns:msink="http://schemas.microsoft.com/ink/2010/main" type="line" rotatedBoundingBox="17207,17741 23988,17814 23977,18865 17195,18792"/>
            </emma:interpretation>
          </emma:emma>
        </inkml:annotationXML>
        <inkml:traceGroup>
          <inkml:annotationXML>
            <emma:emma xmlns:emma="http://www.w3.org/2003/04/emma" version="1.0">
              <emma:interpretation id="{8DB3D180-04FC-4A4C-A4CE-938CB12EBC71}" emma:medium="tactile" emma:mode="ink">
                <msink:context xmlns:msink="http://schemas.microsoft.com/ink/2010/main" type="inkWord" rotatedBoundingBox="17384,17907 17473,18305 17207,18365 17118,17966"/>
              </emma:interpretation>
              <emma:one-of disjunction-type="recognition" id="oneOf29">
                <emma:interpretation id="interp145" emma:lang="id-ID" emma:confidence="0.5">
                  <emma:literal>=</emma:literal>
                </emma:interpretation>
                <emma:interpretation id="interp146" emma:lang="id-ID" emma:confidence="0">
                  <emma:literal>[</emma:literal>
                </emma:interpretation>
                <emma:interpretation id="interp147" emma:lang="id-ID" emma:confidence="0">
                  <emma:literal>5</emma:literal>
                </emma:interpretation>
                <emma:interpretation id="interp148" emma:lang="id-ID" emma:confidence="0">
                  <emma:literal>:</emma:literal>
                </emma:interpretation>
                <emma:interpretation id="interp149" emma:lang="id-ID" emma:confidence="0">
                  <emma:literal>I</emma:literal>
                </emma:interpretation>
              </emma:one-of>
            </emma:emma>
          </inkml:annotationXML>
          <inkml:trace contextRef="#ctx0" brushRef="#br0" timeOffset="186879.04">2025 16941,'0'-24,"-24"24,48 0,0 0,23 0,-23 0,0 24,0-24,-24 24,24-24</inkml:trace>
          <inkml:trace contextRef="#ctx0" brushRef="#br0" timeOffset="187194.36">2001 17325,'48'-24,"-1"24,-23-24,0 24,0 0,0 0,0 0,0 0,0 0,-24-24</inkml:trace>
        </inkml:traceGroup>
        <inkml:traceGroup>
          <inkml:annotationXML>
            <emma:emma xmlns:emma="http://www.w3.org/2003/04/emma" version="1.0">
              <emma:interpretation id="{423878DB-CBFB-4423-AF27-BEB15D6C62F6}" emma:medium="tactile" emma:mode="ink">
                <msink:context xmlns:msink="http://schemas.microsoft.com/ink/2010/main" type="inkWord" rotatedBoundingBox="18136,17676 19998,17942 19876,18797 18014,18531"/>
              </emma:interpretation>
              <emma:one-of disjunction-type="recognition" id="oneOf30">
                <emma:interpretation id="interp150" emma:lang="id-ID" emma:confidence="0.5">
                  <emma:literal>15,61</emma:literal>
                </emma:interpretation>
                <emma:interpretation id="interp151" emma:lang="id-ID" emma:confidence="0">
                  <emma:literal>15161</emma:literal>
                </emma:interpretation>
                <emma:interpretation id="interp152" emma:lang="id-ID" emma:confidence="0">
                  <emma:literal>1561</emma:literal>
                </emma:interpretation>
                <emma:interpretation id="interp153" emma:lang="id-ID" emma:confidence="0">
                  <emma:literal>15,6</emma:literal>
                </emma:interpretation>
                <emma:interpretation id="interp154" emma:lang="id-ID" emma:confidence="0">
                  <emma:literal>15661</emma:literal>
                </emma:interpretation>
              </emma:one-of>
            </emma:emma>
          </inkml:annotationXML>
          <inkml:trace contextRef="#ctx0" brushRef="#br0" timeOffset="187726.86">2935 16822,'-24'-24,"24"72,0-25,0 25,0 0,24 24,-24 0,24 0,-24-24,0 24,0-24,0-24,24 0,-24 24,24-24,0-24</inkml:trace>
          <inkml:trace contextRef="#ctx0" brushRef="#br0" timeOffset="201797.11">3223 16965,'0'-72,"24"48,-24 72,0 0,0 0,0-24,0 24,0-24,0 0,0 0,24-24,0 24,24-24,-1 0,-23 0,24 0,-24 0,0 24,-24 0,0 24,0-24,-24 24,0 0,-24 0,48-24,-24-24,0 0,1 0,-1-24,24 0</inkml:trace>
          <inkml:trace contextRef="#ctx0" brushRef="#br0" timeOffset="201999.69">3271 16917,'48'0,"-24"0,-1 24,1-24,24 0,-24 0,24 0</inkml:trace>
          <inkml:trace contextRef="#ctx0" brushRef="#br0" timeOffset="188559.58">3966 17277,'0'72,"0"-48,0 48,-24-25,24 1,-24-24,24 24,0-24,0 0</inkml:trace>
          <inkml:trace contextRef="#ctx0" brushRef="#br0" timeOffset="189114.6">4277 16869,'-48'48,"48"0,-24 0,24 0,0 24,0 0,0 0,0-24,24 24,0-24,0-24,0-1,24 1,-24 0,24-24,-24 0,0 0,0-48,0 25,-24-25,0 0,0 24,0-24,-24 48,0-24,0 24,-24 0,24 24,0 0,24 0,0 24,0-24,24-24</inkml:trace>
          <inkml:trace contextRef="#ctx0" brushRef="#br0" timeOffset="202890.78">4660 16941,'0'-48,"0"72,0 24,24 0,-24 0,0 24,24 240,-24-288,0-1,0 1,0-48</inkml:trace>
        </inkml:traceGroup>
        <inkml:traceGroup>
          <inkml:annotationXML>
            <emma:emma xmlns:emma="http://www.w3.org/2003/04/emma" version="1.0">
              <emma:interpretation id="{2ECDF8A7-C5B4-49C7-8AC8-F7179B00D3D8}" emma:medium="tactile" emma:mode="ink">
                <msink:context xmlns:msink="http://schemas.microsoft.com/ink/2010/main" type="inkWord" rotatedBoundingBox="20774,17779 21922,18383 21420,19339 20272,18735"/>
              </emma:interpretation>
              <emma:one-of disjunction-type="recognition" id="oneOf31">
                <emma:interpretation id="interp155" emma:lang="id-ID" emma:confidence="0.5">
                  <emma:literal>L</emma:literal>
                </emma:interpretation>
                <emma:interpretation id="interp156" emma:lang="id-ID" emma:confidence="0">
                  <emma:literal>z</emma:literal>
                </emma:interpretation>
                <emma:interpretation id="interp157" emma:lang="id-ID" emma:confidence="0">
                  <emma:literal>l</emma:literal>
                </emma:interpretation>
                <emma:interpretation id="interp158" emma:lang="id-ID" emma:confidence="0">
                  <emma:literal>&lt;</emma:literal>
                </emma:interpretation>
                <emma:interpretation id="interp159" emma:lang="id-ID" emma:confidence="0">
                  <emma:literal>Z</emma:literal>
                </emma:interpretation>
              </emma:one-of>
            </emma:emma>
          </inkml:annotationXML>
          <inkml:trace contextRef="#ctx0" brushRef="#br0" timeOffset="193598.96">5571 16750,'0'24,"0"0,0 0,-24 23,0 1,24 0,-48 24,24 0,0 0,0-24,24 24,-24-24,0 0,-24 24,24-1,-23 1,23-24,0 0,0-24,24 0,24-24,0 0,0 0,-24-24,23 24,1 0,-24-24,24 24,0 0,0 0,24 0,0 0,0 0,24 0,0 24,0 0,0 0,0 0,-1-24,25 0,-24 0,0 0,0 0,0 0,-24 0,-24 0,0 0,0 0,0 0,0 0</inkml:trace>
        </inkml:traceGroup>
        <inkml:traceGroup>
          <inkml:annotationXML>
            <emma:emma xmlns:emma="http://www.w3.org/2003/04/emma" version="1.0">
              <emma:interpretation id="{7D4F5021-CD00-4D7D-8B40-915285B9D090}" emma:medium="tactile" emma:mode="ink">
                <msink:context xmlns:msink="http://schemas.microsoft.com/ink/2010/main" type="inkWord" rotatedBoundingBox="22095,17878 23988,17899 23978,18752 22086,18731"/>
              </emma:interpretation>
              <emma:one-of disjunction-type="recognition" id="oneOf32">
                <emma:interpretation id="interp160" emma:lang="id-ID" emma:confidence="0.5">
                  <emma:literal>5,39.</emma:literal>
                </emma:interpretation>
                <emma:interpretation id="interp161" emma:lang="id-ID" emma:confidence="0">
                  <emma:literal>5,390</emma:literal>
                </emma:interpretation>
                <emma:interpretation id="interp162" emma:lang="id-ID" emma:confidence="0">
                  <emma:literal>5,398</emma:literal>
                </emma:interpretation>
                <emma:interpretation id="interp163" emma:lang="id-ID" emma:confidence="0">
                  <emma:literal>5,398.</emma:literal>
                </emma:interpretation>
                <emma:interpretation id="interp164" emma:lang="id-ID" emma:confidence="0">
                  <emma:literal>5,39,</emma:literal>
                </emma:interpretation>
              </emma:one-of>
            </emma:emma>
          </inkml:annotationXML>
          <inkml:trace contextRef="#ctx0" brushRef="#br0" timeOffset="-200321.74">6913 17013,'0'-24,"0"48,0 0,0 24,-24-24,24 0,0 0,0 0,24 0,24-24,-24 0,24 0,0 0,-24 0,24 24,-25 0,1 0,0 0,-24 0,0 0,0 24,0-24,0 24,-24-25,0 1,-23 0,23 0,0-24,0 0,0 0,0 0,24-48</inkml:trace>
          <inkml:trace contextRef="#ctx0" brushRef="#br0" timeOffset="-200128.05">6961 17061,'120'0,"-96"-24,0 24,0 0,-1 0,1 24</inkml:trace>
          <inkml:trace contextRef="#ctx0" brushRef="#br0" timeOffset="-199768.56">7488 17445,'0'47,"0"-23,-48 144,48-144</inkml:trace>
          <inkml:trace contextRef="#ctx0" brushRef="#br0" timeOffset="-199189.78">7584 17205,'24'-72,"0"48,24 24,-24-24,0 24,0 0,-24 24,0 0,-24 0,0 24,0-24,24 0,0 0,0 0,24-24,24 0,119 24,-143 0,0 0,-24 0,0 24,0-24,-24-1,24 1,-24-24,0 24,0-24,0 0,24-24</inkml:trace>
          <inkml:trace contextRef="#ctx0" brushRef="#br0" timeOffset="-198626.97">8183 17109,'0'-72,"-24"72,0 0,0 0,0 0,0 24,0 0,0 24,0 0,24-24,0 24,0-24,24 0,0 0,0-24,24 0,-24 0,0-24,24 0,-48-24,24 0,-24 0,0 24,0-24,0 24,24 48,0 24,24 24,24-24,-25 24,1-24,-24 0,0 0,0-1,-24-23,0 0,0 0,-24 0,-24-24,0 24,1-24,-1 0,24 0,0-24,24 0</inkml:trace>
          <inkml:trace contextRef="#ctx0" brushRef="#br0" timeOffset="-198208.49">8734 16989,'-96'-48,"72"72,24 0,0 0,0 24,0-24,24 0,0-24,0 0,24 0,-24-24,0 0,-24-24,0 0,0 0,0 24,0 0,-24 24,0 0,-24 72,24 0</inkml:trace>
        </inkml:traceGroup>
      </inkml:traceGroup>
    </inkml:traceGroup>
  </inkml:traceGroup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42:34.14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5AC5437-84E6-45A8-9554-D79D625EEF77}" emma:medium="tactile" emma:mode="ink">
          <msink:context xmlns:msink="http://schemas.microsoft.com/ink/2010/main" type="inkDrawing" rotatedBoundingBox="21709,7905 23793,7857 23795,7932 21711,7979" semanticType="underline" shapeName="Other">
            <msink:sourceLink direction="with" ref="{D61C83B7-51DF-4930-A690-DA18B00FA4BE}"/>
          </msink:context>
        </emma:interpretation>
      </emma:emma>
    </inkml:annotationXML>
    <inkml:trace contextRef="#ctx0" brushRef="#br0">0 72,'119'0,"-47"0,0 0,0 0,0 0,24 0,-24 0,-24 24,23-24,1 0,-24 0,24 0,0 0,0 0,0 0,0-24,0 24,-1 0,1 0,0 0,-24 0,0 0,0 0,-24 0,24 0,-24 0,24 0,-24 0,0 0,0 0,0 0,0 0,0 0,0 0,-1-24,1 24,0 0,0-24,0 0,0 24,0 0,-48 24,-24-24,0 24</inkml:trace>
  </inkml:traceGroup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56:01.02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C7F3AA2-83CB-414B-9542-90997B9EA201}" emma:medium="tactile" emma:mode="ink">
          <msink:context xmlns:msink="http://schemas.microsoft.com/ink/2010/main" type="writingRegion" rotatedBoundingBox="12172,575 31579,481 31585,1732 12178,1826"/>
        </emma:interpretation>
      </emma:emma>
    </inkml:annotationXML>
    <inkml:traceGroup>
      <inkml:annotationXML>
        <emma:emma xmlns:emma="http://www.w3.org/2003/04/emma" version="1.0">
          <emma:interpretation id="{EEF9B81C-9E6A-43F3-9430-DE3453134812}" emma:medium="tactile" emma:mode="ink">
            <msink:context xmlns:msink="http://schemas.microsoft.com/ink/2010/main" type="paragraph" rotatedBoundingBox="12172,575 31579,481 31585,1732 12178,18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57E9E77-A884-4C43-BB47-BD6D3BD6EE3E}" emma:medium="tactile" emma:mode="ink">
              <msink:context xmlns:msink="http://schemas.microsoft.com/ink/2010/main" type="line" rotatedBoundingBox="12172,575 31579,481 31585,1732 12178,1826"/>
            </emma:interpretation>
          </emma:emma>
        </inkml:annotationXML>
        <inkml:traceGroup>
          <inkml:annotationXML>
            <emma:emma xmlns:emma="http://www.w3.org/2003/04/emma" version="1.0">
              <emma:interpretation id="{0B7D68B1-C0E4-4F14-AFC7-639F06EDE50F}" emma:medium="tactile" emma:mode="ink">
                <msink:context xmlns:msink="http://schemas.microsoft.com/ink/2010/main" type="inkWord" rotatedBoundingBox="12172,575 12831,571 12835,1268 12175,1271"/>
              </emma:interpretation>
              <emma:one-of disjunction-type="recognition" id="oneOf0">
                <emma:interpretation id="interp0" emma:lang="id-ID" emma:confidence="0.5">
                  <emma:literal>b.</emma:literal>
                </emma:interpretation>
                <emma:interpretation id="interp1" emma:lang="id-ID" emma:confidence="0">
                  <emma:literal>B.</emma:literal>
                </emma:interpretation>
                <emma:interpretation id="interp2" emma:lang="id-ID" emma:confidence="0">
                  <emma:literal>Be.</emma:literal>
                </emma:interpretation>
                <emma:interpretation id="interp3" emma:lang="id-ID" emma:confidence="0">
                  <emma:literal>1].</emma:literal>
                </emma:interpretation>
                <emma:interpretation id="interp4" emma:lang="id-ID" emma:confidence="0">
                  <emma:literal>L].</emma:literal>
                </emma:interpretation>
              </emma:one-of>
            </emma:emma>
          </inkml:annotationXML>
          <inkml:trace contextRef="#ctx0" brushRef="#br0">0 13,'0'-24,"0"48,0 0,0 48,0-25,24 25,-24 0,23 0,1-24,-24-24,0 24,24-48,-24 24,0 0</inkml:trace>
          <inkml:trace contextRef="#ctx0" brushRef="#br0" timeOffset="832.12">95 372,'0'-24,"24"24,0 0,24 0,-24-24,24 24,-24 0,0 0,0 0,0 0,-24 24,0 0,0 0,0 24,0 0,0 0,-24-24,24 24,0-24,0 0,-24-24,24 24,-24-24,0 0,0-24,0 0,0 24,0-24,24 0,-24 24</inkml:trace>
          <inkml:trace contextRef="#ctx0" brushRef="#br0" timeOffset="2099.99">647 636</inkml:trace>
        </inkml:traceGroup>
        <inkml:traceGroup>
          <inkml:annotationXML>
            <emma:emma xmlns:emma="http://www.w3.org/2003/04/emma" version="1.0">
              <emma:interpretation id="{BA40393E-C4BC-4574-8855-EBF0708FBE95}" emma:medium="tactile" emma:mode="ink">
                <msink:context xmlns:msink="http://schemas.microsoft.com/ink/2010/main" type="inkWord" rotatedBoundingBox="13824,791 15118,785 15121,1361 13827,1367"/>
              </emma:interpretation>
              <emma:one-of disjunction-type="recognition" id="oneOf1">
                <emma:interpretation id="interp5" emma:lang="id-ID" emma:confidence="0.5">
                  <emma:literal>5:</emma:literal>
                </emma:interpretation>
                <emma:interpretation id="interp6" emma:lang="id-ID" emma:confidence="0">
                  <emma:literal>55</emma:literal>
                </emma:interpretation>
                <emma:interpretation id="interp7" emma:lang="id-ID" emma:confidence="0">
                  <emma:literal>s:</emma:literal>
                </emma:interpretation>
                <emma:interpretation id="interp8" emma:lang="id-ID" emma:confidence="0">
                  <emma:literal>5--</emma:literal>
                </emma:interpretation>
                <emma:interpretation id="interp9" emma:lang="id-ID" emma:confidence="0">
                  <emma:literal>58</emma:literal>
                </emma:interpretation>
              </emma:one-of>
            </emma:emma>
          </inkml:annotationXML>
          <inkml:trace contextRef="#ctx0" brushRef="#br0" timeOffset="93473.31">1893 420,'-144'-48,"120"48,0 0,0 0,0 24,24 0,24-24,24 24,24 0,0 0,-1 0,-23 0,24 0,-48 0,24 0,-48 0,24 0,-24 0,0 0,-24 0,0 0,-24 0,0-24,-24 0,25 0,23 0,-24 0,48-24,24 24,0-24</inkml:trace>
          <inkml:trace contextRef="#ctx0" brushRef="#br0" timeOffset="95482.5">1845 348,'-48'0,"24"0,24-24,24 0,24 0,-24 0,24 24,-1-24,-23 24,24-24,-24 24,0 0,0 0,0 0,0 24</inkml:trace>
          <inkml:trace contextRef="#ctx0" brushRef="#br0" timeOffset="94567.9">2683 444,'24'0,"0"0,24 0,0 0,-24 0,24 0,-24 0,0 24,-24 0</inkml:trace>
          <inkml:trace contextRef="#ctx0" brushRef="#br0" timeOffset="94747.73">2731 732,'96'24,"-72"-24,0-24,0 24,0-24</inkml:trace>
        </inkml:traceGroup>
        <inkml:traceGroup>
          <inkml:annotationXML>
            <emma:emma xmlns:emma="http://www.w3.org/2003/04/emma" version="1.0">
              <emma:interpretation id="{FA61760C-163C-4DF7-A85F-0B40DD24CC9E}" emma:medium="tactile" emma:mode="ink">
                <msink:context xmlns:msink="http://schemas.microsoft.com/ink/2010/main" type="inkWord" rotatedBoundingBox="16004,958 17707,950 17710,1675 16008,1683">
                  <msink:destinationLink direction="with" ref="{BBA55B37-F978-4BC3-AA7E-2C4E7967E4DC}"/>
                </msink:context>
              </emma:interpretation>
              <emma:one-of disjunction-type="recognition" id="oneOf2">
                <emma:interpretation id="interp10" emma:lang="id-ID" emma:confidence="0.5">
                  <emma:literal>15,61</emma:literal>
                </emma:interpretation>
                <emma:interpretation id="interp11" emma:lang="id-ID" emma:confidence="0">
                  <emma:literal>15161</emma:literal>
                </emma:interpretation>
                <emma:interpretation id="interp12" emma:lang="id-ID" emma:confidence="0">
                  <emma:literal>1561</emma:literal>
                </emma:interpretation>
                <emma:interpretation id="interp13" emma:lang="id-ID" emma:confidence="0">
                  <emma:literal>55,61</emma:literal>
                </emma:interpretation>
                <emma:interpretation id="interp14" emma:lang="id-ID" emma:confidence="0">
                  <emma:literal>15,6</emma:literal>
                </emma:interpretation>
              </emma:one-of>
            </emma:emma>
          </inkml:annotationXML>
          <inkml:trace contextRef="#ctx0" brushRef="#br0" timeOffset="107407.75">3905 372,'-48'24,"48"0,0 24,0 0,0 0,0 0,-23 0,23 0,0 0,0-1,0-23,0 0,0 0</inkml:trace>
          <inkml:trace contextRef="#ctx0" brushRef="#br0" timeOffset="107872.88">4169 420,'-24'96,"0"-72,24 24,0-24,0 0,24 0,0-24,0 0,24 24,0 0,0 0,0 0,-24 0,0-1,-24 1,0 0,0 0,0 24,-24-24,-24 0,24 0,-24-24,0 0,0 0,24 0,0-24,0-24,24 0</inkml:trace>
          <inkml:trace contextRef="#ctx0" brushRef="#br0" timeOffset="108037.47">4169 444,'168'0,"-144"0,0 0,24 0,-24 24,-1 0</inkml:trace>
          <inkml:trace contextRef="#ctx0" brushRef="#br0" timeOffset="108441.93">4816 756,'-48'167,"24"-119,24-24,-24 0,24 0</inkml:trace>
          <inkml:trace contextRef="#ctx0" brushRef="#br0" timeOffset="109005.5">5151 444,'-71'48,"47"-24,24 24,-24 0,0 0,0 24,24-1,0-23,0 24,0-24,0 0,24-24,0 0,0 0,0-24,0 0,-1 0,1 0,0 0,0-48,-24 24,24 0,-24 0,0 0,0 0,-24 0,0 24,0 0,0 0,1 0,-1 0,0 24,24 0,0 0</inkml:trace>
          <inkml:trace contextRef="#ctx0" brushRef="#br0" timeOffset="109409.17">5535 468,'0'24,"0"24,0 0,0 0,0 24,0-24,0-1,-24 1,24 0,0-24,0 0,0 0,0 0</inkml:trace>
        </inkml:traceGroup>
        <inkml:traceGroup>
          <inkml:annotationXML>
            <emma:emma xmlns:emma="http://www.w3.org/2003/04/emma" version="1.0">
              <emma:interpretation id="{F5F76F78-FEAA-41BD-B0D0-DA3EFEF47724}" emma:medium="tactile" emma:mode="ink">
                <msink:context xmlns:msink="http://schemas.microsoft.com/ink/2010/main" type="inkWord" rotatedBoundingBox="18496,911 19884,904 19888,1652 18499,1659">
                  <msink:destinationLink direction="with" ref="{BBA55B37-F978-4BC3-AA7E-2C4E7967E4DC}"/>
                </msink:context>
              </emma:interpretation>
              <emma:one-of disjunction-type="recognition" id="oneOf3">
                <emma:interpretation id="interp15" emma:lang="id-ID" emma:confidence="0.5">
                  <emma:literal>Cos</emma:literal>
                </emma:interpretation>
                <emma:interpretation id="interp16" emma:lang="id-ID" emma:confidence="0">
                  <emma:literal>COS</emma:literal>
                </emma:interpretation>
                <emma:interpretation id="interp17" emma:lang="id-ID" emma:confidence="0">
                  <emma:literal>'Cos</emma:literal>
                </emma:interpretation>
                <emma:interpretation id="interp18" emma:lang="id-ID" emma:confidence="0">
                  <emma:literal>los</emma:literal>
                </emma:interpretation>
                <emma:interpretation id="interp19" emma:lang="id-ID" emma:confidence="0">
                  <emma:literal>"Cos</emma:literal>
                </emma:interpretation>
              </emma:one-of>
            </emma:emma>
          </inkml:annotationXML>
          <inkml:trace contextRef="#ctx0" brushRef="#br0" timeOffset="111133.82">6661 348,'0'-24,"-24"48</inkml:trace>
          <inkml:trace contextRef="#ctx0" brushRef="#br0" timeOffset="111727.38">6805 396,'-72'-48,"48"48,0 0,0 0,0 0,0 24,-24 0,24 24,-24 0,0 24,24-24,-23 24,23-24,0 0,24-1,0-23,0 0,0 0,48-24,-1 0,1 0,24 0,0 0,-24 0,24 0,-24-24</inkml:trace>
          <inkml:trace contextRef="#ctx0" brushRef="#br0" timeOffset="112139.94">7140 684,'-143'24,"119"0,24 0,0 23,0-23,0 24,0-24,24 0,23 0,-23-24,24 24,-24-24,0 0,0-24,0 0,0-24,-24 24,0 0,0-23,0 23,0 0,-24 24,0 0,0 0,0 48,24-25</inkml:trace>
          <inkml:trace contextRef="#ctx0" brushRef="#br0" timeOffset="112626.95">7667 732,'-167'-24,"143"48,24 0,0 0,24-1,0 1,24 0,0 0,-24 0,23-24,-47 24,24 0,-24 0,0 0,-24 0,0 0,-23 0,23-24,0 0,0 0</inkml:trace>
        </inkml:traceGroup>
        <inkml:traceGroup>
          <inkml:annotationXML>
            <emma:emma xmlns:emma="http://www.w3.org/2003/04/emma" version="1.0">
              <emma:interpretation id="{17FD9DA2-110F-444E-BD87-10D6D6ACACEB}" emma:medium="tactile" emma:mode="ink">
                <msink:context xmlns:msink="http://schemas.microsoft.com/ink/2010/main" type="inkWord" rotatedBoundingBox="20892,585 23287,573 23293,1772 20898,1784">
                  <msink:destinationLink direction="with" ref="{BBA55B37-F978-4BC3-AA7E-2C4E7967E4DC}"/>
                </msink:context>
              </emma:interpretation>
              <emma:one-of disjunction-type="recognition" id="oneOf4">
                <emma:interpretation id="interp20" emma:lang="id-ID" emma:confidence="0.5">
                  <emma:literal>5,39)</emma:literal>
                </emma:interpretation>
                <emma:interpretation id="interp21" emma:lang="id-ID" emma:confidence="0">
                  <emma:literal>5,391</emma:literal>
                </emma:interpretation>
                <emma:interpretation id="interp22" emma:lang="id-ID" emma:confidence="0">
                  <emma:literal>5,391)</emma:literal>
                </emma:interpretation>
                <emma:interpretation id="interp23" emma:lang="id-ID" emma:confidence="0">
                  <emma:literal>5.39)</emma:literal>
                </emma:interpretation>
                <emma:interpretation id="interp24" emma:lang="id-ID" emma:confidence="0">
                  <emma:literal>5,39}</emma:literal>
                </emma:interpretation>
              </emma:one-of>
            </emma:emma>
          </inkml:annotationXML>
          <inkml:trace contextRef="#ctx0" brushRef="#br0" timeOffset="119361.74">8818 276,'-24'72,"0"-48,24 0,-24 0,24 0,-24 0,24 0,0 0,0 0,0 0,24-24,24 0,-24 0,24 0,23 24,-23-24,0 24,0 0,-24 0,0 0,-24 0,0 0,0 0,0 0,-24-1,-24 1,0-24,0 0,24 0,1 0,-1-24,0 1,0-25,24 0</inkml:trace>
          <inkml:trace contextRef="#ctx0" brushRef="#br0" timeOffset="119526.83">8914 228,'143'48,"-95"-48,0 24,-24-24,24 24,-24-24</inkml:trace>
          <inkml:trace contextRef="#ctx0" brushRef="#br0" timeOffset="119909.75">9560 732,'-47'143,"47"-119,0 0,-24 0,24 0,0 0,-24-24</inkml:trace>
          <inkml:trace contextRef="#ctx0" brushRef="#br0" timeOffset="120547.54">9776 324,'168'0,"-144"24,0-24,0 24,-24 0,-24 0,0 0,0-24,24 24,-24 0,24 0,24 0,0 0,24 0,-24 0,-24 0,24 0,-24 0,0 0,0 0,0 0,-24 0,0-1,0-23,0 24,0-24,0 0</inkml:trace>
          <inkml:trace contextRef="#ctx0" brushRef="#br0" timeOffset="121221.81">10495 372,'-120'-48,"96"48,0 24,24 0,-24 24,24-24,0 24,0-24,0 0,0 0,24-24,0 24,0-24,0 0,0-24,0 0,0 0,0 0,0-24,-24 24,24 0,-24 0,0 0,0 48,24 0,-24 48,24-24,0 24,0 0,-24-24,24 0,-24-1,0-23,0 0,-24 0,0-24,-24 0,24 0,-24 0,24 0,0 0,0 0</inkml:trace>
          <inkml:trace contextRef="#ctx0" brushRef="#br0" timeOffset="128121.54">10807 61,'47'-48,"-47"24,24 24,-24 24,48 24,-24 24,24-1,-24 49,24 0,-24 24,0-24,-24-1,0-23,0-24,0-24,-24 24,0-48,24 0,0 0</inkml:trace>
          <inkml:trace contextRef="#ctx0" brushRef="#br0" timeOffset="127838.2">10807 61</inkml:trace>
        </inkml:traceGroup>
        <inkml:traceGroup>
          <inkml:annotationXML>
            <emma:emma xmlns:emma="http://www.w3.org/2003/04/emma" version="1.0">
              <emma:interpretation id="{797A3D71-CF70-4334-8653-B652296DBBF5}" emma:medium="tactile" emma:mode="ink">
                <msink:context xmlns:msink="http://schemas.microsoft.com/ink/2010/main" type="inkWord" rotatedBoundingBox="23457,911 23816,909 23819,1412 23460,1414"/>
              </emma:interpretation>
              <emma:one-of disjunction-type="recognition" id="oneOf5">
                <emma:interpretation id="interp25" emma:lang="id-ID" emma:confidence="0.5">
                  <emma:literal>4</emma:literal>
                </emma:interpretation>
                <emma:interpretation id="interp26" emma:lang="id-ID" emma:confidence="0">
                  <emma:literal>+</emma:literal>
                </emma:interpretation>
                <emma:interpretation id="interp27" emma:lang="id-ID" emma:confidence="0">
                  <emma:literal>x</emma:literal>
                </emma:interpretation>
                <emma:interpretation id="interp28" emma:lang="id-ID" emma:confidence="0">
                  <emma:literal>y</emma:literal>
                </emma:interpretation>
                <emma:interpretation id="interp29" emma:lang="id-ID" emma:confidence="0">
                  <emma:literal>Y</emma:literal>
                </emma:interpretation>
              </emma:one-of>
            </emma:emma>
          </inkml:annotationXML>
          <inkml:trace contextRef="#ctx0" brushRef="#br0" timeOffset="123359.73">11286 564,'48'0,"0"0,-24 24,24-24,-1 0,-23 0,24 0,-24 0,0 0,0 0</inkml:trace>
          <inkml:trace contextRef="#ctx0" brushRef="#br0" timeOffset="123667.5">11621 324,'-24'48,"0"-24,24 48,0-24,0 0,-24 0,24 0,0 0,-24-24,24 0,0 0,0-1,-24-23,24 24</inkml:trace>
        </inkml:traceGroup>
        <inkml:traceGroup>
          <inkml:annotationXML>
            <emma:emma xmlns:emma="http://www.w3.org/2003/04/emma" version="1.0">
              <emma:interpretation id="{6F9E9E55-6C40-47C2-88FB-EE007F79A7EC}" emma:medium="tactile" emma:mode="ink">
                <msink:context xmlns:msink="http://schemas.microsoft.com/ink/2010/main" type="inkWord" rotatedBoundingBox="24487,720 27196,707 27200,1568 24491,1581">
                  <msink:destinationLink direction="with" ref="{A1B5A2BE-21F2-4B32-A6AE-7137D28DA8D1}"/>
                </msink:context>
              </emma:interpretation>
              <emma:one-of disjunction-type="recognition" id="oneOf6">
                <emma:interpretation id="interp30" emma:lang="id-ID" emma:confidence="0.5">
                  <emma:literal>115,61</emma:literal>
                </emma:interpretation>
                <emma:interpretation id="interp31" emma:lang="id-ID" emma:confidence="0">
                  <emma:literal>115:61</emma:literal>
                </emma:interpretation>
                <emma:interpretation id="interp32" emma:lang="id-ID" emma:confidence="0">
                  <emma:literal>615,61</emma:literal>
                </emma:interpretation>
                <emma:interpretation id="interp33" emma:lang="id-ID" emma:confidence="0">
                  <emma:literal>515,61</emma:literal>
                </emma:interpretation>
                <emma:interpretation id="interp34" emma:lang="id-ID" emma:confidence="0">
                  <emma:literal>11561</emma:literal>
                </emma:interpretation>
              </emma:one-of>
            </emma:emma>
          </inkml:annotationXML>
          <inkml:trace contextRef="#ctx0" brushRef="#br0" timeOffset="132230.92">13083 276,'0'-48,"0"24,0 48,0 24,0 0,0 24,24-24,-24 24,24-24,-24 0,0-24,0 0,0 0,0 0,0 0,24-24,-24 24,24 0</inkml:trace>
          <inkml:trace contextRef="#ctx0" brushRef="#br0" timeOffset="132659.71">13586 252,'-24'48,"24"-24,0 0,24-24,24 24,0 0,-24-24,24 24,0 0,-24 0,0 0,-24 0,24 0,-24 0,0 24,0-24,-24 0,0-24,0 24,0-24,0-24,24 0,-24-24</inkml:trace>
          <inkml:trace contextRef="#ctx0" brushRef="#br0" timeOffset="132823.83">13586 252,'120'-96,"-72"96,0 0,0 0,0 0,0 0,0 0,-25 0,1 0</inkml:trace>
          <inkml:trace contextRef="#ctx0" brushRef="#br0" timeOffset="133109.71">14281 612,'-24'120,"24"-72,-24-25,24 1,-24 0</inkml:trace>
          <inkml:trace contextRef="#ctx0" brushRef="#br0" timeOffset="133641.71">14640 180,'-47'72,"23"-24,24 0,-24 24,24 0,0 0,0 0,0-24,0 0,0 0,24-25,0 1,23-24,-23 0,0 0,0-47,-24 23,24 0,-24-24,0 24,0 0,0 0,0 0,0 0,-24 24,0 0,0 0,0 0,1 24,23 0,0 0,0 0</inkml:trace>
          <inkml:trace contextRef="#ctx0" brushRef="#br0" timeOffset="133971.43">15024 252,'0'24,"0"24,0 0,0 0,0 24,0-24,0 24,0 0,0-24,0 0,0-1,0-23,0 0,0 0</inkml:trace>
          <inkml:trace contextRef="#ctx0" brushRef="#br0" timeOffset="128821.1">12316 444,'24'-48,"0"24,0-24,24 24,-24 0,0-24,-24 24,24 0,-24 0,24 1,-24 46,0 25,0 24,24 24,-24-24,24 24,0-24,-24 0,0 0,0-25,0 1,-24 0,0-24,-24 0,24 0,-24 0,24-24,-24 0,24-24</inkml:trace>
        </inkml:traceGroup>
        <inkml:traceGroup>
          <inkml:annotationXML>
            <emma:emma xmlns:emma="http://www.w3.org/2003/04/emma" version="1.0">
              <emma:interpretation id="{58F4838B-DCBE-4034-B6AF-68E63F817B00}" emma:medium="tactile" emma:mode="ink">
                <msink:context xmlns:msink="http://schemas.microsoft.com/ink/2010/main" type="inkWord" rotatedBoundingBox="28059,766 29303,760 29306,1412 28062,1418">
                  <msink:destinationLink direction="with" ref="{A1B5A2BE-21F2-4B32-A6AE-7137D28DA8D1}"/>
                </msink:context>
              </emma:interpretation>
              <emma:one-of disjunction-type="recognition" id="oneOf7">
                <emma:interpretation id="interp35" emma:lang="id-ID" emma:confidence="0.5">
                  <emma:literal>sin</emma:literal>
                </emma:interpretation>
                <emma:interpretation id="interp36" emma:lang="id-ID" emma:confidence="0">
                  <emma:literal>Sin</emma:literal>
                </emma:interpretation>
                <emma:interpretation id="interp37" emma:lang="id-ID" emma:confidence="0">
                  <emma:literal>Bin</emma:literal>
                </emma:interpretation>
                <emma:interpretation id="interp38" emma:lang="id-ID" emma:confidence="0">
                  <emma:literal>Sini</emma:literal>
                </emma:interpretation>
                <emma:interpretation id="interp39" emma:lang="id-ID" emma:confidence="0">
                  <emma:literal>Tin</emma:literal>
                </emma:interpretation>
              </emma:one-of>
            </emma:emma>
          </inkml:annotationXML>
          <inkml:trace contextRef="#ctx0" brushRef="#br0" timeOffset="136731.21">16126 252,'-120'-72,"96"72,0 0,0 0,24 24,-24 0,1-24,23 24,0 0,0 0,0 0,23 0,1 24,24-24,24 24,-24-24,0 0,0 0,-24 0,0 0,-24 0,-24 0,0 0,-24 0,24 0,-24 0,24-24,0 24,0-24,0 0,48-48</inkml:trace>
          <inkml:trace contextRef="#ctx0" brushRef="#br0" timeOffset="136919.81">16438 420,'0'144,"0"-72,0-24,0 0,0-24,24-24</inkml:trace>
          <inkml:trace contextRef="#ctx0" brushRef="#br0" timeOffset="137069.78">16605 204,'-24'-24,"24"48,0 0</inkml:trace>
          <inkml:trace contextRef="#ctx0" brushRef="#br0" timeOffset="137435.18">16845 588,'0'168,"0"-144,-24 23,48-71,0-23,0-1,0 24,0 0,0 0,0 24,0 0,0 0,0 0,0 0,0 24,-24 0,24 24,-24-24,0 0,0-1,0 1</inkml:trace>
        </inkml:traceGroup>
        <inkml:traceGroup>
          <inkml:annotationXML>
            <emma:emma xmlns:emma="http://www.w3.org/2003/04/emma" version="1.0">
              <emma:interpretation id="{1A7092A2-D230-49D3-9E6A-31CBA1963EBA}" emma:medium="tactile" emma:mode="ink">
                <msink:context xmlns:msink="http://schemas.microsoft.com/ink/2010/main" type="inkWord" rotatedBoundingBox="30094,820 31580,813 31583,1432 30097,1439">
                  <msink:destinationLink direction="with" ref="{A1B5A2BE-21F2-4B32-A6AE-7137D28DA8D1}"/>
                </msink:context>
              </emma:interpretation>
              <emma:one-of disjunction-type="recognition" id="oneOf8">
                <emma:interpretation id="interp40" emma:lang="id-ID" emma:confidence="0.5">
                  <emma:literal>5,39</emma:literal>
                </emma:interpretation>
                <emma:interpretation id="interp41" emma:lang="id-ID" emma:confidence="0">
                  <emma:literal>5/39</emma:literal>
                </emma:interpretation>
                <emma:interpretation id="interp42" emma:lang="id-ID" emma:confidence="0">
                  <emma:literal>5&lt;39</emma:literal>
                </emma:interpretation>
                <emma:interpretation id="interp43" emma:lang="id-ID" emma:confidence="0">
                  <emma:literal>5139</emma:literal>
                </emma:interpretation>
                <emma:interpretation id="interp44" emma:lang="id-ID" emma:confidence="0">
                  <emma:literal>5x39</emma:literal>
                </emma:interpretation>
              </emma:one-of>
            </emma:emma>
          </inkml:annotationXML>
          <inkml:trace contextRef="#ctx0" brushRef="#br0" timeOffset="139581.84">18043 276,'-72'72,"48"-48,0 0,24 0,0 0,0 0,0 0,24 0,0-24,24 24,0 0,-24-24,24 24,-24 0,0 0,-24 0,0 0,0 0,0 0,-24 0,0 0,0-1,0-23,0 0,0 0,0 0,0-23,24-25</inkml:trace>
          <inkml:trace contextRef="#ctx0" brushRef="#br0" timeOffset="139774.7">18091 276,'120'0,"-72"24,-24 0,0-24,0 0,-24 24</inkml:trace>
          <inkml:trace contextRef="#ctx0" brushRef="#br0" timeOffset="140105.76">18474 612,'-24'144,"24"-120,-23 23,23-23</inkml:trace>
          <inkml:trace contextRef="#ctx0" brushRef="#br0" timeOffset="140707.14">18666 324,'72'-24,"-48"24,0 0,0 0,-24 24,0 0,-24 0,0 0,24 0,-24 0,24 0,24-24,0 24,0 0,24 0,0 0,-24 0,0 0,-24 0,24 0,-24 0,-24 0,-24 0,24 0,0-24,-24 0,24 0,0 0,0 0,0 0,72-24</inkml:trace>
          <inkml:trace contextRef="#ctx0" brushRef="#br0" timeOffset="141381.69">19313 252,'-48'-24,"24"48,0 0,0 0,0 0,0 0,24 24,0-24,0 0,0 0,0 0,24-24,0 0,0 0,0 0,0 0,0-48,0 24,-24 0,24-24,-24 24,0 0,0 0,0 48,24 24,0 0,-24 0,24-24,-24 24,0-24,0 24,0-24,0 0,0 0,0 0,-24-24,0 24,0-24,-24 24,24-24,0 0</inkml:trace>
        </inkml:traceGroup>
      </inkml:traceGroup>
    </inkml:traceGroup>
  </inkml:traceGroup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58:49.40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BA55B37-F978-4BC3-AA7E-2C4E7967E4DC}" emma:medium="tactile" emma:mode="ink">
          <msink:context xmlns:msink="http://schemas.microsoft.com/ink/2010/main" type="inkDrawing" rotatedBoundingBox="15699,2014 23363,2180 23358,2417 15694,2251" semanticType="underline" shapeName="Other">
            <msink:sourceLink direction="with" ref="{FA61760C-163C-4DF7-A85F-0B40DD24CC9E}"/>
            <msink:sourceLink direction="with" ref="{F5F76F78-FEAA-41BD-B0D0-DA3EFEF47724}"/>
            <msink:sourceLink direction="with" ref="{17FD9DA2-110F-444E-BD87-10D6D6ACACEB}"/>
          </msink:context>
        </emma:interpretation>
      </emma:emma>
    </inkml:annotationXML>
    <inkml:trace contextRef="#ctx0" brushRef="#br0">121 173,'-120'0,"120"-24,24 24,0-24,24 0,-24 0,24 24,0-24,0 24,23 0,-23-24,0 24,24 0,-24 0,0 0,24 0,-24-24,0 24,-24 0,24 0,-24 0,24 0,-1 0,-23 0,24 0,0 0,-24 0,0 0,24 0,-24 0,24 0,-24 0,24 0,-24 0,24 0,-24 0,24 0,-24 0,24 0,0 24,-1-24,-23 0,24 0,-24 24,0-24,0 0,24 0,-24 24,24-24,0 0,0 0,0 0,0 0,0 0,0 0,23 0,-23 0,0 0,0 0,24 0,-24 0,0 0,0 0,-24 0,24 0,0 24,0-24,-24 0,24 0,-25 0,25 0,0 24,-24-24,24 0,0 0,0 0,0 0,0 0,0 0,0 0,0 0,0 0,0 0,-1 0,1 0,0 0,0 24,0-24,0 0,0 24,-24-24,24 0,0 0,-24 0,0 0,24 0,0 0,-24 0,23 0,-23 0,24 0,-24 0,24 24,0-24,-24 0,24 0,-24 0,24 0,0 0,0 0,0 0,0 0,0 0,-1 0,1 0,0 24,0-24,-24 0,24 0,0 0,0 0,0 24,-24-24,24 0,0 0,-24 0,24 0,0 24,-24-24,23 0,-23 0,24 0,0 0,-24 0,24 0,0-24,-24 24,24 0,0 0,-24 0,24 0,0-24,-24 24,24 0,-24 0,23 0,-23-24,0 24,24 0,0 0,-24 0,24 0,0 0,-24 0,24 0,-24 0,24 0,-24 0,0 0,0-24,24 24,-24 0,0 0,0 0,23 0,-23 0,0 0,0 0,24 0,-24 0,0 0,24 0,-24-24,24 24,0 0,-24 0,24-24,-24 24,24 0,0 0,-24 0,0 0,-1 0,1 0,0 0,0 0,0 0,0 0,0 0,24 0,-24 0,0 0,0 0,0 0,0 0,0 0,0 0,-48-24,-24 24</inkml:trace>
  </inkml:traceGroup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58:55.34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A1B5A2BE-21F2-4B32-A6AE-7137D28DA8D1}" emma:medium="tactile" emma:mode="ink">
          <msink:context xmlns:msink="http://schemas.microsoft.com/ink/2010/main" type="inkDrawing" rotatedBoundingBox="24534,1931 31460,1854 31463,2106 24537,2183" semanticType="underline" shapeName="Other">
            <msink:sourceLink direction="with" ref="{58F4838B-DCBE-4034-B6AF-68E63F817B00}"/>
            <msink:sourceLink direction="with" ref="{1A7092A2-D230-49D3-9E6A-31CBA1963EBA}"/>
            <msink:sourceLink direction="with" ref="{6F9E9E55-6C40-47C2-88FB-EE007F79A7EC}"/>
          </msink:context>
        </emma:interpretation>
      </emma:emma>
    </inkml:annotationXML>
    <inkml:trace contextRef="#ctx0" brushRef="#br0">0 306,'24'0,"0"0,24 0,0 0,0 0,0 0,0 0,0-24,23 24,1 0,0-24,-24 24,24 0,0 0,0 0,0-24,0 24,-1 0,1-24,-24 24,24 0,-24-24,24 24,0 0,0 0,0-24,0 24,-1 0,1 0,-24-24,24 24,0 0,0-23,0 23,0 0,-24-24,-1 24,25 0,-24-24,0 24,0 0,0-24,0 24,0 0,0 0,24 0,-24 0,24 0,-25 0,1 0,24 0,-24 0,24 0,0 0,0 0,-24 0,24-24,0 24,-25 0,25 0,-24 0,24 0,-24 0,0 0,24 0,-24 0,24 0,0 0,0 0,23 0,-23 0,0 0,24 0,-24 0,-24 24,24-24,0 24,-1-24,1 0,0 24,0-24,0 0,0 0,0 0,0 0,0 0,-25 0,25 24,-24-24,24 0,0 23,-24-23,24 0,-24 0,0 0,0 0,24 24,-25-24,1 0,0 0,0 0,0 24,0-24,0 0,0 0,-24 24,24-24,-24 0,0 0,24 0,-24 0,0 0,0 0,0 0,-1-24,1 24,0 0,0 0,0-24,0 24,0-24,0 24,-24-23,24 23,-96 0,0 0</inkml:trace>
  </inkml:traceGroup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58:56.72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726685B8-42A8-4348-953D-7280AA2BCA34}" emma:medium="tactile" emma:mode="ink">
          <msink:context xmlns:msink="http://schemas.microsoft.com/ink/2010/main" type="writingRegion" rotatedBoundingBox="27604,2468 28179,2468 28179,2947 27604,2947"/>
        </emma:interpretation>
      </emma:emma>
    </inkml:annotationXML>
    <inkml:traceGroup>
      <inkml:annotationXML>
        <emma:emma xmlns:emma="http://www.w3.org/2003/04/emma" version="1.0">
          <emma:interpretation id="{81F96BA6-C5E0-44C8-B343-E4E7440E6F53}" emma:medium="tactile" emma:mode="ink">
            <msink:context xmlns:msink="http://schemas.microsoft.com/ink/2010/main" type="paragraph" rotatedBoundingBox="27604,2468 28179,2468 28179,2947 27604,29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32A3B86-D506-46CC-8C36-1935F2046587}" emma:medium="tactile" emma:mode="ink">
              <msink:context xmlns:msink="http://schemas.microsoft.com/ink/2010/main" type="line" rotatedBoundingBox="27604,2468 28179,2468 28179,2947 27604,2947"/>
            </emma:interpretation>
          </emma:emma>
        </inkml:annotationXML>
        <inkml:traceGroup>
          <inkml:annotationXML>
            <emma:emma xmlns:emma="http://www.w3.org/2003/04/emma" version="1.0">
              <emma:interpretation id="{CDA1162D-D09F-4410-AD76-F52C4ED4CAF9}" emma:medium="tactile" emma:mode="ink">
                <msink:context xmlns:msink="http://schemas.microsoft.com/ink/2010/main" type="inkWord" rotatedBoundingBox="27604,2468 28179,2468 28179,2947 27604,2947"/>
              </emma:interpretation>
              <emma:one-of disjunction-type="recognition" id="oneOf0">
                <emma:interpretation id="interp0" emma:lang="id-ID" emma:confidence="0.5">
                  <emma:literal>a</emma:literal>
                </emma:interpretation>
                <emma:interpretation id="interp1" emma:lang="id-ID" emma:confidence="0">
                  <emma:literal>9</emma:literal>
                </emma:interpretation>
                <emma:interpretation id="interp2" emma:lang="id-ID" emma:confidence="0">
                  <emma:literal>4</emma:literal>
                </emma:interpretation>
                <emma:interpretation id="interp3" emma:lang="id-ID" emma:confidence="0">
                  <emma:literal>n</emma:literal>
                </emma:interpretation>
                <emma:interpretation id="interp4" emma:lang="id-ID" emma:confidence="0">
                  <emma:literal>q</emma:literal>
                </emma:interpretation>
              </emma:one-of>
            </emma:emma>
          </inkml:annotationXML>
          <inkml:trace contextRef="#ctx0" brushRef="#br0">168 48,'-24'0,"0"0,0 0,0 0,24 24,-24-24,24 24,-24 0,24 0,0 0,-24-1,24 1,0 0,0 0,24-24,48 24,-24-24,-24 0,0 0,0-24,-24 0,24 0,0 0,-24 1,0-1,0 0,0 0,0 0,0 0,0 0,0 0,0 48,24 24,-24 0,48-24,-24 47,0-23,24 0,-24 0,-1 0,1-24,0 0,0-24,-24 24,24-24,-24-24,0 0</inkml:trace>
        </inkml:traceGroup>
      </inkml:traceGroup>
    </inkml:traceGroup>
  </inkml:traceGroup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58:05.723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F8976EDC-1EE7-43A7-945E-EF9875260D19}" emma:medium="tactile" emma:mode="ink">
          <msink:context xmlns:msink="http://schemas.microsoft.com/ink/2010/main" type="inkDrawing" rotatedBoundingBox="20212,2110 20322,554 20621,576 20511,2132" semanticType="scratchOut" shapeName="Other"/>
        </emma:interpretation>
      </emma:emma>
    </inkml:annotationXML>
    <inkml:trace contextRef="#ctx0" brushRef="#br0">8434-11,'-167'191,"143"-143,0 48,0 0,0 0,0 48,0-24,0-1,0 1,24-24,0-24,0 0,0-24,24 0,24 0,0-1,0-23,-1 0,1 24</inkml:trace>
  </inkml:traceGroup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58:50.57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AD2750FF-2E37-48D7-A8FA-2913F6B8DBD7}" emma:medium="tactile" emma:mode="ink">
          <msink:context xmlns:msink="http://schemas.microsoft.com/ink/2010/main" type="writingRegion" rotatedBoundingBox="19146,2731 19481,2731 19481,3306 19146,3306"/>
        </emma:interpretation>
      </emma:emma>
    </inkml:annotationXML>
    <inkml:traceGroup>
      <inkml:annotationXML>
        <emma:emma xmlns:emma="http://www.w3.org/2003/04/emma" version="1.0">
          <emma:interpretation id="{2E76A0DE-A675-4C89-AFE1-68AC8BEAC860}" emma:medium="tactile" emma:mode="ink">
            <msink:context xmlns:msink="http://schemas.microsoft.com/ink/2010/main" type="paragraph" rotatedBoundingBox="19146,2731 19481,2731 19481,3306 19146,33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3E46AAB-2623-42E8-8158-A9CDD0D3FB7D}" emma:medium="tactile" emma:mode="ink">
              <msink:context xmlns:msink="http://schemas.microsoft.com/ink/2010/main" type="line" rotatedBoundingBox="19146,2731 19481,2731 19481,3306 19146,3306"/>
            </emma:interpretation>
          </emma:emma>
        </inkml:annotationXML>
        <inkml:traceGroup>
          <inkml:annotationXML>
            <emma:emma xmlns:emma="http://www.w3.org/2003/04/emma" version="1.0">
              <emma:interpretation id="{7D469DCC-EB20-45D2-914A-2E2A45EAD3A8}" emma:medium="tactile" emma:mode="ink">
                <msink:context xmlns:msink="http://schemas.microsoft.com/ink/2010/main" type="inkWord" rotatedBoundingBox="19146,2731 19481,2731 19481,3306 19146,3306"/>
              </emma:interpretation>
              <emma:one-of disjunction-type="recognition" id="oneOf0">
                <emma:interpretation id="interp0" emma:lang="id-ID" emma:confidence="0.5">
                  <emma:literal>p</emma:literal>
                </emma:interpretation>
                <emma:interpretation id="interp1" emma:lang="id-ID" emma:confidence="0">
                  <emma:literal>P</emma:literal>
                </emma:interpretation>
                <emma:interpretation id="interp2" emma:lang="id-ID" emma:confidence="0">
                  <emma:literal>r</emma:literal>
                </emma:interpretation>
                <emma:interpretation id="interp3" emma:lang="id-ID" emma:confidence="0">
                  <emma:literal>T</emma:literal>
                </emma:interpretation>
                <emma:interpretation id="interp4" emma:lang="id-ID" emma:confidence="0">
                  <emma:literal>F</emma:literal>
                </emma:interpretation>
              </emma:one-of>
            </emma:emma>
          </inkml:annotationXML>
          <inkml:trace contextRef="#ctx0" brushRef="#br0">6973 2241,'143'-96,"-119"96,0 0,24 0,-24 0,0 0,0 24,-24 0,24-24,-24 24,0 0,0 0,-24 0,-24-24,24 24,0-24,0 0,0 0</inkml:trace>
          <inkml:trace contextRef="#ctx0" brushRef="#br0" timeOffset="-405.58">6997 2337,'0'-48,"23"48,-23 24,24 24,-24 0,24 24,-24-24,0 24,0-24,0-24,0-1,0 1,24-24,-24-24</inkml:trace>
        </inkml:traceGroup>
      </inkml:traceGroup>
    </inkml:traceGroup>
  </inkml:traceGroup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05-16T13:59:02.12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39EAFAD9-7682-49E6-8635-1A1823006BCF}" emma:medium="tactile" emma:mode="ink">
          <msink:context xmlns:msink="http://schemas.microsoft.com/ink/2010/main" type="writingRegion" rotatedBoundingBox="13213,3889 23187,4172 22996,10894 13023,10611"/>
        </emma:interpretation>
      </emma:emma>
    </inkml:annotationXML>
    <inkml:traceGroup>
      <inkml:annotationXML>
        <emma:emma xmlns:emma="http://www.w3.org/2003/04/emma" version="1.0">
          <emma:interpretation id="{C2EA28CE-FF15-4CD1-AEAD-E17F4547F7A3}" emma:medium="tactile" emma:mode="ink">
            <msink:context xmlns:msink="http://schemas.microsoft.com/ink/2010/main" type="paragraph" rotatedBoundingBox="15248,3947 23187,4172 23165,4954 15226,472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C4D15CF2-5380-4908-A4D7-4B6D1D7BD64B}" emma:medium="tactile" emma:mode="ink">
              <msink:context xmlns:msink="http://schemas.microsoft.com/ink/2010/main" type="line" rotatedBoundingBox="15248,3947 23187,4172 23165,4954 15226,4729"/>
            </emma:interpretation>
          </emma:emma>
        </inkml:annotationXML>
        <inkml:traceGroup>
          <inkml:annotationXML>
            <emma:emma xmlns:emma="http://www.w3.org/2003/04/emma" version="1.0">
              <emma:interpretation id="{BE2FFACA-3255-46C7-BED5-B2B09E41274D}" emma:medium="tactile" emma:mode="ink">
                <msink:context xmlns:msink="http://schemas.microsoft.com/ink/2010/main" type="inkWord" rotatedBoundingBox="15240,4208 15705,4221 15694,4595 15230,4582"/>
              </emma:interpretation>
              <emma:one-of disjunction-type="recognition" id="oneOf0">
                <emma:interpretation id="interp0" emma:lang="id-ID" emma:confidence="0.5">
                  <emma:literal>=</emma:literal>
                </emma:interpretation>
                <emma:interpretation id="interp1" emma:lang="id-ID" emma:confidence="0">
                  <emma:literal>I</emma:literal>
                </emma:interpretation>
                <emma:interpretation id="interp2" emma:lang="id-ID" emma:confidence="0">
                  <emma:literal>[</emma:literal>
                </emma:interpretation>
                <emma:interpretation id="interp3" emma:lang="id-ID" emma:confidence="0">
                  <emma:literal>7</emma:literal>
                </emma:interpretation>
                <emma:interpretation id="interp4" emma:lang="id-ID" emma:confidence="0">
                  <emma:literal>:</emma:literal>
                </emma:interpretation>
              </emma:one-of>
            </emma:emma>
          </inkml:annotationXML>
          <inkml:trace contextRef="#ctx0" brushRef="#br0">3091 3703,'-24'-24,"24"0,48 24,-24 0,24-24,-1 24,1 0,0 0,0 0,-24 24,0 0,0-24,0 24,-24 0</inkml:trace>
          <inkml:trace contextRef="#ctx0" brushRef="#br0" timeOffset="195.22">3187 3990,'167'0,"-119"0,0 0,0 0,-24 0</inkml:trace>
        </inkml:traceGroup>
        <inkml:traceGroup>
          <inkml:annotationXML>
            <emma:emma xmlns:emma="http://www.w3.org/2003/04/emma" version="1.0">
              <emma:interpretation id="{6C07D626-640F-4B4A-AEAF-B664AD183848}" emma:medium="tactile" emma:mode="ink">
                <msink:context xmlns:msink="http://schemas.microsoft.com/ink/2010/main" type="inkWord" rotatedBoundingBox="16585,4053 19729,4142 19710,4817 16566,4728"/>
              </emma:interpretation>
              <emma:one-of disjunction-type="recognition" id="oneOf1">
                <emma:interpretation id="interp5" emma:lang="id-ID" emma:confidence="0.5">
                  <emma:literal>15,54</emma:literal>
                </emma:interpretation>
                <emma:interpretation id="interp6" emma:lang="id-ID" emma:confidence="0">
                  <emma:literal>15,544</emma:literal>
                </emma:interpretation>
                <emma:interpretation id="interp7" emma:lang="id-ID" emma:confidence="0">
                  <emma:literal>15,545</emma:literal>
                </emma:interpretation>
                <emma:interpretation id="interp8" emma:lang="id-ID" emma:confidence="0">
                  <emma:literal>15,5455</emma:literal>
                </emma:interpretation>
                <emma:interpretation id="interp9" emma:lang="id-ID" emma:confidence="0">
                  <emma:literal>15,5454</emma:literal>
                </emma:interpretation>
              </emma:one-of>
            </emma:emma>
          </inkml:annotationXML>
          <inkml:trace contextRef="#ctx0" brushRef="#br0" timeOffset="8248.21">4409 3631,'0'-48,"0"96,24-24,0 24,-1 0,-23 0,24 0,-24 0,0 0,0-25,0 1,0 0,0 0,24 0</inkml:trace>
          <inkml:trace contextRef="#ctx0" brushRef="#br0" timeOffset="8847">4888 3583,'72'-72,"-48"48,0 24,24 0,-24 0,0 0,-1 24,1-24,0 24,-24 0,24-24</inkml:trace>
          <inkml:trace contextRef="#ctx0" brushRef="#br0" timeOffset="8709.51">4888 3583,'0'72,"0"-48,0 0,0 0,0 0,24-24,0 24,0-24,24 24,-24-24,0 24,0 0,-24 0,24 0,-24 0,0 23,-24-23,0 0,24 0,-24-24,0 0,0 0,0 0,0 0,24-24,-24-24,24 1,0-1</inkml:trace>
          <inkml:trace contextRef="#ctx0" brushRef="#br0" timeOffset="9163.1">5487 3919,'-48'143,"48"-119,-24 0,24 0,0 0</inkml:trace>
          <inkml:trace contextRef="#ctx0" brushRef="#br0" timeOffset="9695.41">5703 3655,'0'96,"0"-48,0-24,0 0,0 0,0 0,0 0,24-24,-1 0,1 0,0 24,0-24,0 23,0 1,0 0,0 0,-24 0,0 0,0 0,0 0,-24 0,0 0,0-24,0 0,0 0,0-24,24-24,-24 0</inkml:trace>
          <inkml:trace contextRef="#ctx0" brushRef="#br0" timeOffset="9874.97">5750 3631,'144'-24,"-96"24,-24 0,0 0,0 0</inkml:trace>
          <inkml:trace contextRef="#ctx0" brushRef="#br0" timeOffset="10356.04">6374 3559,'-48'192,"0"-120,48-24,-24-24,24 0,24-24,24 0,-24 0,0 0,23 0,-23 0,0 0,0-24,0 24,0-24,-24 0,24 0,-24 0</inkml:trace>
          <inkml:trace contextRef="#ctx0" brushRef="#br0" timeOffset="10625.77">6637 3559,'0'168,"24"-96,-24 0,24 0,-24-1,24-23,-24 0,0 0,0-24,0 0</inkml:trace>
          <inkml:trace contextRef="#ctx0" brushRef="#br0" timeOffset="59615.84">7236 3847,'-24'0,"48"0,0 0,24 0,0 0,-24 0,24 0,0 0,-24 0,0 0,0 0</inkml:trace>
          <inkml:trace contextRef="#ctx0" brushRef="#br0" timeOffset="-113069.35">7404 3823,'0'-24,"0"0,0 72,0 0,24 0,-24-1,24-23,-24 24,0 0,0-24,0 0,0 0,24-24,0 0</inkml:trace>
        </inkml:traceGroup>
        <inkml:traceGroup>
          <inkml:annotationXML>
            <emma:emma xmlns:emma="http://www.w3.org/2003/04/emma" version="1.0">
              <emma:interpretation id="{784D118F-1771-48FA-980C-0227AF758FEC}" emma:medium="tactile" emma:mode="ink">
                <msink:context xmlns:msink="http://schemas.microsoft.com/ink/2010/main" type="inkWord" rotatedBoundingBox="20002,4112 20361,4122 20340,4874 19981,4863"/>
              </emma:interpretation>
              <emma:one-of disjunction-type="recognition" id="oneOf2">
                <emma:interpretation id="interp10" emma:lang="id-ID" emma:confidence="0.5">
                  <emma:literal>DI</emma:literal>
                </emma:interpretation>
                <emma:interpretation id="interp11" emma:lang="id-ID" emma:confidence="0">
                  <emma:literal>D</emma:literal>
                </emma:interpretation>
                <emma:interpretation id="interp12" emma:lang="id-ID" emma:confidence="0">
                  <emma:literal>II</emma:literal>
                </emma:interpretation>
                <emma:interpretation id="interp13" emma:lang="id-ID" emma:confidence="0">
                  <emma:literal>JU</emma:literal>
                </emma:interpretation>
                <emma:interpretation id="interp14" emma:lang="id-ID" emma:confidence="0">
                  <emma:literal>Di</emma:literal>
                </emma:interpretation>
              </emma:one-of>
            </emma:emma>
          </inkml:annotationXML>
          <inkml:trace contextRef="#ctx0" brushRef="#br0" timeOffset="60095.69">8147 3631,'-24'0,"24"24,0 24,0 0,24 0,-24 24,0-24,0 23,0-23,0 0,0 0,0-24,0 0,24-48</inkml:trace>
          <inkml:trace contextRef="#ctx0" brushRef="#br0" timeOffset="62015.26">8027 3703,'0'-24,"0"0,24 24,-24-24,0 0,24 24,-24-24,0 0,24 24,-24-24,24 24,-24 24,24-24,-24 48,0-24,0 0,24 0,-24 0,0 0,0 0,0 0,0 0,0 0,0 0,0 0,0 24,0-24,0-1,0 1,0 0,0 0,0 0,0 0,0 0,-24 0,24 0,-24 0,24 0,-24 0,0-24,24 24,-24-24,0 0,0 24,0-24,0 0,0 0,0 0,0 0,0 0,0 0,0 0,24-24,0 0,0 0,0 0,24 24</inkml:trace>
        </inkml:traceGroup>
        <inkml:traceGroup>
          <inkml:annotationXML>
            <emma:emma xmlns:emma="http://www.w3.org/2003/04/emma" version="1.0">
              <emma:interpretation id="{9F551236-F9AA-44B2-9FA7-83DCE816DFA3}" emma:medium="tactile" emma:mode="ink">
                <msink:context xmlns:msink="http://schemas.microsoft.com/ink/2010/main" type="inkWord" rotatedBoundingBox="20944,4108 23187,4172 23167,4866 20925,4803"/>
              </emma:interpretation>
              <emma:one-of disjunction-type="recognition" id="oneOf3">
                <emma:interpretation id="interp15" emma:lang="id-ID" emma:confidence="0.5">
                  <emma:literal>1,466</emma:literal>
                </emma:interpretation>
                <emma:interpretation id="interp16" emma:lang="id-ID" emma:confidence="0">
                  <emma:literal>1,4666</emma:literal>
                </emma:interpretation>
                <emma:interpretation id="interp17" emma:lang="id-ID" emma:confidence="0">
                  <emma:literal>1,4626</emma:literal>
                </emma:interpretation>
                <emma:interpretation id="interp18" emma:lang="id-ID" emma:confidence="0">
                  <emma:literal>1.466</emma:literal>
                </emma:interpretation>
                <emma:interpretation id="interp19" emma:lang="id-ID" emma:confidence="0">
                  <emma:literal>1,46</emma:literal>
                </emma:interpretation>
              </emma:one-of>
            </emma:emma>
          </inkml:annotationXML>
          <inkml:trace contextRef="#ctx0" brushRef="#br0" timeOffset="-109441.98">8770 3655,'0'-72,"0"96,0 24,0 24,0 0,0-24,24 0,-24 0,0-1,0-23,0 0,0 0,24-24,-24 24,24-24</inkml:trace>
          <inkml:trace contextRef="#ctx0" brushRef="#br0" timeOffset="-109111.42">9321 3943,'-72'167,"72"-143,-24 0,24 0,0 0,-24-24,24 24</inkml:trace>
          <inkml:trace contextRef="#ctx0" brushRef="#br0" timeOffset="-108652.86">9728 3607,'-24'0,"24"24,-24 0,0 0,24 24,-24 0,24-24,-24 24,24-24,0 0,0 0,0 0,24-24,0 23,0-23,0 0,24-23,-24 23,0-24,0 24,0-24</inkml:trace>
          <inkml:trace contextRef="#ctx0" brushRef="#br0" timeOffset="-108396.91">9968 3631,'-24'407,"24"-359,0-24,0 0,0 0,0 0</inkml:trace>
          <inkml:trace contextRef="#ctx0" brushRef="#br0" timeOffset="-107851.01">10375 3583,'-24'0,"0"0,0 24,24 24,-24 0,24 0,-24 0,24 0,0 24,0-25,0 25,0-24,0 0,0-24,0 0,24-24,0 0,0 0,0 0,0 0,0-24,0 0,-24 0,24 0,-24 0,0 0,-24 24,24-24,-24 24,0 0,0 0</inkml:trace>
          <inkml:trace contextRef="#ctx0" brushRef="#br0" timeOffset="-107355.69">10902 3583,'-95'24,"71"24,24 0,-24 24,0-24,24 24,0-1,0 1,0 0,0-24,48 24,-1-72,-23 0,0 0,0 0,24 0,-24-24,-24 0,24 0,-24 0,0-24,0 24,-24 0,0 24,0 0,0 0,0 24,0 0</inkml:trace>
        </inkml:traceGroup>
      </inkml:traceGroup>
    </inkml:traceGroup>
    <inkml:traceGroup>
      <inkml:annotationXML>
        <emma:emma xmlns:emma="http://www.w3.org/2003/04/emma" version="1.0">
          <emma:interpretation id="{35FB1011-7A78-49C4-BE08-6CB27E5EDBA4}" emma:medium="tactile" emma:mode="ink">
            <msink:context xmlns:msink="http://schemas.microsoft.com/ink/2010/main" type="paragraph" rotatedBoundingBox="14603,5338 19683,5535 19642,6592 14562,639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8199FA6-5C73-462F-ACAF-58C1750B84EC}" emma:medium="tactile" emma:mode="ink">
              <msink:context xmlns:msink="http://schemas.microsoft.com/ink/2010/main" type="line" rotatedBoundingBox="14603,5338 19683,5535 19642,6592 14562,6395"/>
            </emma:interpretation>
          </emma:emma>
        </inkml:annotationXML>
        <inkml:traceGroup>
          <inkml:annotationXML>
            <emma:emma xmlns:emma="http://www.w3.org/2003/04/emma" version="1.0">
              <emma:interpretation id="{B5E50F74-8FC6-4DEC-ACC9-C606451B6659}" emma:medium="tactile" emma:mode="ink">
                <msink:context xmlns:msink="http://schemas.microsoft.com/ink/2010/main" type="inkWord" rotatedBoundingBox="14601,5400 15961,5453 15925,6371 14565,6318"/>
              </emma:interpretation>
              <emma:one-of disjunction-type="recognition" id="oneOf4">
                <emma:interpretation id="interp20" emma:lang="id-ID" emma:confidence="0.5">
                  <emma:literal>p:</emma:literal>
                </emma:interpretation>
                <emma:interpretation id="interp21" emma:lang="id-ID" emma:confidence="0">
                  <emma:literal>P:</emma:literal>
                </emma:interpretation>
                <emma:interpretation id="interp22" emma:lang="id-ID" emma:confidence="0">
                  <emma:literal>Pis</emma:literal>
                </emma:interpretation>
                <emma:interpretation id="interp23" emma:lang="id-ID" emma:confidence="0">
                  <emma:literal>P-.</emma:literal>
                </emma:interpretation>
                <emma:interpretation id="interp24" emma:lang="id-ID" emma:confidence="0">
                  <emma:literal>P=</emma:literal>
                </emma:interpretation>
              </emma:one-of>
            </emma:emma>
          </inkml:annotationXML>
          <inkml:trace contextRef="#ctx0" brushRef="#br0" timeOffset="101525.11">2420 5021,'48'-168,"24"144,-25 24,1 0,24 0,-24 0,0 0,-24 24,0 0,0 0,-24 24,0 0,0 0,-24 0,-24 0,0 24,0-25,0 1,0 0,24-24</inkml:trace>
          <inkml:trace contextRef="#ctx0" brushRef="#br0" timeOffset="101165.91">2492 5021,'0'-72,"0"120,0 24,24 0,0 23,-24 1,24 0,-24-24,0 0,0-24,0 0,23 0,-23-24</inkml:trace>
          <inkml:trace contextRef="#ctx0" brushRef="#br0" timeOffset="102296.99">3330 5189,'96'0,"-48"0,24 0,-48 0,24 0,-24 0,0 0,0 24</inkml:trace>
          <inkml:trace contextRef="#ctx0" brushRef="#br0" timeOffset="102446.78">3402 5500,'216'48,"-144"-48,0 0</inkml:trace>
        </inkml:traceGroup>
        <inkml:traceGroup>
          <inkml:annotationXML>
            <emma:emma xmlns:emma="http://www.w3.org/2003/04/emma" version="1.0">
              <emma:interpretation id="{54FDEFAC-B169-47D5-99E2-1A22D4DF02C2}" emma:medium="tactile" emma:mode="ink">
                <msink:context xmlns:msink="http://schemas.microsoft.com/ink/2010/main" type="inkWord" rotatedBoundingBox="17258,5441 19683,5535 19642,6592 17217,6498"/>
              </emma:interpretation>
              <emma:one-of disjunction-type="recognition" id="oneOf5">
                <emma:interpretation id="interp25" emma:lang="id-ID" emma:confidence="0.5">
                  <emma:literal>15,54</emma:literal>
                </emma:interpretation>
                <emma:interpretation id="interp26" emma:lang="id-ID" emma:confidence="0">
                  <emma:literal>15/54</emma:literal>
                </emma:interpretation>
                <emma:interpretation id="interp27" emma:lang="id-ID" emma:confidence="0">
                  <emma:literal>15-154</emma:literal>
                </emma:interpretation>
                <emma:interpretation id="interp28" emma:lang="id-ID" emma:confidence="0">
                  <emma:literal>15154</emma:literal>
                </emma:interpretation>
                <emma:interpretation id="interp29" emma:lang="id-ID" emma:confidence="0">
                  <emma:literal>15&lt;54</emma:literal>
                </emma:interpretation>
              </emma:one-of>
            </emma:emma>
          </inkml:annotationXML>
          <inkml:trace contextRef="#ctx0" brushRef="#br0" timeOffset="105416.77">5080 5021,'0'-24,"0"72,0 0,0 24,0-1,0 1,24 24,-24-24,0-24,0 0,0 0,0-24,0 0,0 0,23-24,1 0</inkml:trace>
          <inkml:trace contextRef="#ctx0" brushRef="#br0" timeOffset="105981.77">5487 5117,'24'-48,"-24"72,0 24,0 0,-24-1,24-23,0 0,0 0,0 0,24-24,0 24,24 0,0-24,0 24,0 0,-25 0,1 0,0 0,-24 0,0 24,0-24,-24 0,0 0,1 0,-1 0,0-24,0 0,0-24,0-24,24-24,0 24</inkml:trace>
          <inkml:trace contextRef="#ctx0" brushRef="#br0" timeOffset="106108.04">5487 5117,'192'-144,"-168"144,0 0,-1 0,1 0,0 0,0 24,24 0,-24 24</inkml:trace>
          <inkml:trace contextRef="#ctx0" brushRef="#br0" timeOffset="106403.44">6326 5572,'-96'144,"72"-96,0 0,0 0,24-1,-24 1</inkml:trace>
          <inkml:trace contextRef="#ctx0" brushRef="#br0" timeOffset="106963.77">6613 5045,'168'-72,"-120"96,-24 0,0 0</inkml:trace>
          <inkml:trace contextRef="#ctx0" brushRef="#br0" timeOffset="106835.76">6685 5117,'-24'48,"24"0,-24-25,24 25,0-24,0 0,24-24,0 24,24 0,0 0,0 0,0 0,-24 0,0 0,0-24,-24 24,0 0,0 0,-24 0,0 0,-24 0,0 0,0-24,24 0,0 0,-24-48,48 0,-24 0</inkml:trace>
          <inkml:trace contextRef="#ctx0" brushRef="#br0" timeOffset="107307.51">7284 5069,'-72'72,"48"-48,0 24,24-25,0 1,0 0,0 0,24-24,0 0,0 0,24 0,-24 0,24-24,-24-24,0 25</inkml:trace>
          <inkml:trace contextRef="#ctx0" brushRef="#br0" timeOffset="107486.99">7500 4949,'0'24,"0"24,0 0,0 0,0 48,-24-25,24-23,0 24,0-24,0 0,0-24</inkml:trace>
        </inkml:traceGroup>
      </inkml:traceGroup>
    </inkml:traceGroup>
    <inkml:traceGroup>
      <inkml:annotationXML>
        <emma:emma xmlns:emma="http://www.w3.org/2003/04/emma" version="1.0">
          <emma:interpretation id="{CBFF3D94-74BF-444F-A6A1-6A92433A26D8}" emma:medium="tactile" emma:mode="ink">
            <msink:context xmlns:msink="http://schemas.microsoft.com/ink/2010/main" type="paragraph" rotatedBoundingBox="13104,7315 20437,7280 20442,8280 13109,83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E86DCF9-7F0A-49A8-93F6-0C68FB0F41CE}" emma:medium="tactile" emma:mode="ink">
              <msink:context xmlns:msink="http://schemas.microsoft.com/ink/2010/main" type="inkBullet" rotatedBoundingBox="13105,7524 13703,7521 13706,8027 13107,8029"/>
            </emma:interpretation>
            <emma:one-of disjunction-type="recognition" id="oneOf6">
              <emma:interpretation id="interp30" emma:lang="id-ID" emma:confidence="0">
                <emma:literal>↳</emma:literal>
              </emma:interpretation>
            </emma:one-of>
          </emma:emma>
        </inkml:annotationXML>
        <inkml:trace contextRef="#ctx0" brushRef="#br0" timeOffset="206425.55">1294 7034,'-96'-72,"96"48,-24 24,0 0,0 0,-24 0,24 0,-24 24,24 0,0 0,24 0,-24 24,24 0,0-1,0 1,0 0,24 0,24-24,0 24,0-24,24 0,-24-24,0 0,23 0,-23 0,0 0,0 0,0 0</inkml:trace>
      </inkml:traceGroup>
      <inkml:traceGroup>
        <inkml:annotationXML>
          <emma:emma xmlns:emma="http://www.w3.org/2003/04/emma" version="1.0">
            <emma:interpretation id="{F638ADDA-ACCC-40EC-971B-5B630FF74867}" emma:medium="tactile" emma:mode="ink">
              <msink:context xmlns:msink="http://schemas.microsoft.com/ink/2010/main" type="line" rotatedBoundingBox="14324,7310 20437,7280 20442,8280 14329,8310"/>
            </emma:interpretation>
          </emma:emma>
        </inkml:annotationXML>
        <inkml:traceGroup>
          <inkml:annotationXML>
            <emma:emma xmlns:emma="http://www.w3.org/2003/04/emma" version="1.0">
              <emma:interpretation id="{30C9889F-E2DB-4B06-B444-D48EA497ACAA}" emma:medium="tactile" emma:mode="ink">
                <msink:context xmlns:msink="http://schemas.microsoft.com/ink/2010/main" type="inkWord" rotatedBoundingBox="18350,7290 20437,7280 20442,8280 18355,8291"/>
              </emma:interpretation>
              <emma:one-of disjunction-type="recognition" id="oneOf7">
                <emma:interpretation id="interp31" emma:lang="id-ID" emma:confidence="0.5">
                  <emma:literal>-6:1,466</emma:literal>
                </emma:interpretation>
                <emma:interpretation id="interp32" emma:lang="id-ID" emma:confidence="0.5">
                  <emma:literal>-655: 1,466</emma:literal>
                </emma:interpretation>
                <emma:interpretation id="interp33" emma:lang="id-ID" emma:confidence="0">
                  <emma:literal>-67: 1,466</emma:literal>
                </emma:interpretation>
                <emma:interpretation id="interp34" emma:lang="id-ID" emma:confidence="0">
                  <emma:literal>-67:1,466</emma:literal>
                </emma:interpretation>
                <emma:interpretation id="interp35" emma:lang="id-ID" emma:confidence="0">
                  <emma:literal>-65: 1,466</emma:literal>
                </emma:interpretation>
              </emma:one-of>
            </emma:emma>
          </inkml:annotationXML>
          <inkml:trace contextRef="#ctx0" brushRef="#br0" timeOffset="-104272.61">6254 7369,'-24'192,"0"-168,24 24,0-24,-24 0,24 0,24-24</inkml:trace>
          <inkml:trace contextRef="#ctx0" brushRef="#br0" timeOffset="-103867.43">6829 6842,'-96'144,"72"-96,24 0,-24-24,24 0,0-1,0 1,24-24,0 24,0-24,24 0,0-24,-24 0,24 1,-24-1,0 0,0 24,-24-24</inkml:trace>
          <inkml:trace contextRef="#ctx0" brushRef="#br0" timeOffset="-103634.68">7068 6842,'0'216,"0"-144,0-1,0-23,0 24,0-48,0 24,0-24,24-48</inkml:trace>
          <inkml:trace contextRef="#ctx0" brushRef="#br0" timeOffset="-103133.66">7476 6698,'-24'48,"0"0,24 24,-24 0,24 0,0 0,0 23,0-23,0 0,0-24,24-24,0 0,24 0,-24-24,0 0,0 0,0 0,0 0,0-48,-24 24,23-24,-23 0,0 24,0 0,-23 0,-1 0,0 24,0 0,0 0,0 24,24 0,-24 0,24 0,0 0</inkml:trace>
          <inkml:trace contextRef="#ctx0" brushRef="#br0" timeOffset="-102577.44">8051 6698,'-24'24,"0"24,24 0,-24 24,24 0,-24 0,24 24,0-25,0 1,0-24,24 0,0-24,0 0,0 0,0-24,24 0,-24 0,0 0,0-24,0 0,0 0,0 0,-24-24,0 24,0 0,0 0,-24 24,-72-48,48 48,24 0,-24 0,24 24,0 0,0 0,24 0,-24 0,24 24</inkml:trace>
          <inkml:trace contextRef="#ctx0" brushRef="#br0" timeOffset="173891.09">3060 7010,'-71'-48,"47"48,0 24,0 0,0 0,0 0,0 23,24 1,0-24,0 24,0 24,0-48,24 24,167 48,-167-96,24 0,-24-48,0 24,-24-24,0 24,0-24,0 24,0-24,0 24,-24 0,24 0,-24 24,0 0</inkml:trace>
          <inkml:trace contextRef="#ctx0" brushRef="#br0" timeOffset="174469.02">3108 7034,'-24'-24,"24"48,24 0,0 47,0 1,24 0,-24 0,24 0,-24-24,0 0,0 0,0-24,0-24,0 24,0-24,0 0,0-24,24-24</inkml:trace>
          <inkml:trace contextRef="#ctx0" brushRef="#br0" timeOffset="175587.23">4043 7105,'120'-24,"-72"24,-24 0,0 0,-1 0,1 0,0 0,-24 24</inkml:trace>
          <inkml:trace contextRef="#ctx0" brushRef="#br0" timeOffset="175775.99">4091 7297,'120'0,"-72"0,-1 0,1 0,-24 0,24 0</inkml:trace>
          <inkml:trace contextRef="#ctx0" brushRef="#br0" timeOffset="206801.42">2156 7561,'0'24,"24"-48,-24 0,24 24,-24 24,24 0,0 0</inkml:trace>
          <inkml:trace contextRef="#ctx0" brushRef="#br0" timeOffset="-104618.41">5487 6962,'-24'-24,"24"48,0 24,24 24,0-1,0 1,-24 0,24 0,0-24,-24 24,0-48,0 24,0-24,0 0,24 0</inkml:trace>
        </inkml:traceGroup>
      </inkml:traceGroup>
    </inkml:traceGroup>
    <inkml:traceGroup>
      <inkml:annotationXML>
        <emma:emma xmlns:emma="http://www.w3.org/2003/04/emma" version="1.0">
          <emma:interpretation id="{EC523FA9-67A5-4A27-8B1A-647E79BAF4F9}" emma:medium="tactile" emma:mode="ink">
            <msink:context xmlns:msink="http://schemas.microsoft.com/ink/2010/main" type="paragraph" rotatedBoundingBox="12933,9731 17328,9184 17457,10223 13063,107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1C7043-74AD-417E-9D76-FC37283F8550}" emma:medium="tactile" emma:mode="ink">
              <msink:context xmlns:msink="http://schemas.microsoft.com/ink/2010/main" type="inkBullet" rotatedBoundingBox="12933,9731 13958,9603 14072,10524 13048,10652"/>
            </emma:interpretation>
            <emma:one-of disjunction-type="recognition" id="oneOf8">
              <emma:interpretation id="interp36" emma:lang="id-ID" emma:confidence="1">
                <emma:literal>d.</emma:literal>
              </emma:interpretation>
              <emma:interpretation id="interp37" emma:lang="id-ID" emma:confidence="0">
                <emma:literal>d,</emma:literal>
              </emma:interpretation>
              <emma:interpretation id="interp38" emma:lang="id-ID" emma:confidence="0">
                <emma:literal>di</emma:literal>
              </emma:interpretation>
              <emma:interpretation id="interp39" emma:lang="id-ID" emma:confidence="0">
                <emma:literal>d</emma:literal>
              </emma:interpretation>
              <emma:interpretation id="interp40" emma:lang="id-ID" emma:confidence="0">
                <emma:literal>ds.</emma:literal>
              </emma:interpretation>
            </emma:one-of>
          </emma:emma>
        </inkml:annotationXML>
        <inkml:trace contextRef="#ctx0" brushRef="#br0" timeOffset="200307.13">1365 9070,'0'24,"0"24,0 0,0 24,0-24,0 24,0-24,0 24,0-24,0-24,0 24,0 0,0-25,0 25,-24-24,24 24,0-24,0 0,0 0,0-48,0 0,0 0,-24 24,24-24,-23 0,-1 24,24-24,-24 0,0 24,0-24,0 24,0 0,0-23,0 23,0 0,0 0,-24 0,24 0,0 0,0 23,0 1,24 0,-24 0,0 0,24 0,0 0,0 0,0 24,0-24,0 0,24 0,0 0,0-24,0 24,0-24,0 0,24 0,-24 0,0 0,0 0,0 0,0 0,-24-24,24 24,-24-24,24 24,0-24,0 24,-24-24,24 24,-1 0</inkml:trace>
        <inkml:trace contextRef="#ctx0" brushRef="#br0" timeOffset="200718.56">1869 9909,'24'-24</inkml:trace>
      </inkml:traceGroup>
      <inkml:traceGroup>
        <inkml:annotationXML>
          <emma:emma xmlns:emma="http://www.w3.org/2003/04/emma" version="1.0">
            <emma:interpretation id="{79C40EC4-5998-4DA5-8EE1-3881D5A02B65}" emma:medium="tactile" emma:mode="ink">
              <msink:context xmlns:msink="http://schemas.microsoft.com/ink/2010/main" type="line" rotatedBoundingBox="15312,9584 17346,9331 17457,10223 15423,10476"/>
            </emma:interpretation>
          </emma:emma>
        </inkml:annotationXML>
        <inkml:traceGroup>
          <inkml:annotationXML>
            <emma:emma xmlns:emma="http://www.w3.org/2003/04/emma" version="1.0">
              <emma:interpretation id="{D2F9EE13-5F5A-4B2E-9B4B-D2727E71AB38}" emma:medium="tactile" emma:mode="ink">
                <msink:context xmlns:msink="http://schemas.microsoft.com/ink/2010/main" type="inkWord" rotatedBoundingBox="15312,9584 17346,9331 17457,10223 15423,10476"/>
              </emma:interpretation>
              <emma:one-of disjunction-type="recognition" id="oneOf9">
                <emma:interpretation id="interp41" emma:lang="id-ID" emma:confidence="0.5">
                  <emma:literal>15,61</emma:literal>
                </emma:interpretation>
                <emma:interpretation id="interp42" emma:lang="id-ID" emma:confidence="0.5">
                  <emma:literal>15, 61</emma:literal>
                </emma:interpretation>
                <emma:interpretation id="interp43" emma:lang="id-ID" emma:confidence="0">
                  <emma:literal>15, b</emma:literal>
                </emma:interpretation>
                <emma:interpretation id="interp44" emma:lang="id-ID" emma:confidence="0">
                  <emma:literal>15, 6</emma:literal>
                </emma:interpretation>
                <emma:interpretation id="interp45" emma:lang="id-ID" emma:confidence="0">
                  <emma:literal>15, bi</emma:literal>
                </emma:interpretation>
              </emma:one-of>
            </emma:emma>
          </inkml:annotationXML>
          <inkml:trace contextRef="#ctx0" brushRef="#br0" timeOffset="209749.85">3139 8999,'24'71,"-24"-23,24 24,-1 0,1 0,-24 0,0-24,24 0,-24 0,0-24,24 0,0 0,0-24,0-24</inkml:trace>
          <inkml:trace contextRef="#ctx0" brushRef="#br0" timeOffset="210169.55">3594 9023,'-24'167,"24"-119,0-24,24-24,0 0,0 0,0 0,0 0,0 0,0 0,0 0,0 0,0 24,-24 0,0 0,0 24,0-24,-24 0,0 0,24 0,0 0,-24-24,0-48</inkml:trace>
          <inkml:trace contextRef="#ctx0" brushRef="#br0" timeOffset="210311.27">3642 9142,'-24'-167,"48"167,0 0,24 0,-24 24,0 0,24-1</inkml:trace>
          <inkml:trace contextRef="#ctx0" brushRef="#br0" timeOffset="210625.68">4217 9262,'-24'168,"0"-96,24-24,-24 0,24-24,0 0</inkml:trace>
          <inkml:trace contextRef="#ctx0" brushRef="#br0" timeOffset="211164.89">4624 8927,'0'-24,"0"48,0 0,-24 0,24 24,-24 23,24-23,0 24,0 0,0 24,24-24,24 0,-24 0,24-24,-24-24,0-24,24 23,-24-23,0-23,0-1,-24-24,24 0,-24 0,0 24,0 0,-24 0,0 24,0 0,0 0,0 0,0 0,0 0,24 24,0 0</inkml:trace>
          <inkml:trace contextRef="#ctx0" brushRef="#br0" timeOffset="211489.63">5199 8951,'0'167,"0"-95,0 0,0-24,0 24,0-24,0-24,0 24,0-24,24-24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853-B03F-4923-AFBD-D9947BB5A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DCE78-2459-4FF2-8AF4-5B4228967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F83F4-5F5F-47C0-B06F-EBAD75E5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CF96B-0EA3-4533-9976-1175FEE5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DB2F3-3261-429F-ABC4-77BD41F7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28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F4B2-D8FF-4A39-9C5F-AE702DFB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0178-5E73-4EB8-9933-A2F8F32C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3A5E-F959-4DB3-8593-42229C6E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E801B-6D3A-493A-B445-D3C20F35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9C307-0633-4306-BC9C-74D0F788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4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FE7C-714F-422A-93CB-00E9C936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799CD-B003-49AC-B5E2-897C5B9FE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29CA9-7632-45ED-9722-E11D40C1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DF6CA-005D-4F76-8632-550C2C01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A5949-2E58-4B2B-A29C-14E53380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2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6D54-3763-43A7-9817-87259EDB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802F-F3D3-4772-B943-17420BD51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DABB3-EE58-4085-94A3-25B311526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794EE-D5FE-40CA-B3CE-50C07B165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AE5E5-A35F-4443-81C0-BDE7BCE9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780D-0327-49CF-8200-02505199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6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0334-3759-442A-A6F0-4E0C0561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349AD-7151-4733-B1F0-997A13885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9BA07-0D3E-4C24-A67E-A77570486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9A918-CE5F-4E8F-856B-94F1A68EA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FCA34-55DC-4586-B6D7-1A31524B2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19B9E-8908-4070-93A6-F0584D98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77C16-E019-4507-A739-D2A31EEB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8B5CEF-A4A4-4F00-88AE-4CE62470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2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FDA3-0729-4AB7-BD7B-F7B69BFD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20858-ECCC-4F85-96A3-B619132D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40431-EEDE-45B9-A2F3-EFCBA061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905F1-ECEE-428B-8F5E-A29F77AA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0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46E233-EE4B-4CC2-B138-3DA3DC67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CFDCF-4C63-445D-A6A1-DB469410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DEDFB-0306-4A19-A82B-76F88C8D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5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FC84-5BA5-457D-A072-C98191DD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11F01-5379-4B22-A3A3-1C281A3A4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D29E4-9532-408A-AEE3-E9320E5A0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111FA-747E-43C9-96C0-2A22AB5C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5DEE7-F33E-40D3-BC02-33B45476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0273A-C020-47E7-8ABE-DF24753C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0C7E-3F05-4016-86BD-C4255418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3BE12-7C3C-4195-AC5A-3C5C694BE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F041A-AA88-46FC-91EB-E9FD91A6D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3F0AD-49F7-4AF5-A327-F8AF67A2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370B6-B1D4-447B-9CC6-578EFB4EA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DA3E0-8DF6-41F6-9B3F-B1DA1823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B942-3F29-49A0-9CCD-EE8D608F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B00A0-C3CC-4377-A9A2-AC77DFED8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3AF9A-B55A-4BA1-A492-4F808A8CA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1827E-E02E-4C09-9667-716EB524E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71296-DECB-491C-AE13-B5A3E0C4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2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1CB0A-CEBB-449D-9CA0-A4A1FF938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73239-75F8-40A8-B0F7-E8823FA77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AACED-1D9D-4553-9CAF-19F6F405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4B00C-6407-4F03-A0F5-7AFD992F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88EF5-DFFF-48A7-B829-25E7D3DF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9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8303D-6E55-4C6A-BB74-EAA95E86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86DFB-DE32-4E9E-8C56-3A61B3356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0B513-49ED-4698-8FEA-629DD8D9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C228-951B-44DB-A0B8-2B7F118A7B01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067B-D4DE-4615-ACE1-FF2F0A129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75963-8BA3-417C-91C2-AC9DFE431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EB606-37BB-482C-8CD0-E74B5CD9D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image" Target="../media/image87.png"/><Relationship Id="rId226" Type="http://schemas.openxmlformats.org/officeDocument/2006/relationships/image" Target="../media/image115.png"/><Relationship Id="rId268" Type="http://schemas.openxmlformats.org/officeDocument/2006/relationships/customXml" Target="../ink/ink134.xml"/><Relationship Id="rId32" Type="http://schemas.openxmlformats.org/officeDocument/2006/relationships/image" Target="../media/image18.png"/><Relationship Id="rId74" Type="http://schemas.openxmlformats.org/officeDocument/2006/relationships/image" Target="../media/image39.png"/><Relationship Id="rId128" Type="http://schemas.openxmlformats.org/officeDocument/2006/relationships/image" Target="../media/image66.png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image" Target="../media/image120.png"/><Relationship Id="rId279" Type="http://schemas.openxmlformats.org/officeDocument/2006/relationships/customXml" Target="../ink/ink140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46.png"/><Relationship Id="rId85" Type="http://schemas.openxmlformats.org/officeDocument/2006/relationships/customXml" Target="../ink/ink42.xml"/><Relationship Id="rId150" Type="http://schemas.openxmlformats.org/officeDocument/2006/relationships/image" Target="../media/image77.png"/><Relationship Id="rId192" Type="http://schemas.openxmlformats.org/officeDocument/2006/relationships/image" Target="../media/image98.png"/><Relationship Id="rId206" Type="http://schemas.openxmlformats.org/officeDocument/2006/relationships/image" Target="../media/image105.png"/><Relationship Id="rId248" Type="http://schemas.openxmlformats.org/officeDocument/2006/relationships/customXml" Target="../ink/ink124.xml"/><Relationship Id="rId269" Type="http://schemas.openxmlformats.org/officeDocument/2006/relationships/image" Target="../media/image136.png"/><Relationship Id="rId12" Type="http://schemas.openxmlformats.org/officeDocument/2006/relationships/image" Target="../media/image8.png"/><Relationship Id="rId33" Type="http://schemas.openxmlformats.org/officeDocument/2006/relationships/customXml" Target="../ink/ink16.xml"/><Relationship Id="rId108" Type="http://schemas.openxmlformats.org/officeDocument/2006/relationships/image" Target="../media/image56.png"/><Relationship Id="rId129" Type="http://schemas.openxmlformats.org/officeDocument/2006/relationships/customXml" Target="../ink/ink64.xml"/><Relationship Id="rId280" Type="http://schemas.openxmlformats.org/officeDocument/2006/relationships/image" Target="../media/image141.png"/><Relationship Id="rId54" Type="http://schemas.openxmlformats.org/officeDocument/2006/relationships/image" Target="../media/image29.png"/><Relationship Id="rId75" Type="http://schemas.openxmlformats.org/officeDocument/2006/relationships/customXml" Target="../ink/ink37.xml"/><Relationship Id="rId96" Type="http://schemas.openxmlformats.org/officeDocument/2006/relationships/image" Target="../media/image50.png"/><Relationship Id="rId140" Type="http://schemas.openxmlformats.org/officeDocument/2006/relationships/image" Target="../media/image72.png"/><Relationship Id="rId161" Type="http://schemas.openxmlformats.org/officeDocument/2006/relationships/customXml" Target="../ink/ink80.xml"/><Relationship Id="rId182" Type="http://schemas.openxmlformats.org/officeDocument/2006/relationships/image" Target="../media/image93.png"/><Relationship Id="rId217" Type="http://schemas.openxmlformats.org/officeDocument/2006/relationships/customXml" Target="../ink/ink108.xml"/><Relationship Id="rId6" Type="http://schemas.openxmlformats.org/officeDocument/2006/relationships/image" Target="../media/image5.png"/><Relationship Id="rId238" Type="http://schemas.openxmlformats.org/officeDocument/2006/relationships/customXml" Target="../ink/ink119.xml"/><Relationship Id="rId259" Type="http://schemas.openxmlformats.org/officeDocument/2006/relationships/image" Target="../media/image131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customXml" Target="../ink/ink135.xml"/><Relationship Id="rId44" Type="http://schemas.openxmlformats.org/officeDocument/2006/relationships/image" Target="../media/image24.png"/><Relationship Id="rId65" Type="http://schemas.openxmlformats.org/officeDocument/2006/relationships/customXml" Target="../ink/ink32.xml"/><Relationship Id="rId86" Type="http://schemas.openxmlformats.org/officeDocument/2006/relationships/image" Target="../media/image45.png"/><Relationship Id="rId130" Type="http://schemas.openxmlformats.org/officeDocument/2006/relationships/image" Target="../media/image67.png"/><Relationship Id="rId151" Type="http://schemas.openxmlformats.org/officeDocument/2006/relationships/customXml" Target="../ink/ink75.xml"/><Relationship Id="rId172" Type="http://schemas.openxmlformats.org/officeDocument/2006/relationships/image" Target="../media/image88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customXml" Target="../ink/ink114.xml"/><Relationship Id="rId249" Type="http://schemas.openxmlformats.org/officeDocument/2006/relationships/image" Target="../media/image126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customXml" Target="../ink/ink130.xml"/><Relationship Id="rId281" Type="http://schemas.openxmlformats.org/officeDocument/2006/relationships/customXml" Target="../ink/ink141.xml"/><Relationship Id="rId34" Type="http://schemas.openxmlformats.org/officeDocument/2006/relationships/image" Target="../media/image19.png"/><Relationship Id="rId55" Type="http://schemas.openxmlformats.org/officeDocument/2006/relationships/customXml" Target="../ink/ink27.xml"/><Relationship Id="rId76" Type="http://schemas.openxmlformats.org/officeDocument/2006/relationships/image" Target="../media/image40.png"/><Relationship Id="rId97" Type="http://schemas.openxmlformats.org/officeDocument/2006/relationships/customXml" Target="../ink/ink48.xml"/><Relationship Id="rId120" Type="http://schemas.openxmlformats.org/officeDocument/2006/relationships/image" Target="../media/image62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3.png"/><Relationship Id="rId183" Type="http://schemas.openxmlformats.org/officeDocument/2006/relationships/customXml" Target="../ink/ink91.xml"/><Relationship Id="rId218" Type="http://schemas.openxmlformats.org/officeDocument/2006/relationships/image" Target="../media/image111.png"/><Relationship Id="rId239" Type="http://schemas.openxmlformats.org/officeDocument/2006/relationships/image" Target="../media/image121.png"/><Relationship Id="rId250" Type="http://schemas.openxmlformats.org/officeDocument/2006/relationships/customXml" Target="../ink/ink125.xml"/><Relationship Id="rId271" Type="http://schemas.openxmlformats.org/officeDocument/2006/relationships/image" Target="../media/image137.png"/><Relationship Id="rId24" Type="http://schemas.openxmlformats.org/officeDocument/2006/relationships/image" Target="../media/image14.png"/><Relationship Id="rId45" Type="http://schemas.openxmlformats.org/officeDocument/2006/relationships/customXml" Target="../ink/ink22.xml"/><Relationship Id="rId66" Type="http://schemas.openxmlformats.org/officeDocument/2006/relationships/image" Target="../media/image35.png"/><Relationship Id="rId87" Type="http://schemas.openxmlformats.org/officeDocument/2006/relationships/customXml" Target="../ink/ink43.xml"/><Relationship Id="rId110" Type="http://schemas.openxmlformats.org/officeDocument/2006/relationships/image" Target="../media/image57.png"/><Relationship Id="rId131" Type="http://schemas.openxmlformats.org/officeDocument/2006/relationships/customXml" Target="../ink/ink65.xml"/><Relationship Id="rId152" Type="http://schemas.openxmlformats.org/officeDocument/2006/relationships/image" Target="../media/image78.png"/><Relationship Id="rId173" Type="http://schemas.openxmlformats.org/officeDocument/2006/relationships/customXml" Target="../ink/ink86.xml"/><Relationship Id="rId194" Type="http://schemas.openxmlformats.org/officeDocument/2006/relationships/image" Target="../media/image99.png"/><Relationship Id="rId208" Type="http://schemas.openxmlformats.org/officeDocument/2006/relationships/image" Target="../media/image106.png"/><Relationship Id="rId229" Type="http://schemas.openxmlformats.org/officeDocument/2006/relationships/image" Target="../media/image116.png"/><Relationship Id="rId240" Type="http://schemas.openxmlformats.org/officeDocument/2006/relationships/customXml" Target="../ink/ink120.xml"/><Relationship Id="rId261" Type="http://schemas.openxmlformats.org/officeDocument/2006/relationships/image" Target="../media/image132.png"/><Relationship Id="rId14" Type="http://schemas.openxmlformats.org/officeDocument/2006/relationships/image" Target="../media/image9.png"/><Relationship Id="rId35" Type="http://schemas.openxmlformats.org/officeDocument/2006/relationships/customXml" Target="../ink/ink17.xml"/><Relationship Id="rId56" Type="http://schemas.openxmlformats.org/officeDocument/2006/relationships/image" Target="../media/image30.png"/><Relationship Id="rId77" Type="http://schemas.openxmlformats.org/officeDocument/2006/relationships/customXml" Target="../ink/ink38.xml"/><Relationship Id="rId100" Type="http://schemas.openxmlformats.org/officeDocument/2006/relationships/image" Target="../media/image52.png"/><Relationship Id="rId282" Type="http://schemas.openxmlformats.org/officeDocument/2006/relationships/image" Target="../media/image142.png"/><Relationship Id="rId8" Type="http://schemas.openxmlformats.org/officeDocument/2006/relationships/image" Target="../media/image6.png"/><Relationship Id="rId98" Type="http://schemas.openxmlformats.org/officeDocument/2006/relationships/image" Target="../media/image51.png"/><Relationship Id="rId121" Type="http://schemas.openxmlformats.org/officeDocument/2006/relationships/customXml" Target="../ink/ink60.xml"/><Relationship Id="rId142" Type="http://schemas.openxmlformats.org/officeDocument/2006/relationships/image" Target="../media/image73.png"/><Relationship Id="rId163" Type="http://schemas.openxmlformats.org/officeDocument/2006/relationships/customXml" Target="../ink/ink81.xml"/><Relationship Id="rId184" Type="http://schemas.openxmlformats.org/officeDocument/2006/relationships/image" Target="../media/image94.png"/><Relationship Id="rId219" Type="http://schemas.openxmlformats.org/officeDocument/2006/relationships/customXml" Target="../ink/ink109.xml"/><Relationship Id="rId230" Type="http://schemas.openxmlformats.org/officeDocument/2006/relationships/customXml" Target="../ink/ink115.xml"/><Relationship Id="rId251" Type="http://schemas.openxmlformats.org/officeDocument/2006/relationships/image" Target="../media/image127.png"/><Relationship Id="rId25" Type="http://schemas.openxmlformats.org/officeDocument/2006/relationships/customXml" Target="../ink/ink12.xml"/><Relationship Id="rId46" Type="http://schemas.openxmlformats.org/officeDocument/2006/relationships/image" Target="../media/image25.png"/><Relationship Id="rId67" Type="http://schemas.openxmlformats.org/officeDocument/2006/relationships/customXml" Target="../ink/ink33.xml"/><Relationship Id="rId272" Type="http://schemas.openxmlformats.org/officeDocument/2006/relationships/customXml" Target="../ink/ink136.xml"/><Relationship Id="rId88" Type="http://schemas.openxmlformats.org/officeDocument/2006/relationships/image" Target="../media/image46.png"/><Relationship Id="rId111" Type="http://schemas.openxmlformats.org/officeDocument/2006/relationships/customXml" Target="../ink/ink55.xml"/><Relationship Id="rId132" Type="http://schemas.openxmlformats.org/officeDocument/2006/relationships/image" Target="../media/image68.png"/><Relationship Id="rId153" Type="http://schemas.openxmlformats.org/officeDocument/2006/relationships/customXml" Target="../ink/ink76.xml"/><Relationship Id="rId174" Type="http://schemas.openxmlformats.org/officeDocument/2006/relationships/image" Target="../media/image89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2.png"/><Relationship Id="rId241" Type="http://schemas.openxmlformats.org/officeDocument/2006/relationships/image" Target="../media/image122.png"/><Relationship Id="rId15" Type="http://schemas.openxmlformats.org/officeDocument/2006/relationships/customXml" Target="../ink/ink7.xml"/><Relationship Id="rId36" Type="http://schemas.openxmlformats.org/officeDocument/2006/relationships/image" Target="../media/image20.png"/><Relationship Id="rId57" Type="http://schemas.openxmlformats.org/officeDocument/2006/relationships/customXml" Target="../ink/ink28.xml"/><Relationship Id="rId262" Type="http://schemas.openxmlformats.org/officeDocument/2006/relationships/customXml" Target="../ink/ink131.xml"/><Relationship Id="rId283" Type="http://schemas.openxmlformats.org/officeDocument/2006/relationships/customXml" Target="../ink/ink142.xml"/><Relationship Id="rId78" Type="http://schemas.openxmlformats.org/officeDocument/2006/relationships/image" Target="../media/image41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3.png"/><Relationship Id="rId143" Type="http://schemas.openxmlformats.org/officeDocument/2006/relationships/customXml" Target="../ink/ink71.xml"/><Relationship Id="rId164" Type="http://schemas.openxmlformats.org/officeDocument/2006/relationships/image" Target="../media/image84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07.png"/><Relationship Id="rId26" Type="http://schemas.openxmlformats.org/officeDocument/2006/relationships/image" Target="../media/image15.png"/><Relationship Id="rId231" Type="http://schemas.openxmlformats.org/officeDocument/2006/relationships/image" Target="../media/image117.png"/><Relationship Id="rId252" Type="http://schemas.openxmlformats.org/officeDocument/2006/relationships/customXml" Target="../ink/ink126.xml"/><Relationship Id="rId273" Type="http://schemas.openxmlformats.org/officeDocument/2006/relationships/image" Target="../media/image138.png"/><Relationship Id="rId47" Type="http://schemas.openxmlformats.org/officeDocument/2006/relationships/customXml" Target="../ink/ink23.xml"/><Relationship Id="rId68" Type="http://schemas.openxmlformats.org/officeDocument/2006/relationships/image" Target="../media/image36.png"/><Relationship Id="rId89" Type="http://schemas.openxmlformats.org/officeDocument/2006/relationships/customXml" Target="../ink/ink44.xml"/><Relationship Id="rId112" Type="http://schemas.openxmlformats.org/officeDocument/2006/relationships/image" Target="../media/image58.png"/><Relationship Id="rId133" Type="http://schemas.openxmlformats.org/officeDocument/2006/relationships/customXml" Target="../ink/ink66.xml"/><Relationship Id="rId154" Type="http://schemas.openxmlformats.org/officeDocument/2006/relationships/image" Target="../media/image79.png"/><Relationship Id="rId175" Type="http://schemas.openxmlformats.org/officeDocument/2006/relationships/customXml" Target="../ink/ink87.xml"/><Relationship Id="rId196" Type="http://schemas.openxmlformats.org/officeDocument/2006/relationships/image" Target="../media/image100.png"/><Relationship Id="rId200" Type="http://schemas.openxmlformats.org/officeDocument/2006/relationships/image" Target="../media/image102.png"/><Relationship Id="rId16" Type="http://schemas.openxmlformats.org/officeDocument/2006/relationships/image" Target="../media/image10.png"/><Relationship Id="rId221" Type="http://schemas.openxmlformats.org/officeDocument/2006/relationships/customXml" Target="../ink/ink110.xml"/><Relationship Id="rId242" Type="http://schemas.openxmlformats.org/officeDocument/2006/relationships/customXml" Target="../ink/ink121.xml"/><Relationship Id="rId263" Type="http://schemas.openxmlformats.org/officeDocument/2006/relationships/image" Target="../media/image133.png"/><Relationship Id="rId284" Type="http://schemas.openxmlformats.org/officeDocument/2006/relationships/image" Target="../media/image143.png"/><Relationship Id="rId37" Type="http://schemas.openxmlformats.org/officeDocument/2006/relationships/customXml" Target="../ink/ink18.xml"/><Relationship Id="rId58" Type="http://schemas.openxmlformats.org/officeDocument/2006/relationships/image" Target="../media/image31.png"/><Relationship Id="rId79" Type="http://schemas.openxmlformats.org/officeDocument/2006/relationships/customXml" Target="../ink/ink39.xml"/><Relationship Id="rId102" Type="http://schemas.openxmlformats.org/officeDocument/2006/relationships/image" Target="../media/image53.png"/><Relationship Id="rId123" Type="http://schemas.openxmlformats.org/officeDocument/2006/relationships/customXml" Target="../ink/ink61.xml"/><Relationship Id="rId144" Type="http://schemas.openxmlformats.org/officeDocument/2006/relationships/image" Target="../media/image74.png"/><Relationship Id="rId90" Type="http://schemas.openxmlformats.org/officeDocument/2006/relationships/image" Target="../media/image47.png"/><Relationship Id="rId165" Type="http://schemas.openxmlformats.org/officeDocument/2006/relationships/customXml" Target="../ink/ink82.xml"/><Relationship Id="rId186" Type="http://schemas.openxmlformats.org/officeDocument/2006/relationships/image" Target="../media/image95.png"/><Relationship Id="rId211" Type="http://schemas.openxmlformats.org/officeDocument/2006/relationships/customXml" Target="../ink/ink105.xml"/><Relationship Id="rId232" Type="http://schemas.openxmlformats.org/officeDocument/2006/relationships/customXml" Target="../ink/ink116.xml"/><Relationship Id="rId253" Type="http://schemas.openxmlformats.org/officeDocument/2006/relationships/image" Target="../media/image128.png"/><Relationship Id="rId274" Type="http://schemas.openxmlformats.org/officeDocument/2006/relationships/customXml" Target="../ink/ink137.xml"/><Relationship Id="rId27" Type="http://schemas.openxmlformats.org/officeDocument/2006/relationships/customXml" Target="../ink/ink13.xml"/><Relationship Id="rId48" Type="http://schemas.openxmlformats.org/officeDocument/2006/relationships/image" Target="../media/image26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9.png"/><Relationship Id="rId80" Type="http://schemas.openxmlformats.org/officeDocument/2006/relationships/image" Target="../media/image42.png"/><Relationship Id="rId155" Type="http://schemas.openxmlformats.org/officeDocument/2006/relationships/customXml" Target="../ink/ink77.xml"/><Relationship Id="rId176" Type="http://schemas.openxmlformats.org/officeDocument/2006/relationships/image" Target="../media/image90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3.png"/><Relationship Id="rId243" Type="http://schemas.openxmlformats.org/officeDocument/2006/relationships/image" Target="../media/image123.png"/><Relationship Id="rId264" Type="http://schemas.openxmlformats.org/officeDocument/2006/relationships/customXml" Target="../ink/ink132.xml"/><Relationship Id="rId285" Type="http://schemas.openxmlformats.org/officeDocument/2006/relationships/customXml" Target="../ink/ink143.xml"/><Relationship Id="rId17" Type="http://schemas.openxmlformats.org/officeDocument/2006/relationships/customXml" Target="../ink/ink8.xml"/><Relationship Id="rId38" Type="http://schemas.openxmlformats.org/officeDocument/2006/relationships/image" Target="../media/image21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4.png"/><Relationship Id="rId70" Type="http://schemas.openxmlformats.org/officeDocument/2006/relationships/image" Target="../media/image37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5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8.png"/><Relationship Id="rId233" Type="http://schemas.openxmlformats.org/officeDocument/2006/relationships/image" Target="../media/image118.png"/><Relationship Id="rId254" Type="http://schemas.openxmlformats.org/officeDocument/2006/relationships/customXml" Target="../ink/ink127.xml"/><Relationship Id="rId28" Type="http://schemas.openxmlformats.org/officeDocument/2006/relationships/image" Target="../media/image16.png"/><Relationship Id="rId49" Type="http://schemas.openxmlformats.org/officeDocument/2006/relationships/customXml" Target="../ink/ink24.xml"/><Relationship Id="rId114" Type="http://schemas.openxmlformats.org/officeDocument/2006/relationships/image" Target="../media/image59.png"/><Relationship Id="rId275" Type="http://schemas.openxmlformats.org/officeDocument/2006/relationships/image" Target="../media/image139.png"/><Relationship Id="rId60" Type="http://schemas.openxmlformats.org/officeDocument/2006/relationships/image" Target="../media/image32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80.png"/><Relationship Id="rId177" Type="http://schemas.openxmlformats.org/officeDocument/2006/relationships/customXml" Target="../ink/ink88.xml"/><Relationship Id="rId198" Type="http://schemas.openxmlformats.org/officeDocument/2006/relationships/image" Target="../media/image101.png"/><Relationship Id="rId202" Type="http://schemas.openxmlformats.org/officeDocument/2006/relationships/image" Target="../media/image103.png"/><Relationship Id="rId223" Type="http://schemas.openxmlformats.org/officeDocument/2006/relationships/customXml" Target="../ink/ink111.xml"/><Relationship Id="rId244" Type="http://schemas.openxmlformats.org/officeDocument/2006/relationships/customXml" Target="../ink/ink122.xml"/><Relationship Id="rId18" Type="http://schemas.openxmlformats.org/officeDocument/2006/relationships/image" Target="../media/image11.png"/><Relationship Id="rId39" Type="http://schemas.openxmlformats.org/officeDocument/2006/relationships/customXml" Target="../ink/ink19.xml"/><Relationship Id="rId265" Type="http://schemas.openxmlformats.org/officeDocument/2006/relationships/image" Target="../media/image134.png"/><Relationship Id="rId286" Type="http://schemas.openxmlformats.org/officeDocument/2006/relationships/image" Target="../media/image144.png"/><Relationship Id="rId50" Type="http://schemas.openxmlformats.org/officeDocument/2006/relationships/image" Target="../media/image27.png"/><Relationship Id="rId104" Type="http://schemas.openxmlformats.org/officeDocument/2006/relationships/image" Target="../media/image54.png"/><Relationship Id="rId125" Type="http://schemas.openxmlformats.org/officeDocument/2006/relationships/customXml" Target="../ink/ink62.xml"/><Relationship Id="rId146" Type="http://schemas.openxmlformats.org/officeDocument/2006/relationships/image" Target="../media/image75.png"/><Relationship Id="rId167" Type="http://schemas.openxmlformats.org/officeDocument/2006/relationships/customXml" Target="../ink/ink83.xml"/><Relationship Id="rId188" Type="http://schemas.openxmlformats.org/officeDocument/2006/relationships/image" Target="../media/image96.png"/><Relationship Id="rId71" Type="http://schemas.openxmlformats.org/officeDocument/2006/relationships/customXml" Target="../ink/ink35.xml"/><Relationship Id="rId92" Type="http://schemas.openxmlformats.org/officeDocument/2006/relationships/image" Target="../media/image48.png"/><Relationship Id="rId213" Type="http://schemas.openxmlformats.org/officeDocument/2006/relationships/customXml" Target="../ink/ink106.xml"/><Relationship Id="rId234" Type="http://schemas.openxmlformats.org/officeDocument/2006/relationships/customXml" Target="../ink/ink117.xml"/><Relationship Id="rId2" Type="http://schemas.openxmlformats.org/officeDocument/2006/relationships/image" Target="../media/image4.png"/><Relationship Id="rId29" Type="http://schemas.openxmlformats.org/officeDocument/2006/relationships/customXml" Target="../ink/ink14.xml"/><Relationship Id="rId255" Type="http://schemas.openxmlformats.org/officeDocument/2006/relationships/image" Target="../media/image129.png"/><Relationship Id="rId276" Type="http://schemas.openxmlformats.org/officeDocument/2006/relationships/customXml" Target="../ink/ink138.xml"/><Relationship Id="rId40" Type="http://schemas.openxmlformats.org/officeDocument/2006/relationships/image" Target="../media/image22.png"/><Relationship Id="rId115" Type="http://schemas.openxmlformats.org/officeDocument/2006/relationships/customXml" Target="../ink/ink57.xml"/><Relationship Id="rId136" Type="http://schemas.openxmlformats.org/officeDocument/2006/relationships/image" Target="../media/image70.png"/><Relationship Id="rId157" Type="http://schemas.openxmlformats.org/officeDocument/2006/relationships/customXml" Target="../ink/ink78.xml"/><Relationship Id="rId178" Type="http://schemas.openxmlformats.org/officeDocument/2006/relationships/image" Target="../media/image91.png"/><Relationship Id="rId61" Type="http://schemas.openxmlformats.org/officeDocument/2006/relationships/customXml" Target="../ink/ink30.xml"/><Relationship Id="rId82" Type="http://schemas.openxmlformats.org/officeDocument/2006/relationships/image" Target="../media/image43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4.png"/><Relationship Id="rId245" Type="http://schemas.openxmlformats.org/officeDocument/2006/relationships/image" Target="../media/image124.png"/><Relationship Id="rId266" Type="http://schemas.openxmlformats.org/officeDocument/2006/relationships/customXml" Target="../ink/ink133.xml"/><Relationship Id="rId287" Type="http://schemas.openxmlformats.org/officeDocument/2006/relationships/customXml" Target="../ink/ink144.xml"/><Relationship Id="rId30" Type="http://schemas.openxmlformats.org/officeDocument/2006/relationships/image" Target="../media/image17.png"/><Relationship Id="rId105" Type="http://schemas.openxmlformats.org/officeDocument/2006/relationships/customXml" Target="../ink/ink52.xml"/><Relationship Id="rId126" Type="http://schemas.openxmlformats.org/officeDocument/2006/relationships/image" Target="../media/image65.png"/><Relationship Id="rId147" Type="http://schemas.openxmlformats.org/officeDocument/2006/relationships/customXml" Target="../ink/ink73.xml"/><Relationship Id="rId168" Type="http://schemas.openxmlformats.org/officeDocument/2006/relationships/image" Target="../media/image86.png"/><Relationship Id="rId51" Type="http://schemas.openxmlformats.org/officeDocument/2006/relationships/customXml" Target="../ink/ink25.xml"/><Relationship Id="rId72" Type="http://schemas.openxmlformats.org/officeDocument/2006/relationships/image" Target="../media/image38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9.png"/><Relationship Id="rId235" Type="http://schemas.openxmlformats.org/officeDocument/2006/relationships/image" Target="../media/image119.png"/><Relationship Id="rId256" Type="http://schemas.openxmlformats.org/officeDocument/2006/relationships/customXml" Target="../ink/ink128.xml"/><Relationship Id="rId277" Type="http://schemas.openxmlformats.org/officeDocument/2006/relationships/image" Target="../media/image140.png"/><Relationship Id="rId116" Type="http://schemas.openxmlformats.org/officeDocument/2006/relationships/image" Target="../media/image60.png"/><Relationship Id="rId137" Type="http://schemas.openxmlformats.org/officeDocument/2006/relationships/customXml" Target="../ink/ink68.xml"/><Relationship Id="rId158" Type="http://schemas.openxmlformats.org/officeDocument/2006/relationships/image" Target="../media/image81.png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62" Type="http://schemas.openxmlformats.org/officeDocument/2006/relationships/image" Target="../media/image33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7.png"/><Relationship Id="rId204" Type="http://schemas.openxmlformats.org/officeDocument/2006/relationships/image" Target="../media/image104.png"/><Relationship Id="rId225" Type="http://schemas.openxmlformats.org/officeDocument/2006/relationships/customXml" Target="../ink/ink112.xml"/><Relationship Id="rId246" Type="http://schemas.openxmlformats.org/officeDocument/2006/relationships/customXml" Target="../ink/ink123.xml"/><Relationship Id="rId267" Type="http://schemas.openxmlformats.org/officeDocument/2006/relationships/image" Target="../media/image135.png"/><Relationship Id="rId288" Type="http://schemas.openxmlformats.org/officeDocument/2006/relationships/image" Target="../media/image145.png"/><Relationship Id="rId106" Type="http://schemas.openxmlformats.org/officeDocument/2006/relationships/image" Target="../media/image55.png"/><Relationship Id="rId127" Type="http://schemas.openxmlformats.org/officeDocument/2006/relationships/customXml" Target="../ink/ink63.xml"/><Relationship Id="rId10" Type="http://schemas.openxmlformats.org/officeDocument/2006/relationships/image" Target="../media/image7.png"/><Relationship Id="rId31" Type="http://schemas.openxmlformats.org/officeDocument/2006/relationships/customXml" Target="../ink/ink15.xml"/><Relationship Id="rId52" Type="http://schemas.openxmlformats.org/officeDocument/2006/relationships/image" Target="../media/image28.png"/><Relationship Id="rId73" Type="http://schemas.openxmlformats.org/officeDocument/2006/relationships/customXml" Target="../ink/ink36.xml"/><Relationship Id="rId94" Type="http://schemas.openxmlformats.org/officeDocument/2006/relationships/image" Target="../media/image49.png"/><Relationship Id="rId148" Type="http://schemas.openxmlformats.org/officeDocument/2006/relationships/image" Target="../media/image76.png"/><Relationship Id="rId169" Type="http://schemas.openxmlformats.org/officeDocument/2006/relationships/customXml" Target="../ink/ink84.xml"/><Relationship Id="rId4" Type="http://schemas.openxmlformats.org/officeDocument/2006/relationships/image" Target="../media/image5.emf"/><Relationship Id="rId180" Type="http://schemas.openxmlformats.org/officeDocument/2006/relationships/image" Target="../media/image92.png"/><Relationship Id="rId215" Type="http://schemas.openxmlformats.org/officeDocument/2006/relationships/customXml" Target="../ink/ink107.xml"/><Relationship Id="rId236" Type="http://schemas.openxmlformats.org/officeDocument/2006/relationships/customXml" Target="../ink/ink118.xml"/><Relationship Id="rId257" Type="http://schemas.openxmlformats.org/officeDocument/2006/relationships/image" Target="../media/image130.png"/><Relationship Id="rId278" Type="http://schemas.openxmlformats.org/officeDocument/2006/relationships/customXml" Target="../ink/ink139.xml"/><Relationship Id="rId42" Type="http://schemas.openxmlformats.org/officeDocument/2006/relationships/image" Target="../media/image23.png"/><Relationship Id="rId84" Type="http://schemas.openxmlformats.org/officeDocument/2006/relationships/image" Target="../media/image44.png"/><Relationship Id="rId138" Type="http://schemas.openxmlformats.org/officeDocument/2006/relationships/image" Target="../media/image71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image" Target="../media/image125.png"/><Relationship Id="rId107" Type="http://schemas.openxmlformats.org/officeDocument/2006/relationships/customXml" Target="../ink/ink53.xml"/><Relationship Id="rId289" Type="http://schemas.openxmlformats.org/officeDocument/2006/relationships/customXml" Target="../ink/ink145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95" Type="http://schemas.openxmlformats.org/officeDocument/2006/relationships/customXml" Target="../ink/ink47.xml"/><Relationship Id="rId160" Type="http://schemas.openxmlformats.org/officeDocument/2006/relationships/image" Target="../media/image82.png"/><Relationship Id="rId216" Type="http://schemas.openxmlformats.org/officeDocument/2006/relationships/image" Target="../media/image110.png"/><Relationship Id="rId258" Type="http://schemas.openxmlformats.org/officeDocument/2006/relationships/customXml" Target="../ink/ink129.xml"/><Relationship Id="rId22" Type="http://schemas.openxmlformats.org/officeDocument/2006/relationships/image" Target="../media/image13.png"/><Relationship Id="rId64" Type="http://schemas.openxmlformats.org/officeDocument/2006/relationships/image" Target="../media/image34.png"/><Relationship Id="rId118" Type="http://schemas.openxmlformats.org/officeDocument/2006/relationships/image" Target="../media/image61.png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3.xml"/><Relationship Id="rId299" Type="http://schemas.openxmlformats.org/officeDocument/2006/relationships/image" Target="../media/image275.png"/><Relationship Id="rId21" Type="http://schemas.openxmlformats.org/officeDocument/2006/relationships/customXml" Target="../ink/ink155.xml"/><Relationship Id="rId63" Type="http://schemas.openxmlformats.org/officeDocument/2006/relationships/customXml" Target="../ink/ink176.xml"/><Relationship Id="rId159" Type="http://schemas.openxmlformats.org/officeDocument/2006/relationships/customXml" Target="../ink/ink224.xml"/><Relationship Id="rId324" Type="http://schemas.openxmlformats.org/officeDocument/2006/relationships/customXml" Target="../ink/ink308.xml"/><Relationship Id="rId170" Type="http://schemas.openxmlformats.org/officeDocument/2006/relationships/image" Target="../media/image111.png"/><Relationship Id="rId226" Type="http://schemas.openxmlformats.org/officeDocument/2006/relationships/image" Target="../media/image241.png"/><Relationship Id="rId268" Type="http://schemas.openxmlformats.org/officeDocument/2006/relationships/image" Target="../media/image260.png"/><Relationship Id="rId32" Type="http://schemas.openxmlformats.org/officeDocument/2006/relationships/image" Target="../media/image157.png"/><Relationship Id="rId74" Type="http://schemas.openxmlformats.org/officeDocument/2006/relationships/image" Target="../media/image169.png"/><Relationship Id="rId128" Type="http://schemas.openxmlformats.org/officeDocument/2006/relationships/image" Target="../media/image195.png"/><Relationship Id="rId5" Type="http://schemas.openxmlformats.org/officeDocument/2006/relationships/customXml" Target="../ink/ink147.xml"/><Relationship Id="rId181" Type="http://schemas.openxmlformats.org/officeDocument/2006/relationships/customXml" Target="../ink/ink235.xml"/><Relationship Id="rId237" Type="http://schemas.openxmlformats.org/officeDocument/2006/relationships/customXml" Target="../ink/ink263.xml"/><Relationship Id="rId279" Type="http://schemas.openxmlformats.org/officeDocument/2006/relationships/customXml" Target="../ink/ink284.xml"/><Relationship Id="rId43" Type="http://schemas.openxmlformats.org/officeDocument/2006/relationships/customXml" Target="../ink/ink166.xml"/><Relationship Id="rId139" Type="http://schemas.openxmlformats.org/officeDocument/2006/relationships/customXml" Target="../ink/ink214.xml"/><Relationship Id="rId290" Type="http://schemas.openxmlformats.org/officeDocument/2006/relationships/customXml" Target="../ink/ink290.xml"/><Relationship Id="rId304" Type="http://schemas.openxmlformats.org/officeDocument/2006/relationships/customXml" Target="../ink/ink297.xml"/><Relationship Id="rId85" Type="http://schemas.openxmlformats.org/officeDocument/2006/relationships/customXml" Target="../ink/ink187.xml"/><Relationship Id="rId150" Type="http://schemas.openxmlformats.org/officeDocument/2006/relationships/image" Target="../media/image205.png"/><Relationship Id="rId192" Type="http://schemas.openxmlformats.org/officeDocument/2006/relationships/image" Target="../media/image225.png"/><Relationship Id="rId206" Type="http://schemas.openxmlformats.org/officeDocument/2006/relationships/image" Target="../media/image231.png"/><Relationship Id="rId248" Type="http://schemas.openxmlformats.org/officeDocument/2006/relationships/image" Target="../media/image251.png"/><Relationship Id="rId12" Type="http://schemas.openxmlformats.org/officeDocument/2006/relationships/image" Target="../media/image151.png"/><Relationship Id="rId108" Type="http://schemas.openxmlformats.org/officeDocument/2006/relationships/image" Target="../media/image185.png"/><Relationship Id="rId315" Type="http://schemas.openxmlformats.org/officeDocument/2006/relationships/customXml" Target="../ink/ink303.xml"/><Relationship Id="rId54" Type="http://schemas.openxmlformats.org/officeDocument/2006/relationships/image" Target="../media/image162.png"/><Relationship Id="rId96" Type="http://schemas.openxmlformats.org/officeDocument/2006/relationships/image" Target="../media/image180.png"/><Relationship Id="rId161" Type="http://schemas.openxmlformats.org/officeDocument/2006/relationships/customXml" Target="../ink/ink225.xml"/><Relationship Id="rId217" Type="http://schemas.openxmlformats.org/officeDocument/2006/relationships/customXml" Target="../ink/ink253.xml"/><Relationship Id="rId259" Type="http://schemas.openxmlformats.org/officeDocument/2006/relationships/customXml" Target="../ink/ink274.xml"/><Relationship Id="rId23" Type="http://schemas.openxmlformats.org/officeDocument/2006/relationships/customXml" Target="../ink/ink156.xml"/><Relationship Id="rId119" Type="http://schemas.openxmlformats.org/officeDocument/2006/relationships/customXml" Target="../ink/ink204.xml"/><Relationship Id="rId270" Type="http://schemas.openxmlformats.org/officeDocument/2006/relationships/image" Target="../media/image261.png"/><Relationship Id="rId326" Type="http://schemas.openxmlformats.org/officeDocument/2006/relationships/customXml" Target="../ink/ink309.xml"/><Relationship Id="rId65" Type="http://schemas.openxmlformats.org/officeDocument/2006/relationships/customXml" Target="../ink/ink177.xml"/><Relationship Id="rId130" Type="http://schemas.openxmlformats.org/officeDocument/2006/relationships/image" Target="../media/image196.png"/><Relationship Id="rId172" Type="http://schemas.openxmlformats.org/officeDocument/2006/relationships/image" Target="../media/image215.png"/><Relationship Id="rId228" Type="http://schemas.openxmlformats.org/officeDocument/2006/relationships/image" Target="../media/image242.png"/><Relationship Id="rId281" Type="http://schemas.openxmlformats.org/officeDocument/2006/relationships/customXml" Target="../ink/ink285.xml"/><Relationship Id="rId34" Type="http://schemas.openxmlformats.org/officeDocument/2006/relationships/image" Target="../media/image19.png"/><Relationship Id="rId76" Type="http://schemas.openxmlformats.org/officeDocument/2006/relationships/image" Target="../media/image170.png"/><Relationship Id="rId141" Type="http://schemas.openxmlformats.org/officeDocument/2006/relationships/customXml" Target="../ink/ink215.xml"/><Relationship Id="rId7" Type="http://schemas.openxmlformats.org/officeDocument/2006/relationships/customXml" Target="../ink/ink148.xml"/><Relationship Id="rId183" Type="http://schemas.openxmlformats.org/officeDocument/2006/relationships/customXml" Target="../ink/ink236.xml"/><Relationship Id="rId239" Type="http://schemas.openxmlformats.org/officeDocument/2006/relationships/customXml" Target="../ink/ink264.xml"/><Relationship Id="rId250" Type="http://schemas.openxmlformats.org/officeDocument/2006/relationships/image" Target="../media/image252.png"/><Relationship Id="rId271" Type="http://schemas.openxmlformats.org/officeDocument/2006/relationships/customXml" Target="../ink/ink280.xml"/><Relationship Id="rId292" Type="http://schemas.openxmlformats.org/officeDocument/2006/relationships/customXml" Target="../ink/ink291.xml"/><Relationship Id="rId306" Type="http://schemas.openxmlformats.org/officeDocument/2006/relationships/customXml" Target="../ink/ink298.xml"/><Relationship Id="rId24" Type="http://schemas.openxmlformats.org/officeDocument/2006/relationships/image" Target="../media/image155.png"/><Relationship Id="rId45" Type="http://schemas.openxmlformats.org/officeDocument/2006/relationships/customXml" Target="../ink/ink167.xml"/><Relationship Id="rId66" Type="http://schemas.openxmlformats.org/officeDocument/2006/relationships/image" Target="../media/image165.png"/><Relationship Id="rId87" Type="http://schemas.openxmlformats.org/officeDocument/2006/relationships/customXml" Target="../ink/ink188.xml"/><Relationship Id="rId110" Type="http://schemas.openxmlformats.org/officeDocument/2006/relationships/image" Target="../media/image186.png"/><Relationship Id="rId131" Type="http://schemas.openxmlformats.org/officeDocument/2006/relationships/customXml" Target="../ink/ink210.xml"/><Relationship Id="rId327" Type="http://schemas.openxmlformats.org/officeDocument/2006/relationships/image" Target="../media/image288.png"/><Relationship Id="rId152" Type="http://schemas.openxmlformats.org/officeDocument/2006/relationships/image" Target="../media/image206.png"/><Relationship Id="rId173" Type="http://schemas.openxmlformats.org/officeDocument/2006/relationships/customXml" Target="../ink/ink231.xml"/><Relationship Id="rId194" Type="http://schemas.openxmlformats.org/officeDocument/2006/relationships/image" Target="../media/image226.png"/><Relationship Id="rId208" Type="http://schemas.openxmlformats.org/officeDocument/2006/relationships/image" Target="../media/image232.png"/><Relationship Id="rId229" Type="http://schemas.openxmlformats.org/officeDocument/2006/relationships/customXml" Target="../ink/ink259.xml"/><Relationship Id="rId240" Type="http://schemas.openxmlformats.org/officeDocument/2006/relationships/image" Target="../media/image73.png"/><Relationship Id="rId261" Type="http://schemas.openxmlformats.org/officeDocument/2006/relationships/customXml" Target="../ink/ink275.xml"/><Relationship Id="rId14" Type="http://schemas.openxmlformats.org/officeDocument/2006/relationships/image" Target="../media/image9.png"/><Relationship Id="rId35" Type="http://schemas.openxmlformats.org/officeDocument/2006/relationships/customXml" Target="../ink/ink162.xml"/><Relationship Id="rId56" Type="http://schemas.openxmlformats.org/officeDocument/2006/relationships/image" Target="../media/image30.png"/><Relationship Id="rId77" Type="http://schemas.openxmlformats.org/officeDocument/2006/relationships/customXml" Target="../ink/ink183.xml"/><Relationship Id="rId100" Type="http://schemas.openxmlformats.org/officeDocument/2006/relationships/image" Target="../media/image182.png"/><Relationship Id="rId282" Type="http://schemas.openxmlformats.org/officeDocument/2006/relationships/image" Target="../media/image267.png"/><Relationship Id="rId317" Type="http://schemas.openxmlformats.org/officeDocument/2006/relationships/customXml" Target="../ink/ink304.xml"/><Relationship Id="rId8" Type="http://schemas.openxmlformats.org/officeDocument/2006/relationships/image" Target="../media/image149.png"/><Relationship Id="rId98" Type="http://schemas.openxmlformats.org/officeDocument/2006/relationships/image" Target="../media/image181.png"/><Relationship Id="rId121" Type="http://schemas.openxmlformats.org/officeDocument/2006/relationships/customXml" Target="../ink/ink205.xml"/><Relationship Id="rId142" Type="http://schemas.openxmlformats.org/officeDocument/2006/relationships/image" Target="../media/image202.png"/><Relationship Id="rId163" Type="http://schemas.openxmlformats.org/officeDocument/2006/relationships/customXml" Target="../ink/ink226.xml"/><Relationship Id="rId184" Type="http://schemas.openxmlformats.org/officeDocument/2006/relationships/image" Target="../media/image221.png"/><Relationship Id="rId219" Type="http://schemas.openxmlformats.org/officeDocument/2006/relationships/customXml" Target="../ink/ink254.xml"/><Relationship Id="rId230" Type="http://schemas.openxmlformats.org/officeDocument/2006/relationships/image" Target="../media/image243.png"/><Relationship Id="rId251" Type="http://schemas.openxmlformats.org/officeDocument/2006/relationships/customXml" Target="../ink/ink270.xml"/><Relationship Id="rId25" Type="http://schemas.openxmlformats.org/officeDocument/2006/relationships/customXml" Target="../ink/ink157.xml"/><Relationship Id="rId46" Type="http://schemas.openxmlformats.org/officeDocument/2006/relationships/image" Target="../media/image25.png"/><Relationship Id="rId67" Type="http://schemas.openxmlformats.org/officeDocument/2006/relationships/customXml" Target="../ink/ink178.xml"/><Relationship Id="rId272" Type="http://schemas.openxmlformats.org/officeDocument/2006/relationships/image" Target="../media/image262.png"/><Relationship Id="rId293" Type="http://schemas.openxmlformats.org/officeDocument/2006/relationships/image" Target="../media/image272.png"/><Relationship Id="rId307" Type="http://schemas.openxmlformats.org/officeDocument/2006/relationships/image" Target="../media/image279.png"/><Relationship Id="rId328" Type="http://schemas.openxmlformats.org/officeDocument/2006/relationships/customXml" Target="../ink/ink310.xml"/><Relationship Id="rId88" Type="http://schemas.openxmlformats.org/officeDocument/2006/relationships/image" Target="../media/image176.png"/><Relationship Id="rId111" Type="http://schemas.openxmlformats.org/officeDocument/2006/relationships/customXml" Target="../ink/ink200.xml"/><Relationship Id="rId132" Type="http://schemas.openxmlformats.org/officeDocument/2006/relationships/image" Target="../media/image197.png"/><Relationship Id="rId153" Type="http://schemas.openxmlformats.org/officeDocument/2006/relationships/customXml" Target="../ink/ink221.xml"/><Relationship Id="rId174" Type="http://schemas.openxmlformats.org/officeDocument/2006/relationships/image" Target="../media/image216.png"/><Relationship Id="rId195" Type="http://schemas.openxmlformats.org/officeDocument/2006/relationships/customXml" Target="../ink/ink242.xml"/><Relationship Id="rId209" Type="http://schemas.openxmlformats.org/officeDocument/2006/relationships/customXml" Target="../ink/ink249.xml"/><Relationship Id="rId220" Type="http://schemas.openxmlformats.org/officeDocument/2006/relationships/image" Target="../media/image238.png"/><Relationship Id="rId241" Type="http://schemas.openxmlformats.org/officeDocument/2006/relationships/customXml" Target="../ink/ink265.xml"/><Relationship Id="rId15" Type="http://schemas.openxmlformats.org/officeDocument/2006/relationships/customXml" Target="../ink/ink152.xml"/><Relationship Id="rId36" Type="http://schemas.openxmlformats.org/officeDocument/2006/relationships/image" Target="../media/image20.png"/><Relationship Id="rId57" Type="http://schemas.openxmlformats.org/officeDocument/2006/relationships/customXml" Target="../ink/ink173.xml"/><Relationship Id="rId262" Type="http://schemas.openxmlformats.org/officeDocument/2006/relationships/image" Target="../media/image72.png"/><Relationship Id="rId283" Type="http://schemas.openxmlformats.org/officeDocument/2006/relationships/customXml" Target="../ink/ink286.xml"/><Relationship Id="rId318" Type="http://schemas.openxmlformats.org/officeDocument/2006/relationships/image" Target="../media/image284.png"/><Relationship Id="rId78" Type="http://schemas.openxmlformats.org/officeDocument/2006/relationships/image" Target="../media/image171.png"/><Relationship Id="rId99" Type="http://schemas.openxmlformats.org/officeDocument/2006/relationships/customXml" Target="../ink/ink194.xml"/><Relationship Id="rId101" Type="http://schemas.openxmlformats.org/officeDocument/2006/relationships/customXml" Target="../ink/ink195.xml"/><Relationship Id="rId122" Type="http://schemas.openxmlformats.org/officeDocument/2006/relationships/image" Target="../media/image192.png"/><Relationship Id="rId143" Type="http://schemas.openxmlformats.org/officeDocument/2006/relationships/customXml" Target="../ink/ink216.xml"/><Relationship Id="rId164" Type="http://schemas.openxmlformats.org/officeDocument/2006/relationships/image" Target="../media/image212.png"/><Relationship Id="rId185" Type="http://schemas.openxmlformats.org/officeDocument/2006/relationships/customXml" Target="../ink/ink237.xml"/><Relationship Id="rId9" Type="http://schemas.openxmlformats.org/officeDocument/2006/relationships/customXml" Target="../ink/ink149.xml"/><Relationship Id="rId210" Type="http://schemas.openxmlformats.org/officeDocument/2006/relationships/image" Target="../media/image233.png"/><Relationship Id="rId26" Type="http://schemas.openxmlformats.org/officeDocument/2006/relationships/image" Target="../media/image156.png"/><Relationship Id="rId231" Type="http://schemas.openxmlformats.org/officeDocument/2006/relationships/customXml" Target="../ink/ink260.xml"/><Relationship Id="rId252" Type="http://schemas.openxmlformats.org/officeDocument/2006/relationships/image" Target="../media/image253.png"/><Relationship Id="rId273" Type="http://schemas.openxmlformats.org/officeDocument/2006/relationships/customXml" Target="../ink/ink281.xml"/><Relationship Id="rId294" Type="http://schemas.openxmlformats.org/officeDocument/2006/relationships/customXml" Target="../ink/ink292.xml"/><Relationship Id="rId308" Type="http://schemas.openxmlformats.org/officeDocument/2006/relationships/customXml" Target="../ink/ink299.xml"/><Relationship Id="rId329" Type="http://schemas.openxmlformats.org/officeDocument/2006/relationships/customXml" Target="../ink/ink311.xml"/><Relationship Id="rId47" Type="http://schemas.openxmlformats.org/officeDocument/2006/relationships/customXml" Target="../ink/ink168.xml"/><Relationship Id="rId68" Type="http://schemas.openxmlformats.org/officeDocument/2006/relationships/image" Target="../media/image166.png"/><Relationship Id="rId89" Type="http://schemas.openxmlformats.org/officeDocument/2006/relationships/customXml" Target="../ink/ink189.xml"/><Relationship Id="rId112" Type="http://schemas.openxmlformats.org/officeDocument/2006/relationships/image" Target="../media/image187.png"/><Relationship Id="rId133" Type="http://schemas.openxmlformats.org/officeDocument/2006/relationships/customXml" Target="../ink/ink211.xml"/><Relationship Id="rId154" Type="http://schemas.openxmlformats.org/officeDocument/2006/relationships/image" Target="../media/image207.png"/><Relationship Id="rId175" Type="http://schemas.openxmlformats.org/officeDocument/2006/relationships/customXml" Target="../ink/ink232.xml"/><Relationship Id="rId196" Type="http://schemas.openxmlformats.org/officeDocument/2006/relationships/image" Target="../media/image227.png"/><Relationship Id="rId200" Type="http://schemas.openxmlformats.org/officeDocument/2006/relationships/image" Target="../media/image139.png"/><Relationship Id="rId16" Type="http://schemas.openxmlformats.org/officeDocument/2006/relationships/image" Target="../media/image152.png"/><Relationship Id="rId221" Type="http://schemas.openxmlformats.org/officeDocument/2006/relationships/customXml" Target="../ink/ink255.xml"/><Relationship Id="rId242" Type="http://schemas.openxmlformats.org/officeDocument/2006/relationships/image" Target="../media/image248.png"/><Relationship Id="rId263" Type="http://schemas.openxmlformats.org/officeDocument/2006/relationships/customXml" Target="../ink/ink276.xml"/><Relationship Id="rId284" Type="http://schemas.openxmlformats.org/officeDocument/2006/relationships/image" Target="../media/image268.png"/><Relationship Id="rId319" Type="http://schemas.openxmlformats.org/officeDocument/2006/relationships/customXml" Target="../ink/ink305.xml"/><Relationship Id="rId37" Type="http://schemas.openxmlformats.org/officeDocument/2006/relationships/customXml" Target="../ink/ink163.xml"/><Relationship Id="rId58" Type="http://schemas.openxmlformats.org/officeDocument/2006/relationships/image" Target="../media/image163.png"/><Relationship Id="rId79" Type="http://schemas.openxmlformats.org/officeDocument/2006/relationships/customXml" Target="../ink/ink184.xml"/><Relationship Id="rId102" Type="http://schemas.openxmlformats.org/officeDocument/2006/relationships/image" Target="../media/image183.png"/><Relationship Id="rId123" Type="http://schemas.openxmlformats.org/officeDocument/2006/relationships/customXml" Target="../ink/ink206.xml"/><Relationship Id="rId144" Type="http://schemas.openxmlformats.org/officeDocument/2006/relationships/image" Target="../media/image203.png"/><Relationship Id="rId330" Type="http://schemas.openxmlformats.org/officeDocument/2006/relationships/customXml" Target="../ink/ink312.xml"/><Relationship Id="rId90" Type="http://schemas.openxmlformats.org/officeDocument/2006/relationships/image" Target="../media/image177.png"/><Relationship Id="rId165" Type="http://schemas.openxmlformats.org/officeDocument/2006/relationships/customXml" Target="../ink/ink227.xml"/><Relationship Id="rId186" Type="http://schemas.openxmlformats.org/officeDocument/2006/relationships/image" Target="../media/image222.png"/><Relationship Id="rId211" Type="http://schemas.openxmlformats.org/officeDocument/2006/relationships/customXml" Target="../ink/ink250.xml"/><Relationship Id="rId232" Type="http://schemas.openxmlformats.org/officeDocument/2006/relationships/image" Target="../media/image244.png"/><Relationship Id="rId253" Type="http://schemas.openxmlformats.org/officeDocument/2006/relationships/customXml" Target="../ink/ink271.xml"/><Relationship Id="rId274" Type="http://schemas.openxmlformats.org/officeDocument/2006/relationships/image" Target="../media/image263.png"/><Relationship Id="rId295" Type="http://schemas.openxmlformats.org/officeDocument/2006/relationships/image" Target="../media/image273.png"/><Relationship Id="rId309" Type="http://schemas.openxmlformats.org/officeDocument/2006/relationships/image" Target="../media/image280.png"/><Relationship Id="rId27" Type="http://schemas.openxmlformats.org/officeDocument/2006/relationships/customXml" Target="../ink/ink158.xml"/><Relationship Id="rId48" Type="http://schemas.openxmlformats.org/officeDocument/2006/relationships/image" Target="../media/image160.png"/><Relationship Id="rId69" Type="http://schemas.openxmlformats.org/officeDocument/2006/relationships/customXml" Target="../ink/ink179.xml"/><Relationship Id="rId113" Type="http://schemas.openxmlformats.org/officeDocument/2006/relationships/customXml" Target="../ink/ink201.xml"/><Relationship Id="rId134" Type="http://schemas.openxmlformats.org/officeDocument/2006/relationships/image" Target="../media/image198.png"/><Relationship Id="rId320" Type="http://schemas.openxmlformats.org/officeDocument/2006/relationships/customXml" Target="../ink/ink306.xml"/><Relationship Id="rId80" Type="http://schemas.openxmlformats.org/officeDocument/2006/relationships/image" Target="../media/image172.png"/><Relationship Id="rId155" Type="http://schemas.openxmlformats.org/officeDocument/2006/relationships/customXml" Target="../ink/ink222.xml"/><Relationship Id="rId176" Type="http://schemas.openxmlformats.org/officeDocument/2006/relationships/image" Target="../media/image217.png"/><Relationship Id="rId197" Type="http://schemas.openxmlformats.org/officeDocument/2006/relationships/customXml" Target="../ink/ink243.xml"/><Relationship Id="rId201" Type="http://schemas.openxmlformats.org/officeDocument/2006/relationships/customXml" Target="../ink/ink245.xml"/><Relationship Id="rId222" Type="http://schemas.openxmlformats.org/officeDocument/2006/relationships/image" Target="../media/image239.png"/><Relationship Id="rId243" Type="http://schemas.openxmlformats.org/officeDocument/2006/relationships/customXml" Target="../ink/ink266.xml"/><Relationship Id="rId264" Type="http://schemas.openxmlformats.org/officeDocument/2006/relationships/image" Target="../media/image258.png"/><Relationship Id="rId285" Type="http://schemas.openxmlformats.org/officeDocument/2006/relationships/customXml" Target="../ink/ink287.xml"/><Relationship Id="rId17" Type="http://schemas.openxmlformats.org/officeDocument/2006/relationships/customXml" Target="../ink/ink153.xml"/><Relationship Id="rId38" Type="http://schemas.openxmlformats.org/officeDocument/2006/relationships/image" Target="../media/image158.png"/><Relationship Id="rId59" Type="http://schemas.openxmlformats.org/officeDocument/2006/relationships/customXml" Target="../ink/ink174.xml"/><Relationship Id="rId103" Type="http://schemas.openxmlformats.org/officeDocument/2006/relationships/customXml" Target="../ink/ink196.xml"/><Relationship Id="rId124" Type="http://schemas.openxmlformats.org/officeDocument/2006/relationships/image" Target="../media/image193.png"/><Relationship Id="rId310" Type="http://schemas.openxmlformats.org/officeDocument/2006/relationships/customXml" Target="../ink/ink300.xml"/><Relationship Id="rId70" Type="http://schemas.openxmlformats.org/officeDocument/2006/relationships/image" Target="../media/image167.png"/><Relationship Id="rId91" Type="http://schemas.openxmlformats.org/officeDocument/2006/relationships/customXml" Target="../ink/ink190.xml"/><Relationship Id="rId145" Type="http://schemas.openxmlformats.org/officeDocument/2006/relationships/customXml" Target="../ink/ink217.xml"/><Relationship Id="rId166" Type="http://schemas.openxmlformats.org/officeDocument/2006/relationships/image" Target="../media/image213.png"/><Relationship Id="rId187" Type="http://schemas.openxmlformats.org/officeDocument/2006/relationships/customXml" Target="../ink/ink238.xml"/><Relationship Id="rId331" Type="http://schemas.openxmlformats.org/officeDocument/2006/relationships/customXml" Target="../ink/ink31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34.png"/><Relationship Id="rId233" Type="http://schemas.openxmlformats.org/officeDocument/2006/relationships/customXml" Target="../ink/ink261.xml"/><Relationship Id="rId254" Type="http://schemas.openxmlformats.org/officeDocument/2006/relationships/image" Target="../media/image254.png"/><Relationship Id="rId28" Type="http://schemas.openxmlformats.org/officeDocument/2006/relationships/image" Target="../media/image16.png"/><Relationship Id="rId49" Type="http://schemas.openxmlformats.org/officeDocument/2006/relationships/customXml" Target="../ink/ink169.xml"/><Relationship Id="rId114" Type="http://schemas.openxmlformats.org/officeDocument/2006/relationships/image" Target="../media/image188.png"/><Relationship Id="rId275" Type="http://schemas.openxmlformats.org/officeDocument/2006/relationships/customXml" Target="../ink/ink282.xml"/><Relationship Id="rId296" Type="http://schemas.openxmlformats.org/officeDocument/2006/relationships/customXml" Target="../ink/ink293.xml"/><Relationship Id="rId300" Type="http://schemas.openxmlformats.org/officeDocument/2006/relationships/customXml" Target="../ink/ink295.xml"/><Relationship Id="rId60" Type="http://schemas.openxmlformats.org/officeDocument/2006/relationships/image" Target="../media/image34.png"/><Relationship Id="rId81" Type="http://schemas.openxmlformats.org/officeDocument/2006/relationships/customXml" Target="../ink/ink185.xml"/><Relationship Id="rId135" Type="http://schemas.openxmlformats.org/officeDocument/2006/relationships/customXml" Target="../ink/ink212.xml"/><Relationship Id="rId156" Type="http://schemas.openxmlformats.org/officeDocument/2006/relationships/image" Target="../media/image208.png"/><Relationship Id="rId177" Type="http://schemas.openxmlformats.org/officeDocument/2006/relationships/customXml" Target="../ink/ink233.xml"/><Relationship Id="rId198" Type="http://schemas.openxmlformats.org/officeDocument/2006/relationships/image" Target="../media/image228.png"/><Relationship Id="rId321" Type="http://schemas.openxmlformats.org/officeDocument/2006/relationships/image" Target="../media/image285.png"/><Relationship Id="rId202" Type="http://schemas.openxmlformats.org/officeDocument/2006/relationships/image" Target="../media/image229.png"/><Relationship Id="rId223" Type="http://schemas.openxmlformats.org/officeDocument/2006/relationships/customXml" Target="../ink/ink256.xml"/><Relationship Id="rId244" Type="http://schemas.openxmlformats.org/officeDocument/2006/relationships/image" Target="../media/image249.png"/><Relationship Id="rId18" Type="http://schemas.openxmlformats.org/officeDocument/2006/relationships/image" Target="../media/image153.png"/><Relationship Id="rId39" Type="http://schemas.openxmlformats.org/officeDocument/2006/relationships/customXml" Target="../ink/ink164.xml"/><Relationship Id="rId265" Type="http://schemas.openxmlformats.org/officeDocument/2006/relationships/customXml" Target="../ink/ink277.xml"/><Relationship Id="rId286" Type="http://schemas.openxmlformats.org/officeDocument/2006/relationships/customXml" Target="../ink/ink288.xml"/><Relationship Id="rId50" Type="http://schemas.openxmlformats.org/officeDocument/2006/relationships/image" Target="../media/image27.png"/><Relationship Id="rId104" Type="http://schemas.openxmlformats.org/officeDocument/2006/relationships/image" Target="../media/image184.png"/><Relationship Id="rId125" Type="http://schemas.openxmlformats.org/officeDocument/2006/relationships/customXml" Target="../ink/ink207.xml"/><Relationship Id="rId146" Type="http://schemas.openxmlformats.org/officeDocument/2006/relationships/image" Target="../media/image118.png"/><Relationship Id="rId167" Type="http://schemas.openxmlformats.org/officeDocument/2006/relationships/customXml" Target="../ink/ink228.xml"/><Relationship Id="rId188" Type="http://schemas.openxmlformats.org/officeDocument/2006/relationships/image" Target="../media/image223.png"/><Relationship Id="rId311" Type="http://schemas.openxmlformats.org/officeDocument/2006/relationships/image" Target="../media/image281.png"/><Relationship Id="rId332" Type="http://schemas.openxmlformats.org/officeDocument/2006/relationships/image" Target="../media/image289.png"/><Relationship Id="rId71" Type="http://schemas.openxmlformats.org/officeDocument/2006/relationships/customXml" Target="../ink/ink180.xml"/><Relationship Id="rId92" Type="http://schemas.openxmlformats.org/officeDocument/2006/relationships/image" Target="../media/image178.png"/><Relationship Id="rId213" Type="http://schemas.openxmlformats.org/officeDocument/2006/relationships/customXml" Target="../ink/ink251.xml"/><Relationship Id="rId234" Type="http://schemas.openxmlformats.org/officeDocument/2006/relationships/image" Target="../media/image245.png"/><Relationship Id="rId2" Type="http://schemas.openxmlformats.org/officeDocument/2006/relationships/image" Target="../media/image4.png"/><Relationship Id="rId29" Type="http://schemas.openxmlformats.org/officeDocument/2006/relationships/customXml" Target="../ink/ink159.xml"/><Relationship Id="rId255" Type="http://schemas.openxmlformats.org/officeDocument/2006/relationships/customXml" Target="../ink/ink272.xml"/><Relationship Id="rId276" Type="http://schemas.openxmlformats.org/officeDocument/2006/relationships/image" Target="../media/image264.png"/><Relationship Id="rId297" Type="http://schemas.openxmlformats.org/officeDocument/2006/relationships/image" Target="../media/image274.png"/><Relationship Id="rId40" Type="http://schemas.openxmlformats.org/officeDocument/2006/relationships/image" Target="../media/image22.png"/><Relationship Id="rId115" Type="http://schemas.openxmlformats.org/officeDocument/2006/relationships/customXml" Target="../ink/ink202.xml"/><Relationship Id="rId136" Type="http://schemas.openxmlformats.org/officeDocument/2006/relationships/image" Target="../media/image199.png"/><Relationship Id="rId157" Type="http://schemas.openxmlformats.org/officeDocument/2006/relationships/customXml" Target="../ink/ink223.xml"/><Relationship Id="rId178" Type="http://schemas.openxmlformats.org/officeDocument/2006/relationships/image" Target="../media/image218.png"/><Relationship Id="rId301" Type="http://schemas.openxmlformats.org/officeDocument/2006/relationships/image" Target="../media/image276.png"/><Relationship Id="rId322" Type="http://schemas.openxmlformats.org/officeDocument/2006/relationships/customXml" Target="../ink/ink307.xml"/><Relationship Id="rId61" Type="http://schemas.openxmlformats.org/officeDocument/2006/relationships/customXml" Target="../ink/ink175.xml"/><Relationship Id="rId82" Type="http://schemas.openxmlformats.org/officeDocument/2006/relationships/image" Target="../media/image173.png"/><Relationship Id="rId199" Type="http://schemas.openxmlformats.org/officeDocument/2006/relationships/customXml" Target="../ink/ink244.xml"/><Relationship Id="rId203" Type="http://schemas.openxmlformats.org/officeDocument/2006/relationships/customXml" Target="../ink/ink246.xml"/><Relationship Id="rId19" Type="http://schemas.openxmlformats.org/officeDocument/2006/relationships/customXml" Target="../ink/ink154.xml"/><Relationship Id="rId224" Type="http://schemas.openxmlformats.org/officeDocument/2006/relationships/image" Target="../media/image240.png"/><Relationship Id="rId245" Type="http://schemas.openxmlformats.org/officeDocument/2006/relationships/customXml" Target="../ink/ink267.xml"/><Relationship Id="rId266" Type="http://schemas.openxmlformats.org/officeDocument/2006/relationships/image" Target="../media/image259.png"/><Relationship Id="rId287" Type="http://schemas.openxmlformats.org/officeDocument/2006/relationships/image" Target="../media/image269.png"/><Relationship Id="rId30" Type="http://schemas.openxmlformats.org/officeDocument/2006/relationships/image" Target="../media/image17.png"/><Relationship Id="rId105" Type="http://schemas.openxmlformats.org/officeDocument/2006/relationships/customXml" Target="../ink/ink197.xml"/><Relationship Id="rId126" Type="http://schemas.openxmlformats.org/officeDocument/2006/relationships/image" Target="../media/image194.png"/><Relationship Id="rId147" Type="http://schemas.openxmlformats.org/officeDocument/2006/relationships/customXml" Target="../ink/ink218.xml"/><Relationship Id="rId168" Type="http://schemas.openxmlformats.org/officeDocument/2006/relationships/image" Target="../media/image214.png"/><Relationship Id="rId312" Type="http://schemas.openxmlformats.org/officeDocument/2006/relationships/customXml" Target="../ink/ink301.xml"/><Relationship Id="rId51" Type="http://schemas.openxmlformats.org/officeDocument/2006/relationships/customXml" Target="../ink/ink170.xml"/><Relationship Id="rId72" Type="http://schemas.openxmlformats.org/officeDocument/2006/relationships/image" Target="../media/image168.png"/><Relationship Id="rId93" Type="http://schemas.openxmlformats.org/officeDocument/2006/relationships/customXml" Target="../ink/ink191.xml"/><Relationship Id="rId189" Type="http://schemas.openxmlformats.org/officeDocument/2006/relationships/customXml" Target="../ink/ink239.xml"/><Relationship Id="rId3" Type="http://schemas.openxmlformats.org/officeDocument/2006/relationships/customXml" Target="../ink/ink146.xml"/><Relationship Id="rId214" Type="http://schemas.openxmlformats.org/officeDocument/2006/relationships/image" Target="../media/image235.png"/><Relationship Id="rId235" Type="http://schemas.openxmlformats.org/officeDocument/2006/relationships/customXml" Target="../ink/ink262.xml"/><Relationship Id="rId256" Type="http://schemas.openxmlformats.org/officeDocument/2006/relationships/image" Target="../media/image255.png"/><Relationship Id="rId277" Type="http://schemas.openxmlformats.org/officeDocument/2006/relationships/customXml" Target="../ink/ink283.xml"/><Relationship Id="rId298" Type="http://schemas.openxmlformats.org/officeDocument/2006/relationships/customXml" Target="../ink/ink294.xml"/><Relationship Id="rId116" Type="http://schemas.openxmlformats.org/officeDocument/2006/relationships/image" Target="../media/image189.png"/><Relationship Id="rId137" Type="http://schemas.openxmlformats.org/officeDocument/2006/relationships/customXml" Target="../ink/ink213.xml"/><Relationship Id="rId158" Type="http://schemas.openxmlformats.org/officeDocument/2006/relationships/image" Target="../media/image209.png"/><Relationship Id="rId302" Type="http://schemas.openxmlformats.org/officeDocument/2006/relationships/customXml" Target="../ink/ink296.xml"/><Relationship Id="rId323" Type="http://schemas.openxmlformats.org/officeDocument/2006/relationships/image" Target="../media/image286.png"/><Relationship Id="rId20" Type="http://schemas.openxmlformats.org/officeDocument/2006/relationships/image" Target="../media/image12.png"/><Relationship Id="rId41" Type="http://schemas.openxmlformats.org/officeDocument/2006/relationships/customXml" Target="../ink/ink165.xml"/><Relationship Id="rId62" Type="http://schemas.openxmlformats.org/officeDocument/2006/relationships/image" Target="../media/image81.png"/><Relationship Id="rId83" Type="http://schemas.openxmlformats.org/officeDocument/2006/relationships/customXml" Target="../ink/ink186.xml"/><Relationship Id="rId179" Type="http://schemas.openxmlformats.org/officeDocument/2006/relationships/customXml" Target="../ink/ink234.xml"/><Relationship Id="rId190" Type="http://schemas.openxmlformats.org/officeDocument/2006/relationships/image" Target="../media/image224.png"/><Relationship Id="rId204" Type="http://schemas.openxmlformats.org/officeDocument/2006/relationships/image" Target="../media/image230.png"/><Relationship Id="rId225" Type="http://schemas.openxmlformats.org/officeDocument/2006/relationships/customXml" Target="../ink/ink257.xml"/><Relationship Id="rId246" Type="http://schemas.openxmlformats.org/officeDocument/2006/relationships/image" Target="../media/image250.png"/><Relationship Id="rId267" Type="http://schemas.openxmlformats.org/officeDocument/2006/relationships/customXml" Target="../ink/ink278.xml"/><Relationship Id="rId288" Type="http://schemas.openxmlformats.org/officeDocument/2006/relationships/customXml" Target="../ink/ink289.xml"/><Relationship Id="rId106" Type="http://schemas.openxmlformats.org/officeDocument/2006/relationships/image" Target="../media/image89.png"/><Relationship Id="rId127" Type="http://schemas.openxmlformats.org/officeDocument/2006/relationships/customXml" Target="../ink/ink208.xml"/><Relationship Id="rId313" Type="http://schemas.openxmlformats.org/officeDocument/2006/relationships/customXml" Target="../ink/ink302.xml"/><Relationship Id="rId10" Type="http://schemas.openxmlformats.org/officeDocument/2006/relationships/image" Target="../media/image150.png"/><Relationship Id="rId31" Type="http://schemas.openxmlformats.org/officeDocument/2006/relationships/customXml" Target="../ink/ink160.xml"/><Relationship Id="rId52" Type="http://schemas.openxmlformats.org/officeDocument/2006/relationships/image" Target="../media/image161.png"/><Relationship Id="rId73" Type="http://schemas.openxmlformats.org/officeDocument/2006/relationships/customXml" Target="../ink/ink181.xml"/><Relationship Id="rId94" Type="http://schemas.openxmlformats.org/officeDocument/2006/relationships/image" Target="../media/image179.png"/><Relationship Id="rId148" Type="http://schemas.openxmlformats.org/officeDocument/2006/relationships/image" Target="../media/image204.png"/><Relationship Id="rId169" Type="http://schemas.openxmlformats.org/officeDocument/2006/relationships/customXml" Target="../ink/ink229.xml"/><Relationship Id="rId4" Type="http://schemas.openxmlformats.org/officeDocument/2006/relationships/image" Target="../media/image147.png"/><Relationship Id="rId180" Type="http://schemas.openxmlformats.org/officeDocument/2006/relationships/image" Target="../media/image219.png"/><Relationship Id="rId215" Type="http://schemas.openxmlformats.org/officeDocument/2006/relationships/customXml" Target="../ink/ink252.xml"/><Relationship Id="rId236" Type="http://schemas.openxmlformats.org/officeDocument/2006/relationships/image" Target="../media/image246.png"/><Relationship Id="rId257" Type="http://schemas.openxmlformats.org/officeDocument/2006/relationships/customXml" Target="../ink/ink273.xml"/><Relationship Id="rId278" Type="http://schemas.openxmlformats.org/officeDocument/2006/relationships/image" Target="../media/image265.png"/><Relationship Id="rId303" Type="http://schemas.openxmlformats.org/officeDocument/2006/relationships/image" Target="../media/image277.png"/><Relationship Id="rId42" Type="http://schemas.openxmlformats.org/officeDocument/2006/relationships/image" Target="../media/image159.png"/><Relationship Id="rId84" Type="http://schemas.openxmlformats.org/officeDocument/2006/relationships/image" Target="../media/image174.png"/><Relationship Id="rId138" Type="http://schemas.openxmlformats.org/officeDocument/2006/relationships/image" Target="../media/image200.png"/><Relationship Id="rId191" Type="http://schemas.openxmlformats.org/officeDocument/2006/relationships/customXml" Target="../ink/ink240.xml"/><Relationship Id="rId205" Type="http://schemas.openxmlformats.org/officeDocument/2006/relationships/customXml" Target="../ink/ink247.xml"/><Relationship Id="rId247" Type="http://schemas.openxmlformats.org/officeDocument/2006/relationships/customXml" Target="../ink/ink268.xml"/><Relationship Id="rId107" Type="http://schemas.openxmlformats.org/officeDocument/2006/relationships/customXml" Target="../ink/ink198.xml"/><Relationship Id="rId289" Type="http://schemas.openxmlformats.org/officeDocument/2006/relationships/image" Target="../media/image270.png"/><Relationship Id="rId11" Type="http://schemas.openxmlformats.org/officeDocument/2006/relationships/customXml" Target="../ink/ink150.xml"/><Relationship Id="rId53" Type="http://schemas.openxmlformats.org/officeDocument/2006/relationships/customXml" Target="../ink/ink171.xml"/><Relationship Id="rId149" Type="http://schemas.openxmlformats.org/officeDocument/2006/relationships/customXml" Target="../ink/ink219.xml"/><Relationship Id="rId314" Type="http://schemas.openxmlformats.org/officeDocument/2006/relationships/image" Target="../media/image282.png"/><Relationship Id="rId95" Type="http://schemas.openxmlformats.org/officeDocument/2006/relationships/customXml" Target="../ink/ink192.xml"/><Relationship Id="rId160" Type="http://schemas.openxmlformats.org/officeDocument/2006/relationships/image" Target="../media/image210.png"/><Relationship Id="rId216" Type="http://schemas.openxmlformats.org/officeDocument/2006/relationships/image" Target="../media/image236.png"/><Relationship Id="rId258" Type="http://schemas.openxmlformats.org/officeDocument/2006/relationships/image" Target="../media/image256.png"/><Relationship Id="rId22" Type="http://schemas.openxmlformats.org/officeDocument/2006/relationships/image" Target="../media/image154.png"/><Relationship Id="rId64" Type="http://schemas.openxmlformats.org/officeDocument/2006/relationships/image" Target="../media/image164.png"/><Relationship Id="rId118" Type="http://schemas.openxmlformats.org/officeDocument/2006/relationships/image" Target="../media/image190.png"/><Relationship Id="rId325" Type="http://schemas.openxmlformats.org/officeDocument/2006/relationships/image" Target="../media/image287.png"/><Relationship Id="rId171" Type="http://schemas.openxmlformats.org/officeDocument/2006/relationships/customXml" Target="../ink/ink230.xml"/><Relationship Id="rId227" Type="http://schemas.openxmlformats.org/officeDocument/2006/relationships/customXml" Target="../ink/ink258.xml"/><Relationship Id="rId269" Type="http://schemas.openxmlformats.org/officeDocument/2006/relationships/customXml" Target="../ink/ink279.xml"/><Relationship Id="rId33" Type="http://schemas.openxmlformats.org/officeDocument/2006/relationships/customXml" Target="../ink/ink161.xml"/><Relationship Id="rId129" Type="http://schemas.openxmlformats.org/officeDocument/2006/relationships/customXml" Target="../ink/ink209.xml"/><Relationship Id="rId280" Type="http://schemas.openxmlformats.org/officeDocument/2006/relationships/image" Target="../media/image266.png"/><Relationship Id="rId75" Type="http://schemas.openxmlformats.org/officeDocument/2006/relationships/customXml" Target="../ink/ink182.xml"/><Relationship Id="rId140" Type="http://schemas.openxmlformats.org/officeDocument/2006/relationships/image" Target="../media/image201.png"/><Relationship Id="rId182" Type="http://schemas.openxmlformats.org/officeDocument/2006/relationships/image" Target="../media/image220.png"/><Relationship Id="rId6" Type="http://schemas.openxmlformats.org/officeDocument/2006/relationships/image" Target="../media/image148.png"/><Relationship Id="rId238" Type="http://schemas.openxmlformats.org/officeDocument/2006/relationships/image" Target="../media/image247.png"/><Relationship Id="rId291" Type="http://schemas.openxmlformats.org/officeDocument/2006/relationships/image" Target="../media/image271.png"/><Relationship Id="rId305" Type="http://schemas.openxmlformats.org/officeDocument/2006/relationships/image" Target="../media/image278.png"/><Relationship Id="rId44" Type="http://schemas.openxmlformats.org/officeDocument/2006/relationships/image" Target="../media/image24.png"/><Relationship Id="rId86" Type="http://schemas.openxmlformats.org/officeDocument/2006/relationships/image" Target="../media/image175.png"/><Relationship Id="rId151" Type="http://schemas.openxmlformats.org/officeDocument/2006/relationships/customXml" Target="../ink/ink220.xml"/><Relationship Id="rId193" Type="http://schemas.openxmlformats.org/officeDocument/2006/relationships/customXml" Target="../ink/ink241.xml"/><Relationship Id="rId207" Type="http://schemas.openxmlformats.org/officeDocument/2006/relationships/customXml" Target="../ink/ink248.xml"/><Relationship Id="rId249" Type="http://schemas.openxmlformats.org/officeDocument/2006/relationships/customXml" Target="../ink/ink269.xml"/><Relationship Id="rId13" Type="http://schemas.openxmlformats.org/officeDocument/2006/relationships/customXml" Target="../ink/ink151.xml"/><Relationship Id="rId109" Type="http://schemas.openxmlformats.org/officeDocument/2006/relationships/customXml" Target="../ink/ink199.xml"/><Relationship Id="rId260" Type="http://schemas.openxmlformats.org/officeDocument/2006/relationships/image" Target="../media/image257.png"/><Relationship Id="rId316" Type="http://schemas.openxmlformats.org/officeDocument/2006/relationships/image" Target="../media/image283.png"/><Relationship Id="rId55" Type="http://schemas.openxmlformats.org/officeDocument/2006/relationships/customXml" Target="../ink/ink172.xml"/><Relationship Id="rId97" Type="http://schemas.openxmlformats.org/officeDocument/2006/relationships/customXml" Target="../ink/ink193.xml"/><Relationship Id="rId120" Type="http://schemas.openxmlformats.org/officeDocument/2006/relationships/image" Target="../media/image191.png"/><Relationship Id="rId162" Type="http://schemas.openxmlformats.org/officeDocument/2006/relationships/image" Target="../media/image211.png"/><Relationship Id="rId218" Type="http://schemas.openxmlformats.org/officeDocument/2006/relationships/image" Target="../media/image2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4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5.xml"/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customXml" Target="../ink/ink316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customXml" Target="../ink/ink322.xml"/><Relationship Id="rId3" Type="http://schemas.openxmlformats.org/officeDocument/2006/relationships/customXml" Target="../ink/ink317.xml"/><Relationship Id="rId7" Type="http://schemas.openxmlformats.org/officeDocument/2006/relationships/customXml" Target="../ink/ink319.xml"/><Relationship Id="rId12" Type="http://schemas.openxmlformats.org/officeDocument/2006/relationships/image" Target="../media/image17.emf"/><Relationship Id="rId2" Type="http://schemas.openxmlformats.org/officeDocument/2006/relationships/image" Target="../media/image293.png"/><Relationship Id="rId16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11" Type="http://schemas.openxmlformats.org/officeDocument/2006/relationships/customXml" Target="../ink/ink321.xml"/><Relationship Id="rId5" Type="http://schemas.openxmlformats.org/officeDocument/2006/relationships/customXml" Target="../ink/ink318.xml"/><Relationship Id="rId15" Type="http://schemas.openxmlformats.org/officeDocument/2006/relationships/customXml" Target="../ink/ink323.xml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customXml" Target="../ink/ink320.xml"/><Relationship Id="rId1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D52043-DF80-447E-BA5D-53ADEAB92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44271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8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FDE5C-74D3-42FB-83BC-5CED2884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01429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7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523BA0-8755-41B4-A4DA-0FB1CC41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06218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64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2581FE-3E5F-4D9E-B3DB-7EC8B5B2C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06165" cy="33913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/>
              <p14:cNvContentPartPr/>
              <p14:nvPr/>
            </p14:nvContentPartPr>
            <p14:xfrm>
              <a:off x="5469222" y="215762"/>
              <a:ext cx="1415160" cy="82872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782" y="205322"/>
                <a:ext cx="1436040" cy="84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D442FB-D812-934A-E676-28EF0E9E79C0}"/>
                  </a:ext>
                </a:extLst>
              </p14:cNvPr>
              <p14:cNvContentPartPr/>
              <p14:nvPr/>
            </p14:nvContentPartPr>
            <p14:xfrm>
              <a:off x="1233849" y="1793073"/>
              <a:ext cx="477720" cy="76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D442FB-D812-934A-E676-28EF0E9E79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4849" y="1784433"/>
                <a:ext cx="49536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A75467-38CB-0847-D18B-AA17186CEAFC}"/>
                  </a:ext>
                </a:extLst>
              </p14:cNvPr>
              <p14:cNvContentPartPr/>
              <p14:nvPr/>
            </p14:nvContentPartPr>
            <p14:xfrm>
              <a:off x="1605369" y="1693353"/>
              <a:ext cx="295560" cy="250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A75467-38CB-0847-D18B-AA17186CEA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6729" y="1684353"/>
                <a:ext cx="31320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0452971-C420-D258-B9DB-64C6BA245ECF}"/>
              </a:ext>
            </a:extLst>
          </p:cNvPr>
          <p:cNvGrpSpPr/>
          <p:nvPr/>
        </p:nvGrpSpPr>
        <p:grpSpPr>
          <a:xfrm>
            <a:off x="1090569" y="2440353"/>
            <a:ext cx="331200" cy="261000"/>
            <a:chOff x="1090569" y="2440353"/>
            <a:chExt cx="33120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F255B8-610E-D36A-C2AD-AF2AA41B1234}"/>
                    </a:ext>
                  </a:extLst>
                </p14:cNvPr>
                <p14:cNvContentPartPr/>
                <p14:nvPr/>
              </p14:nvContentPartPr>
              <p14:xfrm>
                <a:off x="1134129" y="2442153"/>
                <a:ext cx="243360" cy="259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F255B8-610E-D36A-C2AD-AF2AA41B12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5129" y="2433513"/>
                  <a:ext cx="2610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2FD5EF-8717-E337-BFF8-149C1EC14BA8}"/>
                    </a:ext>
                  </a:extLst>
                </p14:cNvPr>
                <p14:cNvContentPartPr/>
                <p14:nvPr/>
              </p14:nvContentPartPr>
              <p14:xfrm>
                <a:off x="1090569" y="2440353"/>
                <a:ext cx="331200" cy="240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2FD5EF-8717-E337-BFF8-149C1EC14B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81569" y="2431353"/>
                  <a:ext cx="348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57F1AB-67D6-8E5F-8504-B61DD7408DB7}"/>
                    </a:ext>
                  </a:extLst>
                </p14:cNvPr>
                <p14:cNvContentPartPr/>
                <p14:nvPr/>
              </p14:nvContentPartPr>
              <p14:xfrm>
                <a:off x="1233849" y="2565273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57F1AB-67D6-8E5F-8504-B61DD7408D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24849" y="25566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F6D69F5-DAD2-D1D2-ACA5-637F972D2CEE}"/>
              </a:ext>
            </a:extLst>
          </p:cNvPr>
          <p:cNvGrpSpPr/>
          <p:nvPr/>
        </p:nvGrpSpPr>
        <p:grpSpPr>
          <a:xfrm>
            <a:off x="1018569" y="2787393"/>
            <a:ext cx="641520" cy="380880"/>
            <a:chOff x="1018569" y="2787393"/>
            <a:chExt cx="64152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D49923D-3629-7AD2-03AB-DACF481291F4}"/>
                    </a:ext>
                  </a:extLst>
                </p14:cNvPr>
                <p14:cNvContentPartPr/>
                <p14:nvPr/>
              </p14:nvContentPartPr>
              <p14:xfrm>
                <a:off x="1018569" y="2787393"/>
                <a:ext cx="28800" cy="156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D49923D-3629-7AD2-03AB-DACF481291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9929" y="2778393"/>
                  <a:ext cx="46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A882A4-30C0-FFC2-8E6F-8C1B896904FD}"/>
                    </a:ext>
                  </a:extLst>
                </p14:cNvPr>
                <p14:cNvContentPartPr/>
                <p14:nvPr/>
              </p14:nvContentPartPr>
              <p14:xfrm>
                <a:off x="1126929" y="2833113"/>
                <a:ext cx="99000" cy="132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A882A4-30C0-FFC2-8E6F-8C1B896904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7929" y="2824473"/>
                  <a:ext cx="116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CC95B7-E8E3-975C-EDD8-BEE980B12079}"/>
                    </a:ext>
                  </a:extLst>
                </p14:cNvPr>
                <p14:cNvContentPartPr/>
                <p14:nvPr/>
              </p14:nvContentPartPr>
              <p14:xfrm>
                <a:off x="1304769" y="2866953"/>
                <a:ext cx="360" cy="51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CC95B7-E8E3-975C-EDD8-BEE980B1207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95769" y="2858313"/>
                  <a:ext cx="18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61B9C0-C356-9F0B-8596-EF368A8E4C2D}"/>
                    </a:ext>
                  </a:extLst>
                </p14:cNvPr>
                <p14:cNvContentPartPr/>
                <p14:nvPr/>
              </p14:nvContentPartPr>
              <p14:xfrm>
                <a:off x="1418529" y="2833113"/>
                <a:ext cx="84600" cy="13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61B9C0-C356-9F0B-8596-EF368A8E4C2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09529" y="2824473"/>
                  <a:ext cx="102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A45ECE-22ED-531A-CCDB-9827D165EE42}"/>
                    </a:ext>
                  </a:extLst>
                </p14:cNvPr>
                <p14:cNvContentPartPr/>
                <p14:nvPr/>
              </p14:nvContentPartPr>
              <p14:xfrm>
                <a:off x="1544529" y="2813673"/>
                <a:ext cx="45000" cy="141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A45ECE-22ED-531A-CCDB-9827D165EE4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35889" y="2805033"/>
                  <a:ext cx="62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00018A-82E5-A669-5CDF-F7F5071B58D3}"/>
                    </a:ext>
                  </a:extLst>
                </p14:cNvPr>
                <p14:cNvContentPartPr/>
                <p14:nvPr/>
              </p14:nvContentPartPr>
              <p14:xfrm>
                <a:off x="1118649" y="3044793"/>
                <a:ext cx="124560" cy="18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00018A-82E5-A669-5CDF-F7F5071B58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09649" y="3035793"/>
                  <a:ext cx="142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6D757A-7280-A6AD-C38C-296A41E308E8}"/>
                    </a:ext>
                  </a:extLst>
                </p14:cNvPr>
                <p14:cNvContentPartPr/>
                <p14:nvPr/>
              </p14:nvContentPartPr>
              <p14:xfrm>
                <a:off x="1144929" y="3000513"/>
                <a:ext cx="93960" cy="89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6D757A-7280-A6AD-C38C-296A41E308E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35929" y="2991513"/>
                  <a:ext cx="111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6C2CFF-6F65-82B9-1E39-15888BAAA9CB}"/>
                    </a:ext>
                  </a:extLst>
                </p14:cNvPr>
                <p14:cNvContentPartPr/>
                <p14:nvPr/>
              </p14:nvContentPartPr>
              <p14:xfrm>
                <a:off x="1366689" y="3062433"/>
                <a:ext cx="360" cy="105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6C2CFF-6F65-82B9-1E39-15888BAAA9C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58049" y="3053433"/>
                  <a:ext cx="18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583E2E-EE2E-8151-AADD-A79A69C521A1}"/>
                    </a:ext>
                  </a:extLst>
                </p14:cNvPr>
                <p14:cNvContentPartPr/>
                <p14:nvPr/>
              </p14:nvContentPartPr>
              <p14:xfrm>
                <a:off x="1468569" y="3044793"/>
                <a:ext cx="85320" cy="73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583E2E-EE2E-8151-AADD-A79A69C521A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59569" y="3035793"/>
                  <a:ext cx="1029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3DAADA-05F9-88C3-8017-019ECD04D3E1}"/>
                    </a:ext>
                  </a:extLst>
                </p14:cNvPr>
                <p14:cNvContentPartPr/>
                <p14:nvPr/>
              </p14:nvContentPartPr>
              <p14:xfrm>
                <a:off x="1455609" y="3009153"/>
                <a:ext cx="24120" cy="3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3DAADA-05F9-88C3-8017-019ECD04D3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46969" y="3000153"/>
                  <a:ext cx="41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6B65DF5-3041-9232-0FFA-0381D3518DC1}"/>
                    </a:ext>
                  </a:extLst>
                </p14:cNvPr>
                <p14:cNvContentPartPr/>
                <p14:nvPr/>
              </p14:nvContentPartPr>
              <p14:xfrm>
                <a:off x="1659729" y="3080073"/>
                <a:ext cx="360" cy="88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6B65DF5-3041-9232-0FFA-0381D3518DC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51089" y="3071073"/>
                  <a:ext cx="1800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6C5D890-5700-72AB-E478-94D94670D845}"/>
              </a:ext>
            </a:extLst>
          </p:cNvPr>
          <p:cNvGrpSpPr/>
          <p:nvPr/>
        </p:nvGrpSpPr>
        <p:grpSpPr>
          <a:xfrm>
            <a:off x="1720209" y="1127073"/>
            <a:ext cx="684720" cy="541800"/>
            <a:chOff x="1720209" y="1127073"/>
            <a:chExt cx="68472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B16DC3-46DA-B230-872F-1590D1A62BC6}"/>
                    </a:ext>
                  </a:extLst>
                </p14:cNvPr>
                <p14:cNvContentPartPr/>
                <p14:nvPr/>
              </p14:nvContentPartPr>
              <p14:xfrm>
                <a:off x="1798689" y="1472673"/>
                <a:ext cx="105480" cy="157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B16DC3-46DA-B230-872F-1590D1A62BC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89689" y="1464033"/>
                  <a:ext cx="123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C8C9B1-E636-16A3-C170-708D576C5E48}"/>
                    </a:ext>
                  </a:extLst>
                </p14:cNvPr>
                <p14:cNvContentPartPr/>
                <p14:nvPr/>
              </p14:nvContentPartPr>
              <p14:xfrm>
                <a:off x="2020449" y="1606593"/>
                <a:ext cx="3960" cy="2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C8C9B1-E636-16A3-C170-708D576C5E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11449" y="1597953"/>
                  <a:ext cx="21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71040C-9719-3617-FE4B-73D490216BFD}"/>
                    </a:ext>
                  </a:extLst>
                </p14:cNvPr>
                <p14:cNvContentPartPr/>
                <p14:nvPr/>
              </p14:nvContentPartPr>
              <p14:xfrm>
                <a:off x="2094609" y="1455753"/>
                <a:ext cx="116280" cy="194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71040C-9719-3617-FE4B-73D490216BF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85609" y="1446753"/>
                  <a:ext cx="133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442858-CD38-D7E4-AA6C-078ADB906112}"/>
                    </a:ext>
                  </a:extLst>
                </p14:cNvPr>
                <p14:cNvContentPartPr/>
                <p14:nvPr/>
              </p14:nvContentPartPr>
              <p14:xfrm>
                <a:off x="1720209" y="1464393"/>
                <a:ext cx="19800" cy="204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442858-CD38-D7E4-AA6C-078ADB9061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11569" y="1455753"/>
                  <a:ext cx="37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37BBCE-6370-4675-F7D7-2947ABBC1ED3}"/>
                    </a:ext>
                  </a:extLst>
                </p14:cNvPr>
                <p14:cNvContentPartPr/>
                <p14:nvPr/>
              </p14:nvContentPartPr>
              <p14:xfrm>
                <a:off x="2254449" y="1455393"/>
                <a:ext cx="45360" cy="19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37BBCE-6370-4675-F7D7-2947ABBC1ED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45809" y="1446753"/>
                  <a:ext cx="63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67FCDC4-E234-7676-0726-916ED01211B3}"/>
                    </a:ext>
                  </a:extLst>
                </p14:cNvPr>
                <p14:cNvContentPartPr/>
                <p14:nvPr/>
              </p14:nvContentPartPr>
              <p14:xfrm>
                <a:off x="1812369" y="1136073"/>
                <a:ext cx="114120" cy="107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67FCDC4-E234-7676-0726-916ED01211B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03369" y="1127073"/>
                  <a:ext cx="131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8BD720-274B-67F8-BC73-25D54401A139}"/>
                    </a:ext>
                  </a:extLst>
                </p14:cNvPr>
                <p14:cNvContentPartPr/>
                <p14:nvPr/>
              </p14:nvContentPartPr>
              <p14:xfrm>
                <a:off x="1819569" y="1197993"/>
                <a:ext cx="60120" cy="55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8BD720-274B-67F8-BC73-25D54401A1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10929" y="1189353"/>
                  <a:ext cx="77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097C91-2DC6-A355-C47C-D5F405E4FEA7}"/>
                    </a:ext>
                  </a:extLst>
                </p14:cNvPr>
                <p14:cNvContentPartPr/>
                <p14:nvPr/>
              </p14:nvContentPartPr>
              <p14:xfrm>
                <a:off x="1899489" y="1327953"/>
                <a:ext cx="78120" cy="5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097C91-2DC6-A355-C47C-D5F405E4FEA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90489" y="1319313"/>
                  <a:ext cx="95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633BF0-05CF-543F-BB5D-50C00272CCA1}"/>
                    </a:ext>
                  </a:extLst>
                </p14:cNvPr>
                <p14:cNvContentPartPr/>
                <p14:nvPr/>
              </p14:nvContentPartPr>
              <p14:xfrm>
                <a:off x="2183889" y="1127073"/>
                <a:ext cx="84600" cy="9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633BF0-05CF-543F-BB5D-50C00272CCA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174889" y="1118433"/>
                  <a:ext cx="102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A8C4E3-4D21-89DB-DCFA-B383D2AFE75A}"/>
                    </a:ext>
                  </a:extLst>
                </p14:cNvPr>
                <p14:cNvContentPartPr/>
                <p14:nvPr/>
              </p14:nvContentPartPr>
              <p14:xfrm>
                <a:off x="2202249" y="1127073"/>
                <a:ext cx="132480" cy="196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A8C4E3-4D21-89DB-DCFA-B383D2AFE75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93249" y="1118433"/>
                  <a:ext cx="150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27769B-0031-1F0A-AEFB-AE85CCCB7740}"/>
                    </a:ext>
                  </a:extLst>
                </p14:cNvPr>
                <p14:cNvContentPartPr/>
                <p14:nvPr/>
              </p14:nvContentPartPr>
              <p14:xfrm>
                <a:off x="2320329" y="1241913"/>
                <a:ext cx="84600" cy="133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27769B-0031-1F0A-AEFB-AE85CCCB77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311329" y="1233273"/>
                  <a:ext cx="10224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00DB6E2-DB09-C42E-9C4E-076EBC60DB8A}"/>
              </a:ext>
            </a:extLst>
          </p:cNvPr>
          <p:cNvGrpSpPr/>
          <p:nvPr/>
        </p:nvGrpSpPr>
        <p:grpSpPr>
          <a:xfrm>
            <a:off x="6702249" y="576633"/>
            <a:ext cx="2423520" cy="1189080"/>
            <a:chOff x="6702249" y="576633"/>
            <a:chExt cx="2423520" cy="11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6E8040-3E67-47CB-8806-464B5135C55A}"/>
                    </a:ext>
                  </a:extLst>
                </p14:cNvPr>
                <p14:cNvContentPartPr/>
                <p14:nvPr/>
              </p14:nvContentPartPr>
              <p14:xfrm>
                <a:off x="8983569" y="1206993"/>
                <a:ext cx="116280" cy="558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6E8040-3E67-47CB-8806-464B5135C55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74929" y="1197993"/>
                  <a:ext cx="13392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0E2D04-4FE4-ACF3-C24A-771CA392A979}"/>
                    </a:ext>
                  </a:extLst>
                </p14:cNvPr>
                <p14:cNvContentPartPr/>
                <p14:nvPr/>
              </p14:nvContentPartPr>
              <p14:xfrm>
                <a:off x="6702249" y="1384473"/>
                <a:ext cx="142560" cy="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0E2D04-4FE4-ACF3-C24A-771CA392A97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93249" y="1375473"/>
                  <a:ext cx="160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A6ECDB-1843-6B98-BD08-6C6EDB77E8CA}"/>
                    </a:ext>
                  </a:extLst>
                </p14:cNvPr>
                <p14:cNvContentPartPr/>
                <p14:nvPr/>
              </p14:nvContentPartPr>
              <p14:xfrm>
                <a:off x="6702249" y="1500033"/>
                <a:ext cx="12312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A6ECDB-1843-6B98-BD08-6C6EDB77E8C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93249" y="1491393"/>
                  <a:ext cx="140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8B9F8C9-9E32-C75A-D634-C230D0CBE5B2}"/>
                    </a:ext>
                  </a:extLst>
                </p14:cNvPr>
                <p14:cNvContentPartPr/>
                <p14:nvPr/>
              </p14:nvContentPartPr>
              <p14:xfrm>
                <a:off x="6959649" y="1303113"/>
                <a:ext cx="302040" cy="148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8B9F8C9-9E32-C75A-D634-C230D0CBE5B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50649" y="1294473"/>
                  <a:ext cx="319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98FC13-906C-104F-D1F8-ABEB412DCD8D}"/>
                    </a:ext>
                  </a:extLst>
                </p14:cNvPr>
                <p14:cNvContentPartPr/>
                <p14:nvPr/>
              </p14:nvContentPartPr>
              <p14:xfrm>
                <a:off x="7366449" y="1189353"/>
                <a:ext cx="114480" cy="473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98FC13-906C-104F-D1F8-ABEB412DCD8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57809" y="1180353"/>
                  <a:ext cx="1321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40858B-1B24-9D1C-EAA6-634681AF9C49}"/>
                    </a:ext>
                  </a:extLst>
                </p14:cNvPr>
                <p14:cNvContentPartPr/>
                <p14:nvPr/>
              </p14:nvContentPartPr>
              <p14:xfrm>
                <a:off x="7517649" y="1313553"/>
                <a:ext cx="276840" cy="28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40858B-1B24-9D1C-EAA6-634681AF9C4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09009" y="1304553"/>
                  <a:ext cx="2944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25A5AD8-80C8-CE82-F150-E769BAEF55AC}"/>
                    </a:ext>
                  </a:extLst>
                </p14:cNvPr>
                <p14:cNvContentPartPr/>
                <p14:nvPr/>
              </p14:nvContentPartPr>
              <p14:xfrm>
                <a:off x="7519089" y="1366833"/>
                <a:ext cx="208440" cy="180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25A5AD8-80C8-CE82-F150-E769BAEF55A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10449" y="1357833"/>
                  <a:ext cx="226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AE5A113-15B4-023F-84F8-DD80BDE42FDC}"/>
                    </a:ext>
                  </a:extLst>
                </p14:cNvPr>
                <p14:cNvContentPartPr/>
                <p14:nvPr/>
              </p14:nvContentPartPr>
              <p14:xfrm>
                <a:off x="7971609" y="1428393"/>
                <a:ext cx="213120" cy="27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AE5A113-15B4-023F-84F8-DD80BDE42FD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62969" y="1419393"/>
                  <a:ext cx="230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A61261F-B39B-38B9-2509-62E39D5257A9}"/>
                    </a:ext>
                  </a:extLst>
                </p14:cNvPr>
                <p14:cNvContentPartPr/>
                <p14:nvPr/>
              </p14:nvContentPartPr>
              <p14:xfrm>
                <a:off x="8393169" y="1375473"/>
                <a:ext cx="253800" cy="148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A61261F-B39B-38B9-2509-62E39D5257A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384529" y="1366833"/>
                  <a:ext cx="271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9C3735-C63C-AF37-560D-D95162AE9D78}"/>
                    </a:ext>
                  </a:extLst>
                </p14:cNvPr>
                <p14:cNvContentPartPr/>
                <p14:nvPr/>
              </p14:nvContentPartPr>
              <p14:xfrm>
                <a:off x="8388849" y="1402473"/>
                <a:ext cx="235080" cy="164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9C3735-C63C-AF37-560D-D95162AE9D7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80209" y="1393473"/>
                  <a:ext cx="252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DE1D9C-F4A6-758A-56B0-999EEA84ED56}"/>
                    </a:ext>
                  </a:extLst>
                </p14:cNvPr>
                <p14:cNvContentPartPr/>
                <p14:nvPr/>
              </p14:nvContentPartPr>
              <p14:xfrm>
                <a:off x="8726169" y="1509033"/>
                <a:ext cx="39600" cy="210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DE1D9C-F4A6-758A-56B0-999EEA84ED5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17529" y="1500033"/>
                  <a:ext cx="5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A3DBBD0-52EF-2E03-10C2-FC244C4F38D1}"/>
                    </a:ext>
                  </a:extLst>
                </p14:cNvPr>
                <p14:cNvContentPartPr/>
                <p14:nvPr/>
              </p14:nvContentPartPr>
              <p14:xfrm>
                <a:off x="6905289" y="1222833"/>
                <a:ext cx="410040" cy="421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A3DBBD0-52EF-2E03-10C2-FC244C4F38D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96649" y="1214193"/>
                  <a:ext cx="4276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8148D9-897B-D54E-4034-5B5D72064C33}"/>
                    </a:ext>
                  </a:extLst>
                </p14:cNvPr>
                <p14:cNvContentPartPr/>
                <p14:nvPr/>
              </p14:nvContentPartPr>
              <p14:xfrm>
                <a:off x="7181049" y="845913"/>
                <a:ext cx="253080" cy="352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8148D9-897B-D54E-4034-5B5D72064C3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72409" y="837273"/>
                  <a:ext cx="2707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459349-2EA6-8DF5-A635-1595EDC3C709}"/>
                    </a:ext>
                  </a:extLst>
                </p14:cNvPr>
                <p14:cNvContentPartPr/>
                <p14:nvPr/>
              </p14:nvContentPartPr>
              <p14:xfrm>
                <a:off x="7394529" y="727473"/>
                <a:ext cx="84600" cy="271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459349-2EA6-8DF5-A635-1595EDC3C70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85889" y="718833"/>
                  <a:ext cx="102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B13471-153C-02B1-C170-144969D972F2}"/>
                    </a:ext>
                  </a:extLst>
                </p14:cNvPr>
                <p14:cNvContentPartPr/>
                <p14:nvPr/>
              </p14:nvContentPartPr>
              <p14:xfrm>
                <a:off x="7660929" y="629913"/>
                <a:ext cx="140400" cy="41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B13471-153C-02B1-C170-144969D972F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51929" y="620913"/>
                  <a:ext cx="158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4BD625-94B6-B092-195B-85F66B04DD2F}"/>
                    </a:ext>
                  </a:extLst>
                </p14:cNvPr>
                <p14:cNvContentPartPr/>
                <p14:nvPr/>
              </p14:nvContentPartPr>
              <p14:xfrm>
                <a:off x="7743729" y="576633"/>
                <a:ext cx="166320" cy="260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4BD625-94B6-B092-195B-85F66B04DD2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734729" y="567633"/>
                  <a:ext cx="1839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5DDD83-A73B-EA57-B085-20849BE2D69A}"/>
                    </a:ext>
                  </a:extLst>
                </p14:cNvPr>
                <p14:cNvContentPartPr/>
                <p14:nvPr/>
              </p14:nvContentPartPr>
              <p14:xfrm>
                <a:off x="7883049" y="727113"/>
                <a:ext cx="186120" cy="99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5DDD83-A73B-EA57-B085-20849BE2D69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74409" y="718473"/>
                  <a:ext cx="203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2F55DF-54E5-3683-FB98-61A543C3B7F9}"/>
                    </a:ext>
                  </a:extLst>
                </p14:cNvPr>
                <p14:cNvContentPartPr/>
                <p14:nvPr/>
              </p14:nvContentPartPr>
              <p14:xfrm>
                <a:off x="8140449" y="745473"/>
                <a:ext cx="1875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2F55DF-54E5-3683-FB98-61A543C3B7F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31449" y="736833"/>
                  <a:ext cx="205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EB6B0EA-A166-B4C3-E229-755FC572D40B}"/>
                    </a:ext>
                  </a:extLst>
                </p14:cNvPr>
                <p14:cNvContentPartPr/>
                <p14:nvPr/>
              </p14:nvContentPartPr>
              <p14:xfrm>
                <a:off x="8380209" y="612273"/>
                <a:ext cx="171000" cy="70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EB6B0EA-A166-B4C3-E229-755FC572D40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71209" y="603273"/>
                  <a:ext cx="188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100A35-4CD2-17A4-5725-BF284A1CD053}"/>
                    </a:ext>
                  </a:extLst>
                </p14:cNvPr>
                <p14:cNvContentPartPr/>
                <p14:nvPr/>
              </p14:nvContentPartPr>
              <p14:xfrm>
                <a:off x="8551209" y="638913"/>
                <a:ext cx="51120" cy="135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100A35-4CD2-17A4-5725-BF284A1CD05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542209" y="630273"/>
                  <a:ext cx="68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FC41B3-AC8D-73DE-B02E-7AAFA470DCE8}"/>
                    </a:ext>
                  </a:extLst>
                </p14:cNvPr>
                <p14:cNvContentPartPr/>
                <p14:nvPr/>
              </p14:nvContentPartPr>
              <p14:xfrm>
                <a:off x="8637609" y="709833"/>
                <a:ext cx="34920" cy="106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FC41B3-AC8D-73DE-B02E-7AAFA470DCE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28969" y="701193"/>
                  <a:ext cx="52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F7C9A8B-F404-1F56-BBF8-1C7EB30DD799}"/>
                    </a:ext>
                  </a:extLst>
                </p14:cNvPr>
                <p14:cNvContentPartPr/>
                <p14:nvPr/>
              </p14:nvContentPartPr>
              <p14:xfrm>
                <a:off x="7660929" y="931593"/>
                <a:ext cx="1130040" cy="53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F7C9A8B-F404-1F56-BBF8-1C7EB30DD7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51929" y="922953"/>
                  <a:ext cx="1147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02CBBF2-72F4-DDBD-CACD-FCC6E263597F}"/>
                    </a:ext>
                  </a:extLst>
                </p14:cNvPr>
                <p14:cNvContentPartPr/>
                <p14:nvPr/>
              </p14:nvContentPartPr>
              <p14:xfrm>
                <a:off x="7849569" y="1020513"/>
                <a:ext cx="175680" cy="137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02CBBF2-72F4-DDBD-CACD-FCC6E263597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840929" y="1011873"/>
                  <a:ext cx="193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0D16FBA-0134-789B-DC46-7DD20863F67F}"/>
                    </a:ext>
                  </a:extLst>
                </p14:cNvPr>
                <p14:cNvContentPartPr/>
                <p14:nvPr/>
              </p14:nvContentPartPr>
              <p14:xfrm>
                <a:off x="7865049" y="1029513"/>
                <a:ext cx="181080" cy="84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0D16FBA-0134-789B-DC46-7DD20863F67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56409" y="1020513"/>
                  <a:ext cx="198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3FA1B8B-FC54-EB35-A959-D3E52C50166A}"/>
                    </a:ext>
                  </a:extLst>
                </p14:cNvPr>
                <p14:cNvContentPartPr/>
                <p14:nvPr/>
              </p14:nvContentPartPr>
              <p14:xfrm>
                <a:off x="8149449" y="1065873"/>
                <a:ext cx="60480" cy="89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3FA1B8B-FC54-EB35-A959-D3E52C50166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40809" y="1056873"/>
                  <a:ext cx="78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7BA131F-C40E-7DE4-DB6E-E981144C1273}"/>
                    </a:ext>
                  </a:extLst>
                </p14:cNvPr>
                <p14:cNvContentPartPr/>
                <p14:nvPr/>
              </p14:nvContentPartPr>
              <p14:xfrm>
                <a:off x="8299929" y="1073793"/>
                <a:ext cx="13356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7BA131F-C40E-7DE4-DB6E-E981144C127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91289" y="1065153"/>
                  <a:ext cx="151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FC20CF7-CA49-BC79-7C8A-4C1934AC8EE5}"/>
                    </a:ext>
                  </a:extLst>
                </p14:cNvPr>
                <p14:cNvContentPartPr/>
                <p14:nvPr/>
              </p14:nvContentPartPr>
              <p14:xfrm>
                <a:off x="8520249" y="1029513"/>
                <a:ext cx="197640" cy="96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FC20CF7-CA49-BC79-7C8A-4C1934AC8EE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511249" y="1020513"/>
                  <a:ext cx="215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7CC6F8E-0813-E0CC-1DCD-E63797C9BC2D}"/>
                    </a:ext>
                  </a:extLst>
                </p14:cNvPr>
                <p14:cNvContentPartPr/>
                <p14:nvPr/>
              </p14:nvContentPartPr>
              <p14:xfrm>
                <a:off x="8531049" y="1020513"/>
                <a:ext cx="133200" cy="90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7CC6F8E-0813-E0CC-1DCD-E63797C9BC2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522409" y="1011873"/>
                  <a:ext cx="150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44C77F7-743E-8FF0-876D-9C42A568C800}"/>
                    </a:ext>
                  </a:extLst>
                </p14:cNvPr>
                <p14:cNvContentPartPr/>
                <p14:nvPr/>
              </p14:nvContentPartPr>
              <p14:xfrm>
                <a:off x="8779449" y="1047153"/>
                <a:ext cx="54720" cy="158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44C77F7-743E-8FF0-876D-9C42A568C80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770809" y="1038153"/>
                  <a:ext cx="72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0B8F8A0-4AFE-1DA3-41A2-9D19C554549C}"/>
                    </a:ext>
                  </a:extLst>
                </p14:cNvPr>
                <p14:cNvContentPartPr/>
                <p14:nvPr/>
              </p14:nvContentPartPr>
              <p14:xfrm>
                <a:off x="9019569" y="825393"/>
                <a:ext cx="10620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0B8F8A0-4AFE-1DA3-41A2-9D19C554549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010569" y="816393"/>
                  <a:ext cx="123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CBF14CB-80B1-3364-8974-A0D7EF064DAE}"/>
                    </a:ext>
                  </a:extLst>
                </p14:cNvPr>
                <p14:cNvContentPartPr/>
                <p14:nvPr/>
              </p14:nvContentPartPr>
              <p14:xfrm>
                <a:off x="9055209" y="878673"/>
                <a:ext cx="44280" cy="16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CBF14CB-80B1-3364-8974-A0D7EF064DA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46209" y="869673"/>
                  <a:ext cx="619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7DD143D-BE86-A1A2-B79A-15DBB3C35AB0}"/>
              </a:ext>
            </a:extLst>
          </p:cNvPr>
          <p:cNvGrpSpPr/>
          <p:nvPr/>
        </p:nvGrpSpPr>
        <p:grpSpPr>
          <a:xfrm>
            <a:off x="9321249" y="461073"/>
            <a:ext cx="399600" cy="196200"/>
            <a:chOff x="9321249" y="461073"/>
            <a:chExt cx="39960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6C0BC46-0AAD-FFB6-52D6-A79D6E5E4E1F}"/>
                    </a:ext>
                  </a:extLst>
                </p14:cNvPr>
                <p14:cNvContentPartPr/>
                <p14:nvPr/>
              </p14:nvContentPartPr>
              <p14:xfrm>
                <a:off x="9321249" y="470073"/>
                <a:ext cx="16884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6C0BC46-0AAD-FFB6-52D6-A79D6E5E4E1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12609" y="461073"/>
                  <a:ext cx="186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4F3978A-2DCC-7D8B-F1AD-23098D558949}"/>
                    </a:ext>
                  </a:extLst>
                </p14:cNvPr>
                <p14:cNvContentPartPr/>
                <p14:nvPr/>
              </p14:nvContentPartPr>
              <p14:xfrm>
                <a:off x="9329529" y="461073"/>
                <a:ext cx="153000" cy="196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4F3978A-2DCC-7D8B-F1AD-23098D55894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320889" y="452433"/>
                  <a:ext cx="1706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3F4554D-4AFC-EAB6-57FF-446F09859E7D}"/>
                    </a:ext>
                  </a:extLst>
                </p14:cNvPr>
                <p14:cNvContentPartPr/>
                <p14:nvPr/>
              </p14:nvContentPartPr>
              <p14:xfrm>
                <a:off x="9525369" y="603273"/>
                <a:ext cx="19548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3F4554D-4AFC-EAB6-57FF-446F09859E7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16369" y="594633"/>
                  <a:ext cx="2131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C34AAB0-C81F-EE5F-12DA-8D083506C755}"/>
                  </a:ext>
                </a:extLst>
              </p14:cNvPr>
              <p14:cNvContentPartPr/>
              <p14:nvPr/>
            </p14:nvContentPartPr>
            <p14:xfrm>
              <a:off x="9834969" y="495993"/>
              <a:ext cx="252360" cy="2070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C34AAB0-C81F-EE5F-12DA-8D083506C75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825969" y="487353"/>
                <a:ext cx="2700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302EA52-F2C2-41E4-23E1-A8BF955C94E3}"/>
                  </a:ext>
                </a:extLst>
              </p14:cNvPr>
              <p14:cNvContentPartPr/>
              <p14:nvPr/>
            </p14:nvContentPartPr>
            <p14:xfrm>
              <a:off x="9338889" y="824313"/>
              <a:ext cx="869760" cy="100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302EA52-F2C2-41E4-23E1-A8BF955C94E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330249" y="815673"/>
                <a:ext cx="88740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1710D8B-F7B9-4C43-F07D-98F280A09ADD}"/>
              </a:ext>
            </a:extLst>
          </p:cNvPr>
          <p:cNvGrpSpPr/>
          <p:nvPr/>
        </p:nvGrpSpPr>
        <p:grpSpPr>
          <a:xfrm>
            <a:off x="9418809" y="958233"/>
            <a:ext cx="560520" cy="214200"/>
            <a:chOff x="9418809" y="958233"/>
            <a:chExt cx="56052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0DCEE55-D698-D4DB-B1B0-B1DC2A292121}"/>
                    </a:ext>
                  </a:extLst>
                </p14:cNvPr>
                <p14:cNvContentPartPr/>
                <p14:nvPr/>
              </p14:nvContentPartPr>
              <p14:xfrm>
                <a:off x="9418809" y="958233"/>
                <a:ext cx="196920" cy="214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0DCEE55-D698-D4DB-B1B0-B1DC2A29212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409809" y="949593"/>
                  <a:ext cx="214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6829D44-008E-DDEF-D2A3-516D7375C68B}"/>
                    </a:ext>
                  </a:extLst>
                </p14:cNvPr>
                <p14:cNvContentPartPr/>
                <p14:nvPr/>
              </p14:nvContentPartPr>
              <p14:xfrm>
                <a:off x="9818409" y="1091433"/>
                <a:ext cx="16092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6829D44-008E-DDEF-D2A3-516D7375C68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809409" y="1082793"/>
                  <a:ext cx="1785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5B74AD5-C522-5FC0-BB33-23B4EC99902D}"/>
                  </a:ext>
                </a:extLst>
              </p14:cNvPr>
              <p14:cNvContentPartPr/>
              <p14:nvPr/>
            </p14:nvContentPartPr>
            <p14:xfrm>
              <a:off x="10145289" y="957153"/>
              <a:ext cx="164160" cy="225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5B74AD5-C522-5FC0-BB33-23B4EC99902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136289" y="948513"/>
                <a:ext cx="1818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07B6106-BC48-9235-7A55-3F5814EED353}"/>
                  </a:ext>
                </a:extLst>
              </p14:cNvPr>
              <p14:cNvContentPartPr/>
              <p14:nvPr/>
            </p14:nvContentPartPr>
            <p14:xfrm>
              <a:off x="10466409" y="701193"/>
              <a:ext cx="78120" cy="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07B6106-BC48-9235-7A55-3F5814EED353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457409" y="692193"/>
                <a:ext cx="95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6173C45-2180-6CD2-A699-D50496021E61}"/>
                  </a:ext>
                </a:extLst>
              </p14:cNvPr>
              <p14:cNvContentPartPr/>
              <p14:nvPr/>
            </p14:nvContentPartPr>
            <p14:xfrm>
              <a:off x="10440129" y="842673"/>
              <a:ext cx="16416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6173C45-2180-6CD2-A699-D50496021E61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431129" y="834033"/>
                <a:ext cx="181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0B5E203-E45F-FEF2-BA66-F94444F93B05}"/>
                  </a:ext>
                </a:extLst>
              </p14:cNvPr>
              <p14:cNvContentPartPr/>
              <p14:nvPr/>
            </p14:nvContentPartPr>
            <p14:xfrm>
              <a:off x="10875009" y="576633"/>
              <a:ext cx="360" cy="3481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0B5E203-E45F-FEF2-BA66-F94444F93B05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0866009" y="567633"/>
                <a:ext cx="1800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850ED31-3D1B-4311-B479-4CFA46A023FE}"/>
                  </a:ext>
                </a:extLst>
              </p14:cNvPr>
              <p14:cNvContentPartPr/>
              <p14:nvPr/>
            </p14:nvContentPartPr>
            <p14:xfrm>
              <a:off x="5343969" y="1881633"/>
              <a:ext cx="360" cy="3884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850ED31-3D1B-4311-B479-4CFA46A023F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335329" y="1872993"/>
                <a:ext cx="18000" cy="40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A94B5AE-B8E1-E80E-3B0B-CDCBCDEF2F34}"/>
              </a:ext>
            </a:extLst>
          </p:cNvPr>
          <p:cNvGrpSpPr/>
          <p:nvPr/>
        </p:nvGrpSpPr>
        <p:grpSpPr>
          <a:xfrm>
            <a:off x="6425769" y="1962993"/>
            <a:ext cx="542520" cy="293040"/>
            <a:chOff x="6425769" y="1962993"/>
            <a:chExt cx="54252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06463C6-6D4A-24E3-0598-8511B8219964}"/>
                    </a:ext>
                  </a:extLst>
                </p14:cNvPr>
                <p14:cNvContentPartPr/>
                <p14:nvPr/>
              </p14:nvContentPartPr>
              <p14:xfrm>
                <a:off x="6425769" y="1962993"/>
                <a:ext cx="235080" cy="293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06463C6-6D4A-24E3-0598-8511B821996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17129" y="1954353"/>
                  <a:ext cx="2527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AACF4E8-9C8C-03B6-9951-E35121CB3C14}"/>
                    </a:ext>
                  </a:extLst>
                </p14:cNvPr>
                <p14:cNvContentPartPr/>
                <p14:nvPr/>
              </p14:nvContentPartPr>
              <p14:xfrm>
                <a:off x="6826809" y="2139393"/>
                <a:ext cx="132840" cy="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AACF4E8-9C8C-03B6-9951-E35121CB3C1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817809" y="2130393"/>
                  <a:ext cx="150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FC93D4F-B2F5-9A4D-8189-941F67D350FE}"/>
                    </a:ext>
                  </a:extLst>
                </p14:cNvPr>
                <p14:cNvContentPartPr/>
                <p14:nvPr/>
              </p14:nvContentPartPr>
              <p14:xfrm>
                <a:off x="6844449" y="2236953"/>
                <a:ext cx="123840" cy="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FC93D4F-B2F5-9A4D-8189-941F67D350F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835449" y="2228313"/>
                  <a:ext cx="1414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D848970-D673-A0FF-109F-CB0A01CF4D13}"/>
                  </a:ext>
                </a:extLst>
              </p14:cNvPr>
              <p14:cNvContentPartPr/>
              <p14:nvPr/>
            </p14:nvContentPartPr>
            <p14:xfrm>
              <a:off x="7225689" y="1943913"/>
              <a:ext cx="21960" cy="2836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D848970-D673-A0FF-109F-CB0A01CF4D1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216689" y="1934913"/>
                <a:ext cx="39600" cy="30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401455-B226-1BF5-E605-BC53B8698C4C}"/>
              </a:ext>
            </a:extLst>
          </p:cNvPr>
          <p:cNvGrpSpPr/>
          <p:nvPr/>
        </p:nvGrpSpPr>
        <p:grpSpPr>
          <a:xfrm>
            <a:off x="4756809" y="914313"/>
            <a:ext cx="1670400" cy="2174760"/>
            <a:chOff x="4756809" y="914313"/>
            <a:chExt cx="1670400" cy="21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EED355-5C76-6FF8-0DFF-6E3399AC8056}"/>
                    </a:ext>
                  </a:extLst>
                </p14:cNvPr>
                <p14:cNvContentPartPr/>
                <p14:nvPr/>
              </p14:nvContentPartPr>
              <p14:xfrm>
                <a:off x="5308329" y="1286913"/>
                <a:ext cx="243000" cy="160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EED355-5C76-6FF8-0DFF-6E3399AC805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299689" y="1278273"/>
                  <a:ext cx="260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6D6D6F-E11E-BC26-E86F-A3C3D858075D}"/>
                    </a:ext>
                  </a:extLst>
                </p14:cNvPr>
                <p14:cNvContentPartPr/>
                <p14:nvPr/>
              </p14:nvContentPartPr>
              <p14:xfrm>
                <a:off x="5505249" y="1330113"/>
                <a:ext cx="212040" cy="232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6D6D6F-E11E-BC26-E86F-A3C3D858075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496249" y="1321473"/>
                  <a:ext cx="229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8EC9125-A861-4CAA-136B-1606EED86CF9}"/>
                    </a:ext>
                  </a:extLst>
                </p14:cNvPr>
                <p14:cNvContentPartPr/>
                <p14:nvPr/>
              </p14:nvContentPartPr>
              <p14:xfrm>
                <a:off x="5849769" y="1420113"/>
                <a:ext cx="17928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8EC9125-A861-4CAA-136B-1606EED86CF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841129" y="1411113"/>
                  <a:ext cx="196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44AC5F-8601-4DCB-0029-429B6BAE165F}"/>
                    </a:ext>
                  </a:extLst>
                </p14:cNvPr>
                <p14:cNvContentPartPr/>
                <p14:nvPr/>
              </p14:nvContentPartPr>
              <p14:xfrm>
                <a:off x="6098529" y="1268913"/>
                <a:ext cx="211680" cy="104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44AC5F-8601-4DCB-0029-429B6BAE16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089889" y="1260273"/>
                  <a:ext cx="229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1C002A-411F-69CB-74E4-1E0B3E8B7C06}"/>
                    </a:ext>
                  </a:extLst>
                </p14:cNvPr>
                <p14:cNvContentPartPr/>
                <p14:nvPr/>
              </p14:nvContentPartPr>
              <p14:xfrm>
                <a:off x="6227409" y="1349193"/>
                <a:ext cx="137880" cy="234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1C002A-411F-69CB-74E4-1E0B3E8B7C0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218769" y="1340193"/>
                  <a:ext cx="1555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42ED3A-773C-BA7C-CF4F-8D16D0F5AD69}"/>
                    </a:ext>
                  </a:extLst>
                </p14:cNvPr>
                <p14:cNvContentPartPr/>
                <p14:nvPr/>
              </p14:nvContentPartPr>
              <p14:xfrm>
                <a:off x="6426849" y="1455753"/>
                <a:ext cx="360" cy="184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42ED3A-773C-BA7C-CF4F-8D16D0F5AD6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418209" y="1446753"/>
                  <a:ext cx="18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90C7E03-F5DA-3034-8E87-DCA069B15620}"/>
                    </a:ext>
                  </a:extLst>
                </p14:cNvPr>
                <p14:cNvContentPartPr/>
                <p14:nvPr/>
              </p14:nvContentPartPr>
              <p14:xfrm>
                <a:off x="5485089" y="2059113"/>
                <a:ext cx="47160" cy="255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90C7E03-F5DA-3034-8E87-DCA069B1562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476449" y="2050473"/>
                  <a:ext cx="648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87961A-649A-A723-1836-0BC94CA92AD9}"/>
                    </a:ext>
                  </a:extLst>
                </p14:cNvPr>
                <p14:cNvContentPartPr/>
                <p14:nvPr/>
              </p14:nvContentPartPr>
              <p14:xfrm>
                <a:off x="5592729" y="2094753"/>
                <a:ext cx="124200" cy="207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87961A-649A-A723-1836-0BC94CA92AD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84089" y="2086113"/>
                  <a:ext cx="141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3B9B2C-FDB1-DDDB-B1F0-B30FB8230620}"/>
                    </a:ext>
                  </a:extLst>
                </p14:cNvPr>
                <p14:cNvContentPartPr/>
                <p14:nvPr/>
              </p14:nvContentPartPr>
              <p14:xfrm>
                <a:off x="5592729" y="2201313"/>
                <a:ext cx="88200" cy="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3B9B2C-FDB1-DDDB-B1F0-B30FB823062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584089" y="2192673"/>
                  <a:ext cx="105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82C7C68-1B52-4E90-6A77-097F5D476A3B}"/>
                    </a:ext>
                  </a:extLst>
                </p14:cNvPr>
                <p14:cNvContentPartPr/>
                <p14:nvPr/>
              </p14:nvContentPartPr>
              <p14:xfrm>
                <a:off x="5805849" y="2068113"/>
                <a:ext cx="99000" cy="305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82C7C68-1B52-4E90-6A77-097F5D476A3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796849" y="2059113"/>
                  <a:ext cx="1166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3DD2459-3E66-3FC4-9328-D08A74CA212E}"/>
                    </a:ext>
                  </a:extLst>
                </p14:cNvPr>
                <p14:cNvContentPartPr/>
                <p14:nvPr/>
              </p14:nvContentPartPr>
              <p14:xfrm>
                <a:off x="6089889" y="2121393"/>
                <a:ext cx="20304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3DD2459-3E66-3FC4-9328-D08A74CA212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80889" y="2112393"/>
                  <a:ext cx="220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572C198-4689-E49B-40B6-4D5E3C9C7807}"/>
                    </a:ext>
                  </a:extLst>
                </p14:cNvPr>
                <p14:cNvContentPartPr/>
                <p14:nvPr/>
              </p14:nvContentPartPr>
              <p14:xfrm>
                <a:off x="4756809" y="914313"/>
                <a:ext cx="605160" cy="1929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572C198-4689-E49B-40B6-4D5E3C9C780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747809" y="905313"/>
                  <a:ext cx="622800" cy="19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02767D4-7B34-6852-C006-4CC8C1ABEC57}"/>
                    </a:ext>
                  </a:extLst>
                </p14:cNvPr>
                <p14:cNvContentPartPr/>
                <p14:nvPr/>
              </p14:nvContentPartPr>
              <p14:xfrm>
                <a:off x="5273049" y="2556633"/>
                <a:ext cx="196920" cy="532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02767D4-7B34-6852-C006-4CC8C1ABEC5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264409" y="2547633"/>
                  <a:ext cx="214560" cy="55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15B9353-A966-941A-F75A-F2616240BC20}"/>
              </a:ext>
            </a:extLst>
          </p:cNvPr>
          <p:cNvGrpSpPr/>
          <p:nvPr/>
        </p:nvGrpSpPr>
        <p:grpSpPr>
          <a:xfrm>
            <a:off x="7279329" y="1721073"/>
            <a:ext cx="1865520" cy="756720"/>
            <a:chOff x="7279329" y="1721073"/>
            <a:chExt cx="1865520" cy="7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64E135E-B39B-7122-886C-3A521A7AFA1F}"/>
                    </a:ext>
                  </a:extLst>
                </p14:cNvPr>
                <p14:cNvContentPartPr/>
                <p14:nvPr/>
              </p14:nvContentPartPr>
              <p14:xfrm>
                <a:off x="7563009" y="1926273"/>
                <a:ext cx="63000" cy="414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64E135E-B39B-7122-886C-3A521A7AFA1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54369" y="1917273"/>
                  <a:ext cx="806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61B2DBA-B81F-BDE6-E466-4B1A0C8A03FC}"/>
                    </a:ext>
                  </a:extLst>
                </p14:cNvPr>
                <p14:cNvContentPartPr/>
                <p14:nvPr/>
              </p14:nvContentPartPr>
              <p14:xfrm>
                <a:off x="7847049" y="2014833"/>
                <a:ext cx="70920" cy="269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61B2DBA-B81F-BDE6-E466-4B1A0C8A03F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838409" y="2005833"/>
                  <a:ext cx="885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49D549-D11C-7C5C-D25C-345C20842E7B}"/>
                    </a:ext>
                  </a:extLst>
                </p14:cNvPr>
                <p14:cNvContentPartPr/>
                <p14:nvPr/>
              </p14:nvContentPartPr>
              <p14:xfrm>
                <a:off x="7838769" y="2112033"/>
                <a:ext cx="87120" cy="9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49D549-D11C-7C5C-D25C-345C20842E7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829769" y="2103393"/>
                  <a:ext cx="104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E9A3771-7E43-8CB7-92CF-A447C61A9A6B}"/>
                    </a:ext>
                  </a:extLst>
                </p14:cNvPr>
                <p14:cNvContentPartPr/>
                <p14:nvPr/>
              </p14:nvContentPartPr>
              <p14:xfrm>
                <a:off x="8140449" y="2139393"/>
                <a:ext cx="101160" cy="23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E9A3771-7E43-8CB7-92CF-A447C61A9A6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31449" y="2130393"/>
                  <a:ext cx="118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97B8050-1E25-3412-EB88-9297A32635EC}"/>
                    </a:ext>
                  </a:extLst>
                </p14:cNvPr>
                <p14:cNvContentPartPr/>
                <p14:nvPr/>
              </p14:nvContentPartPr>
              <p14:xfrm>
                <a:off x="8601969" y="2018793"/>
                <a:ext cx="251640" cy="309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97B8050-1E25-3412-EB88-9297A32635E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592969" y="2009793"/>
                  <a:ext cx="2692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461B9C5-DD44-76CE-38FC-D540AD3B309A}"/>
                    </a:ext>
                  </a:extLst>
                </p14:cNvPr>
                <p14:cNvContentPartPr/>
                <p14:nvPr/>
              </p14:nvContentPartPr>
              <p14:xfrm>
                <a:off x="8895369" y="1926273"/>
                <a:ext cx="249480" cy="551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461B9C5-DD44-76CE-38FC-D540AD3B309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886369" y="1917273"/>
                  <a:ext cx="2671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C8C89AF-30AD-176C-2BA3-9C3BABBB2FF1}"/>
                    </a:ext>
                  </a:extLst>
                </p14:cNvPr>
                <p14:cNvContentPartPr/>
                <p14:nvPr/>
              </p14:nvContentPartPr>
              <p14:xfrm>
                <a:off x="7314969" y="1853553"/>
                <a:ext cx="400320" cy="124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C8C89AF-30AD-176C-2BA3-9C3BABBB2FF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05969" y="1844553"/>
                  <a:ext cx="417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47ADF46-2CFF-A4E6-6B51-B3A1F0FAC6B8}"/>
                    </a:ext>
                  </a:extLst>
                </p14:cNvPr>
                <p14:cNvContentPartPr/>
                <p14:nvPr/>
              </p14:nvContentPartPr>
              <p14:xfrm>
                <a:off x="7279329" y="1721073"/>
                <a:ext cx="1124640" cy="235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47ADF46-2CFF-A4E6-6B51-B3A1F0FAC6B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270329" y="1712073"/>
                  <a:ext cx="11422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BED6960-80D2-2154-CA8E-C46391C4AA1E}"/>
              </a:ext>
            </a:extLst>
          </p:cNvPr>
          <p:cNvGrpSpPr/>
          <p:nvPr/>
        </p:nvGrpSpPr>
        <p:grpSpPr>
          <a:xfrm>
            <a:off x="5831769" y="2742753"/>
            <a:ext cx="633960" cy="392400"/>
            <a:chOff x="5831769" y="2742753"/>
            <a:chExt cx="63396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9767709-7CE4-C230-5620-7B8FD47E54FF}"/>
                    </a:ext>
                  </a:extLst>
                </p14:cNvPr>
                <p14:cNvContentPartPr/>
                <p14:nvPr/>
              </p14:nvContentPartPr>
              <p14:xfrm>
                <a:off x="5831769" y="2742753"/>
                <a:ext cx="41760" cy="27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9767709-7CE4-C230-5620-7B8FD47E54F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23129" y="2734113"/>
                  <a:ext cx="594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C2ACEC5-D484-CF1C-C77D-BB1ADC4BDEF8}"/>
                    </a:ext>
                  </a:extLst>
                </p14:cNvPr>
                <p14:cNvContentPartPr/>
                <p14:nvPr/>
              </p14:nvContentPartPr>
              <p14:xfrm>
                <a:off x="6088809" y="2796033"/>
                <a:ext cx="70560" cy="339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C2ACEC5-D484-CF1C-C77D-BB1ADC4BDEF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80169" y="2787393"/>
                  <a:ext cx="882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E1B8555-6255-37B6-50CA-71792B023966}"/>
                    </a:ext>
                  </a:extLst>
                </p14:cNvPr>
                <p14:cNvContentPartPr/>
                <p14:nvPr/>
              </p14:nvContentPartPr>
              <p14:xfrm>
                <a:off x="6232089" y="2893953"/>
                <a:ext cx="52200" cy="153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E1B8555-6255-37B6-50CA-71792B02396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23089" y="2884953"/>
                  <a:ext cx="69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B90FBB-D761-9A5F-75E7-BBBC1DCE498B}"/>
                    </a:ext>
                  </a:extLst>
                </p14:cNvPr>
                <p14:cNvContentPartPr/>
                <p14:nvPr/>
              </p14:nvContentPartPr>
              <p14:xfrm>
                <a:off x="6196449" y="2978553"/>
                <a:ext cx="79200" cy="30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B90FBB-D761-9A5F-75E7-BBBC1DCE498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87449" y="2969553"/>
                  <a:ext cx="96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EE667C0-A029-2C9F-AA00-8A528140C79E}"/>
                    </a:ext>
                  </a:extLst>
                </p14:cNvPr>
                <p14:cNvContentPartPr/>
                <p14:nvPr/>
              </p14:nvContentPartPr>
              <p14:xfrm>
                <a:off x="6400569" y="2796033"/>
                <a:ext cx="65160" cy="274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EE667C0-A029-2C9F-AA00-8A528140C7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391569" y="2787393"/>
                  <a:ext cx="8280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C286EA1-C896-5334-725E-4214A624511B}"/>
              </a:ext>
            </a:extLst>
          </p:cNvPr>
          <p:cNvGrpSpPr/>
          <p:nvPr/>
        </p:nvGrpSpPr>
        <p:grpSpPr>
          <a:xfrm>
            <a:off x="6666969" y="2716473"/>
            <a:ext cx="635400" cy="444600"/>
            <a:chOff x="6666969" y="2716473"/>
            <a:chExt cx="635400" cy="44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2334A28-DE3D-A202-D0B0-00CC086D2127}"/>
                    </a:ext>
                  </a:extLst>
                </p14:cNvPr>
                <p14:cNvContentPartPr/>
                <p14:nvPr/>
              </p14:nvContentPartPr>
              <p14:xfrm>
                <a:off x="6666969" y="3008073"/>
                <a:ext cx="205200" cy="54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2334A28-DE3D-A202-D0B0-00CC086D212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657969" y="2999433"/>
                  <a:ext cx="222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D53E9C0-6782-48C8-DE40-F699B735CBEA}"/>
                    </a:ext>
                  </a:extLst>
                </p14:cNvPr>
                <p14:cNvContentPartPr/>
                <p14:nvPr/>
              </p14:nvContentPartPr>
              <p14:xfrm>
                <a:off x="6711249" y="3142353"/>
                <a:ext cx="141480" cy="18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D53E9C0-6782-48C8-DE40-F699B735CBE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702609" y="3133713"/>
                  <a:ext cx="159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48F4F5B-5991-E2B3-EDC7-FBEDBFD3FB4F}"/>
                    </a:ext>
                  </a:extLst>
                </p14:cNvPr>
                <p14:cNvContentPartPr/>
                <p14:nvPr/>
              </p14:nvContentPartPr>
              <p14:xfrm>
                <a:off x="7155129" y="2716473"/>
                <a:ext cx="147240" cy="385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48F4F5B-5991-E2B3-EDC7-FBEDBFD3FB4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146129" y="2707473"/>
                  <a:ext cx="1648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9061E88-501F-306D-A981-3F3B20C27BAD}"/>
                    </a:ext>
                  </a:extLst>
                </p14:cNvPr>
                <p14:cNvContentPartPr/>
                <p14:nvPr/>
              </p14:nvContentPartPr>
              <p14:xfrm>
                <a:off x="7074849" y="2894673"/>
                <a:ext cx="150480" cy="25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9061E88-501F-306D-A981-3F3B20C27BA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066209" y="2885673"/>
                  <a:ext cx="16812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BC56159-F374-DC17-8CFD-640B3A6AE419}"/>
                  </a:ext>
                </a:extLst>
              </p14:cNvPr>
              <p14:cNvContentPartPr/>
              <p14:nvPr/>
            </p14:nvContentPartPr>
            <p14:xfrm>
              <a:off x="4722609" y="3373113"/>
              <a:ext cx="72360" cy="4176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BC56159-F374-DC17-8CFD-640B3A6AE419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713609" y="3364473"/>
                <a:ext cx="9000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D95778D-B9CD-0025-8B00-5E3ABE935C88}"/>
                  </a:ext>
                </a:extLst>
              </p14:cNvPr>
              <p14:cNvContentPartPr/>
              <p14:nvPr/>
            </p14:nvContentPartPr>
            <p14:xfrm>
              <a:off x="4677969" y="3372753"/>
              <a:ext cx="142560" cy="27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D95778D-B9CD-0025-8B00-5E3ABE935C88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4669329" y="3363753"/>
                <a:ext cx="1602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2AE9C55-ECAD-94E0-B711-541AAD94A20A}"/>
                  </a:ext>
                </a:extLst>
              </p14:cNvPr>
              <p14:cNvContentPartPr/>
              <p14:nvPr/>
            </p14:nvContentPartPr>
            <p14:xfrm>
              <a:off x="4731249" y="3781713"/>
              <a:ext cx="139680" cy="3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2AE9C55-ECAD-94E0-B711-541AAD94A20A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4722609" y="3772713"/>
                <a:ext cx="157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C432607-E474-735D-2794-2BA13C8E0CAB}"/>
                  </a:ext>
                </a:extLst>
              </p14:cNvPr>
              <p14:cNvContentPartPr/>
              <p14:nvPr/>
            </p14:nvContentPartPr>
            <p14:xfrm>
              <a:off x="4997649" y="3673353"/>
              <a:ext cx="123840" cy="1648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C432607-E474-735D-2794-2BA13C8E0CAB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988649" y="3664353"/>
                <a:ext cx="1414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7F5846C-7953-9D4D-E4FF-0B25BD89452F}"/>
                  </a:ext>
                </a:extLst>
              </p14:cNvPr>
              <p14:cNvContentPartPr/>
              <p14:nvPr/>
            </p14:nvContentPartPr>
            <p14:xfrm>
              <a:off x="5210769" y="3701433"/>
              <a:ext cx="274320" cy="1436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7F5846C-7953-9D4D-E4FF-0B25BD89452F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5201769" y="3692793"/>
                <a:ext cx="2919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DFD2DFC-A173-9D33-E005-34E8D447A623}"/>
                  </a:ext>
                </a:extLst>
              </p14:cNvPr>
              <p14:cNvContentPartPr/>
              <p14:nvPr/>
            </p14:nvContentPartPr>
            <p14:xfrm>
              <a:off x="5620449" y="3656433"/>
              <a:ext cx="176400" cy="2682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DFD2DFC-A173-9D33-E005-34E8D447A623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5611809" y="3647793"/>
                <a:ext cx="1940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8F06A75-5E08-A9FC-9A53-8E7FDE342217}"/>
                  </a:ext>
                </a:extLst>
              </p14:cNvPr>
              <p14:cNvContentPartPr/>
              <p14:nvPr/>
            </p14:nvContentPartPr>
            <p14:xfrm>
              <a:off x="5921049" y="3710433"/>
              <a:ext cx="150840" cy="3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8F06A75-5E08-A9FC-9A53-8E7FDE342217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5912409" y="3701433"/>
                <a:ext cx="1684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F693072-BD03-B7E1-CAAA-DFDC4F006A9B}"/>
                  </a:ext>
                </a:extLst>
              </p14:cNvPr>
              <p14:cNvContentPartPr/>
              <p14:nvPr/>
            </p14:nvContentPartPr>
            <p14:xfrm>
              <a:off x="5991969" y="3816993"/>
              <a:ext cx="88200" cy="3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F693072-BD03-B7E1-CAAA-DFDC4F006A9B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983329" y="3807993"/>
                <a:ext cx="1058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08EA0BA-9165-FF10-B8D0-3D78A6DCEF2D}"/>
                  </a:ext>
                </a:extLst>
              </p14:cNvPr>
              <p14:cNvContentPartPr/>
              <p14:nvPr/>
            </p14:nvContentPartPr>
            <p14:xfrm>
              <a:off x="6320289" y="3266193"/>
              <a:ext cx="2849400" cy="8942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08EA0BA-9165-FF10-B8D0-3D78A6DCEF2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311649" y="3257193"/>
                <a:ext cx="2867040" cy="9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7CB12F3-AB48-6C4D-44BF-985519A11B20}"/>
                  </a:ext>
                </a:extLst>
              </p14:cNvPr>
              <p14:cNvContentPartPr/>
              <p14:nvPr/>
            </p14:nvContentPartPr>
            <p14:xfrm>
              <a:off x="6835449" y="3479673"/>
              <a:ext cx="16560" cy="1504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7CB12F3-AB48-6C4D-44BF-985519A11B2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826809" y="3471033"/>
                <a:ext cx="342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1BFCDEC-53CC-4ED8-3204-B23C8127484E}"/>
                  </a:ext>
                </a:extLst>
              </p14:cNvPr>
              <p14:cNvContentPartPr/>
              <p14:nvPr/>
            </p14:nvContentPartPr>
            <p14:xfrm>
              <a:off x="6693249" y="3790353"/>
              <a:ext cx="372960" cy="3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1BFCDEC-53CC-4ED8-3204-B23C8127484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684609" y="3781713"/>
                <a:ext cx="390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2564ED4-5878-2474-148E-BF0C75CDD844}"/>
                  </a:ext>
                </a:extLst>
              </p14:cNvPr>
              <p14:cNvContentPartPr/>
              <p14:nvPr/>
            </p14:nvContentPartPr>
            <p14:xfrm>
              <a:off x="6711249" y="3935793"/>
              <a:ext cx="330840" cy="147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2564ED4-5878-2474-148E-BF0C75CDD844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702609" y="3927153"/>
                <a:ext cx="3484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1274028-49E2-981E-9C2E-C3697DD71581}"/>
                  </a:ext>
                </a:extLst>
              </p14:cNvPr>
              <p14:cNvContentPartPr/>
              <p14:nvPr/>
            </p14:nvContentPartPr>
            <p14:xfrm>
              <a:off x="6896649" y="3967833"/>
              <a:ext cx="45720" cy="5115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1274028-49E2-981E-9C2E-C3697DD7158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887649" y="3959193"/>
                <a:ext cx="63360" cy="52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2814A56-F52E-A824-A541-B3CA4FF81249}"/>
              </a:ext>
            </a:extLst>
          </p:cNvPr>
          <p:cNvGrpSpPr/>
          <p:nvPr/>
        </p:nvGrpSpPr>
        <p:grpSpPr>
          <a:xfrm>
            <a:off x="7316049" y="3417033"/>
            <a:ext cx="531000" cy="1076760"/>
            <a:chOff x="7316049" y="3417033"/>
            <a:chExt cx="531000" cy="10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98DE9A-4637-3DDE-21F2-A4F64BC44EDD}"/>
                    </a:ext>
                  </a:extLst>
                </p14:cNvPr>
                <p14:cNvContentPartPr/>
                <p14:nvPr/>
              </p14:nvContentPartPr>
              <p14:xfrm>
                <a:off x="7316049" y="3417033"/>
                <a:ext cx="212040" cy="942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98DE9A-4637-3DDE-21F2-A4F64BC44ED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307409" y="3408393"/>
                  <a:ext cx="22968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39BF994-4CF7-091D-25BE-15BB56138D35}"/>
                    </a:ext>
                  </a:extLst>
                </p14:cNvPr>
                <p14:cNvContentPartPr/>
                <p14:nvPr/>
              </p14:nvContentPartPr>
              <p14:xfrm>
                <a:off x="7678929" y="3425673"/>
                <a:ext cx="168120" cy="13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39BF994-4CF7-091D-25BE-15BB56138D3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70289" y="3417033"/>
                  <a:ext cx="185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D548392-CA19-883B-B924-D24BD9978518}"/>
                    </a:ext>
                  </a:extLst>
                </p14:cNvPr>
                <p14:cNvContentPartPr/>
                <p14:nvPr/>
              </p14:nvContentPartPr>
              <p14:xfrm>
                <a:off x="7758489" y="3444033"/>
                <a:ext cx="9720" cy="212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D548392-CA19-883B-B924-D24BD997851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49849" y="3435393"/>
                  <a:ext cx="27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C6DF592-5118-1B8B-4FFF-A708D662A2FC}"/>
                    </a:ext>
                  </a:extLst>
                </p14:cNvPr>
                <p14:cNvContentPartPr/>
                <p14:nvPr/>
              </p14:nvContentPartPr>
              <p14:xfrm>
                <a:off x="7614849" y="4261233"/>
                <a:ext cx="127800" cy="232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C6DF592-5118-1B8B-4FFF-A708D662A2F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05849" y="4252233"/>
                  <a:ext cx="1454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06AAEC3-D2DE-BEFB-C96A-221AE9F0230E}"/>
              </a:ext>
            </a:extLst>
          </p:cNvPr>
          <p:cNvGrpSpPr/>
          <p:nvPr/>
        </p:nvGrpSpPr>
        <p:grpSpPr>
          <a:xfrm>
            <a:off x="8140449" y="3763713"/>
            <a:ext cx="217440" cy="304560"/>
            <a:chOff x="8140449" y="3763713"/>
            <a:chExt cx="21744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9000E4C-BA06-9071-D068-D82BA8516594}"/>
                    </a:ext>
                  </a:extLst>
                </p14:cNvPr>
                <p14:cNvContentPartPr/>
                <p14:nvPr/>
              </p14:nvContentPartPr>
              <p14:xfrm>
                <a:off x="8140449" y="3763713"/>
                <a:ext cx="360" cy="284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9000E4C-BA06-9071-D068-D82BA851659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31449" y="3754713"/>
                  <a:ext cx="18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E819FBF-A2E9-A6D8-0942-C0ADDA0594B3}"/>
                    </a:ext>
                  </a:extLst>
                </p14:cNvPr>
                <p14:cNvContentPartPr/>
                <p14:nvPr/>
              </p14:nvContentPartPr>
              <p14:xfrm>
                <a:off x="8290929" y="3905913"/>
                <a:ext cx="66960" cy="162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E819FBF-A2E9-A6D8-0942-C0ADDA0594B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81929" y="3896913"/>
                  <a:ext cx="84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15EC63E-B873-D926-AFFD-D184DE88A188}"/>
                    </a:ext>
                  </a:extLst>
                </p14:cNvPr>
                <p14:cNvContentPartPr/>
                <p14:nvPr/>
              </p14:nvContentPartPr>
              <p14:xfrm>
                <a:off x="8299929" y="3985473"/>
                <a:ext cx="51840" cy="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15EC63E-B873-D926-AFFD-D184DE88A18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91289" y="3976833"/>
                  <a:ext cx="694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C7BC63D-6B65-9D00-841A-3645069487A2}"/>
                  </a:ext>
                </a:extLst>
              </p14:cNvPr>
              <p14:cNvContentPartPr/>
              <p14:nvPr/>
            </p14:nvContentPartPr>
            <p14:xfrm>
              <a:off x="8265009" y="3683793"/>
              <a:ext cx="168840" cy="903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C7BC63D-6B65-9D00-841A-3645069487A2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256009" y="3675153"/>
                <a:ext cx="18648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63C6D09-79C2-50B7-66E3-9E22A2D682B4}"/>
              </a:ext>
            </a:extLst>
          </p:cNvPr>
          <p:cNvGrpSpPr/>
          <p:nvPr/>
        </p:nvGrpSpPr>
        <p:grpSpPr>
          <a:xfrm>
            <a:off x="8742729" y="3675513"/>
            <a:ext cx="504360" cy="569160"/>
            <a:chOff x="8742729" y="3675513"/>
            <a:chExt cx="504360" cy="56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FFEE40A-5EA8-EC9A-4138-D838C5D8CA1F}"/>
                    </a:ext>
                  </a:extLst>
                </p14:cNvPr>
                <p14:cNvContentPartPr/>
                <p14:nvPr/>
              </p14:nvContentPartPr>
              <p14:xfrm>
                <a:off x="8742729" y="3675513"/>
                <a:ext cx="251640" cy="559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FFEE40A-5EA8-EC9A-4138-D838C5D8CA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34089" y="3666513"/>
                  <a:ext cx="26928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BE05192-C103-4898-0FB7-3727E43B4024}"/>
                    </a:ext>
                  </a:extLst>
                </p14:cNvPr>
                <p14:cNvContentPartPr/>
                <p14:nvPr/>
              </p14:nvContentPartPr>
              <p14:xfrm>
                <a:off x="9098409" y="3888273"/>
                <a:ext cx="134640" cy="356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BE05192-C103-4898-0FB7-3727E43B402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89769" y="3879273"/>
                  <a:ext cx="1522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FC95334-7CA6-9EA9-B2DC-611C327116F4}"/>
                    </a:ext>
                  </a:extLst>
                </p14:cNvPr>
                <p14:cNvContentPartPr/>
                <p14:nvPr/>
              </p14:nvContentPartPr>
              <p14:xfrm>
                <a:off x="9045849" y="4008873"/>
                <a:ext cx="201240" cy="3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FC95334-7CA6-9EA9-B2DC-611C327116F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036849" y="4000233"/>
                  <a:ext cx="21888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64EA887-5DC2-2D54-578C-95CA917D12B2}"/>
              </a:ext>
            </a:extLst>
          </p:cNvPr>
          <p:cNvGrpSpPr/>
          <p:nvPr/>
        </p:nvGrpSpPr>
        <p:grpSpPr>
          <a:xfrm>
            <a:off x="6426849" y="4544193"/>
            <a:ext cx="4552200" cy="1503000"/>
            <a:chOff x="6426849" y="4544193"/>
            <a:chExt cx="4552200" cy="15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ECB0C7E-0D04-ADD8-B505-B04CDA526A61}"/>
                    </a:ext>
                  </a:extLst>
                </p14:cNvPr>
                <p14:cNvContentPartPr/>
                <p14:nvPr/>
              </p14:nvContentPartPr>
              <p14:xfrm>
                <a:off x="6426849" y="4544193"/>
                <a:ext cx="4552200" cy="869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ECB0C7E-0D04-ADD8-B505-B04CDA526A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418209" y="4535553"/>
                  <a:ext cx="456984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0EA052C-A73C-CC8C-A30E-8E060533EA30}"/>
                    </a:ext>
                  </a:extLst>
                </p14:cNvPr>
                <p14:cNvContentPartPr/>
                <p14:nvPr/>
              </p14:nvContentPartPr>
              <p14:xfrm>
                <a:off x="7287609" y="4704753"/>
                <a:ext cx="19080" cy="239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0EA052C-A73C-CC8C-A30E-8E060533EA3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78609" y="4696113"/>
                  <a:ext cx="36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4DAA044-8153-2059-BF92-48492326D0F2}"/>
                    </a:ext>
                  </a:extLst>
                </p14:cNvPr>
                <p14:cNvContentPartPr/>
                <p14:nvPr/>
              </p14:nvContentPartPr>
              <p14:xfrm>
                <a:off x="7146129" y="5095353"/>
                <a:ext cx="384120" cy="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4DAA044-8153-2059-BF92-48492326D0F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137489" y="5086353"/>
                  <a:ext cx="401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A8CFFC4-4FFF-54B0-4B19-5D1A8B846F94}"/>
                    </a:ext>
                  </a:extLst>
                </p14:cNvPr>
                <p14:cNvContentPartPr/>
                <p14:nvPr/>
              </p14:nvContentPartPr>
              <p14:xfrm>
                <a:off x="7234689" y="5228553"/>
                <a:ext cx="225360" cy="285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A8CFFC4-4FFF-54B0-4B19-5D1A8B846F9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226049" y="5219553"/>
                  <a:ext cx="2430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5045921-B5B1-C2FE-B43D-0B16EAAC4C71}"/>
                    </a:ext>
                  </a:extLst>
                </p14:cNvPr>
                <p14:cNvContentPartPr/>
                <p14:nvPr/>
              </p14:nvContentPartPr>
              <p14:xfrm>
                <a:off x="7705569" y="4801593"/>
                <a:ext cx="284400" cy="899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5045921-B5B1-C2FE-B43D-0B16EAAC4C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696929" y="4792953"/>
                  <a:ext cx="302040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60352F5-C74A-0310-3A4C-ED65C0D2FE83}"/>
                    </a:ext>
                  </a:extLst>
                </p14:cNvPr>
                <p14:cNvContentPartPr/>
                <p14:nvPr/>
              </p14:nvContentPartPr>
              <p14:xfrm>
                <a:off x="8095809" y="4837593"/>
                <a:ext cx="107640" cy="209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60352F5-C74A-0310-3A4C-ED65C0D2FE8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086809" y="4828953"/>
                  <a:ext cx="125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C98E238-5D79-E0FE-6590-C55D78EB2105}"/>
                    </a:ext>
                  </a:extLst>
                </p14:cNvPr>
                <p14:cNvContentPartPr/>
                <p14:nvPr/>
              </p14:nvContentPartPr>
              <p14:xfrm>
                <a:off x="7944969" y="5753433"/>
                <a:ext cx="170280" cy="293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C98E238-5D79-E0FE-6590-C55D78EB210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935969" y="5744433"/>
                  <a:ext cx="1879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532F10C-7C49-D165-3FE5-31C2F9B8BD0C}"/>
                    </a:ext>
                  </a:extLst>
                </p14:cNvPr>
                <p14:cNvContentPartPr/>
                <p14:nvPr/>
              </p14:nvContentPartPr>
              <p14:xfrm>
                <a:off x="8184729" y="4828953"/>
                <a:ext cx="114840" cy="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532F10C-7C49-D165-3FE5-31C2F9B8BD0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76089" y="4820313"/>
                  <a:ext cx="132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108E9F8-5315-B780-7D0D-BDA5C2C60926}"/>
              </a:ext>
            </a:extLst>
          </p:cNvPr>
          <p:cNvGrpSpPr/>
          <p:nvPr/>
        </p:nvGrpSpPr>
        <p:grpSpPr>
          <a:xfrm>
            <a:off x="8386689" y="5094633"/>
            <a:ext cx="694080" cy="504000"/>
            <a:chOff x="8386689" y="5094633"/>
            <a:chExt cx="69408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B33E9A8-F1FF-F220-B85B-ECC95B465484}"/>
                    </a:ext>
                  </a:extLst>
                </p14:cNvPr>
                <p14:cNvContentPartPr/>
                <p14:nvPr/>
              </p14:nvContentPartPr>
              <p14:xfrm>
                <a:off x="8610969" y="5192913"/>
                <a:ext cx="114840" cy="329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B33E9A8-F1FF-F220-B85B-ECC95B46548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601969" y="5184273"/>
                  <a:ext cx="132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7848F9C-7D92-1495-7531-C4CE0E6DC572}"/>
                    </a:ext>
                  </a:extLst>
                </p14:cNvPr>
                <p14:cNvContentPartPr/>
                <p14:nvPr/>
              </p14:nvContentPartPr>
              <p14:xfrm>
                <a:off x="8540049" y="5335113"/>
                <a:ext cx="117360" cy="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7848F9C-7D92-1495-7531-C4CE0E6DC57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31049" y="5326473"/>
                  <a:ext cx="135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087D7A4-33FA-DA20-45AD-EA5246A20D86}"/>
                    </a:ext>
                  </a:extLst>
                </p14:cNvPr>
                <p14:cNvContentPartPr/>
                <p14:nvPr/>
              </p14:nvContentPartPr>
              <p14:xfrm>
                <a:off x="8386689" y="5228553"/>
                <a:ext cx="55800" cy="370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087D7A4-33FA-DA20-45AD-EA5246A20D8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78049" y="5219913"/>
                  <a:ext cx="734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798FC9D-76F2-A72F-8C2C-29E8FFAA758C}"/>
                    </a:ext>
                  </a:extLst>
                </p14:cNvPr>
                <p14:cNvContentPartPr/>
                <p14:nvPr/>
              </p14:nvContentPartPr>
              <p14:xfrm>
                <a:off x="8832729" y="5281833"/>
                <a:ext cx="98280" cy="275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798FC9D-76F2-A72F-8C2C-29E8FFAA758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824089" y="5273193"/>
                  <a:ext cx="115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1D56E58-9260-DCC9-C7BE-E9CCDA542526}"/>
                    </a:ext>
                  </a:extLst>
                </p14:cNvPr>
                <p14:cNvContentPartPr/>
                <p14:nvPr/>
              </p14:nvContentPartPr>
              <p14:xfrm>
                <a:off x="8983569" y="5094633"/>
                <a:ext cx="97200" cy="1792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1D56E58-9260-DCC9-C7BE-E9CCDA54252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974929" y="5085993"/>
                  <a:ext cx="11484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E8B028A-3A0D-E504-7A6F-B53929049ED0}"/>
                  </a:ext>
                </a:extLst>
              </p14:cNvPr>
              <p14:cNvContentPartPr/>
              <p14:nvPr/>
            </p14:nvContentPartPr>
            <p14:xfrm>
              <a:off x="9522489" y="5231433"/>
              <a:ext cx="147240" cy="3603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E8B028A-3A0D-E504-7A6F-B53929049ED0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9513849" y="5222433"/>
                <a:ext cx="16488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75F8A57-5E3A-30D8-2223-10F2D17ED52F}"/>
                  </a:ext>
                </a:extLst>
              </p14:cNvPr>
              <p14:cNvContentPartPr/>
              <p14:nvPr/>
            </p14:nvContentPartPr>
            <p14:xfrm>
              <a:off x="9853329" y="5299473"/>
              <a:ext cx="87840" cy="2318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75F8A57-5E3A-30D8-2223-10F2D17ED52F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9844689" y="5290833"/>
                <a:ext cx="1054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7995040-23D3-9002-6190-EE704CF65673}"/>
                  </a:ext>
                </a:extLst>
              </p14:cNvPr>
              <p14:cNvContentPartPr/>
              <p14:nvPr/>
            </p14:nvContentPartPr>
            <p14:xfrm>
              <a:off x="9809409" y="5407833"/>
              <a:ext cx="52200" cy="72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7995040-23D3-9002-6190-EE704CF65673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9800769" y="5399193"/>
                <a:ext cx="69840" cy="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796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2581FE-3E5F-4D9E-B3DB-7EC8B5B2C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06165" cy="33913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/>
              <p14:cNvContentPartPr/>
              <p14:nvPr/>
            </p14:nvContentPartPr>
            <p14:xfrm>
              <a:off x="6029742" y="224402"/>
              <a:ext cx="78120" cy="1764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9302" y="213962"/>
                <a:ext cx="986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D442FB-D812-934A-E676-28EF0E9E79C0}"/>
                  </a:ext>
                </a:extLst>
              </p14:cNvPr>
              <p14:cNvContentPartPr/>
              <p14:nvPr/>
            </p14:nvContentPartPr>
            <p14:xfrm>
              <a:off x="1233849" y="1793073"/>
              <a:ext cx="477720" cy="76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D442FB-D812-934A-E676-28EF0E9E79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4849" y="1784069"/>
                <a:ext cx="495360" cy="781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A75467-38CB-0847-D18B-AA17186CEAFC}"/>
                  </a:ext>
                </a:extLst>
              </p14:cNvPr>
              <p14:cNvContentPartPr/>
              <p14:nvPr/>
            </p14:nvContentPartPr>
            <p14:xfrm>
              <a:off x="1605369" y="1693353"/>
              <a:ext cx="295560" cy="250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A75467-38CB-0847-D18B-AA17186CEA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6369" y="1684353"/>
                <a:ext cx="31320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0452971-C420-D258-B9DB-64C6BA245ECF}"/>
              </a:ext>
            </a:extLst>
          </p:cNvPr>
          <p:cNvGrpSpPr/>
          <p:nvPr/>
        </p:nvGrpSpPr>
        <p:grpSpPr>
          <a:xfrm>
            <a:off x="1090569" y="2440353"/>
            <a:ext cx="331200" cy="261000"/>
            <a:chOff x="1090569" y="2440353"/>
            <a:chExt cx="33120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F255B8-610E-D36A-C2AD-AF2AA41B1234}"/>
                    </a:ext>
                  </a:extLst>
                </p14:cNvPr>
                <p14:cNvContentPartPr/>
                <p14:nvPr/>
              </p14:nvContentPartPr>
              <p14:xfrm>
                <a:off x="1134129" y="2442153"/>
                <a:ext cx="243360" cy="259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F255B8-610E-D36A-C2AD-AF2AA41B12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5129" y="2433140"/>
                  <a:ext cx="261000" cy="276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2FD5EF-8717-E337-BFF8-149C1EC14BA8}"/>
                    </a:ext>
                  </a:extLst>
                </p14:cNvPr>
                <p14:cNvContentPartPr/>
                <p14:nvPr/>
              </p14:nvContentPartPr>
              <p14:xfrm>
                <a:off x="1090569" y="2440353"/>
                <a:ext cx="331200" cy="240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2FD5EF-8717-E337-BFF8-149C1EC14B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81569" y="2431353"/>
                  <a:ext cx="348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57F1AB-67D6-8E5F-8504-B61DD7408DB7}"/>
                    </a:ext>
                  </a:extLst>
                </p14:cNvPr>
                <p14:cNvContentPartPr/>
                <p14:nvPr/>
              </p14:nvContentPartPr>
              <p14:xfrm>
                <a:off x="1233849" y="2565273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57F1AB-67D6-8E5F-8504-B61DD7408D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24849" y="25562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F6D69F5-DAD2-D1D2-ACA5-637F972D2CEE}"/>
              </a:ext>
            </a:extLst>
          </p:cNvPr>
          <p:cNvGrpSpPr/>
          <p:nvPr/>
        </p:nvGrpSpPr>
        <p:grpSpPr>
          <a:xfrm>
            <a:off x="1018569" y="2787393"/>
            <a:ext cx="641520" cy="380880"/>
            <a:chOff x="1018569" y="2787393"/>
            <a:chExt cx="64152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D49923D-3629-7AD2-03AB-DACF481291F4}"/>
                    </a:ext>
                  </a:extLst>
                </p14:cNvPr>
                <p14:cNvContentPartPr/>
                <p14:nvPr/>
              </p14:nvContentPartPr>
              <p14:xfrm>
                <a:off x="1018569" y="2787393"/>
                <a:ext cx="28800" cy="156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D49923D-3629-7AD2-03AB-DACF481291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9569" y="2778393"/>
                  <a:ext cx="46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A882A4-30C0-FFC2-8E6F-8C1B896904FD}"/>
                    </a:ext>
                  </a:extLst>
                </p14:cNvPr>
                <p14:cNvContentPartPr/>
                <p14:nvPr/>
              </p14:nvContentPartPr>
              <p14:xfrm>
                <a:off x="1126929" y="2833113"/>
                <a:ext cx="99000" cy="132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A882A4-30C0-FFC2-8E6F-8C1B896904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7929" y="2824113"/>
                  <a:ext cx="116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CC95B7-E8E3-975C-EDD8-BEE980B12079}"/>
                    </a:ext>
                  </a:extLst>
                </p14:cNvPr>
                <p14:cNvContentPartPr/>
                <p14:nvPr/>
              </p14:nvContentPartPr>
              <p14:xfrm>
                <a:off x="1304769" y="2866953"/>
                <a:ext cx="360" cy="51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CC95B7-E8E3-975C-EDD8-BEE980B1207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95769" y="2857890"/>
                  <a:ext cx="18000" cy="69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61B9C0-C356-9F0B-8596-EF368A8E4C2D}"/>
                    </a:ext>
                  </a:extLst>
                </p14:cNvPr>
                <p14:cNvContentPartPr/>
                <p14:nvPr/>
              </p14:nvContentPartPr>
              <p14:xfrm>
                <a:off x="1418529" y="2833113"/>
                <a:ext cx="84600" cy="13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61B9C0-C356-9F0B-8596-EF368A8E4C2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09529" y="2824113"/>
                  <a:ext cx="102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A45ECE-22ED-531A-CCDB-9827D165EE42}"/>
                    </a:ext>
                  </a:extLst>
                </p14:cNvPr>
                <p14:cNvContentPartPr/>
                <p14:nvPr/>
              </p14:nvContentPartPr>
              <p14:xfrm>
                <a:off x="1544529" y="2813673"/>
                <a:ext cx="45000" cy="141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A45ECE-22ED-531A-CCDB-9827D165EE4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35529" y="2804673"/>
                  <a:ext cx="62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00018A-82E5-A669-5CDF-F7F5071B58D3}"/>
                    </a:ext>
                  </a:extLst>
                </p14:cNvPr>
                <p14:cNvContentPartPr/>
                <p14:nvPr/>
              </p14:nvContentPartPr>
              <p14:xfrm>
                <a:off x="1118649" y="3044793"/>
                <a:ext cx="124560" cy="18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00018A-82E5-A669-5CDF-F7F5071B58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09649" y="3035793"/>
                  <a:ext cx="142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6D757A-7280-A6AD-C38C-296A41E308E8}"/>
                    </a:ext>
                  </a:extLst>
                </p14:cNvPr>
                <p14:cNvContentPartPr/>
                <p14:nvPr/>
              </p14:nvContentPartPr>
              <p14:xfrm>
                <a:off x="1144929" y="3000513"/>
                <a:ext cx="93960" cy="89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6D757A-7280-A6AD-C38C-296A41E308E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35929" y="2991513"/>
                  <a:ext cx="111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6C2CFF-6F65-82B9-1E39-15888BAAA9CB}"/>
                    </a:ext>
                  </a:extLst>
                </p14:cNvPr>
                <p14:cNvContentPartPr/>
                <p14:nvPr/>
              </p14:nvContentPartPr>
              <p14:xfrm>
                <a:off x="1366689" y="3062433"/>
                <a:ext cx="360" cy="105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6C2CFF-6F65-82B9-1E39-15888BAAA9C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57689" y="3053464"/>
                  <a:ext cx="18000" cy="123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583E2E-EE2E-8151-AADD-A79A69C521A1}"/>
                    </a:ext>
                  </a:extLst>
                </p14:cNvPr>
                <p14:cNvContentPartPr/>
                <p14:nvPr/>
              </p14:nvContentPartPr>
              <p14:xfrm>
                <a:off x="1468569" y="3044793"/>
                <a:ext cx="85320" cy="73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583E2E-EE2E-8151-AADD-A79A69C521A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59569" y="3035837"/>
                  <a:ext cx="102960" cy="90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3DAADA-05F9-88C3-8017-019ECD04D3E1}"/>
                    </a:ext>
                  </a:extLst>
                </p14:cNvPr>
                <p14:cNvContentPartPr/>
                <p14:nvPr/>
              </p14:nvContentPartPr>
              <p14:xfrm>
                <a:off x="1455609" y="3009153"/>
                <a:ext cx="24120" cy="3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3DAADA-05F9-88C3-8017-019ECD04D3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46473" y="3000153"/>
                  <a:ext cx="42027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6B65DF5-3041-9232-0FFA-0381D3518DC1}"/>
                    </a:ext>
                  </a:extLst>
                </p14:cNvPr>
                <p14:cNvContentPartPr/>
                <p14:nvPr/>
              </p14:nvContentPartPr>
              <p14:xfrm>
                <a:off x="1659729" y="3080073"/>
                <a:ext cx="360" cy="88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6B65DF5-3041-9232-0FFA-0381D3518DC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50729" y="3071073"/>
                  <a:ext cx="1800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6C5D890-5700-72AB-E478-94D94670D845}"/>
              </a:ext>
            </a:extLst>
          </p:cNvPr>
          <p:cNvGrpSpPr/>
          <p:nvPr/>
        </p:nvGrpSpPr>
        <p:grpSpPr>
          <a:xfrm>
            <a:off x="1720209" y="1127073"/>
            <a:ext cx="684720" cy="541800"/>
            <a:chOff x="1720209" y="1127073"/>
            <a:chExt cx="68472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B16DC3-46DA-B230-872F-1590D1A62BC6}"/>
                    </a:ext>
                  </a:extLst>
                </p14:cNvPr>
                <p14:cNvContentPartPr/>
                <p14:nvPr/>
              </p14:nvContentPartPr>
              <p14:xfrm>
                <a:off x="1798689" y="1472673"/>
                <a:ext cx="105480" cy="157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B16DC3-46DA-B230-872F-1590D1A62BC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89689" y="1463673"/>
                  <a:ext cx="123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C8C9B1-E636-16A3-C170-708D576C5E48}"/>
                    </a:ext>
                  </a:extLst>
                </p14:cNvPr>
                <p14:cNvContentPartPr/>
                <p14:nvPr/>
              </p14:nvContentPartPr>
              <p14:xfrm>
                <a:off x="2020449" y="1606593"/>
                <a:ext cx="3960" cy="2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C8C9B1-E636-16A3-C170-708D576C5E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11449" y="1597482"/>
                  <a:ext cx="21600" cy="47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71040C-9719-3617-FE4B-73D490216BFD}"/>
                    </a:ext>
                  </a:extLst>
                </p14:cNvPr>
                <p14:cNvContentPartPr/>
                <p14:nvPr/>
              </p14:nvContentPartPr>
              <p14:xfrm>
                <a:off x="2094609" y="1455753"/>
                <a:ext cx="116280" cy="194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71040C-9719-3617-FE4B-73D490216BF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85609" y="1446753"/>
                  <a:ext cx="133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442858-CD38-D7E4-AA6C-078ADB906112}"/>
                    </a:ext>
                  </a:extLst>
                </p14:cNvPr>
                <p14:cNvContentPartPr/>
                <p14:nvPr/>
              </p14:nvContentPartPr>
              <p14:xfrm>
                <a:off x="1720209" y="1464393"/>
                <a:ext cx="19800" cy="204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442858-CD38-D7E4-AA6C-078ADB9061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11042" y="1455377"/>
                  <a:ext cx="37767" cy="2221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37BBCE-6370-4675-F7D7-2947ABBC1ED3}"/>
                    </a:ext>
                  </a:extLst>
                </p14:cNvPr>
                <p14:cNvContentPartPr/>
                <p14:nvPr/>
              </p14:nvContentPartPr>
              <p14:xfrm>
                <a:off x="2254449" y="1455393"/>
                <a:ext cx="45360" cy="19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37BBCE-6370-4675-F7D7-2947ABBC1ED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45449" y="1446393"/>
                  <a:ext cx="63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67FCDC4-E234-7676-0726-916ED01211B3}"/>
                    </a:ext>
                  </a:extLst>
                </p14:cNvPr>
                <p14:cNvContentPartPr/>
                <p14:nvPr/>
              </p14:nvContentPartPr>
              <p14:xfrm>
                <a:off x="1812369" y="1136073"/>
                <a:ext cx="114120" cy="107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67FCDC4-E234-7676-0726-916ED01211B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03397" y="1127103"/>
                  <a:ext cx="131705" cy="1252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8BD720-274B-67F8-BC73-25D54401A139}"/>
                    </a:ext>
                  </a:extLst>
                </p14:cNvPr>
                <p14:cNvContentPartPr/>
                <p14:nvPr/>
              </p14:nvContentPartPr>
              <p14:xfrm>
                <a:off x="1819569" y="1197993"/>
                <a:ext cx="60120" cy="55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8BD720-274B-67F8-BC73-25D54401A1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10569" y="1188993"/>
                  <a:ext cx="77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097C91-2DC6-A355-C47C-D5F405E4FEA7}"/>
                    </a:ext>
                  </a:extLst>
                </p14:cNvPr>
                <p14:cNvContentPartPr/>
                <p14:nvPr/>
              </p14:nvContentPartPr>
              <p14:xfrm>
                <a:off x="1899489" y="1327953"/>
                <a:ext cx="78120" cy="5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097C91-2DC6-A355-C47C-D5F405E4FEA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90489" y="1318953"/>
                  <a:ext cx="95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633BF0-05CF-543F-BB5D-50C00272CCA1}"/>
                    </a:ext>
                  </a:extLst>
                </p14:cNvPr>
                <p14:cNvContentPartPr/>
                <p14:nvPr/>
              </p14:nvContentPartPr>
              <p14:xfrm>
                <a:off x="2183889" y="1127073"/>
                <a:ext cx="84600" cy="9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633BF0-05CF-543F-BB5D-50C00272CCA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174889" y="1118073"/>
                  <a:ext cx="102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A8C4E3-4D21-89DB-DCFA-B383D2AFE75A}"/>
                    </a:ext>
                  </a:extLst>
                </p14:cNvPr>
                <p14:cNvContentPartPr/>
                <p14:nvPr/>
              </p14:nvContentPartPr>
              <p14:xfrm>
                <a:off x="2202249" y="1127073"/>
                <a:ext cx="132480" cy="196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A8C4E3-4D21-89DB-DCFA-B383D2AFE75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93249" y="1118073"/>
                  <a:ext cx="150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27769B-0031-1F0A-AEFB-AE85CCCB7740}"/>
                    </a:ext>
                  </a:extLst>
                </p14:cNvPr>
                <p14:cNvContentPartPr/>
                <p14:nvPr/>
              </p14:nvContentPartPr>
              <p14:xfrm>
                <a:off x="2320329" y="1241913"/>
                <a:ext cx="84600" cy="133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27769B-0031-1F0A-AEFB-AE85CCCB77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311329" y="1232913"/>
                  <a:ext cx="10224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5A6ECDB-1843-6B98-BD08-6C6EDB77E8CA}"/>
                  </a:ext>
                </a:extLst>
              </p14:cNvPr>
              <p14:cNvContentPartPr/>
              <p14:nvPr/>
            </p14:nvContentPartPr>
            <p14:xfrm>
              <a:off x="6702249" y="1500033"/>
              <a:ext cx="12312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5A6ECDB-1843-6B98-BD08-6C6EDB77E8C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693249" y="1491033"/>
                <a:ext cx="140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8EC9125-A861-4CAA-136B-1606EED86CF9}"/>
                  </a:ext>
                </a:extLst>
              </p14:cNvPr>
              <p14:cNvContentPartPr/>
              <p14:nvPr/>
            </p14:nvContentPartPr>
            <p14:xfrm>
              <a:off x="5849769" y="1420113"/>
              <a:ext cx="17928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8EC9125-A861-4CAA-136B-1606EED86CF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840769" y="1411113"/>
                <a:ext cx="196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BFBC481-6EB6-047D-3374-AB419DB6F900}"/>
                  </a:ext>
                </a:extLst>
              </p14:cNvPr>
              <p14:cNvContentPartPr/>
              <p14:nvPr/>
            </p14:nvContentPartPr>
            <p14:xfrm>
              <a:off x="9951249" y="700473"/>
              <a:ext cx="196920" cy="2494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BFBC481-6EB6-047D-3374-AB419DB6F90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942609" y="691833"/>
                <a:ext cx="2145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246476F-42A9-60AC-0C57-11DC42C3EB99}"/>
                  </a:ext>
                </a:extLst>
              </p14:cNvPr>
              <p14:cNvContentPartPr/>
              <p14:nvPr/>
            </p14:nvContentPartPr>
            <p14:xfrm>
              <a:off x="6799809" y="922953"/>
              <a:ext cx="276480" cy="9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246476F-42A9-60AC-0C57-11DC42C3EB9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791169" y="914313"/>
                <a:ext cx="2941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25F6513-60AF-2E36-4BB3-59F345B935AB}"/>
                  </a:ext>
                </a:extLst>
              </p14:cNvPr>
              <p14:cNvContentPartPr/>
              <p14:nvPr/>
            </p14:nvContentPartPr>
            <p14:xfrm>
              <a:off x="6871089" y="1029513"/>
              <a:ext cx="321480" cy="26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25F6513-60AF-2E36-4BB3-59F345B935A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862449" y="1020513"/>
                <a:ext cx="3391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371FB70-F7E8-742A-2C90-B77CE62D007A}"/>
                  </a:ext>
                </a:extLst>
              </p14:cNvPr>
              <p14:cNvContentPartPr/>
              <p14:nvPr/>
            </p14:nvContentPartPr>
            <p14:xfrm>
              <a:off x="7465809" y="185673"/>
              <a:ext cx="3427200" cy="10249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371FB70-F7E8-742A-2C90-B77CE62D007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457169" y="176673"/>
                <a:ext cx="3444840" cy="10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C083F6-28C2-A7CD-0002-5C9DD0A48E0E}"/>
                  </a:ext>
                </a:extLst>
              </p14:cNvPr>
              <p14:cNvContentPartPr/>
              <p14:nvPr/>
            </p14:nvContentPartPr>
            <p14:xfrm>
              <a:off x="8087169" y="363513"/>
              <a:ext cx="360" cy="2498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C083F6-28C2-A7CD-0002-5C9DD0A48E0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078169" y="354513"/>
                <a:ext cx="180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FDF0E43-BFFE-5F2B-235D-C84D848738F3}"/>
                  </a:ext>
                </a:extLst>
              </p14:cNvPr>
              <p14:cNvContentPartPr/>
              <p14:nvPr/>
            </p14:nvContentPartPr>
            <p14:xfrm>
              <a:off x="7953969" y="674193"/>
              <a:ext cx="303840" cy="914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FDF0E43-BFFE-5F2B-235D-C84D848738F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945329" y="665553"/>
                <a:ext cx="3214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40A5736-76A7-A687-B58B-38DA865DD6B8}"/>
                  </a:ext>
                </a:extLst>
              </p14:cNvPr>
              <p14:cNvContentPartPr/>
              <p14:nvPr/>
            </p14:nvContentPartPr>
            <p14:xfrm>
              <a:off x="7880529" y="852033"/>
              <a:ext cx="326160" cy="3589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40A5736-76A7-A687-B58B-38DA865DD6B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871529" y="843393"/>
                <a:ext cx="3438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F1C5F8D-901E-E06C-98C4-E3179657745C}"/>
                  </a:ext>
                </a:extLst>
              </p14:cNvPr>
              <p14:cNvContentPartPr/>
              <p14:nvPr/>
            </p14:nvContentPartPr>
            <p14:xfrm>
              <a:off x="8506569" y="399153"/>
              <a:ext cx="246960" cy="9054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F1C5F8D-901E-E06C-98C4-E3179657745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497569" y="390153"/>
                <a:ext cx="264600" cy="9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C4F2FD4-8DAD-624B-0596-D2B5B64482E4}"/>
                  </a:ext>
                </a:extLst>
              </p14:cNvPr>
              <p14:cNvContentPartPr/>
              <p14:nvPr/>
            </p14:nvContentPartPr>
            <p14:xfrm>
              <a:off x="8848929" y="390153"/>
              <a:ext cx="164520" cy="226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C4F2FD4-8DAD-624B-0596-D2B5B64482E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839929" y="381153"/>
                <a:ext cx="1821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FB5ABF5-A754-8986-CBF0-E8186DFD2827}"/>
                  </a:ext>
                </a:extLst>
              </p14:cNvPr>
              <p14:cNvContentPartPr/>
              <p14:nvPr/>
            </p14:nvContentPartPr>
            <p14:xfrm>
              <a:off x="8716089" y="1197993"/>
              <a:ext cx="127080" cy="1962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FB5ABF5-A754-8986-CBF0-E8186DFD282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707449" y="1189353"/>
                <a:ext cx="1447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A0C2F1D-5B84-1D70-5D8C-1286F34E4787}"/>
                  </a:ext>
                </a:extLst>
              </p14:cNvPr>
              <p14:cNvContentPartPr/>
              <p14:nvPr/>
            </p14:nvContentPartPr>
            <p14:xfrm>
              <a:off x="9240609" y="736473"/>
              <a:ext cx="106920" cy="3996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A0C2F1D-5B84-1D70-5D8C-1286F34E478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231609" y="727473"/>
                <a:ext cx="12456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721D329-E505-B18E-E768-830D08B445E6}"/>
                  </a:ext>
                </a:extLst>
              </p14:cNvPr>
              <p14:cNvContentPartPr/>
              <p14:nvPr/>
            </p14:nvContentPartPr>
            <p14:xfrm>
              <a:off x="9498729" y="745473"/>
              <a:ext cx="97200" cy="2145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721D329-E505-B18E-E768-830D08B445E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489729" y="736833"/>
                <a:ext cx="1148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5BA188B-BC15-011D-658C-575DBFA9613D}"/>
                  </a:ext>
                </a:extLst>
              </p14:cNvPr>
              <p14:cNvContentPartPr/>
              <p14:nvPr/>
            </p14:nvContentPartPr>
            <p14:xfrm>
              <a:off x="9418809" y="842673"/>
              <a:ext cx="211680" cy="18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5BA188B-BC15-011D-658C-575DBFA9613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409809" y="834033"/>
                <a:ext cx="22932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DCCD8E7-FBCC-8483-3795-0F902D9ABBC1}"/>
                  </a:ext>
                </a:extLst>
              </p14:cNvPr>
              <p14:cNvContentPartPr/>
              <p14:nvPr/>
            </p14:nvContentPartPr>
            <p14:xfrm>
              <a:off x="9445449" y="1100433"/>
              <a:ext cx="258120" cy="45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DCCD8E7-FBCC-8483-3795-0F902D9ABBC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436809" y="1091433"/>
                <a:ext cx="2757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EB0AEA36-FE42-A354-035F-AA38ECFFFAEB}"/>
                  </a:ext>
                </a:extLst>
              </p14:cNvPr>
              <p14:cNvContentPartPr/>
              <p14:nvPr/>
            </p14:nvContentPartPr>
            <p14:xfrm>
              <a:off x="9525369" y="1205913"/>
              <a:ext cx="119520" cy="2077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EB0AEA36-FE42-A354-035F-AA38ECFFFAE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516369" y="1197273"/>
                <a:ext cx="1371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B7FB760-526D-6453-DDB6-5070A2597A9F}"/>
                  </a:ext>
                </a:extLst>
              </p14:cNvPr>
              <p14:cNvContentPartPr/>
              <p14:nvPr/>
            </p14:nvContentPartPr>
            <p14:xfrm>
              <a:off x="9275889" y="789753"/>
              <a:ext cx="74160" cy="6015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B7FB760-526D-6453-DDB6-5070A2597A9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266889" y="780753"/>
                <a:ext cx="9180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ECD36C3-7D00-913E-DB1F-0F2E8C0B368B}"/>
                  </a:ext>
                </a:extLst>
              </p14:cNvPr>
              <p14:cNvContentPartPr/>
              <p14:nvPr/>
            </p14:nvContentPartPr>
            <p14:xfrm>
              <a:off x="9782769" y="816393"/>
              <a:ext cx="180720" cy="6296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ECD36C3-7D00-913E-DB1F-0F2E8C0B368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773769" y="807753"/>
                <a:ext cx="198360" cy="64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99715C44-C2F6-56AA-6DF6-9CA8A5FEE5BB}"/>
                  </a:ext>
                </a:extLst>
              </p14:cNvPr>
              <p14:cNvContentPartPr/>
              <p14:nvPr/>
            </p14:nvContentPartPr>
            <p14:xfrm>
              <a:off x="10392249" y="873633"/>
              <a:ext cx="198720" cy="4874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99715C44-C2F6-56AA-6DF6-9CA8A5FEE5B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383249" y="864993"/>
                <a:ext cx="21636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1FC892B-AA3D-054F-3D4F-0D930A5FB630}"/>
                  </a:ext>
                </a:extLst>
              </p14:cNvPr>
              <p14:cNvContentPartPr/>
              <p14:nvPr/>
            </p14:nvContentPartPr>
            <p14:xfrm>
              <a:off x="10723449" y="922953"/>
              <a:ext cx="71280" cy="4032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1FC892B-AA3D-054F-3D4F-0D930A5FB63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714449" y="914313"/>
                <a:ext cx="8892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3FCB64E6-D204-AD7B-FC45-A12118ED36A0}"/>
                  </a:ext>
                </a:extLst>
              </p14:cNvPr>
              <p14:cNvContentPartPr/>
              <p14:nvPr/>
            </p14:nvContentPartPr>
            <p14:xfrm>
              <a:off x="10652889" y="1109073"/>
              <a:ext cx="199800" cy="3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3FCB64E6-D204-AD7B-FC45-A12118ED36A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644249" y="1100433"/>
                <a:ext cx="217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1C7C5C3-B3F8-108B-8811-64D242249130}"/>
                  </a:ext>
                </a:extLst>
              </p14:cNvPr>
              <p14:cNvContentPartPr/>
              <p14:nvPr/>
            </p14:nvContentPartPr>
            <p14:xfrm>
              <a:off x="6950649" y="1783713"/>
              <a:ext cx="150480" cy="630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1C7C5C3-B3F8-108B-8811-64D24224913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942009" y="1774713"/>
                <a:ext cx="168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96CF574-BECE-F57B-3CB8-B7FA62FDEC4B}"/>
                  </a:ext>
                </a:extLst>
              </p14:cNvPr>
              <p14:cNvContentPartPr/>
              <p14:nvPr/>
            </p14:nvContentPartPr>
            <p14:xfrm>
              <a:off x="7048569" y="1908273"/>
              <a:ext cx="203760" cy="3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96CF574-BECE-F57B-3CB8-B7FA62FDEC4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039569" y="1899273"/>
                <a:ext cx="221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6432C21-B846-66E0-0BB0-6BB48B3E8233}"/>
                  </a:ext>
                </a:extLst>
              </p14:cNvPr>
              <p14:cNvContentPartPr/>
              <p14:nvPr/>
            </p14:nvContentPartPr>
            <p14:xfrm>
              <a:off x="7572369" y="1587153"/>
              <a:ext cx="3603600" cy="9039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6432C21-B846-66E0-0BB0-6BB48B3E8233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563729" y="1578513"/>
                <a:ext cx="3621240" cy="9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1AFB4A2F-A7EA-A60F-E0B3-079D06B201CA}"/>
                  </a:ext>
                </a:extLst>
              </p14:cNvPr>
              <p14:cNvContentPartPr/>
              <p14:nvPr/>
            </p14:nvContentPartPr>
            <p14:xfrm>
              <a:off x="8158449" y="1810713"/>
              <a:ext cx="18000" cy="23472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1AFB4A2F-A7EA-A60F-E0B3-079D06B201C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149449" y="1802073"/>
                <a:ext cx="356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2A82F2AC-144A-E7F0-AC19-60586B6A795B}"/>
                  </a:ext>
                </a:extLst>
              </p14:cNvPr>
              <p14:cNvContentPartPr/>
              <p14:nvPr/>
            </p14:nvContentPartPr>
            <p14:xfrm>
              <a:off x="8033529" y="2192313"/>
              <a:ext cx="304560" cy="183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2A82F2AC-144A-E7F0-AC19-60586B6A795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024529" y="2183313"/>
                <a:ext cx="322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BABF60BB-5FA2-928D-2633-9AAD307F29A1}"/>
                  </a:ext>
                </a:extLst>
              </p14:cNvPr>
              <p14:cNvContentPartPr/>
              <p14:nvPr/>
            </p14:nvContentPartPr>
            <p14:xfrm>
              <a:off x="8121369" y="2289873"/>
              <a:ext cx="257400" cy="35136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BABF60BB-5FA2-928D-2633-9AAD307F29A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112369" y="2281233"/>
                <a:ext cx="27504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C9136F26-70A7-759C-E884-0DCB11EBE20F}"/>
                  </a:ext>
                </a:extLst>
              </p14:cNvPr>
              <p14:cNvContentPartPr/>
              <p14:nvPr/>
            </p14:nvContentPartPr>
            <p14:xfrm>
              <a:off x="8842089" y="1863993"/>
              <a:ext cx="112680" cy="27972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C9136F26-70A7-759C-E884-0DCB11EBE20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833089" y="1855353"/>
                <a:ext cx="13032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749A966-C97D-9278-40AD-46246C150CDA}"/>
                  </a:ext>
                </a:extLst>
              </p14:cNvPr>
              <p14:cNvContentPartPr/>
              <p14:nvPr/>
            </p14:nvContentPartPr>
            <p14:xfrm>
              <a:off x="8832729" y="2032473"/>
              <a:ext cx="70200" cy="972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749A966-C97D-9278-40AD-46246C150CD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824089" y="2023473"/>
                <a:ext cx="878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4808B4E-AE9E-5046-4B0D-76F8C849E5BB}"/>
                  </a:ext>
                </a:extLst>
              </p14:cNvPr>
              <p14:cNvContentPartPr/>
              <p14:nvPr/>
            </p14:nvContentPartPr>
            <p14:xfrm>
              <a:off x="8806449" y="2228313"/>
              <a:ext cx="239400" cy="176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4808B4E-AE9E-5046-4B0D-76F8C849E5B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797449" y="2219673"/>
                <a:ext cx="2570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749B8476-4841-D55F-8211-E78ED6C4FB10}"/>
                  </a:ext>
                </a:extLst>
              </p14:cNvPr>
              <p14:cNvContentPartPr/>
              <p14:nvPr/>
            </p14:nvContentPartPr>
            <p14:xfrm>
              <a:off x="8886729" y="2316513"/>
              <a:ext cx="174600" cy="1699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749B8476-4841-D55F-8211-E78ED6C4FB1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877729" y="2307513"/>
                <a:ext cx="1922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DBA8B95-F258-EB99-AA56-8CCFABDB5282}"/>
                  </a:ext>
                </a:extLst>
              </p14:cNvPr>
              <p14:cNvContentPartPr/>
              <p14:nvPr/>
            </p14:nvContentPartPr>
            <p14:xfrm>
              <a:off x="8939289" y="2468073"/>
              <a:ext cx="126720" cy="17784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DBA8B95-F258-EB99-AA56-8CCFABDB528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930289" y="2459433"/>
                <a:ext cx="144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D45CF87-B3B8-796D-1940-C5A60CF3CC0D}"/>
                  </a:ext>
                </a:extLst>
              </p14:cNvPr>
              <p14:cNvContentPartPr/>
              <p14:nvPr/>
            </p14:nvContentPartPr>
            <p14:xfrm>
              <a:off x="8574969" y="1872993"/>
              <a:ext cx="196560" cy="85716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D45CF87-B3B8-796D-1940-C5A60CF3CC0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566329" y="1863993"/>
                <a:ext cx="21420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16096FD-E752-949B-0183-3163E2A56431}"/>
                  </a:ext>
                </a:extLst>
              </p14:cNvPr>
              <p14:cNvContentPartPr/>
              <p14:nvPr/>
            </p14:nvContentPartPr>
            <p14:xfrm>
              <a:off x="9214689" y="1970553"/>
              <a:ext cx="134280" cy="6321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16096FD-E752-949B-0183-3163E2A56431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206049" y="1961913"/>
                <a:ext cx="151920" cy="6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A0B47E17-C7D0-8A5E-D98C-A123D523A275}"/>
                  </a:ext>
                </a:extLst>
              </p14:cNvPr>
              <p14:cNvContentPartPr/>
              <p14:nvPr/>
            </p14:nvContentPartPr>
            <p14:xfrm>
              <a:off x="9408729" y="1845273"/>
              <a:ext cx="81360" cy="22824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A0B47E17-C7D0-8A5E-D98C-A123D523A27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400089" y="1836633"/>
                <a:ext cx="990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02CC1F9E-A9D0-945C-7E4C-B7D8FFEF54EF}"/>
                  </a:ext>
                </a:extLst>
              </p14:cNvPr>
              <p14:cNvContentPartPr/>
              <p14:nvPr/>
            </p14:nvContentPartPr>
            <p14:xfrm>
              <a:off x="9897969" y="1828353"/>
              <a:ext cx="28800" cy="95004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02CC1F9E-A9D0-945C-7E4C-B7D8FFEF54E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889329" y="1819713"/>
                <a:ext cx="46440" cy="9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F07302AA-E404-E92C-E38B-ED38918C8483}"/>
                  </a:ext>
                </a:extLst>
              </p14:cNvPr>
              <p14:cNvContentPartPr/>
              <p14:nvPr/>
            </p14:nvContentPartPr>
            <p14:xfrm>
              <a:off x="10002369" y="1791993"/>
              <a:ext cx="186840" cy="28512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F07302AA-E404-E92C-E38B-ED38918C848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993369" y="1783353"/>
                <a:ext cx="2044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2F4E218-161C-5E13-17B9-C9E90AC118FB}"/>
                  </a:ext>
                </a:extLst>
              </p14:cNvPr>
              <p14:cNvContentPartPr/>
              <p14:nvPr/>
            </p14:nvContentPartPr>
            <p14:xfrm>
              <a:off x="10075809" y="2581473"/>
              <a:ext cx="125640" cy="19980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2F4E218-161C-5E13-17B9-C9E90AC118F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067169" y="2572473"/>
                <a:ext cx="1432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FB39F69-74E5-4374-800D-3B24EAFF5069}"/>
                  </a:ext>
                </a:extLst>
              </p14:cNvPr>
              <p14:cNvContentPartPr/>
              <p14:nvPr/>
            </p14:nvContentPartPr>
            <p14:xfrm>
              <a:off x="6880089" y="3252153"/>
              <a:ext cx="257760" cy="237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FB39F69-74E5-4374-800D-3B24EAFF5069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871089" y="3243153"/>
                <a:ext cx="2754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4A174F5C-A59A-F28C-1756-8314CF7F8677}"/>
                  </a:ext>
                </a:extLst>
              </p14:cNvPr>
              <p14:cNvContentPartPr/>
              <p14:nvPr/>
            </p14:nvContentPartPr>
            <p14:xfrm>
              <a:off x="6950649" y="3364473"/>
              <a:ext cx="320400" cy="36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4A174F5C-A59A-F28C-1756-8314CF7F867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942009" y="3355473"/>
                <a:ext cx="338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B90A2B1-7F11-6584-D705-945155BCC6AE}"/>
                  </a:ext>
                </a:extLst>
              </p14:cNvPr>
              <p14:cNvContentPartPr/>
              <p14:nvPr/>
            </p14:nvContentPartPr>
            <p14:xfrm>
              <a:off x="7581369" y="2805393"/>
              <a:ext cx="3258000" cy="72720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B90A2B1-7F11-6584-D705-945155BCC6A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572369" y="2796393"/>
                <a:ext cx="3275640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CB8BA341-1730-1A98-EAC8-0504AE770642}"/>
                  </a:ext>
                </a:extLst>
              </p14:cNvPr>
              <p14:cNvContentPartPr/>
              <p14:nvPr/>
            </p14:nvContentPartPr>
            <p14:xfrm>
              <a:off x="8202729" y="3053433"/>
              <a:ext cx="360" cy="1404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CB8BA341-1730-1A98-EAC8-0504AE770642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194089" y="3044793"/>
                <a:ext cx="18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9616D60-6E6D-D035-6E3A-62DFA9B433B9}"/>
                  </a:ext>
                </a:extLst>
              </p14:cNvPr>
              <p14:cNvContentPartPr/>
              <p14:nvPr/>
            </p14:nvContentPartPr>
            <p14:xfrm>
              <a:off x="8140449" y="3337473"/>
              <a:ext cx="373320" cy="3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9616D60-6E6D-D035-6E3A-62DFA9B433B9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131449" y="3328833"/>
                <a:ext cx="3909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85351BB-F464-83D0-5B02-EDFE6DEDE46E}"/>
                  </a:ext>
                </a:extLst>
              </p14:cNvPr>
              <p14:cNvContentPartPr/>
              <p14:nvPr/>
            </p14:nvContentPartPr>
            <p14:xfrm>
              <a:off x="8104809" y="3435033"/>
              <a:ext cx="248040" cy="28656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85351BB-F464-83D0-5B02-EDFE6DEDE46E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095809" y="3426393"/>
                <a:ext cx="2656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F487A498-68BA-935F-48E2-18088E3F0EAA}"/>
                  </a:ext>
                </a:extLst>
              </p14:cNvPr>
              <p14:cNvContentPartPr/>
              <p14:nvPr/>
            </p14:nvContentPartPr>
            <p14:xfrm>
              <a:off x="8868369" y="3026793"/>
              <a:ext cx="84600" cy="4647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F487A498-68BA-935F-48E2-18088E3F0EAA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859729" y="3017793"/>
                <a:ext cx="10224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1B57A4C-A555-466A-5AED-228A7D45D080}"/>
                  </a:ext>
                </a:extLst>
              </p14:cNvPr>
              <p14:cNvContentPartPr/>
              <p14:nvPr/>
            </p14:nvContentPartPr>
            <p14:xfrm>
              <a:off x="9072489" y="3097713"/>
              <a:ext cx="171360" cy="25884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1B57A4C-A555-466A-5AED-228A7D45D080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063849" y="3088713"/>
                <a:ext cx="1890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5D82DA00-6CC6-9E70-7D40-C8A62A6E4749}"/>
                  </a:ext>
                </a:extLst>
              </p14:cNvPr>
              <p14:cNvContentPartPr/>
              <p14:nvPr/>
            </p14:nvContentPartPr>
            <p14:xfrm>
              <a:off x="9330249" y="3232353"/>
              <a:ext cx="219960" cy="345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5D82DA00-6CC6-9E70-7D40-C8A62A6E474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321249" y="3223713"/>
                <a:ext cx="2376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544D03F-4A2F-3E82-DCB8-B674002336FB}"/>
                  </a:ext>
                </a:extLst>
              </p14:cNvPr>
              <p14:cNvContentPartPr/>
              <p14:nvPr/>
            </p14:nvContentPartPr>
            <p14:xfrm>
              <a:off x="9650649" y="3072513"/>
              <a:ext cx="187200" cy="17712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544D03F-4A2F-3E82-DCB8-B674002336FB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642009" y="3063513"/>
                <a:ext cx="2048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C931FCE-139C-3F7F-73A0-58780AC9E307}"/>
                  </a:ext>
                </a:extLst>
              </p14:cNvPr>
              <p14:cNvContentPartPr/>
              <p14:nvPr/>
            </p14:nvContentPartPr>
            <p14:xfrm>
              <a:off x="9117129" y="3080793"/>
              <a:ext cx="142200" cy="2664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C931FCE-139C-3F7F-73A0-58780AC9E307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9108129" y="3071793"/>
                <a:ext cx="1598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2D25D2F9-E96D-8613-D1A8-D95E634096FA}"/>
                  </a:ext>
                </a:extLst>
              </p14:cNvPr>
              <p14:cNvContentPartPr/>
              <p14:nvPr/>
            </p14:nvContentPartPr>
            <p14:xfrm>
              <a:off x="9152409" y="3471033"/>
              <a:ext cx="720720" cy="100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2D25D2F9-E96D-8613-D1A8-D95E634096F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9143409" y="3462033"/>
                <a:ext cx="7383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17B1C89-8517-B465-41E1-F46600104A81}"/>
                  </a:ext>
                </a:extLst>
              </p14:cNvPr>
              <p14:cNvContentPartPr/>
              <p14:nvPr/>
            </p14:nvContentPartPr>
            <p14:xfrm>
              <a:off x="9365529" y="3665073"/>
              <a:ext cx="268560" cy="25848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17B1C89-8517-B465-41E1-F46600104A8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356529" y="3656433"/>
                <a:ext cx="2862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743A81AD-91BA-3485-BC4E-166B60A45EB9}"/>
                  </a:ext>
                </a:extLst>
              </p14:cNvPr>
              <p14:cNvContentPartPr/>
              <p14:nvPr/>
            </p14:nvContentPartPr>
            <p14:xfrm>
              <a:off x="10031529" y="3044793"/>
              <a:ext cx="187560" cy="8708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743A81AD-91BA-3485-BC4E-166B60A45EB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022529" y="3035793"/>
                <a:ext cx="205200" cy="88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65D3D543-AA72-DF2F-284F-E86795F44AD9}"/>
                  </a:ext>
                </a:extLst>
              </p14:cNvPr>
              <p14:cNvContentPartPr/>
              <p14:nvPr/>
            </p14:nvContentPartPr>
            <p14:xfrm>
              <a:off x="10342209" y="2998353"/>
              <a:ext cx="197280" cy="2584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65D3D543-AA72-DF2F-284F-E86795F44AD9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333569" y="2989353"/>
                <a:ext cx="2149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24FC5572-5F9F-3973-5796-CD73EB52396F}"/>
                  </a:ext>
                </a:extLst>
              </p14:cNvPr>
              <p14:cNvContentPartPr/>
              <p14:nvPr/>
            </p14:nvContentPartPr>
            <p14:xfrm>
              <a:off x="8850369" y="3026793"/>
              <a:ext cx="97200" cy="83016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24FC5572-5F9F-3973-5796-CD73EB52396F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841729" y="3017793"/>
                <a:ext cx="11484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5B2FB3BA-EC42-0A7E-F1EB-3BA894A7042F}"/>
                  </a:ext>
                </a:extLst>
              </p14:cNvPr>
              <p14:cNvContentPartPr/>
              <p14:nvPr/>
            </p14:nvContentPartPr>
            <p14:xfrm>
              <a:off x="7101849" y="4189953"/>
              <a:ext cx="137880" cy="36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5B2FB3BA-EC42-0A7E-F1EB-3BA894A7042F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092849" y="4180953"/>
                <a:ext cx="155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A2EAEC9-F272-1CD5-E708-5F91CE987869}"/>
                  </a:ext>
                </a:extLst>
              </p14:cNvPr>
              <p14:cNvContentPartPr/>
              <p14:nvPr/>
            </p14:nvContentPartPr>
            <p14:xfrm>
              <a:off x="7092849" y="4305153"/>
              <a:ext cx="393480" cy="3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A2EAEC9-F272-1CD5-E708-5F91CE987869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084209" y="4296153"/>
                <a:ext cx="411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2575ADB9-8919-7560-1AB6-F0C17EE88557}"/>
                  </a:ext>
                </a:extLst>
              </p14:cNvPr>
              <p14:cNvContentPartPr/>
              <p14:nvPr/>
            </p14:nvContentPartPr>
            <p14:xfrm>
              <a:off x="7696569" y="3903753"/>
              <a:ext cx="2450880" cy="9327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2575ADB9-8919-7560-1AB6-F0C17EE88557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687569" y="3895113"/>
                <a:ext cx="2468520" cy="9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1420D73C-A4C5-A184-F43D-ACA7A6A0D633}"/>
                  </a:ext>
                </a:extLst>
              </p14:cNvPr>
              <p14:cNvContentPartPr/>
              <p14:nvPr/>
            </p14:nvContentPartPr>
            <p14:xfrm>
              <a:off x="8273649" y="4092033"/>
              <a:ext cx="360" cy="17028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1420D73C-A4C5-A184-F43D-ACA7A6A0D633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265009" y="4083393"/>
                <a:ext cx="180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A2D9281A-E474-8247-F672-36FDC2364588}"/>
                  </a:ext>
                </a:extLst>
              </p14:cNvPr>
              <p14:cNvContentPartPr/>
              <p14:nvPr/>
            </p14:nvContentPartPr>
            <p14:xfrm>
              <a:off x="8131449" y="4402353"/>
              <a:ext cx="303480" cy="277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A2D9281A-E474-8247-F672-36FDC236458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122809" y="4393353"/>
                <a:ext cx="3211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4C66F9E0-43D9-5611-0EC4-A7BE8354038C}"/>
                  </a:ext>
                </a:extLst>
              </p14:cNvPr>
              <p14:cNvContentPartPr/>
              <p14:nvPr/>
            </p14:nvContentPartPr>
            <p14:xfrm>
              <a:off x="8235849" y="4517913"/>
              <a:ext cx="181080" cy="21456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4C66F9E0-43D9-5611-0EC4-A7BE8354038C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226849" y="4508913"/>
                <a:ext cx="1987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53B2768-C8FA-8802-4909-B5C05C7E43BD}"/>
                  </a:ext>
                </a:extLst>
              </p14:cNvPr>
              <p14:cNvContentPartPr/>
              <p14:nvPr/>
            </p14:nvContentPartPr>
            <p14:xfrm>
              <a:off x="8983569" y="4234233"/>
              <a:ext cx="45360" cy="1944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53B2768-C8FA-8802-4909-B5C05C7E43BD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8974929" y="4225593"/>
                <a:ext cx="630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1E15C73-C2C6-8FA2-B2CB-90BA8B609979}"/>
                  </a:ext>
                </a:extLst>
              </p14:cNvPr>
              <p14:cNvContentPartPr/>
              <p14:nvPr/>
            </p14:nvContentPartPr>
            <p14:xfrm>
              <a:off x="9125769" y="4277793"/>
              <a:ext cx="113040" cy="1263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1E15C73-C2C6-8FA2-B2CB-90BA8B60997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117129" y="4268793"/>
                <a:ext cx="130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E5B743DC-B7BC-7425-C1B0-B8D41122AADC}"/>
                  </a:ext>
                </a:extLst>
              </p14:cNvPr>
              <p14:cNvContentPartPr/>
              <p14:nvPr/>
            </p14:nvContentPartPr>
            <p14:xfrm>
              <a:off x="9343929" y="4224153"/>
              <a:ext cx="142920" cy="21276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E5B743DC-B7BC-7425-C1B0-B8D41122AADC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9335289" y="4215513"/>
                <a:ext cx="1605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AADF8012-2A61-AE55-4722-ACF8B1E4C8FB}"/>
                  </a:ext>
                </a:extLst>
              </p14:cNvPr>
              <p14:cNvContentPartPr/>
              <p14:nvPr/>
            </p14:nvContentPartPr>
            <p14:xfrm>
              <a:off x="9010569" y="4553913"/>
              <a:ext cx="520560" cy="36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AADF8012-2A61-AE55-4722-ACF8B1E4C8FB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9001929" y="4544913"/>
                <a:ext cx="538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AC9F0896-38E2-00DF-F402-7A56206E7B4A}"/>
                  </a:ext>
                </a:extLst>
              </p14:cNvPr>
              <p14:cNvContentPartPr/>
              <p14:nvPr/>
            </p14:nvContentPartPr>
            <p14:xfrm>
              <a:off x="8628249" y="4198593"/>
              <a:ext cx="133920" cy="78048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AC9F0896-38E2-00DF-F402-7A56206E7B4A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619609" y="4189953"/>
                <a:ext cx="151560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079E91E-F5E1-C670-EBFD-990D5314604C}"/>
                  </a:ext>
                </a:extLst>
              </p14:cNvPr>
              <p14:cNvContentPartPr/>
              <p14:nvPr/>
            </p14:nvContentPartPr>
            <p14:xfrm>
              <a:off x="9108489" y="4687113"/>
              <a:ext cx="164160" cy="16128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079E91E-F5E1-C670-EBFD-990D5314604C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099489" y="4678113"/>
                <a:ext cx="181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FE2416B2-C8C7-8E3B-ED8B-0D9979124957}"/>
                  </a:ext>
                </a:extLst>
              </p14:cNvPr>
              <p14:cNvContentPartPr/>
              <p14:nvPr/>
            </p14:nvContentPartPr>
            <p14:xfrm>
              <a:off x="9356529" y="4651473"/>
              <a:ext cx="154800" cy="1317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FE2416B2-C8C7-8E3B-ED8B-0D9979124957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347889" y="4642833"/>
                <a:ext cx="1724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146F19C9-C1E1-B74D-3FE4-D06796FAF2B4}"/>
                  </a:ext>
                </a:extLst>
              </p14:cNvPr>
              <p14:cNvContentPartPr/>
              <p14:nvPr/>
            </p14:nvContentPartPr>
            <p14:xfrm>
              <a:off x="9667569" y="4198593"/>
              <a:ext cx="63720" cy="58284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146F19C9-C1E1-B74D-3FE4-D06796FAF2B4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9658569" y="4189953"/>
                <a:ext cx="81360" cy="60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34E55993-63A3-7A86-BF41-2CC89C5D37B9}"/>
              </a:ext>
            </a:extLst>
          </p:cNvPr>
          <p:cNvGrpSpPr/>
          <p:nvPr/>
        </p:nvGrpSpPr>
        <p:grpSpPr>
          <a:xfrm>
            <a:off x="10013889" y="3913833"/>
            <a:ext cx="1569600" cy="801360"/>
            <a:chOff x="10013889" y="3913833"/>
            <a:chExt cx="1569600" cy="80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3F8DCC3-6F7B-F4E6-B1B9-B3DC30D601F2}"/>
                    </a:ext>
                  </a:extLst>
                </p14:cNvPr>
                <p14:cNvContentPartPr/>
                <p14:nvPr/>
              </p14:nvContentPartPr>
              <p14:xfrm>
                <a:off x="10013889" y="4482993"/>
                <a:ext cx="69840" cy="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3F8DCC3-6F7B-F4E6-B1B9-B3DC30D601F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004889" y="4473993"/>
                  <a:ext cx="87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10C21DD-87C3-3018-8F2A-DCC6C480D115}"/>
                    </a:ext>
                  </a:extLst>
                </p14:cNvPr>
                <p14:cNvContentPartPr/>
                <p14:nvPr/>
              </p14:nvContentPartPr>
              <p14:xfrm>
                <a:off x="10049169" y="4553913"/>
                <a:ext cx="115560" cy="3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10C21DD-87C3-3018-8F2A-DCC6C480D11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40169" y="4544913"/>
                  <a:ext cx="133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BFC22CE-54B2-ABA4-BCB4-7986539632BE}"/>
                    </a:ext>
                  </a:extLst>
                </p14:cNvPr>
                <p14:cNvContentPartPr/>
                <p14:nvPr/>
              </p14:nvContentPartPr>
              <p14:xfrm>
                <a:off x="10315569" y="3913833"/>
                <a:ext cx="1267920" cy="801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BFC22CE-54B2-ABA4-BCB4-7986539632B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306569" y="3904833"/>
                  <a:ext cx="128556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85DA52B-4993-9E36-A82C-C555BE964848}"/>
                    </a:ext>
                  </a:extLst>
                </p14:cNvPr>
                <p14:cNvContentPartPr/>
                <p14:nvPr/>
              </p14:nvContentPartPr>
              <p14:xfrm>
                <a:off x="10617249" y="4092033"/>
                <a:ext cx="360" cy="204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85DA52B-4993-9E36-A82C-C555BE96484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608609" y="4083393"/>
                  <a:ext cx="18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2F1398A-AB40-63FC-AD12-FAD665A1447E}"/>
                    </a:ext>
                  </a:extLst>
                </p14:cNvPr>
                <p14:cNvContentPartPr/>
                <p14:nvPr/>
              </p14:nvContentPartPr>
              <p14:xfrm>
                <a:off x="10617249" y="4332153"/>
                <a:ext cx="66240" cy="9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2F1398A-AB40-63FC-AD12-FAD665A1447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608609" y="4323153"/>
                  <a:ext cx="83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7ECF364-54A8-3B78-28B1-F694F83A56C3}"/>
                    </a:ext>
                  </a:extLst>
                </p14:cNvPr>
                <p14:cNvContentPartPr/>
                <p14:nvPr/>
              </p14:nvContentPartPr>
              <p14:xfrm>
                <a:off x="10633809" y="4419993"/>
                <a:ext cx="75600" cy="2156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7ECF364-54A8-3B78-28B1-F694F83A56C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624809" y="4410993"/>
                  <a:ext cx="93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6688ADD-AA04-459A-D061-2C3B5E273004}"/>
                    </a:ext>
                  </a:extLst>
                </p14:cNvPr>
                <p14:cNvContentPartPr/>
                <p14:nvPr/>
              </p14:nvContentPartPr>
              <p14:xfrm>
                <a:off x="10793289" y="4180953"/>
                <a:ext cx="73080" cy="3859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6688ADD-AA04-459A-D061-2C3B5E27300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784289" y="4172313"/>
                  <a:ext cx="907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5161BC0-A14A-E587-238D-CA5183CF561D}"/>
                    </a:ext>
                  </a:extLst>
                </p14:cNvPr>
                <p14:cNvContentPartPr/>
                <p14:nvPr/>
              </p14:nvContentPartPr>
              <p14:xfrm>
                <a:off x="10923969" y="4296513"/>
                <a:ext cx="64800" cy="1440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5161BC0-A14A-E587-238D-CA5183CF561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915329" y="4287513"/>
                  <a:ext cx="82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C912A34-D519-9CB5-206F-70F4D2149437}"/>
                    </a:ext>
                  </a:extLst>
                </p14:cNvPr>
                <p14:cNvContentPartPr/>
                <p14:nvPr/>
              </p14:nvContentPartPr>
              <p14:xfrm>
                <a:off x="11025849" y="4402713"/>
                <a:ext cx="8280" cy="133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C912A34-D519-9CB5-206F-70F4D214943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017209" y="4394073"/>
                  <a:ext cx="25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4DA8E60-F346-5CEF-53F4-7C6954AFE791}"/>
                    </a:ext>
                  </a:extLst>
                </p14:cNvPr>
                <p14:cNvContentPartPr/>
                <p14:nvPr/>
              </p14:nvContentPartPr>
              <p14:xfrm>
                <a:off x="11123049" y="4473993"/>
                <a:ext cx="360" cy="69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4DA8E60-F346-5CEF-53F4-7C6954AFE79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114409" y="4465353"/>
                  <a:ext cx="18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E9F6A2F-012C-D032-360D-473F7A89BEEF}"/>
                    </a:ext>
                  </a:extLst>
                </p14:cNvPr>
                <p14:cNvContentPartPr/>
                <p14:nvPr/>
              </p14:nvContentPartPr>
              <p14:xfrm>
                <a:off x="11184609" y="4234233"/>
                <a:ext cx="57240" cy="2761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E9F6A2F-012C-D032-360D-473F7A89BEE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175609" y="4225593"/>
                  <a:ext cx="74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621E489-9269-26D9-3CCA-31F091FAE6A0}"/>
                    </a:ext>
                  </a:extLst>
                </p14:cNvPr>
                <p14:cNvContentPartPr/>
                <p14:nvPr/>
              </p14:nvContentPartPr>
              <p14:xfrm>
                <a:off x="11318529" y="4330353"/>
                <a:ext cx="141840" cy="1717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621E489-9269-26D9-3CCA-31F091FAE6A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309889" y="4321713"/>
                  <a:ext cx="159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AE58E70D-8E26-C2EC-EEB8-183E32BD5A83}"/>
                    </a:ext>
                  </a:extLst>
                </p14:cNvPr>
                <p14:cNvContentPartPr/>
                <p14:nvPr/>
              </p14:nvContentPartPr>
              <p14:xfrm>
                <a:off x="11514009" y="4145313"/>
                <a:ext cx="62640" cy="434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AE58E70D-8E26-C2EC-EEB8-183E32BD5A8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505369" y="4136673"/>
                  <a:ext cx="80280" cy="45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8F07AAF8-CFCA-C859-551E-CC4784573AB0}"/>
              </a:ext>
            </a:extLst>
          </p:cNvPr>
          <p:cNvGrpSpPr/>
          <p:nvPr/>
        </p:nvGrpSpPr>
        <p:grpSpPr>
          <a:xfrm>
            <a:off x="7039569" y="5130273"/>
            <a:ext cx="3044160" cy="765000"/>
            <a:chOff x="7039569" y="5130273"/>
            <a:chExt cx="3044160" cy="76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6FFA263-ED01-D66A-B8B3-C9AD08510247}"/>
                    </a:ext>
                  </a:extLst>
                </p14:cNvPr>
                <p14:cNvContentPartPr/>
                <p14:nvPr/>
              </p14:nvContentPartPr>
              <p14:xfrm>
                <a:off x="7039569" y="5494953"/>
                <a:ext cx="195840" cy="23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6FFA263-ED01-D66A-B8B3-C9AD0851024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030929" y="5486313"/>
                  <a:ext cx="213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4C19308-7F2C-1D0E-3682-71940BF1AF9E}"/>
                    </a:ext>
                  </a:extLst>
                </p14:cNvPr>
                <p14:cNvContentPartPr/>
                <p14:nvPr/>
              </p14:nvContentPartPr>
              <p14:xfrm>
                <a:off x="7119489" y="5654073"/>
                <a:ext cx="193320" cy="363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4C19308-7F2C-1D0E-3682-71940BF1AF9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110489" y="5645073"/>
                  <a:ext cx="210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1A36576-E52A-A831-19E6-B34F31907FBD}"/>
                    </a:ext>
                  </a:extLst>
                </p14:cNvPr>
                <p14:cNvContentPartPr/>
                <p14:nvPr/>
              </p14:nvContentPartPr>
              <p14:xfrm>
                <a:off x="7430169" y="5130273"/>
                <a:ext cx="2653560" cy="6739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1A36576-E52A-A831-19E6-B34F31907FB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421529" y="5121273"/>
                  <a:ext cx="267120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B8A1154-3D5E-27BE-9994-0D136E4ED2D7}"/>
                    </a:ext>
                  </a:extLst>
                </p14:cNvPr>
                <p14:cNvContentPartPr/>
                <p14:nvPr/>
              </p14:nvContentPartPr>
              <p14:xfrm>
                <a:off x="8059449" y="5450673"/>
                <a:ext cx="360360" cy="291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B8A1154-3D5E-27BE-9994-0D136E4ED2D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050809" y="5441673"/>
                  <a:ext cx="378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B5680CB-C90D-A798-590C-E313328D4FF5}"/>
                    </a:ext>
                  </a:extLst>
                </p14:cNvPr>
                <p14:cNvContentPartPr/>
                <p14:nvPr/>
              </p14:nvContentPartPr>
              <p14:xfrm>
                <a:off x="8711409" y="5672433"/>
                <a:ext cx="15120" cy="792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B5680CB-C90D-A798-590C-E313328D4FF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702409" y="5663793"/>
                  <a:ext cx="32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456F0FC-63C6-A004-0320-56E9A94B0C97}"/>
                    </a:ext>
                  </a:extLst>
                </p14:cNvPr>
                <p14:cNvContentPartPr/>
                <p14:nvPr/>
              </p14:nvContentPartPr>
              <p14:xfrm>
                <a:off x="9018849" y="5379753"/>
                <a:ext cx="151920" cy="4269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456F0FC-63C6-A004-0320-56E9A94B0C9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10209" y="5371113"/>
                  <a:ext cx="1695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B955A39-1643-0442-6EE6-38BFD178610E}"/>
                    </a:ext>
                  </a:extLst>
                </p14:cNvPr>
                <p14:cNvContentPartPr/>
                <p14:nvPr/>
              </p14:nvContentPartPr>
              <p14:xfrm>
                <a:off x="9374529" y="5433033"/>
                <a:ext cx="212400" cy="2775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B955A39-1643-0442-6EE6-38BFD178610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365889" y="5424393"/>
                  <a:ext cx="230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93E140B-5419-812C-5FF8-FBB74752A681}"/>
                    </a:ext>
                  </a:extLst>
                </p14:cNvPr>
                <p14:cNvContentPartPr/>
                <p14:nvPr/>
              </p14:nvContentPartPr>
              <p14:xfrm>
                <a:off x="9613569" y="5326473"/>
                <a:ext cx="126360" cy="3232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93E140B-5419-812C-5FF8-FBB74752A68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04929" y="5317473"/>
                  <a:ext cx="1440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B42461C-0824-268C-5DDD-F546A4D5F299}"/>
                    </a:ext>
                  </a:extLst>
                </p14:cNvPr>
                <p14:cNvContentPartPr/>
                <p14:nvPr/>
              </p14:nvContentPartPr>
              <p14:xfrm>
                <a:off x="9729489" y="5548233"/>
                <a:ext cx="360" cy="347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B42461C-0824-268C-5DDD-F546A4D5F29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20489" y="5539593"/>
                  <a:ext cx="1800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E5A09BC6-F409-6C1D-2750-2F4D3899B6DA}"/>
              </a:ext>
            </a:extLst>
          </p:cNvPr>
          <p:cNvGrpSpPr/>
          <p:nvPr/>
        </p:nvGrpSpPr>
        <p:grpSpPr>
          <a:xfrm>
            <a:off x="10235649" y="5148633"/>
            <a:ext cx="1341720" cy="557280"/>
            <a:chOff x="10235649" y="5148633"/>
            <a:chExt cx="1341720" cy="55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1F870A2-33BD-157E-4406-532E4B415C6B}"/>
                    </a:ext>
                  </a:extLst>
                </p14:cNvPr>
                <p14:cNvContentPartPr/>
                <p14:nvPr/>
              </p14:nvContentPartPr>
              <p14:xfrm>
                <a:off x="10270929" y="5521593"/>
                <a:ext cx="42480" cy="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1F870A2-33BD-157E-4406-532E4B415C6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62289" y="5512593"/>
                  <a:ext cx="60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4CE2B59-1180-252C-7D41-D20348B7AD39}"/>
                    </a:ext>
                  </a:extLst>
                </p14:cNvPr>
                <p14:cNvContentPartPr/>
                <p14:nvPr/>
              </p14:nvContentPartPr>
              <p14:xfrm>
                <a:off x="10235649" y="5583513"/>
                <a:ext cx="95400" cy="16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4CE2B59-1180-252C-7D41-D20348B7AD3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227009" y="5574873"/>
                  <a:ext cx="113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191FB09-72C4-B3F4-88D4-DCD3DE35F50E}"/>
                    </a:ext>
                  </a:extLst>
                </p14:cNvPr>
                <p14:cNvContentPartPr/>
                <p14:nvPr/>
              </p14:nvContentPartPr>
              <p14:xfrm>
                <a:off x="10473249" y="5325393"/>
                <a:ext cx="192240" cy="3402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191FB09-72C4-B3F4-88D4-DCD3DE35F50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464609" y="5316393"/>
                  <a:ext cx="2098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AFE5DE9-7AF5-C1F2-3441-97C5661CE65F}"/>
                    </a:ext>
                  </a:extLst>
                </p14:cNvPr>
                <p14:cNvContentPartPr/>
                <p14:nvPr/>
              </p14:nvContentPartPr>
              <p14:xfrm>
                <a:off x="10821729" y="5512593"/>
                <a:ext cx="9720" cy="792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AFE5DE9-7AF5-C1F2-3441-97C5661CE65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812729" y="5503953"/>
                  <a:ext cx="27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1ADA129-7375-F3BB-A5E2-D0A373D3620E}"/>
                    </a:ext>
                  </a:extLst>
                </p14:cNvPr>
                <p14:cNvContentPartPr/>
                <p14:nvPr/>
              </p14:nvContentPartPr>
              <p14:xfrm>
                <a:off x="10970769" y="5308473"/>
                <a:ext cx="109800" cy="3974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1ADA129-7375-F3BB-A5E2-D0A373D3620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962129" y="5299473"/>
                  <a:ext cx="1274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8EF1D93-62BB-DBAE-706B-7482097DD022}"/>
                    </a:ext>
                  </a:extLst>
                </p14:cNvPr>
                <p14:cNvContentPartPr/>
                <p14:nvPr/>
              </p14:nvContentPartPr>
              <p14:xfrm>
                <a:off x="11203329" y="5280393"/>
                <a:ext cx="186480" cy="2250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8EF1D93-62BB-DBAE-706B-7482097DD02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194329" y="5271393"/>
                  <a:ext cx="204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9DA79F4-28CE-2F31-DBB0-104445A70838}"/>
                    </a:ext>
                  </a:extLst>
                </p14:cNvPr>
                <p14:cNvContentPartPr/>
                <p14:nvPr/>
              </p14:nvContentPartPr>
              <p14:xfrm>
                <a:off x="11247609" y="5148633"/>
                <a:ext cx="169200" cy="419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9DA79F4-28CE-2F31-DBB0-104445A7083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238969" y="5139633"/>
                  <a:ext cx="1868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9804850-2B29-5771-E5D7-3EC2624ABFFA}"/>
                    </a:ext>
                  </a:extLst>
                </p14:cNvPr>
                <p14:cNvContentPartPr/>
                <p14:nvPr/>
              </p14:nvContentPartPr>
              <p14:xfrm>
                <a:off x="11549289" y="5201913"/>
                <a:ext cx="28080" cy="3564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9804850-2B29-5771-E5D7-3EC2624ABFF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540649" y="5192913"/>
                  <a:ext cx="45720" cy="37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5F443EBB-E6A4-8A82-72A2-9E63F02BC421}"/>
              </a:ext>
            </a:extLst>
          </p:cNvPr>
          <p:cNvGrpSpPr/>
          <p:nvPr/>
        </p:nvGrpSpPr>
        <p:grpSpPr>
          <a:xfrm>
            <a:off x="11790129" y="5255193"/>
            <a:ext cx="259560" cy="427320"/>
            <a:chOff x="11790129" y="5255193"/>
            <a:chExt cx="25956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EBA3D30-2B28-45D2-FAC8-9E01AC331E03}"/>
                    </a:ext>
                  </a:extLst>
                </p14:cNvPr>
                <p14:cNvContentPartPr/>
                <p14:nvPr/>
              </p14:nvContentPartPr>
              <p14:xfrm>
                <a:off x="11790129" y="5255193"/>
                <a:ext cx="141840" cy="4273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EBA3D30-2B28-45D2-FAC8-9E01AC331E0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781129" y="5246193"/>
                  <a:ext cx="1594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12A9445-E8DA-34D7-DFB2-1364F679F692}"/>
                    </a:ext>
                  </a:extLst>
                </p14:cNvPr>
                <p14:cNvContentPartPr/>
                <p14:nvPr/>
              </p14:nvContentPartPr>
              <p14:xfrm>
                <a:off x="11895609" y="5370393"/>
                <a:ext cx="115560" cy="3114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12A9445-E8DA-34D7-DFB2-1364F679F69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886969" y="5361753"/>
                  <a:ext cx="1332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0B32977-50A3-10D3-C487-8ABB1E72F113}"/>
                    </a:ext>
                  </a:extLst>
                </p14:cNvPr>
                <p14:cNvContentPartPr/>
                <p14:nvPr/>
              </p14:nvContentPartPr>
              <p14:xfrm>
                <a:off x="11886969" y="5557233"/>
                <a:ext cx="162720" cy="3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0B32977-50A3-10D3-C487-8ABB1E72F11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877969" y="5548233"/>
                  <a:ext cx="1803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4A34E863-A5A3-067C-5528-B11DFE2BED84}"/>
              </a:ext>
            </a:extLst>
          </p:cNvPr>
          <p:cNvGrpSpPr/>
          <p:nvPr/>
        </p:nvGrpSpPr>
        <p:grpSpPr>
          <a:xfrm>
            <a:off x="1970769" y="413553"/>
            <a:ext cx="707760" cy="222120"/>
            <a:chOff x="1970769" y="413553"/>
            <a:chExt cx="70776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0858104-917B-2981-F29C-1C46B90198F8}"/>
                    </a:ext>
                  </a:extLst>
                </p14:cNvPr>
                <p14:cNvContentPartPr/>
                <p14:nvPr/>
              </p14:nvContentPartPr>
              <p14:xfrm>
                <a:off x="1970769" y="416073"/>
                <a:ext cx="97920" cy="198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0858104-917B-2981-F29C-1C46B90198F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961769" y="407073"/>
                  <a:ext cx="115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4026FC6-4E77-8085-B1B3-62B1FD9CFB6E}"/>
                    </a:ext>
                  </a:extLst>
                </p14:cNvPr>
                <p14:cNvContentPartPr/>
                <p14:nvPr/>
              </p14:nvContentPartPr>
              <p14:xfrm>
                <a:off x="2094969" y="413553"/>
                <a:ext cx="583560" cy="2221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4026FC6-4E77-8085-B1B3-62B1FD9CFB6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085969" y="404553"/>
                  <a:ext cx="60120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62298435-51A1-EDB0-CBE8-188D7D6C134E}"/>
              </a:ext>
            </a:extLst>
          </p:cNvPr>
          <p:cNvGrpSpPr/>
          <p:nvPr/>
        </p:nvGrpSpPr>
        <p:grpSpPr>
          <a:xfrm>
            <a:off x="1614369" y="3674793"/>
            <a:ext cx="873360" cy="409320"/>
            <a:chOff x="1614369" y="3674793"/>
            <a:chExt cx="873360" cy="4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4DB28A0-3C4A-C60E-4F37-DC6314350ACE}"/>
                    </a:ext>
                  </a:extLst>
                </p14:cNvPr>
                <p14:cNvContentPartPr/>
                <p14:nvPr/>
              </p14:nvContentPartPr>
              <p14:xfrm>
                <a:off x="1614369" y="3710433"/>
                <a:ext cx="27720" cy="3682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4DB28A0-3C4A-C60E-4F37-DC6314350AC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605729" y="3701433"/>
                  <a:ext cx="453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CF24BA5-ECD4-4962-5737-ECDA8AC47180}"/>
                    </a:ext>
                  </a:extLst>
                </p14:cNvPr>
                <p14:cNvContentPartPr/>
                <p14:nvPr/>
              </p14:nvContentPartPr>
              <p14:xfrm>
                <a:off x="1659729" y="3674793"/>
                <a:ext cx="172080" cy="2174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CF24BA5-ECD4-4962-5737-ECDA8AC4718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651089" y="3666153"/>
                  <a:ext cx="189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57A417E-14EA-1D70-3939-2C6B54518583}"/>
                    </a:ext>
                  </a:extLst>
                </p14:cNvPr>
                <p14:cNvContentPartPr/>
                <p14:nvPr/>
              </p14:nvContentPartPr>
              <p14:xfrm>
                <a:off x="1979409" y="3923553"/>
                <a:ext cx="308880" cy="918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57A417E-14EA-1D70-3939-2C6B5451858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970769" y="3914553"/>
                  <a:ext cx="326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F0EF27D-682C-1687-A941-D7951313C20C}"/>
                    </a:ext>
                  </a:extLst>
                </p14:cNvPr>
                <p14:cNvContentPartPr/>
                <p14:nvPr/>
              </p14:nvContentPartPr>
              <p14:xfrm>
                <a:off x="2174529" y="4074393"/>
                <a:ext cx="313200" cy="97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F0EF27D-682C-1687-A941-D7951313C20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165529" y="4065753"/>
                  <a:ext cx="3308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27C8695D-5F67-72AC-D217-F66090F65742}"/>
              </a:ext>
            </a:extLst>
          </p:cNvPr>
          <p:cNvGrpSpPr/>
          <p:nvPr/>
        </p:nvGrpSpPr>
        <p:grpSpPr>
          <a:xfrm>
            <a:off x="2902089" y="3672273"/>
            <a:ext cx="1172520" cy="626040"/>
            <a:chOff x="2902089" y="3672273"/>
            <a:chExt cx="1172520" cy="62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A7C06C6-610E-A4F4-287C-BEE2605CA81B}"/>
                    </a:ext>
                  </a:extLst>
                </p14:cNvPr>
                <p14:cNvContentPartPr/>
                <p14:nvPr/>
              </p14:nvContentPartPr>
              <p14:xfrm>
                <a:off x="2902089" y="3692793"/>
                <a:ext cx="16920" cy="5486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A7C06C6-610E-A4F4-287C-BEE2605CA81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893449" y="3683793"/>
                  <a:ext cx="3456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EE434B7-47A7-A2DE-0E65-8ED66C4762A4}"/>
                    </a:ext>
                  </a:extLst>
                </p14:cNvPr>
                <p14:cNvContentPartPr/>
                <p14:nvPr/>
              </p14:nvContentPartPr>
              <p14:xfrm>
                <a:off x="3053649" y="3672273"/>
                <a:ext cx="123840" cy="1879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EE434B7-47A7-A2DE-0E65-8ED66C4762A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044649" y="3663633"/>
                  <a:ext cx="141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75BCD8F-7FD8-1EE4-F2A5-27B41D2D9304}"/>
                    </a:ext>
                  </a:extLst>
                </p14:cNvPr>
                <p14:cNvContentPartPr/>
                <p14:nvPr/>
              </p14:nvContentPartPr>
              <p14:xfrm>
                <a:off x="3302409" y="3988353"/>
                <a:ext cx="155520" cy="2239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75BCD8F-7FD8-1EE4-F2A5-27B41D2D930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293409" y="3979353"/>
                  <a:ext cx="173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239E527-455A-7BE4-4AEF-98CDF8632A5E}"/>
                    </a:ext>
                  </a:extLst>
                </p14:cNvPr>
                <p14:cNvContentPartPr/>
                <p14:nvPr/>
              </p14:nvContentPartPr>
              <p14:xfrm>
                <a:off x="3515529" y="4074753"/>
                <a:ext cx="257760" cy="1065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239E527-455A-7BE4-4AEF-98CDF8632A5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506529" y="4066113"/>
                  <a:ext cx="275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64ED40C-379C-A33D-059C-B3FDEFC5DB29}"/>
                    </a:ext>
                  </a:extLst>
                </p14:cNvPr>
                <p14:cNvContentPartPr/>
                <p14:nvPr/>
              </p14:nvContentPartPr>
              <p14:xfrm>
                <a:off x="3924489" y="3942993"/>
                <a:ext cx="150120" cy="3553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64ED40C-379C-A33D-059C-B3FDEFC5DB2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915849" y="3933993"/>
                  <a:ext cx="16776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2F6659B-0634-4EA0-6812-8B81DD4862B0}"/>
              </a:ext>
            </a:extLst>
          </p:cNvPr>
          <p:cNvGrpSpPr/>
          <p:nvPr/>
        </p:nvGrpSpPr>
        <p:grpSpPr>
          <a:xfrm>
            <a:off x="4402929" y="3675153"/>
            <a:ext cx="480600" cy="563040"/>
            <a:chOff x="4402929" y="3675153"/>
            <a:chExt cx="480600" cy="5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8E12E03-D285-30D9-8F49-E46AC5BF273C}"/>
                    </a:ext>
                  </a:extLst>
                </p14:cNvPr>
                <p14:cNvContentPartPr/>
                <p14:nvPr/>
              </p14:nvContentPartPr>
              <p14:xfrm>
                <a:off x="4402929" y="4216593"/>
                <a:ext cx="360" cy="3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8E12E03-D285-30D9-8F49-E46AC5BF273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93929" y="42079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24F27FE-3DBA-3561-F007-9CD6F3717A83}"/>
                    </a:ext>
                  </a:extLst>
                </p14:cNvPr>
                <p14:cNvContentPartPr/>
                <p14:nvPr/>
              </p14:nvContentPartPr>
              <p14:xfrm>
                <a:off x="4589409" y="3675153"/>
                <a:ext cx="294120" cy="563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24F27FE-3DBA-3561-F007-9CD6F3717A8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580769" y="3666513"/>
                  <a:ext cx="311760" cy="58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AF41FF76-B450-6D3E-3DF9-5CB44E5F56BF}"/>
              </a:ext>
            </a:extLst>
          </p:cNvPr>
          <p:cNvGrpSpPr/>
          <p:nvPr/>
        </p:nvGrpSpPr>
        <p:grpSpPr>
          <a:xfrm>
            <a:off x="2254449" y="4491633"/>
            <a:ext cx="1127880" cy="748080"/>
            <a:chOff x="2254449" y="4491633"/>
            <a:chExt cx="1127880" cy="74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BC4128A-4ECD-0BBF-2017-1DC97BF13050}"/>
                    </a:ext>
                  </a:extLst>
                </p14:cNvPr>
                <p14:cNvContentPartPr/>
                <p14:nvPr/>
              </p14:nvContentPartPr>
              <p14:xfrm>
                <a:off x="2254449" y="4811313"/>
                <a:ext cx="236160" cy="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BC4128A-4ECD-0BBF-2017-1DC97BF1305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45809" y="4802673"/>
                  <a:ext cx="253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F86BA3C-6E88-1DF8-AC7A-649E32E0E734}"/>
                    </a:ext>
                  </a:extLst>
                </p14:cNvPr>
                <p14:cNvContentPartPr/>
                <p14:nvPr/>
              </p14:nvContentPartPr>
              <p14:xfrm>
                <a:off x="2387649" y="4962513"/>
                <a:ext cx="472320" cy="3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F86BA3C-6E88-1DF8-AC7A-649E32E0E73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378649" y="4953513"/>
                  <a:ext cx="489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27FDF65-3C49-E516-170D-45C436EC454E}"/>
                    </a:ext>
                  </a:extLst>
                </p14:cNvPr>
                <p14:cNvContentPartPr/>
                <p14:nvPr/>
              </p14:nvContentPartPr>
              <p14:xfrm>
                <a:off x="3078849" y="4704753"/>
                <a:ext cx="182520" cy="2250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27FDF65-3C49-E516-170D-45C436EC454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69849" y="4696113"/>
                  <a:ext cx="200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F2954AB-823B-A118-3ED6-54BCA940961A}"/>
                    </a:ext>
                  </a:extLst>
                </p14:cNvPr>
                <p14:cNvContentPartPr/>
                <p14:nvPr/>
              </p14:nvContentPartPr>
              <p14:xfrm>
                <a:off x="3361809" y="4926873"/>
                <a:ext cx="20520" cy="1036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F2954AB-823B-A118-3ED6-54BCA940961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352809" y="4917873"/>
                  <a:ext cx="38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E033D135-91D2-2FD5-9D03-8C4F233E6C39}"/>
                    </a:ext>
                  </a:extLst>
                </p14:cNvPr>
                <p14:cNvContentPartPr/>
                <p14:nvPr/>
              </p14:nvContentPartPr>
              <p14:xfrm>
                <a:off x="2876169" y="4491633"/>
                <a:ext cx="244800" cy="7480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E033D135-91D2-2FD5-9D03-8C4F233E6C3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867529" y="4482993"/>
                  <a:ext cx="262440" cy="76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1E31CF04-8ECE-8396-FBCF-619F58061711}"/>
              </a:ext>
            </a:extLst>
          </p:cNvPr>
          <p:cNvGrpSpPr/>
          <p:nvPr/>
        </p:nvGrpSpPr>
        <p:grpSpPr>
          <a:xfrm>
            <a:off x="3646209" y="4499553"/>
            <a:ext cx="1369800" cy="598320"/>
            <a:chOff x="3646209" y="4499553"/>
            <a:chExt cx="1369800" cy="59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27F2922-913F-39B5-41AF-54D298C4A001}"/>
                    </a:ext>
                  </a:extLst>
                </p14:cNvPr>
                <p14:cNvContentPartPr/>
                <p14:nvPr/>
              </p14:nvContentPartPr>
              <p14:xfrm>
                <a:off x="3646209" y="4607193"/>
                <a:ext cx="182880" cy="4539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27F2922-913F-39B5-41AF-54D298C4A00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637569" y="4598193"/>
                  <a:ext cx="2005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5445183-AD86-4AE7-CD33-09DB602002F9}"/>
                    </a:ext>
                  </a:extLst>
                </p14:cNvPr>
                <p14:cNvContentPartPr/>
                <p14:nvPr/>
              </p14:nvContentPartPr>
              <p14:xfrm>
                <a:off x="3676089" y="4624113"/>
                <a:ext cx="150480" cy="1432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5445183-AD86-4AE7-CD33-09DB602002F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67449" y="4615113"/>
                  <a:ext cx="1681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7A4B698-8D7D-1E53-5108-5C06954432DB}"/>
                    </a:ext>
                  </a:extLst>
                </p14:cNvPr>
                <p14:cNvContentPartPr/>
                <p14:nvPr/>
              </p14:nvContentPartPr>
              <p14:xfrm>
                <a:off x="3969489" y="4909233"/>
                <a:ext cx="16200" cy="1170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7A4B698-8D7D-1E53-5108-5C06954432D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960849" y="4900233"/>
                  <a:ext cx="33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662AB93-C6D0-C873-F43E-62AB29525858}"/>
                    </a:ext>
                  </a:extLst>
                </p14:cNvPr>
                <p14:cNvContentPartPr/>
                <p14:nvPr/>
              </p14:nvContentPartPr>
              <p14:xfrm>
                <a:off x="3976329" y="4598193"/>
                <a:ext cx="196560" cy="4996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662AB93-C6D0-C873-F43E-62AB2952585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967329" y="4589553"/>
                  <a:ext cx="2142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833EC87-A301-E479-BB12-E67EE67D53EF}"/>
                    </a:ext>
                  </a:extLst>
                </p14:cNvPr>
                <p14:cNvContentPartPr/>
                <p14:nvPr/>
              </p14:nvContentPartPr>
              <p14:xfrm>
                <a:off x="4340649" y="4731393"/>
                <a:ext cx="28080" cy="2746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833EC87-A301-E479-BB12-E67EE67D53E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332009" y="4722393"/>
                  <a:ext cx="457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48D745F-D8CA-ABF6-C794-75304DBF1959}"/>
                    </a:ext>
                  </a:extLst>
                </p14:cNvPr>
                <p14:cNvContentPartPr/>
                <p14:nvPr/>
              </p14:nvContentPartPr>
              <p14:xfrm>
                <a:off x="4491849" y="4562553"/>
                <a:ext cx="55080" cy="4824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48D745F-D8CA-ABF6-C794-75304DBF195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82849" y="4553913"/>
                  <a:ext cx="727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8495796-9BA0-78DE-E1B3-73DA71A4E74C}"/>
                    </a:ext>
                  </a:extLst>
                </p14:cNvPr>
                <p14:cNvContentPartPr/>
                <p14:nvPr/>
              </p14:nvContentPartPr>
              <p14:xfrm>
                <a:off x="4687329" y="4499553"/>
                <a:ext cx="131040" cy="2271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8495796-9BA0-78DE-E1B3-73DA71A4E74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678329" y="4490553"/>
                  <a:ext cx="1486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6E4EB38-923E-8218-C599-5325FD88B13B}"/>
                    </a:ext>
                  </a:extLst>
                </p14:cNvPr>
                <p14:cNvContentPartPr/>
                <p14:nvPr/>
              </p14:nvContentPartPr>
              <p14:xfrm>
                <a:off x="5015649" y="5077713"/>
                <a:ext cx="360" cy="3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6E4EB38-923E-8218-C599-5325FD88B1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06649" y="50687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F6DF52E4-3CBE-B8C5-FDA5-1D482131DC4D}"/>
                  </a:ext>
                </a:extLst>
              </p14:cNvPr>
              <p14:cNvContentPartPr/>
              <p14:nvPr/>
            </p14:nvContentPartPr>
            <p14:xfrm>
              <a:off x="5343969" y="4526553"/>
              <a:ext cx="329040" cy="39168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F6DF52E4-3CBE-B8C5-FDA5-1D482131DC4D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5335329" y="4517553"/>
                <a:ext cx="346680" cy="40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7" name="Group 346">
            <a:extLst>
              <a:ext uri="{FF2B5EF4-FFF2-40B4-BE49-F238E27FC236}">
                <a16:creationId xmlns:a16="http://schemas.microsoft.com/office/drawing/2014/main" id="{07E0D57D-FEBA-C531-654A-768B1776463C}"/>
              </a:ext>
            </a:extLst>
          </p:cNvPr>
          <p:cNvGrpSpPr/>
          <p:nvPr/>
        </p:nvGrpSpPr>
        <p:grpSpPr>
          <a:xfrm>
            <a:off x="2414289" y="5265273"/>
            <a:ext cx="1190160" cy="417240"/>
            <a:chOff x="2414289" y="5265273"/>
            <a:chExt cx="119016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AFD8155-D0A8-79DA-2BF6-0B18AD12FDB8}"/>
                    </a:ext>
                  </a:extLst>
                </p14:cNvPr>
                <p14:cNvContentPartPr/>
                <p14:nvPr/>
              </p14:nvContentPartPr>
              <p14:xfrm>
                <a:off x="2414289" y="5539593"/>
                <a:ext cx="106560" cy="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AFD8155-D0A8-79DA-2BF6-0B18AD12FDB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405649" y="5530593"/>
                  <a:ext cx="124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1C672BC0-0777-7A55-AEBC-8BC597445AF8}"/>
                    </a:ext>
                  </a:extLst>
                </p14:cNvPr>
                <p14:cNvContentPartPr/>
                <p14:nvPr/>
              </p14:nvContentPartPr>
              <p14:xfrm>
                <a:off x="2467569" y="5601513"/>
                <a:ext cx="170640" cy="97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1C672BC0-0777-7A55-AEBC-8BC597445AF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458929" y="5592873"/>
                  <a:ext cx="188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F38714D-5E4B-CDF3-4971-D4F53444912D}"/>
                    </a:ext>
                  </a:extLst>
                </p14:cNvPr>
                <p14:cNvContentPartPr/>
                <p14:nvPr/>
              </p14:nvContentPartPr>
              <p14:xfrm>
                <a:off x="2796249" y="5290833"/>
                <a:ext cx="360" cy="3459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F38714D-5E4B-CDF3-4971-D4F53444912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787249" y="5281833"/>
                  <a:ext cx="180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B040061-B3EF-155D-3723-C8E5CBB97640}"/>
                    </a:ext>
                  </a:extLst>
                </p14:cNvPr>
                <p14:cNvContentPartPr/>
                <p14:nvPr/>
              </p14:nvContentPartPr>
              <p14:xfrm>
                <a:off x="3141129" y="5265273"/>
                <a:ext cx="127440" cy="3931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B040061-B3EF-155D-3723-C8E5CBB9764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132129" y="5256633"/>
                  <a:ext cx="1450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3944CA6-8C5C-F996-B857-0E71945956DB}"/>
                    </a:ext>
                  </a:extLst>
                </p14:cNvPr>
                <p14:cNvContentPartPr/>
                <p14:nvPr/>
              </p14:nvContentPartPr>
              <p14:xfrm>
                <a:off x="2938809" y="5521593"/>
                <a:ext cx="35280" cy="1609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3944CA6-8C5C-F996-B857-0E71945956D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29809" y="5512593"/>
                  <a:ext cx="52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070F5F51-0BB9-B458-975C-0C442A402F07}"/>
                    </a:ext>
                  </a:extLst>
                </p14:cNvPr>
                <p14:cNvContentPartPr/>
                <p14:nvPr/>
              </p14:nvContentPartPr>
              <p14:xfrm>
                <a:off x="3385569" y="5308473"/>
                <a:ext cx="196200" cy="2138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070F5F51-0BB9-B458-975C-0C442A402F0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376569" y="5299473"/>
                  <a:ext cx="213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92B8D2B-ECAF-0C45-E46C-FF5A1C9382DA}"/>
                    </a:ext>
                  </a:extLst>
                </p14:cNvPr>
                <p14:cNvContentPartPr/>
                <p14:nvPr/>
              </p14:nvContentPartPr>
              <p14:xfrm>
                <a:off x="3567729" y="5450673"/>
                <a:ext cx="36720" cy="1951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92B8D2B-ECAF-0C45-E46C-FF5A1C9382D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558729" y="5441673"/>
                  <a:ext cx="5436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E69B9F38-B560-91B6-6B51-95990EDD076E}"/>
                  </a:ext>
                </a:extLst>
              </p14:cNvPr>
              <p14:cNvContentPartPr/>
              <p14:nvPr/>
            </p14:nvContentPartPr>
            <p14:xfrm>
              <a:off x="4677969" y="5778993"/>
              <a:ext cx="360" cy="36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E69B9F38-B560-91B6-6B51-95990EDD076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69329" y="576999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640056A-B3B9-E3E2-50B2-3B1B3C4342E8}"/>
              </a:ext>
            </a:extLst>
          </p:cNvPr>
          <p:cNvGrpSpPr/>
          <p:nvPr/>
        </p:nvGrpSpPr>
        <p:grpSpPr>
          <a:xfrm>
            <a:off x="3861489" y="5421153"/>
            <a:ext cx="524160" cy="361080"/>
            <a:chOff x="3861489" y="5421153"/>
            <a:chExt cx="5241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D03FC22-6D7D-CA87-8F7E-2BEF5690C267}"/>
                    </a:ext>
                  </a:extLst>
                </p14:cNvPr>
                <p14:cNvContentPartPr/>
                <p14:nvPr/>
              </p14:nvContentPartPr>
              <p14:xfrm>
                <a:off x="3932409" y="5681073"/>
                <a:ext cx="360" cy="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D03FC22-6D7D-CA87-8F7E-2BEF5690C2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23409" y="56724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FCD076E-AD61-EB64-3357-434D8F61E4B7}"/>
                    </a:ext>
                  </a:extLst>
                </p14:cNvPr>
                <p14:cNvContentPartPr/>
                <p14:nvPr/>
              </p14:nvContentPartPr>
              <p14:xfrm>
                <a:off x="4385289" y="5769993"/>
                <a:ext cx="360" cy="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FCD076E-AD61-EB64-3357-434D8F61E4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76289" y="57613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ACB1335-C107-50FD-AB30-39D25FAD28B9}"/>
                    </a:ext>
                  </a:extLst>
                </p14:cNvPr>
                <p14:cNvContentPartPr/>
                <p14:nvPr/>
              </p14:nvContentPartPr>
              <p14:xfrm>
                <a:off x="3861489" y="5421153"/>
                <a:ext cx="473760" cy="3610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ACB1335-C107-50FD-AB30-39D25FAD28B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852489" y="5412513"/>
                  <a:ext cx="491400" cy="37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599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D7030B-654C-4EE0-970D-09928436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15692" cy="45726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5684862" y="336362"/>
              <a:ext cx="882720" cy="2764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4422" y="325922"/>
                <a:ext cx="903600" cy="29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9897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4283D-FCC9-42BB-ACAD-FDF5A1D8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0158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1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D0990-B8EA-4189-AF51-4716C5845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0114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69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D9FBC-EBFC-4392-83E6-9DA4B2802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44271" cy="48298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469222" y="370922"/>
              <a:ext cx="5736960" cy="6410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782" y="360482"/>
                <a:ext cx="5757840" cy="64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1" name="Ink 100"/>
              <p14:cNvContentPartPr/>
              <p14:nvPr/>
            </p14:nvContentPartPr>
            <p14:xfrm>
              <a:off x="7815702" y="2829362"/>
              <a:ext cx="750600" cy="3816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05262" y="2818922"/>
                <a:ext cx="771480" cy="5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0194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CD9FBC-EBFC-4392-83E6-9DA4B2802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459857" cy="40305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382382" y="207122"/>
              <a:ext cx="6989040" cy="431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1942" y="196682"/>
                <a:ext cx="700992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2" name="Ink 51"/>
              <p14:cNvContentPartPr/>
              <p14:nvPr/>
            </p14:nvContentPartPr>
            <p14:xfrm>
              <a:off x="5649942" y="748562"/>
              <a:ext cx="2761200" cy="9756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39502" y="738122"/>
                <a:ext cx="27820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6" name="Ink 55"/>
              <p14:cNvContentPartPr/>
              <p14:nvPr/>
            </p14:nvContentPartPr>
            <p14:xfrm>
              <a:off x="8833422" y="674762"/>
              <a:ext cx="2484720" cy="11052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22982" y="664322"/>
                <a:ext cx="25056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8" name="Ink 57"/>
              <p14:cNvContentPartPr/>
              <p14:nvPr/>
            </p14:nvContentPartPr>
            <p14:xfrm>
              <a:off x="9937542" y="888602"/>
              <a:ext cx="207360" cy="17172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27102" y="878162"/>
                <a:ext cx="2282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0" name="Ink 89"/>
              <p14:cNvContentPartPr/>
              <p14:nvPr/>
            </p14:nvContentPartPr>
            <p14:xfrm>
              <a:off x="7289382" y="207122"/>
              <a:ext cx="129600" cy="56088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78942" y="196682"/>
                <a:ext cx="150480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1" name="Ink 110"/>
              <p14:cNvContentPartPr/>
              <p14:nvPr/>
            </p14:nvContentPartPr>
            <p14:xfrm>
              <a:off x="6892662" y="983282"/>
              <a:ext cx="123480" cy="21024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82222" y="972842"/>
                <a:ext cx="1443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2" name="Ink 111"/>
              <p14:cNvContentPartPr/>
              <p14:nvPr/>
            </p14:nvContentPartPr>
            <p14:xfrm>
              <a:off x="4689102" y="1466402"/>
              <a:ext cx="3652920" cy="235656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78662" y="1455962"/>
                <a:ext cx="3673800" cy="237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510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F73454-E4C2-489D-9FD5-EEB8C2D89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06113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00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F53D7F-2367-476B-A75A-CF5094B59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957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reval praja</dc:creator>
  <cp:lastModifiedBy>vanza agung wijaya</cp:lastModifiedBy>
  <cp:revision>7</cp:revision>
  <dcterms:created xsi:type="dcterms:W3CDTF">2023-05-16T11:55:25Z</dcterms:created>
  <dcterms:modified xsi:type="dcterms:W3CDTF">2023-05-16T14:50:46Z</dcterms:modified>
</cp:coreProperties>
</file>